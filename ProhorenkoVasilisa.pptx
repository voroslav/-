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60" r:id="rId5"/>
    <p:sldId id="261" r:id="rId6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5358" autoAdjust="0"/>
    <p:restoredTop sz="94660"/>
  </p:normalViewPr>
  <p:slideViewPr>
    <p:cSldViewPr>
      <p:cViewPr>
        <p:scale>
          <a:sx n="125" d="100"/>
          <a:sy n="125" d="100"/>
        </p:scale>
        <p:origin x="-2904" y="-7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83A08-0975-4114-B20D-44CBF4328CFD}" type="datetimeFigureOut">
              <a:rPr lang="ru-RU" smtClean="0"/>
              <a:t>18.10.2026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D68FD-8164-4270-8C62-637148706456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83A08-0975-4114-B20D-44CBF4328CFD}" type="datetimeFigureOut">
              <a:rPr lang="ru-RU" smtClean="0"/>
              <a:t>18.10.2026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D68FD-8164-4270-8C62-637148706456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83A08-0975-4114-B20D-44CBF4328CFD}" type="datetimeFigureOut">
              <a:rPr lang="ru-RU" smtClean="0"/>
              <a:t>18.10.2026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D68FD-8164-4270-8C62-637148706456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83A08-0975-4114-B20D-44CBF4328CFD}" type="datetimeFigureOut">
              <a:rPr lang="ru-RU" smtClean="0"/>
              <a:t>18.10.2026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D68FD-8164-4270-8C62-637148706456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83A08-0975-4114-B20D-44CBF4328CFD}" type="datetimeFigureOut">
              <a:rPr lang="ru-RU" smtClean="0"/>
              <a:t>18.10.2026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D68FD-8164-4270-8C62-637148706456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83A08-0975-4114-B20D-44CBF4328CFD}" type="datetimeFigureOut">
              <a:rPr lang="ru-RU" smtClean="0"/>
              <a:t>18.10.2026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D68FD-8164-4270-8C62-637148706456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83A08-0975-4114-B20D-44CBF4328CFD}" type="datetimeFigureOut">
              <a:rPr lang="ru-RU" smtClean="0"/>
              <a:t>18.10.2026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D68FD-8164-4270-8C62-637148706456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83A08-0975-4114-B20D-44CBF4328CFD}" type="datetimeFigureOut">
              <a:rPr lang="ru-RU" smtClean="0"/>
              <a:t>18.10.2026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D68FD-8164-4270-8C62-637148706456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83A08-0975-4114-B20D-44CBF4328CFD}" type="datetimeFigureOut">
              <a:rPr lang="ru-RU" smtClean="0"/>
              <a:t>18.10.2026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D68FD-8164-4270-8C62-637148706456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83A08-0975-4114-B20D-44CBF4328CFD}" type="datetimeFigureOut">
              <a:rPr lang="ru-RU" smtClean="0"/>
              <a:t>18.10.2026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D68FD-8164-4270-8C62-637148706456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83A08-0975-4114-B20D-44CBF4328CFD}" type="datetimeFigureOut">
              <a:rPr lang="ru-RU" smtClean="0"/>
              <a:t>18.10.2026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D68FD-8164-4270-8C62-637148706456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B83A08-0975-4114-B20D-44CBF4328CFD}" type="datetimeFigureOut">
              <a:rPr lang="ru-RU" smtClean="0"/>
              <a:t>18.10.2026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AD68FD-8164-4270-8C62-637148706456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>
                <a:latin typeface="Bookman Old Style" pitchFamily="18" charset="0"/>
              </a:rPr>
              <a:t>Описание </a:t>
            </a:r>
            <a:r>
              <a:rPr lang="ru-RU" smtClean="0">
                <a:latin typeface="Bookman Old Style" pitchFamily="18" charset="0"/>
              </a:rPr>
              <a:t>озера </a:t>
            </a:r>
            <a:r>
              <a:rPr lang="ru-RU" dirty="0" smtClean="0">
                <a:latin typeface="Bookman Old Style" pitchFamily="18" charset="0"/>
              </a:rPr>
              <a:t/>
            </a:r>
            <a:br>
              <a:rPr lang="ru-RU" dirty="0" smtClean="0">
                <a:latin typeface="Bookman Old Style" pitchFamily="18" charset="0"/>
              </a:rPr>
            </a:br>
            <a:r>
              <a:rPr lang="ru-RU" dirty="0" smtClean="0">
                <a:latin typeface="Bookman Old Style" pitchFamily="18" charset="0"/>
              </a:rPr>
              <a:t> Тургояк</a:t>
            </a:r>
            <a:endParaRPr lang="ru-RU" dirty="0">
              <a:latin typeface="Bookman Old Style" pitchFamily="18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4429124" y="4214818"/>
            <a:ext cx="4429156" cy="1423982"/>
          </a:xfrm>
          <a:solidFill>
            <a:schemeClr val="bg1"/>
          </a:solidFill>
        </p:spPr>
        <p:txBody>
          <a:bodyPr>
            <a:normAutofit fontScale="92500" lnSpcReduction="10000"/>
          </a:bodyPr>
          <a:lstStyle/>
          <a:p>
            <a:r>
              <a:rPr lang="en-US" dirty="0" smtClean="0">
                <a:solidFill>
                  <a:schemeClr val="tx1"/>
                </a:solidFill>
                <a:latin typeface="Bookman Old Style" pitchFamily="18" charset="0"/>
              </a:rPr>
              <a:t>6</a:t>
            </a:r>
            <a:r>
              <a:rPr lang="ru-RU" dirty="0" smtClean="0">
                <a:solidFill>
                  <a:schemeClr val="tx1"/>
                </a:solidFill>
                <a:latin typeface="Bookman Old Style" pitchFamily="18" charset="0"/>
              </a:rPr>
              <a:t> Ж</a:t>
            </a:r>
          </a:p>
          <a:p>
            <a:r>
              <a:rPr lang="ru-RU" dirty="0" smtClean="0">
                <a:solidFill>
                  <a:schemeClr val="tx1"/>
                </a:solidFill>
                <a:latin typeface="Bookman Old Style" pitchFamily="18" charset="0"/>
              </a:rPr>
              <a:t> </a:t>
            </a:r>
            <a:r>
              <a:rPr lang="ru-RU" dirty="0" err="1" smtClean="0">
                <a:solidFill>
                  <a:schemeClr val="tx1"/>
                </a:solidFill>
                <a:latin typeface="Bookman Old Style" pitchFamily="18" charset="0"/>
              </a:rPr>
              <a:t>Прохоренко</a:t>
            </a:r>
            <a:r>
              <a:rPr lang="ru-RU" dirty="0" smtClean="0">
                <a:solidFill>
                  <a:schemeClr val="tx1"/>
                </a:solidFill>
                <a:latin typeface="Bookman Old Style" pitchFamily="18" charset="0"/>
              </a:rPr>
              <a:t> Василиса</a:t>
            </a:r>
            <a:endParaRPr lang="ru-RU" dirty="0">
              <a:solidFill>
                <a:schemeClr val="tx1"/>
              </a:solidFill>
              <a:latin typeface="Bookman Old Style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8929718" cy="857232"/>
          </a:xfrm>
        </p:spPr>
        <p:txBody>
          <a:bodyPr>
            <a:noAutofit/>
          </a:bodyPr>
          <a:lstStyle/>
          <a:p>
            <a:r>
              <a:rPr lang="ru-RU" sz="3200" i="1" dirty="0" smtClean="0">
                <a:latin typeface="Bookman Old Style" pitchFamily="18" charset="0"/>
                <a:cs typeface="Cascadia Mono SemiBold" pitchFamily="49" charset="0"/>
              </a:rPr>
              <a:t>Озеро </a:t>
            </a:r>
            <a:r>
              <a:rPr lang="ru-RU" sz="3200" i="1" dirty="0">
                <a:latin typeface="Bookman Old Style" pitchFamily="18" charset="0"/>
                <a:cs typeface="Cascadia Mono SemiBold" pitchFamily="49" charset="0"/>
              </a:rPr>
              <a:t>Т</a:t>
            </a:r>
            <a:r>
              <a:rPr lang="ru-RU" sz="3200" i="1" dirty="0" smtClean="0">
                <a:latin typeface="Bookman Old Style" pitchFamily="18" charset="0"/>
                <a:cs typeface="Cascadia Mono SemiBold" pitchFamily="49" charset="0"/>
              </a:rPr>
              <a:t>ургояк</a:t>
            </a:r>
            <a:r>
              <a:rPr lang="en-US" sz="3200" i="1" dirty="0" smtClean="0">
                <a:latin typeface="Bookman Old Style" pitchFamily="18" charset="0"/>
                <a:cs typeface="Cascadia Mono SemiBold" pitchFamily="49" charset="0"/>
              </a:rPr>
              <a:t>:</a:t>
            </a:r>
            <a:r>
              <a:rPr lang="ru-RU" sz="3200" i="1" dirty="0" smtClean="0">
                <a:latin typeface="Bookman Old Style" pitchFamily="18" charset="0"/>
                <a:cs typeface="Cascadia Mono SemiBold" pitchFamily="49" charset="0"/>
              </a:rPr>
              <a:t> местоположение и параметры</a:t>
            </a:r>
            <a:endParaRPr lang="ru-RU" sz="3200" i="1" dirty="0">
              <a:latin typeface="Bookman Old Style" pitchFamily="18" charset="0"/>
              <a:cs typeface="Cascadia Mono SemiBold" pitchFamily="49" charset="0"/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8596" y="857232"/>
            <a:ext cx="8286808" cy="37147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Содержимое 5"/>
          <p:cNvSpPr>
            <a:spLocks noGrp="1"/>
          </p:cNvSpPr>
          <p:nvPr>
            <p:ph idx="1"/>
          </p:nvPr>
        </p:nvSpPr>
        <p:spPr>
          <a:xfrm>
            <a:off x="571472" y="4643446"/>
            <a:ext cx="8115328" cy="1857388"/>
          </a:xfrm>
        </p:spPr>
        <p:txBody>
          <a:bodyPr>
            <a:normAutofit fontScale="55000" lnSpcReduction="20000"/>
          </a:bodyPr>
          <a:lstStyle/>
          <a:p>
            <a:pPr>
              <a:buNone/>
            </a:pPr>
            <a:r>
              <a:rPr lang="ru-RU" dirty="0" smtClean="0"/>
              <a:t> </a:t>
            </a:r>
            <a:r>
              <a:rPr lang="ru-RU" dirty="0" err="1" smtClean="0">
                <a:latin typeface="Bookman Old Style" pitchFamily="18" charset="0"/>
              </a:rPr>
              <a:t>Местоположение:Евразия</a:t>
            </a:r>
            <a:r>
              <a:rPr lang="ru-RU" dirty="0" smtClean="0">
                <a:latin typeface="Bookman Old Style" pitchFamily="18" charset="0"/>
              </a:rPr>
              <a:t>, Южный Урал, </a:t>
            </a:r>
          </a:p>
          <a:p>
            <a:pPr>
              <a:buNone/>
            </a:pPr>
            <a:r>
              <a:rPr lang="ru-RU" dirty="0" smtClean="0">
                <a:latin typeface="Bookman Old Style" pitchFamily="18" charset="0"/>
              </a:rPr>
              <a:t>Челябинская область, рядом с г. Миасс.</a:t>
            </a:r>
          </a:p>
          <a:p>
            <a:pPr>
              <a:buNone/>
            </a:pPr>
            <a:r>
              <a:rPr lang="ru-RU" dirty="0" smtClean="0">
                <a:latin typeface="Bookman Old Style" pitchFamily="18" charset="0"/>
              </a:rPr>
              <a:t>Координаты:55*09 </a:t>
            </a:r>
            <a:r>
              <a:rPr lang="ru-RU" dirty="0" err="1" smtClean="0">
                <a:latin typeface="Bookman Old Style" pitchFamily="18" charset="0"/>
              </a:rPr>
              <a:t>с.ш</a:t>
            </a:r>
            <a:r>
              <a:rPr lang="ru-RU" dirty="0" smtClean="0">
                <a:latin typeface="Bookman Old Style" pitchFamily="18" charset="0"/>
              </a:rPr>
              <a:t>, 60*04 </a:t>
            </a:r>
            <a:r>
              <a:rPr lang="ru-RU" dirty="0" err="1" smtClean="0">
                <a:latin typeface="Bookman Old Style" pitchFamily="18" charset="0"/>
              </a:rPr>
              <a:t>в.д</a:t>
            </a:r>
            <a:r>
              <a:rPr lang="ru-RU" dirty="0" smtClean="0">
                <a:latin typeface="Bookman Old Style" pitchFamily="18" charset="0"/>
              </a:rPr>
              <a:t> </a:t>
            </a:r>
          </a:p>
          <a:p>
            <a:pPr>
              <a:buNone/>
            </a:pPr>
            <a:r>
              <a:rPr lang="ru-RU" dirty="0" smtClean="0">
                <a:latin typeface="Bookman Old Style" pitchFamily="18" charset="0"/>
              </a:rPr>
              <a:t>Площадь</a:t>
            </a:r>
            <a:r>
              <a:rPr lang="en-US" dirty="0" smtClean="0">
                <a:latin typeface="Bookman Old Style" pitchFamily="18" charset="0"/>
              </a:rPr>
              <a:t>:</a:t>
            </a:r>
            <a:r>
              <a:rPr lang="ru-RU" dirty="0" smtClean="0">
                <a:latin typeface="Bookman Old Style" pitchFamily="18" charset="0"/>
              </a:rPr>
              <a:t>26,4 км</a:t>
            </a:r>
            <a:r>
              <a:rPr lang="en-US" dirty="0" smtClean="0">
                <a:latin typeface="Bookman Old Style" pitchFamily="18" charset="0"/>
              </a:rPr>
              <a:t>;</a:t>
            </a:r>
            <a:endParaRPr lang="ru-RU" dirty="0">
              <a:latin typeface="Bookman Old Style" pitchFamily="18" charset="0"/>
            </a:endParaRPr>
          </a:p>
          <a:p>
            <a:pPr>
              <a:buNone/>
            </a:pPr>
            <a:r>
              <a:rPr lang="ru-RU" dirty="0" smtClean="0">
                <a:latin typeface="Bookman Old Style" pitchFamily="18" charset="0"/>
              </a:rPr>
              <a:t>Макс. глубина</a:t>
            </a:r>
            <a:r>
              <a:rPr lang="en-US" dirty="0" smtClean="0">
                <a:latin typeface="Bookman Old Style" pitchFamily="18" charset="0"/>
              </a:rPr>
              <a:t>: 34 </a:t>
            </a:r>
            <a:r>
              <a:rPr lang="ru-RU" dirty="0" smtClean="0">
                <a:latin typeface="Bookman Old Style" pitchFamily="18" charset="0"/>
              </a:rPr>
              <a:t>м</a:t>
            </a:r>
            <a:r>
              <a:rPr lang="en-US" dirty="0" smtClean="0">
                <a:latin typeface="Bookman Old Style" pitchFamily="18" charset="0"/>
              </a:rPr>
              <a:t>;</a:t>
            </a:r>
            <a:endParaRPr lang="ru-RU" dirty="0" smtClean="0">
              <a:latin typeface="Bookman Old Style" pitchFamily="18" charset="0"/>
            </a:endParaRPr>
          </a:p>
          <a:p>
            <a:pPr>
              <a:buNone/>
            </a:pPr>
            <a:r>
              <a:rPr lang="ru-RU" dirty="0" smtClean="0">
                <a:latin typeface="Bookman Old Style" pitchFamily="18" charset="0"/>
              </a:rPr>
              <a:t>Высота над уровнем моря</a:t>
            </a:r>
            <a:r>
              <a:rPr lang="en-US" dirty="0" smtClean="0">
                <a:latin typeface="Bookman Old Style" pitchFamily="18" charset="0"/>
              </a:rPr>
              <a:t>:</a:t>
            </a:r>
            <a:r>
              <a:rPr lang="ru-RU" dirty="0" smtClean="0">
                <a:latin typeface="Bookman Old Style" pitchFamily="18" charset="0"/>
              </a:rPr>
              <a:t> 319,5 м. </a:t>
            </a:r>
          </a:p>
          <a:p>
            <a:pPr>
              <a:buNone/>
            </a:pPr>
            <a:endParaRPr lang="ru-RU" dirty="0" smtClean="0"/>
          </a:p>
          <a:p>
            <a:pPr>
              <a:buNone/>
            </a:pPr>
            <a:endParaRPr lang="ru-RU" dirty="0" smtClean="0"/>
          </a:p>
          <a:p>
            <a:pPr>
              <a:buNone/>
            </a:pPr>
            <a:endParaRPr lang="ru-RU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85720" y="142852"/>
            <a:ext cx="8229600" cy="500066"/>
          </a:xfrm>
        </p:spPr>
        <p:txBody>
          <a:bodyPr>
            <a:noAutofit/>
          </a:bodyPr>
          <a:lstStyle/>
          <a:p>
            <a:r>
              <a:rPr lang="ru-RU" sz="4000" i="1" dirty="0" smtClean="0">
                <a:latin typeface="Bookman Old Style" pitchFamily="18" charset="0"/>
              </a:rPr>
              <a:t>Происхождение и тип озера </a:t>
            </a:r>
            <a:endParaRPr lang="ru-RU" sz="4000" i="1" dirty="0">
              <a:latin typeface="Bookman Old Style" pitchFamily="18" charset="0"/>
            </a:endParaRPr>
          </a:p>
        </p:txBody>
      </p:sp>
      <p:pic>
        <p:nvPicPr>
          <p:cNvPr id="1028" name="Picture 4" descr="Picture background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0034" y="642918"/>
            <a:ext cx="8072494" cy="4143404"/>
          </a:xfrm>
          <a:prstGeom prst="rect">
            <a:avLst/>
          </a:prstGeom>
          <a:noFill/>
        </p:spPr>
      </p:pic>
      <p:sp>
        <p:nvSpPr>
          <p:cNvPr id="7" name="Содержимое 6"/>
          <p:cNvSpPr>
            <a:spLocks noGrp="1"/>
          </p:cNvSpPr>
          <p:nvPr>
            <p:ph idx="1"/>
          </p:nvPr>
        </p:nvSpPr>
        <p:spPr>
          <a:xfrm>
            <a:off x="500034" y="5000636"/>
            <a:ext cx="7858180" cy="1571636"/>
          </a:xfrm>
        </p:spPr>
        <p:txBody>
          <a:bodyPr>
            <a:normAutofit fontScale="85000" lnSpcReduction="10000"/>
          </a:bodyPr>
          <a:lstStyle/>
          <a:p>
            <a:pPr algn="ctr">
              <a:buNone/>
            </a:pPr>
            <a:r>
              <a:rPr lang="ru-RU" dirty="0" smtClean="0">
                <a:latin typeface="Bookman Old Style" pitchFamily="18" charset="0"/>
              </a:rPr>
              <a:t>Происхождение котловины</a:t>
            </a:r>
            <a:r>
              <a:rPr lang="en-US" dirty="0" smtClean="0">
                <a:latin typeface="Bookman Old Style" pitchFamily="18" charset="0"/>
              </a:rPr>
              <a:t>:</a:t>
            </a:r>
            <a:r>
              <a:rPr lang="ru-RU" dirty="0" smtClean="0">
                <a:latin typeface="Bookman Old Style" pitchFamily="18" charset="0"/>
              </a:rPr>
              <a:t> </a:t>
            </a:r>
            <a:r>
              <a:rPr lang="ru-RU" dirty="0" err="1" smtClean="0">
                <a:latin typeface="Bookman Old Style" pitchFamily="18" charset="0"/>
              </a:rPr>
              <a:t>текноническое</a:t>
            </a:r>
            <a:endParaRPr lang="ru-RU" dirty="0" smtClean="0">
              <a:latin typeface="Bookman Old Style" pitchFamily="18" charset="0"/>
            </a:endParaRPr>
          </a:p>
          <a:p>
            <a:pPr algn="ctr">
              <a:buNone/>
            </a:pPr>
            <a:r>
              <a:rPr lang="ru-RU" dirty="0" smtClean="0">
                <a:latin typeface="Bookman Old Style" pitchFamily="18" charset="0"/>
              </a:rPr>
              <a:t>Тип</a:t>
            </a:r>
            <a:r>
              <a:rPr lang="en-US" dirty="0" smtClean="0">
                <a:latin typeface="Bookman Old Style" pitchFamily="18" charset="0"/>
              </a:rPr>
              <a:t>:</a:t>
            </a:r>
            <a:r>
              <a:rPr lang="ru-RU" dirty="0" smtClean="0">
                <a:latin typeface="Bookman Old Style" pitchFamily="18" charset="0"/>
              </a:rPr>
              <a:t> проточное </a:t>
            </a:r>
            <a:r>
              <a:rPr lang="en-US" dirty="0" smtClean="0">
                <a:latin typeface="Bookman Old Style" pitchFamily="18" charset="0"/>
              </a:rPr>
              <a:t>(</a:t>
            </a:r>
            <a:r>
              <a:rPr lang="ru-RU" dirty="0" smtClean="0">
                <a:latin typeface="Bookman Old Style" pitchFamily="18" charset="0"/>
              </a:rPr>
              <a:t>сточное)</a:t>
            </a:r>
          </a:p>
          <a:p>
            <a:pPr algn="ctr">
              <a:buNone/>
            </a:pPr>
            <a:r>
              <a:rPr lang="ru-RU" dirty="0" smtClean="0">
                <a:latin typeface="Bookman Old Style" pitchFamily="18" charset="0"/>
              </a:rPr>
              <a:t>Минерализация</a:t>
            </a:r>
            <a:r>
              <a:rPr lang="en-US" dirty="0" smtClean="0">
                <a:latin typeface="Bookman Old Style" pitchFamily="18" charset="0"/>
              </a:rPr>
              <a:t>:</a:t>
            </a:r>
            <a:r>
              <a:rPr lang="ru-RU" dirty="0">
                <a:latin typeface="Bookman Old Style" pitchFamily="18" charset="0"/>
              </a:rPr>
              <a:t> </a:t>
            </a:r>
            <a:r>
              <a:rPr lang="ru-RU" dirty="0" smtClean="0">
                <a:latin typeface="Bookman Old Style" pitchFamily="18" charset="0"/>
              </a:rPr>
              <a:t>100 мг/л</a:t>
            </a:r>
            <a:r>
              <a:rPr lang="en-US" dirty="0" smtClean="0">
                <a:latin typeface="Bookman Old Style" pitchFamily="18" charset="0"/>
              </a:rPr>
              <a:t> (</a:t>
            </a:r>
            <a:r>
              <a:rPr lang="ru-RU" dirty="0" smtClean="0">
                <a:latin typeface="Bookman Old Style" pitchFamily="18" charset="0"/>
              </a:rPr>
              <a:t>пресное)</a:t>
            </a:r>
            <a:endParaRPr lang="ru-RU" dirty="0">
              <a:latin typeface="Bookman Old Style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42852"/>
            <a:ext cx="8229600" cy="571504"/>
          </a:xfrm>
        </p:spPr>
        <p:txBody>
          <a:bodyPr>
            <a:normAutofit fontScale="90000"/>
          </a:bodyPr>
          <a:lstStyle/>
          <a:p>
            <a:r>
              <a:rPr lang="ru-RU" i="1" dirty="0" smtClean="0">
                <a:latin typeface="Bookman Old Style" pitchFamily="18" charset="0"/>
              </a:rPr>
              <a:t>Водный режим и притоки</a:t>
            </a:r>
            <a:endParaRPr lang="ru-RU" i="1" dirty="0">
              <a:latin typeface="Bookman Old Style" pitchFamily="18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4857760"/>
            <a:ext cx="8229600" cy="2000240"/>
          </a:xfrm>
        </p:spPr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ru-RU" dirty="0" smtClean="0">
                <a:latin typeface="Bookman Old Style" pitchFamily="18" charset="0"/>
              </a:rPr>
              <a:t>Впадающие водотоки</a:t>
            </a:r>
            <a:r>
              <a:rPr lang="en-US" dirty="0" smtClean="0">
                <a:latin typeface="Bookman Old Style" pitchFamily="18" charset="0"/>
              </a:rPr>
              <a:t>:</a:t>
            </a:r>
            <a:r>
              <a:rPr lang="ru-RU" dirty="0" smtClean="0">
                <a:latin typeface="Bookman Old Style" pitchFamily="18" charset="0"/>
              </a:rPr>
              <a:t> </a:t>
            </a:r>
            <a:r>
              <a:rPr lang="ru-RU" dirty="0" err="1" smtClean="0">
                <a:latin typeface="Bookman Old Style" pitchFamily="18" charset="0"/>
              </a:rPr>
              <a:t>рр</a:t>
            </a:r>
            <a:r>
              <a:rPr lang="ru-RU" dirty="0" smtClean="0">
                <a:latin typeface="Bookman Old Style" pitchFamily="18" charset="0"/>
              </a:rPr>
              <a:t>. </a:t>
            </a:r>
            <a:r>
              <a:rPr lang="ru-RU" dirty="0" err="1" smtClean="0">
                <a:latin typeface="Bookman Old Style" pitchFamily="18" charset="0"/>
              </a:rPr>
              <a:t>Липовка</a:t>
            </a:r>
            <a:r>
              <a:rPr lang="ru-RU" dirty="0" smtClean="0">
                <a:latin typeface="Bookman Old Style" pitchFamily="18" charset="0"/>
              </a:rPr>
              <a:t>, Бобровка, </a:t>
            </a:r>
            <a:r>
              <a:rPr lang="ru-RU" dirty="0" err="1" smtClean="0">
                <a:latin typeface="Bookman Old Style" pitchFamily="18" charset="0"/>
              </a:rPr>
              <a:t>Пугачёвка,Кулешовка</a:t>
            </a:r>
            <a:r>
              <a:rPr lang="ru-RU" dirty="0" smtClean="0">
                <a:latin typeface="Bookman Old Style" pitchFamily="18" charset="0"/>
              </a:rPr>
              <a:t>, Моховая, Крутая</a:t>
            </a:r>
            <a:r>
              <a:rPr lang="en-US" dirty="0" smtClean="0">
                <a:latin typeface="Bookman Old Style" pitchFamily="18" charset="0"/>
              </a:rPr>
              <a:t>; </a:t>
            </a:r>
            <a:r>
              <a:rPr lang="ru-RU" dirty="0" smtClean="0">
                <a:latin typeface="Bookman Old Style" pitchFamily="18" charset="0"/>
              </a:rPr>
              <a:t>ручьи, родники</a:t>
            </a:r>
          </a:p>
          <a:p>
            <a:pPr>
              <a:buNone/>
            </a:pPr>
            <a:r>
              <a:rPr lang="ru-RU" dirty="0" smtClean="0">
                <a:latin typeface="Bookman Old Style" pitchFamily="18" charset="0"/>
              </a:rPr>
              <a:t>Вытекающая река</a:t>
            </a:r>
            <a:r>
              <a:rPr lang="en-US" dirty="0" smtClean="0">
                <a:latin typeface="Bookman Old Style" pitchFamily="18" charset="0"/>
              </a:rPr>
              <a:t>: </a:t>
            </a:r>
            <a:r>
              <a:rPr lang="ru-RU" dirty="0" smtClean="0">
                <a:latin typeface="Bookman Old Style" pitchFamily="18" charset="0"/>
              </a:rPr>
              <a:t>Исток (приток р. Миасс) </a:t>
            </a:r>
          </a:p>
          <a:p>
            <a:pPr>
              <a:buNone/>
            </a:pPr>
            <a:r>
              <a:rPr lang="ru-RU" dirty="0" err="1" smtClean="0">
                <a:latin typeface="Bookman Old Style" pitchFamily="18" charset="0"/>
              </a:rPr>
              <a:t>Питани</a:t>
            </a:r>
            <a:r>
              <a:rPr lang="en-US" dirty="0" smtClean="0">
                <a:latin typeface="Bookman Old Style" pitchFamily="18" charset="0"/>
              </a:rPr>
              <a:t>e:</a:t>
            </a:r>
            <a:r>
              <a:rPr lang="ru-RU" dirty="0" smtClean="0">
                <a:latin typeface="Bookman Old Style" pitchFamily="18" charset="0"/>
              </a:rPr>
              <a:t> смешанное (грунтовые воды, осадки, притоки) </a:t>
            </a:r>
          </a:p>
          <a:p>
            <a:pPr>
              <a:buNone/>
            </a:pPr>
            <a:endParaRPr lang="ru-RU" dirty="0"/>
          </a:p>
        </p:txBody>
      </p:sp>
      <p:sp>
        <p:nvSpPr>
          <p:cNvPr id="4100" name="AutoShape 4" descr="data:image/png;base64,iVBORw0KGgoAAAANSUhEUgAAB1MAAALWCAYAAAATa7rBAAAQAElEQVR4AbT9B790W1behz7PnPvF9348W+SmmyaKoCxb4WdZurav5CByN53oJkggWRKpoXNOgMggaJIESPb9Dtecd9ea/j9jrlm1qnbt95wWaO71rJHHHDOsUFUntB/8+V8YP/hzXxhv3xH+ObwDnzN+9gvjHcH7oeCd4YOdj/zO8IVfGO98/y+Md93g3T/3i+OIo/2Jnr7fdYN3Ixd+/gvj3XfwHnQF/N6z44egt3gvuvf9/OfHe3/+c+CzIPRz4z0f+CwI3fHBz4/3fPAL4z0fmvTd8O9G9+4P0D941wc+N95FnlnL58fU/8J4zwd+Af4VoM53PYN3PxP7ng8ydwfbO+HfwVre4riWb3//50fwtp/93Ah+4Gc+O4Lv/+nPjO/7qU/fILqJ2F8PyRMk770+0+8tfuBnPz++72c+P76ffRP8APtj4W3sjWDJsX8vvt/7058b3xP81OfGd//UZ8d3/ZvPjO/6yc+Mfwot/OSnx/eSN4jfd2MLvgffhcjB92D73p/8LOOe+H5y3uIHfvrzI3gbfb7tpz87Cszb23/mc+MKzOnbC5+/zPE+39FnXt72s58d30/s9//MZ8b3/SzzDb7//Z8ZP/Bzn52A/3503/cz2FiT72FNvuenPjNSa8aZ8f3v//qz438F/wv4J8G/+uz4x+B//pefHv/Tv/hk4X/8F58a/2jHP4T+g5/45Pjvf+JT4++Dv/vPPzH+ux3/LfRvgb/5zz85/vo/+/j4Gz/2ifHXwN/4Z58ef+vHPzf+ZvDPPofts+Ov/ehnxl/5kU+Nb//hT45ve98nxre+7+PjW9/7ifEt0G9B/uYFdN/w3o+Nb4C+9Yc+fqZf/56Pjbe8+6MjdCHym9/1kRGEP2L5JEfw9T9E/AFf/96PjyPeSv8Lb8Hvze/56AhduvhGfst7Pzne/L5PjTe/99OFr4Pe4k0/9KlxxNe+55Pjq9/18fE17/7ECL8QOYjtq975sRF85Ts+OoLw0d/ar/TMx1e+88PjK97xoTMifzX6r2G+vjqAj7wQ/de+5+PU94nxJuYu+Lp3fXR83bs/Nt787o+Pt7znE4Wv/6FPjre+91OF8NEve+TgTe/62Pjqd35kfA3xC5G/6h0fHl/5gx8qW+TnEJ9bJPYWtz5f8fYPjuDWL/LXvOMj42tv8KZ3Mj7wZuo9g/reQp3B1zOGtzKGb2AOgm9kfhYiB7FPfGx8I+v5Vtbz61mz0G9A/gbW9izDR44tuoW3vPPj483v/MQZX/eOj4+FN/0gc/m2j4yvBl/z9o+MM37wo+NrwNe+HRobCB8kJvGhQfiF1c+S79Fjjlv7m+gv+Dr6fjO1vfkHPzK+Lrq3fXh87Q98CP7D483UGf2b3vYhdB8cb6K2+LwZv7f84MfHW4j7+nd8bLw1+MEPj7fu+Cb2+DeDb2Hev4V5/2b2YfBN0Mjfwjp8C3vx29iD384e/E6use9472dG4T2fGt8GvpX5fw5/mflf+Db2c/Dt0L/MfH8rNX0LY/pmai8wrtSykNq+gf0z8dHxTe/6xPhG1u0bWOtvZBwF+LcyD299+4fHN+zx30jMN8G/lbF/A30c8fXMxVvf8QnGz7X19o8xL5mbj483v+1j400/8NHx1d//ofE14Ku+74PFf+0PfHh8LXN5pouPHsTvFslxBnm+6ns/ML7ie35ufPl3vX98xfdyj9jx5d/zofGXvvuD47/5rg+M8EdEXyD2v/menx//9Xf/XCH8X9p14YPIC//1d78fv/ePv0TMX/reny/65fh/5fd9aHwFtRS+94Mj8lelfsbzFYz3y7F9OfrkKT7yDWJbSL8LqS18bCv2K77/g+OIL/++D4xbxP6V7N8rUEv0R6y4Gk/GxHjS17HPyMGXU3PG85WMLfgq9kbwlfSzcoY/Ivovp97/5vs/MBb+0g98cARLvqWxfTnXWhDbWaaf8AtXNvyjX7rQILrkOdZ05lf90K88IPV+eeaKcX7FQtbyBuc81BX+KxhnaObkFtEHz+mX7Su41hZSd/CVXG9Lt/ivZLxf/fYPjVt81ds+eNaF/4rv//lx22fk9HeL5EpMYc/9VaHcz76G637iw+NNPE/exLN44Wve/gF0H/pz4et4vq98t/Rrf/CDI4j+/Fw7POO+lvreRH1ftz/73sI99S3cd2/xVu6lwXpO5X3qze/+yMg70ET4DyN/hPeEidjf8u4P80724fH10CDym+G/7p0fGm9+14fGW971YWwfGXkvexP3+q/jXv9m7u1vAW+uOj/Ku8bHeaf7OD4fG1+H/9cS+ybo1yXPjtTwlh/6KP0vfAT+w+MtP/SRK3z9ez/KO90NiPt68BYQGryFd7vQoPSM9Rve85HxVvoLvhHfb+IddNFv5h01iO6b6ONbfvjjY+Gb38f7AHVEX0CObr7X4sd75jeTK/jWH+a9d4H3zW8F38K75rfiU+B9N/LCtyK/Ct/C+10Qn7/M+/K3/zDPxvd9ckT+Nuh3/MinR/DtOz3y8b1F2cmRXAvfRn23+Hbq/Q5q/473fWKEHuUj/5286+edf+Gv/uinR3RBdJH/2o99ZiwaPojtjeI7+UyRuoPvZJzfyeeM5/DXf+xzfA757PirP/KZ8Vd+mFp4j/9OEH4h8sLSLf/I4Y+41UU+4q9SU/nT31/d8dfoP1jykf6V9316fDvvO/fwHeiD73zfZ0bwV374c4zlC2f8lR/+PPrPnfEd7/1s8dH/1fd9diz8NeKCv/4jnx+3+Bs/+oXxN9Ev/C3kv/1jvzD+OvHh/zp9/w3iw/9N+vubP/wL44i/9SO/OO7hb//oL46//WMLvwA/8bfIH6SP/xz8t/8sOS+5jjliW/jv/vkv8bn1l0bk8H/nx//t+Ls/8cuFv/cvfqXokkNj/zs//kvof2n8nR//xSv83Z/4pdL/vX/xb8ct/v6//OWx8Pf+JXbw9/8PdP8q+JXx9//1pP/9v/qVsfAP/vWvjoX/4d/8Wun/fuJA9P/op37jbI+8EN9/+JO/Pu7hH/ybXx7/w0/+yviHP/Wr4x/99K9Bw/8y9JeRg38Lnfj//Mwvj//pp3+18D/+1K+MIPL//DO/NoL/78/++liIHNuSQ//x+39j/OP3/zr4jfFPfm7iH7//15An/snP/fr4X37+N8CvnfFPfu5X8Z34x+//1dL/bx/8jVH4wK+P/y1Y8h36v8b+gd3/YP/fP/yb47s+8lvjn4LwQfh/+pHfRPcU34X+e/ANvvejvz1CF76bXOGj/96P/fYounw++hvjez/26+P7Pv4bO36zaHRB9D/wyd8ab//0vxs/+JnfGe/47O8W/7ZP/fb4gU/91ogteDtyfMK/Df/Y3/5JfMJ/4rfG2z7x2+Ptn/x3422F34ZO/AD27//Eb44gMVfA9oPkeCcx7yB+IXLwrk/9zlh496d/dwTv+cwXx3s/9/vjh6Dv+dTvjh/69Bef4D34vofYQvjP/O54D2M7g7H+EPJ7GWvwvs99cTzBZ784YnsvsYVP/854HzHBDxN3xI8QH/zo539vfClIzMIr477wxfGjX/jdu/ixX7i2Rf5nv/h7I/RHPv87IwgfRP8qxGdh+S05dOmO9J//0u+PV+HHf/H3x0+A0B/H98d/6Q9G4d9Cd/xz9AvJvfgfL/vvkf+LhR//t18cwU/88hfHT/zy741/8SsTU45ux6988WxbPqH/Ev9/+au/P/6PHf8K+q9+7Q/Gvwb/5tf/cJzxa/DRgbL96h+Mf7PjJ6E/if2nwE//2h+Nn4b+1K/+4fjpHT+D7tXA99d+f/wMuX/m1/9g/Cx4P32//zf+aPzcAfd0sf/8b/77MRH/PyRm4ud/8yK/n5w/Sx/BB37r34/nkJjgA7/1R+MDv/3vxwd/+48m/h30Dj70O/9+vB4++Dv/YXzg3/3x+ODv/Mn40O/+6fjwF//jBHzkD/3On5btI+gXPvrF/zQ+8nv/cRT94p+OjwT4f+R3/wTdn4yPffHPh4/+7h+P53DM/fHf+9PxpeITxHz6D/50vBF8Br/P/OGfjgL8Zwt/Mj77B9f4DHL5/OF/HJ/9o/9U+Az8c0jfn/r9P3lDNXyKPoNPQhem/CfjU/Q78cfwf0y+a3zmD/+E2q/x2T/6U+pb+E/w1/jcv/8/xz2scf3n0ns5P/8f/q9xxBf++P83jli2L+x+oV/4D/iAXwBf+OP/c/zCn/xfdxHbXwSSf+X5/H/4T+Nz/+E/Mj9/cTjm/Cy5P7Mj/Gf/mP4Wqm9kaGJusWpcNHUvtMcxdALbNml4RG1SYUAXogsfujVp8LfhvIWCkqGRLzx++Aww9STkGEYPzZGcobZlXwMFGSXKEymAdyxdZKED2+QTYFGgkANyjoKEyxXSdyD8GjHNTbgWuoxGiiyLhqcZBYUM1SycdempITU6N/aSx6ZWvGa4nml0YFuuvkMn7nnbF5t94A/O9tTbVmvtjN578aH2xceGbwCqcxtwE1k7hFce8Qm2bdMR0T0XSJf6r150veit0FEswKpRT9vrT80P1P/w8KAXDw96eCCuKHz0vak3q8ks8shZhDNeQwMV1aFl75Y4JDy0mmEW5sYaRbIHE7PBbMdxss6lZ61P20mPp0edsJ9OJ70Mwgf0M9gf2TljZIek1KEVG/3E0KlybuyyTe3BgPE9gG7GKUHAUPMo2pvgJ/rSWSJEDxhfEPBl0C9j3oIHDA/oSs+8vag5tL4MXW9DmKufB+QLGutkbG3amvTAJOMC1azD0Umd+lNHYwSkl+2CaPbkGzSwp2xfKG5n/+J1bcu+OiLrETm+rTXWvcl2RPlKHkqfqLCHvwfhExgfFZJTe1u87dLYxsdP+FJwsn1Vjw7N9rOxxs/OGWY/MsbBHgoIRDvYPydt26O28ajT9hLrqRB5G+G38qtUezrbenjoynWV8dzS6MYYxF2OyEcsi21KeR7JtWC75iKy/TSGy0K3LX3e6np/OOdJrqN9VZ24BXv1pao1MfbU1cWt2bKPgsRFY+8+COa6UsDsMuucN0I3LX/HB2CQ1x/FVAh6Gy2AlX3hIz+H1PEc1hhWbPxSy3aiJvrlNqXgBH9iYjdxz3HTAJFP0W/ooBv23K8SX/cu7mN1X9oYKfeuDXuQPnJvyq56JO5xG1o4wb8k6Uv6f+S+99rjo1573Hac9NrLR/3fwWsvc1fQiZyFTSKE++aALmyqWjCcwCMgvQr4b4zlRP8bOUaghs3kNdNhYQID3cRAceL0yFiSazD/yZF4StRpuPDIuE/cu3Cv2BP+s46TNhZyI2vpqCc0+TZynei1QODjNpT3qtD4nOgXlU6cMje4kEVXmHO9VZ8buQo4JtbOmFAeDvup7mD+ktjso8DNsgFUlqiGGscEYx/glPnh+TYyRwFewmODT6eEc00Qw5gj34NtVX9Q0Qa+AezVYVv2NeKwfO3dRr3JFxzt4e3dB7rkReNvT3t0K2/4BXvaYwuO+oZNNf5aQ1EpPAAAEABJREFULUyT5tlyRNyC7KOF5DpxjRAkmQMH27J9npv4BLaV+7No9vSBrXm22eu384ccuzk9xRARZzTW7ha2ZZvo1z9sn33tC//6kar6n/j5iaYU9rXBvpbL6Q2csmZZ96LkSJbwFn+eCWzXGsTPvvCRz0BvW/YFumn2xWb7Kqd9Lav20ZBYj4XWTMwFhFzJy75xTQ6uv9jt+DfN59TcjzOfaMk/dYP+uOVx15QsFYhSl9ANwkFqIa/wRc16qcBtTKIfORFzNxVvS/jmOblqiypy6ostmLr44n44bJP2GqLIVUJRZDwUfWBkVR06x+pOs4kCWb8rMzp72myrAdvk1wTEmn8aCAuwORp9Tytn4o5y7K+CPWPiYzukurAt2yXnfjH2Z9CRL+PNaXDdBxlj7hcPfD4KjRzYPue1reiC+NhTTkxrvfxaa0XtabNnfPTx63xmsK1jS/9HObztyhN+wXbNdc0XvI3P3l/y28g3EM02Z1U+e/J6pqWWoOZtn5uL62Avj3Mee+ayJ734+eyzdMn5LHDKHrpFb+083xlfIHHt7HUln2i2z36Z3/gF2pvtnZNsP4V01omWvEFy2fGfa5qc3muyo7+AsDvHQLcAezhsl2T73Lft0j13sl2+sdsOuZLtqYvBvvC995of+6LL+GxXvO2E1Nq2Nnl70hjCTZh7nM4Q7cTV98hNZiHvXnSmgpvoQAiaVM822/W8zpxnno/1RQ6WLXvzCvSfd6n42Kara+im2dO+/EMnph4zEYM8ApM2hqL9Pp178+QvdjEP2pu954k/uoQ2dA8kCV5wD3jRmzq6+t6L/Wz8AsjdA1c1Ylo39AaNyBwHNHS2qR9faNvRi7bS21aa7ZKPvG01Lz9hn/NgT187NHqrtVaw57W51ibvatbeeAB6iDxW/nhp53s+ZHThjZ2vUESP2AcztzGjwYBOiJa+eouXZCeTK6a3znw2pdkOKXsY+7qu1Jf9NbJv9vcAkmjke8oDNmV3UwOFD1AbXyk4WaX0YhsKUMclY1mIHHBhVahFY605n49xI8dgl2fYM+K3kPpvsWy2Zd+HLGFS2vJf1MYYww7b+F4jcx+z7ZBXwvY5Po7pJ/T1EL8jjv55bdnMlQZILhXVVcs+n+rBfhDLCsWjs26NgGaxVyXKgxoaRA61GoaMs7em3oADF59rd6G3xvd3po/YmypGM0etP+uaPU21rD16bOm/QxciX/a8sMRP1WzvVAobNFSFJuoJzPeKHb5VHefrVZdme9YWWmiMsU1/YQvclPoXbMu2VrOt3ptM5xPCPpAHTLAVbwbjhopN7+Vr4/sUotlP9fZFx5LJ8dsx53IKdCNcRVma/Cgq7hziuhbf4RV4DwzlDqDkIvr+wTCO++45/hhsW/YFy2Z7sV8CHeQaZ/9kmBiatWd8F5QuewxkvIMxD/hbZA6VDNhu7xmRn/hLstOznrRoJ6gJhiUWlwF7SWAU5nfrUtksqAs2FOe2w3b1Y0cftLNsH/mLn95os2T7WWhv9vTZxTOxPfkBYd4isaW5jnVGp8Yg1xzVVl+NuPgOniGi3c7tkjH9hRzJl0SLzrWO5gLbVZs9aSywVzp72uxrqiTMHBCU8XN51zM74w0fXSH2HZA67EuuUjxzao98KfiSh/8jF+rpNPQIny/8og8f5EvAIzYWBTcu9XwNY6i00eGQUzI8cvgROrShHSB0Q9rgp7xxrw430I5dK+VBQ+gs2ZDkRrkVsIcmP9iCyARsuC6fDXmoCbPEyfC24dpE8ZbYSMOmf/IKDHSjwU2YOBFRwC/Utjg0Gx2J2tl0nJUdangzR7kxmBcc86VZqPjBY4CNm+NYNwzRJ8lG1cF83tAtdpke8IPP3A9yL2ysW/E1YGqJDX4E4W9AijrsjMHF52T6CH0O1cdNrrOuqrtEpqbgbCduWW16OiA+c2SDCoaadcCom1p+lAseMAY9tDc9gBcPoV29d7X95qY0+lyz5lwl1BiKC75WbypElzWrtSMm9TyHOfcWUy4umwu4bk58I39CmevkEf7x8cSPAyedWPvgcacnfNbasEQiVPWjxFDxW2aB+WEwUusSPGVBBkCsuq3erYfMQ0F6Ac2PpflgE33kGqOnLT96Rhc8RKdGzEQn9gX5MpczvikPkgfmreYd/96kjt8DNHjBRD4gV77SmRcyfCzWTGrcofqACliVD3doeIBgchQYo23Gdw1Crw572lvidt6eOtt3faMcLFjW1Lbo9kk/tm90Qg5G+VcMd4jMSeB9L00av8CM+TbPLj/JP/Wi2ZO/HROm82G7+IwhyLVVKK2o1QXtLT5BxFH3mU3Z4wXGMfhgtfHDq+Af3FivpiZPSl+dfddbU+9dqSuwXbx96cu2js227GskdsF25TjK9rW/7jTbV1obmUU55glvu/Jb1mr25EcuIpT2lO3L+Oyls5InEM22bMPtB/u596bGtdKqf8tNAAP3/NaloGN36bF5orVWuWwUklLPAuKTI7Yo7ekf/hbZA/ELYrNdfdS9LAqwDxvOIEfoxFB2MLW4yxTu3uNQSM7kP3HtnLhRcbDrxY5pCo9abC14euOZOXUuObZHbmwvuQ++9vKkP6t74aZ6lyB7fE84bSTYKPAa9DEC+tE16EaBmHvbqjllXgWfHIRR06AGaeAYcLulZp/vrZuoEYzEBYkFFcu0dObgxL16CA3yiWIfkR95jr/22mt6ZDz5B2ReQ86XbuUnGjlsAjhSn+gjMSfGWWCs8T9BB6nvgpjEBXZTa129P0jUYlv2RKPuAMOXdDS3ypFYe+ayzVxR0CGTPW3ZA0dkPxzcKtdZzoCoc8rMCuNM3YNcC6LuYMkbzul5Ya4hsec8OHB01iQ1B7bRkJn+jrUtvoyvc7JnjritnLbP41m5jjS+QXShge2Qgn3hS3E4xTTh6sM205D1bbrXbJ/ttpV2O/fRBZm70Fvc1mlbD+ylzKXtc369otk+1/sKtzLhWfS5U2M/vD4Gjyhw6NcmM1h5DWPnrHNttl/Ji2ZffNaao664RdlSdS1k7oLon8Uhn+27bsmx3j3CZw1D7zqXcnC+xmDego37TZCubsHVcI7L++z9XYXL4bAtH+Rb1r5Yw+XSzRdM4jkXDN4hQo+wLdu3qWpOl9J2+dg+78HsyUB3mu3ysydda2df8tjP84NFDUSzzfn6iOZJTkV77fecZFv2nx/Jb5ulHOd8qXvtmfCvh+QIBntmC9gzkZOWxOSNNDhNcOcvXexZ38ZztbF5uN0y50TwOVU8PYNx5iWqrDUdmVueb3qm2ZbtJ1bbpTedwZbddZaKkje0QKl8DFEw6Cvzob3Z8diFA8l6BrZl+2yxJ5+z3WSHO5tl/i6SZFu3LWNODaH2tEdeSI2xJS7UtlJLeNHC267c9oViqgNV0XWa8qgctpe64s/CkcFn9RG1fYmJHNisPHMsLSqeuEy0oOhty76GjPHOYU+DPenRxbZsH1XF2y69/ZQea4+z7ZCC7YqLMN8SOLMxBtjY7yf2aKHuTUN4177JCyEuYsWVdyAGm4Fe9jBjRij/8oFr9NWD8EPzi7cDTQ2B7RDZLqx1ti9ydG4S2125hxp+Uta1o9/R+WDeuxXY1poL25XbnrrWJs09s7W++w18jlDJW90DhhgwsvENWvGi2TM3bB2pNYx91A8ZZSF6+Bz2Zf8k/xNk0u+g9VZ1mHHYlr2DpHGnOjV4vkJQl2vuQ4MWeQdRdMkeyPrpusXW3NTInZiV17ih0kQkwU8qmu2SOVesoxuc+Byw8TmgbVJ3B5bRDT7brNxNrlpFK55cAha+oHQH2qu+aK3ao8TZ8NAckx260IF6Y6vmH9ukkP3eTDB6bFwDqnB4NDmYHVLnrLntsQ+wHRBv2+fx6k7LvrjFHbcnqtuYyE+cdoVt2RdEHf97iG3BdrG21VpTmu2rXLajLtg+20pxON32FZM9/cPHzgKc4+1psy80fnkelC+CfbHZO89qcPUo3xNPbOydifxYGjR8ulV7rRFXaK6+M8zem3rbgb238FZmIOgNOfqg+Fbz07XngLbYijbiEnsAG6Vjj6W7UUfgovneqJHTTi6pNfTgQsXnDRd6E3UG06cvv97QN2Jx0GyGTJiq/LSm0u42+m7ARt6BWbBiYs/IvbZ1qe6v3GNbNz5jB27NSkucbfSumuzwrWQ7/PPQM83RDzEOKXVYUq07axua7xPTfb5nbUrbKJ2AXNtcz9kbuXJNVKiKwnHPy/66C3LrDTSbrK+DV6UxxoU5jqFQppc9YmU82cMZ54Sq+sTo0DKGi2jZ17jY5riPsn3xveiHZn8XmjqOuNiFr1hvq5Er+7e1JtvP4lV2yfrzNNuyD6hko86MHrp4WA7bVbclFTDnebTAzV/B4N25tgX2zPcRuVctlJ7nWuTi930WeeGoF20+XWD+HMfKmRThQ18PdkYsxj1eCdXA9SW11LDGFf654KONH1NP9aPPI5OWL/pOoXS+hbIAJTO5ofHJF6KPfFH6iO0lL6+PsW3ii9JNsaPmi8vB6+zgduCsY9GhbGWjF3aQuPQRFL+hH/hvYOC3IW/asA1GgptSEyJUGrwNUIbSX/iNG398BjT8RtAWfmsqynRv/Ei6kWtLLfAD3URjxJ5+Q9DZb/o+jfDSINfANoHvVWziAYs70FOacFf4vOiLLyAS0ejbzgYY2AbzsiBt6IOTO/PY9JIEj9QZvCTnI/JpAXkb0sbgs5iTMrIqjk6KxuEOdluqYFA4i2wlKc227InIC0NzBBs1TZgx7KCuqofcqScxtkPOWPpFbcu2SCLNYBVPjqJEWvzhYy+quun1ZnEUwncm9gHkB8EH7uQPGAmRjR83xgZsTxkaOeitVb6GfyPeIA+DfCElMZ9nDKWRYU1ZRPixA2/qPjEOlqSGE/50GvyYOjSvkQs94XTCd2LD51R45GX9VLbko4sUxH4gDTkERuVOZaloMBZRs1I/415j6q2poytYPNikzAnvEcoPrv/vFw/6f/WmLyP/g6wXwk79PTA8yMtc0Ni7edB36AOfbpIn85wfUTu/lkZ+aJr56fOhLz5U1AGos7cG70KLX2H6JJ7yscUXNDEkn2FbNhAIDVqTfZB3Xm+oZfZ0N9622p3cSycaLjJ0cG8QMBu28fRaNHwQuYAzR8XYlm2iL4ft0tm+KHfOfqqLabBWuR/avoq1pxyfwL6WowtshxTCLTCrami7Gz+ON17wVegyerOXGoAyR701tUMe7c227InUubCbz8SePravdASXbBvWxcMUtafM8FH5jDJySl9iPWDLtqjtsDuy/qPstp+lu/OVvT48c+1yKTAPbYJ56K2r964H0LkIHkDv2NncHbRmtdbOuURLrQHsKw/bFXfP6TbedtVhW2n2hdquPPZztCWkcDwNhOy1odrN3BVdOJFnU9NLblAvWZARu1vN/thj8mwKcl+Lzthbf5j3MWI2rp+NiIV63iJzp8Nn2zGUcSmeoXQAABAASURBVG74hz4BfUVXdiNwRJ7YlL5jC6ZuaGMNScc4pOgR6/5a92pqesmvsOHHypecYty7jHg+Vs5ruin/9k7rXbXurH2HDzIPCyvJYMyLt10xiSt/nFduvZGGf9zsS7GJ980eTP7Ann7xSVxoYE99dAu3env62JPGz7Zshy1qu2gpDifbc9RQMz+iPlacNeHM82ZwkQV/9vhnvA+etO06dck8MLI281mY2QNZUF03+9K37SujfS3HuMZnP7XFfsStr+0aZ/T3YE975nzhmG/xiQ0fn6y/7YiKvGC7+sq7SsAuxiezMXHRZTNMDG1cR7GPMyXo6YF7aliwZ19xXLojtbOOQxvvLvEJ7BljOyL9FTmf7KmPIrlCNXfDZO+cbWICbDY849ENMu5b4F5zlbmzqXXfJ7ZLb1/T+C/f8H8e5N6S8R2ReToitnt92LOuoy2+t1i1Rl95uXfxOqJbNFkLZUPWnbby2fQfO/MVLrGhFcseKRl6lFvFWGvBbfjkAKa/2IPUOrjpGn0OYwu9RWsWBwgNdOAjW9wKSmepsphz0Og7NPVlaxW/2y48MYyh6mWcgz2c2gjVG0F8b5GaVywToWDJr6LLL/TPg+yBjCNUdX2M81iuajOlZWKA7fKJJrAdcoY95eaGjmuItRtA8pN9lvnu+LWDTfhGH0QfhBc3cW7zlWPR0uOfmLUuocdrSc80N+qhVvtC135OSNYqeTI34W3GknUPlHm6xMU/WL7xj3yEffFPP7lf1z+00pp6a7Uvu5u+7OFFyTUmxpYxrvtU1mjxpBNhWrJSEx0mt204YbPSj+41xrHqtV2+iY1r6j8ic7pkukEccbsLe+ayr2mcbYcUbFeftkt+5Ynu4jVyzYH64pgf/7bHl3poruvavIs1xtTjyF5+HI/Ke8Cm+TcovFATKgm/Rt9BfvwSLeMPMtbMDaonh5n0B9BbU2/ATQ08caS/WhP6sOkMB3vS5A9Q1VyGD+IfpM7YdnfZVurKWgbhA9tls6ddiqyzb2tdfX+X7J06qVc025wle1LRXrxg3+Hb8LFdNtuV61ZnR38fdmJFY9GYA8TiQydiv4DJwz4P+6K3D9cb65r5CWpdSO2EoM91Ev1C1HfBtVS+PPNCaxvseZLL4o8+IYRPQ11bKNqOxA3ig6XL/iESDxOnuj/x+skyDvhNY+9XtDZd4CTbBdFSO0TmFEDqYAbQJc+Q2Pdiz/uAxp7HgC925lqAtMiS7eu1R7YtiwYVGBS0oSig5harMyKD44HrFOkuNd8iRos/cmfPdPbTBcwYetu1p+zpJ1ryQJ49bFdMcgb2taw7zZ75IWW1p7zio7Sf6m71kZ9isG0NpCbV/SefZrMeQb4Py3douTfZPtduW/ZEgy705nOOxC4kl9njAS7KfmjE2TOH7Zk7FNjIoDeudWiD9tbUG/BE7lXJ0cgW2tGH7/FnNMXHBjo4yuFz3TQJTzAkw3dOyfOQHBgj0yVjyjxNPKB86I1arNYAMbir5aTZWou9la45dMdex+zbasgOygeZHDaaW+AjWvbXXfBsWNcMobKt1LBgW7fNdvnZt/TWc8qGWPlTncOl/luUPjmba3zn7wVZf1Fnxi5x4elps32ltC2OK91zgh3fN4ZGbfa1L6rqK3tzIddCp+CFjGXBFHKNjCnAcOewTf6JrIttocgBXNDe7Cm33tSDBqVADuZUYNQ92dw3g0acb4B4/0juJLqx2r6qYZltL/YN0PgGz7kODAGEvTD3QeRNa87zrEp5F5jrT4WMs+HpHfe20bo+RAuf5+xCyczZkheNfuFWRxot2+LTb+nCRPklIrEzhDekui6mlPkwbKY848+cLBp+AofXOZIjLrZlX9DYR7ZjOoMKanxRWFYdNz46NMdhl9uJl4ITAzjxUD+Fhz6C8PnQEf6RCV/yiQnjVaK+oIztRDK+S9XCI3uB95LLF5PkTPxj9SEh4juUfI8Ij3vukuPDU/9cT3Khw622WvVB/4/oig9FDh+fRYvndKKQLRS/DSPvK/RLDegYolBVPYhQFzQaU5PbRqPPRvYgNpV/YlLrCabqqPEzHvo4pXaia05YgK3QKs/GJR954C/4gR8hqvpOxFNE+AI+J3LVXFJP8ejyhXX6fInvy4160A0gN7lgeVGFvwP0DEoBVm5CsxAPYUETumCrARv9EzSJvmSTamGONfUONQ3sBU07ZYvUyr7KOHMRrc0bnl0sjApNPYuGt0RGV71Thiev0duWPZF6WzM3G6uhywXTe1c+VLx4eFCQD03R26648oNPXPRBYoLwmPDTns9yY2xHeI4vThmfZA4AZRkZxmBYgE2Xsc/9s/EDaiCxTS84ZS+gZ7JOu3/F5IdWHB9D0ccW4EZuctDRaF3ihwqeOPQPz/wbqNq5MuaQ1bGYI/GDGRT7A+b8qPqCTfmCVcoPq6Yv05e2RzFi1cugpWapW+qyehM5oCxKx9Cb6oPwQ8MOHpLLwq+pMWcF5iu0sy4TD9hMXkCOFjv51oM6D+/wJpf2Zqht2ddA/bpHHrjmqjT5jnhVoG1qnGPIXrVdP5ak/ozFvtjtVZNoQ9UH45kPxsH+PqHjx5bWWQvBe46duIxdNHvmgJU9edsRb+CyR2k75HVhX/zC2hc5wfZFtl35bR9qbKx9U5NZ664XjKP+SUWG5rUhQ9lLTDHjHXUNZN5uYVv2Bdqb7Z27EPugg9/Ymwu3eVeUfYjZlYNnzooLHdQZxLyo7aorusB2yFlnW0aT9co8dOSOprvVj8/5YrBHBq38JNsX6NJWn4teLLr4E5t91shvzzwlc03Z1mrJEURlT7096fJJnO2r3Pbry8k7wZKSjGnjTBw1KM8ppFp21Y6X9lpFS9yJ+8nj46NOL18q837CeSH3OLbPvl2GIl+wIW/YTKbOldt04n4XkEJsg91GXSRJXzjWnsu7xCUPeTFsIPpHAs+gthNyEP8TLwvhkys9R0dqIumDMga7/4yN8YLMgdEvyjajtqF88VKYEyamp+BmubeJzCEyw2J8g/FtRTdGFv/Uob2FD3bxDZPM+bGOlaPRd9/vxeGPWPrQpU+HNrWDxYcmX2BfbNEv2FNvTxq9PXn7msa2YHuxFxoV+syhqH/YTDvK3tRePIgHjrIkjyxCcNr/08SEaMJFWc1Lzp2zY7OOY26Nddr1omWcAWwdtovmZJvcE5EXMv8Lx9hlP9IT+zG+0aXvwJ45bTNkxklNEjrNZoidM8z5YP8xBxnnuEPzTHqCJtk+Q4dmX/T25GO2HfIsUn+QOc0/ZBAa2Xb1M7g2IkefJJEz/lDbNV7bSrNdcgs9wEYPemvqrU2fUHSN0JaT0gZ9SqiUZk/OtmxXnG2lFptrm9pSx6ugZ5o9c8ZsT96+prHdQ+bjFvdquBf7ejq/wsE+WI88MbHYrnmyjeZy2FY9n0QbgJtzk7VQ3tEH2Ab324132nyJvbHfjf4Wee/MsuX9b0Jk3K6QvW006TuwrQamjnPxwm3gpRtYaY52wIHUBfcGDwJyjz7AJht4VQLb531mW6vZkz/ufduyr7H8j3TtjeOeWfboeuu1p+9df/a+z7Mu7Hfb5Zu4I3rjusJmSUHmWXeabdkTMduuNUku27q0UX7RL1xsTznb5b8sibGnLnxnjGselk+oPX3sa7p8j9R2QhTd7TrEYE97+rNd69g789KaensAjbE2ef3hI9o4zK1tfAAx7QY2kTuU5pyukdquNU8l27InltW20p8dPTUWDX/R617Li0lwY7N91tje+yOvgs41165gdQXifZFtBs/6c+2w+0Q4sJ60pRqqz0t5t16Y2bxnnbTJsq002095Y9mBGbuYExdd8qIUjzMdU+PkEQ+H7bNkX/O2yTlxb72WLvSIJDSnAl3X3EDZkBJ7SDzHB/fOhe3lo1Y8YefDToaIFQxzoU+e+R7UOq58tI85uSePmcOeee1JUd05TL6JW2Py3aJ82BBLn/ft6CKHvhLUno3Bmw4V88acXz3ZIAO65R/Dyw/w46SBn+0aCuerlLbZAzxtDjWk7wUmWKvhUqw9s0Qe4o912QI+OwxokB/ObpH1bMmAj0Cy2DlTWpJhsy1Dc38NjnxvTVMXLU7EjB1ICh8amCy2w5b+bMM/ylhszll6FLZlX6Pz2aD1pr6jNTNX8VH5ttaQW/Hamx27d0lls/0s1d5S34I9/Vf+UNvnvuxruz1l0Vrv1RcsNOdgFI8b31u48IKxXNBK13FALUsF3baMF52ZQ3YM957Bd2AqdIJKV1QVDys7Z1UL15B7a7WOvV1ob029tdJnvEFvyMB26Ts0qBzwReVcAurcoxv8GSWrvpOwVBSCn0QotaNrnuMO7fA7OjLdMt/44NxAbw35AtvkATpgkBukhm58dxuXSDb4GWudRbOJ39F2al90NlcN810xN/42fs1Si0GyrUadtou3rTR70spBrqonBmqNxTYpgJt89aeaW24f046t4dPwn37Y9eoW38AmAizvVUvo0h2pPf3tL4VS/x3/9F9oZo9ZEHVrpwN+omljhEONCWpS8cy+SKnbZhv9ASS18WZ+n47p4pc89pKRLBGqxgk1OZHhGwUahPbGXrLKz4Q0HDnwNXHtDDtWVbNddvvVtJz/wk9sLOZShfDBJmZnwmIsBgOY+Q+k3owsUbKstBkn1mPwvNh4luU5o90q2mC+IVfHrS7yEfVum/eJqyh6IVf8Tjw3Q4PlcuSX7kxT5ll4FTOofEKMZ82H6Hfxk0qXOQg/Z0NfcjPz2cjlK+hOw6N8Gh0XL85D5+s/94CAbAosnW1tcy4Z13I/MphHJvcE6oc76IYuXzwWkEMfeZGLT2yP20u++POOsVNkideYAJ5iKjf0FGCrHwo3aeoHVMRCyf1IPxOb0s8jOl6FVLF8Q0YYuQfvlTP32ZbcVa/E6yU5ky/Y9JJFeyTvOV/x+EF59xGf6ckpZT42dbYt01RzM+dnMKkbHwBO1L6FZyoJJW6o6hpQFI8bOYtX6R/TL3LGyzCyX8hNP8PUzxiIOVFAvkxYNPyG84Ytmzd9D/oLNuJISZ7Eij5G5YuP8JmCpfhRLNedChsqoCGZcQVwlUerUediQ7NpLJMVWHCqNuAWBG9b9jVQcLDd6Gv5hqb+IHOWudoY51Aa42BgnBE4H2oxGsucL0ekCVd9nX4WbHTceK/+iak2dQ190Bs3ZmBbJrbtsCMD4Q86+t7ii65JtlXxjm7C2AvobPxAa13RNXcFxjZAlqDAoDfASGsNap0ZMypkZ5nm/th1ue5qjxKcPcy0KThxOiLX5MzLesvaApJuUvEn9kXylI9TK/VRaweN+gw6+hfdQqX853qbxEvYUK6EDo9JC4O9Oz/UjXlTwasR3zPu1uTAkm1yIUNtn+XOS2/vTR3ayvdisycvmoGYlezJYp852dPzGXOpM9dMMum2M0zuxgxdMBS+9HQaGhBQOdbJ9nksqT84jiV+6S8ITzdFjid1EdClAAAQAElEQVQjWJc/ZmnO5dCFSuXR3FRgrnprKBMXYq22+lp06W3L9hJ3Sidwtq9sttHqSqdjw2z7bLcv/JzbUbV39J2a82PrEdFRvTKnBc/kNgzHlK7PYxft6VB7nf2fcR6xu8mefvZ9ehtzKyePPWPPfIkb4gX5YkLsncH9S1ng8lnV4hqW6xiuasoeMWtXlPy2S28zE7tffAP7YrPhm3WMGzf+okW3cYEvP1RXR+xR2OR7gnauxXbc7mLlWNSetWdNjjrble82SfkwLxyZMVHuGSeUR2wyswvM7DYykVPMg40igCeEPMjLF5r7rYtaA79A0IWK2eeveFKn/mae/yjqvooddm5p0z8Q7wEDWiDm+jDpgyq0AgaOhY06QOJvYeGPH4VKslTQ3oZsYsco2Y6d1LtcSk62y0/aqeHQ6dA29ujGNXPEwVysbdlPkf0UlNN+sl2cPWmtK5r42Zbh7x22ZV8QH9vs7X7Wa2/2xc92ae1JS+BkTzn9L6CuXKG5J9s+y8weazrnM/wR+SHzdHqpx8fXFLptjwoGL1K51i/QXm+rvLbpyvAN/UT6Dc7zgY8dnwkC7h72XO/UkrWK0xrXkUZvWw3Y5JSKLxneOxhs6SPf2qK7Req9BanuHnaixbgv1HbJ9qQj+44PZyc+L2zQgDdm1X/6ii8+Q/PAKCpdxerQbB8k4RcYCqRJ8anaQ4OGzWKJ551E1IKK+Rgyd5a8IIfiWutmxxn3w/VlW/Y1yFjH2P3si70MnOyLzr7lLzK94X19JG/hcL1ee0wp+yOwXfVn7Hqm2Z4WqL3zU3N1tq9tqWM52K65WPKi9tTbXqqi9rUcpe1zjuQOor+HZQsN7vkcdY3cS7ZnP4kLlv5IM1/29LPNvuDaFfQGHsoWvQb+9iGW57p9kW0rzbbsC466xS+aOoPI91GfGpTz3DfhJtwkN6udwVgaStGsqkGHZrt0qz8Td7xfLdfsryD3o6WrGPa+7aWqXGs+lzJyYOqwL75lZ06Lckq+wV5XciLHs0BMKCpMlwDb1Z99TeN3C/vax3blqj7pLzQxoRljxho5dWc+bEc89xe97ZLDt9bVGF+ckuOI5ErO6OxLzJoPe+rsa5pctlniwfNni1j9hUnO0FukhsC+jC++S7eoxR8+9oUml+0aR/wCe9pbje8FUZ162gSSrlrWZtapskUGlq4vGnz4oSs627JdfdpWWuezYKjtK71o0wOGw75ImdsjWFy1zhxwf994bjODJUfX2OMLhg9Id3WMw564MhwE+9K/7RpHp3bbZy87NTAHuyZ5sx5BVLbVWqvYZUvtXNzMMQd1hI8tVLTwR5ACLXPKWPNuIuhE+o0+9ILpT8g6MCXfEp+jtqvO2G2HnBFpwsofp7PtKYMH8fY1XX6oFTTWpvfMTSwZx1O0B3Lg5wJ+FrEu6NDsqbN90E7WtlpLP09tqkkf5FNB57mdtRDGcuWLtg2KjncL0knEhdom7gYy9nmk30Jv5xpiDabH9TnrlL0TGlxb0yu17so8r9JVaPJ1N340ox9q6jvymbxhDFDpFg3DYExB+l0436cJaG3OnW0dedvku6+zuS7Y2wOIZk9fe9Kse/DQmzo1BA/Q+jchGwFX8yv6EX0HVuvk5p1drBWllW1eF0NKHGCxYAdkAqZkHIoa5jlwMxY97JDseE5qu2Tbagec8zPeRlELvTe1JePf2x4nqVFnwKdRnWEJFzWZ7+RAKLCEj+GEDVhiGlS+DR7MfxhtoAPI1RcOHKLrAmnqMOeGcoIa3cjX1OQL+Lxae4tpnX7YiLEte0I0ZpiRDHSaaNArTF/basyFfZHtnRc2t6qhN0ODxg/YE9E1fAObGM2W+sIV5UsGU3NnBN2dHF0N+gC6H/iBGVlBQ++CJXq27AnRbHOeh+2zzb7PN+q2PQP2s30t7+rXJbbv9tfQt2ZlHnqTujUB/7Cj9PCx4cr4RK4JHZpt9DtwbI35eAb20c8zJ6ttT70s2ZYrDzy0eIowtUxYbdf7lhpbAWdJZNKx2Wh2rDrti+7oe5d3LvfxxJT7UvDE8IYUgzpvkOueeWF42CRK1BzREBUUNt5TNu61dY+FjgJXD7Fjx/TFnWPpQhHPR+TgrIAhC+enh21quY/lbXux5XsWbpjpNnS5Nz7H3wQ+I9p7vxCbU/mNOj97ws227CMOs5bwG+DJWvgK0VnKK6qOzXblPurC21bbJH5E9ASd5AeuRxbuxI0nPwBGzg850RX4JeYRW33ZCX3kw0/x3KQmHfzApzxvhCswvJUcZafD0is6oQepgfjH5KPv9Fl9w78EFYstP5o+ssFiP+EfbEXJQe0nUDk2akg/xL6kvkcMj3T6smKHHtFN/Tb5pcfntdMJXXwAcaiUuQjd6Gvjy9ATtQ+mfgOP29BLin2Jb3K+RH4889IjMY81PvGDLr7Ykys5E/uIcNqog35PDOwE3fIDFbUP9LmwTLy5EEPnBaiSBnrceE4PsIETgBKXi+kK9EuQGKoSI8ZgN3izPpqg1rGgNCcExjJjtaE3GFjuYaO/wqA2iX4ANMfgtGo70d+GDyqOsuC7wU+MusFkXKddN32SjVI0cakrN9TOuBoG22rWfKhY8AP/ocYkdgzBA0KDX+htf3D0nUZ2I8dEK9nKS96X8cHpBXJyBJ08Hd3DQ6cv82BratiD3tC1Rv8TMDJ/AvbUNXwWLzVJzP9gpMyl1WW7IKEX+oD5GztYdp3wv2Cw/4ZOxNdeY189BmyC0BOUmWWNyUcNov+CeXUDrT0osnuTqV2Mz7bcJBsKOuPtD7yIxAdDE3p+bGjq6uR4aC/0QJ7BPqc7rI00XYJbcOKSX8SS07aqHai968rwF39a+3HRObv0k6LHoLIJrhjGNQotL+vAQOW3EbZphCfUtuwJxDrm1VAsfkMPD009LxYWvtfQoVlm3i7omTNgoL0PG68dOjR76g8qQnadj1pd9NKZt/26vGj2tR+qGmPoLYzCyt/TeX1gPjofkhu0htfiPDhNzDnkbInbsZh1cQnIttyM3+Wwp2xf08Z+C3rvzH9X+NZD+8yz+yeT7dIVzwmJ8/VhG8Wsz5qU6tClugD2cNjx1zmvaCP77KC3XfaqjXrtKeN6PhKzceGHRml7joV5aG4Vb1tp8Vm4lc96fG2f4459J2bB9mJ14VTrnVxn487Yln2N3fS6JPnOM2r6OCDrn/sYF4cWVs1JTJcyjElgG96RpPAB8yrg1lWUPeAAm2gsCWf65Jw6IPMgH4dq38n8qcAE4DyK762pt4mqiZwN2PgDXbXosl5AE+I+Woh88Ld9FXkrmN5tK+tf/VKDjRZ0xhYc9aJlbAvH/YTpyWHPXLcGtGeVbaaziVLkEMPasp9CNHvqYa98bmV7+qXW1iYfnyNS/5JtK2N1a5Mii5b4wHbp43PBtc6esvZmu7gQO3m77K7W8hx8gE45OqnhO9F6V+vYqEUJxjJ2QFQ69LbVGJtoqXG+E+a5wj2PDRldgPnJYfussy98/Buybbp5PWQLX/eVeHvGnTs4MLYP0lM2fTf56i9etVaMKfzguVlyBGCb89PDtmxrftIZ8NdQPRG20ocvV042MRL6SWE4fIaeabafsVzUgzHYz/vZ0xa/yz5rrPPEYOx51029CxtfCOZLwMF4wke/7T9Eix8j8sNz0Lr08KIpupFPcvlxOvUAtOr0vbDk0Lz0D3xEs2d9mf+Fo61jbhrsZuaaejoJTM151i2Id3XcVGtNvtDIwZHPPTLyQuwLsQ2eZ6FLF7/wdKnQZYv+DCyLjz2I79S1q5oavg6GOC9YpY/OkjwY7UkbY8q8T3lT1iPvJp0Jydx33t8y95GzDm7iffux4qbdij1IXNYniE37Gs64oaWLvJCY+B2RPtJf0KijQL+tYIWK+gPb1DyhQxv7uh9Uu5+YuoH6HiRhSWq6SnqRueatwfUDmATlv1LCVlQQW+gRpgbKI4qk8Fn37D0k2WReQGGbcbWCPXn74qO93RtXTNHfIvp7aExgYLvMiQuzdPbUR3eEbaX++Aex2RffxAe2a47tabM9x0sAnArRRV7LAH91MF+44KsdQ83wXJMCBut6DT3K4jPgABtInYHutEEOdoMGfQ1edI7+0VX/nOaYuF7w33LtcuWw+BIbxQ0CTR5cq1btzb7Mgz35mGwGEuYWqG3LnojZvsRFXrAvPtHZDjnH2r7iM54jyvnmZOTCHot4PhIbIfSIzMdgXmIL7GQIJ/YK9xfWIM/3+MQUZPriMUbmNNjmGqDcyHXRZ3Og3APsS27bjC+2p1jxqa1wkzP2Y1T2VRP56C5LectHVvoTPgm06poPG5jTQnwb8roPdGIW8lmYS0+kUqPTBe3jI+xykNDmhMY2/q1gT51otsl1DeX5iB4zx8AeiFhEnmu6hYWPsLuoHTrR2+wz+7+hD+2tqbemh96JaXpVs8016/LvbmfettJs0+cF0S3YVvpb6G3GW1J6LVjqkREe8O87fcC3EB1osmyrBdh6a1VTfEonqe3o+ARt97GNRRVvu2hsR9hTb09aOeHzOf+hNz00K/yLbk1I9V8jYy3M83dBvPuId6IBEtOIy/NYtT+G0kiLOPmSOWXPLtS+k9VwPMK2bCBNGh4cfTpyb/hALek5NOyBbdmuvnprzKmVOU3tQbfUJX4QvKAh8+0bMVJ4Iy/MnEI/ZMZc93XmqAUMMD+WdpKmxtbM/piwZrMt22o7kBQ0zreI3tzz6WbO5/lelPvRmDpLblb6cvHSmTZ4MN9NrN6b2o7eO/KO1tVkNQK78QkP+i3KbvWiDf/AsieSA67kxufm1D4pFuTi1Yjvau7qavyRjzFWHEOypAU901wezxjvqq0VYsPr0uyLbF/45WFbttV29BZe6pZ6E3vpgsjR44K/iNuhm2Zh8xmyWEtwOGzLfiMQfjsyf+wRhxKbPdEoKJRl1aQuWjw+9qWPBl8QPmeoniO5ZkmtPJfW80+HZpu8TbYlDh0bsm3Z93F0DZ8+gvBHGIEUnIdy7b0auHFc5WFiuHJqDHkvyqRPeX+2Z4DEvOpI/7Zlm3Bwx/nYZ/gFiz/i7Kc0aexr/bY/J7MmxgGzCtwQMvaGMvQaEmp9Kc227InWuCYPsKee8yEl0tLfo7Iyv3kuYJaNPCTxG0gh8wzQ6gr42ZY9QcSTw/aVzvaVf6sf/zbxo4syfdyWrRM3mEcm7USnJwp5BKEn9CfSRR9dcKLIk4hB/wh9DMUv/5/Pl+SIz8vSiT4GmLTi8DvxbeiJ/ifIQ7788MNvinrkxfwROTWeUgP8I44veZi+hsNL7BNDL7G9LNum16CvvTzpz8AjgYjkot/4AH6znP7hsb/c87yGXLE4vBY9gZVz5x8fT0q+l9DX0j/2R+boZRCfyjNrWbn+jFx/hu9r2OZYNr2G7iX+yZX40JfkesmLdeTMzYZ/gdgt/4k65LG/9DKdzPQoiBUbxA3sGxi8fMRvY44mf+IChM9F5QAAEABJREFU3grbblPlYdJJ1Hmwrf/sU+/ckNjMBlIe0WTH7TG1UceJ/GSix20ieUySHbZlT8Cwd4c25jQYuDFNQoSz5LbDGkaWNM/lqZHc9DcSJCGPHRv0AixYKZKK5gU0lPIbOZPPtnA4H5GDdNaa8XU9nIxz0CiLaaiHVevCDvJQAB3/hYZzwznoreEP3HjAgf6gh4eu1owePDS1xCfGomtqhOdQ42RbthX/5Cu4CQ3DY36GJSSpaWGgm8Bl8Vgf2QuPzN1LcGL+HgP4okz+y33fLVp67OwSrvvBPWBiG8w3NQlsgC6UldlMf6ImdKJGwXd3tTa/RC6dsaPfJNY7UcLekMTaTYiEdKsg+yvXBKVRg4mxhhqwZKgjWw1KtHBQ7YvUCHDUf4lWfbwisW3ZAJ9mUZ+USqmY+zl3Ra43lp79NdQZPlsA6sL0t1YjjW7RiLnF9MmcjvIXKWxOK9EboPa1f0T7VneR7Qt/L71t2S6TPWkE22d95LsYd7WlJJx4ncGkKv+ppsG1vgG2kJxJ5W0r/2/FyMPWXAjrXrus6SCvz2hMdG9NvbfSJdae9vCBHRk7Au9GCrew5NAFDRw5iOK8KXsDpg4bLYhgY2Ef244o24UIqTcIfw+NmhvXSGzxCzau+aK5uGIA9tOc8TkCN0rei45wgG2lL3vmsa9pbEfYVprZ6LZrPPakCIKTzfkOEvdKeFrHTqd0fbZd+aPt8LkmG3PcLdaNMfI8axgNQilTDb8OLDQGilVyeNjMlWjpN4CdB7YmE+Vs0cJgDbhJiQlVmjnZlm2lH9Fsc1bpLOu22ZY9EZvtkII9edsXH5fp7sl+hVEXm23ZrhxrvCXsJ3vaItou36y7Dd8c9RXY2VOOaV0YO61pbVJoJs2OE2sjVV7bSu7A9lmnvdkuu23NtijTzlpPnSpOh5Z8C1E/Hacrxr6m8bUdckbWOfELyxB5XYfho7eZDeqKHFuesdEXsIXann3j94L5fLD0X/GOFr5xPZvnexBe8Bv7eBBDUG21jSSDmDmLzENkUAd+Gbdt3H0zd3rDzZ7x9oUm2L7I9jUfe+CcGFtokxX01nlGtkK2hmi2ZU9kvgLUddhT36Bdrhxtp4mfvNBc0AwPGjENyqE30mzLdrmmhqxbaFBKTrbPPrbRqGR78nqDzb7425Nf/diunFm/ICljC8IHtkMKnT0T2K44e+69MnI6xiFyq5o7xr74px97ySKPaEPmHGR3kRU5uoE44FVoxAXxCw16awq9RW9NvbW7tsQviLb4I00+TPTrQl0IA00wNeRO/uwMC1UOVYsPQFtiTuEpX7apy3IDFnJgKEDXDPXUCSoaKrVm4ugLwbZsZol3b9HsKdvouA6yDguYy7f5Ova4DuED+5LHvvC3tsE7aD4XtSZyM1DemwSiWzQ81SiyavI29sPElAexmInrMnPpUrf0K5VcfOQDMNWxxndLqyvyldPrnfa8GV9gW7avolb+K+UuLNuR2jPeduWyrVwzwepDNHvaYeuwp5xcpdhPtndO53zJk7npram3VnMVr+ispg5abtj5YAUM+BDE7wZDgo9s9olZx6YN7035oaE3QaV8gT4RXhK+BdhXHVVqbpbetH7EF3wwLp8CWaJNwm/e9zZSDx2bbcYqYN02e+psX+xW8TaMZrMnv+ZzSjr72Uujq2ZPve2zb8scgzgmX+Ssp21lDHZ8Yw0ylgkzUjO/wZzPofBi3kOjq+uEuSBFgp/AttJfYKefKduWkpvYIx08z4PoRP9BueJdIjSR4UPN2k4oS3KGaHY8JNsFvYFmT1970tR9hpsWj1XZopUS3/ADgd0gtmjZogsfYKp90nAqyGqgO2fBqZrtojkt1p4627JfATlhBduyA4ku4IeyBbKvj1DbsLlssWe+RbM5cdhWO6C7qcuF1nxta001P/j3NvneJm342iZS5dNbq2v/gWdy/jdTQfjeWtlty76Phv6I3lp9x9TRH9Ga6QOUvvEDXUOGNuA+ZWh3ZGyhDX3sC9T3AN8b9gC5N/jQHRlzD4/eQIdmm3FIDRpTaOY/dea/cNYtdTZE6MNOO/ecBsx1Jr6zFD+YmuvCvNsW0MfWoHnnzbVIepl+czktmp3V0Z7B3uuAbmY9BHVQNSV2R4MGnUQLeec+o5n5nujwnRy9NTXQW2M8rfL32MADeNGbXmB7ER48nNEqVyNHkFwNv/CN/lGTS2dUXHfFdCiHUuvZF6bikwP01tRI0gxlLlyQGvQKZcenfC37ghlvNUvWKBq+Iy+kro6S7rBbhi/YCZLt0je3mp8OXf13YVvrAs0aLhvRWFXQoZFObr7Agr+GaC3gRtTIUH27Vf8P0EaxHUqoGn62Zd9HvmPCZT+8U5W/LqLeSKOLKzf7kiBcQ24wmetgPuOHOhMz+U0tPCh7fIOrrE8F2zKJM+4ruMn2JWBc2HD2sg2lv4XGXqjrMtfmGfisZxL2GS+1bpm+bVP7AWRsklpRq0MXGN58nkloF6y0wWnQT7B3g+ZyRJ9ne+i4fc+ubBffWy79Tl31IkoWpT9B9KkmmP6vPqeWeIQe8UQXRUBi2/T/PCSrGntcixdPsX1u0g9iHUe+FJxsyw4EnSBawWBNA2lD3s7jx336onWAwg6HsB+D/nd2J0PRBbq3YLvXl0xYrMs72KCuZ3BInBqelHewi6HYnG50S7Qte+JWt+RFG7+TKch3fye02Ysbi3UqSIt/pKLTNhT9owyd/An+5eP/H1kFXKDYWJPKWXE6/5jJ74jKD6yP9FV0SPnR9SV+L8ND09dLEvFbKD9ebmDoNYosHfrXCie9xgP3NToJfQmdOTZ+KJ14rewn5EGfmx6JC17GF0we22koPy4F6efP6Cs/7oTmx9DXsId/bdfH9ho/qL5kAImpPNSd/49pfhiKbvXxkj5fA/WDKvEvwWt8AfZnj496rXJQF/kpRxNDG7nWzWFjkz/ie8r/Zw7/jR9WC7x4bIxvEBSfLTwvHOHJwOzOw85GkCBSbezBRt8K4sLJ5uQ5o3pYw+RG2LibFAiqmyIyWYjnYI04VyayUOvGeu8g3wlsbPqALYTfUB5OG2OCS2jBJmOBW6sbPk0p0pIm0tEGv0mMKxj7GAfyYF4WcNBtI7WCpR/pfwdFz5B0EQccbeNvceLwBYy95gJKmcrLIKwa5fYzjB7wEOkYO/oHTj3A8aF1Xoi6+i731upm1VtTb03rx2y7ybZmcZCrg9mj/i3rDS7jwbv0Qxv7iKlRfE745B962LCFntiDj8zfiXkLsnaP+Cy8ZE8Wz/58LJ+hEzHBzCFNSj/M20nYk7tynPDdVHmjKyBjO4UnZ0bVGRsjrFFd6icZR+zRXWrf2EniY73oyRrEDneZ+eJQJyBg58jxpGbRXyH5QDpiK4Y8Qfq6hyeOr6NoFNN7V6jtouEDmyJB+FbU6u0IMQ6rSWcY3hJj0hW0N9LIjteoa3gw7szZYJ5tn/u348PcodcbbDYxwe5ve+9LRe0p2/dpYy7s+zZ76nXThnyjuRZty77G0aPuM5lAlAM6LG2BBntnYnNDh7Fm2cxbMOcv9801f5lD0jw5bBJeaW9lVY26afHK/ltU1HR0sV1x9qSx2ZO3HbGQuoISbk62ZfbUvbm/11/8sl9t4m4wU3uSZ86JD2zfrT25Yy+YOcfvSSo/0fy5FWt+Fk1Ce3aUs205StDgAzbC3BFcI96R+8fITRTv1vIPiDzgZjV1NXde+C1zXxQIzYd1pZHT0IAAZd3jI+5J8Tti1Zh9OogbBAWCFzxpnhy2Zb8ajfmueec6fJLgDShsn71sn/s7K2FW7bBXhz39s/72vL5yXWXLhy4kyJ6+4Vc+2xGZulE0J9s6jseePrartrm/N/ixY5MURIal85l/SFY127InknvaVf0uHqnkBFx0qjjtzXZxOS+f0FehAjhlLuIHWzntZIlEz+zDDVBA2UqL2XbJ9oXWHs4YTVxjzoPw+GQ/bVD1pgJ7In0e+15y9cEp8oIJ0wFObvrC7cmRmCfKO4r4XSHXRmrEt1Gf7RojYlH7Ike3YE99006R2wHG0dhin5CapW5BB5i0vrDgQuXpoAn2CbGZ+xCbOc1aRDggYziIZ9Z28fakEWzLvkb0t7B9VtmTtxdV5RDNdvH2pKjO8uIXtS8+x5qPfOY9/kvXOvc44qK3Z/yr+NiOSK43Anvmti/0mGfxq67QILljCz3uZfuSx3bMhXC2r+dInrZdXwIn27InmAW+EO16kX8w0k1d3r+QdvEdueGrOy31uVn23D+pm7cNttUoXW9EY7Onj31NZcl2oXLBL2pPvX1Nj/bwAS5Ks6fv1E1+6UMLrvPVKXUfFfbFyZ68PenRL7ztqj98cJsruuCot60WNK5aqD1z2FZafNeahw+WPvxCdLewPXO7KfMQ2K4a7QutHNyXRItP53rojXqQuVUoXINvsvJsD9azffD5/AX+D/gH4Ru+eKqZfumnt8btuKkRbz6v5XE1im7kY5fQ9wDrfSSfzyeSRbIn1Rto9sW3xnXnXmZffOzDfn3iS32rz4TkBxD8Vc+EURbb1NeKXyc7OpdoG7uLz8l2yZln+8KjjLlgu+g62ddy9LVn0BeV1TPXzWKqlbkTkxzau1muR3BSdKJ2wvBBhM/ZvuS3jc1RXyFTs+bzltb+5N0w+gTlE0iofZ3Htmpv9X7uw3bxnGVp7hE4hiLbBdR12BfZ9llXzOucbFcue9IGfQrR/4Sbpc66ggEfbGb24AUik1DhFxqTfwvbuF2QMu0lR5qwLXGoGnuLCy/rV+CFOz/QLbQuBVOGpx6DxNuuDLYRrVZ/Yn+E30F6UiroeDXQ3fBpasQVGIvR25wP0KHZF5viK6nGf9DbRius12iSbnAtE1d17NS27Gs0N5ao1/Mq950CE/MC5F6UWjoxybOo6de2YrsH23s/uqKsPAcTx4WQNWlcO/VjaSj3hfo3K+FDu6RWutChGifrmZjOddnxyw+XL5r1ZQ9dX8b18KI3xuId4VvVaLvqaFkP+Aa68AsFJYdKrJ8r/qGZ57b0wipafYWPHvQzGv5NLfHk762p90a/M09vkxp9ai30xvd6niAu81rAp77/g3biWtlETVKzlLEXah42RjDQRT9hqWRIfY40TPYnaVTxbuRqakQeYWSjbThegN+VjIclSlOzyHON6ILeWo2/t6YH1qQf0NAV3MhhpYZO36kxNIiuibYB9gkvP7Vncl88wpgpT6bToEFbt44wOuMY0I0Ketpsq7emVZtt2U+BUvcbe5r9eLQRjvvMsfT2lO3nacMWmO/nzmC/N5DPHUHL+hck028gGqGc52F7Mvs5c5dnzBHRHWHvMQznqB/UkneLQPCBWRvDN/oPwk8MatIZeoPNdt1L115oZAgYpjDJ9SfOum6+Fgd1BUtrW7aXWDT2hTUfMcTLmn/p+4yhc23xmxfXwDMQdEL/Bduqd1ExznTn6j3cUyzfRYArfZsAABAASURBVDfWaxR4X9zjZxQy6xgbFxuqMZHJZ98NvteaqIty2vA/+g7yBTYV3UFsCySQbXXuDaItPSmQ5hE++ikdz6ltyYM8bwDL/fXowKHAOFMA4jrsOa7INrwc9hrE2pbtaz2S/VSHuo6WL12CjVvikLXhvKEYYEOu9/zimyLHFpywbUP8gGK+tAYbPMgPmvUDCjy/NepxjGvwQeGRwIlNoSc6OZ31Kl3084fIjR9Nt/pB9CU+J8aSvk/UmR9k1w+wL9lcL+krP2jWj7MML/2/Rsxr/Ii06Evkl/T/smj6Jzeb7JH49Jkfe1/y409+/MwPqAWUr6ELYnuNevMj65/x4al+WCXfa+AleC01MC+PzFn+jdzURLhSZ/nEnr5RJld+fH0k34nYDVuQzUcKRjC41gYv/5tO/Nh14ofUE2PZwEAeoeQaAWPYsG8nRg+fl8vWLPuCZm4rkYUO0EEdG/HB4MIyON9kmlQvS9C8LJkdIOyWFLTKNXmlUX/IGTgxDUQQxQW9weXHj+BEriB8fGrfuaMNGp4dNG0YR1D7kzyDKoFYr2DUHJwwnKhpOwOFKE+UcC4nTM1txc8Zjm4hvsGSb6lt2cGApq+hzEHmplnwQh+d1JmzF63pBW9vL7qh4Tu083LSABT7A4GNelryyjX1qjYYAoA3WIdt2RNLN8e0advXMXpzih5Sx1BWLxhcr4N5Rs1+2CAn5jL7/yV76kSOR+oJjb5odMzzI3TqyBGfIT2St/b1NtjjgIRsbe4LAoNreSucuH7cLNv0yEF86hv0LXi2h7oMOybIV/uaPmtc+Gz4blDvwFFM8wEDfjCH7IVcA/ibkbbaSdFfQAX45awzxY2Ue//0gcAxZR2abdkuje3ibauxnk+A3p42++Jr3+cb+iMsKXKPPvzCLhuZAjiKq3qnylc621EXaj6Z1wg2eo45CQNVADkctiuX7YP2mrUvNtvlf+0xJXva7J3K03A4j8z9Qb5lbcueiC0V24YNB8nRkNHZxlcgNGg738QFtmNj3k5niD0zkXwLuK7Dqhyi2T7ziOSIf7inMBvMN2rbFW9f06PbcT4Wb7tcbN/fd+xFafroTrMt+z6Wu32x3+5r+2Kzwx9A3/F31oBk9sG2822nWM514PrKY439lU4Yn/N7Tk9IHa6zFGpnf6iaHY1k/nIWLfcgFluBkTfuNVuYzt2mWcUzD0YWlIuY1cc9531/Gz7P19z78g8czWsQLV3nC6oF7f3Tzfmw09lZfMLYJmziifGOwvYdrc45LOqi7lfNYWyB9tYYd5DUC5kB27uHZE8+ccH0v9ZFb8/+RbNdcdEHqK4OzMi5DoNc20Cbek/cwLYVRp4RTH6twU5TH8bKf6SLN4ydM0wOWNu7v1c42yL9xGHCtjzZOq+6bct26Z47xdd2+a35sc22ahN01W7AcMQ2AvhJFTuLw5F9Jxop0MOc5dmH7SilEMATkNljDkla/wUAOivKl2Q1d1gN8uVA6F2Qs3FdBLBKnJKb62aAjfeLUftrk5OXmvIOq/D4cSj1O4OKLQoS8WqIhOlVB742J3zsSWHriGSbPi1xiJYZgpyP1BXBtuyJpTvqF7+o7bBPYPucxw4/XTK2QMyzA8Y6mFdZij68w++o+YAPDWI7U96fdINGoiPoQrav0JBFO44vfEPXsYUW4CMfkdhGoU8g7/vwQO/4DepNTQ3/LGrkjCfzcQShUuYlSACSfT0Oe8qYZFvrutHe7Gm3r2n8qv62X1tQe/rEtofvxDu9Jpmv52BbbsCvj5XVdrG2aywl3DnZsV8MSLqt2XY52Bdqu/LaLtvxlHEs2fazfstn0WNcdLbrnhj9EbEFtqtWM9+609Y7a2LDD+4ZI/cL3mNDSa4ziPeOlrygt8b9v4Om6PL8Du1tyuGDhx6fPn3IUTnZl3Ut0V/J3CBG+o0ePm5HWPzRpz3ptE3H1Bps1L+NR502Pq/nExnPohFa2Nj+3AcbkZZsn6G92d651ycjdd+42a6cUdsXPvKCPfWcl0qmpmZp7qsN/WBK5tgahgDl+bB97uesPDPjbLNdOW3r2Fbt6a/JCrqbHlovvi7/IdZ+Iv6DuUW6e1Se1mRb4e1Lf/bkbZfdvlC9gTb2eWZGzvGzD51l26oGjS287YN934/UGLuNrYHQO4hPctzCvo6JX9/3dsd2RHNTb8wJSbwDcj7ymT9jy7NWONhW600tMfC2ZT+FaLY5ryMLJXwnCIcfO6z1vFc989HzniEWuGX8C8ZvR+pu4Qf5dmQU3ZwPMinoAx9JPf4yf5qIvCPjCWzsB7DBOYYautgD++JTeuTQ5O9tzk2TdA+OfvdPjB2NFD6wPXnyOEC2LfspUsvCA77pPzmayAEsnX9AaOGju5mb8k9u7A6YsBa/UPY0d27xqabQeeZ27k75lwryg9ADPr1ZXVLe/1rysG7NUtazaHhQ35Nhiz45RbMt+ynWXm2MqZGk4ROa8QV8rUaf4/wDaeT8YJraXjRzfzA/oBp7m2hQ0FtT5ax8ghd7X3vto/jeBHWhvp8jX29NHcOL3qGd/I0YAyljCcQ93Ln3QMX7bHRNUrfwM3019XaA4QtGv8Mq/8QUqu9lg+Lf6NG27IkGnRD9iHj8GrDgQfgDWnLsMbbPeezJN2j6WGCJcxmewfIrzZwWJFUe7Y0UyAKjMG/Qm8T+qXdbkjIVcvOEhZ8kqO60uv+wF5+jtmX7TuRSDZgjZi2p5wLspMi4bRgijkc0DX0o5Z/ngy19ucZIEXnaEWqyJk3cyme76rVdKttXcik5HceLWId98W1Mom3WfUFS7UHGxztK9uEF6JaNuRQgtPol6nzYM/9Z8QYYQipPw9d+Jp5pyHhwOR+Rg5omtHl2lgy/Du9jtK3MfxP5Qfe8fh6guS5ftF7X+tSbvW+8dIYOLWt0EP9CWab1S86XMQcbwXm/PSL6M87vnEwm15IOGGttazJjn/Cdagb9LCyzbdnmVfdUvzelhuWz6PI90uWnm36P8qC2wX1xIbZ1H6DLY7rn+TkcQgfX3g7mw7dgbAZVjuaY7EmT3L7wkd8I7OdjbCt7sp14QzoNMYEBE2lpYByYixZv4aJ8QTgormwScvSNWPODyWtQeJwqH/bQ+cOM+NAgfEb94MJvkMoPj8uWHxrzo+OJSXkMmIhpG8QFGzQIP7RRw8wt5UfVE7U+0t8j+kfqPcFHv3ERblxo+VHztU1KH6+xqKHBa9xs/gy8RrL8aDptm16j/7Lx41Lp+SHo5e7zf8O/BlJ/6ELsr+FTYID5TwzXv3mKLr4n6OMQcyCdqHMDpEFmPNS0MW5Kyf2t5pohQAngjKtsa/218A3JEqwgmm0jftOWRFFgsC37KWI+YqOGQdxGHYPxx3ZLG3ka9RjjQnThO6fwbbeFlpyYA3ATReI1j/RBl6ypgJX12txVa8fNcSywjmMHA6oqUmbNUE4z3fnseOBA17i7IFlpY5KwhSWmltdDBXCqi5WVbMybA208UAcX+aYaX3Q8UZM7N43emvKS96JDeSF7YMJewD+g783qkiBCrZo76o88YWUc4eHwFP0AlJEbtFWeTnxTdNp1NlLQpPjZxmSCJRQ7bwTKps98cMpeOKHZmCimUBunU8DQ2MaMmj2GzJmIUfIJLpg/jjP79JP1EnWps2uatbG/5E3GV8yNmLMR/gxpfZnRmaPmRokgOahnHRvMcZ0Q8bNsq+GbWBteQic1TXQLfhTMy24+DFCZ6kMANZzp7m97lolc5R4obB0ZU2op4eZkuzT2Nd2V1OYd7Bs6yD55ghRPbQJ2/Ctahtim9gk7GlVLPUEE27Id9gmWT3IXqEG1Jidt+xc9j6fXuPdyB2XdMhmmnqSbcOW2r+nqyJ76Jf+XoPRQNRxz257iTqYgZnBxkw728MLU3J4HiomrdWEvuzcFXCIKKEJm79mGnSD45pi5bpTl34htTK4xpibI1RFdcFTa8VbFi2a7eHtRlK848HqF9b7JJgpUval5AZ3tCsoow9hW/FJ3oJtmT/+ltn2uf+lu6b08tz6Rj37P8fF7DvalFrhzXTbSAcd420dRiojO2S9uEnQgC/SI4l7EHjTXXANd4hI7FfJcadinbc2orprtkm2T8hqStZpt2RNL9xy1n/HzdYTtV+a0XQG21Rg3BH/RMpYNesG6tsQc2Ma/FeyZQ7Ss4S1Q86jlCcIcxhY5CN9a04sXLwrhlYZfyBkwtqnL1V/82l7r5Gcdi7ctnJVmw8OwjPVc76xVT/1APOeydgXcGr6QCrVNX0EiVS31FnM42YkQMS6IZk/eNjla6e2Lzr7mRXPBMnRwxmVyda8fxQ/eVebcD2UtWhP5h/J8PKIxtiC6xnjjayhJ3sCx7T7pY2eJTT2Bih/0az00q9GX84xG/4J6XvTopcxxbI05rjcPnkubT/UOsoXnU/LoZAvNGInNNbcZHR0N0ULBBhv5CFRPjnHYN7aZI5fPUV+KOyfb5W9f6B238ll620LBXFC8ZssetNFPsc7RBfauX7Ss82SbVK5cZl7tnd+paLa18qwx2dZqts922zMfVDfNyHeBr+2Ks3d6x3ewD8eaa+hg/XEnToWGwCFWUm5W600dmGmyySvhBw2/o7GZbetes13+sdmTt6Hkth01GOWTPAgcud/c2zmjbKntAqmRK5jpBrlwY08PxnrxGyhn3lFfOGzc107oLlRcD68EceIqmHlT30Zfg/6ZHDIN5hNSh+2i0qI6t/gtnJVHJtdUZELzpTgfehgNdeZMDZsetTG2sUPoeaApyP0iNGhd6nwD/uLF5X+JkrIyVxvrnvjw0YU3eZhKKmZMJp1UfPJHv3zj31urcffez9S27Gew+2eNB/O05d5yoNHpptlW/otCQfpZiNug1sQsnPgeYeKRL6kmYouvfakp/R914aOzLz725GP7z4Wd2ZzRtifD2Z68beaqAdf8wXBEF0hmwm0rLeMIsg6Rg5hqrdmz25bxviQ+e5x9wh4ZO1JFYtd8JzZyaHDL25c+Y7etzE9gT5to6QlSh236vqCUd06MVkZflATZ5uGD8Au4yPZdrDpCF2wn5Ao2OvbXiX2esQcZq201kOsqEM8zNeaM/ZT5HMyneK6pSaKggT049mX7XJtuWvrgxnK24wovwICrj/BPoUOzzVIP0hDDGGBKru9AuObNtRNeqRVkrRcv+uBSoz8VRLMNb4mxiGYd/ujC0YXeQW+tvHGpw7Zs73zIQJ4Qtc1ahM61b3LNZu5sl043zchB1mSh47vQsIdftlDbMvoCfHRH9Na0Yh52PnL48kNXNe00/BsCfXLj1cSmGi9rMbasFTJzn5rEmlCW6rsO9lCoo2N+xPMjnzuMXO9Yoey3TmD8JhWxgP5ahzYzlwPAI3cmhdJLzp5dfKgd30Z8kw0PbMNLpj6B0OS4hnnOWw8og05M/YBCAb013r+bMn8T+JXdNc88YrBJDxKy6DugXgve6vRsW22gq3WdAAAQAElEQVSn3U2NnL2hA+ln5Y1unB4l7mmZ38BcA7ipkaN7xiam90a/Vm8NumB164xmESd8DN2Bf9vRW8M3emGfoBvVvDJXbUfmLGgYO2gtMaAxqshHCL0klv5ZaJCNceV+cYTQBRmzJaWOW9ClArrELtoAOSa1HGE/i3TZn6+PCrp7St5bbHjeYvqsumzLvgMiHeDO1p+328XLlzmLzw7I/cOS7ULW1J68bR2b7fKx71FhU60/q6JgrfuRRj+hTOqEKBzx3mFbtq9Mtp/oZMn26wIvWbNd7Zmpujrfs6fSfXvNWxgKbl2MwMqj4bwW9NKop/Y5NLyND/p0cswdProFG78d5b4Mf+GU4vec9qHPXXdLUmfeAYKRezYTEd0tbuOely992hd++V/ySraVZk8a/nlkXEfwbsJzYwDxrAi9hVjBC2Zm2+d+ozGnAqnXfem83ugWX/cd5iY+57TEPn80TMms6s92Uf1FNmd0FElRLRu2fiDh3sM7f/0ndecPmYKX6ofAsrl++ItvYjaZ6SOTKRgMCmVqGSN6+HwUHAMeVAzfZmzw7BW+nJcmHTMnzo/bzuNX/Bg64f9IP/kRMj88nqg5tT0SHN0jk/KYuOjxI01eB3Sini01QE/c2cOXb/zA/PGWsbEJJj/0Mjy5XgPp4yW5X1LDS/T14yqdv6Tfl9jj83Lx0YPHMza9xCf/dh6/qarq3qxHxrIdIOpyz39G8IXkxlwO5mQ7Y9C3GVNuFs1S6+bDW1fvDVh5qXgg/qF39PlAGrwoPj6Ekleiy6KyOQwfSIKIln4giLtCox5wpdtjGrWega5hbIcIO7GBZFvWbKEN+S5waSA+VFl9phaWhwqkmisynQIGEXlACyKSvAMIfsRnEx9UmT82cW5KEyOJ5GF6kmwDYnVptoWSw68P0cYgH2D9vQ0UG7JkqjaraPbL/P87DHSxTYgXsNiz0l3iJWmoWeqc5peHyOhtY7Ma+thYdmQpL4X1QksfoQX6zD/t14lpLbkC4wuyL7qVvdBbU14IX5Az6A0Zu4kvWLK9Q2IxOEYYoWQt5p5gG6PHrNkIgSGO80Ubbii+iS3QrzsFGhtzNpijJEIkkn68sCFvhIwCZTIPOs9Tbw15wjY+EwTVYbtogzZ8I1gOOcO2bJPTSqMqhQtdyJw05iZ4QMk0qp+p1SUhFjKOwZ54DrjePXzQtpZX/YPiwMaPctEMsIGh9QIrRQ6iM3pjFyWNQgTbpU99kQN76mxGSu3RxR6EX7Cn35LJDDs0N3wofedNZ0e+AMi0NyastcTi6oCTXtVebbddY7DvULkS5xK3LY6Sr0/UGoVzOuKiyNjfKJJh+Z559guzrtShjJ0NYxA+Orc29y4XsrN5sueVuhYkE7cGkPuX9mZf6txVb4jYrxOH2TZdXgPFs/mP4z462T6KV/wau21ST8QhuRq6xUcOH9gOeUOwp++Kv6XPJVl+R7vls2hbtqUcUBtGku27EM3ebTLS4TiItmWbe0r2RHipu6GTWvO8vNgbuf90Cf0otCbsUxbXfuTcCwb301s41/XQG2626cNnf9sl1z4kzyCf7bP9yNguX9tH9dTJsq8RJ3vee+yLLfr0E3pEdKkjCH+NE/e6E+4b/Yx9fhCZPwHSo599MIwYzrI99aXcT/bUDZ1U9zMWoAFxj2vc18waXMG6zieJkYFQCXcwWN/IQ3lud9b4gVwdo1lH8eVyaBB7kFpty7bSbDPOaCNdYE/7RXPh7Odt8bKn3fa5n8amsh1z9Ze5LoGTPfWw+EslobMt+9XQTbOtY186NBc/FFrglH3OtDF/BlLWxnblEFTMpeKAr0DuuQNdgXvtxv4dYkfgM0B847OhYwex2oOVGMqX08Hj9pL3nkeZtQ+uv1WJn8r/xLUXbBolhyZv4PRD/hy2ZU8c5zQ8peEyZM7mPIGQY3AKIDniH2rjBTKHZxnGNud52JZtxafzvtfcFN6euvBJbU/Znnss+iuYiZTUZNk7NH2ZpPM+SW32bj9QQt/YQTG2y3cnajDpt1ND23mWk+up8U7bi3ZqURr2kMC27CBSMKrOcIHtkCvYrpj0U6vLdbnxg0f47L/QwXpHFwherLtqASk+/A5SiUsJuBA5vosmzy0qT3IV8C5K3qJCESz5hHzitnRia24yuy+Ynz220nWLvqXepKo/9Z5BLLu+WXrAoVHsgm38L9DeRurozGNnl/Mjz0afuVbyb6lv5iriHpl9L3zcpDMs2kA2eaWWTtHkSM6Nz1Khwcbnt9DYlj68bWJNbCtqX+RV96L2tGlvyWdPnQ1t5Ajg4+KcdsR3Z+nLOxr0GrmegmOfiR3smSuwfzL3E6J21Z5O17aRJ5LHNv10cOlLtNgC20jzsC98NPa1HN3CrGss8UxnSPSDOqIe9D2psraM5XR6iW1T3W/5VstOPwOnDQjbhGjpp8xcA+FRsaXjK/z8BGh1ryU2iC00CG+78kUOoguKZ28aoeHTm+lLwLpt8b1F7ifxsxyiENIULb7Bxon9LVrDaFv2AS21zTlRxl/zx7XC9YYbUTkiA+zREUIOgcwRVxPfEWw8d075B1nBpkc8TziQN3MfGBEI2FYrRipSOljoIHJQg6rugUQOeEKU+iZg38DBRxa+U5A6WfJjm7Kng4xtBwtDyowjUMopNDq0LdsqXpKl4o8ypc1SsXkHhJx1vpxwnNfS0FbzxRyxT8VYc91FF57u2MuWfUH6SyJzKnDCTC26i9gK+K9Y2PNh+8zfMrbVQeKC3hr34UY/rpqiE82eMmzpbVM3fvjb02ajs+o+nb39gC3vjy9600MzEHM3ZO7n7EL6GAD/Jj106cseGrBe4P+iW4jA1CP8Ehf/oS5k9lgnU+a4RbbKj1Dq0gVdoixkn2EbHTK0gd6aui+oHxll9pL1giIeAurpzeq9qUNboam1Jhs9tLlhW+hVO6HkkV5Y9OHie/xlxuTSRW4HXfHIyf3Q8AGhhU4OZA5iNXOQC3c1XeTOe9RD63robZ/P0H7mk6uTpBPYq26rtR3obItjQqrczr1rv47ymW8haxk0As6QZU80Ny30Ft5qDWgHD+O+80TwTsB5j7UvPCHkUaFb0FHIPzR5RD6XBNkbqUuvaFym4nbBvtQ1pClTl6hPr9sGHgsb/C2GGAr6cQDs4TC8ZTWQup6DaAY5Fg0f2LeaaF+NhNiW7TuOe7219oM5CTboLaIHZEiWALYO+yiVqm7DtqtP+3k6vefZnn5Tmmd76jhPxRs4E/LEa6BZ4KtfHcFPJlooPb6hyz8U1bPH7XN8vS/e6iPfJnlDW+826A3KNrO2IyG2Q56sSSn3k+0re2uNa/ka9vRJCOyVv+2D//SzJxUtc4BYMcnduY/1zhVRSi5V7j8DnEbe9yQ34GAQM4EX+2srhFe1wTmAHA5CFQjT8Xrj8cJ9SFc424m3pcbJtuwLMN097IuP/Tx/L3hw7V0hxcbRnADpqEHKXHBhwtwMJoUTg6uCTJkEm80VSLmVW/kxZEQv8YiWNuiGwyMFzB8IpUc+BL1E4FDw8vTID4knfoQdOsUPbEMz1qpu698YpYhtiLwGvBSVX3jtF5t3Kg0K2agjGPS/gVyA26CPbSg/dlYd4annkQ9jj+FjL4g+rM3m1TQQcmDlR9fUE/pIH49U+Mg4X4IT8sYsli2xbO7HyOhjy4+jJ/wekR8ZS7CZ180Cc9jgA2JH5pTY1DCwC71BI2fj6dXbvGjcmCRyUoZE7WG7Gw/qB14+HpR/CvbFAzQXwh7TWld/aHp46HpR/ybGA/RBjbgxPFOJdBZzIOQBoGMoN59tbAoYgnDH07INVdF27mfW2Om7td0uqwGW87zXSDZ59CJpPBd0py1bKFVxEERtNX7WMfnGXuOGfhQUNS6MgU6mbsCR5VD7ZJkDUtbgN+wbFQ/Wh/oGAx7YFjQD7lQ5VZZrvA2/yQ80mxofsvLSQU9KZlGvweLFvpy6IVGl8DecteG/8fLGDmmGh2LvGIPGxHb6ynx31vOh+MGLo9Vbm0DXm3ed9FB80wvBk+cF9rz4PXR8elMHL8IT/2X8GP8CPLCmD+gfQlunni7SUOpWII1sK+NJzaZG0WwsHBglaK0DY9qwh1/3gPwb59lrJ+bhxIew2LS3RqBBxNKzGKFHCF2B3NU3/TbqD2yiQeKDFRfedohsXyFK2yF3sSyhyee9/9D0H2QuArPO+XB5CxMTDMYcMJH0NZScMAxnhJxhW/br4xwAY5tzjuQKdJVDb7BljEckzPZVrtijf11YxIF2AVsKgb3Evs/ev4Ca2eP6czSLP2oVVIdmT719obrjo/+Mlrk4YqU46sIvvZ0dw1ijgCAqGOznYOPLgC1fnoChkzI/+fKqKPMTX9u6bbbJQ2722q3tjciDuFvMOE9yOMcvYujgvpzr+YjBPo/9Hho3E9tVq73TlntRL3d710GjsB1SaNz3cp0v2BdbHKqefRxLPtJbPnJgX/LYF147G9UFln1B4lOPPXWRn8AXTWqMZPucJ/KCfdHbVnIH9rVezzTcsLCxuO/mPjO4Jw3mRFAuQ+7nLoTPPakT0FubOniLlnBIDrs0YQuj8hZ7t/5pUdlW3aKlhsB22exJMdVhu+g62VNOzC2Wz60+8rJd6OCRezpjcH2Ja62up7zN7/ehXGP5YiD6iUwC4Jq7Nw4xD7PEwXjEOllmUlcNtpW4znPUxgZiC5Q2RNzUa2+x2d6lSWxkjinRa9ZyCTtNXNhQ2+e89oWP3b7ItqM6+0awrQZsl157S96dVfggsn3th1hx9tTb92nm5Rhvu+bKvvjr0OypP6iesLZLZ7tqyDhac+luT6l/sH7R2y7/8HKdn5xs7qtoK475v6UZzy1wPx82iQM0Njw0h01e8oUPkje0UYh5H+1uWnw7yOEDY5eSz+xvnhZ88DK6mdIyfOwbYyVcQfgT94LQhchBl5R7QtAk3h/bvC/AN5B7RbPwEXWJ98wGtQafs1r2Mx1PKuKaKOoJ0BI/ZIlYwByQoeRQkimY71Pxm+h0PHMP4jwxpBetK++uQfjU2Lmmuwf1uxC+8SxN/uSNz4subBOxLzw0atKgxhN9bNQ1zsMYmUC0i7b2oMDuspvMszBAqrk50qode+iLveaefKxZdPFdiNyUOsw87pAl4oPYMoaG7gH1QxP9Sb3tsJCJY87MvS56WLxVDTN0KAqmX/bUiHEP9obuNNvlZ1/oGIP7AbsoMV5BAz+p0WnfYRtd4Yr23tVaK13eH2a+5NyxUh6obfrc7dX/wDrIIXK5KC4777JlXMHMz5pGzVijI5t6Z1dkDOjGgTYmLYi9tUbOpt5mvUsOpROl/hPXQfD4+FjyoL7YzqDf+B8hdGf7gbGt1a89nexJtTf7Ih/7Kn7v27bsic5853uD0NRge8+U+dzgR2Gc52DKmScMlWdPG5F12Nd+SnU+n7j+4jtyQhlqu3LYdyg+b+SwPd2S9wb13hkdRQ04PAAAEABJREFUHrb39epa9cMcjkEtd8DFl3cBLmYFeScYjCU0YKaUy1a0yNNH51xsGZlrztyDnDh48UPf4IfRweddIUc/mON6F4FSqmZLPZ51s1aNZL2bfWB0hjblu521drZlG1sruAl5QpYWSKMWvx29tbqvxEV3mu0ZGnqD1fcKs12sbdnXiG/1S3/FQ3ujb2B7jwsZnCYyNwhS5m5H5ixzFdsVdN1sX4+TCWlCR2qW9epL29JTAiEqSELUvWZb9kTsgz1mO2whclDCzcl21WRDGXfmwZ6x9qLa84cGRh4V19gvTUM9YD5yv+8NH2poZduECDamLPxWz7Xemh661JuBhChY8goYDCD0UCZnzWu+ZwqffzA/5VUcHTSCA9vE3aKpu6nJ6jcoHbayE9tbo56mBg2ynx96R3eN+pGydcakQiMvveLX1DzxAO3oY2sWeqvTRwPdYvxNL3or+gDtzWrATeX7AP/QWuVMrgYf2nF4IMdCcmX+G2sQmGtWtGN8b02Jb8TZlh1IlkR3UOaZuMQG4l4QatYxaJYI2WE1N/jQC3qjD5wasNEjd/we3NVb45nfDhTdfqNq9CFqTz/ctJnPTaq9k3ck6aGJeRtq6Bw/0Cz6B/Cwutds4+MysTXJq7sQbXrBcNi+xMGjUgKz714N3LzgymFP2qABkhYa3BGduap51fMt13GQeRq4FQ+1yboDETNPgprXSK+GMc/5GQxzu4PoQeYaZ7qR7WeRblPX64EUz+awZ34cFNi7rOtm+1rxBiSbGDAKTYN5L2jurrzGjuSJHVo89PWOzOFzY76NPfrdsy0dq6hgyX+R1LbsayS/7ZAr2C7fK+UuZCw7e0NWjG/0t2JGCLj/DKC4p78mtW4ZyqZUgdmIHe8Q2VLjxAFvpY1sQJhIVv5Uobm/ZI14nJyftR17OwM/Sbb3nMTC289QWc8127KvEV/7WmdbygCb8Yf1hKB70ShGucTtDOzFh4L4u3JY9nMgVeYPNL1uc3mMOofn4oAMcVIuGu+3Y1Kh2li44MSXq4+Lh+aDO6/hdCnNCw5nChw8ELZQ8m8B6uTe3FT6sl14Vb/kGEBDycnXZvVBJv3xkeb8Q+4jG+AUSPgJb2pdecmzUX/62MKjP0HvghpOha4Tk7ul5tYVOogbhseemsWPUwYj+uQvmBtxA6YOUwd82alpUBxjbsj1YCZ/6029BZa71aKzlJee4luHDyzbJElOkVu0Bix3qRGLg4ax008uiA1rUeYlc7dBs1YbaxQ9bgpwK7rFviN84iXzl7Oq2S6akz35XGDFkcx4Bw26ELl8YgfpLERhdlQ99D3ppm2vcWNvxaWZbASly3wYClLDgk0vgOmTHR7/or3mzzauF4xhuTW11nb/Ab3geCHmzoE78cLHSjNkIePIjYaVlmtlMnMbKciHHF0gxhSaL3YudVqNRIWmyTd03eqN+iyo9hciq2F7AL0QvXlR0h4n+KGuSR+MndwP3P16Ey+e5oupBl3gx/iHXh/g8kPri96xdXViggbVYAyDEYZKsv0MsGWh8NtArSNyUWTRbGKhTVB4WDVOgaFXx95n+he+tiET8sXzNn8stmU77JlGsF2yfZ/G55gvfHRBeIe5C4plrAZijZU9G8B7R16uYxu8ZG/4zYi7yc5K21XvUthLTvTU2lNnuxSpM8yi4e1pCx9McYMNBn0suPaXfe2vL7HZ9+IHWSZs0+cFGM5H6g6075mz4cj4IJDrIO0s/eBj+9l+dsc3RFprzEs750qQPXNXrShsX/lEP1h77c32zr2CxGW/Ua4+F7Vd/Sd6MDcLkRdwWewbopVj9wy/sxeSfrJXQ1+B8/Uenz06+Ra4e4jqZXPeETfbIYX4CjHjtWHQbrmGoMej/FCE2pZtpHnYrjWITbTQAPbKL/IRhCGyZxhrPuyJe/ZC5IAtQG7cyidU5Ayu+z/2Z0+bzZ0hc7Mj41p+a7y2ybfwNK8OzfZZsn2OOyt3xvbk6DdMpNzTg272c4bMJ59sucjzGfDAs6YXems8e5pWjclxhO3qe+lG5ka+658comXcgT1jwweY6rBd9N7JvthWTPIG9rTZlj2xctieLMTmhFQkA0/NCLYrDlMdK7/tks8nc8+8QkadO/omN6k145qJRc/1v/KgPB+2z31N+9ApX8byg5DIvY1H5f0m6DzEW1fJvVsip9if7ChyoEdloDvNvhjsybs14lxYIWv+bFP/U7u9/Ce1D1T3ml+Zx7bO7cijtH1VG6o6zB7Oci2wbJkGUe0T9NbUyBOfwT0kqCRZlmL200H2UtHPuIHtqsm+pnvImdi+yy9l5rn3XnMT3r74p8/ogsXbPvsmLrD9pJb8gJK4wGZnUH/4hcQtPtQmB3NkoL3Z3jnV+59tGU2HZi57Y04D5PqCElp5+66PDRAi23IYkNjcP82+zoJhQjvUupX9nZDWrMBGR2SDTjTZ1mq5b2ZNp5zr6wS7gVF+2SPpI7A9dTcUZ/Q5T2Suw7V23Vd0d+GptU0eT+FwTr6gVJiT9wjbjLXp2GxXrvh19sdC1rX41ism9qAffMLbMz457clnbWsO93HZc19s3O/jF9i77zM0PsHq03bVYVvnNlS6+Bxhu8YUv8xHYC7ee5jrNfAf5JI6e+PhoR1ow6ZCa8bHZz7jX/323rA1paW/IPwRtku0TQ6Xvz1pazNWh5YcC1GHDw3ib8889qQb9xvVJs3+HHHb+xF9ucaUOZg+G7aBXkXFfT3xxz7suW66aclsm7hpT8xCXMOnjKKaftEHtkPOsC3b1DHHP2NEG6WHuTkG8gRhxYcuKB0/AW4c9uzLvk9xOfeZ+e29V132tX/8gvwDu5iIGTcQ8oxJHjt8PqGnusFMj6pwG1BHhz/r3x7oD7i3GY9X497V2LuBeEazBdWSjyyQqq81408OFLaVZhsdfXI/zpzakS9ITGvsWQOo7YQRY/KjQ26FnZfV74H4fgCVV7xt2feBQbdt8G5x3H+2lfrWGrQW+QIzN5m5xIm5GINv5/hhedsRnfCJPSCdZttkmAVcSq664ULvjhNbd9MZrTFOy36KZt3V236i12pjMraLydm2Mgd30amUjnAh5x7MYHJ9RyfmJDTzlL2zKLc3EaqGPTyveIxJ6sRG7hJfOZ3AwGeUPs+2hp1tSD2jMPsZ1fd9nkSHwza+C9R+JS/9hbbMb4Bf22Ff7LZV+viA3tqUlx6a70JGnjlcA9phXZptuVktYPCTNnXu/xkTanIKmDlr08+ucejcBtyQOWeeE9Ob8Dc/QEItkboQ24TPudqez7ZsIEElUihrZq6L+0ifQ2JdJmD3Izl7a9Swg7y9NT5XTfRm6rFa9P8Pb/+i5jaSZVmDexlckT3v/6Qz8/1dGZI7MWubASRId1coq7rHhI1zP3bsAhAkpAiWT/kTb9VNW31ay545H/Y1a/F3pN3rDDGvrdaobY4/+hs7BnJW1nmXgyXDoqrMyTcYU1+f3wG+iydjrBzwGx9tg+E86Bv9RLlX1DJ10585r81/Asi17Y75ipufy8VDt+YFnuPOHFjHxJ70mvsWSbouZsuC5JsD+MbyqrbTV9WLDCvXYzx+jr2MubZec8vzOQFg3TwrlRpzQvF+AMufpbKrphaPfpcl0w8Ox/xZ+0+8W98166tcW3UTFf5vwaKhp0cHs89OzkM1ueqv+28qf3eaW6CnBWfZq/s83+SvePik5dwh89IHECDzuimN/IHucV8V+LmThamXl5LM8zAGCCzEBouHg05dnnzyHzQ48nxBHfj9ejxTztE75+fslJ7XoinudcAj72Mc0b6wYma2xM/mz9jTz4NYxNDj/+CBuQrJcewX+sTrVlmSWMXuoCJuWFZhXPlir3wgUk2W7vQ0gUJJfWTVxyEv29paS77n0al80Zjlo//UOy3mb77aP+Q/WpOd3moX/ZeqU1c9PuqMxvhII98Xt78+9hQfPix8GLSw+8NYFlS8v+vzfsv79Lnl5ofebtV254Ymw9xrY/uBYt+ITGTaNMuoGYSCoXULkL3IiIx5Y9b4qM+kt53YdT6kuz43sRsba7+FzJqt5cMPmYnWWr5/+9YP6vc7f0sb5hkHNnMVUzYXOkx7+V2hkJzHtEPggAbuPmWK9lPsYdr340Z9zlnSeQICTNvNC6g3qFtrFjfrrtwbV7Kb5TxWDDxTw2ee+jbmCcb3b6w65GTOu32arn3OzM01toRxAOuSnwGxVRbB8OG5fNpVIOriw9Q+0QegbVQWYz9sI5tfJDcNw/4nNrIdfOlC5gPaj4z8ZeIfYj2c65tkKyz4zfFUX1qfH+bxO2NKf4yRH9uJLZXf1L01l1ST2ZNZZ6Ri/3j3/aA/ZvkFKu6joW5zLrYxVo0GbUPeHLXRyXZPdQI6z+hfSOZx5afC06mrf6FqHoRFzQ0PvkpY8skDgYXqfgfgbj77Ky1Ow8Pj1HxBL3merJ0D4XJ4jbq/TXa7QucP16lb6A51DiDRL2eTnjUBwXkGqdB0P+oDX+kTWHpJzvZ4KLyp+gqt/BW6vhxw5v6avrh/Kc5enKsvjXelXhcfpbulzLP8dS3w0DfmK5zzODrPorSAFduY+pQ+wf1+1cPyB57cPgvPlV/tQDbvC+3/E7YRvEdkeJV5g133L/eZe0pNitbzCg1fH3DZJwcfvvY9tGfuiic/R+M6wYoFAtRl0uGcdkywdNNwnJrjYIN/Tv5PKHB3g8U/5VPXvv1ED3BHdUCG97McDZjcIh1Rr4/dmGfEK/tEr6flv2Jngn84vdYHKxawr4WmAEo+4YwHnvxP/RnQMXbOS4FTPSksmRx/lIFpO0+dGyBAmuNEt9rjMzizte8CmHJPlRtTHviUB5YOPtPGFM1Reo6j+coX1RdAyQQsHh4UyG3+IOFnmWvnVnQ8mUgHo27R3RyF5OnYrb2KRcdG+rS/+7nI/Fy8ZZjjBFP/oYs/lqk//2JVa78CSMd3RUxt4CLyemQbxEPs6t2TzW/elHoP6Hii/PHx62mc1a392bjd+MTbxgKJ3UfyhMz5yHPTEQg8Y1gULF0DOg54yNVNvNwXps4TLF9Y1A7UPo7me0jP3GDEKMv13nfbfU65ddrUZdF9USfY8TIx/fVt5CtMYFxz3HLlh/NxomsxnOf5jNR5P/glx3U6QNL6tjGkrJqSSbehTsy6HHfpRBLQ9xvEBtpPKi87D1D/gmEfQ93WeZLCZx941s2Yxr1gG1s2P49OwCOuMS0C1AXHOwLS4Tjtu3Y45OpE81Q/sS3/2M713p1zQM06pt71XNLjPPUP8c7BigVmLTXA4of9N66ApYODhtQOh1yqLi+tsQUsv8YUwPQEAgdy0EM+xw5M3+aZzMsJCPCkvU4BEA4rEFioqvNXegIetlNXCriua/6vdV3H0voKWDlg0cxmT97/9ondGqYycz97zZci3cbINkaG5vmdw73U/yLTj9ILNnPXp2jcpMacx26uovL5+VO5qK51F/SaMfUAABAASURBVMBcx/Kx7Ud9N7879l+d7kee0uYpyus6D1hjHKO0qt3TY6yaHWttRewL5Qgmf+aqX2yVr1Dl1DTfQmVojheEmqZvmWuO8lPntVJ6uC7WXJPxVBaIx4HyhUbvX0CZZ5vfT3HyO3+ANlL+Clh6eNDTDg8dLL42eObHNrK9bdm2LUO+G2SMEZz345c+R+fck9A/+8hg87uw34R5836t7LffTX6cdGwBwsxjrm2kL0+3bUvM2+9cORukfY2hH+SVwtJVv7DpY4x6WHTpl982RrYx9BkhXgZ+N/BjwjorOA4/e065HvVBz4VMbhx5Qe0FOdq57hWvfOXvYd/OpBXZR8QubhPxGaLAvVAar5UnnHFkthKMnHXukRPSjmdTKvqv6BZNql9YPIleC7k0wHkr9JYHAuSrBkwb8JU51QKBr7HWbMz+2OxvJIgx9HfvS9J/1VlsJPMvqoNrK1zA6vqZP5yb0s7d/TlLe+c5vpw31PHvIkHfhcXHe1Dt0HM+t99ouu7fAQgsNAVQMgHcbUCGIMl3aI0FMH2nv/yz/3kPcxN07N/AsLQjMNqjc+RUZ6hs3sKlSOezmM/M7kncn8Wca+ewtvoWMBPlbGt+dzMuDM3N84ph3pnHwKZYILAwpAXaS09s6q94856yjeG+OHDIQ10BrJyRmqvnOV7l0sw9cFMqWnMy9CuAzH6biy3bWH0070D+6AtIGyx65YHA9xhj2XTyWDzw6HeMtD+42NSBsrHjFepnbYxsF1Q3tJGs3OW/gYXo5e5wbvq5fMV1z9cJ0P1EHvxQV5CM4J9MWv7E3KbJtAGBbzDz7FntpEs6z/BN7Df6xsFzzOs8A3Vzi6zr6zr2V346fnGq3xfqp7Fe7fXfvf/vfk7tzv+JV5+r/FveHB3FnGunjvAP7s9jfXXWqspE3gfKX6Hh/8hxjvlOnYvuwc5JaXG3Ob7KJ6q/FlFZl7tqyVatcvIv43DX67vGJ/Plce6T09g8t66ZOasDAmT6+bw75z4JyR2xQTUJ8ITY4Fk3c73ogHrOWJk/OmYtDu8f6ZENSP9Eer9u5UHtBQnp3F0/g8unHXmvr+1rGPZyzJBDNw76f4yMS9FA4IEu5BXt1LnyBmDpLu5pu33HG3ATZ0w35e4Lv7iBOyi0EeaN0G7lcm/gRyf20w1p/lvpRNKXFzOn9plf2ofooi8yPszyYbbipvImf9Kp076rK1r7x55MqK/vru22248dLbr395fcKmiLOeckRCdjurBkRU6z/O4F0Nw36W79ui1vx5VhwWKPy8lQz3qBqt/8zx77UvGXD+rvXiyN95VXis7BzUTtPsbd7Ozdmn6Jn87rz/eP/BLv8r8OvJvnozC3w7EvE7weDgNzUf3Jl94Snxknhp3eoe9m//0QRT5HAyVxiBeyO123vPvy7t0xtabOZeel47tZ27vz9O64399/pfiQf0Vjbo6laGzRTiw1ToEsIva1P6ChfnYxddPB04zRfW+9ovTmWG7y8UEGNr1cn67R0LHyAdSNeHYTr3W/qTmgrg9y1we8txEf2IW535y3TVoM6YnNLt62od/mi9CF/jDxY1RHfugwX4yS/Bjol1T+YY636kTpm/n/0v6v7S1/vY388MvsX47nh3lmXP1G8kP6v+zvL+mPJH1BO6Tdja3fFBnmZujgoenp0OQMZGLG6TfE24FN6pH6xfg9a12uawcEFsYYd17XecCyVYAHX/k7wMMPmG7AzD0FTxSHDpg2eKH/4PO2618fB0bpgVSQVz2vtUnV6Z7dPnYn5UQ252TsuXmReda+p3+ao7Qw1f0AE92l/y4zKzL4Sm/Kr7jaT1634wACC4fqSwJ80hP/VF8c1nWNdsR7ukfu8L5Q/rQDR8TXBAh8xtWbiwBM/4vqiQXmfaP9w+99nwIVGnOFqvsB5NzzOdr0lV+z3bP7wxtX9UGDAIxbOK+10tj6OWSE3IpdfAIYM+7Aa619D/U52hlxiDMGmDH1T5LWUT+wEBXA9JOdtP8KB5jr13t3/dsPUJeFC7sUX5/hsyMw+wFp+BTY/q5KIGNb95XuodaUSxvOwynCynfmOOmy76m5/lcA6pn7Y/k9zo3XfFcAd74MLBmYOa668ieAdJ3g2Q+e+21/HWNpvmjVFzXBysWg4icQch3nycfWHKCHUEzntLry9WsNRXUnLV/UB5AQQOoOdX/Xr3mumP76wPKrMzz4z/JnG1S311WULvgRna/gTklRW2lh4P0AZt3A1AF3GR585wGYcwikDZi+J19aACVPtsb3x+H+byDKn6iu6Nx0zq60WSY8NeXwtBWDeExsMh7uV5+S/RFrF8m67/dSWPePJRs66x8agFkfPNPaCo1pA0om4MFPhadq6n+iYykPmOIZHZsh84Blm8LL6fQDpqVyc74CuPdRW52BkjsqAeHQAJPfRu+dOIcLquUzbSTZxpgYGlAeYhtDH+4+1eFeL+a66FvamGL3ebdwcdybe2rzRury3O6YOUj6r0HjM8Ok4zblyR+6yR/r+rymu2sa6zKHm9wSZW6fMOPNFX0irQyEsdD5K+bgkgA5W/VASgt45mHJwIwDMpsEepqS07B/iWVN8E+OBkoHDtXXhKUGAkyBjkkemDpYdBq/OAF3LZBP8Ue+OnUvTsy1qOZrTB/3hgN+cgDziyph8YBiIfEAnuqGV7m7RsfjaF/nveNQTfL+/tPvXQ98fPyynJv39/cJN6H9JOce1Zjd72LNN9qnWc713oZ9Op7aVKe0KH9FdcXN74Rxjq579ZS3jRRNedWdcnX7fEZcdX74HXM/+i7N0cq/4jA5LiYLTP58jvnoNWkuWJ+1jT/nrnzxKld3Yib9zQlt0LPM5YCHDk5+t7ZMxG8JVS8wdVBKTtsYpOvxCVvuesDY/wbMTTHjk7GNoDz7dL0YUbaS+d3mI/P7Te8j9r1veyKlftL+/3pnnEFA+idtzrsbp1yifmxbxhjZtpEhkB8XxAZGf8IwnNQXpAJKzWP8Nka2sTAcAzDlIb1iG2PmaJ7qYzvXuVTx6fhK9+TwItS/mGM+x+6+3oUzad8ROJZdF+f08pfH6lNYsj67qN8z2h0864B0LFukLovLFWcrW/XqSKZcnwIIFBqC/eg95eoqLwpf0xgTG+D5cQDxCCMTmZ87u7rqP0NDXhsqis3T5h7bzDWRWzavl/n/ppYfziel1YnyTqgpb2bYc/a9uwa7fqWYM1813b9S33W/CWzer3CPfWFaAni2rprkUszaVZQ/UV3xKX/v14VzEOEUZRiE/N775gnvx7u6+tA5qqN+djMPYPaNUk1Dae4d5+NKG79+S9rtZ9crd8S2m7uosrR/cTgj6f2if9li5Kb4AB37tS7jTTOPvbbJJcP6hptpUbIpX3HX95rWdspAgHt808+tGHUXTN2ec6tokTeOPDdA28JrH6BejNYwrvxIdbB0sGgzw+KBL33gsz3qmu8KthFGYtcPbMqiz3pDWhv6FGPDNMRzyPcNvrfO9bmsERB4Qefh6LPPAq3lgWTVtBtXJPRPc5y0vIgNak1A+ls8+ww7eQU8cuQPGjz8AeseX9YRGzz7wteyrn90wCP+GtD5X1jaxe9TKD8ZT0aHSbOoa9b9fr2uT776iWT6Rt/m+g65X1B7LDMM4w7Mi0n7vA+Uep3vhXxaUP6sAYEHrlG79T3L8SvW7Y7a7zgc4etch9m+Tu5/RoF038HqL7bWMp8vj3cYquwP/R4++U2D5de8BSy5IbB4oOIEMPPDg9Yw13jPXKLf8bEZ+ikHPPLBg9c9YR6e7MCNNa97O/lMMxsQYPJfnWqZMJ1p7jWbuh8pE6ferfdViv+ZDviyQOApcRe3eFJ+ITiOXgJeW14abuDGNNM2hhthAcj6k8Di1lm5CdxAueLIY9I0eV3K24MfuZ61V96aS4Qkk04m80VG+mgw5EduLOzSnNA++bFlvL1l+/Ejbz/+lR9//St/iR9//a9s1Y+OgUAyQoDZ1yTxwSFR78mbQb8o7pN60VrjzTHd4SDefYv7rs53n7kZ8iHfl4q/fKDpC9H391tKi+lnjnfxYT834hTtEx+NVdd/bTvt5vmw3/IT5vvwQepWH9HY3YLni51S4y1HS8QuSlV+cZD1p2Mfxg7nD9RdMMOUZx/6N/fNun+9v/ul/T2/fpV+5NaarHPXplt2kvqd87b7g9+J+tavWPwtpe0LDGyCChe036betd2s88QuX3TOayuiz4ndFayuyL4l2jAmYtp20j8bSTEytepuK5IlD5LhqTezSSFDkGRcoLtyY27m2/OmsXl/SMu/GfNjkDdGfowtP7YtfWla/BgjEwb80P+Hfn/J/0uff72N/Gsb+UuU/qs6+Sm//cj/66+/8q+/3vKvHz/0Mb/xW+J3XGtxXXoTwlGB5wNDeUJ52DcQh+/l575xsrs+CnrFm9meGusCBFB+HMDUAQ/lCwcPG3D3h6/5syZ4tl/1L118KQKxs3zXOgd6eIPGtTvgcLfISzt3Rdf2jkRrZmvsZDw5c06hZx3PLxXDtRs/RrIl/YJR1FasJAQWTPF/9DCtuXNHrC655cTu3lCYB6wa4DOdDscJDnsWlQQ4rA8CqI+gp0VzNqYMnIq7fK7vadjdiydfWvk7ADPPaa9/AaR7ufrKBXD3rXzF1e+qL1/bif4/uz78sa73r+pOWp4628cizL7Ku6VKvsThrm3XP2KPhQfX7OYPL/1xtCi/7+8O6UPzLeeXXfR+PYB0TrcxsnnfQFo/zAqeL8jRgINbBAiwhOMMz/Kh/kTg4QcvvCJ4ukRV3N2XV9z83Kv+RN0Bayr3NTrmWnb3T1G+61MKjaXsBGAunM99yvU/0UsGmPqe4MG/ysCca1g+zZGzqWtNVwAZjNn3qYdHHXltq7zpD0z66nKVz73ZcZ+oHSj5Mv4ac9ZfWjSodO/n5qx7yxhveXv7y731Y/KVC/DT1Hqnv88HTm7a64nmugIIkM4DkLbG3m63sn8EeMQ1tkHAzAvM3M3/Clg+w8/c8wtAvOZOfowY+wqyqS96/blqKTZzDPONQYCcDZgyLNprsRhjmHtM2+n7T9QUM+aMPSms3LBo85zrfs5HdSdg+Z11wJKBxKMxQOAZI0mfXTb1Q770xDh0qK+t676N4VwtVL9+UNtTfvobU/4OZcM/HR0nEFio/OqECj9+fWbJEzbsX4xw18fn6/pWV9TnbWx3e/nqS4vaK7/CCD/eybRb26T28+Rn31Ovvfuk/T7h9J92MmOdN7BebaDOHEBmk4AnhZ5fMeO1Dw1jUsySDCKY2Ea9lkyirkBuFz1K9xg+sXtfjjfEYZInGFK5frVfMcdqKl3ywJlzn302rjCtnrvht5zyeQ0+aI6YfdIzZvWzZ9Gbttr3NG5dn7fgNR2/i1xR24nai/4oXZ/q3zbyw2e4zYKG1RUnX3pimL08+lwPwEvAZ8K9tRDgar7zwLTBC9VjN7Y4r+Xeo4uWOFtJAAAQAElEQVTKmmacbk9H/U8A6bUCpA2YcnVvb2/54feG0mLzGaHI0YCZH5gaYMpT8AR47tgy9cCdnvliay2r3jUX5TuGonxRH12NTyqXv6L1vgK4uwDGnkhwc2zbkNnN57OSe3d3D6/cq+ao+wqw8sQGi4fPVPM8YNnGGClgybDoqZvOngDPudS75Nh2F3VYe2MKwJw8+SqliGc3mEPYM5uxlVH4Cr254ZQ0v2kz+W2k81QM+TFGCrZICYjGbGPxRFogPRDSBgQoO+nYNnOMbGN4TTJ1vQwT+cTzAcsfSsX1vli519UwJ8k9B/KqjJDxAOKhfbe/xU95ZOmlu9d+7wcnLMm66osxQ7/Fw6Jpe5pPi3T/eEVn4SZ9oPeLiZG0j+Y3VVwcZck8zCEdGmH1A89U8/NxsT8bHpIusw/TStvHTeM++auudRUaHTMl+lypvEfEmXNSx9S9c8IrKidfinYGgWd07MWcLxd2zo8UN8EV1beuYvSlvfNee5zvxu+Tykl3bXIpPRHbyZ9U1TwqT+Y4IZ3Yk9K8NFja17hnN4NV1PMO44AA7sPPAG052hzDwUv2Y1yl/b5TOuei8+p8pXZflJbiPUv16sM5H+Y1xTzwfGL6hC6Pv2/kjk3d+ZvGkGfCwOvR+uwz0t3++ntFf7v4BNextiLDBMyVkZE29gqft5qvwylMm1R3oLo7WtPY0rEVQOCCkHHgHuOSlJ96eo4emY15jt07GmuquB+0PJwelRLgE/JFg+V3mprzCYcBlh886GH61I8uOa/Z7oEJF+zxUnI3RoyEYb4TkDZAOxnSicQ90HHnjxqseCg1hAVmfzF3+/4GLsD0M4aBvq/IpS6mPTbA8+OAJeNEwOIf1s8ckGF/v7uvArM/+M9p/i814CkzPMtXYy2EDEHimj7g9gheR6UjicswMa+vXTlfNQ13tfwZ9Ft6D4hl5HeNMVyTEVyX3/n9g+2TGQicyIVfuu6BibuP+pcaQN2B/DcaPOJh8bNPxww8ZQSealz3h+d70VPAKbzEGTEtsPJN4eW0cvdaX+g9tstZN1hx8HuakD9uunoYQeA3iLYD3oTdm7vIxNyze+6fT613IjFiYZy589zG/JtVflDhzfwOR90PyXPCnkP+QDLXH3jdXTrpd+E/ZIDAM84UzVv0C0tR/rQ5xDU8J64TupA5oXPy1E/qj2+b83NiJPGnuQm7zdBpUjduH7TBmTN2TUF5ZkQY1rn5wPwjb5v48df64c+Xq2PbsjZ/6paR+GNIMogxJpt97FNuneeXvg/fmPal6B3ve/qCdKIvVf3OdgvzX8neLOg9yfki9N1xvc/4j8fLVX1uDB9JWNOD9ApzNd/NPEVfrjav4jx2o+YcW/d+wYd5K7ONzJetDuymvdhn/mRXTvnIWAMT8mYG6QnlyO8TK655PnTZY70icQaNT3np2Aj2mUsDdRwK+bqaLR3D1E5d81mz+WZu/fdp1NMxdew3IyY0OKXz88LPEbWZ83gz8c2Yh2/1ov6Fto4l+hXdpze/aO3mL7reRSvp5ix1dEdFWc08i0ldZ9+xflMoOyIZt7DhRuuL0BCssKPDiNJOUenmHWUz4WaON8f8VqrxzYgfjPyQ/7Hhy9LNF6vbpH+5h/9yfYv/9bblf/mjz/+S/qu6+nt9vCWZf6uTZJgTCJChbYKhXiiTWK/Io835ULzXf8RCvTVcjvr+DsDsG7hEfc0Cd19gOgFPOliyymn/7oQGQLfP0LQOFukZlgDcYzp3J9TOeXLJMoLz+0DlE8R2rHvnRWkdNZxwH+zdvKJxm+tRlD9dsA9W5P/oDASu+PN0sOLuER1XhUMvicnT1rGe5sqv8NJ4VXlpPEcAd5/mqwDYxQNz/3bfFtrqcwK8wi4dcRpeKHxnOR2f6zq1J533Dm9C9xrD/NPasK7SV5yxpdfsYOyB2k48+ZzKO93tLxPrc1HZi7VfwO5PJ27U3R8obvlI6V77WH3F/nI0IB1PxbNmYK5NxwfU9MeA5Q/YDU9xwCdd+7g6VS7OmoBpLlnAHPkWwzFesXm/1Dtt0FjKTgDm4c53/PW/riEwfYDpd57gIV+23Gm+x5w5m7c8OLfZM3rNW1v1RW334AvTXoB7PuBi/cw2F/DwD3cnWDwQIPVtv7BkIJWL01a+aNX4ednPre45p9nnq5FtXLEZv2VrHpIZM8ca/Uhj6QekL8oj+gJjV34/0OeLPrekyS/Y8fNWuJP9JN3NqJyF+lLfyi5EfSsDgQc6ho6pKF8ARlmlcTLz2A8eeIoH7GqBJAted1az2f821DmOzlFu72rn00qVoTYxNnIC5cJQ8+YL6MsDQGBhGASLzx804O4FzDyv4xxjWIOQAnf/K9MYeNhg8T0DQWdgUflx5c27DfOri3O8jcVz+L0po/6E05Oie+RtkII5vzf3V6ZcnVNqf3uadphrkyktvLHl4921+PAB/cg9pl1/V2iz803HIXUXpLQov2nYxpj7dhuLjsZOXzsyX8fx1mtYO8QaNJp3+WE+oW240J27HO3k610V6Z9yC0BUBRY9/WM7+c2cr9A7I7zAsVprr71Nh9Jz3hZlzue6mm5Z1GvMub55jZ6ovuVsgzknQ+qRovN1RX3HSK5obH1qK8rPWKLotWJ/1S2/OIoX6OcRnbN89slXXlD0AL0c7zlPqvTnCafupPDZftqGg9hc4ysFanZ8zLx2N+WeWlU/u4A0LrazluYAR2lAfYraqi9g2eZfnj2eL+pTmOZ+6Db50jMOVi3DSYXFw5XGWmNNw+/DC/Xd3BTzucE7a8TJ33oP835f3S4tytc+8UU/q5bM1nG17uLKf3gtFtVPR0+AtSH3OADnd0w98ETT5rNNXrBb/xjJmGOyWuuu60JXRpsOwMy39Jk8kNZ/BZCvGnCPAe5xsHh42GODyhYWlBJADFFaDHNsonztC7EBnj324WmB1P+A9rNm4JJTL8d6tcUG2M+KhWd/eMiNA9IGi5YvKhVDPfDUJ+Ae2yZg7eeb1/ZcG+XByDa0F9sWxorPbLu5kjEq7J56P+q9wU/+uZbPvCusT/0SkuCpiK20+87bcU74COzM4f0OaXJ+nvSeeGIzx2ZNhSSKE/ckeW5AgKmERVU4hjkIPyKO+kwGaOJuiw1I3MeANlkOuJcj5rVm4a/UdHf/2ADlItk6r3cZrZl10JKa6wuqu/G61v2E4n0O5dc8Oh7vXybM7u9aRfwee4Jpc9265sVxH5t5mkPM9O2wvBTWPlE0rfllTv+Tqrrbys8cujqcnPArz/XrzxN/+jSu8Z9gro5v+mlcVG/HNnntwzrvcJOO4qID5hxKJnXWzbTLPxDX9IGl352n2HnjDFjHnpBkG8P9eoHajnOTFuXv9akbonul+Qyfx8q7azngGp37vZT272d9SrVNf5Pu1jQTvJyAdOxAXpth9pO5JsOH8c4XEFiI+XcRW2khO/OVvu6n7quZc09IAj0/aGywdM0FTJ+zPkAPZ8M+a68ATJ/yBTzL9fsTNPYrME6tRc85LPWakO/afI0z5qBj1QRknIi8c9r5GKake1OUP1FbYVed6nzZUKvTvQ6Dn17aWr/bLtMuzyATSC8Y8hPBa02Uiu7LwrTqk6HuRIwBJKQNuPOnfFJYNviKxrgTn+35v9S6L/5PpcZERff4Fee8dQ43htc/Gc5B57D+J3K01rTQz8e1z+YF6Bq/0nlN3/VHgj8gK7+b7sUXcB1Ir7eCrPbZc+mv5+9yVn/1gzPr0rafVwCzDsBaiuGcOWNTlndDw/LJtR06WDb4njYMnu2ttc+ypaf9tbbqi/rdfv2cdVaWmeQ8gbkPofnq723r0FwIMZQvMfdJ8xzIf9gM+zIvXPo7cs695I0GizzvRU+0+jsMclMgaY3AP/Zj6rl9DXk6RiU8+diQO46OhnT4QXYFyqi/w8yNM8XT0Ul/Uvwnwh/69tr7nSt0ZA+PsyYgwMPwD1wXYswPh1s2P9w3H8RGqV/ANh/cto/3DIG64cP1fBBwXvb+YOxDyoe2/mePfr3/ys/3n/k18Z53Yz1yw2UoYk37+oC9OcdFvAd1rk1XqxdiJp0b2v5uM/dH3t9vebee5uyL0r7A/LDm2+7qeMHeYlWOufTmF6DbHv33nC9i+5/1/dX/pK9js8v05eSH/kV/TLxZ326eqCstqp8/OBrzYd+tqTUXneuJ2Izx/HRM2747rMIxa70pNbZ5NHXoaiIle/tPqZCm45HClm38SB/UM3xVx5ab/e3aZ80hN+FwpTdhfzTnotE3yvukIzjGm7X0E39XX7ZofGsyyhyNT6rr+k0o3Az4EDf5j4k9czzlVb6r7Hy/G/DLOXuvbuI2X3L/Km+8brOPnZEbRJV5klt2X4zf8jFjb8qtdJcesMBdn2oX0OZ8ZMturog9w+GY10Hf5j7Y0/m+WdPNa/tmDSnkYz9dJ8pPfCTu75W1mXYzJ2/O0w/Im9/4PI4HlepHfvgF6l9vW/71o3ibtC9c33QsNoNdtkyMxOnPINm0Dxkg8IyhXEj0HxNAvm2awNO3Ds+GjvkVwKyjnkDJBDD1TCkpBQK/x/LMbxsw7bDoFF5OtQD3/q5mFE6MkJHMD4HzoeikW21Hjrnv912yu/zusWMP7HNPGJ/ozczT+28x1Gx4HkMj7rW474o9bv38aQPzfoMzB3CykwIB8tzRHjUBJqbjPO2X82R/e3rdA3WGlRMc5zFPVz8nrm4T1QPpQ8y2bZPGNgbu7y1t9SnK/zOczy/6POPbz2DMMZfHfkrPvPCovfoCHjr4nj9znH0BsaOcDVD8Ho27uZeK8kDGNpyH4ZStdSGZOWKrj2Tuwf6r28ZBPVxq56C2/xSw4s84YPYHD3raXikwVcCnGFi6OsCDr/wKIF2j7oEiRwMOLr/N33kpYistZO8HkDHGhGzauvfe3t78sfpt5q7ujBs6weq7c/zRZwrXqT6/xQy5mW+fiFf87mdDaebFuBv+wLx/qLkfxoOnu+IzA5j7gY4LmGMrX2zbWzq+MfSLzc+p3TFgPVf0P5OPPo05offce43fxpqz2ip3jXpvQ6dCEouZn739/L25By+jS5+3bo57flZLK+/W6mJn39zj5QWsbOf859IAu3igpqtf+RM31+jk6wePOHjwtY3L2OBhA1JbbM31mnPU/gnpkO7YiDXvE133+UMHS57zf/KTMvtrn53jAkyQGM9EbLuAhwyLr/+5j0/aXAVwzx0b4HkdwFznSh1naQHMPpsXsPx9ysATbf76FCff/s8c5U99fYp5b3PeN0a28QzA+RPVy4P9uWck6mPfkRKrlsZ4Jn3bzEPkdxH18Zlr6HcT1u6e7/NZgby7zs/pW7r35wvKsWIqn/jhfaH1nhitadtSep2rykBg4ZRLi8aXwrLDg1Zfe1E+tlJALjPnaas+NmDWULnIpbUuYNrLF927RXlg5oTl0/gCmPugPnlpsGIMvPs0pnXBslUuYMkSgcFtvAAAEABJREFU3RffdM0LzLqW35j22GqT3A/g7tc+Cli5GnsFkLM1zykBMz88xlV7fSel3MKFXeNzvy2LZ+9lntMaivKN73x++L2uqFz9K76qc/ceHPffiXVPiON9BX4mbfY7HIfe3tPaV6xtt6YJdf1uUv5mLa2psoNwbyckk5rBa2JKeW2Nefe7bXM3z6u9OiDwQMcFWPMQJ7UXdbE15orWo3oesPKcOeCxPoDjfXwOA+ZfeeFzHJA2YNb3ylcuQPsgOk2MbYsT4ueSn0qo2ka2H28Zb1sov8mPbfY9xjBsyG/ipCc/cm2AvkwVcPg3ZmQb40lu3m086zbrqv4ErFxDWjhT6Vzi+i/cEveSHx9zneP3kJMvHSEnkJ8wV2ygJFRnEqos9hzJwkDsE/HlYbHnQ/+rbp/+9Y17s0eOZvS9/42RonXtfp/+8LeZjqV8Uf1Z/6CRJnGc3UdyHrv9SjwAz78/thH9+WOMUd/GtJ8L/CKI6NhLTwxrOK9dWftpbHP8BlkNlk8lWPwYI0V1HfOJyvS0ezpAmPPaOSvGIV8pSWornWtiLPoBs5/WX2yjUeTaYMlwoVd+Ou9mm8yirlW9i+Y96ZUHrDvTv/Yif9jmWPasMZ00mbnSpq7kkVNF92yVToDfDt1uH9+g15H++lliFpC+IFi/upMaMutSXjTT3hk9x22HOds+7/3Jyi8dCx0UUGL8PtHrW3NIFsrk67Y797v3gUnLn/B+ML9bKA/cX2Zqmtbauh6/3Wb2HdvuHLzmAdJ7EzTaQSfpXgXvSOYG1FyPZ7n5TmvjilMuBQKU/RLwsAGffK/5v0pgiOrWfeKmfMGaEPMu++kP7UtXD8Dz56N9n+ht4kRTThjSyEL2cqy+5j3TOb/S8x7zRE2GG4JBJpBeYWbEUDd25noOu3iFaaYNfa9Q/M1Rzzg/TORowMHlSZ+ntsddcsfuNdBnjg+fVxZuqVzs7qX/G3gq50XoCE4Mq7zPz571W+0LrT1eV71+TvCS8yHOqymdJobaBl+w95p17fcDenx7tI8Tutu1Uf8wX2ey65yeuu633bUoJm/S/R/y1b7icUws9jgDUwccmkWAux6+5+36Pib47Nd7RgHaTA3SP0RIgInYzr0mO3VjEI871r13T78jbmTe+9p3QWJMgfQZtRfwrAflCL6Oi/Z80QBNv0O0Z7brNYb76hXzop+entzTLrfM9weayOWPMZetO9N9KRs3D/0n9QQ4l/nPGrpjlXe4Q+bCuGmvL12j/ARjuqHt0wzPBxB4xrPHbyQv+l4AxXdewDTBolPwBHzqF77R1d/J61iLdQN3Mzr+yfulrx/cha+ufKiOIOe/loiLf9vffYH5K39//Mzf73/n719S8dPYd/v9yPAxPnl3rvpirfjp+Erf7eddvi/aLCO6RJXoDac364+cN+6P+olbppuuXjJjy8273Qm/LtgX+biR5n038S8xX6p+WENhDr+D5t0O++Pgx44xyS3kZr03r87q3/3x8pf4cBwfrntpf2z8sMBe1EX56k3lfXr/hF3fE3ab+pe2L4ex/GVOXfU35+td3azvhjHRz9rUfeyZcvN8WHd9fN+cd2tciPyuz82Yxu33sX04vvp/3PQ58lRe8eosorYPbdX9uiW/rL8+7a81TfsRX/3NWhewH2af9f0w1y9r6tz/kn+ffY/80r/8zTX7yJYP6ftOfomf+tX3pwX8dL7f/RF7jem2xqT9Jj5aU2sQv/bkXXRsxW7+m2u4m/dmn63j3Zibuo/Tpt4Q9xjOaNY+upFduAGmrnecWt0KmTdlmUlVrh/sMvW+M01fov7ll/h/+aX+zf24jZFtjAALxsrKJ0PG0qJZn9xRudCsH3cMHnmOwqatfG2lBayY8ifgWQecpifa/QkPW+UPH5h+/fo1r70n538QmgaYNcKi2zGGhgIl014Gllz+dwBmDHxNX2OBqRrSfkgWwFOO6eCp45XMA5j0eup9cGprk+neublrul324b75Ai50CsBUjZB8cQCzpieTulNubSeqg+Xf8Yzt3BuZOYC8tsZWV3qiclG5FJ7j4Fmuz1c44+82hwnMWk5dfWDpyhfx+gWmC/DkP5VfnHbnu7E37ykT7s/S/ZSltRcz3LyTfjrxpIElA091wLP8FHQRgAwvXHj4t4Yi5KkBgYVt2/zB9S2ljZ9UWwOA6Vf9CVg6eND6Fqr0LxcpORvwJJ/61gbLBsz6209ssPSyMxYoewdw1wN3fXPedq8K1/ZUwrLDoqf+ldYMzDqAb/Pn3pi+OVr7nqz7r3z3xc06ylffsU1wXi9UneqAp/56T4Wlm06emqfoJ8Ur+szUZ6MTOT4gt5AT9ppi7tU+ePh55Ha+p5r1Hvu3fPsqYgNmnWeteWn1c6h3nxdzYjww7SAVJP14m+i97YrNOWzdb4y8ua+LbYxsQ7hntyEVrWeYaxuO7IRy9YDdLsS2ajSxfI/N3F/BTHOe+qA/jhz1L5qjFLzfysDK3+vmfOkHpP1XV3rilIHEI7OVKabw5enss8Yrn+ap8sDZD6x8gC5Ma+OKCktTLnd7bLU/ZkeFR+fgduyV8n2w6vyULy1O/koJrts257Exlef4GemcXgG1itLC2Pra/Ty2bQSY/HkiJOpas5x72MrdgOU39d0vf729Zb7MVK7OLDnRWotTfmO711vdaSvtD/VFx7FZ/9vY1p4NM6a6onEn6tvPl/jcjuh3t82LraiM11l1k5/3q96zntEf2h1YTrrr1113xbSbt/QKh5wxyObcSTT1KdQ5+sJXY+aAOtjaS8XN597dPm/Wv4tc0PvNmtOG+qmoDX03kiuG+aovHdGmfLXfeW31wTUsHZMm8/tdbnfaGrCuoa7Pv28mfTNJ6V1WV74+V5w+tf0OluKBWMduLYDrgHM6JgXlkDZYtHxRf4eZSVXs4jyqKyrf3AN9vi2t7jlLPZ5Rv6K+xbM1AZ4wlNN7/AGXdC5z9/IdtTm+jZFtbK7dyJv316EM5ouQxqab8bdyE7vr7cqn++PmmhS766JTTpgm20ZMnc0vKWNLrj/wxrZtbxljBFZfkilXt20jxZDqej/0nDwg9Yo4yiLmCYGFYd7Ydosvf2LbNvNu9lMMPdYBKw7QNp5g0gSP0VNmAwILU+EJ8Px8tF/g7gsnnyddjganHWsg27AWda30gT2O3DXLHcONVzjlzsS+QKZffd2Uk5/XvL6xdV9I5mEXk3b9et/5En5Qdw3ji6bS+sQkN/fALpq7ecCO3Q+7e+wB73Hu+9m1+mE1heHpnjS1NWf+CL35XXwzx4CcwOpObINwwZAvWktx3YvlMbYHLA4IfI/6rrE4zxbYcZ6I43rl46AYCdZxB6QNmH298pWvQIH0TzxnNrvucOacgLZCC4WnrmsRr8fC7r2Gh599m/uGGWtpluc4kpmXPBpTk3kmmf4ojW+w4V7UNn3kJx1kDPViG8N+BQszz565rptxc42VNwHGFcY0HkgbEPiM0wc+24CGTsCDr6JSVZaUDvC+dscefvsxsnl/6n6OugULTNvNU/lC9jiAjDs6SuU8cK7bE81qrWdyMkA8EpLo3NpKu2dfcfosmnsDg73HzdhDC+oOvgSWvM6ZKdLWuFKvx5SXUiqG+gmvRW/02f2+2+u03y8sNcMsY06q20vf747dXEXt6H+uYz/PqrsCiMdVZVlr7qG2B+oElEwAxjL5noBPcvUnNGuP2H+L2B6+0XflhQfN0WDpzjHCkuFBD9f7uCprlux37F7Pz/jQ/0N792Px8F2zv+RzT8Lq75TnWrmO93XT/bwWJ43+6mrHXgrJl8d+Wc+rQ/Wv8m7e6mBlBOIRVPa+NWT6nDd576vjE5phoflPGB5AlPtzQGMW/ikKHYo5d2Htd+l2wdVW3ytyNKj2EEoqiqqLXu8nnq95x62f3TXqE07TopwpPtHWqNU0zvLe3eLpU7arovYT514r9fPbz/h+zu/H/my2ot7XDL/j55h/4wBWe8Cip+d+7Lnv6HTyBCv2d9cfkOYFAl9jqL8jce33iU3+xzbyYzD/oVO/0/X7CtZ3hxfRuMcbe3y+jYNy3ANP+aRA4Hsk5KuGevB84Ozb1U4/E4peY1fgdYYPBie6hpMnxvAZx71DS050X5199XNgc1wnKo/Wk+if/6B1J+0zpnVPWKe5+G0SIPA1fhe4adzdzJ2AifIHrhN28rMgF3jSVVgs7tu+4ajJfuKHqyHeyPdKdwA5N0EprJj8p438cx3mHvUL/klGHoibQtFjt8xe7Hs+vODffbn66/bui9X39OXYL3P8YuQXb2LLT7P8vY/8l/jft+R/O87/kv7bTfPTXn5J37OlL7/elT/swfdrczp0m73u5oy2fUdZVLaPm9jld7zU5G/6fIi+cPvlD52/fEv40x+pJm/SX37B6Ms21Sn9uOEYVr6PWyb/vu+ZL+Wk06dU3MTHjL+lDycf7oPqislr+6iPqG4/qMNNcxblT5+T3nZyc8lr/zVp0peav6ztPcmH9nfxoe3m2G5Tl8za7PPdwjuujrG6yZtw1qrvu3E+HmRS9aWrnz2/lH+Z8OPwO+eleSYcQ+tqTPHLla/vbdbh3Dn3H/IfR30f7Uv+l7X/7Xr/NO9PdRM4Ln3fC3Xt+6f9T7hGf/sAOfmpu61/bSw/63Ccv0z+LiZV3/hl6zicD/ttLbfS2+683YTUGma9buzdfRL3SYb7RUzKmHvqQz/T52as5VklAXJec5lt9/rU032Pc7GNka0/GDDyNrZsUlhxQNqAmQcOagwsfozSXXtE+UVjA7LsZDWUx/TL0YApw6JVg3woG2BiCpdT9+aJqoGVO//czrhX+k+RwHQBZk3wP6dJZq4mBkoW5IFpg0W7jieA5ecZmH6y8wAmnQ++e7IF72DcH5xcATV5aroljZvrGf33L9E9o0sKkizM6LShhmP/VXazBdQemLrzRJ5sXqpp67qUFuWLky8twOAyfwD47AvY9yMYKvNQXLiOrjXc4XUDy7c64p+L3FBYOqDiRH0N7eG07F6ntzsytdPtwi359QwEFmqjpwvg0Jz0YisLzPjyram4eX/aCxehcm0FLF9gXV/S2guTpK38icoObpLXE5y5MkPHKO3s3hLvYDc/g4vycRa61wzJRuKxIAMEFvLSQH1E6RcYh65hrfnDe3bHXrmA59jBCDzrgLreAdx9qoQlX3kgvXbhYdsdY2yt46yhfKFaa+em3MKpX1LufYIzdVm3rfdzAauva7/li9PnpEDOVq5w5C7Dnm2M/DDfm3TT78fYUrwx/JIwsoXUt/UVsQHZjPkOORpwcO1qjbc5rrg7XJgz79i2dDxN8wn6n+sNpPwTHA8Q0Ca/8iwZPtPY4FmvasarLTtrKQNqDrRPWPI5LjJS3PzALqIcP/dP1DZwZkXGplkwNAsjo343Zp88iTaQug9ytPZVFtSXEfDgFb1U93kPqm8tpQUoifJXnDG794ru2ekJLcgAABAASURBVBPAzFP59CkF85QRQIDMeT7mexvOwyBnG9rfNl+aSAcjTwj+SYxYIPMzrd9d7D27L+pOvvIT/DCc32mO7zbxflPZ7nNi25C3TxWzRmsAsm3b1Me2Z5/jlJ0HWMTkMn0aV/+ifE3A3VYdECD3tied47ssA8te0pgJBQ9j8wKmnNlMZo1mVHrwHLrSQVJaxO8AlYvG7Mqx1XbFnGjnrj4TV97cN58nd2P7I0G6B++4pevSXJudzPuI82kJ1pA7tjH8UX+te31v3pe7x1792vfS7StWoesoSVsp4HwTIG0HMXSveNdXAKYMD1r9id1xFKd8pSO4D3Ofmk5JkT7/+J1mL+RjAzyvAx78NTdgqN8bfv3K+/v7dK69mMJxWqM4hN+QRy84H5/3NSx9bO2jkA0w8SrD0g/Xqn8hBKj79IXFr5g9u3th9xq7dV9IdykjGe6BYrnv06+8avNoVxiMbAcMcY4Re/oCAzL95pp7Tb+96buNDB1P+zaG8e6lbMFI/B63oMTIYFPPggmH/qAsyueLNsbDXp+ibrD0sOjufoHFw6L1hcU3poBnubr2sY1hXY41L9C/97bfAWPiXC/spjwh+83Reouah32UVoZVH1zoIJZ3gGybqCLPDVZM85yWkweMd4zS6orYhvI2hmvDxByK5ZMEmBgDY8kmfXvbMuy/WG8Pb8nxcmv3l5ii8uaLrzGG8ZpZiLQAZl/baL8jG6L8SDSJ/Y9gSMZA368RGzxs7no1MWZMAPFCmACCVuY5sZQF9W9iO7D0uzE3h3nTZ89jbxhHzLBHhwX3ZecaCKBuHbD4ngkZvwHJtKPPhLFDgNILdHVI7b+cVZz9S71s15LV3Pujuvu9nszsRqTNtCnWGiL/wO90jX1gDwq9PuZ9w821DdxHyTln28iSpYiuZ4F+ExYB5GzlFjA35kmG3FfYcJ3vqC+BhZCstif98PgGuscUxsWmr+fXgyqcS4cX/NNavkxXP0EBesp4DAG4Nu4ltSSeM8c1n/XH5vM+ytGnVPjMOvQ6QaKdDIudujHmdTWkQOB75KXB8u2+LWC7ewBPPCwZCCzUoXGl8NBVXvtr1zcHyj+Q4z4690snsZMqYOWBr+kYX+th6UP+oHmH6OeniH3uk96MO/GwL9uu7QrFL452fWKZmVvuq+vRi9euzdn9tJzv5/2iK/873IMO5vQ9RIl9OEanx6nZM5x3+qwg4u8BOHaq02ddq8QpDlj7bxAS4I4cDR46ePDdn5+gfYgu/4lzrl5p7d3v2M8Vit8cjrtB/wC7zxgJw6weOdp9HrsWTRWclyvGvO42Fp3Xozz6xZgz/mt60+WWOO9x3hdO+ZXauT6767TPvI2tzvBvjt9bH0FgteKheeZg2eGgHduzyycJDt+Dds3hWdcgPA31E+Z1CTIc5wl/fc+JU7doYlhm3GBSQN03SPUJlI60nldAbQ+cdiCvrZqqT1iCNWRiI+lfDl3X0a5ut98TyRyjgYD6heaHxcOD6lDT16ifm3ZITwDmFzhGeXjkAtLW84SnqhbO+la9Z+3nPQHXZN6jTWBYitHzClb7ckBdXpSKQIB8NblrY/emu2fbTK8fLH8gbfUpvaKW4cnD3BFrMOcgrnQOwpvBpCNZcfqnbe/JeCY9T8CsF5g2+DOas3Eyv6emvTsAT32dBmfHm8Y8z9uGr5h8ofqRv3+95999OVb4pf5vf/D66Y3i71vy9438W/xvnf8f9f/fX7f8v3++5/8j/h/f5P3bh8OfPmD8spPiPaT/id5it47OiqnsN35x1kl79dEWOolCCluqv+3oJ3T9sN++EOzLQbv25eIukupvGcF1DmTPgT3pC8+btGjsjFM4+cofyh+ObfnuR8yiH/5o9uGN8lZaP3M1Rla/5heNtbYPlc3jNKS0fuXnC0PH0T77ArEvQmu7w3pr67ju/hqnr4lmvH28OwcTTmD9au+6/Dx8XJJ8NNeJ2SdzjmZu4z5EX2Y2tpi51dldivp9GPfRvtT/tN+/Hdff0vNFaeXyHUdz/Nu5+bu+zs3P8nd85N9z/9xS/U8fDn59vOen9c4Xr9LyxS/5X8ateXBOzaVqvSx2/mtbPh951++nE/DzY0/pL/l3+XfrrF/7ejf43QeSX/7A+Mt+P8TNXX4z18ekH473w71yE8nuvgGy9yJ27NcDBYfnWT/r6uatrqiy95HdvOVjjkk9AYoLw5ur4pQXv/S6PR2w9FgHHPyFXp13iyqqA9K827aFJMAT1OSfWnOdwHEWXny5Yuq0dQ5S+k9Jv7HDqq81ny7t++RLK5+ofEX1wFU1x3sqCJMFAmQcIMmEtV8fCDtrlef48n1r7Br7bp4DrkPcZwXuzebAvTjnZ9puPrTvfgFLLCOrdd/dFjsdc7Hlywbos3A6dB4KWHp40NPnSut7ykDmWFSA/IXKzr5Ki8YVvQ+WGlj1xH6vnxlT+xXTyROQ+a85tjH36vCaKGDF6fLt0XynEZY/LGqnp0mWBy8HTB086If3pOLMCcx6gHzXTt/a990Ru67VFdWdqLwrlEq+PGorTiPwVGP1qhI8DmwjmSDx99OJHz4d/qXQ/3T5m/xpd1rd70dsntvYtgATp6W1AKc4aXWTUQ1Mf3jQ2r/CsHNYflcelg5YaQ9anxM1wLKXb/5zv8HSV1dbcfKT+kNif0z2QnM3HteWF+IK262/Ee5a163cjJGBlRcWrb4A5p748Zfz5Y1hbM77j5H+ODnhfA+xberEm+vQH9jHMf7mOGsvfyJHO+XSQzXJKZ90Kn9zql/7+fDzbp+fQbveJ3p/cS78HIyfecV+8vXtPUvaL+yRFsNpWGDuoeE8EP+UitjgIZ/jBXXH2Ku7wpBPx2kHpu3mNbkfazMVT6eRmnbr2Hc/o6NcfmL48TRcc7KZq/WORI9Mmd0oUds2XCt9mqzXv24BShYu/FlLrXeU0XMbY+6Ncwylm9fVuf7lC13nAUeg0ja2FasKmP1/+JytKZs5tm1MXeVXjPHcL4zpshlXW4VSWHnhQTd97zDPNrYUesTJCwYDafw27EceCCxUD869c9n9FhvgeR3A3bdzV59ixoXl9HIGAg9czc0BrHoc33aHtbW+C2DlyD80ePjB4tvPidZb/EOauxl44ocy8DQmYI4BSNvZ13cUmPEdb+euMVcAUwSmXwW5kikDk29sAWvN2t80eLrywD0OFq/L/ahvAcsGD3p3kqlP0euqc/jAx7wWdbn3U/7mPqp/+ROqJgurj9pPwNJNh9+cgDnfHXvRedy2tWe2Yw+Nl71TubYxnCsvhlm790OUTZdJ5ceG95r1neHmffSmz977qp8zpdXtfg71M6g5/diYz3ylW/CH+DGxHfyP4TXo/ax2UzTMuWLet7YxvD4LfcpbOyT9jFuQp4pdxvu8bNpMBASeMU0vOiCzTvOfFJ7jYMmJNM8NxWI4N9sYGfpODMwrNG7lpRLtMcs+ccpO6dTXT7fMm5Hn1wPX5dTVDwg8sLt5Tqh9soEaccZf6T1GOxqKfj4M5RPbGD5vrfHVfqJ+xelXuo3lVx5wHpSrO6EuszkPTTTH5fpN3c26q3/AMHNkoqEnulnKd75KAWMXmgowZkxd53a+DGLM/XflN3XFmx1tY7j3RtoMn7GwcoJUA0gPDGmh+ssDHr51AEos3fHJ9bP5/Jcq7XXxzoFr+UPX/hekflhTX6K+DTLKi80848DGSPWlW68nUTm2MZi2yidyNMB9x2OMeZG1w7LHBouH39P2AxiRwKKxle112/2y974h0nvHBf0dMcd+mP5ey5WBmQswU4/d2pNKDjGdO8w3DvjLWTZ5zL2gv05zPszh4bwQWDhrHsoD57MI5n1Gy7lDu9FZMeY3FtQUQ3qgfbrgjsrnUOvpffKKOT5ro/6NvaB15WjAwSXA7HcbY+7XjUXvtWt/eCcGhKEGkQSrGfKbnF2ndFMelXcrErgHO9bem+vbyCI29EPaA7hISWsGAjzxQP6knfH1BZ5yxAbM3LKTAmUngKlzBG4z59s9EOe8+6rY/cyqvOAgnYcIw464meZ+Au78yQDTF650WYHFfDo/+mp/Cze9vsbN7yXnNVK6/HX/4miPf4prOHEXuMb7Bf3cv8pX/6t+33fnd+Hq88p3zk/EdShO+UHjGjMBBBa6DwpYMpSO/Emzsl5y0xUat3DdxyPkRPf/3Ocu05V2/8/rIEljCyDwgqEsgo4rKLOA3/L5xzbTtS+fkZrqrLd0Y6QY0qFP4VbOA87CZW3X+vWacJAPJ2v4ag8uHzNoX7zMHx1AgIevPHDX7UEbgX+GjnOflT6BzPgcDbjLsPgxSPfPJ2gfJxKXyYr8rfK67ltI5/gKQ3KPU4DVD3xBjVcd+MJ20Z21gT2prwzfxSSaFo718wrOGPE5+YHKg1jrwj2GMx5zfA0NaYNlL/9PQAfA0AfOPQmnLtqT0MP5tv7WjveEE8MNPmt3PE/1Jw2byKUBgc8Icewmw0SubvrQcUV1RW9ApecVszb7owcg8Ixp9UXL5peRLtaJygV89vca/JQHnv2AFj0hK02GszAcw5yYxIt9z3DCijVpj4nU1T5yAOn3iA2IThOA7PfIS4Pl27HD4q8uvdFU7rg/fBnw7g9b7770+vX+K7/8oeeXcvGurS+rfH+a+dLLF4jvbLmNN7Fl/idgGXm3j+Ij5N3Efem2Yj+cDefAwY/NOgp5ILoKAmTW6USOzct6G8qb+iG02Z/nxJlFPvrv4sbIvv3IeHvLMIbmFdOud/dKx1n0Q7Pj7HhvnrzF+iV5z7s3lQ/hkdY+6S15d/94pC8a+y9OfXcnn/j75fGyz9g96liygT/Fr4moEyb4daD9dP5u+5qf8jPnzTwnrOu982v/P+3o5xHbl5tPuWtzXX66Rn+/v8+X4T9ds5/q2/9PbaW/PqzBXL/Meb6Arc/f7zdj9vytv+/DU93C7gtQ9dbzX+b4L4v83y7kf5n738b8W/2/zffTcTf/39b3t32Uts+/jalP6d/mLn7OmOb8OHJ/+HK+/dzsX51j6Dh+Gvu3D1Q/9X+X/2X8T+nUTf7DORWO96cxv9T9bV0/HWT367v8r+5f9R/GTTifHz5c3ryRzT3A7gfVRz58wPywr/f25Rhk3QvcsbvPso8YFsPdSbKO2XRpniJBPjYNnnsAgT9D/U/AiqkM8qFsgDum4jgBB5dpH2OkyEurGzB94Pf0JfSTSDUOdXdunah5Sx7BmWLy1e3OJ/oUnbt80UD/C+rS+SxMV/EJU6+mtJANrBzlr1B9FX/LA0924JFX/sn4jQCPmE1+Qt/egoYT4A5x43w4R91RN+lCvCMGL5xS/aF5RrkDki8OYGo7D72fVQDudQNzH3QvAGmr75WWf4Cn2FMPD/2pO/PAsp164GS9Hnp9fUYddk/w8FWMnefa2scDaH7g6lcevrfV/orrnJw2wPn6nOdRQ2YN11jAmDH1RqYNylH2CcBPt244AAAQAElEQVTykyakrblLgXue2GDZYVFV03723bjiXPfa6znhaXPTefj8kfRZZHNvjQO3959uuXev04+cOrTtvfF5L8S92tjhqd0Xzf+Kt7ctC2/Ztm1ijHXveZWrP+OBORZYdLBigHsOIG0d44nKV1RfeW/tvRkrABnWHcewz5u1O603oAPzmbJ8VgMCGDPmfx59Nw8sGRbNtWmvqCnBQ7R/J7M9SnptL2zaClqHc1taRD7q2ldsJwUCX0O3T0fjihqAOYZkxXe+gak7eZRh2dNGAoQczbGVH+oWMm1DZed0qN8OjMS9xSf0R8/Y2ucJYNYBBMjZsL/WDw9d5dN+pTc/Z2orqi+trvyJm583J197+ZOWB0IZAcyaYoNTmwB35Gh7+z7QrdOxo631X3HzWaRy7bvPJDGmfHUnX7lrP9wtdN/e3t2qt7lvNpNuOkjS+M1aKvf6XUi2wQQWojnD0zBm4DUkVGcEf/jfUhuQoVzYUTofE50r559EqxZrtZzlq3L1t7u+u7rbHf1bvW8j6V/iKD8MKq585fqcmDZuiWOl95cL6rvse4CJ2GaN1leqOA9g0oTA98gfNODuNTqBSrfOgRQeNsV/PICMbTswct77Xikw646t44Ilw6Kq3SbOk0xranwpLDssqvme5+Q1fdLVdgJWLCx65u0eOX1OikztBZCT5osG9X42bNvImHBO/IwY25abfh7Pji/rG6+J3W9dw5Rvb5gjtj2798ret4e/9nSpuveTztPNMd9S/ZubbduQj1i6+g51mKvIluzm8InfXj5yc0+W/3XzO+5H8XN+F/BizDBmMycjJhTsqd5qZpU3ayr23O7yPjn9Yj+OTfJ0AO6NkTGGdJu0/NuPt/z48SP9ixgnrR5wfNz9vtPl0mDFXFR3FpZNYt6YN5PGsSz4DOq16c0n5/V/pTg+R5bSO4h50J888i55qLjWDPUhbYBxwxiC83H6xbY7d6D+gmXP8lcvky+b04+G2bd+2xjpS8IrNvUjSVH+x7Z5P9tSvnHbGHlTR5KiutKOPa53bKbwbGeec8xL6bk3S4voX1qUn3AvVW6OB8jSSc2JaL/bGG67/RPiHPV+VehqLI/5NOmar2bJl434Rz9Y9NWpfRdoKD0BGJk7cjSkJ4bMdqAv9zbnp/CSSmnxZp7NMXjDm2Mb8sMc2xh5w+tDO5BNvmOJOXoM8wKp7orN9brK5Xs9bdvj2bQ+Bax4mMnSBgQ+o3lOwGnP4Vt6gQNAxPvKvF9t2rzfPPhkzBzSQcbEkD4A6gUw+xjS7sXhNYrPjaWdvy1Ju+o8lw6SoS8w4+BBP9fP7BOWz2kvZYw0TwHLDlca8xfuyfs+Lq/PKLRZEPLjQPm8NND3ghfztyIwbXadEXllkNpXSovywp/WUkR+1lCbrk1Q4tKUTXOVuVOF2iXzgKtU1d6T3fElev+aDt+c4Os4YEYAM2+F11yaVLf/XZ9d/vaEdQ+p3k8j98wudHg6dq+1KkpfAatvWLR+r3jE+Nln/r2Ifc4JtB73fz7BevTZvR9O/8ZYx/4NXvt8lanC2N4H/7s5Vvhuigea9hVn/nkP6his/Zznf6KPXLhe32P5fW+HZVt+/3xGl2HMFp7+MlevmRP1mWNyIs4xfkmTmGphyH8Fk9Vn5sv3Tbc8gPzCkDvRbXSH+vLfZ6zFvXesy+p/yXGvfUZt7lH9c0dzfEY9P2s/a4CpBDLvoVIgcCB58OoUeojDrg6+5/NF03tq8dx1Li3KP+aR+9r3XjccUGnn80RsxD+/6R8O+x/6dQ4KsJIzVlrdK1TnCa7Jera8BdfvGbu6hfQarC9Rl2+b5mmnvnoBgX+GrvcDvvafc33amt9J7f1gBd4kt3Afw6ob/R77btfn+wNNC5gnGcpD7gln/y/Uz17dXpRAoIg0CR4iFj5hsXm6ce8ZQ58T+o6BOofhAuSLBgQWaobF98Yie7fB0tenqP3EOUe63P3bL6wYkBpkFc6lk9haBAf6o8Ir6nvCIeQEmOs3sJt7DUDFtM7JHCfg7nOo7mTXdgvp7y03b7Q3ayzmCymVt0NX2Y9Th+6HEQ6rsMgZb44HXakdtb76LXGegYAwjoIoLyjOMf942/KXXziLH29veRtbtjG0kZED1flAzaZeOnyIHtuWsRXVjWBMzqTS1j5frs3x7I73NjF1/rCyxrlb865+j+8P47s5sYub8p53Y33/pix/i/SAg/Xd43xh+EuHn35P9T2fLwx3X1bu0txR+y8T1/5TuqCPLwTPf735b/n/+vWe//IHu/J9Mflvff9t7r/FT/G3cvHvw+ffxhR/W/i/Jz7yt7q+aP2l/0/XsuiL0Impu1lfhNQBrJerlfGl5y0r/y3/ZV//Nuff/mj4b/mZx7n45bz9FL/MXZT/Kf+3KP3pXvo1sdvH7gvR3Tmyr+YwvuP4afzP098vEJOv/UBr+Cn/S78Tfdn9ru98IVqq/V38sr4Px/Wu74c5bydcH9W9e7i+N9ftllt9rO3D+PK9ZkonrC3utYkdOfdTis1z4R5T25jucIhtv193QEb3XxKYxknhwedoK0fudtyrwJTz0oCpAb60T+N/4wQrX2v5Dk0LlHyNOWfLVK/zln2lu2tUxHVxslLbivBsfOcMyHc0lwbtJfd5gCXHBkw9LKrqk3zVlT+BDPDJ/z4v2u+HfpOXwooZB0UD9CxzPfr5Vbm0cEfBCCKp/5BsgYVo392DbtckBP2KtJG0C0D6jBytdZc96aBS9C8Ixz6NDfD8OAD9FrrPTwucukx7bF2zMWtbNiBDnP3maFcZlu80XfkqvGbntejArxRWDDxo3YvmPlH5CiCzxmO8zfnh/QJWnhxtxTva3hu0Vz5MkzQHGDNEqQgJeMpzA6a+MbUAJVGZtuoBxYXq4MFXLoCSJ8Bn3d1BGyx7+3jFNkbwTthrMI7Tofg5SzZD3hR+yBRvI+qTbTgf/iS9H3fQpjZFNg1APA4sfpij83b6x4Y6aK97alN1p+VPnLZTLj11k7ovgKo/xcPSA9bD9AGC3DgoEMDat4wx7gDSPTH7iOPdrVPaQ3bGlAdKDtlipvQ4AYdt6UBZFvCcp/6Auy88+D7zFBvWF/V203vl0GcbwzXZso1t/iDfMQApvQKqK8wxvgaQNiDwAg3wrGt+eNbpNg9g0vME3HOeur40xMnctL1ZU+nQ+Ar8kX/hFlfF+4gT4D5dfNTt4pauFYl8umCeEuATOm+tvQB0ynOzpiq03OcRKlW7AHzKC8+61lNvoGTm6o+rOEAg2zYEefsxMjbMF7HLS/3mq4tybI6vC+412i9sSOP49/09+NlZ6J4RcyhP3s+IccvU3X+g1jC2ZHtj9jHkT0Tn3Wv6Zu4byYl9sPhDXznWHfW7BRanL+qLhy2xpOzWXtxyk4/Ypz4jqT3aiTrt+BlYmD5FDl2srXxcG9RNvjrnAWMXHHDjpz2ZubUt3+Y/od/02bO1ZscRG5DhPsyMyRet8c9qYA5jlDJyX9+BfNKxffjCbrc/SMY2jj7l66MSCPKzFmn7vzmu3TrGZgrXjc4R8tJ0jOoy+dj2ydr7HPIy7abZl6zHBjlhmllzKX6e4p7pdXjCwBSGpBjWVPoZZvBwVbNLi3fzfbhGc0+YZVJfpH98vOfDl5Y3+b3Xs7V3THFeKvdeO9J6b4ljby19mefXv1m3JaRyKcY0tnUtxDr3jBF9EKV7TOQhtZ4cQG1RufTNoH6v7IvME+tFzGZOJgyZx3k9T+HlBNi/BaRd7jNumPuB5hpTD+UfMGQd+yKUyJP+SYya2BjOxZj81OkT127y+p60c1PYfT6D2L3AXprgRKYOqs9swF0Hn/lzbNPZ0ynD8lX1FF+5AEo6UZMO5WqKbRCPiblfFTYNbpc59jcviHOcG2suaps68wx1us9+hzJUylOrqrAA9ef4b/IPdP6KuNcW9DNVdY1d2DMG9pUD5UVs7rfulxNq5gHaxRQ8wZKHfLGNkW0sjKD2+QCmtrYh3/GWv8+B1g3jRXW737GADHOeYJhD3VnbSeP1lzlexyq/xlreK9xrdtluKT1tpb1ui41kaOVA+5OdR/voNV5UAWSI2IDAA40DtDyO1pwQWKhPUCNytPZRFi5KFdWfgGUDAgf0kQ0W7zSlQL738nivPbFk52Pq9um//GKuEytnx1ZsY63Fm3RiU5bfxgjJnAMOuo2RIbYx5h4oD2TbtonKJ6orDwS+xmk/KWD+h6/dGBvhWNwsXcvfIe6JAh45gCNnggnbV8cND5+pO20vNJeGPCGjaPyeyW/y8zOt97rqlIG09TOn1JBM5NHqgUqHlqJ5j7C7E/AlXyU8bEtOAMdrJiksOzD1+aIBX2gfKuCI5Z733KuxlU/0cd469w/kqQFTXv4JMBHbVzrV3xxOcNe5Ezbh9T73+yvt00nRe8MB49rXV2jdzfxNp3f1a+zdcGHqcxE/scAn3avitZav9n3mvdBxT9qI3TViziss+pr3K1nXr9T/rFtdps8qTq00cx/PZdH2iSbWtovSVR8sGhssXpIQ257vEjI0FfoxyATSV5hI7art4CsP+VdU/4D5E73ym2Z958Anven7iofP7nPjA+7Nl8/gXdkE88Dzd9A0DyDwwFf3MXjY4TPfGPish+91Q1uBVWwDn3siyJv6N+U3Ih918f64T9z3QhKSiXzTgICIKP0HDPss4OE/5McYeYXqfIXMa+hmRVc81g7Xd7+v39drt3f9CrPU/4o+f7ziYU9aL8HI3x27Hg8M3dd3jt343fl+4Kqvn67GZiLftKtP+aH3FZvyieq7psNcQz0TsQ4mOsd7vm5jaG3Qnc5gjnOkQh9Yurw0UE/CIJCYMIzKC2uibxku6gnkcRFPGJoCIiW/a/Cwd3270PttT2985fvQWJQvzlyXMF33U/2JnjV9prcw677SXd0By2ofCwR4yg2fZTh10t1Jy5awZXcCZy8+sTT7zYH6PJObp2K9oOoHaTd/h37SpL5K2SPv2RQp9J622ovadZl1Ap+pxvVlP+lD1YSLZIUZ1jPhF/j5sGUHH/Lzy3zILjJGONALH1ClThrbvUZztZ4JI6uftdanNvOeL099z5i+jPN7Sool3/LuvFT/7ulD3pA0pvqT/lL/U0Pxtz/O9+Vg8dNExdT5ZvVvX3z+7dvMf/sStfa/zfnTjurzs7xY/xI0vuRc0DW/6mPsT9FcP9uHLz5/ir9/3fLv6kXt1fVF70/7/mVNv8w56S35tSfv6vqvPf/2Be3fjTHXT+s3TX5Jyxfl3903/rSX4pfzbhn5MEf/Je27vr+cw1831BXxZzDy7nq96/Nr0j2/Jp/1gtWY5m78L+s4bc1Tfeez+QuH5p4a0S0fsw/zT7qntqLr8eG4Zpz0prPHvAZxvWU8LOBY716zV6j+x4NPHrs5b3fEfj78Uel2f2FrIeqq/xR6UcDKDARErNj5rAsoX9Ca7TDwrIdnubH/BHQ4KiCRCAAAEABJREFUIfvpAGY/Ncx+yxwADu57Asx4kEZIvTLLTZyRzX3i1AEn+yXFDFcDqBFX3ZUHruJvebj4HuvQgGqh50oLZ92l1cCzvbpnrD1YHRDA7bF0IF/DHWgf3s82qXvCDX3zR4+bP7LvXmEn4pchb4EZGxN4/5ypSDxyNmDKwKm6UyC9f56Y91R18PAFAgtpI3cZSP/Ehvjy0Kd6IEA8ebCwjaf+hwMqYgM8d5p6va25mgpPwIyXnQcseXfd6gnc8wLeQ24TscHpu3TrnrH4D++FpwzLr/UAMx8sXWyA53UAs57TF2jh09iagKAEBJDLpO2r9tiA2cdTjmT6ecp3DQgvRiDAzAeLj619Fe33HGvlCfcZ+lh4urcWOpu3PH5wUnbf1bb7vDJf4MwP6duKcX/WdnO/7uLWPduHaX131ya2Kz151S8Hs/4q69N6ywMln6EamDFAhiDJNkbe/NHqlHsPLeb9yLqG9+mCKyXmyZFjl+cfkaN17Qp4jjnM3xLgbiPMJahCLvEzc9anUBrrLh13ec+pO/Ud0wNxHnA8mSBtewDlkbPBsgDTBg/aNTj9Sk8ZqPgE4B7/ZPhCgPomJNbCrBNQ3pUjyFAa6k5s5aNN9OVMMcoTnyUfeNNvI1PXL6vbNmb+QVLereH1QYZOQ+XuvDqRWZD8wcEYAfQsknHIpQVxRY59P+Xpq7sH4LnH3tPEXaXJw+gsaAAyDkxbeftr3iK23b4K2Zfj0cdpAILxsGrsNXZrvNfCXpQX1Z04iklfoi7ebBTml1bfWO+mKY33A+SKbeD87M59so0Yvk+sL7Af6X5985umy+Ga3bJ5zxiFujdzVI/3ns37Tf/lIuot30S37L3X+Py1zzW85eY1s1t7bKU3722y8wAmrR790W+Y/8TsR30Ehf3s0vaxz/vZh/E3x0Jaw+4YI3Zrjb50bNY475mHrnV2n9Ufx9B883mxdTdn/ayhe4/m0CfWtXdMwgEp2qe1b2M4Vwmx6VNa2O3UldcSXVN+yAAtrep/RGszraXs9rlP/5vncvs0aFIG0tzFJv8V1nW3BexfbC78m29SwdhRjAzHU31ffv711r9Yqy5Jx9OcM0d9DqDtFcN81Vlwyjcn+sPUGmHNR+21A2Fq16n8J+hT320M96s1KW9IjRx3yDkxLtmc35OqzR1HHI2Rxy6Rl1wOkxzr76yrf8hrP+wBo4TG+wEPHTD1HXux+blXlC+AmWM6HafqJ7SNQUap6DzifGFNRa8NvAZKI11/YebmmG+pbiOTj3u1e7a6xtV3aBvmlKRwJQ4a2z6xN6fXwH4g7v9ePycqRxuitHjMy57FR7oQ616ojHrSccLic2lDfgv+7hDvOUx4+U76pGcEcc7plQKBV2Q24E6BMEhrOXHmeduOf3E5tgzIbK5B6Sl2TOUbG217/xLDBfF+so0Yv19QuVl2T/usU+bTAUwdMH1g0Sph8UDFO3ZrqADMmFe+clG/4uRv3o/BmAhp9cX02R3lhKcqC/vZu0eO/bVLo9zxdk+sz5DdbLf7uOeecC5mekwiJr9YfXOAbIwMpU3Mv6Qk7R7Az5HS6kt7fddvwmSm1HMPcEevI8WUbl4Ysw4Dr7T1wooZw2wHLzFPnjGUJ9rP13DGjFm22JpH8o/H7rzWCSiZAMx1wdQ+n1Ak64+lOXfxErV/56tz1vm6g+H8kmHeMWPiuTBeHUhj2xOn6Z9hNFkNFnePU4ZDJ4XF1xsIUHYCuMvAkw6WXCWQ+af0gud10+Nia1yhKkDZdK6BuzzXTAvgWcm1uHld1K8KWPqTB2YsHHSQOVm9190n4Kbugd4/4700p72+E7m39neFldxt/1Pmmrf8me/KV+dISr6FW2POX+MmTs/ORa+fE47zvM5UPc9Xfb/Bme53FHjK950vGk6sjyur97rICdfZwaxplp++L7kV7SsH9tQnbY6va+kllROVJ0aCjkC6N78CoI8I9r/nXtNZ20mtqzXqVc878rtmbefc/45m7j/7vtNvkp41nDVLxzdYdRL4Pe7xbo5zfuBzzFkRcLJPuU8laGdM2yY/FLcL3uRPnPr5PDt98Z4YY0W+brpp5xl2ctZ+pUBOGR4xp+5B6xdzFvUrXQixef9YG/fCX9fryuvyzcG5fq4zF/TZ8BW1O6zZfUsY1l8Aga9R+9xLPgdwwbD2Z+xp/mdE3UJ+09CGnoWrnBObuhOn7qQcMa2vAAILmu48qBsLvX57zYREteuYzwA0koFd3Xl1SXoutGRCe+mmb2nh9Xn4JaP2wgsBCCzkpaE8H1ZcwKFwYpPfRvxgT66TTSef5BpjauXqWP0E44Y60YQ5GgeVjKOukwIZ+sLDaY/L35P09fDd04uqjgs4lgduVrMQH54XKu9pV8svaa8TKkHOo/t7WcbMeLPToi+k+gKrLyzfZeYLOJWyvshKqr/tWfdeGU25TXqb9OZDwIcoPTE/9FaHAV7gQqTNpPoge19rVTF30b+BOaHupt+EvtMcsjNyO/ChXFSufrfPk95mjF/VDDzruum/F3vHtfvZsdulOH3t70P/jr3z0Fy3HX0WPvSbL/TUvYuP28jHjbyb7/0W+Vt++dD/67bP/6Rw53S96LylLzqLvkxc/0ldfNmYFWv8L/P9utAPxziRkY/D9qG9/UxYzC/n/5d9LfgSU4efovJP9T8/2m/sOzPHhy9KPxz/x77lJtVl0g/z65rm/WXO0qmr3v7ruzu3reemvHI4bnOcc/Xh3BTv6t7l36WV15isbU8eL2exnuTdnPV713/256ZozIf0pu3DObhpu826XSdzfIjbjmsSIbWfm7r9ZtAuk8IgDyDwDNV/cPCPPsCR++I6u+5pwTKd3zjWfcFCl8UYhPcKk8hEwh05Wvetm/SQvibwiIOv+XHqTdGr8EvoUz36tM/SM66q/w6aA7iPC77mX3MDd1XnYIT1Z06eJ4+7wz8x5gLjv0BedGeq9vk7nPe70/9ruoqE575PX+Bk7xRO3UnvpgejqW79nOkX9+GH3BhJv0T9GMy/6Tb2W/A+hNfy8Hq4o7Fp2yObfm4NY4AANXzCl/NgzjoSDq7SQv2bqrmBqewZCJBRjHH0vSjKYC6v38YXORowfeEzhZWTPNojdr8ru16nHh7ewD23xbntvcc4Z6f/NabjyUuDEWDiNDWmAKLBgztiAzw/DmDaTw0w2Z6h58y6gOkHBz3mDJY8g45Ta4WHvvUUsHSw6LZtGZcxwNIzSmN/Vyyd1WS1zu9N9qTy/RLvHe/WlwU+p3RP3nzpMH+17C9TYtfnpk9Ggsh8CNjdR3tI0noit7sXYgM8J/CgsPjXceZowIt/plz/MceG/SyfUd8ksxSrqDyI8v4lNuJz4QEdh/HNC5hlHfDgl+b5DNzrgbXvnz2WdM7Bkh5nWPGnhpO5091lWqhteOr4JjV2BMe28Da2uQSbi1F0Ofr8BQbl0WDV+Xpt1AMIUDa1f3z0U3yKTydYPkAYVgHZ5h4kZ+tcjm3ZgJkXyDj84cHrFT0yqmNIhX7nv0jrS/UJX9js3XM4LdLd++PN/TkH3gGL7tWxJQhTpPKJqXfvVp4v9eSbaXePFrGVgh14lHcrqU2AvNYeW32Au33gaA4Zll63eQBpjszGPPcEzPjy/120jld4w3lJh3IhuRywdF3z5qgJOo4Eli3ftGV1j2pffHJzXXZRGTCHxnMiywrVrjMZ4xkbI1vw82/cgc9br9hM8IqR5KqrrOrTAQQ+o45Ayd0+BU/AXQe/57dtZNu2J4wxwkue3X2nKkBqPwEPmcYpA9MPFs0Xrel2P/depvrJ00tkztEwTwErHzzoWTtwjwVmjcCso7WeftsYTzYgbbMeTx1nAcxY+EybD5Z+GNzaCuRPyGby+tVWAIFnbGNMXf3HwHWonDAWxkErl79jS8YLeq/Y/FXtROUic5JvXmK3lN/d76UnQLUHHMzBA7M2eKYdf+/hxcbICPFCmre28kXX7sTQvIk+E+Ice1c3Ytd/1WNhynZ6OXSP3d41gPIDrQGYdlh0N/dXsKPcMefCvg0BMi5QNfvI0aCaTB0wadquvDIsG6D0OIAZA8x+4CHD13xsjIet5aLunKM5p41V14+EQjan3/JVsz/QmK5Psbv2JxpkqrS/8rvzV2rkrHtz0frjGzBlWLT25Vtu4ZTh4QOLx03b9SqAnHRr0ck9d2yAZ6uYtWTa6r9t2z0OUP+wAWmDRe+1mL+a7rc47mL3O8rui2H8TO5vccXJz7Ea4/TbFxcM++NLDPvsi9ErtpAJjHMdOv+bfvWN4+p4cjTVAZR2TTf5/Y5Y48KuPXf9rNOQhhXneC09C/vc7iZUvBnote8z8X5Hdbv6B5pnBee5We9Vce9LZflC9svQqfdkqdaeiaEw7GxMqs4Kr5+X3c8nOm/zftEaLFXXfNVMNce7/DN5Z37S6k5+uB7DvgFreYVxPNABrXlux86Xa4EFgE5ZDR58NfCQgdlH9YXilIGKE8Bdh7UxHnL3CCx5Oh8nWDr4TOvSuAKoOAGLB1Lb2JwR++oE7R2Xk9TPiS+hrXNR30mdg/yH7b5HZhyBz5imy6kxf4qG1be0uPKVC3uMHc/qu6Inbu6tE42rvn4TsVmrZy+l/Q4w24Ha/ruAlWdIJ7xPApm8lCRfoXYgQJIi93ZXuW7n/i2N34E/w9Hql+LI0D1eFl7yqqymroU7aIaV/w5O2Noyxv7uaH1/jN8l0jZrPKljAALc57RzdwV8tsPSwYPGBnj9PHTwzNuRh7pBZHoIfotxrrn0la9cANafbGTSkYTkjvwPGhAYgVLMP9I+Bw8dLBvUXj76iyTjAH6+PmOf+2NtgF2vV6j68njxu28u78Ff7OHu14WEJONeI4EvoA8HYs3Fc903676lz6pFc88xGmQ6cyZjIF0w1W8PWH7wDzTazTT0OwHqvsJQP2GA83O9diw+n+7jd5/6J5AYnq9ax6oDT6gjPHSnPDfKGE++oJ8OPZ/QI1dongfocSBZfGyweHimmuaB5y5MaQdSbArbSE5YVjox6wEvqc8w3wjyCyDVcRwAAnpIqwPlJJJcG6gX9QnLAgQ+Y1m/Ou8qhZvQMGP3O1rzQtR1pGsrKiUhObD7tmf3RdUeLzNP/U+p3m57n/PT79brxWKOF0E3X7btviRctC/fPnS6XXCVT74fiqb3g9MO2nWJBQOBhVCP1rDb723BDprjxPVDdnobO+l5quzc56B76KOJj6zJ+x7HkDTH3kr2npO9vvpV0iWtdVFt+ix/efu4ZTdfBOYpjTn3rBeP0RptzvPO3b6b29uBMvnwZV/hdOVDnw9tH9nyLj4ycrP2m7T8B5t1D3M+MG3WW78PfYvqir25qhtbqv/Qb+UZ9h2BfSa31rAf9ZXqd7PP3dgHyK5+d01O3O520vHs2j+ck4896dzOf7HqvimdUF/bx47+sSbykV2Qm3lnrDma62PUFvNon3Hk1rjCce4NQioAABAASURBVN2sr36lu3VEVE737Z7sN+JSGeP6KM81UzHX8qCW+h8dlvgf+d+dDQQCC6cemOzuHMz6lPYQvG8Ukd7UrRfTe8rvkBT5P9DMP8w1WPcmwNQXhNQO6hKlBzZ1xUhyBcqvUPWfHYc3NNMhfEU0eyzLLnFdkQ4rLTbHdaIy6k/o/e2BFuhZ5ovDLgJMeLp7nHvrrviKaYFf6S86OHK/6E4RONnv6dXnk/ueqoqhH3PebuF2S/whIx/v8uvKlEk/+DV4PfUK3e3zgXPMk9729MfX5tXp2wMI7j2QijrOeOu40ijX1s+S6ssXQPoZWQBpAwKfUds1tnKxt1bzv9pe5dYAn/MCTfPUZ2OLs97ywJPPDHo5wfLpeIqaG3vmqVwAJRPw4KfCEzD72rYtrxhj0yPTHhssX9mnA5Z+GyMjPKB+7hVpvmjAF9qkakBaxHVDRDlftH3qGWRs9i5lxLtjgpW8jbf82P7KxtsdeL8/sbFl02dFuBf3m8vnno6ayVe3oCrbtmUMxAiIISDwQGyA56j/Jzv6iCRkNTi51rAv5cu5HvNeqm/phLUM5aL20gIzD5JC88w0ZIDJA4GFKmDxsGh1J4CM9iNig+UDKH19wLOt+7Seped+LV9db3V9AVsMhmv3Fj+QJ2pzNl3HkTf7LzZzb0mG6D2ptGObqG5izxg8YIyHY85z89qO043abYzZT+to/1e6MeyPaR9h8q2tfqXVlW7uH5+a0h+X7zD5dgDt2OeUR/PEbHuqcxNOfiTpdwdDcmJYPFTSlucG6gUQWKgHLP5cO0D1Y18DudqAezyQr1rXrAAO33HQUyYmvevquzvm5gLuelh89ScAQ4uVMzbA8+djdw6rLT3RfXVF9bDiYdHGAJ/ruOQ7fUr/FPDI2Rh4yEDO9YOH/tRNmiyf4B+F1iOQRU0xcA+KbWzZRnlmzKmvD3h+wbnGVwrL79Rt8x43AqRtneO+/Gdc59kMM8dmHmDy8KBjkAXrH18jtrMu2XmcMjDlr041AZ/6BOzzuS946KDfAfakN4L59NzPA59rduHLmhy6eU16kb/S/gUJh5Jta9+7/RdR3sKI8kJYdDgHHJg8Gvak3ctJFTwGY85/70N9Dpn3Gt1On93nsGKo67/S3cZI+dN+nTMggJ5Nv+4BXbdCjV1Xd0t0GZt5Zn2KJhwbKTZp71FpMxfoXL6QBzKsAZaegwcCD+SlbcP+tI8L0Kew+0y9cvkteG99oC++zhc2GyPF0KeIDQggl0mB3P/I169wWQ+9fp37StKpP2j9ihwNmBwsOgVPcMoGukYR7rAMZ7n3edxP5fv/iZ4YyTaBPqRriv0Px0MitzDMC2R0vgQQeMhL/9DBwyabs8HygQc9baWqJdbuufzCbl97+rvQ6/5f8iMXMGsEx+I9LDZY9lnj5GO+mK+URZ2fQZyLJZd3mMtG9N/TvVrs8zNlV8e9r5nbAOChv8hw0R88kHvbzWze5j5x83vO7n0grlmsr2ONfHXlSyuXHxY8XMeVcp81wMoPi7Yvms89Eb9bcODcw6c894lzN/dfg+wz9r+rK2SntjkmdkVzTV7auMmrPo+6zFgVV0oefxrTWly5dI++4m0b8zlsczxjIkYv3GtKAuRs8OBP3ZW21mKE+ee0gbKoDIuHRavLPN08v2KOVP2ihsivA1Y8SwwwcYiTB05xyndBBh42xXnAQwcYE1G6kKOdcw7P+sP8R2Tvr2AuUL9rjy3u/djXLmLbE/J/tQGBE5+76hhf8dnrC80955l70eEFBYtvFJB4xAYHI98DHnLjCiCw8N+qq4kvQP4V6zogpcDqLwl5NCBwRZRjc83mhbNo17Xo2jKizy6kw9gDeWkoP4D+RSYdkd/lL2h3xKbO8zdHjQ/0/vYn+CbZXd1+77jMx5B/BRA4YAYOSL48gIf/H/H5R38dPEhS5NvWvXYCCCx8G/DfNMDKC1/RMffgOY9zvVzs7+7l1d8/Z/Tr58vCS3Hni8/p03vtY1/MB9TevE+fJ6rftB10xsu/pD9F6Jji3C3Ez7p7fX4u84IoP7CHPBoQIF0TWDx4Ndz5U0fOBgQ4xUmBqQOm/EcnXRk9WZPjn+tQety3e33fUf0dZm+YsY1vl8C9f/iCXyFP6z70Oz6fV4A+M8lJYelh0eoLWDI809qugIf9zTsVMM2w6BQ8wWcZmLXAn9HLYGZc5UHSzVt6h5vr6WGlPm6g6pYvPlh6gRgw7njdEEvO0YB0A70CTJ6kBJA+kEsDpgRcfNrHSBge2x1je5v88IfJsf1I4fZxVK1+IbvUHzIdVhbIzYe9j4n4km7PTcPNh8viQ1q88vODMF7qcDxWZtXnvDCsS32ONn33ZOb4+Ej/pcOJd+ViyvZ179sLs7xhKY5UkwemuM45xnHQw7LreUdvKF44sdL9CvuYshdPa0xj5NvvR1CyB/sC51js8sHd4Ph2afW3DDPSR6rcduSVtdW+u6/jWkS6j5F36tfHr5h7CLKrK27SG+oK/WPevZj9bopbdvVFeAvVZ89+wz4jUBqOnoXmSXl18tGfO0aAhaF7D+WS4Hn0FPPFMeVOb7v8jjqh4y7/Lm6iL1o/tN8Kc3X+bqYqPqT+DGJcx27Nyrol1rWLODc3HPtBP8x9E43Zdeza/A75g4Z5vsIfhN5dsBhYc1MlEKDsHfAs3w1laivK/wPO8X7nBgTXqfcVkL8gPKLgIhxq+EKnrdorujW+Qn10/6MDPntzLfAPsqDPFefcnLT3lRO6BupdbuH0KwXSORsHja5AgLnP821zAx02WP7AocmMzzcNeLLDkuFBz1BkoGeZlwOWHh4UHvzpvjSHVEHs3iH6oDU2UmyXf2UxefXo0x9nhv5NK/EOFC964XHKUC7HmJgUyGsD7jZgmrsGXavSqfB05eHhp+ly7DNXNNe/qBEIPKP6E/Bsg2e5fkDJt4Cv7a3hijMBLP+vbKfPSWH5wqKnflJ1o4uh0FySeQBzzNWd6JzOz1A/T9Hrjj1d9us/Jv2Wv94fh30UwOwLFv1KB+RsQOb1NUa2bUvcU314Lc28wnbzRTCR2eQjSAxP/UobNwbZ+2PXkWd4QxrqdJpH+xjLefbb+agBTFbmjmcZsK+FusDiJRXtc7/T73Iuj4QkwERrObGNkZO3bNdhnxh+jvhpHj/xUlqM/XbnmWO95bwWN4MXUJfQeTSHReZswMl+SYE5PxgdW8dUyH57wOmdGTs6nguAwNc4xw2Yf9cvad1DcWKOiWwK2+Qjn/x4G5N27DgPtZWe2H2ZUgBPNQGBhdgeY6OSeBzV2G1Kizj3w9g3x7YNMpJIMtfn1Eu9RU5d9RPGzbVzPbp+xXx5O/W3dAyv6DiuOtM6jqS0+/1EHPvCnpj/K+z2s3cf3O1H3SYbV5iBiT3U15hJy6s/j/qMOQeugdcuEHjG6fsVNe2TutfmFc1dB6Bk5p7MF6eb3wXW2Bz5kbjxrwBmHvhM63umHiFX6O21mGck04f6Um/Seaw8p2qPlkpFpq32bQz5K1AW1X8BIPCM1grk2uCzDDzFXv1PvjUBac5iw9qsYxvDa2ukuhPgOCee88KS69fr4of7YcH4JOMFfTbuehWajoM0/isAgQdi44BkHs21dx+Izn8/n+ZW6JeMMqJ2guPa0nEWrXCo60vP0geSt7HNvxzyY+tf8Hmb8tC3ccWg0WRYW4G2hXQjpjXJeLgZpuqmzm8r+m/byI8ffjcbXl3z2tR2XMfz+evg80/Ugc77wEgmVW78bs44EXalvrZWltnwDMy6yw/5bQznZUydqbIl2ar/JxiHvsU2xoo3pjmBKQPWIK8dLvxFhqXP0UaUnTaHc7/upk474uRl51Hdg2mgkkqXKMVM4vd6pq5210E5ft8fW3Ki8sKeed8m0ZxBJmY9pu4x+aYy6dBhjJG3ty1DvnNflC90mfrSBQLkuaHPCMafMYykHQ9pca7xlVb/ABkzPuY/gfzCANM9sDGUM6Fp0e4b8ebn6w/H05dwm/27U9Mx4XnCgFLFeQD3fkA+HPoEuGMM+xTbGHddvmxOrnW0zwduen4FfwFwz5/7vv52qa+c1355oMLUyUnNP20EpaG92IZ1KZ+60hP7vJ9oNM5zoJZymTzwmdrNuVeamSSlEu8HGo9clVWsGlVnJ9xhhL/F5UYK5De8f7CFmU07yGcir41XxWcZCHA3wIO/K18Y4FMMcPcCph2YOmDKSQc4VfcTLBs86GkEJrvOOXLk3uC0ZNqATzS27j1YNkWne9UBVPz/C4Cn2topUPJ/HcBT3/CQnzpXr2NeAQ9/OPh8bsCTEp7lGuFZB9jdQu0nrpeH1ulTG57+CDr1ugZmLDyoKR4H0f4Za6/uedB8aoCxpPurfRVq5pU5t3oH4VbzKp26k9anmP4kHgG+gDYWMpvJ8tV9sLrarpgBX55MmYlLn63lKwCBA2bjgOR/dAD3vP+UCJZvQr5qHfWpPz0MCfAtTv//mJJvcwLT9phHfd0I5+f29Xvd5JP08/WBygv5tnW0Dzxib+ZaaGg95t5F7grrmfo6fQPUf4Wh/sSbn4n42Yt7/NQNg5yCLLCuCz9Xz+sD0KZeOsSsnegX9Xs6J7i/m5Og7Ll+B2Lb7U/ydMDD78lwCJrzPRob7btIgscgFEh/g6GtILY9hjIxPJ+YU59Hm/7Goar8CcDf3RzcdYBQtzw1IPDneApWaP65IAOlPOXKNw148oM/kGcuZ2XS5T/ZywmWHqRTv88PZ+Rxo7bE5y8kyUbSh3TcfN0wDySNWZt79WvanA2QJUA6fli0/AlY9hxNUV/EmIBlP/37n0S7YvNLI7j0Imk1J1rxM7x+fOG1qq1vbC6/41cn03UqbvL9saPU2XFWdi+RXb81RsOSTpTwuTEnVGqyf91udnbzS/IVM3d1M/+eq619FfWZL3frI+y0xaVfnGs7EfvwsL91VO/w43Sp2INnAz37hdd1iyMo5tqNmPaWd2t5t87zXxjueheS4NiKIZ3yaSgVuz0smCtrnsHE8xteqRUoLx/nxCS7uBUyHjnnbUe7iP4ZQ1Js0i0xzfRN+1mQnQdonNw61W9x1zOBZ9QKD13lgnli+nvK7tjB2qRTlr9FuSDOqCdGIhh+STiQzkHnZD98Z2Hlc2+uyuT/f7S9i2LjOLZkGwu089z//9zpsnhXAKREyXJmVs8ZmMH93niDlJRdTVN4AwILo2Nw8MD0+29vWPffIPq1DlxzrRG4tweoyTVzOE3p/+4GzPxWN/N2/V5xM30xa9RX5zwhUSTXAg8ZHvzV5+SBGQ/f6XjRJeS1AAHuaijP1AF5zQEPW/5QYPmebsDJzrG6CzIdM8mq13XTM6TnSvUF8c94kNbxt+iILwfQ/8DSJEBaYNHyCQGSFN4nn28FCHDXA8q7KF2oESi56yvAs+46trUXwIwp/zugUdf5TOtzbWHP6G7uj1q3Lzf2l18I3Cbc3ZkxbpDWu40Zr2OOAAAQAElEQVSRbYx0j27bSbdAvbL+Ic0//1hL5lx1DiqUFlf+lIGZD5h5xpEfyGsBpg8s2hyvOGMA2UJyv17lZQCe8sKSVS6HN/fXek+57Ycj/oirrWzpK3S9VwPUTZlsfsF95lKRltfYq9x1f+Khb9RCM9+xx/mNL4CJszfp/J4ySef5CqCTOdG8uswLCJNLAFG64BQ6p+WtyLW1d20l+qB+TAoPPi8FxrOmB+Wz5i61ht1cGf70xVzJ1kh2+ROu5qULsx9D4mVfm8YMzV9UPDFlbYfcKoBgMEgPnHMED13HCR4yPPimUyoJyB0Y5h0DdYmtd/98pQUePpWfoO1ZfkhtQyUgESBNZPmG07e06DrS85sfrNhcipq7BNz5t4zvW5m4ZdE92xjOA5NuY0y6z3e2rDLnIblm3g9d/zPUXcjnvzw1PIlf0jrb8Uv36l0W6va0T41rHiCAeq+D1FYA2dx7fc/u3BaVS8e2pRQrAmYOuNKRluYpBaZ/8lhHpy2zVP8ehtqO5jba8dg9m7uPhrmuQFu02cG09p7pw+Dlc1N3wBeh/i+zPnTwO/eU3/Q70difsNq8rxYfY99xKICp7+2Mb87FE/T/hnnY3HLOz0nHllwBvBnjZ13rfYe2+RnLC5gMcM89Fd7goYNnXvPThWug/b8CnmMA53DL6ZNLadsqlhbl/wbWcG83KJEpd84BeeVYHHcPkS6eB1RzYJTqY4gxiLrtk1anNJ/n//zznxSdw8Z82O9fH/2vEBhjfOf6xPKp3uTu8/m57ct53s2mfJOPdGO4LhI9M+SHFUIlddJTV0os1uM9QBiCZJSKkwK6WJH7w9rkb/8Kt1vfWxqzmzsTK89uvdWhjlS3d8/NepJqZjutHwhgnxZgyfCgXQtbSIFjcWJtCes6dB0nkozC+K0Yw8hkGyNDGW0T5YXivMp+h7k9A3qGFP2S0DTp3itfTFmfSUcC2OcxKci3smTKmWX3vgfHoujn60k9fyfvcx8xlE+a8luC6CK4ad8bP9QJk8kkk8Zie7wHjsor/AYdl5ph+QMzFh70tI+xdJX3Y42d9KqL7dvnc6XPlmekz5m2UWD7rSYdA1i5h/TENkY2nYruo/4vfYth3Z3/zcii/B3qxgW0YQJQK3NcisocUsmDn31SBAIL9XiPzmctu7cXEOP3t0jnddrr80COoilXDMdh7gXHZNimE/U5+dKGT51+mAF6r3YBlC9Y2vPeti576wJSegKWDapffJxrkLeujrvTmqL7sfLGuM9h+Xoaonc5ErmF3EvrA1eF87z7vVMNQOA3CHX7EfCwAwHuvsCU4Ts9nWDZTrkUlg4WPdsNlfMtZ14KysDT2TSSNM8JYObpmixgyYCez9erCpixwLPjfyuZB7jnhAefua+5Z25bb85daXE3HIxTm+qvOExvCTxyXx12hStuJm69k5YXp92G5478dwUwBY/gV/lhmRwQ5ArJ5GefHRsHwO3js1Lj0G8bw7lnroehDgj8CQlpOXv5TA3PHXV7hePzpDK8+QgZYmPM/fvhi2b56mpbeziz4B19hxWB3Dfo4MUBOy13e4EVN+kTdHm5zhyTXupp3e8ABIR5OCD57aX7ipEB3vLfE1zb374tD2Ax3ssCb/MBevzdBYRBTOTFb5GXAvmtP5BxItF3v6PvKK/oe9BCfUUSq8hzOTW76gNdd30vfIKf4X2/oc/Gid1cD6x1s5vjvPZg/PSfD53o/8BIHn2xT9uBqa9NcMGP+rkvR3ommyJXDBMUsw2zzTftu/UurLHZ1UVdQjKRs8x231z1uxrf7ByXng8KXksnk2udv+Pr+xMA8ywM+QKdyeNvyL/D6WFD9cgduRRYXmf8lKoTPeuwb+hfWHeJ0uUCAg9cTE+sLk9+wLQfZPL3mx8QEgI/I5YO+glgTvYYP8fAwzYXRsi/KYZP99Y5meMGBBYO1ST1Q26hiysZzsbCbfLrSwr1LqpuVLQXdiMngHt+eOGb/9AFBa/W2wdq/9cp//hl9dfXP6lcveZ5AYEHpvJ607YHNSOR9yZhonzh2sjuXLmfpbGOfcEPwV/qv3xgts7XumOZ488w30Iyqr0DPz0NH2ClHH6RJqRl1u2t+YvW0R86d42VC9n7taLu4p0Zw0MCMhxsSR6bv5lusVfakm0bYYzocCCP0nbML6i+8kEO7JNueq0PP7sHX9Gce5pnmO8ErX/DOoqheROuFAqSLOzShbhSkhtdLWSwLZgT6psAd+RSkJ9w4niCme1LzGxopo8MlMuSk4Cy8G6fMr9cJ8+lchFv0Ntu1j2V81Rqax+sVfOuw8Re3Uhmvz7smz/Aom8eBZYMaBeXvuc3BVbcb1ymCQh8x6huesyW+rKVJwwSZy2zB0T6QP6LAgTIMPGQwpJh0Rxll75D/1fC3Rtz5Rmzi8nr35fuPSTqJvK9vO6lVw+j76qVBlM9cDfKqPUe7bmX9mkz8BXVF+h5QvbtBfVYJnjw1cCSAeulqqx7ArxF9yUsW/kTjHH4N3aPqza7e6h0QZUrvXeg5AKMXSKwmOMOaFs4VFM++VI47Cet8gAsGzxoTYr3PPBsW/aHDqjqCaBOeJ96II5A6J98LMDSORxd8yRa94mhsE2QD4Xui6K6+S/iN7MZDwTIa9nnefSsheUHuCfGBDDjgbTAouVPNNcr+tw47Q0BHnnkT9vfUHQCHvHK5wUPPTz41/ac8hl3UmQA+3oi1rMrZyK55Q5fyOMa1D2olVXcFyqLs57SjsEJTW+v+r1i5n7xftJ17g7svgs409ls0e8wvxTUZ66j7qsT7YS5mh8IXDBWI9o+UO86qwYoeYv61gDMXFce1HWfi8z69zQlOm212Za2b1PRtdx1/fmxZdNp6INz0Xe52jbUmGPvl+/S2IfRHOo5MFpP49RLAiYuI2DxgPqIUkzjfCZLHqQ5fIXMiPyByt8Qi21o/wulwMoJVMy6J8BbbMePhLPOu08Sv1B6h/kFvBNbagNnWxubo5ztOMQ7QW40f/AvC3b77OPGyETiO8gtm/3qmA/HudSfy1P0nay6zQyN7ZhM2rgzh3PQXNUPMudyk7F6o/aU6pKiek3ymGG/o1L9FirFOETuBSoz5dEkk1u3vnt2LArAuIXKyyN3HZBrqU8B2K6RsYmx5V0BMsaY2LZNuuTyRW3ArCtHgSUDh6bHyT59rv7A1J1OwGRv7v8FPzg7T23rNBw36Jr+wRayYXsF8i7+dA7dhm3E5Jdse5J6TL0fRlxuM0KfZRvWQzJ9nqj6tNg2IEOjV3pu7a6nqF+4adOugy2WT0Du4tO4oe6K6nIpcGr2qYUlAzMfkI5r0XHbrb/IUaxx9bF6x7btRFtxrdeOp749j2IbmwtjDJ76yatv3DfUTzS+dReN3/X/+vpyeB/ztdfPBF0//YcFNuXlWv1s/Ik6nHzjK18BBJgqRlLM/hz88ACuboG7/clnkLG5doqTl0IsbdOJpKp3GDq/on42w3ea4dok5TczFB51iZ+B93++PJeS6ibMszGCew8ILMikgCXDgzYOSAssOi7x1S+0HzfZF/RM9nnUs6XIhT/luJF257T0AVMd16q2+feM2QTn3Ty77xn7QZE2363POXmbmOasLsrT96hjmHAbmKtIhs5DHeAwkBZY9B3PeNhqv+NQw8FoAO45FZ/41lvdwDk5/GD5wzPdXd9F/UsLoOIdQDik0sLMeYLD2B/Eu0ZKi82Yzcji6rvZrmHOBS3yXnp/v4AAT4a2sYBnfZ3sjvNjYyocWF7O8SBUN+frJr/7PEx6hnxH0jluFe8QCyesrue0PcmEcsfhio5BMe1h+ZWafAgg8EAsQM65zFFg+VTsGBTlYemBik+oZtWR4J4o5rr1u51rv3E9x7HZu9als63mAwLfkUuBZU/IuwIEeGdSr7oDKPl2/RBz9QPMwV0FhLsk43w0/RVqA09eU4ZnXf2Kqe3iUihfDPliM+YJ7vvKHfOivsQ//Qx5umrvHMOywzv6FPJn4W2Od3kP3R8ytttdZzefx0X5ApiR5Ytl8ww1oHIxHe63+nOswEVvO3mHXX1xhjaX05iTPun3fel/oKfv39DZQvvVeb3zlQ9MnYkmVQekcxjL7vjM9tkOxXlpnvT5Nnui6ndU8w8XrqVpMvy6pq+8g9zXhTvaxsZhIPQu49X2ps4HanrF1f7Mm+C49lY+cxyKF9Iai7bjHYDAAWM5IPntBTzi/sAn5PdljykuqLx7BiMiTprDBylJivxVAQJ/ifzkl8CLLVG32rueWw/+POMfen2TkEzkh3LacV5P9PPnifWO/eWSuD3QZ4j+Ksy6H5C8XCtfZv3lzzaW2jUNBESS+148+Yv+tHkABO1XXNvZtj5wy4dtxLY+sBv/wKP9Jj0uIPAdh/mbbdfQM7F45Ks2h+9JHznzhwIPXyCDkRHpAa1y5z3yC/mhoL647snNnCf6j9y2MbJtW6Cebf/uuXLA+F61FKM+wHSGv6ENX+i52QPpimV5n6eVwbNt+f98h/o7ZJOWX3iNONtwreP0gRUDnKrkzjH7XvHMceWrq1yc/G4eeMTV9grNaVsWEuYCdhIOOlzMr0Ad2iONL3SRJ48CS4LSQg8n4WzXw3NxQOAZKsxaOym/kOdizFSYu87918S3277+lbIfKP8j/hFfovq6JeYTIO0lBQKkL0wPbHNxbps/pg15MSaWPEZpf2TbjJNnhNEc5gppATJc5KBNHk75QUFeAIF3yNQ3zwnMefKlm5uoGMZPJOmc9cu8Yn6Z5zxtvkgMxyL9gfuf/+RWyMcX9mjrXOKc4odgIINkJNa/sKkYU4+6ovohP7LZx27qE0M/0CfRvmicAFVL1h/U31G/+AWAa69+TugQ2O7SgsqFLwWD5W/4bOMWAm8wkukr9XRR2J9hXyMw58TMf+TOtfCUf1psZ9f0TXpz/MpP/f/jmy0JL3UAAXHokRbt+4lNxStOW6nmXGGK56v53+DZ6VnS/VlxSM6CI+250HudCtd1z6wi8gWu7cp3zBYeSSRtr+THCy4eF7YBUEVR6RnVvqJL6BVnFBBgisCdn4o3t/b/jfq3Kk7rnWmWBavscFlvnW7S/QlxX7tM1dX+ANyTTSVULqIvE7kUDh6YNiAyXtwRC+C+W7rhXMLiY4HFwzOtXwEjgJ6ZFJg0LST1KYCpx8Vb+Qqg3nfAi6xlqKsWWHle6DxTL22H5ReSrscoF6DCfNcL0MRUAZOH77QOsPTlT3AybyjUWrwxHirgqc5D/UTg2QeW3HMMePL9d8Kue5HMLLK7z+UIj9lsjDjDd1q++kmN4I4Vv2THvAs4R5EfthG0XvC6BoAVcFAgwNTBohWAzNjSVL97P+AzKH552w8R6x+g7bb/Zvv3fOj/4Rrp86mofD6nhmkWzK3fEB3bIi3KoJP8lz8Q3HH8IzTV8zr9S4Fc12V1heqs51hWcUDxuWbTUhuHvHhHmmGeD/GpfZv04+NXTl/ijwAAEABJREFUxvFes22f+fgQY4uhOeduBL/E3zKk7c9gZNJBmntVvr44Wfy6U7J7u8XXgDLyXoBxyH2/Zh1h1n/yrW+bdbbeBT1Se+nEkROUnvC9jmrg1Y9s9nuuh2EdBzrOJ3IUOGLHQZVrOmOBlIfaE0laSocxtbVPUDv6km2zN8q1S7LWU6SCA9ljuLp9wUlafpVv2nb1t3RN9v2vON8FyxenvGgse7pO4rPiit21X7l0dy/UZ4zY1kz/8tXFNhVtcyetuicYU3nZYml9MQd/RCy7e15yXz995yqqP1E7rHwnX/qKYaMb0/jiSP3qFtQAi8rPLipx5xMgQ1RXlG/+joWN9dplF4DpDxeahCRASAK9629l5QzOQrSJRMpCErn8rrSfxelTvrh5HpcWN99f+49fX1H9K9bnqVuqb+xPmOei45y20D6Ro1ivg3IIcR099ljHrTiNnZfmb12NKa18on7AzLH5rvjx0c9k5CzLLwF3h8nOeFgyMG2Ac+gCTabcOQTmsFc7gnZRKrAP5w8xJ7+pf8XpU335Setn7u2C1vcOJHo/o35g24rYRPvVMQMCC6rvfG3b2OYYnbGw/OCgQ3pgSBvzj2tijpfJgBm/Oca1LRijPpaSxsl6eTaNhLTcnLaF9Fzxs+Z+fObcdOj5FHUn6PlSdO33TNMn8ru6ZiuGlQFzPoAAuZbd8ShOHSw78BTTPgD3eFg8/ExjgWVv/AlV3/LoOi9g0t6A9K98YxXKBtQWSlwwgsfl7rsGYqTy59jyy+8l+ll7037SzfiFMX23MdKxKsij6BYG6VkM1fesud3lbcO9/Y/z9vWEm/ME6Pd7DH1O4NwtmN/550DfpcqXFm3LILY3wZjOOUmGSkDucQGBhS3kHbrXJrR3zIb+BYmafCtQyzf1VHQtLXQd992m9DZtK6y6cwyZ+XtHj9a5MTKhBc+NYpN/RtIxOPve/jv4KW3dMvMC9CNdO0M+fyjANw/AHHmD9mFXvyfOUzHb1H2oRoNXY19Q2wsMcd0meqbjf5dNfcqd5rs+30v7h+qi/MaYuYa6zu1m9hOV49jGc6L2xhS6Bk7Oyq10ibv6XXPRuRSnm9peQDrOjKHvizGvZdlh0Vph8cCMhwutw/8SADOtNdjzulhrpvrE43AOzRyedIX11P0JtTfuCtO/uYDAM+5uVtqRbTuKu/4Nw0VX/ncYZ31HDBAO/iRw1cxWaFoUcE6JJI7MRNu3u26KpVP9eq3wqd3bNwdzF/eBlb+vZX3Rc8rSH6/ppFU62zMD9sx/+Olnt4hZ12zbml+95wXYh4Wp+Ivbu5nFuGJ4A2/Kf3sB9zbAz/zf5gsJ8AMcF8dHs/b6xXk8gbral/48s36cy3wv0Bw/wwpCB2kYSypG4mnSeVnPg33O03pmRv5sx0lnQL6X5jm15Rfsj9nXnO35/W6tb2b6xuZNQUMxuyD/TM3v2Pa7jeG5f6J199m8kAwTFBL5WN/uEN+k5ReO4Znf4w/3CXfc1D1jc4zqvyU+Hxf6/cnHwO8YatHw5gIC39Gz+t8ARhBnDJCTL4VVR14KLD28o3XeHZfEIV3I+4LqOwy5+8vbMr9bGhMbw/F5xmjdSRofy6SOJ0Xl2kX9JgbTd86p9mj7ayQGG0D+vgABEdLOnJ3rgVl5Qvs2RoYdHPL1jgtmF7GAmgOKAUreovETzSeA6Q8/03OSm/Css/wV0PhDM/nKHIr3BJYd+HMbpk8cA2fdzZd+2SKQP7E24D59epgMIh9zX4HyOzjS1hFLh7W1eGR5tLhGWdDksO/WeEDH+t2kHm3pC8VP6LhN+AA8faZs7JW2DiDnmJcW27ZNXekDH/movrjEQON5289YQNtJy7+BPZ59PdvWgdDtbc76mO649qBzx7608zAPTPu5aRmCw7N11Cduxgk/OM15zdc8BHGkK5fiQ755is5z6Tbi/DIxbNyE+cdEvJNZrBvrQNoX4BPnXkPPGWMODAACCytnbE9C+yUwsIhtOh8CV2poGPrXT2pgrgVYYsmB0byFMe0f9n1COxA48GbPrmS/v4+QdzCrlt4jXcgPpV78ZLN9P5i+qZvjxJC5YlNmztUtD+qacu5SOEZr3XxL+68UXbMnzsDK5U9afsI29YesK6oHMo75iOU1DgxUf16w5L2kvAAC33HGvKOw/E8bcLKTAjPnFLwB3vOky78u+z0CVr6pkK0IMlNx3p79gVk/MB06Vld0TqfhuMHyg0UP9Z1UC73fVbGCXAug6hlX+5XX9e479eQug0JWuc/3oSP+ycOiy+txBx7CnXuMzV11YeBdzHJo5ER9uvY8+2+a+r/E3g9d3FCVK77D61gbnugII6+lc3TqdAnwhNP2jnasTsCKO+V3tDlg+ZVfwG2/f8Oyvbt3dJYeWIx3IGed/fK7z9DSBP96P1EZh7AYTy+UM97zpz8EFT2zT+DZ5LDPOBJpZt68KdcxrXnm3UaAP6L+ha4ld1DONpQu7HHkJnqmnu0cnq3lq/u0zhMf8ptJMWLG+RzCnBO92W/AMSyGdLV3dA1O/UMH+OPcdsfb9WY9jc2ldFyKqoDAwpMcdVXsCchPZBZZ21VdRR1mm6NfMhKfJ/uddr52f0wmyTCwdheZUq/G3mRKS3y7c9x23092v+wv0udz406EjFfsWGfSd4X1TG++5n2P3feeWA/NPbFncMaX5pDXWHf8rgCs64KxYlQ7LovPHJNdvz2xjqJjXtRP5f2q7hWnEZgsYK6FKoCo8GIiFlg8vFDXzrCDgF5eB732afHMXIBOeeIz+xPLHuS95YqGYB2tp5OBYxLL1Jvud7S5dU3HIDOpdwOAwMJq3/N8AHlXmqe4dQ11r+oG3HPB4lfsLnmga6jt0UV/Tfa1dU9u5mLut7wU4EWzRMA8ttsBgfJJx6gAJg+lQz/uyFFg6Q7xG2k/i/b1ROWicmnxLVBF+/WK+haa3QO8xTaGQ+SYOR4yztstpUHieVa+a2TbqtDmXssFLpN0nOm+qF7alPXfTD1h7OfH8HMXqbx8/bzS+bCOykX8bFqUL4afFVpXf+zdGPfnyug42uQR7NNIaVs39Kmt8qT1EzkK1CsBnpA35Ry3N6a3KnjOCUseDgZHROcQSHUn+kwFwhCQeBV7+z7hl36O6T4hv/+TyBc9+27K+7hl9wPaTXozpvjP7T+O7i2dm8jFmN3xXfVk6VtXIp+j7JMHpAs17K6N4mzzSUGfOlxQv6I+QE4KpKW20mKf7cpTXbD8YNFYrjGw9PCgxD9leNDXek3zdOk5ZbxP7OlRd19LKI8km7kd2knLnxjVX4B9QRm8E/vNRJMykgmT9gv48rF0blwecreJ8tUV5YdrwiuA9l0awYHMgvfi2t+h/zZwr32H6pzQzVxRvk26ZOQfiGVogIdujPHkA+iVt7pYllXm5QLuMS+mux4ePsCr212eFtd+x7tY40yGk7dtUXXL8F3hcyS/PrZ8blFONnNuDOnIkCerALMNlWRjlyc6N7Bs8Ey7TovGFHDax8wFp/xMQ70TYCIWwPtN7G+gaq63zDZvw/yqcJ+6xNb3LoaV/xMMmxfz/v3W/gCzXbBo5/9E/4FAa78C0xQ2Ue79Ne3T4WbufaJn1ELlxp002jMLkP5NwRvgvFi7FMjPhUCRSWOBysjlrsv/atnNdsCJuPluu2ckbGF8ZGyfk3pzJPoJY9iOK1B+IPfy0MGf+RlGZq4cBVScvOumbDW/hTGnvf7vABz1rH4rKtdzybGnV9S+5PosDNfzGCsPSMNyMYVcJfezvjefIF8++y6IfZk+9S10m3LziOYGAmJobHucm5lwnh+35IWuPb9n6E+BLiI/FFhGWLRu8OArXwGs9kyaC3/VL15r/k0B/sod+G298LCPCw8PvewlR+QX1uTluXTMpwbvhcQLMO43GNom6twJPuA534Ov537mu47rwvfRvVBO5/kJxveyvpIJvE/stuECczdv18HapdrMtZ75yQxJJs2bcrWXdwnFLtzx4cL6Hx9Iv3xH/txGPjRuwmv6rHpaZ2YdQOAFSUgChGRieD/5LXF4bhObbS8+1G0kxf3HURf4p+35GFs+xS/x4QO0/ET57SOfpdo+5YEMY67YtFcuLfq9UfH5+ZnKV1vlbRvqR1rXhPk+pm7L2LY0djto+aF9wroBe5pV3P9xzu2i8i5uWc/FF16fpa9dGIDeo9DVKXesMtGleod2xLDOovxune8Q9UV9JrwZNtvatm8O/IcVFpt0Qp9JB1GVf1VmchO0hpP/ib4mbgd+0mHCYpjsROW8O4DVVX8fMAezvpj8xJmjdDtzOqFXvrYJ9eMCaBaTXS4gUIxFtUFlMsaieSlQfaZ//rKgHyGm9L5PrIMl6eFgSqkeZPqMUb2Yi2v542H0HrUnJpgg/pkQ3tOoD8kDBBvWscKKd1pL0i+1by7E/ieA19TsTs8Bv1SZ/8uQg/YD6omuh1fkKMDkegcyRI4CBEREqThMTwR4kk8Blr7jeepOajfcT/s3nPZXCitX9UDgN9CpdXLMVTpP85DwcOgH54NPqR8kkA4b1P/lazH8YnQ4jj1YN+KhipAmHkAH8lxQLFwmKe2eGXKbuB5Ak6/vjhZx0PoWoO6CQdK1MFHexH2AjVL71b5NtA/2t/rGjMS5jHWUEhDJouUPzDV28EBeZTDugrTQ23dUvUDOvyH3DoB1CXJvJ0kAsWj+FwrwkmVX3jPXhnOO6Hitec6aZzJp9QvMNg5zFUDggVzK6z6rfDH/NQvmj5Cec1JagK233U0GuApuwr1E4nKauGncfwNNqb20AIPLCCCwoHjngYpRkVWQXVjy4w4PPSweFq0X48IfejWaEK/XRXdt9Kvb7+TuF+vp+BXAve2w+Cf9kctmTr9D/MbDioWfqUEzHEh5kMa5cg5f18errNvTBSv2rnQ8GvMOpw88x7yIp9uksHxdTVNOTjkWK5ur5kFv/ij09eUXlJ6rcRWuc7errzDECwgsKP54wfKB7/QaBMt+6mDJ8ExPe7L0mcW2v3wozDe5PmL6J7DigbScY30+X09aG/DkD1Q9ARf+kT7N5y21Lmj0+cN5phvd0HW279lGJip/eHBVLt+TYHc+Ymx8QcC4YeAJYNahOkCJNBm+Y4QpBg5GEZgyPKjqqSst2vai7yWlRftSW7+wM9SzE+vIAgmuobZ3G/ghYQEIvCDkLHDlo2U/IO/ebp3DfPDws5q0AIERKKWqt5ht1zLGSD+glBblT3xsmx6ZuWIBJg+sfpYaP6ThK11bu/ti9z2jfNpW11uf4Xe0ob5z4NwN57zvHR8k/S9wVFcMc1S/BZ9NQzA/0GzKH6J0JBkH3/Hofmyfipi3TWq7xiCbuNPNuEMeY2TIM5L6A9KFtr36k5585WL203paX5FLgZUDHrRmoGTWMZnjBkt/iJPAQweLh4PqAcw8IFXutfrTPj1QfQGUHGDGVgCiMMdyhB/pnMo97foT4pNYsW0AABAASURBVN7bL19klXf6pk/zbeYvfcXMpy1HAQKkY/mK2z+uLevuh/utE2GdpUXzlhaDZJhjG/ZfWr7YxrMcz+/uyZ4n2Njb7Z/73qyu2Ei28Baf5vsQtQ9fQrbUt9j1X/Rc213H5YfPv+0lX/9XT68w1f16HYcaTl35v8Hn2HJik/94g80x3V3LTOxx6CbGSMZgYtuGY7TFCYq3b0ANMH3HpMN9N5QPqAPMS86yOyZ5iFM9dXJjjGyeP2AjemZkOdZe3Dz3S3UNLNu6V5O7Liqb6ycAdmmfyFHOvIf4AzHGdtX3xDvH1gsESPl+kdQfOl/RH0J3N8XUd00KQ4w75mOU3qa8xv+W6BPbkEkTl6K6xwU8hCvXcT/kerT9hxgryFnaXkAVp2r24dTf4x7mu18ZWIb6naj+CuKffrDombtriIsjLKn3soU9tj3J5Ds+2d3/D+C4dJ+/Avs/gn/G7kJuSXkU9RVAy0SlRFZgvaT17+6Z0upVaPPp13fE1j3UOKenffo0rOrg3832li4MNYsj5U80RdExOUGSbYwMYltGuleGFRTbqDweeuWO6/SRB6atuhNA4D3qo9GLtMCi5Ws7AUsPTF+40rzRkX9TgLc5YOnnS0IHar5zmFm+a0DOuIhdILOnc3LOXZyruHYy6U3bAsbPtTNiXIH0PTruQFrgO10ara69/QVqg3+lJ2BphvoTm/wJl/vsbm0bI6U2N+0GZ5IXOnt9qfvFPM/A17b1nH3yMzl4e1I+BPhuAwIP1Nsmh1Fdli2ZdEAG9kfa/pz9Kn/Ad4vGLXTtAbkWYOaCV/rwaj8fUqZ//qrMUXSYbxM2JnG9/YT1lFi+vrbkWoCrOPk3qqnvDZjthNJqfo/HeCXlRyzOvxMdZE9aHpg6kP4Gc4HZ85+ooWZeYyTz83W6TLrP9rWNJ/peeWLqzLTWhu2zpV0jQDr/Bagfh7xJhap0D2PHx5acn0FynS/7Ujton8CYv0Ou5fLwBaYFFp2Ct645YOYf0ivQXthU7Qr/1dUMD5CRIkcBAs84TP+KAPoXknnt3teZudaFouO6+NqK6n4CYZzQZ064MfdD7oU/7eQSx1PfQlIgvWOoOuBjMF0TxbkuJjX3XDPGNf6E6pzIvdiu9tM91XeKB26G7XEJ3mH3csVsk3nOamTTs7Zr5KTlu0eL06/ULuQdps3Etd35ygofKrdtzM8C88dRB2B9Fhjzvf5zbNNWXfkPfyD99P27P5Q+oI/6aau/9vKxY32vPfHr169M+KPpL/H5+ZFf4vNjyy/xaTtKfxn/aTumXJ3yr0OurtjGyDbGbOPHx8jn55a2cRvqHWCrdqxjuUn3DOej38VMfd/N/KyHtIjfS5Tic76Yz3Yn1aozDBgdK7NgNiDwHdNHfSnTL/otDBWv0HXah+M/NHql2Lx92P7SbYzVp2316UN50+5wTF/3kQvNRdaF8BZ2Oi8FbM2L7lWsyyusbDa4dPlbt/nnYpQu3crd2MqAAzieAJjngaE80CfqTOm4zxcYkrWxEumuNXGsDh55AlLRgZl5xpLhYYMHPxxACnWZhXVXBmY+YOoSAv8GmQXvw7hi/i8U7VDbPVxcCy7G6nQcE5VjXfZRPSBfuTj52sgsk3jbzXqBWZyFIbTlFY2sLgEmcpS+iPSLy8JaZnzpLd0KYo8txx9eky/fVPqfOvrHL3bKFzd1C7d5UN38AH5il29+U6Xrc62Ve8Wq9hlTfVFLaUGFF1RfVN3NDAS+o/YTwMl+o8CMH9IaS2HpYNGuTVg8LFrfK5jCHjp63Y/SXVR/h3qEs3Yc/khJ5btPLPo4MObKRG9nu8rHAo2QOS40NM84qMvIfZKfkWQ9zNrm8knwMq8kgDjk8kkGMd+errCiX2Bpsqn21DZ3Xk7kKEA4+J8I6CGAwM9o/LAR8N6nfadOjruLTe5mvj3rMI8Pi2QdrMkYgmiLPiIJ+fsCBH7GT5nQUFh9Sud6sb0dzys2jXY1Sxd91zy1X5rSAgR+Rn0KWD7lC1gy/ExNnGBtIrMhMjb65sIq8IFbjNJtBBEbTX11bWwsUEHmT5frpy6upJIJIPCMaXhzg/o5Rr4Y9mUtx4t8+ROx7WvNN8GekEysW/5fFSDAI/3s603dfsdcj6Muu7efoOm8zAePnHPfuY5Oc+Xy+zybH+dydX9G6/+z19WjLTlx1Z88aP2WVt3pIAUcDzI6GHHtOU7tR58lpQWgZV3A9AeWIg8CTNvUHDxcdBoA7++v1vWKesKKOYh1VPs3aOeF63N6mwBWrsqAuZh9b/9PwNID0SFnARQ5xckDM14h1wKo8qRxPL/8ga3jCQ9dfc++lj8By2e4p6F8PArwHPVdrXKUxTbG/IDw6Vtp8eEHgI0xX+i3rum+aPsG0XN47r+5Th2Lg47mKrLK2Za7vjZhJ7ys2/rGBUBOGdBnofGD2OYTBNszILM4HsDyty2y8hH7jNn9cBDB0fa232q1r5gxyO9K62rO5rn5o+bNXHde+ZyLzse7PO0TcK8PFl9foERbDiAtlqzQS1S3EMvmHDVvAWTSJCRxaDLUIQ8cOjzWxei4qyPpHCpmeN5vonx17thp253v/t8lfP3zfxy+L3PeXDOJjwopIlOHY76xZQSP5iLSHPLB03pH4ge05i9a1zrTE5s5sdpAzgIP/tSdFL7bAPO8xxn3J7q7nor6lZqy7MxbBm/AlOFB5xwcsi7zavwVVcIjBhbf2BPbtqV8fW2K79V7usaap7ri5OsHKwdcqE7AzAMX/Rs+Fnj4KM6+nbR1wcVuo+Ahg/wQpb/Ba1tP+aRnfUDZCeDelql4uY0X+2prZgysWCCvpRrgm1/bUoC2l6DXd5r6fThXn9uHX1p8ur/GPV9tcx63te7HSV3gpv7mV921OiDtS3HqwTaJUz5tsPRATHzgTtxqt2jJ8DYS9+YtpZsK4L5Ghm0bjAATOQqQG3Hn7pPysSXbeMJursJwY3OHlduPm9hlhWeFTBYkL1f7tHu+1r67zn46U1/CpnhtO2qg99gW7ogF8L4uXyUX4x0I0tYryagsylcHBKi4+lPONtZWVIRlh0WrO23lCyCjYy2AmRNIC6CckEwMmTsuQz6fYTae3GznnnmWKpvS3LkDYzqWJPrkKPVPRhMfGkD7wqG6y9s2pq8u6jL5FbvyVF95+il4zRTfqNqhspANrgVg7ps20+a7NvMNG0Nf69UXuSGdGLbr4EHLEBh/YCgXQMYwhxSMOfjqCiDw8KmuANICi5a/olpgxsKD1gcombbJHDcgzR3LuS7q+cCeflasXHuh69NVXTGVOgLf6pm239062IcdjN+zxr28iKXtBG2i9RWq56Vq0vMGy8+GeB38YYQlc8glVlcyfcvAw9p67qjxAnj4wYOvC+lfvC/kUnbXWvdB6e75cvPdZnZYfZ+tN3W7e7khpYWbPGBOcR0LWLr6ThxyfQrgUJP+TcEbVEJuXfDMAxkH4MFPXTKb6ypOgZlPSiwOKEwuwITaSc82nbT6v0XPld/5AnM9w6POWDp+e8fU82kXHfsHdPDaHe9XLB+NLxfwpIFn+cl4Ch2Tv8QcS3MCc8z6XnptS9t5poX6RL/fYfnkT8Ux6Dqb8DN+xC5KT3SrYp4HsO51jp1zCtWJQdJLzAUzg29pf4r4fUrp2OK86ernWIhlDRTGL1nVmwsI/B3atmsKeI4byleg85iIa/wZqJ/PizvdU11cW7t7WPXlqkX0B9sLyGbMFUN5Yb07jKjI3xQw/184wt/5XVNdmpz+g7E7bNzefDZTNplzmyw+30pdX5Hs+hU36QOY08diSk+MQU4gD2/6cl2/J9/fCtz7KZwfpAtZ80rSVA+QUSHfi65Z2NOzaKJu1pEDWO+J5vmGMYzlG7o+Z78GGYKRFB9jrO9BFD7dKNu2LXls6fv+B1L5bYzUd+qUPwp9NzH5sWUb+pjnQ7qNoUw+tU8of27arftTfJyAfBzYRu3CmI8P6y3Ki22MbKX6DuGVkSx0bTjuu99P7Ld/cvv6P/n6z3+y//OPS+AfffZsJFYvyCDSrP7MvKT9+jT/h04TY9Nn6PsAcIxr1H+HZu25o/UMlYPqyJBZiLx5p5wwKRkj1kk+PkY2GzzbId222D6h3yY+1H3oPGIBvP/m2rW5aPKCRr2D3r+9ADtYZNLM0krK7OpyYPk4A3mFKQ6fSOt3oJ0SOUrntWxpce7n8hz9GT5Ayo+QbQwX0+ZkD4GTJNSPxPtC+SIWOOqVKv54wfL70eFuWH5w0gTKlxYXPkkP+fXhJrZ1T9vVF+LhQTLs7Jj0Nv3qWzj/MaXBSH+CmRjTrmMSErM7O5OWhy2I8vs+1HNA8ptr19ahv3k70f9160LypUPRVk/s5i0aJ3r1BaPouigtbh5wJ+ozYR2TeqvPCUWXs4/Cab8pWqnj1Xwdm2I4UAsjyOv0dIHtUgMEHlAVensBEHjG6QKc7Hdam2bgHh/ihSh9IEcBbaIiyE/PBGgXJwUyxvgO9URbIT+K8gJqOZH1THXo5oPGscQxLFoJHqgRnGtwvjzt1mccB5IMfbpOG6P47ZpzphYI/B5Bxz9eBH6D8JRh1m/frrQO9TJNiqEwx8CDZe1H+/mGP310n3GNBeTfo/X8CPIUp5TXosv0GTZwWM9QsZXqOJyrbcrxrHugPsVWP5LyY/LMXMFgLyDwM7q2YNl1T8ev9ETlomeAO9HW9O4qQI8TQ16wkSuiLiQMHgAVK/4W6QWyTxfoqwYILCjOC5YMi1YJi5ckJF345c/5rJz/qrh5jAPiJfd3F79xW3ma9zvO9pbGfbn7wX5hjRjOQi5YM6LW9d+ztfNVnNVf+VN30tqesSzVLe77vf0qOr1XbHbqlLEt06e6Ue3KAziGpOuu2HzrKS1OHv1h+cGDxgJ4Xxc8+KmxzlJg1gFUnACmrkL71nHKZrvE7vos+oVwH2EnDDhGeY1w0zf2Fc35HZ3XeG6KkMHwnjlt/TBc3L78EvlmbhM3p9Z54R0IILcu4Fl2XYziOL+cfe3NdZPGrmGdaj23o1+OAkyu9QH6kuF4d+xP9D/5UlR/BejvWMUC8qJ7qrlUPV/2KR291i92X9pjOyhsc2nP4NK+6JaP67zyL1+M+1K84XPPOobYxrBPmxj2a6EV3nyfiPWg8MCeobxyJGgf4nOrNm9Kx23NF5BhXWPbpLE+AqR17PajVOHpqplRyy1f/WBS2Jc5NvY3fkGxz58avtIvKiq/0l37rf95yem/zzrnmoG0PbEAUw/PtHZYOt3mBUza2+5crHHKjPeWFlg+sGh1VwC6Lpx6qFwJ21U4F6O6PR2BovXFfvT80n3l0KpXRhWHa+Wi/RzB51tnKpZb0jWCRMyzz/GJ45jqfUdp/upvjnXpKZ+0utrOce74NnZscSV8mbh1LNS22a5+2CotPpx/q9bZxjp+iH44r659wPaSzP4sOVMDpH0BEjXPyL1A7U2/z2eK4q0JAAAQAElEQVRux6yoAxD4PTrn3aPbZm1k+jf+gZUbyGZfXgGOdfuU+EH0Y8YDb2jUFftBy9evdKHtgJUPmD8cPtpx9s/2aGsSYAbOc3YQJkZmQT/lFCpAhVfP56mTB+vSdsZPqtyr/HmOV8a9DFjtAwk5CxCvOQbtx8KW7UM4tpsY5lgg8bJHrqFbbu7xYnet9wutrq/dNbq7RofxY9sy67cvYGDS8AmD0z1pluzGNLYPi/JsxCon1h7aE6N25wtQP/K+7Gm9aX3bmDzSyh2XwjShdptTKqsZv3gYk3adD52GFQwp6Cj/b689/tnetvkK1ff13v7X9i43tN72+xm7Z/Bu3hV7M7R2yXE1qtjGyDYeGPJW7OLS3/i2Iz57nao59E/06PfZfyBAtpCWu6/y1jnWBqR1wOEjLTekY2iTWrkRu+Mcsdu+KN8Wb1Ifeyk2538b9cn06bOxqG4B68oB0tSPOqJc3UKOAu4Z+92xO1STVC5CzDfuaL+mgzcggLZFYdFYYPGUn+A+niPkxCY/of84QJLySIsxRlpvaWXdll0G4yVO4Z7SE4YYXd2e4NVnw9xPN4WFPgMmHOOzcQzN3hCzPhPOtjRH+cGse5QK0JAEFs1RgKmDRZurAKIhZ1HKM/b0naToF6P9B8sfOpTiu1I/b39ab+X6PJCZx4EIMBELLB5I67+DMX2AXAssGbjb4crnoc8qwGSGdBNA5l+HfoJp/+PNdfjwMdB9mEL2MkWOD3ec+umnb9fsO8TiyePweH+qR0PP6QvOtVBqV2Jn0j1qZODRFyDzT6pDQOkvcM7BNkZOflJjO4aYrHCGVj/t/1BXWzFtL77ArH/a5XWf8iuF5QcPevUpf2K2yTae8klhxVaGxcMzra2A9/ra3s1TdbVdAVzFO1/fdzgdYMX1Tphjea6Xn+ion3FgxDckqhaGvOgayfVciSvF9bXP59Gt0vInB0X6BlGXeN9FMhjZDgw1xbXN8zm1x8oSYCGrKIZRXdSLcWJXb5uO9o6t+uqEyftOEenZ9t1+xHJS2aer+gJa18KTwyHAb2z6MIF9ZvbZJmREXoykrz8PVGe+TaDNp5cad+Yc71Lf4Y/BaX8eSMp3ORcdn7Ts1nCHGc+XocgLGAGe0bGdiPpiTycClp+C+gf/Tq7uT1hZ7ZPz1fe/3YFp834CrDol9/qhuijnUvbMcTNfx+QV7csVyzcxlWi+BxydpUtCMuEha/ie9DP4gb4/PkNf19fUJTPujN8c8+I8f8Ygw8oXkjEusA99B/qGu88jFggom+CRe5hvhKFtIvKJLvru8gvdKyfOd4bpM/Ql/u6E72gj2xjS7U4/DNqGegpc38y+fIB+ZLPOj8Ic24h5FspPqNdsXMxZGK9iGN89UHqCHGWO6y2VcV/Mefj6J7voP3K+Qzli/leOGtN9oz/lfZbGzzHIbyayC7Pdm/V6Tb6vVKvuZFg1J4y5r4EXfvlg2/YMMtF8aw0mzzxx2DLr9uYVhzOlWGHnYZhkyE/9RsaUzb0l5/vypq4YHPbSonGlRY4C2IgHDvUfCVxiWO4lf4RxbdjVr9GVJ9VeeqIH7ivSiZsOu/dnNPwn6Pz9Mrz5MxfAnrZjeO9k33mjytfn1i8rRfnC/Zj6Y8xCJhcL4H1dQOAnLJ/zjszGmHmb+0T1ra+YQ7DrWEhMfeSPtGDSQVLMQ82g0j70+uXAK3IpewgsVA0kvUqzChBAway7JKO3b5jj+0379wrS/D4YurnaB+usDlMAAeRyp2lR5VXuCW1L0TV0fnjePQSKmx84TlTul2fR1s0aX5gX2tHdupp2722idRU2b8q/uwHGL1z9YOlg0T745K4uOfODFlEjLB6oOAHPfCXofZp/vA196tU1VnQfFJtd3bT5FZmz7Dy3cUUXkZSJaCP9awX7nK9ygoUhdTbTMTVdeoBtw7V+hQZAnweM/u2l55M/qHlB23Mi17YdmbH1+YsCj9x1hyWX/wlomGDP7L8TiWvqPfQ5/NaE70YXkjeX1Qd4wnA84VkHyk4A8CZLUu2EN68p655iU1E8PoD70LEPy4YPbKY/ifyaT9n7dR93NeUl/+VF7hWVtQHYMEpFG7uX2sfSvfRASvO9gIle1IDuTC0sOoXeXsSq/u/Ava7/uzw/R/885q4rMusfjtuJ7s/4It51VADTJ5di5CFx0J/IOrvfteGhuxl8opkXrNZ6NZ2X+3aoLABtC6cZltw2X7GNtSaRAqf7jD8FeOhP3U+07T5RH2Dlsn2Vr1g9OXYyUtGe9h8RtY2gwgBg5mheWPzVXn3nZH0w2oMx85LZti31XSBDK7vUPB2rJzgGlQ3TKwv6nU0HAkVs7C5uGSTbNgSTd+vrE8s+qe6T6nyh6N+Ykf6gMOM/Rsa5X4m+3vIos4/7Qz45wCN7raPqpp9M6QnFmW/Yv6+vr8mvev368OgckPNvMLKNOVI2e1efeXatDzFbNse0aL4TrQtoVff29Eey5qp2aMNMRZ3o7QAQEINYbazUHK4E2zb3m8+DHNh979BhXoD+ttX2wOJh0baLPTFrThrLbI8+srGSlHU5JHhVSAJMNMczcI7HtOUosHxBqg7wnrsP8MTHAnjP1AOTth5W56cMSw+lsTDHvX4FVE+uBZjjAQ89LH6fY8k9d+UtySi0LZpsYaLvNgt7NnMUQ3riw7ZuY2Qbww+wwjmIBUZW+zq8ToC612u/zGFteDvzTmpOIBz6j23k8+Nj4sN6FtTJM8gYH2ILjHAgGTmxzwlOOGxjbClOWUtgpLphPlueK/ru+88//0mpzdKPOSYjzFo2MuVN40im7qSb+T62kROK9mOb8lbBsdhvX/n4YOYdBi447hvpvwJeINs2gjqk5w95Nw+cys8gfCTZHmhcvz378tl188fy/qdZp314foib+MJeWznm7zvCl+H/sX39r2bcjPva/zHyK3t50Twnvvhyh35NW+2tqyiP7SgWj+P4zwVf8l9uRXtiXf1sUXSsd3Nm3JK1ECdtnn7gZyTFaG7bHNvfae6K2/c9QO5/8rHs8Q/7WCj/mwsIkGFdUN4G5N8V4B7fPAU8dNC8pKV9uPVLswp/QM+35logm2NR7I6nvZ1jW3qiZ+oV+Rdls40nhnxhBabe7+iXRbtz4HCrM3l5SS9gjiMsOnXTbrwBro70XbqHdr/Mi+tszfduv5LqNof+io+NbCeGvHbad4E5h3UVJMYz52DbNmO2yUN1guF++5h64N7O4ZwXQE4KTL/mOXUnhUcskLO0Dds2Zt4OTMdobxvt/6bfp/UULuljye93unR7thAzZGMIeeNaw5CeYBC4IsqxrDFu3XG3Fuc6GDNm128hHbeRLH3UZ5Yloz7q+IYxxpMuljFzy5izeW1agpfMslVYMsjnLLvMK26mWNj7j3uER+f8wvTTeooPadF1tJBWl2Fur7TAox548LW9Agg8o/189bvLzicKwFEnKz4JyXe0i47NshEgLSA11+S9rfaz7CReb/G0H2NpjsLv8nbpO+h1v047EPgZM2C2fXLfbqhZID2jvIfqjKnsSklRfqK2l/pUzQsaKWusQ+Ua2M1Z5Ngji2If+7gondijnzZrnnUlcsJ85FHgIQGBB04vQHY/bJk0Fqhe5n6hbSiRMCbP2DKECqdnz1nGGOqHPvqqhEVl315O34w/5+hB43P0NvHQ+bxrQDN1gEt/QGNqAmZb4JnawhRNM2m0N+AAKN+RyC6MZE6A53jewrFo0mJNbDKp5OnSz6t7oLC2e3vSOQ9THtKmmojFmKYb1KJ8XsgIBmFkwaDzWfOd6qN999yc8NzeJ/an+YgFzHlAcV7ApL3dLs91IPBA7fCQgWxjfIf6EWafN+kVD32mnSRDf6Tz6phMZt3WM8AzVQecI12DfbXa9L9UuGgmf9oWvenXHE14m+OQkFWqO2CuTNyS5neDfhtf7a2zeWcK04C3JMBEZtnly+zeFlbcrv53cFURfRAnLf+K2oqlNyoLkpcL6hPztd4k5G3RLcAFkRcuzL6fnGg9a03dHCaRhGRiJJkwzzwzSq+onaTzXPjJ3nNxT59/fT72v+bZd6crznEz1Kr3CRRmfif9lQKBV+zpXNrgXFHdmR80FXaAwczR3LB4IENsYywqP8LxfhN1yezPHK9b2qei+avv+LVfW+NEaTFzmqcUMK7ILHguumIT9+LudyJ7fwD9x88lfs77Kv7zf/Il+iPprlx7feNvIfF3LoxrjvU/PGz7sI0Lbfsgscq0uLSjmMoLZMi8oj5psW0lfwIQRibOfQrK3paejFEkffQMfYc/WEzf7aof2ZQXhr4F6sYB1CVbc5F0vE8Mz8P+Y7Rhmyl/YK63HAUIPDBsSYEJ4aGHZ/4In0TLUw5Q8wZ1pjcBiwPCIU9aXoxTL3/VK3qYRTwf7rudPFGfdzBl3sFsuu9PqJ+KXuH4qwBKovwVKCywFlBjTDkX2B9o6mtOIIDiwpwHZVBOgn85CqX22YFIfMj+sR79m+YBAs9Q4bV0urulMzF567Ib6Qd5O5iifBES8JaWk5b/3wGQ/q35feQEteKhaQuXpCXgXVzHEZauXmNQ8hZ9ETjReh9OXXc3xda1W8crbpkbz83WTUf2vOIxqqY5Lvi5LbBsz+1YgbBs8KCw+HoAgQequwK4ij/ze9I1FovvCNmc+H7/4ztDCrsbqrP3G5sf+j7K2VVPtn0BNWHYnpFFqUY5irs88rs86dxMUF3UX2n5Z+jgRf627Dp2PF9B/Jt1XqnOx6UpwCFl8sB/RfNj2YM200rL747jTX6hD1Q64LtfAxbyPK0zgyubwCvARLUFLBl+T+tbwPJ75afcm3XZwNzbQDKMKdBeegVUq8EzZZ5f0us8aPnxOkPrAEeeCgJbAN6FDQiQ0gIIY9yh+7xA/Ymb9gN+m5oOrZ8jUoxoi75iBh434OAeBL7rHtYr57xexb/mb3pe0TwnNP0XFxC4wLHquXlNteboonHeKhn2HFvlXwJ443n2ZdHlcu3vzfp2zwhnxXYCysw8bWOZ0lcAmevQmDG4x8QCeF8XMG3AUvzlveM1W3yMS/k/hZ5tvPoB6bPntAH3vtqw7PgMErcevCPx04S6m6fAV/7Z/5NbF66H9PYxfB9Wb3v2Qtde9HYBECrb4PoBsz4glbdtm3IswOSnzqgN5+CCbQy1CSDyKLbXB8TUaZJambq9G82Wx76UX7jNelv3I4EnTPsgrrorD0wRHrRzUtRw60ZuXaIfUCK9orpi6qzH3udnNGNmO1tbe43exbD+YjvHRb2TkpsfYtqnzm0BpONYcy4FmFJ9JnPcwNbYruaoqrQo3whgpmpbhvxm/cU4+I+x+UFo/4bhuDxjj9PoXpE6R+t5Uz7ZBhnbmPTjY7O+XUScNB2UADLXS7s6wLxMO3ynw/yw9LEA3h8XfJdh6WCNT71h6To+Y4y8AphtqG9Rv9ICb3fU75QPXtF8iDFzNBaYPDxoDsjLewAAEABJREFUZtm9PzCO/i0ac5Bta/swPpbla5oplzqgk8+b9XrVjRHzjZnvzFlaJCvv7lzPH/BcR1b27QKs64Fh0mGbFx0z/8lv22Zd2zdd7bU1OTDtXSv9hw2t31nKbE+bJDf52bdTcVOLWBcw27Sk53v3SPf1V/slPBmnLxAX2kSzTj+/GKjvHZVFY4qQAHc0HvvOWP0uLXIUYHLAPQYe/DS+3ICpAd7GdNy27qsX+wx6c4OV5zT1/OIQ3LopD6T8oV66U3hDgSft7lqppurSIVO6sJtvIfc53I3f47Bltmck/dIpnvET0++W5f8zvZ9J+pfH+cUveRaM69xVbkNc3xw0d94q/uICbCe2d0wK5FLes7oAK2Yw47ruCyCvZWnWuMz26VC3QjZDZiIEWHmlsOS5Ltxv3UOtY0Jb9Z+fn6m+fPVXHla8rwNpAeUhSlXwglHZ+S69Q3lTXwz5ovzENmwrd5g2nPlNDtifCB59dGFA9Vdk+gAZxneddM2ceJWrHzZwbNF/wVBz5AUokxYo7Rxk6oYJCqh+6WKBJUcCBFCbSYFJYwG8O5uOydwjhwwjiMSTbla3qG6+L9Q/swzv57NVj3pfkDTdAvLkpwLc7cDdDXjSw0O+O8lwYBz20m2MOV+1nY2+8tUBMz+NL18q3l2ao3M4/nKU1tVx6Pi5bZdVZ9CzUHO4vpA9mtWVenp7NvS5dvNH53hewBH/QlvPCYPNQckTqgGmDXiyXYVayPobznf7ApWztOVFLCWFw5qexZseRfdl6Qn6XV7hYmHC4L3Ycz7DzvafVGvAekX5Ap7lU1daACVP2DsBBxjMnEmprWNL0pkaTj2TH24+GKFIdXhHWyG5XGdbS4HAe8T661N6Cb+zu/O8Oy5X3I1/wQwnAN7Xzeyfg+0E6ZI5UT6z1jOsep85yrmjugO2e8bkfTFl0IR3R8yamNgM2hy/0pFM3VCHfgsqjws4OOu0vsyk8ran52GRV16ftt9uZwzSFExKrmNRvgDSAuj7HfXZfA7Bs636E7XfMbb0/7Pxw5jPiY/5nxz9tZUK7Z8H+vnkio0R5l+851txGbgWu1I8PR0GXwfcI8p+D7mLOJoFEC/jnb+O2/zMaYDnhN7qyxey036l5Z+xPL071nF8i45961hofTwHXaTr2t1dz5ntaNuuMP9sy6LNe0nxjb3XJuOVtimTyUs562je03TlT92iK0XtC460afcLkkEmMOS0e0rokztimUNVKrYxso2RYfBm4IT6ccfud8y358+qjtXmmBQfB13nZ7I5QBi7755iPyDG6DIvqPdk/+oGBN7AaLX2n4VIM2Z7NoYc2dQ9MKZuqFtxkdtt2u6UiViIukxdF3ifCfbqLpe/+R3PhO+/feYVX/5Q+vX1nyz8414ovrL7I6pfBAU3CI5N52aYfrOWD9t4ou0thvpzrlp/hw3IEEBgQSYTsZjX+72NeoSp+PkG5N2Z0ffXE+e7beWuFUYytsaJTb7yIEiRznynfYxs5Ytpy/JDOuF4t6NP+y/2wcu1lsLxpdRB2KefMbqc126/rWZPB7WOqDg3gXXMQRjeZ8P0vFIgsHAm/Ff0EgsYuovHBdzzw3d+qFtISN4isz8PW/6idFBOnO5WlcKhVbVPvnKh4ukCghroXeZfXJ3PV+y+UN2EXWl3zNa8BHjiCcrrAgLvkJBk1pEs3sWR11KnQwcEFmQO7YPAYVO1i15A6tvn2B+Rf1cAU3MPAtK/u2IyatRP9uX2gzqwYuCZXtf8lYfTb1XQNbO44+6EVVfMietGPOFm7D7rvhvyJ9a/brgFdTgvxZjUnAgvIPAemucFp/1Bp+G4dd8c7CTApNcbMOu56soDJd9QbfMWUOmby1RAbQfwdDkwx9bxwUMr+z+JFB8U/cBOx8PxVLnOKhfwGpc9zPHZzb2vdd0XG6VWA8RLlP4BxlwvZrteY0baTkDXIgHuyFHg1B2KPxA4/d/ThgMls64y8JDbpgl1Y5Bx0hH5Yp90U75ifYC/ZY6hY2pYJvIolU8J0P6M2rrGi/JF+SKeW5nzVm1k98nAyjHbKT/GY1zvuupfACvOezATEEDucYGyl7U9lHJ2b64P2Xk5FKkbEHjGdLjftIW4BCeIbfW1aBT75u9XD+APsF266f/k5Yb1Cf0bkx6EzTORp7JnjcuTUmGOofSnq9mfbc2z0A9OP2F2JDdDxTkw0l3d7h5c2Od87c5fofOL/LDX9g5j4EuM4zPG3DfnPJfmUsCeiKrwNhyjd9h9CZx6zCc6bGfbDPt2AWldr4gFWpOMdYF8r9KqBKiQvl7X+uC9T2Nw7T/BaXGIXROxxgcyS3fgZOYYl2ubYeV/rROIV90WkBSS/kAQ+W3bwocfN+S/nFdNM7fNKNuhm8C5iclKT7TuD/VDT8MztG9jZJOWr85kWjPHl01PbQymL2DKEe+zv7Mi11H7v3+5bpzHeTY4RqXVF825f/kDqvbO9YnqJ7IKmFlUGrbrFUCqA+b6i6VjWADTFgvgPQGeEAucuqSz8xN6hva5XdBxns8f91X5H/E6C5W/wyakyFEAh2HPzfGBs33M/rS/7V9tRY5SXQHLv/zuuMOSgelZfZklxXqZ2D0PgDyK9fuh7ObzeRdxcm1V6kF9nec+m+9Q5ypMMSZPhuPS8SqG8eOQT3rq7ajrZ9c/E9twDR4gmXXGApVkvGDxsOhue1QHMJ1rS7m6E7UVwPTpOMLi4UHrX7/i5DeG7eKPqN97mD9Jbd0tJ3WS033w1R/dnav9wNTLO2Qd9mDsaBul5VFT+YTqeQGT9lYbLHnd3607Ur9XbMP+Hpjni3mAwDMaBw/dzfXaMSuSpZ/jPMiV5ocCPFmAwP8Wcsl18vlWxtHWtvcEnG3IPUcsvGDFks0cJ3ASFdVl4mM77cmHhvqVyjoXe3CPdH8UkX/FzR8Pdt+XH9hjUIb19D3AjZTGzC/7/OZp7jEP3Z5f9XkF7tW3MN8w02pXrGI/UP7AHBd5kta75j2W3SX8gIopl5pkroXJv9yMmBrqNLnMuOY9YbOmBfS6YCr/4gaPuLrDksufQKbYxnDPcmDYbuY4b4m6B+b82bCOrdM753U4cGMMY4byosO6hn2rfmOYY2SoAwILOUr7a+c7AAvuLcA1ZAZi3MK2NcfiB5l63Qy9ZUvyoVAMz8Oh/Aqq02fS4F8ybDegJQGeYSWnHUhL21qUB7L5TlIAMzYWWDyglKkHJs1RYMnA1ACrLZc6Y4GHXXFebVNR4dqWJ1kBmHUi32vRPaU4h1AuASZiaT54ltu/hGQiTwV1Q/+FkY3hvBDVeVeAwHe88z11yEDvCRCSACGZdSE9MdRfAQQO6NerfSx9BRx+0tMGnOykwCPfwdcwx9MxLV8AJa7NNd4u7MnffBeMzzuPKfNEaK/wdP55OnhWnTFNNQbpnI/gXyZGkiG3IL8vbOoKj0Q/yyXAHTK5FnjYYPGzHnmr1N2kR9t65hZRLi3GiD4LsQzjYOUB1EQ7f0TXWDG2ceypRUcPmY5rx0jMlL6PkqRj3rPYQUj/Eebibe/Z8YPu+u+2eTe+voxG51v5aV28OtbvFafPVd93hCtqO/3e0dpPvNpnv1+VLzIQeI85NvZfcyafffqG3EvZBVQvDLnC0Bn2js4Eu3fP3bP9D7reT7VmOO6dz2L7IFcwkjhPOSpoOxdshwyQawECZIwxKYyUPwHLVhmWL3CsrW3S/ohxov/VlP4wuo2RbQyfY9vE57bl1/aRXx+f+Z9XfKoTtX1q+/z4yKd05jRuE61/gQzrH2TSjZGl/5AKtnBAj8AIIiERy3fkSrdtyXEu84cCzfN7p05h9AMkDyTktTzmd5/n2ik/++0BJqqHxaNQ2MMUx5TPs+rYsk/8tB8xc3287e+uR9K8T7DOMZEMIvzsZcK+I5KYbp9ovbFUN9vUmMp7Zs7ae9703QLX+RXVDc8XPLPPz4Sj/OE3pMM2n9guOUeSYrOWYZ2TlhfliyGv27cLCDwwXLcF8N1XDZDWUWwD13cx5j8A+HSNn5jrfWzqXc+u4Q/5hZG2hfQvc44o37zS49InYq9or10fjs0uvnyXP/GPXyre4Xt++dvhc3PsUhido1hFgG/Y1I0T0X7HEfhCznVaeprKF6c8Ke6qXdxEqXN49QECD8wYb23L3P+eBZtjV4xjXkrhe0zIfV8DYSRwwIU3/1eo0j5vr7BliWOWOU428qAd693xW9iz23Zvie/V6fcbYi9vdG277yNNM+npazq3SYbtyANqGzjxZcID/tKdiUO2gm4GTDZhw7p5IrXOv7pmnY4CyHlltsIM5sxRYBoCDwpMGU7qor1MQCehgGXXOSGzlPwJ44iDes6w+w0IPGOMZ3k66zPp5QbPfvAsX1z/kr3GjzA6Dpvt8xhyGjuMRUJyARAQGf7hC33EPnVmmTpCUh+RlwJoYmph0Qqw+F3BJel9yTJPVxfkk0K3/s7wtziqubehuYBQ5gVAQDzpldU9qea69SSYdPXAlajLycu+XHDmOakRDnj7V6hddR9+oOZEuGeDxcOiNZTrfnJppeoeCj7F5NuetnNh9xCIO7v2Ikf7V0wzfQdgnmdcvWDZXnWVgZInPO21wwIPP+CpvsPlTmDZq2iuzdNxENfhAU+pPgQ2D8hNpz7YH3TP8KVyybdjHatTMUS/OOq4RZ+YJ5OaRAqkdojtE1Y6BIVK1Vn7wXyOq7tKec85L7rJG6ej7gdP4AozPMlX2xs+70vHBcjgki9v4vUB9TYOpAfyUuBhg/IxW8x/YJTab8ds9bf9vrm8vvS7Za21m/JtxpCW3dsJ2eMyhX6HcCFAzn4B5lzyGGPyQF5LNRPegKDDiaFcnHLpqnjXb09mQ/L7criZKrAynAGw5H7g293np/6k1REefZKPhxoHRuyXP7COffhF1mc+x69s8YOBP8h2GzdeV0NIBknrK/KbYnt/Y/0rU+s8x6ljdPMlri9qe75yh7p4zpwJwfadwu/oMU6n+65cdAyfwl7SdX0VTz4KxD+TjQvSl5sjb3MXugaWLzDnJJbaCkBpXbB4wlJ4hwevGHiWq7sCePJpHVeg8xOcNw54rB0v2pESV0mnYWJjZMLDbO79WOzrfNlzdqw2qILeE+AJ45Bj6V4rAKXHBcyYauDgbVyrqa51IXPmKt2G7Sr0j4t380X4Zsw/vhfa4GSQ//PPfyYt75K3tV1BvhmQ+Htqvpw3r7mqblbm5VRqt67yfVktsoTEejhwnsUn3cxZ9MvrEzYhw1yTznY64OYa8m0vGKT9egFzLOBBVVxdfuSBu61zXwEeusrP8Pyco2K7fqK2N46QQ52ie6K0qP4Vv7bhlxnb/OA3+27e0s12lLbvhaL5xjcAaX8BiWhQMvlY2q9h5dvHlo5heSDVx7qqK4BvuWOp3xhMG5CWEjj5B4XF1+dENUN96R1zjHJvYyzAlFtfz5pS4F4vLDuQawFmHHynZ0TTMQ4AABAASURBVF+Be56zr80fC3yPg4fu7HtznTEOm5Hr+scfT7/8obq6+ly/sNrGyDYc9zEc6j0YgvdiMLJQCe2ZFidG3j3Vz3OOE4Xt6RhugwxzrbgY/8BmFdtGrtBV//rsqX243wtcn1dEeR5epQfuseYt37xD5hVA4Bnd47jvS4vy72Bz59Fz0vqmz62eSQeqO+0ntUk59Q7Jy97Zp612Ona2gwuqX8jdr3mb54rzTNpUnpB1HMmwv8U2OofmUfYKLgKSC43T6VzajvxQ7muqdg/X5ihbzFxNrODUeV/XvsjTvXle8eTwW4GACMvLCpprCY8+VNe9eeo5/U/FhdYGqDGZ42IW1yIPaBoCJ7Po+iud7/c+YF9pjnW5uz7e4bQ3pylNty8kc76Q3i/no+MJBH6PxuBtrZldbp95c/RpU2MK82RifrFo/pNue3xH6JqUZgHpR9eOjS2vmKG8jba80gPEPyuAf0cNmzmbCZg8POeYXcijAFMA7v65lM7/CSDwjOnqwMLSt0/AUkuB9K8KWflyu3TB4XCuMuU4z1f03BoG9X8lVQBOQeMy21obYPwI8BZa4gtLSFJ+Y6S5Pjyjbbbzmu+IZV9AMq/Kl8Gr/g7nnhPdz2Lr+WPg3eeVb3vVjYPKZvLK5QtodLn3OOeltB6lRefgBJA7n8xxaNZirW91bavPHjx/H7glr/21jx5uM8ego+nJdeharwGPy/G6jm9TnXIjT2zmOflSzI5ZFggshASYaH9g8fB3tJNMWvaZA3ii15z1gme7YoKXjE2OJB2f0jGIy0kd6RlWuc/OzYNi2/D5kYm1nvd03LehjvgsVHZgqsPvO9rOEEvbKZm89OXqeMMPxhffU2zM3+DVv+f/A3sm73q5uV52187uGnjGzWWy0P5g/zouk7+c85XPukrhuT/wLNfnChyoIUzvmDJR/sS01T4R7wv5obS6E3XZZ9+OfnQBi/3oa+3DuWUk15hYdLH/a/7AVv4txsgQwKTDdQWP+G1oVx5imxjpOXbic2w5/1drpRvD9cXDZ9M+8ZH544j8dsdwjY6MQbwe1MF0l6uzPz6PecKeKGeOi+MkhRFgYmxbVv5hfdvEtq06to2MkW8wNP+bpS38N/nQ+QqbmBEOJFt5k5YWLmef9Zl2h0prnpDXQtI+nkhlbxJzeBY4hj0Lik2njZEhHTpI5JO2B5AmkpDct9JIlpxId/ULcS3jnh3OV+dwVC7vYsU6iyEdhzzp3hzJfJ9JZn2zv2beLviQHzbEb8mytb3KtQ91m1GbumKuSSd9G2P6fZRu27FGNteH61K5z+dPP7v++vjwh/wtv+Q/XTfFL+3/87Fl4vNCPz/UfeRX/yGA+Pz4zK8PZX9Q/fXxYZ7iMx/Gt95iG2TYxp7Lq/+JTRLHPNjZbcS2Rr+EgT1zUBwnmfQ7uX5nAtq8oXMxTFJsYxhXkGEAE/H+M2I5z5h39HH23uY5/M7n1JkqJ196c25LJ9J+1OMBsIVvEHUPr8Y9sLuOXpGuK/PPc99N8UwTYjEnEHhA7VN799nem7qb6zjpHD3n2uMQu35GtiFwlNs037921/qJ/mOv/dB1/EZeCjwaAa98rHghdip2uDhf+LpRhrpXoA47cMc9dj/ykdfSDv9JBwTeo4uuwCTEvx/84LttTF2M+hn1ucIs+vfeGOnM8aD5Q4GHL/wF/5t88Ih/dkNxAQiIiD1uylvwpWu4YIfzU6xFFvUnSMvr3MDSg9TLdIkUvOV/uZjTK2cbYNUBBBZa42kvD6RzlUuBh+9D3Za/w02XBzg28twDjlWp6fTp1fjSzPbkTYFVd9fnCXjVLfkaDg/d6t+jrvppllS3cLbzSuP8Vn4dDwO/tRce9QF1uQO4+8PiYdE6wYOv/A7AN/U5HqXArKNtBeYckuQOmaHU/mxX6nkT56X6Ezn73QfZ1pXtj0X9kK2+J2pfyq0i039Yh7kbEwugfqFtOTF9z3PN+rpnCqz/DvWtbSEhvymXeoDAC8ZFvvKXlF0Xr7iYZ87K8MhV+RXAVAEzBh50yBcSbYnPG+dGSnz4IKK8B8e2Pps3h1Q5HWopB5TzvYD2A9+tDw2894OHHq78ntWAgzo3OUDn8eBPH0NThMwCxOv+sjGVvRnbMb8574OhT/2oZZ5T0+ZDeCq8VS5k5wWHb6WylYeM2IUrNf4O+4Tqrcj8+uUdmuz3aNSrBzCznfq2s+jQgDZRGywe/oaOhgSYtLfmBJau03Hy0tqLub+Os3byM83jHE5uxu+CbL7MvqJnSF5K6y1OdefslIE0Bla74CE3d94UIEVNJ22+E9WXLy1On/KvwI102ncHvHHFgBS2KqrTF7i45lCY4+I4rBf3WzbHqHw82/bbP0FbdaifIFG5kAS4I0eB6g7hhbQ9VQHpmPTDRds2zrarZ5CxeRJic0Us8wNCee1JWxVbJvakP67eIl+9jr6fajPePGye7H5w4RVD/YEwMqx/AuZYGRrZdJwy92WyqcAxcwPnLKpOVn/uqBKWXP53gOXH75z+C1vXQMM65sUrX/kKh9L2Z/Z/cwCG7Wqfy0+QfAwmtpG8ouvmCSb3cZnhbHzU370Y11T8sitS1BfDMbWq3FxzqU5fCkxgDBCsFx6y3NMFNcb2c8c451QKZHfN3zxHS18BKy6WxtUue89VfgT7op8D1T1UTJ2xQ2jRQx/5hxx1SeWJwZRJJs1RpmzcIV6Is2i7256bC/tm+4s6VHel27albS+AADXPftf3RN9V+oxiJO9Q2+485Ciw8kQCBIqR1rdtI8PxvQJq/44j3WxPeeBbbPPAs347+nVSIGdpn8qftPwr4OEPHO1/pq8xzdf5nfQY//Jv/bRXb8aSvwYYIRoAD77yFa33FcB0AeYYArNfOUr9u05Ki5O/HW093O6k434CVi7v95zoWUhy0sWfkpvCfRxRjSk0L507T/XNuH0inqfVzX0vX/k8N3Dd7Z4DX54Pe74SP1MWXbN9VrnU7G8mtg8yNnlRn9N/+nrwlNb+sZEC2+b2cy9mtqPyBMrCRqZ4tF3xzdVxAlL6is21egJGgG/IpQBJLykQeCAWWPKqB9u+ZHjwm/UUUN2qc/mPXClDuwN41bWtqIOVtzYgLcBTexTvcu0n4NXvu1xfoGQCHnzX54lp9AbM86XtieW0q66U3XVTdL6K3WfKlNXjGip8oCTq45mJ+q43l8LU7f3H/dqqxz2BayP6RNo6TlS2wnu/YbUbmLraTsDSAWm74ZCT+Bh7QiygPchZi23oeXOzrVPx5rbX5wVRdqmvL8733OuIz4rmu0O/xuc3BVZbYNF3rrBs73LV0nEcBk6o6JgXm+N64vx+j46/6JwU9SsMc1R2kbQ6QHpBkqHuBJARIQVpeZGjtK3Trq4xQGBhygPnq3IsezqIu2sBqvuOWGDpB2Y+eNU/XrD84Tsdh67BsOzlXwHcVeXm/5+buuEZSde8bY5n5zbwS3rmmbfp2H9IPoxcfntwLqi/NNI80V3PQjL1V5qACfMviuuu3vAv4wzajT2h6FLf7+g+2e3vicx+3HQrjvY7LnmC+mMjzubYJMA+RZQu5CjwLB/qrLofbdlt52krpbffwnbMsX1HY1uekaeya2divJzbS3Yk3FNt44m2r2gaoOQOYOaCRYf0ik15C/Ozz+Zan3ySRZl0aC/qO/QZxhBLx0W07hM5+q1LTizdzbn9cmz7nxR9YJ99+Sele+d7yl/pPxr88gz/+vrKbh03z82b9knlT91enSjd3Rv5tk72NnSi7ZF5e00v8wC2+/d4m+Cb0hzqSFJ0/K64jm/5q23yxzgPg73M9HrNFjva7odzzY/EsLhsMrY847AhHTDPUxJp8yQkqR6ILsp7cNyP1D5/lB1bHPup9/nT59LJp2Nna9b5vptDGN9cNsVcMad17EJuO2GDzh87P2z0p+gPj7+k27Rt+WTzrPuY/xD4c/PHSfHrQ7k/XPYHTN/JPuz0hzETyp/byKf0Q1p8ln6o+9zy6/gB9P+TLmz5n4MvPTH9Pj/zP78+xGd+/fqUfhj/S2yewQsfH1s+rH8jGQ4YjkMx16Ljkpd1WdsE0R8RR0N0bBx/lEyTs+A4qs4Y6FsM6QgUymHu0+2gauVi9bvjvifG7xece+iVXn1O3izzAlt1wWk/6XR6c7P2qbX6Sc/b7Ev7I0ybq7z4eq4zY+3rZnpg+TDjNue2GGMo23sTwtneHOWIdT52z5gr6Lp+QfTDeYz6lNqB3bVf3KS3r1u+/jnPqUWrP8fjpn/xpe9XfcU4WvKviV0JeP8LDH0G0X9POzAXj42hHRJ9SfvQXswFa+e6aYspa9uOHDGuaKfauXeo7UT+y4ItBe8vONOd+Uurw9sCRsZF/sBQc0U9HtAv0WMhf1te2gVmvOPnJLoE+ObQzV0swy5ZmPPlfCx6M7b6tQlu/cDs/O1iLkj9nun3ekz8v3BhO7jnaXeIf2UOLTzLVcPSSSpOwKl7ptP4h5uhenQ8FvplwdLd1N9cA7d0DZ/Atdtx7Pqd1PFCz0Lyci0tLDqN8j1Q4KLTAMxDprb8ocCKPcjdG5b+rviBqRs8+8JDBgLvcaaEZT/lUli63TGq/ApYdnjQV5+rfOaBw3+c1t3h323jovs8TG8a98QXd8/raetcNkfPl77w9XAtX12OMrgnPTSLAIvxXu6BPZ33cz28o7U/EP2FCYY5gcBCLLD4sW3p3J+ApYdnes1h+D0XLL/qrgCu4n/HO59AOlYj+JfMfVD9Hl/i3qNnUdE23+OSGZ/fFOBuLVc8FARI8yWLh3dUK4kNneha6Bd7cX2kjZLuflFYpLy6rqPipv48A00d4Ak5ynUdceh+IvDsAYcshfLPAHvoC2rs6XugxRcT75uoREgK8wGBha4p3BRjLBnI1EnhocsPZRw+27FGS4vmOEOAk50UuNcPD765Zpy66egNtEt7dUyvuOrKXwHGibkuh2MxwXTpPi+aq7QoP43errzivOpTtH1n/zbzz73sWk+fkZPuWbXsM+56G4PAgo+GaapX6yuqAOb4tx6SuPTC/JOXNm7UR5AEmFi5lUeMP7Alcf12bZ8Y6oAZA9/prLf62DP7s9pFZp1jBFZM/fIXBZZ/+wlk84PL5gepsXk6+sNq878iFlqXsMKUL+2Hv/Vh5xaj42er9D9nWQzPedyb+MGnqG3qKqsfJI0dHQ8HsXKMWbDClwuYGnjQg536/80bYPeYKWHRYd/vYI17HTpWpUC2bcvYxowFMowBKudd6fo99btMczFkvIA0PhbZyW9jZBsj88Om8xbHrR8wtk29wNjhQHZtDfnK0PpjG96jOR7ItwKNf8ar02z34TesGJb/1Q+FQvKozvUcUX1h010TZP1FKtbAGLPrelO3OwZk9tmATXgZl4ltjOmDa+mK4cb92Iwb9WuOmPPLmP2O+u++Y8c1Wrr7IbFxwzb2M9PwTOmXH6le3Zi4ZTgPxYcjYZAEAAAQAElEQVT9/rAxVuM+sB6rqC/1k8f4iPpOkOg+UX2BuV5Rn+pKhzevGTOsb8qDyKZ86c0PnLv13Gzng7/5xdstu22ZOuuxSd8u1LSuRTPzGhQHK0u/T37qrCMnzNe6bcpsW/n6x/py+pTX7yHfTLubNytGW2MKDeprW2jeM672onL1D9T3NnM9dCv3HO/mb1scl87LzQ/vu2MVv8gq+p96PlF5wpjd86ro2V10fxVjM/eBKY9hmzs8Xau7Xdjn+5aa1LIxsg3hWuxaKLpWui67borKg+SKs69zTIl17CIzf+dTLrWN5t42eSMc69psSc13ANNeBTz4Uy49AcsOP9N/4wsrT2Pg5HfFBeTizWHKhOMUcb4Pdownry7u71fY/dR+UszVMbnDpJMv1VgeB3pS5Vb/CsCcqOagcdndlPOQHetYYPnAgza3JoPmPXd5iW/vwJP+nENYekYyXChjSzompcVt/8clu35Qr1y4ElLYzfuaqgxZsgYgUOwHzb1A9c+4G2UA7+uCxQNpPwt46HIpVbcd3X84fguOq1/2X9yeWFi5quwZVuzGVn6H7zb7N9fNrrt1TX7Rrpt30HFe8Kh7Ku43c7UNE7f0nDn70mfGK4bnT1F9fTfzbs7BhPw4cE//wgDHHH2nV1cUgOnbnFQW1wtGpm36JcADrjHNecX2YczQ70DILMiA9zcYbkhYtjrDwR8UlgzPtL6v6DtnOm8kwBNazxWw7LHY3NglOefbuVpznQwN5btWdudGB6/90GN+xf/mOurG2CvSuvf0WHsLHzf5fTF4OnkqmKttPjHHpWMj9r7DiFPXPtqk2Z8HRXkhvodf64Wlh0XPcQWm2z7rXm0AZp5peHMDnrTwkLtXcvRnqR/9O/VPwS/CinlRXkRgtq3thzf8NvLh55/iU/r58emPOh8Tvz4+fI8b6eNmJNnCfJ53DZYvhrrai8krj9YjJQnMuzRJ2ZHMhPJ+3MrNcd/Fmp+uu7j2Hmj4icd4dIzyreyu3/NMLO33aFdUtztvJ91976l8ognL39TffC9a/C3lT5z5avstjF/tbdb/ewwH7wpMeYXivDpWkznW1GpD12l/RP6yL19uwZsuwnHPgT320/2yO4aNaZ5ing+DwAuiPGEqxzTGMbEHZRzDCDoOxamTDjF9pIuPMaL+yVxnXVt9Nnx4avXH0Qkf6J++3y18+GOoONbrL+kTPn/lf6r7JZX/VUz+M//z+emPl40ttnz6g+j8UfVD3v3wWXxs+VWUn9jyUTp15bf542r/vzV/fZrnU/+ZV/3HRz71+/gg80dRx8/Qg0/arz77hmPedwAcd8p3/Bwr5vu587OnU+EoS53P7jFkAUflAdxI6LWpnbmvdnN0v56IhQmMYHJxHq7YlV/3xm67rj7lMXcxzHRik4/1AxLcy6P4LWD5wqJjmO3ggbSA9IQKXcIW8ybbhhTpuGM45s+obbufddu26SvGwmBkgZBMxPm4+Xn49uV75dd/cpv4R3XhPnKe9kK//YKbY1V8+S534lm+pT+I3lzvt6/dvMVt6r6U/Z00N+f0il25uN1cKfI3x360ldhaIFDk/1kx+1GH3Kxr0WuFKJzIvqf8UOdczEW/qRgu5L78Fe6PFNWfqL1AvxNzF5jnr65L28AKL0HwLC/TntnQrAIEHlja3HVD2wm9csVQeoerD4leD+RbIfAeCXktuuYdXv1OGdD/RORPOA6Oecf6XMzdiNuxUcoD+b8tsHLAosmivd9VWQWIV1jicSfAwb8nwPSB7/QaAaf9oYWlqwaufEIi9oW5vk/+5gPsHZa9e2GNqXKTpGXvbQKWEhadypfbbn23mw9psXvYXM27tqtcHghQ9oJXeZnml3ye5PQhNLEbeyLyD+SlwCMnPPi6tV1F+VcA5v2O7i0OZ2D6jB7OYxzaRWDZgKmAk2bF6N81WzCYurwU+L0elh1+pteUKDzg+Lmf5ouOtGfaFdVXRttm+xaGDyVxafs4eKTA7AdgTeuCB18NEMoIODmFHy4gwN0KD36dBfu0AdMPmPK8XfmpWLd6FCPErmXS8mIT82WOkU2+OO0uQfdR1ObH0rzF6dCYk79SIMBdBYvveAJ3m6x8Jnb31e76LyLtl0vF5kOqNMfL8knXh5YVO/tJecz1M/JDgRVzmjmZb5RZfXwJQAxHdziSY3cURQ6gboItjC0un4m2Oey2MXfkh9LzZvdsKeoCmGNMALkWwHxMVe/FFC43ICgDgROZ/HAAgbyWs+5TD+6Yo021PZCZB5g0PORYHn67x/EzuiaK0weIV4Y3r2C8tUr3bAOHz/FzrXT/biRDy9d//nHJVB/tC9X7Jjfl8ug3YdIl65cc2sSGZffNrj5b5wy9dvXqzjxO3axPy52iCzNLMpp7rDnahl7KQIZ8P+RvPs8ZBOxRx9HnyZmzdRQjmW2u/huyx0jr0QeRZJiv+U0ZQHnVX10BTD0setXFshdti5CdV+eiDDxiGlfcfCnvOtaU1Zab9DbbNNyj+IPF6P51jprjRHMWlYGSO4D55cbGOPq+32naLuegEUXcd/nLMkbSNm9jBJg8MHmQjqUb20jnZuhXwNLHAnjPPaZ9+Amgr+2tHeQTm29f5Ju3+hOw7L2PjGzKtvLodxwPJr8x/PC6Tb72V+iVovr7eqnGfKDlQH5TgLsVCDBlYPJtcxVA2o8ib0r9itOk+8lOCsx4WHnzh6LbrB+WP7jijvFtPT+haWsDjvqyCpJC4sx4dW5iHQUZ9S/Gha98YFNfNMUcb5mhzivVlxYnX3pFbXfEug+MTpy8DUqxu3eKuI9y6Lvvbn5ZocP9AtK//c2YRN/dD8jZv/Rxj5oT8zHpqnuYu3W3TcgX1W1k9me2nTguxYqZPra3fo17YNevyIxdfvJE/cLMZ8Bpk73bTt3yGeYY2viGvCuo3B0px8HOOudk28YzxrZyjaF9ARqYWTqGN8/jm+Ozd9w6Hpo3fQqzG58wyvlZwPGNZZhv27aUKt4vYOpOGxB4oP4TrLaUj6UUSOkTGE/x+VYcAHWGepd3LG72Y8K27vYrzn/pK6pfZ7px+lzlU1+6e7bHM744+dKFmyO24OFlW3eRBSd6tos8SnmVgD4LQ/7ENhyXQ8aojuMr6gvc49Fv4qo7eE3zLF59f7yD2OgVHyP36KPnQR3CKZeqDRCGgIra9qVTBu78rhUesqKP9j1qyk6AEmX33hZakeKH62kb9t8IA1MAgWd0fXRMSuG0ZfpVVwA5CzBtwFSVDDm7lEnlN01zb7te+j3RiaF8YnONbA5cMdpm9831XOle7jgD9/qgfJQfiDmGlReaU/kV1Z/2B9V1Xg7WpI8btB4ypO1/sY3hkr25LH/GlmT2u22SRwxvXnKx3YuDB4UH33qA6Qd/R3Mvu9wDjGRBXb89PvYcPPKOYHuXXF4uQBICC6MdyPcCTCUwfSvA4n+KiWd+/eb8yAM5dWVb1RVdR8VcF66dk3aMp77hBg47CgpZBVw9rqn9DaaHa+0mZjtUALMPgNLzBfxoqyfegLsPfOc7toWWnHCJnNWboZfzVKLBFCl2+xz3yU+o/cTyaY6F3b7PdN7AWoWseRcPP9CRu0/XYwHPvnlbWm/usfAcA+S1wEMHD/7V75SBf5X/jDspkCFIYjcnuPC/PDM/x/A77eG79Fh2u+VSze56KepPSAsQeCCoPRLvBu3uu/5AeuLLZ9/ifXbU7lz3o8j0lTf66brO4ZPhLwVogx7O13zwbAMCrxjfdM3WPH+LPnca878LJ8Xx2t0fz/BHnfme8pWbnzG/+sOP9DbfYXyvuPs7/uf+mOdiZj9j2dUXsnE0DmQdU36GzAt2f+3Zj7Wxa9vlXSyhVBnhMkjMWzqSbGbdHOs7uubGlk/R5/bnNvwBchw/YPbHyc/8z/aZX/MHyk9/AP01/5ecvz4+1f3K/8wfRn+lP2b+z2d1H/LGfWyTfpaKD/MukI/twJAe2Eo9Sz+kY7Zv+P5rju4L8fGx5cM2bkP9IJs+o9RONXbzrEL0fMZ5KL/ObD8/2P9nvrrbHKfp63hROEc4ZpGPOdZcMPfi5riNCyrfYbtra5uK0badvuUFECBn6Xxgu5wcrz3la22eEzO/MTPfEx32/4JBtqF8hWO2XTC0Faeu/Duc9tJ3dmD2Y0iH/ebIO7aRcfIcvD6w/L2HWPbCPdC1e0E6Fk+oX6Gv8zLt7js1P1zNfsCDrSGdxmL3h8/3cOhvB9quKx9nwX4gVr+2jLEFrIORTGCLiGNhtIdq5oY2yxN/yoePIVaZB2T/H15gg1/yA7MjsOhpRuYOGTvmQmPCLvsCuovbW8wF7AQ+6C1reGLZAwjZ4wIOzpEwbm226MNEznJQeK+vGZYNfk/bnxN65oqh9ApMPqdSGxPxXih9q8vob7r66c+/AYFn5KXAsr+oZ9yr7rcyjr3rcT+cgCMHh0a7c7MEpq3jt+R1h6Vf0r+7w2vsq7zyAZMBZhtg0eSkcupiAbyvCwigsKf3rsfsN+X1QJ5fCti/fR7268EdHyJxTHKnu/5XKF6ujgcQWDhNHlvpmu7Lfuk4DkfgdHmiUH3xUFdVzcKetv+Bm/JCvwTD9j6weyglz/H5VgB9Hnh10BI74bVPE6g5MBXeAO/rgsUDT3m3bcu9/+PZNiOZ96cY4EleHnnSnTlLgbQA0+eqq77zAMsGi1YvWxJ6dy3YWft8S8+xdExdLxzYdCr6klGgfxHtkc9cN3tAx+aTwuKBqQdq+YaukSqB6ffKr9yZNlg+QM4CD/7UnXTl/m5f+tMrqccT9mQk6T7p/zLN3zKz2cdhf889M9eeh2R9JrSTpMilwEMDBBYuLlPXeSvgsEvrQ28CmH5t+x2tk6jfQ3kxnLsr2u72oWibF5I5n+YcB0gCPHDs22ubgNQ/LXPey/wegA6iVBJR1oWWO3ItHfkFdF7QvrsSfKvpy/7el1VVgPd1AdM7vZcXbesrSPR4YAwCxThoedICi5aPLHibQnxX7lnqaec43OdDHgiIiNIDR9g30lhgnhPlC1ixsQDeE1g0ls6J5OkCpg9cqB6A90zbkJ+S47cNfHkWKroW+gGkKD/mOtrX+478XFv6xQLMXIDScTk3PQ/I+tsYfmgZrjEm/Rhj8vUZyeRLC0Vr6H2h/XcYl/D2bmUzYrc222iSQeyLzu7P+MEzPtc+7AgQIMP6T8DS5Sitr+zNSsv/HeKxZ/3mat7Gv8f+Xv0bLdqKdvFOm8b2xXkbYe5BlIu4J0qLkeTEZtuKqff9fBu3fG5Jx2UbcbwcO/XneTD8ZLZt6gTqi90vTyL/RD1fgMAzhmMMzLE+n3shs9xsdxlg2oGAq8o+xNLuDSexcef4z3zqYPlO+eBh6WDRIS1Mdb+Q83jOFSM4Pg/gB6a8KWcbrhQwOmk9J7YxHMdn2Cv9dnEL7Pond13l0RzCCV777GJXR/LwV85/Wdr2hnbctm3McXfVSrOwqr8RoAAAEABJREFUSX8H+zYuYJCxjQX127bJq5MHgnZY8njRwUNfW5F/UYA4KAEcz5G/La2nAFas7Trldzlg+cGipw9wsk+0Y9B/IHLmBJ7qqb2ovbQoD6T0FbHAygFMn/xlGY5/F/s+92cytmOurnT68JSx6+TmGVJaA5D+lS9ASXjgqU/GMK+YS3OvRwKk5SmPCuBuU5w8UNZ0+wR0d+zTlprO88Z+7J7jReSfoM9V7j5bSEpj40ybK7WyKa9+7pOvfcJ9Ca1ctRc8eMV5AeZ+RscCuI9J5TsY0z8WwHvuci6llqF9CymMco0TkilXh3x9PKJ9JmcCdZvn55DpdLTfD+SeA/1G8+v0sW2e/w98fnxYqzW2rRl6suDwmHoOjUO5qJbrdXimuasvLYCpm89866xuG2Pq5vMomXz1BZ7Bw1ZgnRPl9UE67c3X+KGm/B0xz0JXkGYjdnGzvTdtiH0C18+J+bwbjTttUjupSt/qi8YSqxKLHwpeykn3WUgW3Sd1CDM2gonGpmrIVza3DcoDspcLSNdM52bIe9kO7s+VjqMpU5Q/selYNOYEyWpWsqg+py6z7IFqMuniMuvfXBttxxVAzgIPvjpg5bjQRx/d2475fqD/EPQd0n18YNkT7OgE8hPc62k/4SHDg1/7OrMAqe+Whx2e+VjO86qx9R9WXIq2tm3uJ9vT/6Suppgi93bOxXrTU9gHDGrsFYAxIkW8F/K7VAw1QK4FlgzkOhflO0efzhMsGxDAo22/I0fRMm3AocldBu68TP5UdD/cbLRzmnfw3bvjlT+s92tdsNrRvp2A6kba12dd9VzDX3jbdswDcGmv+m9teuh0NU/lGEP+XJh+wHQFpjyFf3lD/yd46PZ9/Xdwoh3iy3wb0/X7//P2Lwpu40iXLrpWQEpfqvufOef9n3LPTHeXM1Pc3woQEqVU2q7ufzbMxbggIhC4EKRIlyt4fX3V6+ub3t4+4v39vdeTfVsvNN+528kCqdd06A7Ir460Gyw7y4ttmrpHdMUnJ7rTNaPGNV/bst1y1sTgGgi1p97+jLKO6hBH2El9DldwQXebJfCMipL5gPzyeOzn5/KFabyItB9AVig5rm0Zzva0u/Lu/Q21jjmL31lH2ZKCLP/sdc9wzJGklPEYeA2XgjPjdxqlfKh/OfGRM2D8z6ehl1M+eAZnfeHDaD6GvkC/vJz5WPpCfehZec44n0/QAXZKjNOpeB6xCN/0NMLfQApksjVY9ApYvRpoguSaMShqvMA+JGBQ7FOBoRPEyh7RMjwD44aIGPnCs9XGmDI3+LvHM3x0YLdVnpd3XHjf8LNxNZFnfuHSjlQkHdiWfUNVeF3rEeEj48fE5tkl+TZFzn5rW4OBukMVY3pDRWa8xx1K0S/Yuxy6Yxu7Dv86wLbsCT2Uo114e9rZNxoX5xTAUKWSGXsz9mreomQz2NQ6MRdasoS1Zd9Dd2V3dFYNPM+ZuqJQPkOMJ7op3CTPPw9t2eiPmFaKy4ZejNfmUgP+An/x6JV3CU8vWVnIpIJMNvpQ7GMjVDPpmKtHJPwVF3TPQDrLRvB30G8V279ldzXC3LZsIF/VYWzL/hxlKcgib2QWuNDERWaodzroR8Dwsvg9geMA0VnSgig0KTsahP/Gw3bHtX9CtdfRrhuOBug6jYV0BbEK2NjtiLxg3/T2Zzyx/TNYuCprKfQIlNQ55DeRmUqkjcU8kZVmW8XCt/0hniXm2a03/Drso7S0v0dtfDmWte2Ov+RQe+psR2zYkw+x3TlrL/asi2hP3nbHzY0z+gBVCPvTdkVGpJWs1WzUU87IBFyrjJYayFyjGasF2wrK9xvwjKduXw8l9lGFHhFdcj0iumUT/jk2VVkDVAl+B7kO5KBvRPTBV+Bjkd8NFX8bnZWy8ghv+6q3HVXDvvFR2G67qprUc1xSt4BF19lwO1bdovasW/IjTfwjbCtybpz29LUnjT5IXWhgT3vbcx2wZ23cuI59FsWeMWA5smYuwkFb9jf2PDcu7A+fo/AMDCUcfReIpGuxb7JtmRqmj7hSIQVLXjS6wNTbnB+w+mnf6ggr+ybbDzwGiQ/pw77VR8EVIIfJCVCtXDMNrh8Gh9pYbej1HLoV29i4586evChbwNhmPmDlnB5gtDbnA64mvnIq6ickWOTtHlwTBfLh9Q4lrqmJsqQFfSwZ68C2bN8M0pEel5tqcUXQo4/tmy99j5sxttYf3a2HQh+MyjW27rKFW2F4AHbGBqUUPu2Ietb85QnWmIuSliF92EigBU5cDYptsOI88unfgj397RslHdnzGrTRk6dJLR29pzRota3tpolrjOwp2x+p9mLPuohZ33eQVdQHomAp21ddFfwO1NRJSyeLsmkM5iCokgNbtqmT1tgsmjHKviH2mzbgFF0A+/Q41tkzrj3HrR2mqueDk8SPIvUaYgHu9MKLhcQJ4hO1WPdLtt052wcqx7RRjIGNDGxoa//6Ke0d8SyCPePblu02ydnOWTcd8rj7sTSYi8H8YMOVYMd+k+kn0yO6AD9l56Mp43S5vGljP88HjEB8zFjYuu5Nl/zzOPCxDWIXVKnbCr8RK/ugKLbJo2S7URgmz9AjTEKRRblwLdrTHvHqF/4ZbLfannRjQm23n32jbXQ4UdVS7JvZT/bNx558cgts71bq+NEdMQbrn77YZoyNjRqFrtBZKYw7/JThk+8VFy75my672d1ezAXbMvNYB7Ru1e2UdxX8ztiAQKg7l8zNL8GXm/nimFzgq4QvPLHFC4mNNbMxz4HIg4Wj0MhZA+GXLnx0R0Q3seF3QMdH3qm7XdE2gBf6IpnfwcaY6qHYVnxta5Wwtlu/6mzT5g3RB6OK9TyuttE9wr7FGrkm697evtUffY8fZkV5lj/qu7zsW472PR/bIxLvKXYj292vMW59HCKm1PrzmRdjYNCnfNQZVa23jYVku9d8oXeAbO910qxHfzqNHsNF24K5imn7wtitnT7wtrutY73trtdDsd2aKvc/BZZ8g/gGttsvfMPV9rab5mS7bexJowvavupaFxkLHVHx4doo9t1TmWtPCp+/jJfrOX8572wpNHL0qc81HF0wpPYxccx+WBkf9maDQheI+DRF27pCXZyqxU2eS2ojzh3eL6oEIHb0guLZuuh/BtuyJ2JnT960Cst5azzyVVaV7rD2ougXn71C7CvRjWHWS5HXdvAz7Ysy2xFjQWhs3DYjbdC4JXQTA3lgNKyek9CMO6q28R4jdEJTb3VbEDWIc0+pl6jbgEhlAxf4DUik8hRmvFddxj4oPIr4C0QTImRrbMw9wTFFZh/OeIlxCsIHiw8NopsoYoh4bnDisFI2cpm4EHsie+3029viPnC8Jyjt77rwG3ksiLG8IS1MpLWFkhmXCW+W08zPgL0oyw726WETKwunrIJf7Qz8jzi5NNCFxibzkdiiHyJ/qpX+q8uFM8mhZ4D2XLcrnf7a5XuaHMhIE9SRk22lDU7oJdt7rmo6qjTQHVFK2VTU2W6faILMXai96x3pP4edQBuBNtqD7Ee0ds5LYRk2yPhkP7Et22jvD9tXve1r5ZaxRZpjvsGBTEjjIrHePge2SgkNwn+E7W7b9rXS9gfdtbKZWz2mrcnJdsgVkR6ROfsMyzE+GbMlL5peBJFDL1yjC+/wwRt7enBhX8hz8xFZEwuJcaxb/IbfO7+HWibm9m8gsZdf+rH4Rxq74FG/5PRhIx/b1/mwHZeG7as+Cvsm247qDq2hP+L3ZS8haq38EWfwwSejvKMd4KH5L2/1G8Um9m9i7gmaeUj3lGZTH9jElHpPsH2zI6++R6Gjug+bekuQO2SfedRVmX1kYoziY2bxwfTEB9Dg3B89X3jWe+HDaJ77wvdH0dOsa92JD6PYRJ8PrqcTccBw9i5QgTXK5K+ZU1/j287rWjbm6QYy3oLuIR6TtnHr2Quuv03DHxBrq+PrUFZsqg/atJFdJ8g9D0oeuRZyTSxEPmLFCr0LtgQG2zY5gNaRNA3PXmya9KLsc3kfvTD11GduG8JmovZ4VVZVxhWMoQEi3wHbOxl7Gz9ZY0dBbfI7INcuI8KxNdK/X0EUe8aB1Rqn5RfdL0FzR5urb+szJxeqI+xgbHQFdU/vC9NvY51sXP9Ma3dv0tR9DqYqo8OaLWWccg7czyjmoy/SNuELfQ+oS+xLKN6hF9K9cOp/7jf/5C/77Pz/pG7K2rqwd3MwZlLWwLVPs1ETBhDEYCVlo/ttSB20nQmSQFd8PnBZmBOi4Bf/BuJ+2O6FaD/kQ9b6D4t9H/MYzvZVDJeLhmtC1wclhFFiQCeGJUSwXRGfe6izttRU/43FtuwJeQa2LfuGqV3nqS/qA8idbXTPYE8/e9Kjje0VvGNVual9o8sAFXX6i7jFsX/Fq4s5D2xHlfIyYeHMhrb4QZ5HFPa2Ozc9KdRQ57sa21ed7Wud7Qf9lG1fbR4Z+1a3WNsdx5706GNPnV2yF/9IJfcPDl2L/Whzk69GD0w2zag2otkO+ylia1u2VYx/YE/ZvtG1ScV+QXuxb3b24kVMqQxlvzDIxkYTKvoYmA25gWwQ28HJbRu/HdeYJqaVYrt5+56m7hnsezv7o/zoZ99sisQD232jzc1WvyjZ1DNWNnHwt6E74nrZbwjZ+DduFmJk7CGDqtCslcLUB0h2ZB3KBr8p4zZ/uMLz8FwZR2D44CanfsNnHrZlu+ffth5LNNdbBW7hh4t99gnoZ7nUPgQKhRwOdx1pXXU2OlDAuzZtBLs4yQfFVH84E4RQCnh6oTo3+EvTyNEfMXXe7THrg442vT/ZsbvHsrCnvhgDe/L2jcbOvsnp7xVlMeXksOn4YiW8fLnXMQ7znrxJ8PpFsdOmiB06Ia63I1a8I1VPEm3sNGtZ12I4E7PEMlbW7yZWIG1trOPohFzgRMfO46RRpaJ+AW9qOaMTxZ68PWkZ+/gAe+owE06ahZaoy3gHg/tF6EJs8sAXGt3MnywtEe4BiYWel1jax3tSY3ePxFqwb3XREUEp9kEP332hPyMg59DoTuR8Qg4Gdovmh9TLiR9VYFQxFVnDmy68qN3YMLIfBxf4tLdg39qVrJ4cJiPLJIgcWtSFLtnITKJuUPMZM9tK32zmd9uU9ife4W+4vL9p20GiMvuO8LGtFNuIvsbqmDXlqoE+KFlpeuP8s+N5ffJ99LIt+x6xsU2bc43ZlmTZH5GYCxnvwHb7ai+r3o5/tTY6MV4t7NcQPUPcNEY1CloZg2H1WhjjAx3oGtiNqm63oNGF2n6at23VGFzpm+o0NM6n5i/JhVi55YRP3YbtI1SlhWsd/Um/jtBDSV3J+x81LUkFV7STnJvusm3ZxmIe8c8YH2Gb8RoN222fOPbktRfbzdmTtsDJvpf1IGIi2zJ9TtxPwXimznZc2qfKKgn4Cstrqm9UzwuWs4Kx7fUCJWQiAANN0KYl+Jw1C7bLp+nUcs71saMv9J3P3ANCySRtQncEwqsAABAASURBVN1g2fdIXx9hm/jabXVXbCv2dmwsaxbbrRfFtmzDqXVjsKb3cR1Q212Xk+22tY3t5EXJGjGDZBtpHjdO7SNK6zJG9DnjE79Q220DgapxnaiM14Kkqrquu/ZH93gc44QvcjuNwtfX2O1LLn2Lwagq9YN60zTXKFNkWxWQb4HzKH19eeEl3OB5S4rOXMVib+2PhGWdwQt2Xxi7v3/7qv/647v++PqiL7yA49DZQy/gjHfJnPEZJ17ynfUFesbvXKP1lrAQ+UhFHoYNCq13hM99I/0Y0XF/CW9oIO5RQe4RsQvisyBegES3hjg0svALH8RWjNWCOw/O6DjTqhrJURTbsgFjalvxHy4VPNquYzjpF4MstZy6wMYCiGJP3v5IE9PYTOo9tuTHP3e+1CNXYbXT8At29JuOz12f8Rtzrsw9mPz0y79+ENiJlfZYSyWljcG6aEr7hW7sNL/Fso6CwcAE+ZAcemICQoOTpRM+QdYJLP1Ww5IanDgmL11pt0VFr1lyL/LW/psv/KlEbGkUPrRpbEwuFVisdx/aoa9Sxy76qbtCHf5zbDZquKvRzpQvLS++XwJSF3rhA/oR7zy7XC5v2M/D9mQ4h0u7aYZ0VWQSPuix5wJ4fFYXz5HBlr8gQ983IBw6bAICm1PHt2wA37F3mjYj/wrxXMD16dGxaGPSXBvFGE+cajAXH1FZNESz3fnBMjuSpSv0WJiC5EtX0907POojX7G3YVv2xAxNwG71kV6w2z6gcBr4dz/hQ23iwWc/2dhDHtHhU7/Dxh6k/4E9ZdttcfRvxS9PJs8DsPcBybHBeDelnUVt3/nKN8fHvUKsuazDhZZ7IhgrBsYLxCCsbDeI+HBMvT3pQ+WdaPtR/iDb7nbsI70za8F203Wqw+8b+1a3YXABBM1V1dMXOUjdhiYfRfslO/PdPHTVxy/PtKFH2Ea8IU38Cs/WAk39yu1a/8w/lUv/6ZqNEYgdBDN6TcORr8j4cV+mUkGeqd/z8QGEPyI+n8ZZcYkVn429emPkm7KfXsDc5/g9yH6XdXcDM9JrEMq8kAjNhIf8Nx0mTgD59FgtMsXMsRoir+M1pL3EpsptEz5q28pesDB4bjrx+/yIOx31Z56vohs1uM8Ve+zEcCg6aIFB7FG0J9HmpOpC1hl75nELBZKlHRv0Bu6c2/UOykgjc6fawAX9ZVM/ZiXEQtbEDRfYraGHYqdNdV3mf2Hl9EjjTqS2T92yv1LWT/Mk0nY4kJ5I8wbGYztA8IGdXEzPBdpLZLZD6PShxCW4VW46zvuNF3piY2wbQV3gmtIhmiJj8k7+WwYVPn38FHhuAUHSP9t3bdjPZVxobrYV3nbIB99WcrJnff6SwpZrs5HrkXnlmtwOuPT1etHVjutgY05u2K5tb3v/0t8gfd7yDE+nLP7QKd+h7j6M1jblexszjiRNDJJoPrGD7E+hQfZvlj65KD8PFP7CmL+Bd34vTGx8RN3ryeNyhVQ0IXKUba1y46TwJom/giRsPG3Ovw0Jlx33Da6bdai4gU9Mm9vCXDIhvGDZE1V15e2psyeV9bTYlj3xaGD7UdWy7auPfc8X8oKxLk5HDOQjjnWPPKGEeYNQPz2Mle0PNrZl7xA0OMqL/wkt6hZsYhyw9M+oPW1XncnOtn42T7ZlB5IlXX0tof4FTL2JH6oudvgbVtuJO6r6hjSqdBqlMziFL+u0Y+kyZ6j4sWBy0o7w1ir2jV+60KW2Z7096axz57z4UMlKsb33xbInRLHNWa0TxXbz9nPaOwt2vzpst4k9aQuc7F3eyRyHvqUyHlsjP6b7VptNhE3UbBBHEObusPdgu/bCrpZNbyFyqmx/6FsxRyYJatQ42MQnO6VhMNnnSdht8Du4KeTFUVDwgbkZGL5/gN/lry40IdtP0Qa/cbJ9tVo3FHvqbHfsq8EnzEZuqbKtwcNVxkKUbb9B2TOO/UizNxaWvsPGjSKQUlfa/Aij2yG3r7GRwqsLTTXtPXtysm/1rdq21tn+SDFY+cPeHVir4qNwEwV/RLRHJyPYlm04qc990l2JyrbsibvK/1SwlLmpMpHmg0Suw0IyY7HfxaUL44KukgP61MUjQP3pYbvzjoE9efuedvuuHr9qWho1gWX723BliSOwLTtA5SMi0I88QJHnxjrMC6RJLzoWG1sUttU50KZt4oqyHRC/C/roJl33egYGu4vU7UC5NhHQzWMjB+FGVPpXCjVVQaRA2LCaFQwqgvDipVf4Qb8b5Jb9v1w0QVD84ks42b4i8tqXxqjWJw8sNGTamcgWaOkqY0ntlAkn243aqb3L13FaMvHQcehzxEZdPyr8PezI1f2y3fNfUEvKWhtV6Ab3u6FheFAydam/QRTcZFP3AKr6sN00p+reW7c/aBnaFXvjwTVrv0FVkYfNPsPY5x6ASjbeIPMCFxWwIsdeFJsakHnI3AThN9aNZC27jbiB/o0SvyMYTKLQmSzAhkQKwDAcCHb4S+tsP6Xay4w9BXvaRoo+/Ul7tjXY7wc/ttOnZ7DN2ADGMvWjSqNKp/hBR015YNdYMrTKjNU90u4z4E5/1PZjMKNWy7HdGPdAv1Fs4/c5jiGS3yDH4Hwae5+skm6wiCfyksawTqdqWhg9YmM9XHjRHcx97F3qPebCpX/j37F559kguFB/RH5krsZta/4RdKJcKvQT8CQxeSzR25716EVJThBV3ertyVcolT4iS5D7R19DB9rtkkWooQ3TPhhVMrSgqQ9G1fXaHzV0RAlv2uk97UBJ4+6wsduRCnteyxfWwxHp4xEMtjBlHCQ8gA781nxZ5GTqNi3b6J4hMRJTtHvExp6fuqOPJUW37MIvtI5re8mLCt2FWBvPq+E7Xk7XAZIIeg/dF9uyfaeMe/EsNmTlN8gL1V+weUE+b9IL67VB+1/wPDPfZ3J4gf9C+19PJ/3x5Yv+/vWL/nj5oq+nF73USS+DT5745iPWy5AG47L9+FMD3xOx8k+Gn0bpy5cTv38MpBeMz0OM+cat8ofefvxLl7cfzMWmfBA70/ZXuD9o44/xoq8eqreL9MaLFvb1jXqlzbu1VPiXsrZO6G1zj9m0kQccdVZVXTHG0Ik+HRGdfW8Xn3EaSt2om3/0RrYt+9fIddA+u60otjk/P7aMI+MnTOycJBcwPPoQmtd8nhGF8WH/0AGzbtttJo3PR5j+pW9WchwjfGB8jxDyRZYesIklomN7+b02aupv/AW7TSb/6Ir3MMXCDAYBAoiawowqjWF80qIk5jzPFOl7NAXDIdsahW1ZiS3GLojtCf15FOtu4oRNQFiuA+M3ccKGKoXO/hMp7UnoBm1LF9ZS1lPRXhE3sKfdhm2wdLiJqh7P2B/HJvrUx16MRfgFw1j5A7OJNSyJ9c4wqdAPV9PwQeSBCUPNC0Fx1biRuvahMeNnSRWeMUdsfspGDASdGLSxsOJ0LCxCG1LnFk+7z0ppDrl22NEontN+71PH+ITvvkyPwzkxdCuMScbviFvl5GxPJudP2koeyTUmC/b0syeN3r7xkT/HRTF9DlP3HCue7cVebbOmHhGr1fflYLt9Ymt7qSel/7FfdfatPvrAdvvbodPt45lAvWZvFHNxOTyFmczj2peJeIBt2UY5D3vytltv/y6d/uts/9pv2YbaDgGLwj45Mk5LfWfJcETeiNPAiLsVl+6WX7RzxDC4sE9ckC7w2wEX7CPTabh52BhM9rfP7EY/tbVvMW3TnNs+/WqQW1PyfKTZ/4Klj+PiQ3FVkGsqdSJGaFoIWo7uKRiV7K/UdSwC5Xda/qni0CBtHxFdcNSFj/8VxLluPPAb98cN2okmuQckz0bmc+HB5j8V5xwR/JpHZv8j1nXTuZIU0yWIbMu+ocpce3WF/VweY1xtsg8Eo/CL/Q6ILArz0POV+wV5Zsw2VnJySV7a9bEXEx7dRHvL9gTx5bwVMdcC3nT7wt49ceGDE+BD+XEej/yFNXHEO8/Gl34GvJDe9hRk/1R/XRPpG0akQs/ICZ5o7ZPr853nhyuw6Os4NlavnjlT285vWGhij4vp9eg2bif02BN/AyKC8Nz4/RcIOXQirWwy9XNcJdsfsAmvwxhtjC0qvHRF5MDGn7XCQ48Cw9u+xozNIy7YbPTrAzr6o/WU7Rkzku2QO9g3XX7jXrrfs7+znUvPxeQzXvegUqLPkzIC6XMDv6wN1tPGbwUWlxrYskRZpp4Q9A536V2Fx/aP6/BzftOF8Uo6Gxt6aMvkMHkxclsjwzBBH6LZNp7hHAPtQbamSWRmRSWJT/73z+1FG3MQxCD8HvRQOk4yftBHjDro9NpQmvKx4Yv6gSAPBUEndMEwuNm1OydfYWL9HHpaNvwEfuHraaNfFMz0iCLJYEBHmevKyg+MhaXr+t2moAuwst3QsWRsDrI9bey/QPXcNmHtW12xSV/zqYMem/oE9s3OrusPitiPQv4E9s2v6pGXqG6kbsG2Piv2rFvXSETbnQ+kacGMsvLjLj8GBy4laUS/o6BGx3XI9bGFa9/oFlp5ONmpEflOCqequsr21NtG79bbk+qT4iTwSd2j2narbF9jt4JT4jh0duVab3v2i8rZ5w1ZYNP0QWZDrgPyITPID/VglFjnwieY8fSTvE1km/MBxTitBxKbltn8Mof2tNOTYru1sevNv9s85M0103miP+a/eFrZc9ZO3dQ2GequdBtoQhey6YdH/cvDJiZ9XIbLz0YPfjZey8detlNjezKfnlM/sWFzAaEbfpuLUTGzGmyyrRoSi52h5IU0Y5d0qywHlhToodjYb42MxyPST9uyD7gL4V2aOdhmDnyzF3yA3oYHtcvKQ+cOl9Qw9A6W/RPo58W++cbSdsgOcu5R1K0NSbHIy6ZiDTeVFPorHNeAiVK0tWj4ooOBJVXqAdPUfOhPEVv88vAI2Y8Nusn2FSiaD12w7+ujtx3SsG98ruNg7D8uxihVTdi3tdKOnOybL+Lt2MJ+UkdVao4ohIAWGMYL431hPxdjszWGxYvm0S/+Cv+B8Sg4HsR6XpjHgX79c2TU4GcZHY8mOx9JrRN5F7ANe4ModuRS6kcVeQDoiTEJRk05ORT8RHzEWJl42rFJXKGX9ze9v782Nn4cREcHkd8bueZynS3gdHdkXaQ/d8qDYLsl2zKcy4IVqUG3Rvhgrh8erPnB0jacMKeP4h7gvqcWisz76TTUL8uhebEe3tTZJqZpSb1v2G4542C79elTEF37MnbpX3ShQQztaR8+sO/l6O6QwbjDRRlLsY+kb9fnUeKUpN4l6euiWUeDumGJrjSyfugIncGBo6i3jbw1bF/7N+jHETXGtS59XSBMH6ufEY585IV0R/uvicWHPuL4Q5nlfpdbYiV+EP4Ra9yjXznas1+QqBv21MXGtq4UnhpZku0bpCuvJ8U+2F55XX3sWZ+8A1HsqXNZ4niEbaWuRk3qYu0GAzpRNnNbuIaa9Z16aAl+Is/0WRena8pUAAAQAElEQVRZC0F4quXERWGgKEB+2AZLTp2HsJ3gl54eUXwYG+fSOxMZcNVps3TZ5ejeWJvB9QUF8uKXfXwWCn+a1SPMPpj71ckmjY00L/1PpKaPp/ZBR7uli8weFJpnvwvrbssoFREZR4HIAVX8XpW4DWqMIZtAijyfF2Cpu/G2VVUN+2YrSub2Qo7BkbdvdnlRFKTeRr8jcvxS1y8AeCkQWiQ4NnVe9s0eBcqSazQU6uo+iJL7wZB1Au1PnEK/Je6PHxqvb3xAvegbg/19lP44n/W3lxf97fzS/Ff0X+nnV8YkeNGmygsKsOE7P2y+y7zcqtQ1rBd8vn8hzrev+tv3b/r+5avOJyyY89z3Nl50vP75p4L311eJ8SpyfDmduPedNGi3TD+Zw43YF5AXaCK+mFuVVJZiUrSVe+GQWQ+S08cNCqIbjMfLOGFPy0xwxnjBtuyPSMzAnnXhF3DgsFJsq8oth04I3XOYCem9O32gb3pA6ukAvXyX9A69EHvreKkr+k2T6BLfTTGETt4OfYRk/ESbNjw0vLiP3IFccs9Ofmkn/OXyRuztCWac2C6oC7bQ3GcaxGR4GPut5zTbzCCXBrmI9SCu0fz2OWHIClHoGYO2xcbYmHlLXeuwG4AqFXSMInbRhslT6Iq1duLD/Yu+f/umb3z4//Jy1gtr++V0mnXhA+RTFW2WXk4nfT3j85X1Cv749l3fWLdfX77wLHYifgErw8fEMHWbRF4ba7dBnqGmkrSou2B7gW7kFUgl/xxMUGwcu/CebWovlVzJc3A93nCzsb1bTmJbtqfA2Z58+rDasdw5WVJ1e4lHLbbVgKfOIJx3+/DiWluxBr5B9IvGluFgHHDehCcgpk3NLyDq9YuyruMjPbocQ5iKAPLhsGeNbZr1tR6xedtXve3WPTvZbjvbz6q77lhh+4PuWN98xg1krWUsG4x79nDclTUR2B9jZVwSY1E50nPYlu3nlVct65lrOmbPcDXbGS4P0iZ5jG13fPue7qY7MTSAcNg3HvEvHb/rat/aCGeb68Cs2e1TlKQFw2d/amRy6HSeYURFU+o/o1R9PLapsi3bU/gL5+w/v2OeNfGIC3tZI3tZ+gGYwN7Dcq0Hud4DbmXX++2650bX44BfZw7tXBZt4XZ6bD9mtrvfttswNs1wsqcOlrTm81jyjc1C6h4Rr+R8RHL9DFc7ArUvdJ8WuP/8SExxSndusOxfgKbtaQN7PVD1PjAqe7dVKEbd+DtZ0lq7H+mmrJ8Gg1A8NNbAHsOmkcsKn+cRmtEVui+2qUukTRf2qwtrK8+1wfo4HnpE6oLoQp/jTReeH3OvvbBOE/cOLKKshQu0Qbtdv+RFuVZTH9sjouvfI9htdCmA3I4oANVcFxzwutBPtsYNKi720EAbTy3oJt+GrFuibxgr8oY86WoguUx+jp+0U5cMtGNjFjfRbrCpi23lXhDY08+eVFDtJW30mDA273QkfW4dfEJ9QPTPsM9rfI/Ym2liu+n1tDOx31nG4CIRy93wtu+7gurDHuPYBZvaJ34b45n1MMGY0q/Vv0VJH4cCBrdjo+J3kVjLlqQ5koSu9BqVPtvuIc/z8dRvuyxxCWmfuTjjz7M+v3EuQNsb9e1sYXXFptjmLNRmYKox+Im8gEZHmMXYwCMPd7bhJvSbxTR5h0R41B1l4q4WvPi0ewDq24GRbdmBlIGhpzDHoOFZJI8/Wq5y6nfsF1bHaF5d7MT/BLRKjWzOO9rpN09ZFD8zNZUNToQXRANmsBKC+SPE/BC5IfrhUsUOFE5FnAC2Y4Siujtsy/49xNF+Yqub7lMb/OoBNn442KFWEecpul+zb20Z+wcUNzCb2h3ai33Twcq+ybvJVRfZ/lj/qLenzbE/Njo2h6UbVfOHJs51QOZxvSw3+ivwX31Afc3JjkU0utPZPsjbgT/qrWfF/qifqnk1SR/rRbGt5Bioi2V/jtiN2scBu4zNKDMumrCY88tTWBeZ6zHI+FkpG6cNPYTDnlpY2W6ED3KNLUS2HXIH2+1jf05JV/fYpkx+eVGYlxEV/gg2wOQtbjTB5Le7tj8TyqVizJJ7biBBbG23Xr9ZbF8tbc9+XjWfM90u6/hqsfsmJ9u7mpsmc9N7Jqoa1uk8FDrgawhe6oc+nppDlb2XMeobHOPTvsToSBkneB2LPXNumoqM3wW3dwToHqvjtW/qJ3q80YV2U3jMY9YryjsQL/l9hu6D5AIG0ORNMoccfeVFyXiVp06yUmzLviE2Zq5DgzGGFiIv2AcfWSVxL5992Ri7IA8DocmpysJFkYPoguhw/fQwNUUnC8NBI6NKo0qRH0FwQpIDayV+uCrU9vSJ3w47NeqyYR+0wMm+1YXNNVWonPkF4RdQdxu47QftM88REjMIX7Qb+hlG1cyRBm0r9rY7tqVJd7nbRhP9gBb6UeYlX7GMtqZfzifuxQXMi8HRutOY8mhatOcd4avH1JJcwFYRc1S1zSnroPnIgPqxo6B6UlyJlinZlD3jOBaFj23ZfuL5+yrbM0bT6bfaiRTedtgdG/ZSMQZmnjIWo6zTKOXFbaETD7HmpW6gvEBmPetJsU2sBxArbQZxCbXvbaK3rcLWvtVVFbpSPsIGY4yWo9de7Gkf3UKq0k5gGzF9dOeG0DR1zIRY6pCt0TrYKEvYg2Fy8GAtFGtJjY2PLWw3XN+6gt/RV/5YZ1v2hCj2jUe8O9J+EGVoEP4DknTy5EfTlh9G5CP4IFsmmapwMnY/Q2yC7M+Ze+NTnALSVGgwOI1iHKgX7Yn5T9xFqW5bXJsWzhxYJ0ld+2/7gf+8rtLeAZn7R9QoRWdbhe2oahp+QXuxZ9sRU2eXbGvy1iq2Wx95o58bYxjenvrYp80jTf3vIiPC+wN2zS1XVrtFx886LbTy3zgl10ckTHTa+xE5fOsQQgPbSP/eEc+FRMjelhc+oZE/Q9p9hqN96t/f3tTgJVFyH55zZ+WP9jOXMGsz9pZYh1bmKPvYGNXrZBR+4MIetjG3l36WyDzk2WLTy8tJX7++6Pv3r/rj+3f9/W9/03/9/b/0P//H/9D/73/+z8bf/vhDX798UT4+feHD6ulUxLZsriDG+PX1T7295S/MkPP7K+lmdqW1VvNPxL3gt2KMKolr90LfLvRz8GEzOL+88MHrq77x0eolH6zOZ0nWBVua6bhbGEkua+B3Op80+JhUiSkpPXvPX+Chvxf6m80rthurL7Wm6THInz5gLtt3SPxHYNE2R/vwj3bRZV/pdtiUCI1qa1+bKDsK+gHkP4q8xtCo0gkajIo8dNrpoANByQpoJl1UijnVHjv8Z5gOyQuHDkDGjFX6wyBHAKwPdJHNqN4w9aYu98kM46nMfWBT/uLCwsBnMOYD6r6XXsh3676NKp0yB/iNpvQb3RjWCXoao+2KvowyPRUpb4J9eN8Q+4l8bP1yHjzjRBZxJs4dU8STkq/JSeQu1tG2XzvNI3dbtEnnZ5tK2Xpt//jxp/788196ff2hC2uLNDWI/cL1E4TP3Oc5cZQUZFxO2IwkTpvOWFjE3ro/4fRQbKsIvjBq3Mm2ZQNi2lCLstGFS+PCM0uv+/STmg9H7BvksFOSYWwcInGtLWRplKb+yiNX2oVSIzvn2YoND6Yk8kleaYeeM75Lb7tZ29032zMOdPVbnxT7ZmuHl1wTtHjlly60O0YH5u89acm46WfF9rXaXvzsz7ViZ2xf+2Df+FTbDmmEs922cxyl0IVBXfLqZytZtYP0V9p0c1OKqTNMfG0rY6eflO3JHMT80c+27N+BrnZ6UtLeI0j+ieVHlb3aF22oi710z2kbPTkZ3T2s9WeNb+hxjCMHsRsOR5D/4LDd3vaN2pY9kUrbIVPXnOT8MbTrLPsGUTK+kKeHPW2fVh6Udq7Pg+LA2m6pOK9n/Os4oUvtAuL1sKPVXb4rV9vKmrPd9fpJsX1Xe1jCd/oItj/Es52qD+g+oE3tAuLDkevsGS7YLcD+4kgKtjs3+zmVlUN/pRQetntfiJ85DXQDZqAPYKnfGuJ+l790mPtgaN/Dc186IHW5Z4dO6HrPrRLzJuU+py4bl3P2+Iv6mSvPc7TxDl3IM3Hw+vqqHz9+NN5e37invoPQ38OKt+iFdo7YrvK78k+qBhcWS1PqQpdv8+jinzV5gxQfesWdWldkpjd+qASCWj3KClU+jqJLHcMowmrSDQq2Dd2m1cZqUxh1O5wwEUQioswg32GgHqhPqtO5qXkm2JTZ4brFJznnA2jauEg68jwVKPoGrZAJZ/F0sCl+G1Jog+QzNskxfu+pW7BEN5Xfca3HtmOSfNsf5OijC10grc5j0aV/RuNLcvRQ9A4wOIazxFld7EjNyp78MZbwmbXkTY6pO+pmncnpVr9lTgAaqhPgiIxssF3bw6j5vXmJNMJD1BTGtlwFqPamPB+WxfPhBkKFLnUXrXY3nuFEHht5W1OPj5U/ZeOwo6AJLokmZLuBeD3Q6IhicS258Dr5pFNNnOusyMNDR8Sngf3yXfTa0CeMfbNcnLFlLNiU1CgyvEP7zLrYwcn2X4Qo20SC3GEub/XgZoAXdvusFOxpkjZ1wDUHdM95WbMsOqXfOudizKR/BrEgFhK+iGpyLYQRIGdbyAZ+RDZ6c4E2ZWHFB/NOtSkn27JNhHnYk7dv1Hbb2G4j21fZ/jnfDj85mboJy+GZCqbgbn0sOXSwjoPCOnL7xC8yucDKtgpoL7ZbZ9/oXnXVL/kzak/fWU+SMLY53x/RjCqNSobUMXcGBTuwzw/d8Nnolj4+z4BLH7154FRlBQ5PrPB5oAo1dXaiqPukuxI9wGaq3Tb2czptfv9sP49jP9cX+rKYo7SxKeuSLjHni9+U9RyYdRsaxO4G4adrsS37hlVhT92SP6PHa3DZ5HpcfKhNLJhbDnu+LMRiT/kMps5crwur7yaWooepxIbaftqPNj2c7Gl3Ve2yPfX253T52NMma8j2Unf7EdL/hSWHJudJ4Vjb4Xv9lfGVzGQGBa2BDpof4YF4Ebn1fx3QjxMiggrjUglLZIPDwdjGZsG0l3HMfmhMbcv+NQ4Rn7AbOkBbhIK/SOH55ZOcF/L/QxL5K3VDSt/SxzwYx+8GK8X209wKfcY8sB3Te6CzrdSPUBCrzEUekkL1pGA22ytp5WwbHbKlMWqCpDmIj64MNTbWLIzDZBhirooeb3U9YScl5qhSQYN4LuCkIx9ZKcQJn7lrH3yvc4oD4chDIkXibkDAIDTyDaOsOebRSYlpCSrs3bDdskWh7aKBK1C1HovTGBrAnpqM7ZaXYdj0sYaDGNmzW7ef4hG3UUUkaZDXaZSCAS+0RV3ih3aI3I9x6nZQhIpiWx0l7aFnW9Aq8T3xstump9TFJ+tA7CvLxjC2xQH3/LBT/xHPrUUsaxV7tm279ckpsKdsW+mnTS/gU5eco6saXVeMhZ6U9OcDmAPbbZ26ZjjZVuLYlm39rCy/2AexjTLGlgAAEABJREFUjUvWjq4D3AOeqjvExna3Ed/AdtvYpj8FRuey6hYVJW2PUV1vT7/oqOoj/EIrONnu9uxQHfjIn0Fd7Pv6Vj6cBuu8mAN72j5U76KV/U29z13gA8Yoe14hQrUDS3KM7oAeV+wl6gxCN7F6WN/w1BNGuTyaSvzmkJq3dn5DvjT6LzSRSwWs93mPVddN/mYX24UTAfNPYS550eiPiL77Q2wdMOd/I7sJhozta+6Ha95Cbcu2lANqw+i+2JbtqzJ+wVVxYKJ/hO07/4P5fwv72N6SE3zxn1H738/twl62sOKnzSBy6DOk7hHLzvZilf3HtrJXph0msK/HUaVRo8e0XBpcF6OgNTSqVPhs7NOB+IhFACk/zolM1fTDLvFfzi8a+Oe6Op/PCgipdz4W/evHv/R//vl/9H/+8b/1D+g//vUP/Ynu7fKqcRrEkXKfPr8MffvOh9aXM/7kMExM64TNNz6O/vHti77zsfYFvcnnnY9SP/78Jx+m/ql8SD0VtjXwPfOx9gXfwYu5dz5avepf//pXIy/Bqm1ObZc8zy8vfAT+osG9pehPIEpWvCxFzr0s/TyfT8Q+d07RMyDKh9xRpVH3KPJ5hInL4xQfDNWXW3izx4cGgwaD/NewkReWTeqOKOxtyz5AIr+TTszHOKKqc0zetrtftvVYBnmPUcSkdz3fF2yFzH5UTVlC77owt5XfJU+Q39+ZD6ZKuIiQYKN9QQU1KJl9kFY6XuYmMbPnoEB9ARs2sS/6U4z9qXFmTSR+kDY+0mnfehrnuLaXLhen9HHUbUwKPhhOXibP0uQ05wqfbPnb+0XvvMR9/fMHdOKSvwCQj6NQsTbzX0eHMkj04aIN3SUf5ndckGlOyaHKVwqrKqnoVFP4Ab+QsQkin06Fn0Vaaj+rKebcP6xibE9UDAyGhW4D0MRkYY2m0qmkM1+uB7a5v0Q+wZ/oLGr1HHHfEch1egX1yYXwEjwd1QSEwzbn25G9KlJosHjbsh2xqX3jo4xtYLvrozvC5DohuW7onJLXJ4jtvY2uxYlpqx4wQ7EmeRs8eRFi0+8U+2P+xtG2HLojbQ50o5hfkHclC61PXUDdkuOzYoQPCCfMQj6FHa9ZbTPT3Ium9Ht9mraiHV+hT4rtT2qeq2M9YZUA/qu/w4wNKMbAtuzPoU+K7VlDV02/jyhqbm2Z62ai8Ams9UdwE9qLTd0dSskzsL1b/WdkRbHhkj9ZrPVY8AutQ55U4TqXuOlJsa307xG0opLw10+LbeIHs89jDPaoga5kR59I6pJr+ogobbf98gvNuAU6FPt5nGjvkLEBhS9bXt93F7XdOdkfKeZKbqE/g7uSBthrdXhu/sgvm0eq9pRmJP2y/MpuI9J2jZJ5j5A+x7PHAUXmdzRVr+2yen5Dh6XUsRuwt2HE84m4bzW4byn3e7Jm2FScytJo6l22RlXztmVPZA4L4wV76kXJWAeXPG9yLYbmw2meCY74oMM+tkebR3nVPdMvXejEpjwjv9PHKV90of/5MPgOfePe/0abC+/JVWbmzdu8Gy7oNlfrw1/oY+IybApM3cQcA9tYPBxRATNmDKYEH8qtR1eIsgsXDC6IF+Tk1f/vTHJ95YP029u7Xt/e9Mo8vkF/8EH6T55VQn+ge8Vm4qLZx01vl43n9035F3/eeA58Syzm/3XnI78zTu/og8hv1Aev6C4B4/O+0/Q/2Fq+qH1pN3bv0Hd8swaC6ILwwZGPTDcV+gx3tswAwxJz2W5EsG/8kkOPsO9tVp3txe7UcnM9+nChuQaD8AfwDNUXVV+YT+q1aT1TpRlzwZr5t62C36hPn9PHiTyHBxfW6WpHHSMLrXZf3NG5gQoDSYh36At0lIyFbd0XmmYy0/hRb7tjHHWLt2fd8cy2oIaLTWNMfj8PDTbouoNZzAv0vdsqfLFqfrUVajvkDm4rznudqfWm6xx8yi8/CS4wNNCTwtgkubsaGmndZ3RN1iO92Zt4STs0k4n420fm6XeRhRTbBA9tdO7RTLSO+eeqQ0GOOz8fmi6M5w4ubnMhL/RNg4vbbBQTG7Y7aCN9WyDwTw/bsid+aviTyu2TOnvGtaG6oeAXWkuAtWaibx02obX7riZaju6nmNZzOAk+xet5jXtolDYt/QbS9g0iw4mSuNrEHLxL/IDfeAnjzA9zJjZ295y8t01+DFZkOtx6SzjKksRGFpFqxdi6L7Zlu5W2m7fvaVf+N59MvADSh+2ftm2sbtiUfqbPwaAi1Ne1O9e4WOOKrn3jI/z0oRit7at+zWEU4YNce5Ftq6pk3+xFiQ7y4YhVck0eQfhR1omkOdQ5c/MrHkuOL2miL6JdQSDcBEE7D/smMfVT+cm5yDmwLdtttfoVGrRyP9k3m6hst59dshc/6Yq7qO24aMUMDaK0vfurKdFkFmaj7yFoth25z9RJtUP8SFENOTBxJHxv0CfFxvYvYIWx3axtmfGLYEu2gSRLExt0gbXXT/EXdBMbcxuIazH/3OPGfHNRU49PX5ihuis0IduqHUNS7Ti+ZFi60F5b2A+XBrQsVVPjuR/I9i432ZSu5WFGncuFdjeG2nONDs96GojNDcJuQl22lkcV9jeMCm9lPQeE06CdYK338FdYahtLo0wsQL4FRpXGAKGgirqGsNO1DbNH3sVmD1jxs080Nuy9YPyPKOSirdGosdMq+hi7UopNgDAg63vBdvundul0LVtfF9FnT1nIwzYV2niY37JvQUtEgG78mMn1faqhIP+lEumzql5ZSW/Q96aX3BeKhmKMVmgZFBQXmbVnuJbhxRw0Yht0nbBz517pQ0Cfw8d84+ZXkYHd0bSKbXyJiE3s8kMhfdsY+23XLdsjteN3w4q/bOIb3naIlhwapA3btH2PGNuPuiUL+4zgxJZxYwwM6Bp12EnqdULHF72uS6vXaF6+jrKKdnrYpclHDsoaVa0bVTNu62+87daLYk/ehjJmXmA9mHEUNC+sL/xIvPDjMC+3c82L/DeeEULNnFf6sSPyxCbTl0DYLKrE3fU0i40auhb8LKVOUGHbIH50R0S/dbyLMqZKO/iczqXBG+qArVw1JLEG84J60Yy9DsW2bKAd4RuSje6AYmwXbCvF4g+8faBU2OZ8PLajcMfHNFD3+a6qBduyzfze5lMPZWMOFy7M38KDWYur7khzK1kwe0Gw5EWZivb/7z7Z7pC2u5+2P8i2r3Xpp32TbYtKPStrvhYd7LHhbXxwSCzIbx3L1r73ta3+GHjiIxt44QPi+XxuXfTdpqwev8xNriteuGy8aMnvoUVNXXJbGFWKr+3+aPmPf/xD//znP3kh80OXrH+LNkovfCA1e8DW1wHrjIZMj4wsEP5MXqfTUP6yVmRCsp4uGvi9vAy9MC5nlM464r4mMCR9wefLl7O+0EbRB8Lp/ce7fvzrh17/9aps/6XSy+lF316+6Y+v33U+nzTYxHKtOXvG9qYt+0acQeqyp70QOzQ5ZO9z+gTMddByqKUN3SNQpuIOW3IHqy4yXejDtmzT/2pqT9m+0apB3uNqI8oYo+0TK0BF+C3kU9juOtsdq5jHhcTY9v6IYk9b2G4ndmnzxHy5pGJ+GhnPyNACWUxGDpp3IiSv3IM3FXUDu8wBg9RyYp9G0cdCrqYn5qBoY1TpNIZGlYqcJohD3FpgPvIXQ44w8ztiL3Gvsko3aubiA6gX+ga8xR/8N/acLXp0RYNjTH1y31gz3UeCF7hkPbHw1r6+hWfN0zX64MbG+n3LB1iusdAff/5L+a9W37mfieuMrtASR4asYZpagL2kzioPcUvRmZxeYE7D9HNrmL5XQLD1HFjkmvXrphd6tzXmvdLNK3X02fhB0EVvFdyvYGP7gMqgSNr28YND4jDIAcVFPYbhC3ZHdFlPRg6/kLGNLn6BnpVNKirLVj3JfaB7xImgS/foY1GIGXqDZQP51gbyCKKLPWtHPLsGhs/96sSYdG4SVg/A11LrdVcIxpzM8btQc0Ouo0dMO8w+Oba1zpiXyROf/NKEbdnPcQxn32yO+vD2s7qbzp58WVpjvuga+x5HxmowL3WFO7e00bnCGBTxgvDruq7odxx1i88ap/q/9bCTwQq59brP2g+W9iN198n+BWWKsFiXga79xe9jzHvNsg09jsuRNy7PgJqDxjk/HrY79+gvrKnVz9DIQfjUP4PtVsfmGRhAxSIouFw/Qa6lhchdRz1b7RwfosbH6GCvx/NeXKt/n+G6mdfYvx+RVz2/3x6W3lHQYvFfQS4Fuu/Rhw8NcBplZc8JBuNdyKGBbYUWtBgr27KtKmmAgrmi9dXrru33OtvtY1sptq+y7ag+yK08nGy3TVT25NOubXIpjTHuIHH10s/jmvlsrUV/RHwuD77RBdG/MaUBb531Dv+ObYP98X0HhNHdVwD1SnFO6JBxu9YnZsBuoAvPVw1qLzuyDhYYXIk+BxfiBO9cV3mXEOSDaPCaD6KgP4xCX1/f9CfP7X82fdO/Qn+8Ql/1T/T/gv/Hnz/0zx8/9K8/pz62P2IHfvDs8cqz/6Sv+pGYPJ90m9BX8Ma790nflPY7D/St45nmFbzzzPFGvuFv9J1xvCj9iC50zUfGfGMwIzdPn0OP8pFP3TMcbcIzC0qx56TYZkgdVcO+5213vT1pjOzJ2+41mPW41uGJZ+DwLmk+j2wHyr25L8aNyh3M9cxpo50d8fWtDfvGi+KA0wZdh20ljyDtByuX6KpGXye1X5t3VCw+McABcUlEDR2KbXQTUU/zDZeJ6BZsL/YvU9vXduyPfLm4FibM1bEQ/TCd1OiPr75YPGNPMO48v3ID8IQmJcot1pO2bOwW6IkbjjfQDqvgzGwcIRY7g8PcUjEH68brY7H9Udka/A+LhCBol27vWDr3ActmUdyuccJ/hjmfzy6mpcuFtPjQzyJ9rienfUxMTlegM2vxCjYOH3Gt25jHHVd/MQv6ZbEfxpk2H/vwKNuW/RyPDRZ2N2RliFx3SDd++4y34i+KQY5QO+dIfx22H/Jn5dejDpnQBeSL5pxA2bjFuCuUNW3W2WDM8+PwhG1+WPMbU/Er6vqBA72JD/n0sP2hzrbse3ww+jcUtq9e9o2Pcm2E9r0+dY+wfc1PPtYymayjjFPUZnyCgj7DwCjDM4gX2uBUyFQdA8t2YymzNu3opiZyECl9GTwQ2akng+REhT1lWC3b8IE5Yakr8DFI3j3PzH2B8EF+UKbuak8fJy9iiLKJ5oAbKK7Hh7ZjeK1lZ6Nde/rZVvpzhD119rTRT4qps62MaWK43PnYO92pKAb3BxrqceAo+eFPNAvHPf8jjycfbMV9aoJWNvBw2NiBqG0rsVes8MGSxUNRg7FiMjNoQLNEB5dx3pizhtLgJpcaubYfseXa5trN3MauGKvAxqdhLVkpxEbNqAhYmIMNwEuiKe7B0E3cjX3l84Ns4NFwYWckzfyTO9gesFcquRSBi8aCd17OXsDKPQkuISAAABAASURBVHQjrxpD4zTaniaaisEzfrZpTK0r+EZJo6xci03Dg7zkDYbFjyTfIfEClyTqQ5OT8HNAbNupEgSbrWlhX9QvjARf454cd4y2E+WC39Z0jUP6GCy542Ox7eMG2weiqqphc4WiWDahMQr9Fbqf+M/2LriRD3kq9whof7SHLjl7R/5rvTN9OOGX+0Olj8xV9pETiyD/VUaRz6wXOUqDyLhkCCd2mcx7/dhmLIx2HivvSOEXXXzkI6K33THsexq71IcecdTZPlZdebtk+wNiYN/rl+44L9XrobR0ofa9n23GBJ3U7dRRlkQGim4Ucaiz3Xb2jaYvj8D17mBme0uJ0jY5Tf+Zkz7E1JOycQ0GvV6Y41BjRzhlLiMLm/BFRS6BBaPvD0t55oOPXOxfZn8q1lCQ9XQq6YxT8IIQeh70HdtaoDPN00ba+gxKjmDWS8mzOAW21X9CdxRjHJ0OZcP/Doe6sKkLtfF8QPQTm2wz5tXUfm5r3+tFSfwA9u54pouBfR/DnnLq/m/Bnm3YN1pl+jvl8FTRd7UucmBjY7U+c5T1E/qInmvWzJVe+Y3943KFsrbyHAstbLzT8EecaPMRsc0zUOxCI1/wD3+iL0GV9PbjTz5+/qm3/LO64BW8v7/qwh6Y9T3XtbjvTJzw6T2RfdSs9SAfaQT//vZD2+W1bbPWX0bpfBqs/xKXgAiK2Zsu2IUnFHq3vXlWKPqa/Eye73/+qXy8NR+jBmv2TLIvdHLjpU5y/vNf/9IbL4JMnSU+pJ70/cuXprXreFujjZjFvJxPfDSF9gcS6MZ4vvNSSbwQ2mjvwkugd/r9Tvzk2nlwfRrk94OIGSReEH5U9V5m2o98IZZt5v+GVBV2obZZL9X1S7dJLYti+67ennJsxxhaiJznn7SpLpuSp8OT5xqTyOFjV9QtwHLggwFN6DNgRJ0baTOw3TlqLzb18Bvt8mtcsmbZNFkoQ6ggVaf0o+Biz9xk7MVcBFEPTsFplAYRuAVzPeiKQXuFnuWn0AbC7P9GzUQatK3QjfgBgiblOivRj2guurDWM56PyHOa8+xAEvmwn2kMdV3w3WTazbOEdprni7RnwnbTYcI/YGOdXMELS7H209e+BjZ1v7NOg6qhUVm7J5VjVWkCvhpWyfwZbVfUXRpbPtgxvnNcpCIhDqhkG6iLOT/DtDf2E+nr0U57OequPAxNdBsmpYxPaBA+CB8otti0/U5b14q9EQhmGlWpijt93JoyNawNKzWD2iDj+AGst56mTVh9BAH1DN1vHB/pGNb5PHQ6lcKTWtPM2QlhFPqAThawLfsjqj7q7JuOpJ4cdCIX1BU3Ezxv7WAWOWMT0I0es2c0ORbtTlpqWniVb8F/wtnTzna3fzS13aLtrrMXbfX15J0j7WvP1s/RvCK9oH3jWl54Rw6iz9yttZ44ARe7mhLXtux7VPr3oLPvbXD9t4+NNXfhGgx9Bvu+LXvJD00+EW2jDXTtlyj21MG2flF76m23PtNqKhs5wWcMQzCBHGeBPYVnWh1gu+PY9xTHPtLfZj49bTJ15px5GFUaxXprnVh/pkZXZC6DxF0oSbaVEl0oiia/fZruPzVPbHsa7uSDfdbeB+W/qej7KGtbweFizR6UZxGGiXvEdsV8jtzYBwFtDlIdTPB5lM7cF05j9NiOtQ9tRGZtdr8klaza64oO2pZ9j8/0otjmfIvZwuGUdjau221vE0um8qJcG8HS2/7YLp2tHfasT+jlM3nO9Inz9bBvtlclTPzSZhAeFbngTG5XPgxjn/qf4YLPJXbYv9O/d6710OgXTX2QOQ0u2NFae13iv+OxnQvPBJfE41nhjWeEhdfXd4UPfeWjZ/Djx5uCP5EbyP3xlOfbP+H/bPpD4fMR9U+em8NP/at+EHOCOPB/8iE18p8/3vVn+77ysfSt8YPn43w4zQfTyU/9a3x4hk5dPrIG+fD6znPIW34b8Iz9HtCfjNMbtD+wQjf6t/qfPi/+SBninqfojnzkZzjasBSu6yr64DOf1C3Ycw3Z1lqDj9SeNuoyZzbre2HLfDPHS77RcLGfNGujQ3DasP85MNrb7XzgQ+2Ziz1pdIFtHKScbcueYC/ZeCC4NMTkmAU38S4ji4kTmz72Eks2CB+guJuQpbOdqv+rsGcbx0FaDdq+dhBOwZ66zNNE5EZ4ULz0/gxtj82R9kbZUTuKbK+md7pBA8jjwcQyaAwj9Qc+m+sRtjuuDSWGD4D9xUHs1WFobho0iE/0F+hnSD3LMHnhF585vhdSXnrcOab+Xof6v+2w0+NDOHKKJjfZK6ILvDFWGzew50j/G/TpSgk949FLYnBGcztsE9M3xc7ZN539kbfdfja0AHR3venR2bPOfqCycjNGy1oVkqe8acqLpmbxUH1SMk8fq4j+2C7yRzvRiijbjVqiWzK/uoatScXmOGFjfjjsKOY6ycY+bwjvB4vJJs+Fqfm9s23Zn6OoSyTbIT+1tf1pfXKzZ31i2u54Odluv/C/A2OEi5rCV4BQwNwsPsfGMr2ADd+NeXDDxpG1nRx1KJGDqGwzRzxgj2Bo8EBYPFTZ8dW12Jbtlm03b7tlprxppHvMfMx1lJca4r5h+tEPpeS1aHRCf71+iZY4dAhugwC4ddjunFeetq/52DdelNgsmH6hEsaaxZM8nG30wYP+KGb8nkH09Wj3yFvzT6m4buG5xxjoHf5SWtTwQydsGCUui6rRfbYt+4bEd04Bw7TxcCho5wFv8QeZrZBYSqtNlxxa2CwY3kaijYQMbKtYhAGsmBBlvwwNwtumyVzP/Ozm2WBjPjfGYoOfNkQ2rkHITmGJ5UYRoyFkKpJbkPX1O1gvV0I7jkuj6EsRLIPiUMllFfqCmrpNF13It4Y1Tow3ec+cN6VvhU1oEL7iRyxfYZ1OQ4XCtlLf8Uc1j0oqyTsyAUbIj6/kOmwtlBVTWbpCFCPZnA9IjogKwm/0IWAi8EBDPzbQAqfss7bhhI8bOpSj7UHd7KoLdWvU/ravVCnWLkNl2YEoG8ixodMOiyyvwFRmLqLNfJs5C5gRDaxCs1fMl/gXurnxg+etkb5h0odtVZXsSce+py2dnRYCMe/MPs+26deCDiW6g9hxEydIXNvdjn2jxSTaZM7Yx982flbKTS7FP3Fsd4zUB/aU7X+Ppo0jErP3BfYDOpxON3JtNUQ7mzhLDGpOH7H3JXGpVNZw+EfoSVk2qbJp6xP0uDHxeXZYqJL6vyodUjUsoyvG+AYpvNHbaUVqms7pWOgkYkyCwih0YcmFgtmbY8E1RVhFV9iXzB+l+wo/kNKMpZajCwbJHBGbNfbhU2d819gsaqMFhFOlwzBZ26m3Z91Y63mXUxdgej3saRvFsc6eevueVhXt3aPXQoYMmEATJut7UPVvHTZxPoVk3+pFsc1Z6NVlSrCsTc7or5qIgMQ5dz9CA2wvPIdkTBe2vv4vmG0N+z6O7Y5tOxFuIJY9dfaNFrxtGcu08c5LDNt9vZ/P5x5nGtKo0ch9YJTRS30fYN/je6a+nE/6Cl5OJ51HKR8kL7xk2XihEph7axDdj3/9U3/+8x+N1z//pfdXPrjyAqX3S+INS7nXmJy/nIdeuM+dyOlv377pD/D379/0t+9fu7184OQyZD2r7b69nKGj8zGx0t7GC522Id6Z3L+cqCfmCw3l4+6J9vLR1nw4jW1yN+NcXE/JofDbyE/o8hE3bZ7IB7cet9ikLcWO+dLuR3idMhbIvKRg/NzjRgrq+zMXV/RB/E9cK48YVSraGjVp+MRfiF9QJMMhNgJFFrm0vFPbHaegonQdNIcdacNPV8Qu2qAkLQwsgnwgcvZoXozNsZUiX5F2N7FG6orELBcRsJWaRh6Fzsg7qmXLtkbGhDXVOkm4o7NO59Laa8ewaog6GuRD54CvsjKuwXWsSxog4xNg0nLmtecw7kD0K/1IvwbySfhBe+4tEQJcZO7/WQs0Tx83nSydWHOD+TZrpbA4k9h5nGinsCn83DB1R5ywK8cDrbEJCvtnwK5S/4BRNduBnhmzrKVR1mBAbKsC6iIX9IhR+I6aNtiNso5AlOlXnmuKfk/eu72gE8NSYUwI3UGSJbnrjP0B1AzTdlP3OI3wIHMQRA4NvM9PfIKMWq935ihtaC9mLnI9LGQdfEBJdcCgA8HGfrXR3+DmL9l6Wixf9VzWjJWuKJxsy/4EZXKoK2zrZ+Ux/q/kjE2vacan43JtbgHj2PKTk+3Ox/Zd3uqyArXw05PtQ/2mSFFlbgL1GL+jn9eTs7YOEHxy5Y4XTrzG1EbEwHbziH3Yid6sbOroY6T4H2l4221jO+Id7I+6O4P/QEgun+E/CHt1fUz92JPFN83YsEcZOnHRhXvXXPfv2piXjL0Y4XnNpImM+kLk57B9HVv7L/B7OFx6f7C9a25kI9+Fm3ZyH61venvW8tQ0lT85p4fp92rnGb13n7GPOlbfUfyUt30dq0ejmQeZMBcbqz8bitmrcMFHExLUqlzLjA0TJ0uNYmMbNdjHS2OEDtmpTcwN0405z7zfkL7Gz1VtW9hH/gh3vW2tEt8gcmhAIxyzncj3uOVxr589txPbezvJpwjtxsZGsGF2od8sY/qhe1CHI7aCuCGKPXl7UlSdn22lj7aVYkMDBNv4C1gq6wjS0B20dTzOSllUjjSRvIMLiecj4oU+zP6nDxv9mHh7u/C+YOKVD5r5YBrdjZ8fUd94xn7juf0N+srH0yB80B80oyfWD2xed/zgefYHulee34K3901B/gneN/IJwr+i/4HtK7Y/8P3Bs/SPxIsO/g28w6cfTeGjy4fVIPw7+0rX7/1dH1LfkN9Sx/oOPWKOxzbHksGKnNFbNPwR0QfvxLwQL3iH3rCJXU39F3CYi/wlt9gHl/g8Qer+HdzyyiIMpmbFmtLtTPfopwC2OVDEtvNifpo+yW/p35mvy+5z9UNe9aGZm6yHhcixVa9tQyZyhd0yg4vRPS4keklNA3+cNyAQuklK/bKbfG4iSy8ukiC+oR9BiP/gSIeD5L3C2LOD9qRL/1cp3voAdoDS7c/Q0MmnHUgeKmzuHtRo2AfA3h3H3FNxtLUt+4YKj5F/AaqvR2yvwm8wXIrMGnPJD6zciATd+pLKZfWuyMG2z73SWTzu51b/10v61U3/pKW2oZ5hU/Ocsj4D7nsaJZUFtiv6hs5FxeKnS6zx8N0/AnHYlm24j4ftruM8KfJHq+ca231jKhJbsG86m6iggD15m3qppyBj8QixYVyRftxB9E+yJNu/hH6jHNfy5Gfc1Z/QxzC2r6r4BFfFT5jYLXxmlrF6rLNv7dk3/tHuKKedyBm+UNs9Xkfenjo7NDXPsWKt2siBHb/PwFRxY8iaNI5ZowVTWZfRc3M1N8EgutSHD1X0sYMShYM1jYz7tQ+EvB62W29PmjlrIMcouQb2rF8622GvsN1x2pc1rQzejuTViEz+Fx4utvVSjr5syIIUUmkhAAAQAElEQVSKOiXvxp63RdzAXLOGhxLfnrxtpSTHLf1Ett129uc0PkfYPopXPllEsP00ppzaCduy3YLtvr7tKWuVBNxh+2qfatvtU2NMSj8znva0sy0cGrZhrRTbVz7yEUVb2ScSJ7B9rL7jbXe7ZrFNW5z1sWyZn6gJhYtcCM3nhA8NRrewNqwlN43pAu15we6+2FBZBcKFDnShE6KOfTxzTj65DoJcBydiDbDWU/NZe9iqCzlCN3QBYXUPVhIx49exLA3rDnkpuOrPzNeoUl7MFTSwWfHEt6zIo6rrR0HJraif/TD9wIqUljycZw5Laz8nDmEk8t/IK8C95XeunXcezoM8GwVb7Km1iQF9PGzLdqvt0ECts63kG9j3epfb5mkdtvb0taedKPbk7Y+U6o63KBYt23AHpD9HpI/xCWyH4NdEhWwvndW5yr0E1/iyPK/y4kMz3swa1tsdxHhOvdDvoI3kpL3YtPGAVMVmg7Gf11N1d9jTLkr7xh9l+16fugWbOgQ71IwHa8mC3kM8z3lHv0ynjyd8TiUdkf9K9OdQ2/f1UepnrLHTsmg3OQDBByiLdorrIHSU8SFHKGrdQSkZvQtTcImgnrhM1gGmvUA7DV/Et028icgLovS80OfEi/1CYkT3K7S9pdBlW/RhnIZuKNoXZWvKrtL8XR7c8/LjLWt6ozaHbezvEX2QvEM/gz39ntbTgKmYsPKnsD/CRvsAXPqwb3Wt4GRPHSxzRAMwtjnrKrdwOK0+hAbp+0Jk27J99YguiCJjN9hvwwe2r7a2o2rZfuBJLTGOsKdNO3HKj+3Et6fetiKLOYqfKLZ7vZ74EPP1yxclF1c1XeOoLpuK6yvXzqncH0+/ngcfMIe+nc/gpT965uPnf/3xHZ4Pn3xQOsk6Y/9CzDP9fEF3hi68hE8d+AL/X3981f/4/r3x929f9J3Y309nfamhs6XEe3HpKx9Qv+RDLj4vo5T4L6sdYqXNk0V+1R9aXxC+nGa+X19O+v7lRd+/npv+8fUFu9Efar+cz037IzHxvuAT/iv6L4zRmbbS/0HdYOzCl8TYiJ4yRuiiZ7UoBRF9uK2pbdk7iJGawHbIHdYcHZW2r/5Lb7tZ29c6+8YX4xHYUxfjxE7eRij0C5ED1LcjioD7Nabot0Zf/+xbVdaJtXA+n/TyclL+ieWvGVP4yGNYg8YaQzohl8Tzh9Gb+cHnfO45/fbywpx8UT6Qf8Eh/yrEy6n05WVQf9KX09AL/mceBM/8tj+zJpvC54PmibXxZZz1FbzUSWfeZxQvB1889LXOrKOTXpitb8Q5059xedOJZ5Aze2fkE/HyX1yf6OIp9cjXdU/nz1U6n0qn9Jm2ICJN+lJAvD/ZiH4Dy67l/gDb8TaFPwlbYtUBYwwd5SNv7Gzv86umReOo4COLQtLkG12ViCUZmvcFwdKFDsawAmJ0Xwb5UzHqRi0R2w24pnZkpKbhHUEptg82kx8yYyL6DIVnuaighe2CdxmVct2EBpPftHJPzuHVfdxEqndIXfwWqoiMYD9QWslhThZ/NhgAp8J2uNQ5UheanJ8Ct6WHvR6JcxUOjOGL+A1iR75DcjggbQdpA9cnB8ZPtFHl+n6G1H2G2Oe+tWj4/tjG+7PpQ3tJpnGRuOaCGtJC/pJZdI3ME2u+5wWqHRvXm/XrYlu229D2lW8FJ9ucjwf5IW5cy9J9XXRRh85+bdwG8xy2/eS+TsY4xUf/QbEt+3P8bmj7FuPqw72cjrBe1RjYzPUlmdwtNaWT6YzuyxyvtqFiUuv6h+qe6s8obdlYA9x/85j2NnT3sOE/QUzsz+tt07XbHNrTNn6Zt6CXXRQLXsykdG+PMeXPzu6REecdOK7x4XbEOOu3SnJaeHQwikZZVVz9e39Mq0jMMRy6Y5/sqYt94IMvk95946RVYrMwxtDpdNKSQ31sd49tWxwdIrk389lpGVIf2wC2DztxbpAKfRGbTWTnpcyppVAQapc6N8d28pGTf2gwauqjC9KvM88VwcvLixb9wnPu169feVZ52fs+FH/bqmCPkzbX+KUPR+TZusE7jY1njE3JlyeFnb9A+SaWfxSlP1i+ISy884Hyvd9xXPTW/KTh3/LR8vVVryB87OZ+deEyvyjyO+8Wo1s0/MqNZrrNd74g8tijCU/Kln3ZpHyIi/6SHLeNuAZCfyH+BqAX6BXIsWM/nx8qU3fRG3vPM7yj77Fhn7+ALUC3EW+DJt8g/PZ+oe2J+K3+hX9jjPJxNsjH3HzU/fPtVcEPxmnJ+S9j81/iRveK/oY5jhnL19cfPaY/fvxQkLENuj3a6Xzo47ZtXCoMkv562bgot0OM8I9RoguiTysLDA3jvymUaWKkNzE9YhqveGeNXcwaAxvr9EJbnTdjmpgLib1gZ10u6TllzVv2zyGRKg36GsPtg3NTe8q22+JjMvgnxqeY3ZYe6a/8urk+rTYZupbXyZ452Vb+HPU2mt8Bnsvv15SY2NueGwqUo28Q64YRmpvGZ0j9Ec+GzbZ+VWJxBfaZr89gW/aCZAkY6FpsZHBVNJMR3+fpmHTzzOf+oKgPFJ/YPOtcx/39k3/fVPbN2r7xjyFSZbvt7UnbZr8OjBCs8QwfsIOoNzfsMJF2aptY6jVhG/73kRtUYH/06Tb69LHOnrquXieG/X7IUSRHSMn6DESidj/vcW3k34D2Yt/sj/3Zq2XP+iX/VXrdA+jPkTeB6gHXB2T0TNJsu/nPTyvm0cL29N3psU66r7OtVewbH519k23Lfo482MQ+sO9togvsXY9gw4fuSF/FTVnstWYhzB9oF/WLc3Ta+lYjw09s8BPCfo0jYRVER+i74zi3Nu2DGNjuh648oAXLLjSwjVlA1H0O+yZHvrmmhM7k4NAAvgJcQvPh1dgGkRupA+2HLawWaOzDYVv2v4tjOMbsECc19i3urb+zr6mf6yvcX4fj0idd89deSr6+iBnweVE2eJAIjUu24UU3nkKCjLseivGdeZdCAxfaQ7/sKS9X21IakGRb04eM4G3qpNbbnjTxFpy6HQXdkXgb6zM0uPHihZz7Bd0gBocYXQ7uQ8x90caoop2oLqx5k4+UtTHX/wZ/eYrUl6UxrFHa2xAxFiyiciSGZBuE6lpsK+s+sCcvSubdJoutBZZ5GPgnh21yLmLHfsNW8Gn2Is4NTNBHvlC3Neh207zEP6IYx8inkuia0rcgfW0fIiauoYlrmzgCVort5gvjwHbUV0QXXBVXxu1nP6N1rYt5kYz90S57YWIH9qyPPVsD/d/CXnG0yXgH0vSx76meFKP7CNqgMWaCSAIby3HjpfZZZz52DNOPjdHjh87icymEP9XAPhH1i5I5JkhbbbKnj+3m7RtdfQz9DPbN3v7IP/pljMd5aPDSfAzoU5RqlFZ9Valqxg4t2rmHVPSnsep2eUBHdNCy6OOE4DNnG/s7I6ojpg7Vw2FbNkBvQwFs65KjPXXha+dTn9gb8xpEDg3CH2FPf/uB1k1ue4s2j4hCEqTB3tQ0smidttcPvOzD2/4jj6o+bMt28yx0jrkuoglmxf/9s33fmu3OK+Np3/iMXdB9oW/hN14sB+J3QWhw2d74Efym6Bb6Xs6c58PJEWfG+AtrMh+L8oHuNKy5RzMW7GnFmEYeLLIzm9sLazg0dkHqjJ1pP/zE1jFanzqw9Efd4k/nUuKbZ6bYDb74JPYgl86VvE8YFGMRUK1zFR+0zv2RNB9Lg298MPueF1N8RPt2OunvvKD629evfFg990fQb3yw7I+r377rv75/0399+6a/ffuqv3/7pr9j9z++R/+H/uuPib9//6Y/iPWdD6XfoC8u5QNX5K+nocgvJX0htxO5LaBSxm1U6TyGvuCbsf1K+2fH3kp+ifn95cTH0qEvpyLOosUHvBd9O5/1nba/n1/4cHfWH1+/6Dsxvr6c+gMeLjpzWjhlvEoKzThmfMWYms1y1Og1te3rxnbL9oFqXjMQxe5Iw9sOaQz6FVSVfgbLbW9bttvWnrxtpay2xihyH6yFodNposrItSO8iWG17Xno5QtjAS6seXMtVIkxsb5Ql3F5eRk6s77OxH45DX1hvL6CjOsfvND8G/jjfNK3IeZa+p/fzvr//3GGnvRfX0p/P0t/1Lv+8Lv+Njb9/WR958vmN/ivddHXAZpu8CI+9AQdwu6k78xd2nyhH+dNeiHB5PaVXIIvnVfhN/AHzPm3F/IB38ntK7nFh2YVnPE/gXONHqsT8xB5SCrGc1Tx/FFqXXjWxDk2YFLqsKuyBjg18BnF/BCjbsi6qYN8x7Omlkw45kTtL/aLI6yUC6pN4YOCM+uwqFrvbszz8oISkLrjsWFvW96VtmVbIg89KdTI5NKI7wL26ZfYkxY2rpHFpy6IvLHvdBMEW3Q1VXTetuwDZNUDaK5T/C2KrzVLaCV2dKEHTIvfPzsxMPcDED89aE627/Cp8ZMK20+06n1lYy5W5RZmDU4vBsljIj+2Nu4rF67r0IlNW0Kj74FVIgTqYqey2T6lrQVab91fPcX/0WfpFk19+CB8cGFNh9rJaeaY+iD6lU/kjbW2HccFPnJw4bkl2B5sZoy/drZ9N6f2lLOeA3vK9qSJvu25hJemftnqUAY+0Q/2mtDAnvYxsydvP6fr2qE2rewQdMcHP/TeUaGW/Veha8GVfaw6xlKm7+HtW9zIn2JOc8ew8SkAXfYr3pKf062Xdi6LviQ25VK4w5DZ533db2JrCe2EuuDY9OPpaPszvj2Tf9ACJ9ZDfOCuB93sscucF8Ks51rtNXvRpT+4vbe9TS2w3T72pNP3fvz1k2J6a3N+QOLYH/X2r3SzbdtPW+25o++hRyxj27InksM4nXj2ODdO8A2ujVwfQeRQ2ytE04i2e2wSx3bHlaX10fHCJnjEhtzAKLO+cbpwyr7xzu/m9ZHuSPPx7q0/nr7PD5b7R7zYxG/h2Nfw0YcuZAsOHyqKbdgi18BKnqQCzXoQFGB3SY7ky9MB94VdF/2OLXEW0GHOOYeFWjQiRwSrLnKAimtDwCqM7YIGQ6Ud3GgKKfBW8gVAxRfDC+OSj6b5J39fGZfX9zc+1r7rDT7IPxv8ygfmfAht8HE0NLo3PqC+8ZH1xuOLLuO6cCHO+6677POzxlWreDL2ziBmnH8XYlAunCDaCBFkrKPLlRhciD3BcMYmbcjagBizCSo8YVtZk8EYpbGvZ/umr6qrzZG3LfvezrYeCz4zgO12sHcq39tmVW1Sb36LYsM0Mq2+11PfKw+67OmlUrAM+SlsrBoSRBkihkwfMYdYOlA2wchbUxKgLjGUBEhm8kjpDxF/67Bk+y9De8Hzt3xj3rYwPoJc8xAfiAeUBgs5F1vtC8D2XRu492FPfQR78vZH2rHQh1KrCTVdcxzKEPZ8hw/ajmGOPkOs3y44xSGOH8B88tB597fzkDfmUlAt+/jvuK2RXydgkzX4lWVM7GlrQ9Pz0Cf4EIs5jgtEOAAAEABJREFU652WCh9QZXF8QPJfYHVy7OPT/ZNoEvgOXLz6nWLf+9n38m/FwMg7et5Jb03DI039MPtKw/QVCG98tErGZ+dty/4MMYrjX0X8PodNe1Q7IHSFgqbklmttIbqFtsdu0cxxeFTdh9CfIfNvu20zf4F9k+3J2/40jH2r28g1hrY7Zvifg85+YmA/ixH7iazPXHvFYAxLefE2cdEJXVBco4GhZu0+w7F52523bWUsgnWjWzQ62/pQktZSPqm2rbpCIkWwXTHIb6G4XzzC0UkaVRqeKGjtMW1fc7fDl5Jr4ELmF8Xaw0IXxB7WfF84F6npRixJ1k+Lbdk7HiwT5kFFX6dt50Slg00KFcVwttlvEDjg4LeV0gcqniTN0415eAsGLcwxoe+u9uVEVDVEsTsq3DwK2b7pbMv+65jR1L7qsin9rCKW4C2yoy/ww1Je1K4Ph1mrzdPukLVQ4aNzqSSk+FkVXS1K3c5DWB8G4hqwTjS0Yid+oFwL3hS68QIsL72CyBOpuyExaa7bti3b+IqtJjbNXk99T0TKD5z0Hbbt17UTak//1C3EdsF2+0BkDILkMBiD5NnXMPmHZgxTb/o0+Qtjk7G+wYy3u16qAtaVrjboDS19PGyLA4Qav2o+udqTt2edPetTF9hLL9mLt1KXB37txaauQOhvQ3J9jhq3OpYA68E60cbYUT0mm9wUW/1umXmu8drYkya/EeAe+eG/Jf6+7ySnBa09Z6/L/pM46VORY6VvlorkxygFhbKos93y6YS+MTT1m3p9UF8uxX7wIyU0sK0U29hNyJJtUCD0Bj0po0qjAD61Iy/ir+3sujGsRpk8JkShmnZ0hSwKo7TfN3sMlhE1tmUXnGSHn9iwT5+OsGedfU9jY9908c36W9h4ho/Onjbhj9Be7L1+l2Ozs1eyXTkY7EmaY/qh+a3Dnvb2jT46GoXta2zbaDRlqalSSCh5HrHGI3TBcqwZfhzgbMu2Um9PGr7g7VlnT73NVcR8pI2MaX7o50VA+OhsSzmgWSdnPvR84WNl8MKHnnEa13aybwaxCQ3SbvzCH2n4I/ovTAxigdbXUMrl9U22+2XUqFLi5NpJ219eznyEfOEj40t/VM2HspK4/4iXjpvyzGHWh3gJIl5anInzB7n/8fVr/1eGJ9o4s9bPZUEa/dzCi/s8yxT7bujZpeBk6VxSfIq4xf07/+Vh+8B3PW0M4p1GKdhomxFuPvm9nAcfTM0HNfpUUsdLXPaaM/eFhfyXiCXz8cwqqXMbkcn5RD6nPDfQZl7IGL1NK8wjpneHbRXjVqP0wniNMZRSLq7xIdsyCnO2OS+gq/BQiCoxGm5+jMJDDVGyXpLLcKlwsK2KPRaWOO9Az8235baTmo9NSfAX5f8V/sLe+JV8v3990bevZ31h3FARe2ubfBwlvAYfNFmCOjP4f3w7qfH1xJooxvaiUe9tv13y/9r9wZp4Z0ylrwT7Okrfcf4G/Tqsb0zGV+QXS0NS8fK3Ms/cJ4qxLXSD/IelU5k4E2PX97yQ1Ms4KfhyPveYv5xGy2fa6Q+7pyK3IjdrEGwkFn6ngY5+hJ6QB/qXL8TKS9hRrH2r6+DPY0yefJKbkqc08yZXwmrgf6b+BB1dx3MFa9rUx/+FGOdRxBmKzQlbDh2L7RZzPiLKYs3m+lgoxmnxi55wSi7cKjVctDMaRdxC3ljD2WcmeMVHbtxRmLPtOWhDAXMjYPiO/ZBLt2+ptMNSWROMbR0wqhiroj0BXxHNz8DlynrCZztA/16xaRfE237Op+7XIBnGgpsBpvBJEjlkjjGjmzE+YNpijl34aXeJ4icg9m4/n1s2TTpzt/3U1zZ29+g2E8vLZVvMv01nH2Zf74LsoVMffWgQPgj/DKkLHut63+PaCz3W3eSsaXrIeC//0AX72ulW2WZ8SlmfibFwjB2+jT852W7/xAjsxLSelWexojsifokThCdcyFPYJn933Ypx7ENXfHraJ6fXAnwWLc/a+imWHfTTuB8rSLPztH1Hi03C9tUhfYhg+87OvpcLOftZqHGwc4bJQWoZg8RaeJTT5VUXl8iJELT8b57i/xlWyNVu6NLd0QQgIbOGF2Y9HUOf+0DQXc6coUusC3tz+rmQZ8vwoUH4hdgvRDfj//yctDJfGfOsTds9R0fenjr7Iz22lzaD5BWED2LzSKM7Zpb2jrDTFncOaOxinxhBYudDXFOeSfOxLUhd7BbiFxzl8LGL/tdwm8QnTOgjEis6Ma/sUJhlPiEPh+0eV3vSVMcyvg0ULd/RZWvhrA3fK3Rojeq0v/ybZ92EZilt8FlzhU9hO4hTAYoh80xh7ukDOniuOPFcBfIvgAx+E5y+8Nz4FXzRC/wL+lOdsMO+Jso1fR3/0olnouCFZ7gB36ihNb+mTe3FdnO2Zd8jFbbbz551iWFP3eR18yu37dRPexsqANVetp6rXfgNwt1HPbaeY37Bn7ti647uibugbrOu+VT3nzFgjBZvl6TA0HmMNV7QGkORq0r2tEn8aUkuyYO5PepWXSjDIcWtcF6wLZdVnrCtNoI0ldQqTrbh76FVaHyxhslCu1JGq+Vf0DmC/tCGfdOl8wFNtF0oXYcwBeSwMQBLnjQPXT8DSXXDn1FC/8Zh+zesHkxwsTkd1PZNtn3t40bfYrbo4iPbNzvbyvhEn83oGVK3oC7mHEAOh+1r+1E7px3hf2dOH216qPcYPyeZj1iEgkMgfpYrN8fih9dniE1QJHoEooJEfoRt2ROFkz15+6/RFTdjbE/fpQu1bzqjQORMHzPHWb/Q5B4IeeNHWXAaxWZabALFHFuFIwc56wFGfo6quXnYz+vte70o9r3O/ignl2z81HTbZSlTFuQHaSgtayFycJXl/pMYRfwFG/0vIQrj14srFJHDnr6w18OeOtutsyeNYN/zySGaD8j8gMIpGPgtxCe66WO1TL1t2cgP46+92LPefk53M2VNBbZZA9Ux7emjvdhuzp60hf1kG59dgNiRn4Po2N7qMG95UXvWzT6Kvh6xKes3H5hyjYYGiw9dH2hidwcLX3WxEZo7nDbJ9h10LD+rw8425/sjmuSQPs/+mIeYoKDFi6lSXoo8w9iskoCxtdpf5o+aV4pzCkg+65TFz1KQ7U8R6ys+sVv1NnEQHIR3yfxBvK6Z8IFNDbjjLdneobuy9gyJelFY+wRF2rjGAf2ZY7ep4IfV1Oxd64VSdHkhVrjHZtpjZ4lmBbkbX4aH2CKOGVPGnv4MUA0r9MK+eOFFgfaSPNcDUvhcJ6laurQTvW3Z1qgZt+ATbxB7oUQ9CD1i5XVHJSwnxMs37SXtb3t+zWfcGJ88l9CkAjFGGScf7mW5ToJCFxqE9+6/4fMZ7Nk323sWk9imvYk1ZhmLwEZPXuEDGxnEMyS6BTt1qZlA3ONKltSytFPWRgZKQp78fKF1z4t+LhRBilzS5wEfRJdxWsiYrv6LYpv4E8lzY5wCqlpfzGv0tqO6g+22sW8UBcdNtiefGIF9kzsY7YWaUwBR6AR9pT8GyekRhIr5B8QuytAgvG1xgFCj2sDvHe2HaSiEg2sVgYN4Aom16X17YzYufK4B27ve8pKfl0VbSRMb9KL+LzCoX/PJpaQx3HGia5mJy3g1mAODXIv54FQ1ZOQrFN8bigBXkOSoIv5QdPZu1/GNLvLMnyqR6RVkq40eTWDjTS7dYYyh5BSED2zL/msQxTbn27HBrvmDvR5Hq/Tp2GaM4nNh7wgNorPdOYX//xq0PJskhzC2JY6VmyjhnyF2tmXm0DaWUvq8YFv2R7ThfspY5AXPxmw+zlPGLrFimg+t+dvXf/75Z/8TVZf3S8eOjz3biJ09+fgtJM5nONoUvuKaT05pLzT9JmJCqyl7NKki0z5ntXxRPqKYeR1Y5blhe3sXF5nqIlWeI8DAPjgzXsOjnz3OrqYnXqLkhcu5hl7qxMsZ6uFPxAvOrOUv5xdsxUfRoS+nM/SkU1lF3jaUuCfsYpt/uu0bH2+/fuGlzssXPuKdebFDzCHuv++6vP3Q2+u/dLn84JvvD729g7dX+FdlnzadLNrmstLYpLTRoI0i5wBniXko7o0GxdgJhNKMRlnDQ6En8stHtNOIzuRwUUngIjNuRVv5iDiwi20+6qZvJo+NMa6yzH5VJfo8NGTGVU1PjFNyMTkslITFDanP/SUfXoPwnSvtVfa794zJmy6MQ8bmwlgkj0Gg5PwC83Ia3ZdzpV2RuxibjRygJJZ8hyjJl7zNcwwB6d+7ct9LnzK2lX1r/19hbHz0zjoL8OycQzfGUUi2ZU+8MOeNfCw98bGTNXMGo6rH5LzTwfxkPaadYFi0L73sfUg/Xk7FGho6p/LyJpNz+zDh+ag8JGKqPxafd9uX0wn5xBgU8QDtdVvQEziTy8KJsXqhvTO+p3LHyj9THDltn0qto0o0zrHJ0hWZm8h6KNEVTrWPSeignVHVeZ1Y/y9n8gShp/MQwyEaaPrI16Cq3HUFLVuBpWsuo0qDuLlGz6czYxCcdGLsRlF3xdCphgrPRwwajs5SUmmwRPqWZuwtcZ7Qs4KBbdl+Vvtch6nt9rGf0+VINew2wRrYskZ3iOsu2Hh6CA0+Al/8tEDncu1e8LkkDutrC5A3ZIEr5frTFVyDrMcN+YjYT9BOYqcdsv2do5gf21fTjWsrWIpH/ijH5iinT9EdkfrfwfKJbXjSYJlvP0X2hXtsipwYC5GDo5z4YpwmnedVfxsPX9dGLDbmJ3HCf4aNpINVb3uxTVMXJE7oEW3w4eTO4YMdcW1/sP5McfR/5D/zWfq0YtYTlyi5aIehN+iu3PR2eK7spuF/Dsl6LNE4epZ26EKRULGbBOb5IRgaPAOw93iikAsb8xCfef0Q+5BX6gPbsidib08+42ZP3v6cxudz0Amu7Y/10d+QtrI+aYZcYr01jVxlLdj3edQuX2mVsGgcdennYM8Ozucz8RglbKN/htitZ0l9Umx3zU60tfTrU/q6kOviA3j2eD/gwjPVO8+PwVso8qKXd65/Hi1D3982ntc2nuMuV7y/XXg+fut/vjXPy58hH1Lf+KiaNtJ2clo5Hmn0QfpqW/Y9PvY+llObOJO7nbuWGHJmf9OF/eSy7zvvPAdeWl76jzQxE2Ni671zRbcte+7QiUOtIrmNL/DiSpFyrWfVZL2MEteTNco6NUosG+XefmK9jJIa1oHGfmgY2x19rcIXPkUOotjWhz/RgaImdtMeCZ1taUhZr1mPR9QoRc4aDWKzcNSnLohuoZITsK2yNKoU3bN67SXjnHlfiPyXsMcJYUpDgHdAUCae2NfE3hXYJdsNydICOsyZa9YMcxm/BVEWH4qI3abkHXnRPO9feWLELrCtu7GwLfsehRzYUx++Ko7CdlP/rXZv2vrh5n2nF+hEFlzQD0doZamhWRx5sk/P6ciqiGljU4ej2aeUoWSyc3Y3FTtGZh9BQSeOsdHIxv4DhEiV7IIAABAASURBVB4ohYbThztcqPgM9/aEnrGsnRr6ObQXe9rs4p1PdDb1NHXszyO/5KbYZuKfwXZCPkH0bCks2u0BUmEfGBobhpg2EP7y0RHwzZz9CpnTo01Py2+2SJZaYDkf+E35iJMfj3fYNtZaIOhE4dVgzArYlj2hnxT7o43tDx62r/Gyybpusv2RTwDb5D8Be+ULYVTNDdBC/xGY0B76sqzfLBjalu1PHXrN7bW2d9tJ7Y80pvZN3zInNPKVGt7q8Yf7jE4r7FwqYh6hvdhY7dhVsm86e/KPdaxy7NRY/I2Kwr643+DXBpw12+PBesrGbKyiM/JCoRu0GYRfiO0HYIc5R9rawYXQbaC9HjjaJldfVZPZfWj/5uO2sz1NfnK2+IOdfU9/4rJXTftduBLbzdvu+Yq0rtNFi/7lGs2LpSOKh2/z4zk0WPaPVA/FTis3pW092xujsyXbV+hQbB+kB3aTUmvOBSwptJE6XuDVgQ5sgrxQNGvIzM8V9H/2SVjpp8W2bLcN23ZTGzlHKBobAZrDdtvbD1RO9Q7LvqHXjfeqA2n9QT6ytu9i2EverehvX0uI6bcYgwKZ71OJF3punIclXprkRWbqQs3DdNSj6trGnDtf59XGT1JytN36NImLBs6heW4JPSI6sc4mNrnU6JsC8yLAFTXPBMx1f+FHTJAfHJFv96xN0d9kYm33ECU5LsQ/SH/yEBsaLD7t/wzJP1h9Cr9xzVwYw1B13zbG5Z2xk6rcdGPsy/D0TCAyRmQn6tGnriGKwTzuc1M/nKbGNrGrfUXZGKsA9npEtt12iWP7aq9DMXxyG1Wa1BrYlgSVinyHdeVPZXEoetOvQNBpb+ysiv9nkPmjK/Sk2G5t+vCIruAUPeR6mLH/iP15hEWSPW9CyryJfhlMKgqLh/NHuZW/dWLmr3ZHfiltWtznKvnbJhev6htFZXPaNfbk1zxGHf+g+ZwAoTm7Y9o3ikKxDTC4HrkWogsNwnO55dvMHcyHJUaydaGFnDk+12AfOSl0yP1hJfvwycWP42p96iKnfuz6xUce5Fn4muQn1NsBUwbdgJgSKMQgtgvGr/B39NBMZ3jbqpoQJf3CFO52RLdx32iatvGxLfsjbl5/kUsnktTR7alOtCsK/TSEwzZ76aAfdYcxPups4z9RVbIyZKxA9vIN9D6JTQGnlv5iItuKrlwaVfCSJWghD315eVHiiZJxgtyOTbLdtolhzT/No4/EoksiEz0OOKXtHRv7hsDGS6wMS5B8Nz5uZX+psl5/8IHx9VWxvUCDNz6yvb3+qT//+S/9r//nf+l//69/6H//n3/on//8U+8s4FHkfxoiJRl6sZR/riv/T6P8yt7QvTEub9i+BrzQeuMF2EoxdCNHDqVcYDbWSvKLXKM0zkOnl7POX84aX7gGoC/g/HJCf2p9lRkfKf+vy7OkF7p/9okxxZcPQuXBnm698nLunTYu2FApEf/CF+CNi+nCR5R33g+8co95Z1yC+QLuTRsv+UzuL4x3PpB9pe3vfLzNP138/dtX5Z8VfqGvhBMNdS4jOdGOGfeCRj6NoTN2X86Dj3vk3jZkQ04GRQ5mf92413X7+QjJR8qNGGawgg2ZRhQY26D52OwobIPzKAXJLfREey8n2qX986k6T+OzsS7emesLfWRiCXfJlGpwLh7IivE0+W3MZeamPygzlp0LvmnLxDG55fknOS1ZjKXojxnX9EP0sQgy7w20A38iL1LNdOjEYPUzknXd54o8srflg2/oyit0MCenYXFgdWH95mPp++wD7Wp7VedAbkam6+yltcOMj7F9o62LTrDnPRcIMYt8hk6Zt8G4nU7wE+fwQepI+uXlrBM0SN1Anz6aubAtZXyYr3JpnIYGHQ567dLYkca8fXHjUOpOu/0LL8uX38AvtondY8u1Q3O0pSsYXuaZNl2afwydSN2nkBhPQAOGS973QEvdqNKoexT6jfXSuei+2NPPvtHC377JcFcnG6khQW4o5Cs29BuKyy+x3gWKjjMk2piX4Dpge96WtFBwd6CpXBNHxDYxWUja2FNCW2a991z2YFyIhDN869Ih3Re7I90pk9Kd4hPBfubL/ekhwIYcJEzoQuRgyXgyPpx3++hTH4T/DKs+9Ib0m1E+xDr6X9hbgqNuY27ivx18IgfRhT4i+mDp39mfgo1Y2yHO4pfdMxqbo/4oh3+G2Nu3eYiNPeWdxES2Gy085NW6X5xwbwt7xsk1tGC7Y9uzzl50k+PVpzAfYVv2EQ821N1ptikZcgU6L6A/XjvRsw1yabhR7EYLaBRwebBQ+pjrjxiXjNFOU5NxRezDxus30Q4/PZH4SuCOXvB6xEa+qO/stijuQGqybzlmnmzrSLO3DnQn9sIT944zaB55VGkgj4KC6COfuP+cuR+8vLwo+PLlS9P85bLFRx+bIPbxC0RZY2h7xqeN5BTY3vNTF/uWvz35rthPiXW8fhdv6m13/yXrwkPitvAu5AN4prjseOc58Y3nrjeeSfKsmWs4SNwj3ni+iE3oqk8u2ou92qadLc8Ht/1sN2kSn4Vj/PD58Blc8H9fuFy0+LddF3pE6t947pjPwO966/5A9z1p5Ru6kPZmHmLt3yCew8T4BRv8hXv9hRzyTJbnqYak0FHi2UXw0kA3LPhNqImwNSZ/aV3uY+KiNLZ9fWpTGs99vFhvtnXkldImG2YTyQWBY8qzD5NHybEx15c7LJuEOyJtNmjXdq/DyKLYyVKy3dChGN526+1J4xfYpnYeq93Q5H1DOhUbbBljfQCjtn8MVagsPLpvG0wQb6HXXtIGVYwnMXe9HV7XsYhf28E0xTc+gV2yhwylem9ra7rybh8qrxT/58e9H2tlYxP+CKLL9j005RXYRl7CHAakTZg1qNbEBgWssjx80Q/VwKSCXW/oHajzhKA6xtfz0guUBkslyMFlg5+gCfqr34Ioton1VyDsgVJo8y7vyBcqPkPq70HzM54FdSP9tCef/ugnJQsi1Uw7U7q1v7377jQXxxXO2B3rGU02gGv9A++2j09JxNu4YH4HGEuy9BS6Fjs2V5F5PPCwqc0YBD3U6H51rDGxLXsiPvaNjywe3NOgET5gk9ImS7qf84fMRnuPQncPoXnAY5u6FduqHl/Lfg5RbHOeh33jp2Y//0SdqganAtnSfor0ncGOTdvHh3ZtH/JUb24Z6wUqOaZN1pPtPTld9dpVtmU/g35ZjMUN1vyjpms+MnfBkkMtaVG3tTgD8hDFRrsDUbZDrohou/UQaKoYrIyVb/zGw4LQBds26xc/5dhOxO0RI8G72rSxQ25N/BfSxOJD2+DJ6Wd1T8xRJWfI4bAte+Kg/pS13XU7ad9WcHpcG6gkzG1r1dkodCurD1mTz3ERN7uG+0FnymaQjCzg5jea2gi8APtw2Pdt25b9HMt15RcaRG87pH01WdkGWYXSMR+zToK8aAsGuT4i+n6pwPpyYyMGcSz2/txzNsHJtgxnW/ZzUN2H/bw+fdh4AG0jTpmXBfu5j/1Rj2sf9qxrgZN9kGfaSnuBaHe4lFG6Qb0PV/T7Pcq2kpPtaz/zAyg/hGwrZfCDx5687baLPrCnbE8aXcbvDmwiG2tn48UizWrwBnGhhhT0jYL5spnR9IVAGT+IQoPwgW1VQDDbSrHdecUuiC5YvM0o7Db2tLWtQd+O/Y99YE8b7cXQMYp2Cy4JbsJERQ5F5eDkXn8Xmb72y1loXbHpxl/uecZn2scGIFfGAhBMNg3Qag4bPgfUhokS2O5cbLd9JS8gSvoD6cP2nZ0OxbYK2DNG/AJ7yvasbxtJlh5A7mhqx4AGxbisZwCzLsPblv0ROhTbLa2+ZN3abr+ueDhVufOHYCM545fx9+SnfkOP3Nf+hWX3c8x5wYYfqCZWy098SyIWq54fmyzY5ptKsz3NQiqT4WzfpIwzqj5syzbBtqscZtnY1EWxw3bb2ze6V1311zGs6vl/KuOPg041/l/m/kVNbiRJ1gRF1ODBzDpn5v3fcr/t012VZITD9hczmDvcw4NkVvfONyAEejU1tSvgAJk51kVjbSwsf3vWseKH2ujCHDB0wjL8GAaaEn5h6vrop8IrWLbQolwtfRc5lZoLDd1C4Q5GYdYK1WvxjY8L1azoiktgSQuR8+IoaMUqYyw7SFTcVRVPKkz8A9GLl9X5V8Vi8ubF9QcfatyIe4JKUp6HQe4xhVzYs9cZPvVceRHT+4c65cV+mDk17rn4pcytPPVs5EKGEnMvtCHnfpYPeGyhuiB/A43YsYuYK15iR7dha/gUvzn279/Vf3ynCbxRIg8Rl66ib62Ra3xp/igDTV6jPvp4zHv6w/RVsQ7yl3NiM23Q/i7TJsNX7KGHT3QNPv+Z223YdjXqjfy/vr0p/w/J/L9KL7T/QjL5cFV0rL1RyvrxftVf36/61/uu//PXd/1//vlf+o/vf+mf5P8ff/1L/6LNC/8k7n/xge47axB38S2VGMmWxjCI9qSd/Sj48eNd/6JP/gn+4mPuj4AXafl/KOVD5welr+DH+w/l/6M0Xp4R+wp26ur4Xonx8f2HvoO8wBIzzS5V4wMYLxwvlze1t2/aLt9U20VujV7cuT13Ca7TJ53+yr9kWP8quKr0lheWYNuavrWL3rY3Dd0GP+Je+Eh6USOebdnWjNcHH32AcpydNmc8Ox9vd+oT7aKaMWUzl0wuE1hoW8IFQt/JcQR5uiTPVqWNHIIL9G3b9LZtUxcbcy9xlReWvNjb3+nVHx/q8GKAPO4HVsa9iYNx7XzQHTbsRV8XPp2+FmNrXngyHdVoT/wvFGlpC34bdV1aaduKHJreLtv4SwPf6P83+izPNeWS+ZO+uZBvaJFnwKCIZa7qUosPvpfadHFjrTVt+EVf1N3JU8y9zK5LK8aiqSgMq0bH4SqzD4i+6/Tnju+VdZL1H53TCJC+3bFfsedf9H7kXzQfuNIPQebHgmhr0Mlh5wVpp93WPEKDSEUOtsmptHjb5DR153YXyQ6ZOdvKtFMDWfOXNuV8zP/z24X+3PS2tYGtlVKuVWmjLxeWrtAX8W6wyKUr8wH14Iv5lX4MzLwMalHhfyBlTJsH0PkFRr3kMWlym3BJd1B/Bpi+n+/Zpnzmxbh5oFOwj3yNv8h11E8e4jjCYBfzUaIaYHgPWlgGOrYDZi5nrgcNezB8hA/y5A2nB+jFQUixravnj+MQTSiZkmPmSBCNbdkO+yXiGyyHyd9jLv0rOn0fLdEFZ+2v5LPvf4df9YQ+Y8W1rcxR26Nv7Ec5tsC+23UciRk2NAi/EPkrLJ+/SxNvlVm8fc/L9jK/pLZvbVwOibOwdLYHG32Y0HboJMv+DP308JfWzKwuVjaTuB/Yoc8YS29nlnM/6AF7Xvbqjo6pr9DkuTB0Hf8TdvgBsln0ii74IF7oftgGj40IVMN1JNCxztO+t8m2OIGZS4sXsjhSZkRV5z4w95Ap69jHJ43fKxAD2ELIAAAQAElEQVTi5Rnfl4ab0k4uE2sOn2n47MutGnmXWtWgU19q7KPl0kBskaG2Rx17+oz7zwf35eAKH11Pv2EbFD664OwTueMzKD4JmKi2R7/ZoY56wJ58YkYRmrJB+CB8bMFD7yDYJu4ETFwOQKg/5RfQ4OKQAdsPch/jhgl95hncz0/87BnDZq7jveoKTd55ngy++iga2wBz6IN+fj/6PHz6dSFjcOW5ameN7PgNSj/TRGpNDhnrTcUzzba9Kc+mF55Lw0dXFfuEXfIBKWWDkuDFYTDuf3RCWjWWyOKxCb5ob/wgo9Tkc5VsD4jDhi+rmF8F1elIHy3stH+0kbaFrvalD8/o7As7WOXO9KGveO6KLdXdaAQQObDJ7QskXxdr5AyZpj+DfsuH0BewsAXse6JsxuoRnb3jBLaP2HU6mOL0NtXCDJuJCUxepj9DRRt2MVLmiWsA/1OamDSBHYZQIyZeej7SLwtn27Mu8hyHXTvzMGNWtmXfsQIYZj1c3SgplMwDNZ0MDW+SH1QefyYv+ACdoaf4tmVPVFlj0CLDO4CX00y6pyQHmc0HOgt+58dtcM0D/A0f2nlQVfxYCbbFSQBxrO5bFBVnZ3QC2Jen0SbcvwOKyvlDEjbcbyGlVo6v6I4DIKGiXxZyI5uQQtN7ejgSaynO/NKdqEUM/zYyfjcwWPbvlaUW6qgJlSRLN0S+w27yDdE/+07ZsnSDfnnYlu3hZ/vGD8Xtsj8u+GPOvJo39oxhT1rQRxQtNeh3sIkWaKythcgT069ZKgtQ9hTT9kPO9pTtO9VxoDm4XxMb75/iMYYR2cr0CKmRNCd5a4I23n2EvzgyH+8wGjtXmHHGNpjjYtn/LmYI+15+ajRi1pq/MvkGjFd0pFDoWHZCA7AhR3fGsOOfOEGrog9KBQ3a8dCm45hzqJ/m146FyuinuYa/5lvViN2qjvhWfdEu3Y5ZV2JTjHK6IfvGK8T3E0iLqmT7FjmM7aGzf02Xv/Toq+OwfXCT+PCLZCMdiHyGfbfZj/zys71YhbUtDw0NO/r+Pk93bF1rnDPGQeTQrzDCnGJSxZDsWVME2/T/MX4mIrLGQX0MUOZMYFv2Kwzn28U3TgpfXNKO2/ixz3Tun+JlSl4+5oXSGYUtcmwpO9GJFcyYhFQOe3GSPXnb+lm+enHY97K2Ryz7TteaSdwF26OeyPb0vfGy/u7Bln5ag/2BP8eyLXv2qOirtV4YKrVmXHftvDicNpGjD4jpwEt+rnmxpUwacYQGsNEl3mCpo+j8tKm1InYRZ84P23EZsD3ysT3sVdMv1LZy2B4+iw8tdEEr/OFtK/LGi0Qar87DoeiUVqVWbZRvrUYdNu3HJg77MbZ9lzGP01zt5C5hVuQqE9cackmY77A0+gJ9aKefgzdy21IOOxlI/FigsxX+GWWP9oTalv0ZVbM9YkyegbuqiAHCB601Tb8dekf8Mm5nUIz6pZGXNXkjE4hT8+iQLtsTFFo52YfuicZuP9oIMsovajvsb8E++R5jOgt2yAmxDUgl0w3Y+EGXqbvAI3eGS7YHCDCoTS+kLArb9Gtp9CW8PX1tK4cPunh76iO/gu1bHQX/jJQZuiJr8Kr/bI+cbGLpfuTeHOSHUmhwt945m3IgGnvy9qTRBbZDPsH2LX978snxDNsjv/RZ9IuGf4Zt5Yg+H1fyAeByfPyJJes6tjNsk4MOdMZXSp+lvT33iwPZD8o1bBRhDuwDickIi+7VtllbtYFWNX4ntirxHUY4y1wXRNzESV0bzAVsrfiwE7SDlt5YdxfWfj4evW187ECOLr7BhTLfttIffJz7hv0PEHtwoe74JH4Q+9RbTWK+9kE3aVIL2o+6Td0F3w6Yj2ICoUHxYYF1wEew/Eu9b1vT//WPP/W//vxTf/7xjXwaHwpLb2+b/uTD6h988Hq7NPqo6EMBiyYPpG/yMiUvia55mcSHz/RrfqDnBUk+Rv7IR9G//uLD5653+u7KvvXOPv0D/6vELhl05b3Frq53dO+sux/4/MVLqL/y4Rb6zrrlfZQ6jvvV5MGvDvgrHwTfY8dvR/6QFewusWD5TGnhoo+9Q/uggyfYB3V8QPNSbK2X0EAcjTGzDSe27F177yrGhjTJo+vKC6R8bP2L9oWmzUH08Q06+YgYnSgLJkaQ+BvjfqnG+JSMD4E54ynG1AObsRFDp8P2SZps9jTRJgIo4yDyjSX5ZRyujE90RNM36vxju+iP7U3/4MPmP779MeifvMj7kzH/89s3/Yn+Gz5vw/dNf7xt+Fz0v97+0B8XZGzfoP/A9/9m/vzj7aL//ceb/gH+ZO58uxTtkpqlC5fLZm3QQk5+/civULQqhqvJtkoSLsxzCc3kuaZ9hd3iSFng6CPumU30myWbC7bOfOvQMR70S2jGJzrTpxlL27KDGlSnw576+AWN+TBp3bwSK/MlYBZnaijjfsaYX8mDHJZ++KJLINuacWktvJ16Ayl71NaK9dfUqlSWlHbR3p01nH9FfIV2PiQPoBerKvf10M67pSD8HfTTyLSP+AmZuKkrPNWPfIr6bMs2la5zh5kY/gzKqusef9oZPIlndlYKtV3BfoPg7tA4Ri1dIuTYe92tCvZJzYvP2umD0IBqCv8zjNxk9jhz9SyPzhJxYdLnION2hv4fOFLfbPNjZWT1qHghncuS/guPr1W2x3hCtI4Zb0n/DUryifUMnfRjbZySti37Ef+NDI6iVAh3ziP1BtFh+rfOc9nFhwbngPZje2yfzT/lz7FsP/TNVwXTriB7WmiQODv9/AACpGc6cQMmgiYsmXuoiqG6Q8gYOH2D7YecLCn1BaNO9rVFo3vO6WyLfeCU57Ajh56hVER2Pfsd2NnLdmhnf9PQp2VsAsgdm6BB+I7f5Nlz4CMHohzpH2fKH+wzIR8dSBq/wnPxZ9m2yqXsqaGmcaGFvhl9wH7b2sY9snG/hBZ7fvTxBeIZJjl18gpGP9L36e8gujPO9g+eVeKT+99C5PjrONIbkVe5lInvNc9qlB88NOXOfOSFlH3FL90st2v4ca+KfvBH3Mjjfkm7og+G7rAv+YP7XfRLDl3PFKMN9FF0QeQHnGLHPp5fj/iJOUBuO/Nm2Jc/z4qdMdihV545P94/9PHjQ9c8e37QpgP9g57M48iBngdQyikYfW2ZcZ0IPxETaSt1Jt81P7DGJI8rlzhRxZjK8NHblv0CzKkx5w5qT5+b7vZM0xRdQw6qmhqoMhXO885NeV1tn+pmhZHTsoXa2GEgJz90UTQx35nrPAe3W91186PY7TSc7ZvNnnxVjdzP1J42U2amE+4O27c453LhKcIy63egyHhAHs7ogp15cmX/ybjtVBZEP5ASLjplMHPIYImuTIfhQ5nXlGJjnHMJTynqevZNvc+6s0x1oy3xW7hmDh9zvorOGMDTYPBLB7V96yw7vIaczrLNxhbdpClrI2tiyPAFGh2xEHkhnufJTvERs2DsWAH0JsPbh66IcvAQ0U138DRIlcJF1XxD20qNHyMD0ZeUh9hnyNIN+vvHrTjjRyo8gOq3UFR6KysNybbs10i/NFkpF96On3RuT/plyeF13CzvlCRP01OfeP32Yaf+38MtqEW+/hJ6OIw0YdPqUV/ogdkTMr9APgOfw85a0s4qDFUnXrpAOeApHS4Y9tFfN4eoB84LbfHD8JOL/RjfjvxYwLZso+zKNSik+6NapxWdFk7kw2se54LwxaZy/gsQozwXTqJ08N8/V3s/Uf1u/Pj1W/vYpZh2/cCOvh8QNIgcfRC+C+cnIP70tGzfPWBtP+qw2uZ6P+0p27752o98vO3oJIuDMUhXGKkOZB945qN7BqWVtRzYRHiB2BYa9sZaaFXaTph633SFT+EbWCKrR+jFgTvae193FkTnhpf5lfnYCBRq9EH4oFGwKJkXBWNs0xk3YBhn4g7m4WITFI1NafqxA8Rx2pYdDHHwk2M2nPyW7oFaN3/bN17HYU+d/Uzvedo+vDXK235J08clqySufWB+pOxa1OwrC3fd9LU0ytAqUcWAPh1G/4i8EPHhl34L0v/R5Z7dMgdk2Xcc7kMX3lyKSwAhX4F73vngym2UHypW+KIdgZkX4mPiasuZmrGnSuIklkZdtm80udl32Ta+KdX16rCnb2z25G3TXfhzRv93MPqJHM9lovsKZ7/F29S/hBEriXTaqAH5KpanNp4/PL4wXNFjhzcvy+YDwi7xGlv0penXhXNfZlyWnConTKw70p8EUvIPtaet8aAdOfbwQSVglMCefrAjXvyC+G3bplD77rP8QhfsabcX1Yil02FPW1T2nU9d9pTtSeNzbkehn34ac2TI0R3o/IALdOxJPmgxJs+wPXKz75RJpFVf6EL0yeWMZdvXD0Vo/AhHXMnUGb4sNTaDBpOxiz48DyES+QYrz0VXrs3EoQ1nH0LN2Ox5Ow/zih1+UOrUDRoHIaAdfD5XG2Kxp2f4hRE2FxT2tKe9iJ/OtCugmTM/8kg7lyzidHKN3FrRJxM14nbKSPasI9foI9oeenvSqrrJ4rCn3j7RQ9+qxjwZdfPMl9x78mCsBg0f4P8gR3cC5i9P259s9l1n+5av/RV/hDjVmXwOLen3wdr08JNPY12nT+IwXmIwJ8pF/zZt2Fq10QfGYYGATJMu86fQxz8xGvFT5hmt6h4Dn5QLinoWGnyr4r5QKuI2nq3zEeuiprfiY6g3XaB5Rs3z6qWsDf+NeBdyzMfOt1Z6I+fL1oSZD0mmTOFn2mNt2C8B5S5gwym+QWwp+w8+rv7vP/7Q/+YD1cKfbxc+Xm3gom9b0zfq+DMfvAI+Wg1+0ehO+IN4A8T48+Dzn6b9k/hBPqL+rz//wQfVf/Ah7E/9rz+CP/iQ9qYL9RQ5Fm1k5GQe+MrStjW9EestMfkI9weI/I16w/9J/uEb/ZKXT1dexr2Pf0n6oe+8BPvBR71/If/zX3/pv77/pX/9+KG/eDH1nbG/Nklvm4r21GWTmrmbdO2ZN5hIQkUSzaWSo1HWxQd70Q8+Kn0n7g/qeOd+/sF6vZLzFfoOrqxphlV7dBTlG416wXBiYlr1E0Zo2roN2ORBfu/knheCqXMnZua5bdkeZWPLi4roZwQNmziis61Gv15G/73pQhvf6Me30I26qnQhp8yNzUrzQWfuWHP/3Qfd6Bdr1xniXnzee3GhrGa8VrqAzLPgD8Y/+F+M1T8Y8zVm30YeF4aAOU8++eAanwHGOb7/+JP5+Y9/6P/+3/+X/m9oPqa+bdP/GzRlvrVNl2pKnZetkX9T0TbTthZ5Y4yRxb6WOWKJl5Lv4wN1XlZGh0rp57EvMIdC07/RBenP+AzQr6G2ZTvsgD355TtyQGf7wS/Oy8e2ijzj25Wt5jwvOjlFi4EzZZLL9diTd9qzM1cnpNAruoHoKZN3q50JV4xfkGfRwDw7qX9oUOZv7puFX+6TO+3fmdedeor8WpV2+J15L+ImD0LD9kO/STQZCAAAEABJREFUDz76+MX2K9j+5JLywYzRR5/ZvlPBU8pndNEG3epPeR2H7aGPaFu2ww4wfVUsSgOxUAs4kIkXDDf4SXM1dYUGZz7yM+KaXIJn2/+Y7HukEzuUdjTBEH95SZ7BcmSYF/tTmrE6l1vO5/L2z/NI+YBRXMXvlECxDSi9ejct7ufRl9f/HB25HHn9z0W9R0r8SIuGDyJ/hdhfIV2fMhmnID62Zd8R3UJ8gyXbFhvUDR052HHIaLDdKPtO+JQLxTTOyKafbMtobMu2SlBprK2xjmYQEeiGzgv4AWyJI45nimqs7+g798cr+1P2qB1+4krIK7OG/Yn9j90KPvIj5LRm+uzsi8OPGMJ7gDYo5aEdjHrZD/uB9OviSUivkH30lX7oEvAVLNmm+4Ma9/Kt1bi/XXLP2y76dnkb+OPtm4I/uW9Gt3Hfby4V5VtNWkOGLwLTjs4zRu5zC2lH8ulH20Ov3AfO6OmfA7voR/qu00898V5Ax2FbRR723JNTV+6vecb5wTNZntMGhc9fFlt8aHyC+AdX8g5diO0ZKffjx7uWfnyM5L4WeZR7ijF0fLRM7IXowu/MxeQbrHbqdBRtStsC22PMsg7ie3K7sfb0saGjT5pK7fYnfO5HTDkF7vgFgh6gy9WPtZG8FlInw0Bd0zdj7iGJkiCJUY6FQewu96nrzOW0MzS2vnxil2ZZrrbHOKatZ7TMN9py1oUf+tjAs7xsG89o4WP/FeJ3Q9FnR9yUa62UsWiVHC1SJVfd0PDN82A95WkbX+t80GytPg1Nv4aO+ZC+OhD9gugzO3FYERmEgKDLHpoYC5GTCy4KH8BEhMwY0S3kt8WemL0Y/rmOlm2oSXrERph6EUfayWs/8t3DX9Ed6Dz/TEidbXDY8e0I/RZn5rIP/eTPtuiD6BYNP0CZ6Baq6KB0ke0xWJHPaOjPiM32GKB0lk25qiHbU28/Uj0d9rRHbS4TPuonljz/0IGWFE2ZyYQ2fAs/YLWqG+LDSOjVYZR2rjDrjPgF8oP3huryCWKTvQMbq/bmCy9g4j7Csn8TMqMvrgbQfkfaH1BFqsFuZRyK2AvNpTrJ4W1iTejzQQWj476izMTsfC9xL0N4nfG5nkeN/bOc7r627wKcbeox3OfztXb5xXoCmzhrShPoWchW+q7JbP8D1CWOEKaaFq3y4CMHuPyN0w++tonlB93fFex7+bBsRwqKQGN7opGhbci7ig3lFYx+QfCi3A23OUKQr87O1KVMNpu42Jb9a2QOe/TpV746xQkv4T6QtTf5jvxzkApxjvIyf/Rw2B6ybdkefC72wUNsLlECe/I2FFj8gWIaZ/phIYrwofb0sx9pbJUYB8K/xr2fE3Mh5RdsK/0ajJttFf1DfRLRNfiKz4EGXSiJ/YW+lBTd8mtVY781+p+dhNIAToWzmRN37MpcjJwXHTdkvvGjoYPYxvwlyChPHFrMtQ9Y/MGGINshA+mHwby4pGTU9t3f9kP52F8Bt5uf/XtlRpzD176XsSdv32l87cga9cBCpdn2rtkXoTv8T8CNIesh/hMax61fLMrr0xF78GyI7hXil3m1YBMYZXyzX0Q6I+3ImA+KobiXPCMvwqILDfLSc445PwaZGz3gASZ0zxwhTmdeBTYC9e/4hKMbmL/6LRQ9UpQ3VLejU/Xnh6vUFdzcnpgqoiQWiCm+gT310QWIss36XCh4HSAjC3sHoUGX6LPOjz3xQ2+MMY0snkWoEhsFVHS9b7Ab8TYZekdJ1HvrmIgEMKC1Cl1jmryzFsUx9g8e2GOzU0fywfAbp22tcuKwfZPt5C1S8oA49jHGfci2h+/OuCYfcSRW8tl4kWzPcvadxm7TMHzPp333sQ+eexqtkXFcgOXsByCcnX63Lfs1UmdgWzjp94/UI4pQTrpRcaz2LorqdHalxKiONjDoYginjr4yYDaomDNBozs2HLZBxfBf+SHCPtKlrdpAUfortCq1ilUqKq3wUNuyD+j10Zg39vTp5NUZX9tHHGjFJlkSamU8UGnw+BdrvAbdx3PLBcd8iAvO+mfe7BGfdKM/Ou2n7fRb+in3n4IPGrFT9yuYPBbS34OnHEU0ZGnmLCm6AS5pR3EJbMue0NOR3k1fNeZ15naQfo6bTa9QfwfRjRdK9Ovwh2bNBLHHPxj54c82oY3xykuqJivg58xB+6CN9RL9Bt2q0c96QGwBuwkfN2uUie8F33aKWfCJnTpLHKP+9HeX+LEbW4NNmU01Yl1oWwMb+mE/YoTPh7BLMx+lig+spUvBt8l/26DBZdOFlxbBRl9s2CmiRt0XYl6IN0AdF/K90Bf5MPqNj28XfAfQbeCCfaOOrURuoETfSd+2TflAtugfF+St6R98rPyTOE0cfIS88hGyQ8VHnMynjMEVvjMXO3M486RV6RsfTPPh7U8+qIW+Ic9/Rbxp42XiRjuKsWjkE/3b5UKZb3Rh1876yYfGd+gH+9Jf1PcX9Y4Pq+/f9Z/fv+s//vnPQf/iheE7g7HTpiv98U4eP/jg+sELt53xeA/Pi7YOL/pJ1Gnaeq3SB/4/JP0Ixf97YtGWWe+OfedOtLOi6GTip2zRn601LRRxOuUJQ9P7QHRGMWDL1J3640eqzAorPmJtRafjsD3006bxwfBHXlD+9S+9//iuTttaK+ZK4+XrBbyND+dv5BNcXGrkWcTJWL9tG/Nm0xtj+cZYXlppKzPuYKsx395CLw2fRrxNf+J7Qcc57Blv0S+i7p1xGDJ8xr1ZCkiMpuzwpoc7vGij4Ccyzztz40qc6wc9Tn/o6DNx2OZ6Pzu2YKeenfHYKbczD5JDR869avDRMToC/VZmV8b+gzJXxnRHv6efj/CIg7Of6kSbGDu5xcf0pRQfUxrktzTyftBOC4Od39R96CTIQOpbuKbdB5Zup4t2SYOG733wSk7A1D3A3MKNruoaf/CbORKJwuFty3bc6JIP7ayZ6HfsV14kpw+qNXyKGKmz6+NjJ6bQ+RP04qD1n7T2vewyFvlu26bC1qk7EHkMkDsltDCSWQWfqI3XgQeTp2SiTE6yrVeH7WGzv6avykVnW2lLo99CF2zrf+pg2O+hTkJqsD1yXw4Zz2DJn+kMcPZ55iMHKRsa2Iws47IzZ4LMlcCe9duO+2+CGUqsxL3hN0v+T7jZv5er7dG3tm/V2h66m+KBmTbbD9pXQtp91kcO0rcLkcfio69Cb1GRO+MQnaDZX7N+4m/7ll/kM1LfklcdZxq7xmLLHJkw+9EAd7dB2Ud9QOyvCyYnsX47CA1SVz7cnOuY/FVX9utgJ9YOL252nb15yNAr+mv/0MJO/RPsR9h30G+YuXZyvaOrk9MZad9ZXnz0A/gbZqHTt8MHmrwJyPkYF/fjTA703sjh0WfEIHYftp39wgOtlbatjftu/gLUheeay4X7MJjPPZsa+0qrwn/C9jG+XdQmmbMANH14Q427hkQf5fcxVbHX9huiK8qwqmnTjt8R7xj/PvLtyhhlnV95Lgo++FAZDB33zND0zRnRxecd33w8zYfNILoruiv32w+eDyKfcT3iLRrb5D+4D31o8sydwy/24EpuoWfENzndxpD20EjZBgKhvvcrfewDoj9lyZFthRZ80FrNMcm4gAv3sAvjlntZQw4K39AgfNAOv+Ub/y3+6MNHH+TZ9xO+fdNZF78ByjZbrcgJlEsLNnk/QRy2lXzsSZPjQvJYaO2Ye8nxN5G4K1boku80dYr6Q8mVCWhbnIcuequhpznoBA+aB790w98a5cKLObvmK98MlXHP+D8j+gB3rcM2sZPLhG3iTojDNtf7GWnVdUypu/ELLn5X9pBVbmePDCInl9hvIMZaiTv7xfRjlfLA2Adobb/vL4SlvX0gz3A7isz5fdSxo39E6hzAbwfxHThiDt3Bxy/yQuQF0mTf6DfslInfsmcJ3TrS9i/5wiewH32LUbcfdfZdfk4kCUT3CvYst2zxDSLb05YcykyGB5iFhZ2R4T419tgSOoB2yEsfObbQRwjvO/TisK20d4LSdYKFzXLpCR35C5BUNvobKFuNGCbGgZGUHg/bQ01x2R5tL03aSGDwyOFbKNjQB5GX/ZEKr8/Ql0fHcgdpaIEpoZ+BJXIru8o8UtqHwn6kFBqnfeh10CX/Jh1Bjovtg5vEnrJt2Z5KrosNrTI2DVSFph9yk/4Z4hPo/y+HnZzuOFdiT325NOfuZ9qq5BRio8jDotncbmAj8sCVF237J0y/zjqb0CgLn91zIIE/w7ZsM3/Jx9QPb0+dHWpJgV4e/ontsUBnyk14GODJi22bCP0lGGLy0t2WfqFwjbyinxD6AUm2tfrX9pDtSaO3J29/TcVhxw7zN87sk8G5iO0h2v4yL9vkqdthe/ArVqS0ecE2/l9jFOZim6s++eo47GmPGM7mmr4c46LR96lzjFH0zL/Og2Xnx0jmW16BBM3iZZUUXsw77qgQ1mHKEEuhQSoCtkdOsOO0PejXlz5M9t3P9ohhe9heXmaxYbJ96/9X80DHYT/Gsz3qidmevP2ayngBzJro0Il8WEifKT82nsFN5Hb/OXjRb1UmZxPjEToO24OzjV/xQ2kbvuKwPXjbSPM8t3tqqIVxuc2zwzfEtjzqZ18YNLKIOUFJiXZ0foQG4YMRi4+MAh176ESXaJto1w2WorNNXKugE6kT3GTskixNHKES7gxKiB1s+nBNrJRZVMdhW/YdU/0sT+262lb6L7An33jojzzbsxNT+AQevB0aaBzpm4yznBI0In0B75KKRWRo/v+JARs8So9yV34MBinVWim4z424JJbUqmg/MmOaNWfYMxBvZyMJ27I9dLYHnxyDKO2pM4nZjmqgyrJfo6qYh02NvjnDfuFPnBqQqg5YGvsNfVMMbvhKWWQzn57RUg6/+I4Y8Nl/lH3ohCLuHdbkQy17QhywXD+fRfAzTADbis62ctiThj/Dnnrbo66UCTKeY43QtsEnX1PyCbbJ16OsbbWqIRf8Dehs3/KxJ5+xDFKfbWVMxLGzly8gPpSzZ13RP2POtKm1v/abHrQqc/EQbA/Otgxne9Sr47D90K5W93YSSQs++mvEgC+Y6Exdg6IbNDKIPWCJjftUaO5VZ2RdZo8+oxFnI3YQfiHlFr9ofC5UEpoYiSfm69gb2SMjb3wFalQe0DTabtFkib2ymhSc/+Lo4mMf4MtPfBqVhEYXn/DRNdbCRg4XS4Tjw5TYRvrALU/a9OamNwpdQFOp7cK3JuRJHV2ATLIbcTfqz1+0oQmU0qgjMmYFm6LrlLe+4f+NhP5oTf/gJcyyJQ/n+SHgWcIBfIGh50OHr11niLnqoSdRqA7svNS68kHymn9pyYe9D/D+13f9AO/ff+jKC7RO3IyD2RcaiQfJNXL0O/a8GBYvA3BBxYokbuQgtmCnznbZZNrEOwalA6o1jX95WpuuzLP8Z3//4oPcD/L9z7/+0n/853/p//zzX/onef2g/F8/PiW2I2IAABAASURBVMa/YM0H1fe0m/KuzCZTXsqH0vH/WcX/Oy8BP4hzZbw+8P1BW/7iQ+2/+Hj5L2J///Gu+a8irnzMfFfaYZsRkGyrETso4osjNDLssIfuxN2poxDS9uwTkUVfNJc2+mvsqxhDzXwWc7mfXmqL8pnjPfcoPiqnz+MT3yL3ol+yLgglwzN154dx+jIfxee/SP7Gx9I3cJlgvrxtmy604UL+W9oDLUtNEyZ2Xg6mXajGGT6wPeSd3AJ7ylGGSztFG8WYfFx/KC9eO740U/EPhg8FQvui5L+fIHiRR3IJxU3OH+pLHkXCph97oyfgx4s3SzdK2TG+7Pvv9OtVOyGdtLQzybpqULvJzLFqmwJXE4oJHbUnSYnyokwnxq5973x0x0DnuzDSwE6dnXquqW/gI5LGMwe5sfR0pe6FXTVkvnFqIbYdH3Vicva9U2+nvn1Qm0DkNe2Td7tItGP81wMpR9frB5fv71dd6ZDrLuY/MSiHecyVzBeC0qD9Jkd3xqxDL4+MXQx2ctDI7Vl3tocP7OkffsH+uc7kzfa43GV78LYHb9/pMPybF3vG+d3itn/X9aWfdVa/jjXGi3rsz3Yz8apKgW3ZE4masVg4yzZzmrUVW/RBygfh/y6SX2K9wu/Gsv27rv8tP9u3Pkp77btsP/OvqzLqM4pyDYRGn60gcjD22NbGXht5+ZgYLBhl/WV9D/4Yk3s/Zr0/YmdPWbhyn5jg/sSHyv2EYtcRdnH/PaOzF+7oOvvx5HdSOMAmsR+YcT+wfbB/fOjjyv2QvXw/1XHnr6Q/oWwY7IN76llIffCd9u2j3o5/Zk064TXiuxCP8IsuPnKw5DM1dTLLRz3Rz3rTzivtmXTH52vslA0680UDVVZrNbE1jQ9gpw9vVTXWYahtykzMPtklnkODPFOGPqJj75Tpmv6TEmbIaQOMmszzX3HXIDa8o6RfO/165XkjiO8Z+fDzQVvfmQ/vee4BP3i++cFzUO7NCyl7RvostuX3wXPglbLxiW3VkRREovbIZoi5xL6T286cupIfUwB1fLJCDnCf68FoUaPpRb9LKZfywt30ux2GEYXMnuEKH7uwE4IZ33WlkmCHBuFHnKNmyChiW3ZQyngFdmTHZcCevO3D1zffVm3w9rRpHYdsT31j7a8Pp2u+vG3b+Ji65EXjm4+fodUa86zd66h7nsk1fikXGv9Fwwd5dgsNqlEWhH9GjbimnjOEfMBK94L+ANPbdLuU9R5kbkPncz9jA79srHbGlGuPniKctm99iijnAtZYwT6ctsmpZPsByd8kEnqG/ehnT1nHserpPFtJ02ZPGjmpdibVK+yUufKwdr12Ma1pGy2lafHFdJKlJe84ps4g/ELqjy7Ycd7xC66smR156BP74COLIzTYD/+9d+rdqW+Hhv+M+KbMKzzbqOLhLHt2jv13qJg0FkVA6Gdk0Oyz/nGQH7I4Ca8acTIPNj5jHg5pXux7Xee6p1Wf89Q8DHmEdf5D1noFUy56P3gjJQ90dKwC+66jyOvTqE+giIJq1kKDb1tkoZvIDScLc4AOCS1rlB3lESqM5mFjhLWt9FGrUgv/gOjuSBuDJusZ0T9C4hkBT6h0o/rioFrdQP76hJ2SE2nbM27+qXSUxX2crKwHeSg/XezZH58Mh8K+2+1f80exX5Cvc7NNfzwiwexHHVLUj0hY+VH3JNmW/WtkbgT2a195BrYt+47MtbKY9wdwM+OQH555oVHcvF/Bhz40/kW5GyzidepB+YvTNn4/x5wzXNlYz+GypyzYP49hCmYupq2hN3DzFA/yhq4XP6F3iLYACnKS6+Rtw38G1XB+1ttTlzF6BXvabVN+tnW1LTRKe9rC3+Ev87A93GwPnzqoPWU7dLjcLrYHb9+p7VHeXlQ3Wb952P6p58yNOcPcE3PLjLUPXozNGbexYw8584o/6JQP31POV+ol7npjMR6OUI2yoh0LlknRNjrr+bA99Bk7e/L2nU7/JU8pV9shP0XJCmzLPqCpE4eNDvo7J6640V6L+8VnKH3yAulH0XdnrFirPwn8cPaMEU62hx5xUHvKEeITalu2w5IXrT34KOzIkm9/uu5HeMB4zRsV/MhfSojk/TNwu9SCvjiSYzDrlyad1zK5UWWqhxvjxJOdguiC8EH4V2hVasSpJEys+YC3U4/GEbVtVU3kuaFKQgUoMIJ62KdOHOiP8Vq6M60RqyhTxPCgmbvR27TtBqngY7OkhVaURd+qtIEGX5Jsq1Fv7gmhAY84ygvuSys1AjRJ5mHYjFOx3ir5w/fss8im/MQuwXPhzMPyVcYvmPquh7HFl/D45uy53GAbX4922qFThh16e8lWjjkG7BDk2YMxeYkZekK87+gaPJe0KR+E7hBt7wNFG+76qVty+sr0Q+TEMHvVoPRxAdsyNHzytJEPRGdbbWvjB+mg4YNW6B5RR5wzta3nI2N4Hs/J73xMO4GXFvELpp12MR7hKxSYfpu8VVQTpLqB2KXZf9KgenEkV9tjHMMHtmVb44DavssoM5aBbSRmDnlkPUe4lUeI1fYttm1Z84jfM2zL/gXkEc+++yWObSWH8IG+OGzKYbOhoIg3lktPOzDwYxML/Wm1KuVlwtY2ZY9o1fDWcEy5SvmBwr/UqqAesDTyjI8pFVquEa9aGz7Jc2MupY78y79vl03feEHyDfs36sw+MED5ZqmkUUdDroCcix/qYj2JOS7mzAA/zjsfGjsfznZeXu6DXnHbD1xxhz9eaHV+cHdeoO2UoRM5uzr90IkbuKwB6oQbV9maEP0xsRPnSg4fxMoHxLxwy8uvIaPLnNmZK/t0Z4bOojtrEtU4beLCxfeD/ILE+eAjZfgrcTLOuFC9lRd00UUO9tTPC4p3+iD17GJeuPRObh/sE1fi78hy46OQtHcrH45+0PZ//fXOR9R3Ph5d8Yze+HR9xzY/sL7rn3z8/Scfgb/zwfWDejh5QdzJ46p8fP1IvcRMXDFiRT1Vm0IjX8lj/kvXD632pK1B8s+cCDbmQF5sXbaLQoNWpWIsylarUsMnfOZvUGM+SI02j3mDz1ZNQauUsaqZF/KlN+Zd/iXqAHzm3h+XC/eVC3OwgU1vrfSWcoyZ6dd8SN/gL9T/Bho2qqA2KmYMOz4+RrUjZyzGfLSUMd4zn2JH7sRRDngnTmNGE9O2OPHqik+nYTv3sMFnjiPTmdr3DoSPb7Qf/b5D552tUgPxPPpq9AN91lxK/zZ425ICaZCCBwbCRijmQqeerrThg/nHEI45ExpkzMc82MVLWONfg74zF7rbTd5VjzzBR/m964pv+usDRdbMlRfWV/i0M22nQyTKizK9w0IFLRntRIOryNgK0G08F5A3efXddFa9gGkbGD4iPyt914nVTb70wU6sTtydEDtUw5Yyu/aMKQklx0B/81hlbKuYTDZxiWdJdq4ahz1525/0tsnoQNeY/02+0TrpwtuWPSEO21x/dhIAc9xs38raRvvrM21c+LW3bvH1i8P2zdc+8adyPvOHz0k1yp/lZ96+R7D94J82LX/bt/GD1b93zH7+O2X9d5z/h3ztWavte38wZ1lIMnUMIPsAq475KTX8gyV7+UILW2D7FgP1ONPP2RvuyLq7svYmet+p+orvVev5Xazkzn65A3YAtgp8ojsgNEGnbOgEITh9Qt+7etb4AnvSfF7YJWwL2ZaDIY92S6xkJf7AUZ8Gjc0q2tqq1Kope3P25At78iXPPtAGsieEvkJstnU+7Ec5tmjOICmZdge5P3Wej9iAFV6D/1Bo55kjbdfIuSuhqzzmebXGfTnYbh9D81EqyEev0IXcu8Of6eIvPO+tttlH7CrqstbR6c8geS/dmcYzoJQWDZ+5NkEfY2lgc6lB7XgKDhA/Y2fG81xP+IXs8zdkDlBm2FYZSbZvyNisdi2+WlP4wC75hlku+sbYV21qdZGhItue/3IDN5+uYiQoV7RgYFOLP31YPCcNRE89BrU1teCCX3zQuRVxrXGE2EzZrnHPzb39CR/HM+gVej1s0S0+NHKeUfPBODS6IP0VmtjhP4E+jC3lFxIj/KpvlUm+4RMvNEjZyGMciBWauVrM0UZbB1yqOoH2Ljl2O52Q6HN+K+JAR8nap8c7ayV7yYjNRKHHcNtfoKM7Q8gTKXurSo9HT+7Uw6IchlQ/GC7DFvsBVMT0QPiF+JHaEMNPhlqPcjZlwNA/XWwPjT1phMT4HYxxYF5QDcXMEj2BLKN/iMM+mjJf4exLwDRgzM+dQLFF13N5ws4YrZi4kgdjB9PR35r1VLAP+/RbZUPHnneyLb9979rJf8nP9GzLcK4U7fQrgJYNsyy/SVMixWyL84aybjw9dePjw5xn4vukCx/o4bC/0kXv4WtDOYfwdLFjMPU84sntwS5Zf/tg8NLhKfkIj2i5BmxvbJPhNNZTFsXPsAbK+s0jjiDNhiiVDx5h0BL9PrEeRiY9dAzaHBuK+jNq2E8bVt35VvBUUjccMknUCQ3+Gct+6wt8hu4Wy7IfodNhxyZ8zujIXWVpdvYO/RmmP6GU+TowyiIepx0FFhbgofpE7Oljm/r/Hj4F+x2F9akeoUMrqQZsevyGkl3oLUM/I/o7zjekxZ9pq6bGDc2+l7Ff81Qq+7XNPvRxAh5gTFgEbNsaoN8zRxq2+bix08LXyAPkKHMuf/AUH6edWiT7Tm0P2bZy2L7J9iu+bvb0i+0Uu+mG8PLS0XaNHCky1iH55QX4GeZHwWfMcszEESOUEErVtqF3JKfANr7zzF7Vufl0+nNq9FDG9ic5MSbuNv30+Oxne5Sw79T2rS7pzpuFa5/kL3hx2L/ym2M085+8bbot/ShqvUMvj462axbZuYFfAVQfg4oPq2ZiunZ8og/wYew6r2wmdkb3OuJQ8RMV5chHj4ftoYcchikfwmGbOvs3Kf1ah2/i2J/Lxf4VaDDp908wwQaIBztyW3SqOjodmHwfc3CX6KfRf/RhlfDpiu4z0OOT/XzETIX0avgOzUMOBUkRibltW1UgFFj8IURBF45wCclegi82pyx+Z5tyoKOacL8PYnVgUzfIHLQ9ytuW7Ru/bLaH3v453fmxN9pMXoVvc6mCKrUqeEM9aGFfaHXY8LWk0ReDt/InbQxd/nYkybaS40L2/fCTNk1aN0oBznsZ2zoftofdtlKXPWUdR/otrLkM5JLkRn+Ksl1zbwzt5LYgtQo6Ly9E7F3FHCveui7k42OzVAxy0GIj9oy3E7eD0B0f6sJGt8F39IE+Hbb13Af21EV/hm3ZryEO+24rKn6Jk49t2l8DeVmDSK5Wq6kbdR98Ytkzfvggdnvq7Emjtydv/5rG/1cgysjR9qB0AifayMCevA2VRhvKEqfMG2LDBNENcKFZxNINbYy9aPtnZKwXxp7DvLiP+RzvlI8ufuFDg6ULfwN1pf74xb6QvWvynTZkvuwa9THfvqTMMR+QJbE/irneQ9GjQOQ+ghyErgdkAAAQAElEQVRdgCKOJ8DGN+Vg01e2ZU8UNLBNuA4kH39mO5oyf8rMG5B5ceNxaDX10ZlyoS1+1WhnNMGKqXHYZixKjefE8TKxmi5uatCUv1yQ6cANXPB546XQH7wUetvQl3UBb9jetgsfx4JNl8ZHsC2UONRfyUWPR08feDRx/Dj+4AXiBx/CruAdjL+FX9iJrar0mqK7Mic+QCi9LX5bo9e4k099H7qhp1R03/mYm3/JyetJngqknTbTIYOGz4fM0OhMXYo9IGVGgfiJGc5KfuulwZUf9R+8xEiZWDv1hUbe6I8LfbC1iy7wG/x4mcnHwvBbKHi7vCn6y/bG2F7U6ONG/6n4AEawd+KPj6x8QP3r/WP8v1bf+bDKdy8ZH5Evbrpyv/nA94O+S9+SOqZSI94GWsHbai5daqOuNmyF3rZ2OizlAnFEX+ibrNI8GC4Z/8yLrZoG0i7a+LZtjP8B8r/ETl15cbrZChr94wEJlRK/LDUdQLgErfS/377pH5eL/kgsmTlpfSNm5D/R/4N+yzxsR9kZX6MeMy4LdIx2+uVf//qn/vr+l76/f9f3HxM/Pn7wgftdH8y9jGvw/v6u9+h5iT30lB0vFqHrpeFO/EDkFez03RV8BAwMQ6ErH/8s5i19cOtTGm1bOexJw3f2jOSYedWzLk6I/YzY99SPz059WQNjXRDjytiPnMdH0A/a9U7zr8pfUNj50tqvXd6p96pBwweNEQhMroQQCwOU3JtMG8yL5MLHAe0SsqGeVq7hDtCucHo4/CClDVGEvkJsv4vn8j8rZz/msXwTI7w97UuOLrAt22FvNII9deGDSAPo7XDiFtBjeig3FOOyc92xxWe/8a/vQcIvMQN9OmwPu31Q1pF98F/QyloGLfsDWEHtx3JL/4n6k+aXin+jyC2m7dHGKOw7v+TQBZbHYv8WtWdc+zP9OpC/Nv1tS+ZCZ97s7MnBdfCd9c1sIlpXY2y3jBs5FhpTZPwugi90yWYg/AFM9J2OmPuIiYR6v6Hno+cXmL5UpInM0SprIfn1F52+dDNHsadIPCo+oMnZWR5Q6ILmXIXkO4422VZVac3fZ1qtlHvfeB7JfaQa976mb9yPg0tr3LMuBzbuw7l/XZT79WXcz8Kjh9/A5QIPtq1poSzy6gqlOurzDZetiF3U1/Ttsg28UXYA+XK56A18e3tT8Mcf35T/r3f+dwJ//vmn/vjjj4Fv+U+p4veGX8oE4VNm8cmv0Z6Fol/OiD7youFtyz5BEpLGwTCfx2zxhbHhNe/rdRuzQtdc9IO1qCW0HmDCaR0796+bTD2Dh2auQCRyGpCU0oVswyV+qzHeae+2XRgH+pBnhW/5/7Smnw7+DRpcLm/4TAyeZ5WqTQbFnKhqmvRC3Df4NyptoLgNWtximfEeoJC6S/a0a1CeakJ16FSUPXhb52O071gjtlWMUWPMbOKjX/av6c79/EN5DkkfLkQO9uMZZX0EzXNLsGzL/0yvPKzEZ2H4Mj7LJ7ksPrb4DXrUFfuCOGiK0uo5ZlEEjOqaQFCni9gEQuWdPuYpffwr8Ss8DyfaKRTMcvGbsBIf498+6V6mWddqS3IOH5pgibuxNjMerYp6UtcBHRQne/Ipk/JnJFZnnx5Qn39oL8WlVqP+TiILibEQHQ6clMMncdPPobG9QmzxCfqcqA/lYw9SNvSGI37k2M5IPksmGCf5oBy62SLx6Ifmfg4bMe8aD3bpncFTdID+Y1RHjEHVGe2FrAMddfZJibvihGIlNnG4YsIHDYFii6ysv8Mm6pKICd2hAa5ieDtuE83SHWacrK0mbYMWusBCVFP8DQ+kQW0PWlBxGNx4dOFtixM/AZMEsOA19Lanrh6pPWXb+AWCBtb5wHwW8fEnLAc7Ng27/o1jdvYaoHuA6O+SRnw7dX0NcTjIyICxXn6DUuR2pvxN+ClDYOykNHKDhWqAaaQz8jDE1MHWP4EJxFhpwsIeGPpzFBU/w5LObWZf/PLhKLb4lqSS7yCuPWWjt7l+CQkX0G/Iw9zAqGBHv2u80Dvk2MRGLSoPH0xeCp39pt8+7J/l92vbuSL7K396yBOaDZYeaEn04AMysK1koPADlrwAW5O3jfpr6DeOrJefghhU89N6Yk9KZ4x5y8ZabK1BY9w2i5cjd9z3PCl8fkAU9T3EIbjto/5+0CWbLqqbruirwL7b7Re8XuhOfno4OlKnxB1pj7jZJd+FwusVGnHLpYIanzMQX562ZQc16LNTw/aMxD/DFDrLN54+wjTi2p5UB0WO7SvYdz/7zlN8FLHvOnvyGY/A9uiDWx6WSp+x2hVb+LLG8mb6QBmDPNzwcNh5S9ShedFOaGU/mMCffSI6CqAXRx/oKcuPy52XU+mG6R/bzk18x2c//GGZu9lTRpyIfxOkreB3itmW7d9xvfnYlpHqBY3ujqe5F3+QMQlalWy/gNAdqNAupvFAsSdXkxayT4s+l8XRQfqxa/UvVUx+9Cnm29lv3JnJWN/ylzVkaAHbY68oYi00a+haFc9JVlkHNSWEbFFsQoJGttJ++84vWS+O2Bo/lEJtj7KtFVQ3ZL6cgZtyFHkVSdWhMMogcitioC+HFu0o8gUytP8UrYRdtFXQ+EqteaIswr5A9PimXmBb58M2ZSYqMahj2W0v9uZjR5dx5FkMK0VEU7DryCn6K/I+ZeZO5kvmkC0V8cOHJvfwZi5lXUe3aNoaDJkJYe4rwZJvFH2B3G+CLfGZK2btD2CLr9Dn/2eokTCJe8I2uZq8alDbymHxB962sKhVads2tda08SM+L3k2EtyIB1FoEN7UX4ElzAO2Zd8hjiLmMxL/hsNu38vZX/PV2qjjOWZkH7EG/xRj6mjlk96+1TXi2hZen8DwjDUbmvtkUPE91TnrsHKEX7B9i2075gfZ9pBXn1SrMQaRMd394fwzYIx/kLGZ63ZXxkqZK0/jVcO/K/SOQy4xXyZPOjINzxx7BR/zjyKa6Le5MuaLpZQbc5U8xH0u+QXRRQ5lmbNXiH7eFV1+K+zjE+SVDz8fityRMeJ0rL3kJROfPmMs0mdvzN3QC3P5jZd7Z+TFXhDdmutFOdvE79p5BuIWDG9dXboSe8f2Tkrf+dDznRc736XxLzHf+WX8jv8HCP+dgj/gf+D3jt87NB9BY4vfO7offDD6AU2cd/xjv/LLf4B6UtdOvTs5XatpUPTjIyux31OeD5U/DqT8qB/5g7hXcqrWVK3JrWQGdqEz/lfqDC3i00iJmEGH7tjyImrgeBEVXXybiGfT8pxW9HnJlXgfKQeumK7FpZVM/UX+HbHThx4otSpdeFm48ZLx7fLGi9o35cNpc+P3GXY1PkrW8O4SKZItbeqgNewjbqmIg3n42ZZtnsNr6JtLrYiBLn5NxiZtFAhaqEW9BjWQF/8Xyow5w/x52xp7YeOldVNJROgDRR4kJdPx+8eHTLtbF7FN5qINB5gvRZ8WubxdLrTzjkvmJbrQjfYsvDFX81I687OhJ33l6KyZYGfdXBmXfTzv7WMMOvl0p5920qKvRiEUZN1jIGuBTo47+QwQbwejLAajTwlB11+wGjaUCUFkVjh1ENtl1VYajW3ouPflX8ReWSkdfsH8MOrRBeTbgYhi1msg5mJHDjX5iYo69QfXWzuJQJ47OV6hQfJS/LUOw1gZZ7vkG9CTr54OuuFJ8ygmfvCofZQSIz6vYFPvo/sYl6WysecMXcrfoDaF8Nvph9QLq9lmy3bEAXvy9qRR2q/5s82ePvadhrP9In7/1CbbCfcSth9ytT1i2tb5sH3T25Nf9rQ5iIxp+IVfsKe//Uhx5Dx0OujJ51x+8cJ+43+Tsf3gad9l+84/OP0bwgpl8QfBvtOvw00f4bvACCrYWVtmTQuwBLnP7qxKLCZadGO+7Yz3Gdgpl/GYIeOMP2d0AQW0szeGx/Wo1tA7cH84bQ+5SpowtB6gnxy2H+LbvnknD9sjln3X2x5lKlSSpQE9HbZlH5BVJ7CljbhZj8/IPr6x3wfZ10NvYI/fLjXuMbkHxPdy2ZC3273n7W3j3rGha9paDUC4vwne1Ctd8Llcmt64Z11A6Btxvm2z7LfLZX4A5UPe+AjKR73xQZSPeX9c3vRHKB9Fc+/5lnvQgbeN8uBywkbOkTd0rUrbAvUm/zNsyzY51qD2lO2DCgqwjv5MPwbiPrBwljvPN0xabhnswPHJxNLnw4cqYx5kHi7k/vmMPO/kLyiF/jj+c7w/3t81+L9+6Mf3H/r+/V35XxF8f/9Q8OPHh/Jf2BCZV/FUYaCiZtAb078G9t3qe3jrSs4f164P2vHj/Ur5q74TJ/hB3Ojfea545xnvA7+dZ4gBFmYoxWZZcnw/yod+4J/YhKd7TA6WTR6BqJ9+Sj8MINtWMW5VUHi7ZFvrsD3k+KzxPPPRRV5wzfK2FV3mxsLyDQ3sGVscGZPkBDtORnXQXOzpZ5M/iuVnRy/q8URkSfGiOYOGD+h1NWsC4+Izp6wc1Bhh7Hi7+rHXiV6ckAivHGnXAzDUDexRMn/i+TX6eRwOfnnHdq+TWMS2z3TmOvssuSKPwl24SaMdXTNGP9pypSWfIdob/zyHnZEcFlLPGUs/aiD32K55FmViLhrd8gv/rCcZ8kpuXbEv39CdyRsa7MQMaAxtc8iNRoiP5bAJOWLujB29go4Mp0ksmwl1DZ4yXZkVJaoD6Ckhl+S6gQjwGkc8IqdOmo0OTZgBZhnGaYPfh5kL8ahrVAq1GtfoSj31UyZrOXhnvef34PtYw4wMcXeSjbdeH51g03KfgOKGYFDKhlyWJqiOiZFqeR7HLuzmB4/hgUVqIl784K2hLwo3W8GY9PAFbBN3wrZyxKeVVVW3soVtQoKlDJSmhz9D6M54ttke5e3Q34dy0JEhE3PQ5kB95qfP11f7se6vPR8tdH3W2U1puL8D3LX8B3/kET6wY+1hfw7c4npe7ItXNoMDnR9pEzvxEndilpUeqZHv0OkwvJU/4nqAUKM/pKlb8lcUr+Efux4PO7F9U9rwnFGEpaiCyXeFulDxAzUvan+KW6WdAuBpjurpsE38z8h6sJdeL33sZZ9Uv3HgOb0oK8OCZJnNb0K6MvfZQ8Szx08Rn06cCakTa8Uk8jyxT+aLayofhb6wf6G2LfsMPcoy+8YzhLazpu4oNv47pCaJoQa78rI8Lx4nNMuqQ8PfoafDtuw75EcH+0nxaB5Sxn8wLy62FXuQh6I8VLcq9s9S9s1ED2Y7pFc0+258g8FLM82MPX2ip8PIXyExYgtNrDNS95JjPyNlPoG22ZZ9R5l20T5SuOnPvG1h0ONhVK8RP3vakk8rj75rVZNSXztQwvYFNnq2Ldvhv8qNbQCbJa5B1zjoX1YKbOSJtZeGStk7JyIvkJrGi7a9Ky8MV15FOwKbmoANJfqr07bsO4qgr2DffZ7j2Heb7WG2fY+LZuSzaGzwfoXYAKZ7+SFbmdcrt/ALOq8/fG3fAGe0zgAAEABJREFUy5ZFk044bCX5GQxQNezoi3Lc1XkQZAdk7ttW6raxA1myDaCSLA1QTIHJqWEfQJHnpaDhuBA52LC/8WM3uEAvrbQF6NsJFBVPmCI9ERp4QNR1xn1+mD6Lt8ZhT3/7Na2Kr4fv+WJ71GN7qENseM7UGzLAJe0mZZ0x8qHk1HVsXWZOzz30kZ8+xgeQTsoOHfygqQMU9XMqh23ZnxEbhjFuaduC7ZvO/lzOZaWcOGzrVblHXXwsSwNMGvIX5SyKyxKyuXcYXRryhFZDb097QcccwW1Qi7LShRclJQ5eZuc+dGG88my+sfjzLJ7XBdEHG3N5lGVv4dUB9e/ayuNDSHypEpm4hGsAk9LXg6dMLTC3omuymu7+4Qtd4IMWeQetivqsVqEBHthsKL62sVMSKg7bXCWXVSlzgv1Cd9gNtS17+tiT108Oe/rYvtVl33X21NuPOttah+XFPsRI7rZlP+Lm/MTYd7+vytp3H3vyy7c8+9C2CjSZMbqDR9Px8Sj6xWe/KUkLLeUCyp51iTfmFn289Jl/yz86whCIiJTvCAPMm/WbiJ0TrdiydpCXBjuzqWt83Nk/0EXe8eksma6d+xjFoZRB3Xl4rGpq7aIG7NESiXbjqnws/OCFwQ/wzny/NuvD0vfrh37wg/+dX8NnjB/FQ3dV+B+U+86P5O986JzY0feBdyr4QYM+yOFD7FZt05V6w3/vXX8R5y9emP0L+oMXax/45mNlx+eO0p6yIDbcdIUnpM7Y1bXk8AtDuVv5gBVQmNJi7EpFPQZw0ofUCd6TBP40XfGKXfSfwe5SPhrHBVd1WTRRvRuu1HjheNkuvBR+03rRNv/CxoatjXlkog44/kFTY0+K/4UXwvlXG5Nehn7ZYg8iB9WKISwVc4uQ42xV7Ed3tCq1usuZi62QGYe2NWzAJdvKXE1eSMrBVBj5FkJsoWls1kDDsUDjslWjrERYYDVibQjjHnxpertsetsA9LKVLpfkJPZheOTcv1rpyNuiRyWeFZpLySF1hgYZk7xUzcvVK30e9I47v4931kJ+I6d89u5mqTJC2MRez+COeJ0gO3N2h2aNhQZX5EGp+x37D140X5mXewaYrJx8iGg3JbJ6UXGpvA1YTQvLdqakydTrd5D4B3V9kNuVuq/woTt6Tv32QeC04wx9GYA18sJ2Lnvj6bvfzgFf27InivEv+uv3y09P24Pp9HnysE3MobpdbN/4Z8a2Mq9Lnn/oGx+IbiG6xSdPG/8TxPG5mwhEOzH9rTOlngvYr+qbYzPbnRLO5QYbOSfUtuw7EO5+N+7O2Pgeog0PDvHfIvZjDHvK9qQraNqy+K8orb71KksaHo3xZv70QFnFvwMKcQoQYcYhTPrfZWSW62leYWKZ4MlA25ZtjXnL3G2t3fjobOvVkfYtEP0W75NvkjiU8U8426NO24dlktgnN6+2b3427SDf+DyDyoffmM8UpRQ9l6sHbUWbNPn6gmZd3KDHo536pFWpVWlrd2Rv35rRC70HLsjRX6ppG/5T3xiPbatxD9i2RplS+i+giWQn2b6NQUvd9GHJauibS5dquqB/27i3cD8LvxB7/OJf4qDPQg2b9kGoirFnPqTf0pexFfGL+IPilHvdkmMf+xJ7dee+sJB4Z+R+9QDqnnXs2in7Cvkgc+V5a2DcDz505X42Zfhr/ssGYD9w/aEffGzMPSr0O/wz/kL3Fx9HQ/8FDf4J/ScfTv/544fC/+uvd/3Xv37ov9D9Jxi2UHT//Ne7/nnQ//iPf+r/+3/+S//nP/+p//rn96H/i7I/vl/5CLvr4x3wDPjOM+C8P+/kd1Xu0+98QP3Bx9TkGfyV/y0CeCe/fNjN/zP1I//1iRt+UC54h74rPlfuxxmjgGEZp50RyTD2T/06+7tDdsDEYfUf7g9lh3BcEtu27DuKOWtPOfPAtqLLnF3PYpED+/PaFEdsgf05jj11VMq8FmuE9VELhVzoLVQiOhC8B6VhafxAcs+86syvxWOQeHLuPFf0Y56n5A3pFvQ7Y3ZljAQfnOfyzZdIqa8zlxPLxnJCzEHsiyafiSu/MSZ6cgFiPERuutGM01Xxn89c4a/qrIXO89u5XE8OxNixBR2+D10alNo1+se2cpxtTNFbLplTO/0169tH3ZF3+mFHv3Auv/izLXUsmJrL3Kue8okdFeScI97kaBv9PBM/nG3ZljjFkVKx7QQJVQzYc78c/GCK7gSx6fGwLZNXtCkfhA/OvB0/ydKYZ0IWdXqXvJd8tZy6xrOvqQ8Q1ypJ8AMHT1ljU8AEXnw3Mxld7u3xlJ2CxKIinY6V2KIxhQ/C25ZhTO94cAhMqClraEYFEnwnxX5QqUkip4FmcQMSi826oMxNa4OeUQ/+VsoUPkUODYQu2CYukKhP4zDXAWyDIuecfA8LQn8fhJLGRV8cifWF6TfVtqniN/GbMZfbbRyXAuoT0p9DRpdz8T+j8ft9pH9+hZ1wd5jJdYYU22MMpreSo5iLE4T44px+02hKEZ4FpjukGy82pk92qo6uUlYckSE20X6GsjJ/cdFASbeKEnCueHQ7rbgOqpNu8qmsy5S1JVEuYxpk0/hV2/Wzo3822ibXiVjtyefmGthTth8phSRLEzDY5ybESNEPHbBg5a1pbASNBoHoB0xLQAJY2GYg6UZ1O0bbb9JXTB5MDtC7r8pE9wD8ztFiyzy86bJ3AlpEVl1FvjQBGn5ivhTp7F13FPM38KDC/xlGZ9mvUVVacCrV58P2UNpWfO071S+O0U58EsH2zGPJY47k8ndAYfqy89AQbsH2YhXujML2CXhnJnyJo0ziZC2ELlD0t07bsu+Qz8Us+xHp24lHve1R0LYMt3BrU3R0YWEdOPg2ZKmwfwKxVnljH0AXWmUVvDgiQ2R7oFWxxGrMg5nrnRdzMHMaF+zCn0SedLERCtuMJw4HuUC/Ou3pYPuxLPIqY99t9p1/ZY/ONkObHCNp8J01GKlVzXbik+eDhS36J92wlVU6Q0gaR/7lB8EVRcMvL7iCIpZt+qomPKl9z93+Na8vjrQlGHXjYzBO2hg+IB0F0Uc24yXWllljrxCbKF/klRe/PvwVepSJDbOCETeBw5ww8kJeFJawcyzOuuiDZ11CWvwhF25b4WgH/UcfehTQ0NlGb9lBl6VD1uCVnC10yAQqi3GX8p+LGuOKV3vCdsjxCfKRsEm8bO8T8KMsdYYWNFi8sQ+Z8d94AWJb9h2NNhTyQFl1oLXSduDCvS58q7su9obvRtlNupdDF9tWjXb5hviaH0qNPngjjwsw5cQPM7pCRi+eGUILffzHmKMLbdHhWLXTf12JU5Q536c2Akb2iHlVMU+c+YUc/Ubgjbc0DdrwHXZ8Fh2++McWvm7xdW9HyjEPbjmRV8YkID3aoQGqYXzCU0AaumHvkxdHLLZlTzT6pOjjBXvq7Tul2M0fhnPaHvQI9tTbdzrjRtZDOXHY5qqh19NhW8ntGSNeK8b+a6RMndoU3vaox/atbDvx8Qns6afjsH1wrCTGIELWanxTz0JetsTTzjVe03/9EA9NOWE281X4MSyMdmc2TN/Y4xdcmT95ARCMl0+8YBo69DvP2eE/4Kf9qg/sd+zKD/GZBbGPuqK70oZ31kT+xWk+FP4ggx/o/kL3zjz8ceA7WYX/wP6O/T30wHfqfcfvPXra8wH43a0r9ezwH1QcfCen+P6LF2d/8bHqXwfC/xNd8Bcvdr6j//7xoeT1Qds4qZ1AxYoDO/H+4oXg9wDfH/EFq71p05V80hclq8iDVnP2sed22hZb7lM7fKeCkhS0KrWasC3bEmcwxokFHOqGd7OqrAbfqjRc40u/5KTTR328GdVQi4M+ii1yxltYbBMn5SctYm2sw8yhN14U25Zt5bA9eCNUcMiLb8itin2z6UKMyFvkA0MnK/+jT7Y1bbVpU6PtwBt5bLTnonZ5U13oBzY0N/qNPQ9H1ZCl/M2zjm73VSYQI6Pxl0/YdLLPBRf6hu4iD+tSFAksjX2rSVuz5r5u6kQf/1a6kLdt5bA9+jAvVW2TXyn9UtUG7yqZPhJy4HaRakN3eUB0u4p5VMpH2CAv14L3a2e9dC16Rd7BFWPwzsvgDz76X3mJvh+4Muczd7KG7tgZ8l07A7w/g3k25hw061ocVTXaFjlANU9P8jvX/oXTQ7zDZ+lCg6gXDf+IXydxLmtPf3vSx1iPkj19Uj6I1Z7jvPjQ0b/0d3ibMpzLP7ozHznIWo6+8G+tMTetxIntJZi7uec/Y/3F7qXvzBzl5vkyyNfK5LIQL5tGhPkCduweedt3Gvcyc/2ks6c9tgVUg7WxDe64IB/cjSSvm/ALxvaYq/J0zLzrzPEgusiKz6HL/O/45p4UjP04ezJYtthnOWKWKW5x4SxJ8Pp7R9ZXcG6XPfPOHBi5EtK+x46vbdnGohuNXhy2hy5rNbCnbM+4y29RiowzcjAEj+uIY9/Lxf6MuGacb5DZtT6jMRfOiH/kIr4pY80j1LaGHmpbNqg72IZEOIVWwxc09vmNTXuhmP9B9vPG8GzxARtCSyxJlmY9UC/Y6CQIsPKnxhVdaCZAwD1YIEssiM8ABSN39k0d8LiHUgj/6AMmp0qS0cV+RvTclsb9fz4j99y+qH3S2LjFycxNZ79hb+88qwTcGNR5ttiRJ3bS2KmO2YR/7gPBTplrPoiuj6B8AP24gY+DPN988BH0/eM7IX/offwn7L/rB/L74N/h38cHxB95rgHjYynPQz8CPnr94KPlD+5Df33/0D/5GJkPov8Vim/k/4L+F/J/8Uz0n9+/6z++/6X/+Osv/eeP7/qv9x/Kc9e/yPEvYuVZ7Adt/cF97gd99g5+7OKZS+P+uI/eGT2n7qK94vBBYTnn3N1Hf3ykfeCdet7fv+sjbYL+oO7IU/+D9v3QB/1yXf00+u2qK/37QT+/k3v4rNeFWU+n7n3g1tfE+aDOD+r6uNHU8V0fh+5Ke1ecV/R61Bsa+72u1Mcco53rtJm9zPXIZ7+UC5Yu9qBYUDZlTog+WL6hRmFbtpUygT1le9Lognbc08J/hdaKOBrz3ZAJdMQqEBn1w5k8gtUOCo++7szxztwYFJ7i5Jmi6ZuMxxW/K3Pg40Z3xnbhOvr/Y9h3xnrF6UfM69H/Y+wzhqyRD+iVORpb8rmB+boTI/qgsx909oKF5deJHT4+obGHDuA/KGVDO23q6EaLBn0cd9u09474BfZdZ5v+Lp5h2/Atxr3qbkeZU+OCr0zvZmkNnjUVGX68u6fcHvmgg0feY6egq+RqUnjB8+xuNxkU+jNa29R4Ho4tbQ3S1jOUg6F81M0+oGukncp7iU1AuGnuC+SMwMmYwyvAhVjRQTgp5yJXy54oaGFp0CA84tdnkop10fDBWbYd1QS1xxZMhbSsDoddx5GbysGy8S9Og7cUb7pXA2mamRzj5kE3JPEmbJbK4oePxLioGR57Kw0+8plnG88ax2oAABAASURBVCVuV2jgxAChtsUpWb99xP8rJMhXtrP+5/WdOiwBfwITyOb6N5BxCkZYyg16utj3eCf1l6yxvEIlzmELv2Bb9gmHjw8K+Y0zffSILIcg80YsmZ/BYyJmwe3UNeOQEnkhcg4eej5vfXZSWvmDghAJ+VvAffnVKE8MKrQfaer7jGz+B4429vE3X7gZQHc26v10I1i85q5CzSTKWtFL0Bcx42Wb6zztyduW7amUZZv1Vy9hMxKs3c/5p8+PSkQW+EA+n5SnAnWonV56hMbmyGpmo+wgcmA1TUx/seoJonmk3tR/9B91J7/YFg1/A+7R33HPN7rlt/hFbcv+NeZ6kMp6QkfuysucVzDjnpc5E7Ns5rNFwgd6Txs7DwD7QD/aGmr7IT+E1ZQbjd8S7OlfbLb25O1Jl8+Z2tNme6gPMnh6EHrPM7af4dFfI9Wzv84HbdQTksEAhWxT/jVWGHva09ZiYBAJuZ/Q4e9Y5aRZzr5TcaQfA9hxhg/s6TeUXBC5csLY02Y/0ooclwOR6+Dtuy+qcaaeYPbhUMm++9mTjyV+QXjbIQ+Iaswxd7HqVLg0lBtMG7wUvZl3Yg8KDabND7FWPQ/KF4LtW74x21MeY3Pw9tRNew3/2CMHqy57+tl3WmNfkSwdMG2YuPDA37BnNyHq+KCTH6zpgyop9FcYDzVjPerTYZsYfw8JYlvKCa1Bu2CVnBYiv0Z8jX8wwih7xvRlXC0l5thXsDyP55JD49Ms9igp8oYQndmbTJuDKadO6vLCXDuI1CDN+gwf4CPBB1bB2eiBOOzJ20TPOn/SoVZxqTL9cUYNGZPWWigEI0FkW4aPrlWpVWk70LBtwUkeOknthDJC15gnjWgXfhS88UMgCB/kI+4Acyu0uTSAb0NXrY38U3dR5wQxqXvyHvbWatDoWoXXyLnCv0JiobctO+jQR+h4IesxfrsiFxO+lYg9QQj4rtBRt4UMcLqU6bOF4tkcnrpG3x2UcGrMjSbKHNigZ5/By9pUA82lAXStmxdIAD79V9hsy75DHM9rvmS1n6GL5vaB5DiAf+owP2qfIZ6zgvRV8SGm6Duz71X2RvipSz9ZVYFEigNT9qGfdOSWtgkZmnxT9xnDx1KzgA+IXqIe+tSsB6qXiKGfHLaHtWWuFTUdcvosP1SD4XBc7OlvT3qoZZs21IBETxw/7FN+gHyu5HU99B+8cKBpyqNaXkrvsaP7npdP0B88s37npcV3XmT9xYu3v9D/xUup4Ds0+MHLiXfifaQs43LlJVon6E79ciON0hX9Dz4cfSdGeN5dCJVwFUUVfpTpgjcZWik/dbSxmgyKtdudnQ07deBOjK53XQft1NkZWzP3a8MPfqd44u8iNnYCycQw/fxOez5o55WEPqAftCX98EFSo7+gnXJXKE8b5NaBRl1XfcBfybUPaMw160LcYJM158XOGuzouxqt2piLFybFBbpRZmPebugvvbO2QHREvGylN8CUUOZwQ9fJcx95fvBS74MXlFe+Xe7qpq6NGje8wjf49L1KpE7CGuuo0RiqRr4q+VrkTn0doFDWeUlqxAifvxjytm1DLnSxZU6LXCMb32DxF5LdGKeskUb74xf7HSRAnbioMUatShXaLAcFtVWhVGbnQptoR5fpd6W05EOHvcNLTWU+3rY3+eAv2zdth2xRjzc1+uXt7W38f+ry/6v79u2bIleVNtq5EJlASV+Cobnw6as+Xs7mZdpC5knHYSFyIA7bXCXbAzvZn9FNe56Ao6LfGZM7unbq0C8O2xT38Eo+g+Fi+6ZH/HTG9xlx6lzOesTfOleZV86xpX9CF+JnMxtpY2z2kS9yfGIPXYj8Cq/s0S1fe8a1vVSTpqGT+/KavGK0n8pG+d/EOcffDWV7jKntUSQxnhGD7eG3+NAzbJ/FB972KGtDBaDDAZo5OngufciWoOKwDTthGw3z/BjL5xy7+BMX/Dp0H/MeHaX2lIl9gBjociaGbWWd2qEBa5x1bPuhbtv66kicha98UmsiBPEZ/txQdvZiNgVlP7XMDsOVeVTwQwc/fGmDTkdyfoXWmoKNNoQG8WtFu1xqVaqDttAXSL1F/S+Bf9EXCzb5BmUVaK0UhB9o6A/MRu7KXwSoJi1EFvexJQ9a2A/4iFvETsw2aNEOYrvUKmjaWkMXvgblqnpqR9oWRG9suQ8FGQM2R4aJOUNf94wNN730fWx26koJUeoAfqMM91LhaxAq7v87zwSd55QdGHujVJNUxBkUft1Hk0vqyH+SPuVN3Z1YZm70gauuPCe98yHygw+SH9ArCP34/kPRX/nAsx//MvQD+pGPPnzMux74gP7g4+E7z2DvfMj7EXogH0ej/0Gu7x+7fvBRNPT9o4tm8GG1D3xE3qWPqwf4bjp8//px1b/yATX/ahT8i0J/8bz3FzTPgH99XPWdPninXQM8sFGNdhZqV7Eqn2FsAowFzzQZg4kr3XTVzvNk53nnETv6K/ZJd95TnPHqPssQyLaqXqNl3g6bOFiI5PL8XoAsse3U+7nuD9p/pR+utH3mEj/axNjuYOp38p4gCLEESV2TLr+0fxifLraPNhTtGDPp5mHfba01nVFVN7/F2NPfnjQ+QepeSD7BklPWvvvbk4/+DNt3MQsQKbFtz/zR3fsWI7NC9PdCxnrxoZ39/Ybhlz6jbym3H/393L8r70S3qTfMLCbDBxQnPHEYnxGH9beDxLoyp0JHnNifEHtsAYPI2W9jG13QU4b8bnHYQ6IPOjyFyESy/QBx2B5jvPot9AZs9rQ3MxcWzzi3amPs48tyU37b9Cqpse7KGjrmuoEGSsYm+A6Er5Fra5rYZGK6QieqbdjC55nakgo04AfMJqZfFubcT9u/xBgUza4hQN/7waMj+o6d1ccsiD4DipIzHBqs64ryOG3y4jzEB5I8okgLQm8DMYSny3IOfcZyjX7xoZGD8M/4Sv/sd5bt1y05a53eOAqFt60CTZY9+cgBIjaBLtN9jQIDZTUmRNugC8jMBZneeoWiTGCobdkAvqomH/kEnQ7DD3ChCP56gMbRuf4eaAa+/95JCtTt/xZ+VrN9j738DPOAk49txufXsH3PWfCaB72vNfY2+i8wvR/7tx+br1hyYn70QXdc78iGPcHyvPnPOKt8z2I+kDgEeDjJ6kmWMoavIDaFlyD+2C2gNJEeIIY0qF4cnfZM9cx15vXMi/KdF8KAttcJWSd50bJgbKL9Zzy2Wz89zr5n3qZ3npAs7bs+ge0pt9bUqkX1BCOb9nhQwT13ch7QFxLiASUV8BnWp2PkTt8OyliEfnL6mwrbsv1lKfOQuIzximtxqTJrRyd0+kZiK0PXb8jYrXG8UdpZBwglK0d6XopcXGxr7G9TrRy2sX+N4X/yiRzYr8sk5tfon+qqMjlN9MxHxqK1UhAb1WjMdcbGcAuwqDsEYIO5nXa8IprYJZdO6PAT4sfdz3B78KO8xuImDqENxGH71h7JsoGs3znsu59tcQKrNGEJbuKpeTofVZRI4ZPStuy/C40yjfV4jpkHwJ0HTH1x2F/Xs/Pjz4xp5u+llRhqxmyXeNgU42xiBtGHEmrkgHrQted1OsD20NmTIsQNMmX7M62nvhlxUop4IWfYL8qjK5Krks7InqPsny9w9jvzSnszh0JHxcxB+EodB2wf7RH1+QXoQ4K6fPhNqp8c9qOPbWmcXCTZnpBkiTEytEMF1aCVPG8Q+1HsXby/B1bRD7m/TFm8aAclbPgSpR0YH7m6uD+JGKWi7jMs4alPR5VlT0xjZ3/wBLZW0tak0Nt+SF+Hj64xAUMjZ+8MqqZ/9Atb/BAaMamOOsXRB52y4a0mk7tA6B2W1Fwq7C0IT0HbKio8I+tMHJmT0bfGDxXKpOwzWrURN7HDl0uVmA+ILvDN1hrlCh1oVfRRybYsCfKI8k3GVVTxAlmRO/quajrggy550qyRM/Jh18d+G73gI5tx+iWYOJ98SuQBKK+A+TloeOAhx/4CzNfYJ7Dj6+Rz6MuW4bNmJ/DxRGc/ewbpqVFiQnww1pjj0d9Bn7GP1gmNWBt1hzaeCQJR724pP4ZDAzUaeyB6Bli4Sxjdi2aXKhkcfPRBfGyrGFD7Tvtp/wtv8ih1IuzKOiawRH+kEZ0G7AFvBa+0cQehH8T7KHqJOfYO/SHpPTpkMZd3Mtp5kXYN4K9gvGTbiW5+jOObOqpJl+ZRL9qxd3xrpeCNuOalmumz2JIbNWrnpWFpv5Up2tOI18jNeyfsRFFXSWmGfI1uZ2w6Mi2gc9LufbwIe1d+E5AZzjuZCr/Cr4hl1KauTY0/RR8Hpl02Nk5YKbmSN78q6EmJVKBZL107dfX0pztqYAkj8Z2ISp5pn/noWgjOB3548cLU/UMbbc0H1beS/qR//7E1BX9Q34VYF4Jtki4Bcva5jXwa9g00eE6JftoZ63f6L3/z/oO+fecFbvpT9HHKtWZ1+Miib4Ke/IHJIz6hnbKhQh9kbC5bscdYrUR30E78Y4v+GRsJXXBsUJN/AEvZlDflrZb+1Txsj/wjwYkqVNGhCLVLtgdoJtq4d115qbXzvNFRBnuosVHnDjJ2weJvlLH6oB/ywTy6IH61NbmVqFyRg1VHnpNSV5C6RhJPl+iDJ/UQbQ+aS3xIdbTHtupYwzod8UlLTqoHNvYzqtqIU8SK47KFH6CeBzqEx8sqc6bxSOa2b/lGt3ye+cgLP+0rMYeIuXxtL/YTjcn+2v6pwJMiuUaVvgls39riGJ5gv9JOp60xR2D3zD0Qz6UL/wxcX562Rw4Pxv4g/VtC2nrGCmI/1efMrs4oTOys5539I7SzPkKvrP8PdFbJSrvZyXzHjr5HZu51oAOduvQ3j47/q7xRj9NkMJini43lgE4+tnU7stgG0FBR5z7Cxq0FmqtfoShaLg0QI/4aMTu1WjbA53xWWW9vF317e/uMy0WNMkE+nJ5xYY5d2sa9844NuVWp0cetJs1cXmitVNRXJQ2+WXVCg2/r/ekrij2d0JkHoQukSNt0guGBNGjhEGzV1KoGNuhE04b+AjaXFpo8+IaupTxyq5p9i6wcR99mTkSc6JADw74j79yGAl7Hsx65KeiMzgexjZhB4e2U454h0APKGH0jhwK3cd271vh25kvHb+ejTNZ9hwY795B+xNix9wFy4eNjj0/KsX4UCoSvQsnB1JWzyM1l7cT6oNwV7JS9gp3nmoUrXy97NymZvEzRZNvga6Dz7CIjg7EmD7qrxBORrpS90s7rbp4+uginrO2PvWMD5LZ3KNjRIQqi8B0m2K878q4eI376KaT47fjutK3TDx3/hegnT7xhy1h2dXhKDjr56GkFzWSKKPN420qXS2Ntbfr27XLgDXnyb6y52NvW1PBtrI0N/rJtyl+UalWqA621wbdCZw9+2OA3bMEba3VhxYh+a7OMfZTDvxIHOEAvjuhsxuwJS3+npn7r1dFPfRf+2cd+LGdP+ZW0TcVWAAAQAElEQVQvk0eP6DITP0X6WP+75u+4jt/i71QcTFnKCPSJKLSODhMIm++QVLYMtT34yIXGQDnSTuaMmHOkNLah2LOPLKy9sVXTRp8H4SfwJrZtInrWUYxTICHDY4P9dNpGZ8YAH/xty56yPXmuQ2fDAR3HzvpDM2xp05mP3KrUqkR2I/5qS6viPlCKT7kG36qQS01WGzojs/aLlQHEb7YFN8nNKhB6hkyZ3u/3ePis8Z2+vcJfWZd5Dl640u+xd9ZgfPbIB/IcHEwdMSk/+V2hHflXIHvWda4HLLEdkZ/GwRalYBfxsQ3lF5cxu3IBa57cKGXCp6tgf33+KnF7ZhO/c7TIwVn3/yRvmzH2mBz2QSWhvQP9kAfVmDfW6UCwrSoL8hn0okGBbAoD6d3xo3eXoGPzYFLGVsRpBKoDN15WATtU8BpHcTXIGRq84qMTE2PMoNDfAFVRjBmC7xyn8KhOp23ZEyf1S9aefrZf2pfS9i2mfeLl5fLbNCVugLGt9K2NII3xpOu/pI06g4Jm2IoyfsKIhy599BksRzaEfsIYB/pUiu3KBvDBM1fwDn3n/QLgJUJu/GNuUPGZapSlwt85M2QHkvfIlbbbHv0Q+Rnx+wpaR2KSV0Tbsu84x2MLJV3mOe13QO55QXVGXpCc5fCmb4zva6TWJCDqDWbdQ9D9yIPBgo1PAWg8Ohtu6Gv4tfqVNq4gYW9gktgo8bdNWtbIwzV428oRnT355HNG7NbpD3428hOG35POvvvFfoY9bavu0MBGT/+EDxoPBqEPZRF8Au6qEvMo6GQLmBPjRRh07GfQyAvneTzKW5S3qB6ETqRu28SvX8KeZexJ9YtjxY7b6vPwdmYbbUDwADzzJLy46Y+9kxu6oxvYtXgNvZAPSEq5oIgbuqCnoxptDMq0NZCcfm2SuD88o/OTJDrbsl+BYodex2F7chCGZPJcrdOfLsX2GlbhGwy7hCQVcSPrtw8Pz/XQE8G2iolkQwmWOSLW/8KzLPaFO3ZlriaZxMxDWcYpeQ0fxknsO0FnjDoPbXlQ69EdceJL1QpGmUMfPjMi+uSnmbpy2JZthn3XPmJpyPFLPj31iiP0BKP6XaSvZ24ese1FCZKYkM9nHypcKaMBcaz1F5r99qeg77MHN/ohfilTloz8GayBVKZ54Cbbss3cqDGu6ZMFe9pkyfaAvjjM0+zoA+FHs8LDjbihASkxTB0d0hHPvvMFn3Jn2NMem6n7GdG3KrWq8VzQqP+OUjvkc8xnvrlGTkNPfXVCa6WgKjV37czJgIYIN0BjGYPM+7G/hAfFPFswLxeNLBCaSMbnDOETZPxGrGHvauR2RlFpq5r5Hvx47qRvkr91/xPfifgvWK1KG2hVg0/5Z+Q5yzQtGHEPPvIZsS1Ev/jfoTNTzYwTXxrtMvQrYLqfT05mgtElIqAm7YOGr7LoSmR0hcszjP13oM+H/bmsGL9fg1xuZUVugfV4xKej2gcyN17FZWYO+yvbsy773c7+SoFx2lZr7YRiHIr7S7/lVFXKMcrSz/sCc/q6wNr44MVg9vVPWD6Uu/kvHfSDsh2bbeq8o1WpVWlrxUviNvDnH3/qz29/6I+3b/pjexvIC9digJusAk3Sxpi3Zm0BfOTwDb6VlLUGq6yFrTVtKBuKyxa+YddA9Eafvh9lSuQkkZYasQeia4XcBgqjbbLQeBF3lqOMXMQc/b4dL+taG755cZd/8fh2edNl+0Ze3wYNv/D29gcvA//UH3/8Q9/++EN/gn/8+Q8F6ZvLdqEc8RKzEb8afbfpbduItQ1bcsia2flAeuXl8RXKjxr2nA5M+zxoox1VGnIl5wBd+q21IlZNmzX4hp2TUejK3KsSfWLaVtTd9HbZ1NBtDR1YvNkDcw9rPEc1NpMLtretyBs//CMjqhE5yB4VGoSniMyzX3hBdTpsy56I2p687YjKethP9+nImeu2R7nwwm7TY9AhU7JoXHw/6L98hA69sgYw4c6MThcgLP/QM1I2WDpcb/VFt2xZb5fLhT5suMwcruMldVfy3mnvDdyLu4wfnabKqiIX6+MaX+M/0bFlLSZ2QDEpA3cgcqd0bDtrlICfzuT4SfmF4le+tkdJ27I9+OeLfdfbd3752XfdnZvW1P8rxDM+oT9H/7n5yWo/Z/Pk8CD+fuzk+nPvWB+RMRXjqtyjMq6AGaGgMWWyx+VZ5Ab8Omvzo/PeA3o9sKPfKZuPqIk5+MSlqZzMOQEsx3pJrjv3ndBgR38Gzg+98N8RUr9pUWJkXzjSQuMkpaFjzbAYFCy5s6aC6FKm49PJOblRMuG+wGMfK4XZx+xVCjtsxGJ9BdvWxr4ZXfxDo68qNQTcyZfq0k/sKckj/WdbtjFo0DriVUW+I3LQmhXk/iXGLDSILVESKij86hbLMzdk2zSfcRx9cadKv4CSybc0KHzuxQ36Ei612EJBETvlAqOfEJyOg35LXy7QF2LOBYb2PDcMfNA0PvsxN3XAtHXyu+IfdGx9lEs7rqj2gZ12BJ34QSoPjS4Iv3ShgXPBXydEF0S3M2ajLLEjrximdbaVcYYoR9YQSWpRXOSSnDEBfEUWHaz8Rbb80AkN3C5qoGpTuQ0oBRMAGL6AZekGOFvVmhrPA0I/93oyoC3Js9NHWhj50788H5j+06A7a+iq4+5CBM2D8gL9hGFAJvpgJ30aVy2ZuO7K/AyUMQThixt7lYYtNGjNulN45KEbtGm7NOW+eblsuryBywXaeAaBRjfsTVsrtQqkRt9s5aG7sEZH2W2WfaN8cEEeFPkCwg+8vfFx9o1ns28H3oYcnwv1bZQLWmsKfUar0rKF2tY6bNN2D9GeNEK6Nv0d/t/DvVTiBAyu8k7wAadxGeNhy/RTfDXGb8ax9TLPzAvjF5TM3PEoagnKmHcNHcOcKa6Gz4Br6Bu0oVtlB6WyAuKwraL/gvTdGennyHfbdvO1LXuWtSetVsc4tDF/Nsau8RydGEEd9Sza2vRvrWmh8Am/oQvCT2yHD3PqsF2g42Mv8+ONet425ucW+6atiJlYstaey1Ao87S52Bo8+CL36ELxVA52OQhX7kXZW7LO2fFYUf0BGfOdiXRlrX+wb4VO4Me+v/PsGDn72aLhJ+Kzk1pniCemfh/ynvLE3Q+MuuBDfxvMG6YHVyltoFGD8i1aKmshtmfEd8EwC7DpUdkeKEFRFvgfP88NfRV82V/Zfqaz/TPzlzbbsifiZE/efqR1ljVt8T/Dfq1fPrYX+0CZKjc5HkX8BkKDwVM2kzooJnsDG4shiysPGuGjmzDzwLfFUEfZ0AFip56BzCaJjWdCHFlUkHHGZzDCkZNph9iJAIaxD3npf01xv50pexMeGNuyH0GjPunsRx/713IqMhfbvx8P//QdJZQxeYUxTjRpbdxnmj5dEBvBKE/9jXFsVWpVylgGvvHcItiM1ppYdPbx4wNCbkS/xq4MNNXSblifYXR36IvD6CeYtafcUL88bd/iwnzySZuitO9+tlUDgp4giR5B15UHrrwcCS228KClw9ngBdIXoaLTw7soC6oMwwkRB9XInoI9aaY6pnHah25If+9ie8S2X9PV9hU18hkyI80u3oOdlr+AsvPfkAInJMAK/kRtK3PtXp9eHrZl/xqJZZds3+KYtXATDibWBVqHv0AXrVN+cC84Y0qAJT/TVmLNeAKhPcG27NeommsNs86HbcVmz3LSpPad/spuH74pe0LmFJahKa5n0Ew9y9HRBXiKbkr/hAJOg8QLeY3h8dqEtufHS4IfGOuDCukWTV7QR+g4bI8+yj3IOv5EB/+pDRLt+jncs5bxIUYeDlfcQg5M3AFkG25AghxAV8BS1jqdNahLqmYZ+go6DtsHJ+LdeT0dtplrbfjY1pgHdFhouW56rcN8imS9ljdZTa0uKnixVq0iTfNQSH2s7SELGegBGgdeD1ojjXWbh8cnFLmZUguRA1QvzxGHMViUpD5NrRkrc/AVRGu6shcHY50yrwYPHfuyOz778Jnzq9MCafF0I3zkzxCHbewHkNOewPDJdyVcZT2DjtZnoCI3geRQDEcQPlj68MYwKJUQXqmTdEY9DSYoaBBb6MJWjXEvFaUWmpFxHDHpl1bS1jyQvoschO+8aMyP/fTlVlIQW1BHjNBKbgG6IZ9oZlV0jQtpauclEWYy0g0Ft9CS3yG3qpH/Bl1oBHnGuO124oHEoVkPbY5ugDh1wLYWH2pb9h1nnf7GYXyt/JHsUJC84OsLrPaU/ClvupXp0MfW8tyuV3J0d8y677JGnNEX1BX94Mlr5fCKJu/obeL9GxCH/VSW+hPXsX2BQv+7Z37ULl87UZe0qBnvoGSXfnXwdMnS7szXXfmImvjPGD/A2buiX/vXotHthy30On7M86KTijvI2WXZgDnZePGQ+0+rUuZecDleaOUlV2x3FGux+CBX2hqgTCuriFWWSpZt5bA9eHvS6BaWnz1ttocpbRgMl/CZJ8GYi7SJjplzEntitCpt1WbetKP9BMXLlOIlzgWMl0HQaiVR9S4Ruo8+5zJePmEhdtHWdqNv26bLhtwaLxCbvhHjj7eLBuAfZPTfDowydFCzyFVK312oO1j8dmlDX/ELsG8bOtDgo7ekoq9aee5PbIwbyN525aVsEP7jI38plZfhdFz6UWO/lygqoQs6L3cDu6Er+aDUQF+we3J/7g/o+M3Ttmzrytwa84178eJNbr13YnQ1+qmqRiHbCh+dnfI1YqT8+mj6QRs+iJlYY44nLhg1U6YfIBCtIEeXdKCHVpN5ebYg5Oh3OT2gxfduvX/sxwdRqeseR/Ad/0DmDtOxB4IGBw/7//rTtmz/NE/bNx/bX/ravvl96fRkyDyI6kwz3s+Izxm2z+InPuVtK/MpSPzo9OLIS8+l7ox0fAPbt/bYHi62iWmtl97i9/RC11U7vx86M0nZlBYis5aY8DpmCHSevTNZJvtwjdb2gy6CPXUpF0Q3wfxlHaSNZzz6TM9cmc2akSI94qsyw4v3MzRSwWpeKN024q2YoUbjFKIxPQ7hoziQ57x7P+0afZpgIHz68xU0+pyg+OkM4nee4XTUZZuxqoFWtDh9faCwJQ20hKCW6/zL+h8fPxRcDzm0M6bKGN5A3dQx+2nyQtbpGLajrox7fsuFxi88u8a8h1A8z4hn5C+oDFA+vgujiviTe/IPbIsTTJoUpizaLfQdiGMH8LSBmaJXUNrJPE0fBgqPrg+6a2ffzb1jyowo+fUDBNf+NP+WbVBs8TnD9ll8uFekzIORerLnp4617+/MxfABrDTimW5akD74WP/+cWUv/4C/6mP/UP6rEAPw+YsKO/Mpe0Cn5E7/XGnvDiIH4kjvSfd8bcueGOPA/Mo+Y0+dbeWwPfxi21pjTCKLO4i0WcpvmTumbPIIEje21kqcoLSVByCUxb9E/E7cyZPGTabqwU8av/gY3ztalUZ8Kth4jsizTzCeNTaeZS5NkW9AO+beEwAAEABJREFU93aJ/jKeb962DQoOeqGNl40yW5EnaOK3rcmVHC1xDojD9DtEZg0XDQoaD0DJZyPGeAaDttbGh9BGjgvxtU1Z3ZC1lXnTGbvwtkfbqgraBsLbKWflsCcN/yU++fRPrp35GXwyLAUx7K/risk2bXkBoRsgWKqmLrqMfUs3FPbgrC/8xMKITuEPRJ4RKS/JRgLisM319ZmqRxyZOVQDtmXfoeNIX+ys+dCocAkZiC6IYJu5QSyXWhXj3MDG3OEDKHJVU4W6bn4+eKsU6KBWQ24SVLXJ7XJgQ3wDF22tzed1ngHDb1Wj3rIpa6YNKz55H7AtGxD1diKj1IDmsUN21m1o+qnz/Nhh0s4z0if5UEp4ttvOntrp0oVRvTJ9dwqvcoR+Opf/a0qUB//EeVD8tmCJUxz9qc22ZX/G6MdDn3GzrdAHoGsuVVDY9TeONOYVziFs38Tle1OcmNhO4m+ztl823n6tfw5sv/az0cvKtLYEp3HYlu3Bny/2o85GDnCy4aHn0z7pTuzZZ/Fzk5jS4JnMkQYPk+LJM7DMkvPIO3KLTF1toNQY6Cy0fIxthQziV7HjO/iDJpalubFJaD141taglmTnql8cSbjjy3JgMXHFvz9ghlk6Dd/45eYbm210/zPQbxz2rGu52lO2J43edoiyoBqb2SfQt61mH7dKz+rebzQ147ceNps8HkJDg6WPzxm5iSh9CGbt+o2DyjJon5At8o7c/H8KakouEE5ikkPGCOHTmT55gGk//WVbS29b9i9Q0x+v4aunI/uGjRXIy8hmTFt7dm9oOj3tGjQdm0bwwJMfNndItgd0Ouypsyc9mf4tto8+06jHnjHtSXUc9pTt36Hp1xOy8il3hGKq0BfUmXqD6G2HgEfbsmP46Wl75B8n2JCJ1ANnT7v9muJyO3+3zlWgxnwwDwp3oBpyHtB/ihJ5S/HPfAgd4EKqymEbn4mv5mn8FnCHZS1knj0htp+BgrfT9p2XybEGWkGRPaBM4S9R+JwxpjmpDUocS8T0gCXZueo4cHzKf61t28PXnvSrMbMtHDn9Emt/TL/aJnznoYsXnzyBFbK1/hBGUtoycie1Z8rEvu+XLrWUHX59lBtlieEzEGwu6HLak7ct+zWWnz3tI0/46F/Bnn6xrX7a2YdYGqiwyYMuOZTfBWNbn5Q+QbkHeYl1Qn4Yi/gLzpiCyC7i3mypApn+gBtnclkYitNluS37jY75cHI8sanqJD6wq3yU4UNta6Zo0rVyoILXAyJkfojDNqIpV1qHPXWRnctvox+xrMS3PWRx2HcekfoEjJ/xERRY6ACppMsbNMh+Y15UhAaLj+0B1JEfgeNlE/26aJ7L0i+Ny4CLec0c7tQFLI0cmiSq5EWFmevSKMe9jGIKRlmY0K3V0KWOZumNFwDJ7Ssk5xuYq37CipNYAdWw32pgxVz62AJSwE6uCJwHXyMvumK0qTBMoK9C5wGNo7PE6YDBP14yp57x6PE3JP/c17bqlJvtkaNt5bB9k+3f41OuXvhGv+DFvKC2P9X57Gb7WSWh4mQM/CXseOi3j+dxeJZFpdn3bcv2bUztKdsnqsmnv8v3+WBPvW32yX2A3/R6xq4+bHlpmA9T77wkzUvHK/eX7KfX7KkgNLqOPS9SQ4VPcOE5fmDbWDebLtBW0lZmDgv4xke3NWQcGtgou16UhdYxbxYVh492wY6+yEuIz32WW+Oc+8bRmn+G396FamhCU/5KO4J8mEu7n3X5l47Bj/d3Dfz4ofSHaZOIlJoiJ8b78f9SC73ysrZzUxr3Xmk8d1CQEruKPS9/4WMi/SP6q/jI2gbeLk0JX030mURXKM9cjTESZcMvRO683N55CRy65JTZtlLQ6Of46yjf2aOCKXdii2NSpslNTl/EJ75n7HyciO0Znflhm3yLGB7Y6YMr4OQjf9e1S0rDnpApJNNgsDM5F3jvrXzADFI2sTIO7x/zRfiVgqkjdVOhxnyh8aFdpsWmwhNs2RaXCb0+RrzXpv/XaW3TnM/4dxO1Z6yvytu+mew7f1P+hEm/Bs8uS/dMn/3OMtNEovrOKE/scI8Qc33iysq5Mv8+BnaeDXlYENNNoZ3ftGfodJhKbK4HTqZP7Mr/k+E3FbYfPO1H+Wx08kLBassyBV1jj2EdRmc6qIZd+hXNSunpK/x/fVIPPa0DKdfp3Wxyk+7/P+r+RMFxHGnSRc0ARfWc93/YO39liLifOQiKlBSRkdXdc+YgafTd4Vi4SMrKUt1vmFOdMDLnu1yXP0VxqXLNUt/OmxtfhhzkGrat6Jqh58KqBE7bYHmhjDljf4bRf/TOc6cVOnl49VP0wja4f4Su/KGqRk7owAdSh3NGbZmhw9D36m/kRoXsgJjkNy6TDkUv+iIy0RPUsmQxf7ZlB4I+oH2eM6dfQcQvxEcVs+lKmStqQ8kxQI6pyzi/Qzzf4Tlm+dgu9tl+ljPvcYrrwsg45sQxgg3cC0xg0W18KrjfP1X3fsbDlCvPgKLIHCs16amD5BxSsU3ZV5090VqeqMwD10mM5iqx2YhjYmwmLzMItboWmvkhBvTGjzPkMJvYtuwrspdsq72xR9erhqbmpluf6M2TJ+bj1vUBvYXiG58PaOkXvRF368o7U963bh+8d3186AMsXfi/kMvOD0ahwV+3D947glvRfyEXPm7611/BX0X/Qg7+Bf3XX/hDI1cO+I+PTn83fVDHxy7f4IPerd4b8D4/qobEejK3WSw4pkmNsbcW345/R24F28QEkPhCoppYepR1jOqn2P00qg9d9QTbz7EPH3vaVqz2dsh7zl0NGeBxHH4PFXty+tiuWnyyndkZO7RfBm8pM8cxZs7UMiJyIpHtyg97HMlZ4B4Uuu00/BlHAEz0kNlHGBDdFblGMRhwnG3p476/Xy8a3Rnxj0xoHZGDbZCXccX2+fenPv++6/7rLl51mQ8D9oa7rMbAI7so24N6BQ+w5hzY2GGS+wxz3z7Li9/SN1hyZnbhsJEvfD4Tpc4g96Q7tS/KKChprlNyxSe48Ny4tsKm5IuN1BypOZisbdmvwPpyUPqL7qLwRfqh0Kp/cZ0OoOQoCkNdY4egtiETX13TzU29BR3aFb8Dj0n4urb4BF95/M72bLddqZ71pfy/4jTrmy8w4iKQmnzAEpLUGEdg0di1oXbOku0LtDcbfXjn9N9BbmjJnC6CMx+5oQgNiqemHsiKHCSH2d1ncNUoyJi7m9oB4ohvOyyTyYXouDL1XSPsjZkJrcB/RpPzAWpBsH9OV0HeGXty9qS7+kJsy74iezyIY+jCtj8YFl0XZG9NnRyZtwOy2gLTkX35O8z1U+3dg5fIMqGfNEuUQo5REDdcUbf4YuJr8DIcP14wzfpNkEfSMR6S2ib3N2gm4otjiHquEDf2IB80BnyiA0pQ6IK+aXa8vnH4N0xZ94Tblv1AdEqRk/lH59oL7Bt75l1J0mf2V2R72uxXGvvvYLtcki95LSt7tjd2pqWYn6G9xT/YRYUPnuXonrH6O+tXnE3HS3hDY234tGYefI16PYEhH97WDwPPtDfJ7F+xj0MXpjzIQa7kPcEmqb5vcQnmeg8985GD1HuGbXwnvu/hYWXIc8zEth3rXs7wFOQ+E+Qv23z0rqCxF51x594fvpC81Asx+Omx1uzsb5uxiP4H9zldkL67pWZdYBJY5izZxmYZJ4s2VHKzydUuULWNmFFQ1vQbDMYdn9ArBpkCyNNhm9wu7WDOJlPn0tsuWpqXFFupc2pdaq2doEec3jWflC5f+xFvu+wNnW3Z1qrPtjrrnXXulm4NGZof/8T93YyjUGs/RCSwUh9uOreVM3SBsHl/JqqBPH8WDX8GXWute2oJ6nokSfQFOu042iabCjq1xrz19hh7ZLc+60VvEweiD+wp21YDHJpgrBSXe0Mw+BT0DNKRVxfEN/Gi5gI5MgHNqvwN40LmslniKFtHaGUX8kSXFH1vKt2kg72NjC1zYvZqaLD4mjtqiNzp4Rn1nEDfQHdj3Rv9LJi+HrCE10STDv7Qw6RvUUfGpOyZ9H3BRhxzGp8L7kxP/qmvTY3r8UZh2YM3OoocmLlfiBwsedLPio0+EHkafZ+Rupy6noFf2XbaGEvkSedYwy+wPAoaigMo2hNs4zehvdlTbsx3a01n2NNmf0/PMYu3v4+xse81/KeITU6QfOu5HP6K+SE8Otvq3GcCe8bakz7H26wA67TuIYvq1OwZa7u09qQlnE62L+uQXDGnz/3SZP+J/WO2zShE3+TSNQn7gJ80e+j8jPzrNr+E81pPz3W1raxPxhvYJqNkW2mpo2pAtl162zFVnO2iiQ1sl09i6oud3Jt3XXINZO1zJlr8gjtftsT/F1/eBsXzw2p+YP38/MUPfZ/1X7fYM//KlXzb/kXSRo4CfSRuIT/g3smbfhJHt5Qw+JL4ztW0Fc8O0LbXNawag+0am2gZW+YpkHDQbMm3YLv84xOIlj4TG0QXGtw+PtR608dfHwU19pIejRVW6hA57d0GjZycd8b8CX6Bv/nBcyM0MTWG8Ixljf9My44tNa88oWcMPovETpqXw55jX3bblPSK2J/xkuwLRcbxDhnjGXfiN/ofIHRh6Ze86LucJ53OPKn/Y0fm4TmZ7VLZk5ZwPp3U9kk4+xS/qi6hTqs/28faxGBPOfbgrAsfLH3jPmGz73gGbjyn7vw4FzrgBzMVCFpgPxVFds+dKJmuSN7gqv1eOvvbs/bvI1Tj1d7O8bvq94SxGC8e7/ntdwI591puFMromqyWeqDRiTnR0dZ6TDqYvwfYmchingrMqb4FOdIxGPQRJC75QqtLijV1BJHNqTfu7Qa7PvVGTxoVv6ft+Nxa552qK3zDv5756B+yVTpy9hYPy36gwbcWn7lXUtsBalZhEDMROe+eoYElpa4LZP6gF22IKR4XbMzh0Ufxd218v1PgHUz0mT4WrvKq805OdvSKgyYnw5FN/1+Aio5jsFcWolx86FmmIzmKM57yL5Nt2V7ipMhW/jTkJzrQjeg6Hg+o9NiIaIlnQw/mZUFrDx4Ux+eDuRdZGSbzSyTP1TU2mz53RBeIFt+kLNmSzakU9LjnQyspeh3Ntlprsi1D82xctN26qpHcxv4DVC7y2NM/8bbVm9nvTbd+Rf04yct8Lz0+oU18v9CAQZ8/YuLzF8/uf90+9Fe/FcL/64MfRG/oDmDb+fwYGtzwL3rrun003ch1470stPeunj5jQzf5m6qujxu22PucH+vSGuNcsL37TCpLqPRVyzqdYRv/B+RHpG3Zfijg7FxPgy1ei4sm6/zgr95lrlP6DBPKsoa95CjFfpo+yRnM/A/ddFpyaDT2+56TIT5B/MhW/UZ+xkZhY38XWrYZ8zjbVv5EE59QEnIMrpmtaPRB2Z5O0R/Atni6VVD10oOcT4lS3vuC9b4WPljyma5ci9qmB8u+AuVeZziVXaeW+JN4sPbMcyi+YF5oyhgAABAASURBVBI/x8FsezqVvHhoZDoWt7J5l+Jec/xQGp77/PnH0/AbE3RnjbJOhcj4biB9hl4x9nFOapsuXzEr/NmZFDgaMDbOGccC5dCfNfTABr+pMcavMbhHFUhukzty6AL92Jb9QK7/3rpC38Lt4o+ILCohWSbrO+DCQOakfemX0eIYO+Tl+Er/4vhfUPxp36YG20yQ1UIlWTrAVL6+tLARecbWCyO36aJLPqg040TzUCXUf6mR/qvMdkbzsC7JtuyJGvcTH12Pbs9tUkxY5z/xe6DVHGbOzqjhkye07nTsH5PvfNiWPXHW/wlvnElBnr2zdPgF4jcXKL4iRlJT0djcDD+RPfUT5GK0Z8yZt61zS65Dxmb76Mt+8M857IfNXrzU4C+QH0NjeMee/Iaf00ScRbS+bY/6Sci1wA2DO+LiN/iJRq4Ct8UGzI29wE17/UBbMnqmnn5HYeZLjkEdV6y+Q+uBTa5Q0hM73Q1XILSFh87xqealCetZF5/CtCeXvmg2sd8gda1Q++pb+iqEsR0fBk+FVMfIF1pRl5P9Ju/uce5/V12I7Yv8LFR8SsCw9h9TgzQPIyTFM1qTvkI+nA0+rG188JpZvj6n/2esB7tt2e+xMtqmDu5DFGNb1aC2X2IzvkJvvHS3w54Y3CFjXlvkajscirH9BiY6iJ9tGXnxsD86bMv+PXDKcUFrZh4sLsbC4BqD4dKaz/bobRMTSA0+6M18QWDk6ALmgP2Y6zdQ8nDNOdc9VGDwxeSARrfQlFiTp8lKG6ILYBnRtjjk8CfQPTFiPebfyq0XXr7sxaV0oe9gmzhf86GzJNtvwAwwhsxLsLE3Q7NPsUi8tj1j/Zfu4tod+99ijy6yuK7DTxCO3FqrNWgMavKRmY839eSffxXzTGTVGhrYDnnFSW27YljZ8huMy3bxOUVO/4sPtU1MuMFpyJwPwFCycNF6nY38DmKe6p+dgm5AjURfoOojyWBuwgd0wKjhqJlzRDU6zrtHnhFmXcy9Y2JTdkUjf6fG/JNToUFizhD5qKQO27ItTjlEuLpZi0BWC8Vu+AvQNWCjPUFUjKiCpCarN73AzIe5Xhp0Yf7XXoP+d5CrgW6J7wnE9wSFTvLJGzn5Jxp+ndNEE+wOQ5+hk67RJ18uMHmdDw83voQIkqfR1xk2eRhTO8HwHSwdS5gtr7TsrwUbzzdY9izL4u1X39aanmHT68n3hk/6PcMIuOgZDcMzbr2xVgZifgYQfGRgMU+qOY/fjeBbR9/Qw/eW2IZ94oN5XEhdQY2Pe9YAyrvuUM3VmrNFSaVniL2Se9C2ffIFwK9C5WPiztQ2Yz1Boo+NcL54rmtmKzn77wwciBtHv3k2rxrCL7QoNVv4wJ79rTrWczny9Hx/tq9x7/xtawCKK8qUTYqu9My9qSlot65CbxJ6mX5PyH0ETR2tsV6sUeuNMTfZ1qo71HbpG36BbW4dZNjnOz6DZxu/IGr7xZqAz79/afu8H4jNrDMplPldyFxmLUNj6+yj24068Go7KEZ5fi650/8CLnVkvuxHXfkxMM/F6FPfNpw01A3l2mZ1U5I+t8H+magfRtkXmxgbcxUa3Lk/faIPxVJzkU6TOzRzEtgmPx7MCylE6pK3OJEvJPwGn7Xb8GMn1g+5G86R4zPkikVVdMl3rpX7fcx6MW4Z0xvcE6/GVdJ4Ak86MuYz3DWot2pJPaB49spdQ78Yb8a8wW+s7ULmNHzVSf1rDlJ79EF8MpfBndhnbMxn8g76DMLfyRV8Vr+b7vgEGftPsA121BMG8/AWjHs8gwGNE2Dngd9k3p9tBvHe9Fb7j7xT2NtsUxnzYJ2mpNpzWZeshW3ZE8uOB/c9dgnvDOIeamh2SegVG7toVHxibdfe770rLfkLWSveb8NHbzvkgtSzFOEDipB213P9Yi9ob7t5l96T5AreW1+1f+L7Gv17jb2qHhfnq3QxHYJt2S75UeeGLhB0Imt4hapVZB6eJc1T0tkmdiL3qjNurSv/n7nQoLupybU8vcET22S16AtWWkNvW7bV2qT2pKLZ4WHYm7D4DfXefoyGb2ttzy3in+Hdln4mdGqURMzQ/LxxpeLzyVtw1xxcDxv3oWCwt69gp7I/xwnZ9xN3JWby3NVOPmf/n/CnYXA5jLN44p2Zxc5OwIXuVPdBTvcgz4oNd3cJDHGVD+PzgO+ZN+wySVy5hA8Bmg39ZK5n1BxTF/8DjTwPDB4qb4F/5iFzFToTEZpBLAFqz1429NvYdF/PE56Fn6xRnhHMtOoHAhZ8Ubrl2TeuINWmwQoLDN3JeSff6j80oNu3h23ZO3aP+A/q6mQsWLwbb/Uv6PAaow9qCs0Mz881Vv7XXB09B3xkyUxZ612d97YOvUHzY2j4VtdAU6gtNU4cRXuz8g7+Ef/eVD+oNvKQw/aj3p3XF20wF8tE1BG3dN9Rm4gT3vv6Vc2efVU+NKumoqkPVBbiois83Nm7oxBVbKFivSeFI57QEhctgVP8A9jjiBwcChi7KhATpJdG/osOOfHvQKEX1yXYe/5dwYhwXdVCk1P44DegG36Tmh04wZOdfe/C5jYpvtFHHoktNC1+Iy+pLodt2T+ETCzVkifjRbgcduxTZT/4qXmcbaux323LvkJvWr63H+i3Jg0ZSLn2B7pheDQbyLUemnHeI3socxe+/PEt/1Biy7d8Nu4TgHtN7lXPyFgZMmskMAra66gahJ7+0u+EuP9OcHsmt8StDJ11p4BnbOS6q5V9w74w0BfMwHcYalv2F8i8Ahx0hUTq0pn7ybIN8oR3YqIP0NlW1iiwLXEUtNqAGaIy6G+OTOBXLrEFGzfY0Hd+0QdZmNAgfqFnXeSvEP9/B8n7J/Hsq8Pdtmwfchjb3+psx+0CK3+mKlwBPxvu34DIq6fmJ/l3om3ZP8fv8i27bZFYP2rsSYs/xNiuENuyXZvZtv5JS5RttUDQYOftXUbnZs6aMDRAsi2OHSlyyFw5v4UlgZa88Yd3eFu2lYsz6L2VnD36O4hmz3j7O0qNbOJ8aVPgLtya6Cf4Lu5ha+QvqMkEN2A/7PaV1w/aGl9cw4cWXOc62abOQEr/Rts4NfRNjAtwO+RGziOA+47qMbExnyr0bgXzRZ/HRz0YoOU7JOJJBZ2H7cnsZ9sy/ETOmjKhTKn+CSh25pCgLohmw79AQjXR4ANLj443+CecviRozEf+6y6mQb254Iz5hMyB/qDl/r7cbVObl6ixMTGH9MrY0zfrvbC8dtMSX2j8Jct+QDR7yrBvj1qjWOrJH0ZiGuX8SblPNdtYTuitq/eu9YIffgE32T7Q4Ftr7L1WOk6zw6ezPWOiNifbuILw34Cs1O5XaOqS4QGh1ZfLa+MJ8NiPTMZE5nqNI9R2jSl8oL2RQTbnHbFlblpvNV+Zs0LvFz+bGEkWjWuxwQQ3NirTh549Xfqh7N9n8A2zGns4vonLnmbzJRnj3SbFjlB82eHWYZs+pmTIO/TW1FtTw/eMd77RkaYOe0q2a87syJlXVYsYZI4ncu+aL6ORy+k4ZSy7wEbOlyPavwxZfGgh9h3HuOk6fSWDjVBzEkmyI+PJddEYp80swa8als6efrYvMTq1xMT/GdkLvbFrT7ErLDGLL4qPqF+mJmj9qLpTdTwaep5d+f8BiTnIXrmhzwf2Ar4NfX1wz30PdORb9NlLjK0zfkLmB35S3uiz5PB0bDe5RWMZne2iDX1vrfZDb5Piic31l+U6XAG//G8Ugg4fZE5s8nyB2IPONRJaIF/6LH71B23kiL43eoe3Z96ppxbk8JbUrKoXVz2jd2MLhN+gt22COfIF2PUKVgLtOEC3Mh3a0jPiO5j/0K+QGNEGfUNEGi2dbXhHrcyH7YPa1po326VfPrYrzp40+mfYD1vyBPbU2ZMmxp68PanS9lrDLtjTbk+a8TwDU9VpTx/bJaefM/Sm5TNS1LZr3Lm36gfNfvRlT/4HYV+6ZExnoz3vHakvtkXDB5ELtQ/OkTrWKGO3rTTbh95+8Cg5kNnQtuO6Az4ysF0+nMr22KWP3Ze+Fkyu1nJnEB/c5714Y20T98kPJfnSsQAfufD5WT8E5sezhYxPxJlez0CkFPND4F3x2eoddIu61tCOd4l1alVPO/ZE7738ztS+xlTgOlFD5rzE3S1jqTHlC9To6lplzeBHIby5Y4ovNkYhFT4jX3io3RQMd/wYFwl+3Yf+/twmmKe/+ZbkF+9V9YMtSe74hP+844et7Pzg/Al/x29gH7IG4ypQ/BgSpr0meHSk0ig/0ffAPlFfGBGQMYZPX+EPEBt9yfC/qPEXfS+kjoxnUyP/A6ltIbWEDx3UEBoIPrk/6T+4i9pAan1G/GptGKdA1cM1cc+eIH7Qe+myTpFPyN5J7DPo6tsj/uXgOj+d6PHUR3yDJ6cvRVPvNA7IULpgWDs/xDZT55QvyPOl98JfPLgLH/mvhLpuPMD7zWwry03K51RIxaePYO6AIdFnvRuUg2R93TKWwLbsr7GurdxPwy9qW621I1a0yPEptK6+X5+2sT6O9BspNAg/wZxPps7XqFL9+LTyLroCbR812w/+K78V947afqf+VseWOuw2q3dWHBaY6ANY27Nm+AYfdHMfVGCFD3id00KTsQYSyyTbF0hWmm3ZDvsWMT0j++wdWjN9nUF9uy45Yg+1XX3a8aVSqD357CH7ao/uGb23Y3/1fZ8taj/i7Ss/J0hvm/3ke/Ia3NDWHgkNljn3nzv3zYXIC2e/5X+mWeIDG5YTxsj+mOC2x3OS5w/PiTuIze4EtELk+AxuAwHl8gxQIfIBvFPTGaiOw3bxsRfz5mRb9hvga5uz8riHpvbwFIWUq3sCXck7JYShKrhraEMunPiLfrffeT58MuhPnhELd+T0FtCF9OaUsQVZo4F/6DNiX0iKMx/5DNs1H9Gl340f3qUsZCQxF3nyCZ8hSyB0ohEbGG2Q1TyuYSbEIDWKsYpFZEbVvOdYVBJp0LuuPxuD0u/g/KC2sTet66S19DbtGf8gf2gQPtBqMyX97Az62APY44gcLEX4gKXUyKakJLpREF0xEYKy4xB6Qv5ypVFnMy8aPvGWGYByJtWYOK1p+g4ypoXISafV0nf4RcMXLl6Vu9RPJ9uywZP+IqZwPnNfdBchfT0hMeyjse+n0I3vMEOFPshYWFQFw7yfUccQu6SoMkWFS1e7ULHwoQtzjoZCZzQOPzxWjkU39uziM7XhN9Y11Lbsia/S29jZ7M4+hZfx3CmXhb5C7hWF7ANq+GSuPkO5T8y/ELjpMzzzGrppaOVKH4PLIjK9aaPPXMnxCZ8rue45ud+T/854JqSNoAJJtiCxBfPjtXgvF/0GG3QH9/IZP/jctHGPn9iYsCBz9Rb0/axPvTYdwoyAHGcfVG+P+GS+QhcOR9IllzRq/8deNnJv1DBxV+h6/t2Z2zu2kou/My4Az9RW+MspiRdejLsi9p39t0jy/A4Z0BltRIk1AAAQAElEQVS/81/2c2FL91N6jg1vM/thTrAte2KpbRdr+7DZLl1ONjxHvfywkFnMB+LxZ6h0nGxf+vMfpMmmIvwaj8L2i65F9we5ja/tlzz273WEHodt5SFpzzj9QSNCQeMcHDw3CduKLri1rg4afvV84MLiSpM2KXTF2VZzU+pp7vCgIYcvCg/FjbBcrIRnrZMvFIyZtLh8kKz9kIfMNxh4U5ou0M9b6klffwbJZuRgjrcdsj319s/o+drTqUV/Eiv/ku1HbgwcyDJzfoU128rVWjSZsezud8iizpicbdd62pY9UeNtay2nzr5S/aSdujf+AbP4kyWfPsTEP7D2P6c6MF8OlzTwHMyT1JkLjuLNHuLVRI39t9DZc+/Q0BeIMf6GrjyhbG56op8B+eawLdvlkfUJIthGH+5rDF4Wcu8fXDvB2TPyV6BUkZ35GzIP9gHMgzA/HKRuG+uO5Eye9BNEDqILtadvYy/Y8Ci9A3I5Sh+fJywnOx5Lkmz/Bt/7NOIfYK8aUKf2Zl/zZwxlQh9qO6RqyF1qYaoHtkBlt/1CsTCd+OQ4rdGaO71pLTXi21hb8yLiUCDWp+F/wFKzCkZvG97UoEJqzZ5EraIsemhibKvs7GEDZf9CFx/5FUMJC0SuoPikItu743mcmd/AphLGuOy2qZ385E26BzZpGzt2njgmVU14YeIsO2ddW1Q77DA4k1/gMc7oyMv4dULujElmJy6cqg/br1TWarZle4kHtX3oM/7e2IfoGjBeob017kUTN74oCszY+b30+IEyP0p+8AzusoLIQeLj35t1W+j4kD8/i+Q+xYwzZ0MZe2ePxW/RW/ouX4kwkFh4WQ3fRp92l9S+hLHcMFd/tV/5CMKHQDOv2culZ+7DWybTFR/00VvDIvpv6nC9tfKz4ys0IDwQzakN3pp/Em1P3rY6OW1rtQZvYmzLvqI1+gK2l/tbavsl1j7piDJIX4FtGTmH4aLrjUqj/wLla6k1CxfJHDBLhi2bmM/wz4g+iD4xnfifYMUkLkhs6Blnn/DBYL037lVnjFyn+n1jJjK8AsNJOg3udS8gX3KekeyRQ4MzH/k72Jb9wHe+P7Gl7zMSY8/82Vu2o7rA8kWOsHxts8ZNnXtBdIGNP0f6iRzYKPTvtU/m+5P1+3X/5MP9xB35jj5fXm5Z38LgdjxxZz02IPofYNGoVjWpc2HpFs27xLSJUBemTP70yxcX+S8a9Q9b5mbhmEOz26jVNlmt1Bpk34UGGLhjDb4E2fTJFy+/AuZiEDIw1pcrO//JD5DBnft0aAE+P0r+zY+jv0B0oX+vH1cv9M4Prnf9z9+f+p9fUPC/f+08sdH9b2z/+9B/asqf+AN80s/0+6X/39+/sD/wP7v8P3//rf/9P3/rf5CDxRdF/4s8E5/1Tx2H//vXL/ZCvgzZdGc9PlmPrNlXyNodNiYyMtNVh82EFfd6ypxGu/xDbWutnWik05GbWsLHD9MfHkdvSkWNhX9APGuGOh9ub036aE0f3DRv1NKFjSLONPoguqBhz7Pa7B6Tt8A7FbdwFTj13vihtKvD/+vjQ/8L/AU+Fm43da73iZ3nh9b804236KnJtqoxlIb8UyQmvsm9aHRfIfO7sOa75IyNGsKf9YsPDey9zlMHiTmJXH8DRHPyZVyleRMfvWrldGn2jE/+hXqQXLzeC/GPxZ45wv8JbNdeFc128Tarz34QzXbpMuf27KNBg0ihQXjbsoEkSxOR3eCjUTVU0EzUUOsNmH1jsR0m2Le2xfGPoKdmJ9d7NDp9B/vhH7v9kCXrudmmdsZCPtuyX1Hz9EZvv8Zqb4baOcPshz1l2y/97C5sn8zvlA7OqNn/G6jnQeSCledCMCNQRngD8629CT4gfC+YGda+nNI8Rzd4vuT6WhDFlX7fb9Pz9bx8Er/4eNnpn3F9ER/f+H0JwuNzp5CFy7AJ3AL8Mm8H6C/vDwEsHvNgOJPZz8kdRAwNwge2a8+I9qy36RB9jmmz7K8RnyD+tkPKP0z0QfgF22XP/TT35hv36d64ThmATxDrlZtczXvxkqULdGkEI9uWfYLMcwRgphf11vis13leNb7H0YH0N3gv2ep5PZ/fqX1BNHvmzXW59tGiWYsANzaF6NVFWV7xCggfGeyLzOuR1uYPH0Qe2EcWnr2uhZJFHu77zEXNCZ0dNDzYKlC0IUoV3sUTCT93UAYcvzWuZ5rxnHUkIHwUeX+KLQU+rImfUmw7qrYhUwkDIedWvBU6kc/bBYJZHWUM+dz9Cu02afogazabOYa1rfyBPQ7bB/875jGGh2d0Z8QyGNcEs80ajH8K5mWQsMCFkNXKX/ZiEFrbYNFpYwoZztKFivFRhSaww22/qSefXX7xfcMn7+q/AvZ/3lnz/v3JO2NRrovwEN5phz7Zg+E/+f6T13Led9HB/wLR3aG/cMj78Cf57uS5V8zIZQYGlaU+kAEz7nVk/90TAzbqibwRO4LTWJZ/6O/mPD7vkDiRs/DkULZdlxIzv6l6zSeV71a4yrEoXqdaN8b+i7FkHoI78/K5y7/43LjwyVjv+N6hn9D48G5MMpKnmDOOnr9g4vtseqd79vk/LaemhT/um0muhWN+JpVcf/S2pZ9lsL3Yr2m51NLjs+gG/zss3+8oab457Or84cEYz/U/DO85+yn+vVtp7Z/7JiAPP/vrGNv1crH8bMv+GpK5cjhnujQb979isOR5NfnYA9Y9dttEBoKCeYWWf+xMmbg3qyi28FxX4vpS0Txok8951Oxwl21JjZpcNykRS5elz5jeghjb+OgVpKILvcDx/xr6YTN+tul3R7OqxrPuD3i9afaeG5p9GJzdIgdLh1u9YHU3ZtIHuqzOfJoJLT7yCQ2+wLqEOouHb9YzCzlYuPSzkJurPWurMfNy90ztV3tePhfWlwiRbdY8fWo2e8ZOiaIm8+3ZWAu4p+4gY0ldtmUbj68P2+VjX+m7CKMscOIQ1bNvuT+x2cPnZSo0c5c6vkLqO9vKn9xiDCQUpZxg+AfWWiyasK+w+lj2zAnJ5Cgy7/RnpJYO4aNesL1Yyvv6uRi3zr4Lbq3rY0d+8Ame913GPiHuHaPQDC9RyY7IJLYt+wnlPLSadyZ0YVc9EdOXJmS15N1pq/qjozL0mScbf7DWIzSIKi/IbH2FvoBv1+q/MOhSaNDgWyd/aJMSu2DkoDWTz0rLHnoL1izXaAHX1CmobdlO6AHbpbMt5YBWXOVAlSnkWmdx9zlBp2sjRKkrCD/HP5g7oZ84j198uAii64x38ClrYlN0LWPNpiy/gW71N8jnEuxJS5gXhIqMqVnWpPkJmqyF+IfPmEMXohdzkTlnGdQ5tdSRuYLalm2l2ZZbOKkxoDNsMhATa67P0KDLCs7XA9ukdEXdio89+WzLtsI/w971vc1xGXoB9l3ubdo6spjzwX1q0axL+ICqFRpknUKD8AutWVnTM1prtXeKUldvTZ2+0M760TVJluq/hO3IF+CfMQcNn4Y9/Efv5LF6a8qXFokZzGuBzbAB7khz/Jzbjs6XVj18qDt93vhRulX/GeMZ2QMiz4Kl8ksNtmW/Qqdm+APLl3pty7EtCt+Yk946Y2o1X9lvz+j4YKV6FyIvn+gXv2jtV66JJYfWmNjHGZZt2VfoTUttjp5ciR97fHKcEf3YxpouJSbr3vY+wleatU47rZw7X+sHH13Vm754x1CBFeXD2jgh+b6asI17y+c9P/78KrffnapeBvT4IYV7zhv5q/4u+qfO7GSXMgdX9BedbdlXjMwJOe2rHtX01dTH7xnxOYPXPfGq/S3Kh3vBLz4Y/+JD8d+fn/oFnw/Cd2pZ2Eh8x/kZ+RJi6bbs1n1vN/zXuoY+o9+aFlq33sEkyRhFC11AfDnWXNtzfs4OiSu5bE0mcflD8WYf5zwhWZ9DYFPGDCuGrb8zN3xZ8wv6Cf6Gjz1fHKy5WjLTRpomtbXDTK5A+tTQmtNPIbPv73TyCf2142+ugb/Z+79OiFzID5/ow8cemtgJ8lUu0YdUa0NRRRlE6C86Cw3ubI47+jvrP7Fq24jfqJlkzUU36qZcLld0MJnTjNO2bKMxtBUQ5hGHyVXcjBkHLxleXPLRiWamrEu7PuF2UyN/c2lFBLLE1BYvah98sAzC46pAVW9qPUO0yMJnA+OEyNEbnSR+VE2O+a9cmP6og05r30C1Nzv+Lrust63zDEuc/XAI9zwfG+seTP3GvGwKn6EUTXYCbcunGkb0O+L3DrZ3D8le/IyMv/YWPoi4aHjbNcbeujrjCdaY7GmLvPSi2asfZpLFTL4FzHVEVrk15Cfw7NaClq2c8Z3H6qLyTNV+nn72pFHalv1A6g1sx1zI/IeJPrBd4w6/xmb7yBO9/ZDtyUev3zTbh4f9np8OrFP2I8h+lCNPzHcyvBK+gMiM1/ndyfZRv/0Tvn3rv/qwvdjyzxw0dK+Q4tkkxdbxubXGO5FVOqE/MHZd7hFfA/fLQcqSQ9fesF1raT9obGdoNXzUqSZo3HUCdAMImHofMKqJgV+WZ6VZ1J72Jb+jw++0Vx0zcFGc5fM43vHZ21vul1yLSXL2eSdHt3D2vfLco5bTE2WHlib+3MiKf3eyfcxf7PEPql7uidGFjy687VrHuh65FyFWPCcF6Te+RSVlnRrrGEqggna7yb0Xhq20xpouJLdt0jmmnyEd5mYdb8IiFsLvEPvjW5ia0i+B+Ywu3gkKrFm9d0OTPt3UGJHP9NAzb9t908aD/g4+f90Vut3ZMZtksbd5/usZg0Kxlx6e7aIHEjuR9QhW3+HzLnSnz2CDLluoqFO08EMbZQLe27fxCb9+hr8zVGT04l6nXEjB8i+eiSFiLJB3PIOxL928DxKDz8ETyxWNyEAZ3Mb73B0M4oSs9A9Mv5OffmXbYwd+V1ARfYwnKDmIYehvD9uyr8getKeuglzn357S97OT7Ut++dlDShwzRJWM4XRmhah+vEX5k4stojNEf0If2JY9Uf773GSvLNz5rFH7hbnf2Ou4KPIn77kF9tEnuLNv79gPHLKUv4zIFq/33Y39jDvvr9LGst0ZLq4ilHGgo5BPDL/oN0gfv3h//JXPPeBv9sHnjr/Rf+K3QVNXQLo6MmdhQhdSf5AapTluG8q1ZnFdQ2WuO/3n2up7KH/E+QTDg7WO8Vj+LLqcSWE+zrroM1kD29KHZh7uzMVBtzvzfS9szOf9hE/m685kbQVl1D8bcDo642dR/z2v1PKn2RPzx8hkg9qhTFotAguT+92XyAbDp0EDQ02xyz8LOPPgFAO2PzuIu24nwp91G71Gh+kPjszPH7j/513XHJPZnpOTmhZQy556e9LovkO5/cy10pz7agQ3bgy58YdPmmWv9axLKNqEstr4G39p141WV7rRPdBV+RpffNZLBXIouXh2Kdi4M16QpczdXORd/JKjO6AfN9uyf4jstxownS/aJAeG2uSSZH3bbMu+InNhPutbYgAAEABJREFUP3SRV5I110sOjS43MNuK74I9c8iS7bdYa2hb4Xtr6q1N3k09kNVPyM24Mex3yFQ0fIPwQaYq13iB/ZybsJ5axhBEbVutWWwUzQ+No2hrQi/17sLZNnnhd4JU4yDdpMjpI/0HiP/WYfuIT94ginbSR36H5btsljNcwFiHZObpAe5dXATeka/qXngmOXqmSCSZIMfBY0dZh01fxT1Oza3mKLXbD7s9+VWvPeVH5ORif0Ys0dmW/UD6mEifkqnN1Jr6u6Vg/u3/oY4taDxwGuO/QHfmKdhUdiWWGPq6Wao80VUOqfGi7rZJoYWhuW9G7adm4bNDoSZH0/rA31tTbw0fH+gN+Rn0n3GfoWqjzqajM1rJ9AdtLCBkr0vKXh+84L9DboypP/4Vl1iE8IanDPK40BA4VD9Mta7eWvGRb8ixN1lBh3aJH6FUfxGjl2zlR66g49V3XWjp6LDvON9/wttWa9Zq9uKHwsYn9slPr8itibgGrMZiBuams8YcuiD2x8RQumqcAtGyDpDLYfkiR4hftI1CeqNfhLk3N7XsIWTKKJ4y1AnK3sxee8bSh8Yvta1aSa2sa2skJK8C9nb633ghta0WtCY7Pipq+0plVSzn58O27Ct6a+roGs5nHLrYgLEvVB3oQiFYrsfUx1vKOvbeGVsvPvIZpv8p+6gt2WyXf2JtK8126aZ/e8uvfKHd+BCjvSVLnj2h4sQh20/AmfuOQMPWmjXR1NvvkX2/0GUFjXfjuTem3N3qOuutHTkbfVk0+u2tlT263vmiB3/UMrQ1dg8CR0qU0dmWbUmWdzm8Vqt3IIQKgv7gMD6W2Up87KL+wQek6rByjNJHjj4IH5iYwSfYQUx9EIMXsaWDXzTbu9aCVIsmPs/g7PkgPGXIJutCc/Ud+xnxW7BdMUv+jjI6uuXMuFa+r/0p9mujxEAaa7dgW+G1N3vW1RiDPXn7QXe3g6x6Fo0hvD1jkjvIXhc5GXSmVVnuBZnpAon9HTK61rvcm2SCyGmQXPkQHlr9RKe6C2oUzZ3Q2nDYBv2Vjvgc5LGbWrui008Q/aLhbYKkt/5N1u/QGx7ksPGFXzlNrD11tiVJgtpN1f+tH9TwrU/ZjNXkyZy06PnitfWu1idclM8o/SaU5Gxy67DIbor99vGhhj1642/yyU0Sc2bLOx86hNybWuXoiq/d5B2yCWuSXHOf+ebyEpfWPv+up17yyF0iT3h2OHrOZn0A4RJjO9Ct8NPXlfvMp59POgkV62w+swXiC6vQpsb2n5i8JTqxQyUtKsH6S4hmTzvs7hdOk5cm3X1sfGU15jTozO+CbaXZlu2wRe1XPsaobZfPlCdvL8rI9n5sV5+2dW72lHO2zGSLeVFRbjTQIRZKg0Xb+JIw+PXrl/Jf/4Ye4Mu83P/ufGl1xzfXffCJPrrYTP6M2TYd/OywH77JlzxB5WE/hAZrDvPP+gb5y66hgW3ZE6tXdlbpDnm/ny75K2r7MNkPPrUF0lDqO5x2xnb1Fx978qnbfuX3kH+b2K4ctqtv+5XGwZ768IHtkLewXbliNCc7Zyln1/nBc3XVXop+8aEBj55pY3s986IlxuZ8wnm+7KvNttob9PbQd+xnNElX8N596ODxJ7xGNelJZyk6Li/ZBuMJOuTGAOPX6ewZsVmbggc/yD2UvWQn9xUY6rCvenvKZfziZPsLi6gBYLct+wH9m82euZLGnrztt/cj/aDlGlrIR+Hwz2FLF/odEhf7oosX94PovsJcHayMg8mSLKl4SfBmcwR5D2Ex1XgW9w+eu9DIdz4r3fmcNIgpSNros7Dzq4/ock/NfSXI/TTIvTWyW5PtQuqPLpQ0pQtdcvE5gamjFw5x3xrmHMQWOaAmxG+PIePJO9UgPvf+gO86GZAKPIfrgQ8dPEPOWPp8H1dzTg6L8QCSavAA34i7E3cBz5nUf4aolSMEjMKWeOqZdOiZ3rHfk598W/xYl+REzVUpcgAtbNrKvinrN/0GuoEfwE+sg8xcyOhFDjOMhYbOohs8RzxekXvFDhMp+ltZwpcuejDKljxSPpcLnX7QBpP0e2x69jmnttkoKOxJYanhwUc+YyBMrBFkvs4QczUuOPYjacPTgUJfIOJIXmvG2DbwXPtFppZ5kFgPEKaZQ6p9gXBQ9vMn++Sz6Dj+S9DYo5t00y/26Wf5bfoMH7C35h7b6sfWOxtgI/cWmu5zr2AeMy5eTxkNc8Ee2OBGULzCASj+ArzSKjFBfM+oODEp7EXvkNKZql3mA7eMPUhI1ZXaqsahJQ90icv8nkG4UsM/BhUNPf6kzPSzgLmOJYfiLlHfwoBPnbGd8aw76ibBY76EJPbexJ2JIB37X2rV8xenc0dfuJT67Be+lP8HTunrHb7q+p3vj3VM4U99a2bPRTDhhB8aw2VBg+jtaETYUBZ04dzf0oWe9Ysn5dvD6eCtRbJnv9pbcoUN/R0oVtfoRH4N27K/wcmW6Uqm1BBqO+TAWW9fbYfTv8HYrlqfU9hTb5vFyjEEJ9vyk7P9rInD0oUGz7r5gda2Gi89gW3ZyG5FkSRZqxn+ikZhLhAm7qPwG16j+I6iYci+gKg1o7fCXyDJejQjdWBb7Ux3HrVgRTq5wf4Q6d+WQltvRU2SyEsf2bZsK8128SMCsKfcWiu9PWXbii6wrzp7ykzO4dPQxTewp33x+qIZ/QvYwPmxrMCdNi9/weVLZ1kdRFcID3gWXj84ika+XMbpB+k4KFFnKC9MoPoloBHQQk9w2TeJl/NgybUf8HtQifADwibqSH+5/ha0t4Yh/rv4Qs7+tmVPxDG2UHvqbKgcVcH2sUa2ZQOtNpBVaJ4Us6peHnkGnUlla2j+MLWxR0fB+YERewviA8w4kycIvzDzkRZ7nZmLM33mbVPT90jMGdlrC50vCxcfenwB1Jt6t3oDXeq96QP5hvwB8iPXh6UPSTfQGdtHH/oLdN/5wfBX4QbP5zV93IY+2IDNn2oC6Emnzlx0xhrcoDe58jXG3QsbPzwKDHX6uTHBVRfj7q0Jou5Qw79DbE0Nx9as1rp6a/VDy61PvjfsZ1gvuRqxtisPhDwqTN5SDsbiJ7SG6aJTxYk9Mdd6sN15heJ6WXJyLjSYBduyTXwrak/ZnlQ025znkTXqMvPedXMDgg8Fzaq5RN8LVsN3QpMnl9FZUjMngKr4FgZVDhsDTK6vxoDth2xbRteZ69hwk22FD2wrzfahh43qBbYrzp60tRmjvdlTjv7GFwRB702djRZdUHzWg/1qIH5QD71iSObY89mWPaG9ZaxhQ1tLH51+etUXOYjdJg7GoME/ozdi0fcn2FZ8l75J7HMfOMvxs02N7dK/Hd0D2ltqPsN++NiTb62rt0bOKduuaHvSCJYl5IbfM9ys6GzjMqHvGn7vzPb7WL9xtq3ee0G0NcY7HxwRq57Q6G0fddnhG6bQhTmXdmivnOG5JQkPmU9pZ+ClF7SutsNuMpCIhj7rjS65g41neWh8g9hCU3egvZ35XcUddCh7uTepswYBREEvndTwqn0F189gTB3cqDn/FOZHv3HPaAc6NfbWyJ8cYABNpN4A8ekw8g78RX4lQ/hFi9dsZZdsHxAtY11A5J6Z++YrYnuHxL7T27OfBs09sjfXNdYkZmbC1FdA5wV0PM54xqn8vOujg61bOS7FrpPtOaZd0blB35jPPIduvamDW3TQ3ppu2ctQe8Y1+I4u9IzoLPGM1F6PZ03so6xnV2Srb9gZH+kUNPh36K0pdfUW2tWWX7dabzI0HaTf3pp6dDY5rf5xKzTuvySRYveN94QP9XGjvg6aPvyhG3J0N930V2Q33h9u+mhdXZapP/MZyjdJh9z5xuYAnp1ivEDsLTX0m0TfgzwyO95m6+1AN6Tc/TWKb/AW3ZVscrT2IUM54Wn2m7DBXg5fpCVEe0az1ailt6beJux46NtmWxULtae/bdlWWs62S7YnXf2E2q5+7dha8ed8dvSvSGzQe5elqsG2bFcOe+ehK193U9CUP/hpwkNoJt9Kh0ycJbWdGr63VnNz1jX0sQWwLADXO4uUL7I3vkQ7aPg3GLxTxa9i1wmasQW2ZRuNlLNt2ROxX9Cpj/nInAT5QTT0Ba2rMZbAzr4ZfFl5L3zmv9Dgh9xPkGdS6PrhN3y+p4l+cCMNRAvNGILwqKrGlX/Rsy0+kYPJc2YdOB8Ho4R3wQ6F5dgyv8zlikV1HCe3Q/cTxp757Qe1XeOwrzT5bNccam/21cc+yYJnbGufISl8ITZytKKxIHDYVx5VHa7zPDkx8QOwsi1x6CftqEcVkrCvoFNLF+JOpLrT3LFww77wG/ehu7btExrEfpf5LGEG7J2qctwr3qUf+AQbVCA8VO+bbXweyB4LbNe62A9b9smC/gvN+/vAfyH1NeVAPMB9Zr8G19ieKd7HcbZtX1w78VkB4c9IzAOsXu5b9J8v2VdJ4YNP8n+F/CASf1nsGsZAhzlHl9ggPGr2z2AfbVekT/KXH/y5xjOfWnOfCg2WLXxAcgoYkFH3veiesWIOSr+L3+oeRCw18DuRChTN7mVnO3/VW/nXLjbz3P4Cgz26EbP+4mHR9LFA7kd/W81DyZk55p/qtYUCBqLMqekriBAahCeVUnP4B0TL/R9SOcnI5MdvIyBIf9uy7WsW/Z3vzAr0ve24F+XaL7oxJ5vKRvohw1uD+obaQTf00Qn9ht9Gv3cQyhRroBv0i1s4jcwN9tT1FXCUnaBwuvCi2dO2EzTXw572s/arvp71ouLSQVd8xqCkbBk/WvLXmJAFwp+xEXvPHEK3UMY76cYcjiegY062Hel78aG53kJJoSue80ikKPCbpp6xUeB9G/pko39ifMYd3Tt88rn2kx9G79ADdFT8TuNzD7/AmDP+OwV/oqv/Dyq68PkvS//m+5CNubmjW/hqfgZ+x/wz9ecjtrO8eLMXs1yRE/sC5mIUxJwObQOweTd0E+IegI6+UcNHFtIDSgdBOvkDZH2veARH/5DYaxROaY93DWRHAa6+1LXrol945MJOrQzvZQyl220ZE13gYz4/vUn4LrG+aPE9m57ls+3/FJ8a3uHf6f9dvne6eRGP2nDL/q5f27K9m7IcO/sbkpzvXKJ/B1b5nfuhs1112BaM/q9o2ZMbcwKt+mFtU56P8jLWzHU0tstmf0+P4N8wtrVeUtNPkL5CRbO926W6alOkYYFOzfZR10n9G/YRYz/4BNlTTm2Rg1VT+Gdk+uwZc7Y1HmaRzanAiUMLjZj4BL2ZD9MgOjw6yIegnjWRuIEITehQExTp8IE3ePHdc9muGNNHC2+ptabioZ0Pya03+gehfFnUb5Nv8LPzFPJAa+TEN3HxiezoQKhtpdkPOnhARUeW47qNHIxMYpg3OKvMOJdse7FHvuyfpbQt+4HS0zkaGeGC6AujtlobqmEX5Ropuut6RZPgdNg+pIzFnrI9aXTlwDhLs1Ne/VgHkXFMoBgJGEUAABAASURBVFfmiQd9bJn+M/LhsLfGFzcm7oHkDBr9HcAvvG3Z1tuG2nbZbaslBtgPnW2lNVmBbdkT8e+t6WhW7aPWevlE76HibctSocHwSIYfF2TMjVcEMwehLRMfOUmgApmD0IHPVxDNrk5kQ3fZnjxi6U0hjfoXemtVf+9dC7fWlS+aG7G9teJ7i198QtHhf+vw4Ba+rp+uxuI1ascdXirKmBof/Bv3sy500PBzPu4yH5duzbo1gUUlUis/ujbG3dgn5sUvcn6QvdHH+vG1MUfhJxX5hlZrMI0igk6dC6m5t0YfE40o27InCDt42xEPeReK5DSoLVSLlvB6mmkGeWIbnCYG43vgTpoHxNgG4w5UfswXY8+eWGAY5Hy8G+SeMPMNhaej48hIgkYxDzSF727q6EMzH12e94RQ9I116wQHt2Z8pY/eCksX/Q2duIeIa9rMyQHpmG/D50idtmU74gWNgdkum21F7q3T34190um/HWjyhWeKxJbTRe+mBmJr5OvhiWNYCixFukDUr72NnT/T8At2Mkxn+8FPjWT7W7TdLlpyPq8d6nlk20zuekafuJG5x2KbM0Oj7tJDo7BddVz5wVBJECWwzflx2K4Yo7I9+TPVVZe1sq8620TP48HN+qZWsv0l9KbZlnJAbcu20jLe0CC8WevUdIZt2f8eVv70ET6wHzmjf4b9sNuTf64re+GsW7w9/e1J49e5r9mRxXik1qze2evtAcvKtXCBsQd8iuugBeRpOzq0ExdUHPKkjfxdjfx2k2QJGN627Im6ptA1UHZxx2eL1TakLwWa6585gq09GN6eOWxH/WOkpsB+xNmTtydNss699Ib40cx9Q8pz5YPxnOVOrfmvTgrw4rpq5Mg8dWoPGmPK/cRSzW944Rv9AcYf/kZsb0OdG9MN+tGkj2bkh+7GWuaHmyDjEM227InobPPjZFdvve6DH9CPNu+JDVuTydnUyRX/M97pDntimxXZtmyAzHnykUHWZ6G+yNm/3IkuX8yE5ouZ/Pi1/kuO+hKI50F90cOXRX9//tKdjZB/IuzOWmxiH1i8CYwLNiaTp+FFt+QN/0F9GzXdyZV+F0h37KWlC43edo3nMk50sU2wgFb52D6orJdm9oFt2Q/EyTmdYFJOMczEfH6LWDHnC1YjVwfZL2dE1yW9AN8X3e7XoLbpw/TRLrCnzp520dacpAYjB+ED25XHNpanA5Xtym/75GettuY/su3yCR99EP4dYgtis2dc5O1pzZec52bs8Q8ypsDNEWtf0DmHC2UjbwvaPkduZbNd/slZwZySeyH6XAOf/GAaYK64ULZuxS7fMy37Fyd71vWF+UU9NmoEGqm50/+E1PBtMvri2avKzQztzw7y7nMc/1V/+O9gmxpcLrYPvhRvTvbVx/Ybr4fK9pHTnrztcrAnjWD78Fty6IL3ta57Ym9qu5x9EB9zmRomYBbl/IkugO8g+lyjuTZtPMCRZ89HiuOwpw8EXe56wR2epLzrS5ukxZ/p4nEte+TFn2n4P8Oq1161uRLYlv1AKX94sh9x9pVPCvuqs63M5Xke7auPftNqvTItYPFnmuf3wuBZxMWp0Ozr36Qu88WPPiKfkXvBGeu+EHrG2Wfjs12eibl3hT5jcP1V588n9LElV+47z/ljC2IPFr/8SsccRL/moPg975mv7Zb+GXMRKG4KYkv8yluUe2HR/b0gfPVHQOhbMA+ZgwO8a625KH9iV02HD7qDz2VEDDc7iferPFtDz6i/9M57V79ZQetifzOYbJL92ksf29iUvkNF673Vu1Ro45q2sy+5Sul/UPfAf0HkGZkUUDpyD/qMbiu68S4DiLsTd48Ev+1xG3HB2OmGz5LLnzVLbeEzL+HznrXxg2zJzPmvX5/6DPjhrWy8bw3iCvDR3e+f2vBNzMKo8TAfjPly1Hh9UZ0F28zjA2dbeNvCgQOqn7c8rgICFRqIFOcKM0+r7q8pq8LeiJ1p0AY/gZ5kiJow9IHP+rFz7D96Dt0js8/uOC9szFn4jcQTQxv26IP0+Yw7815gze7EXcB6Z23v5N1ELnBfOvg85i9Adw/wyQ+l8V1xRcnDEPEYE5GDKf1+MWawcD8wWIgLqqCGvbE8/YKEVx0kGAjjOZYKUGMlHD5H5NCfg01xch4k+B2yRvER1T5ADafYQ48uN7v6HkuqiCYVTc/FJxl4XuvIolUKnBn+Mdalq+lDO+eJGuK3Zx/Q5CfFPztWAc/RX+mf/f6/IjNnTJUK+kHL+N/hq9CBIQ+Q5wfKkmNzVoobvsDghh5aYHFZVjIkyxmo6li6Er49ZZxxsC3791gvs4n5jyMbnptdLo6AYddwF1VsYICl+x1lUD8u036MfwWtNY2csffWKqVPa5CXgwVlnb7EWpd3ND18D9tfOtgPG9NYfufao7Bn1Yu3zVgmlu8zLV/KNYzFn53n3SMS6zN1zApfJHi+dGNpbN4bUl80fMCHxwY1n1F4r1JQ68rDMDR5G3e1XjnIR3zHv1FrfkTqyDo128JVRWDrhapZDSydm1Rgs4QKPwPtzbZs79IkmQfbpbffU1my/YKqYddrb/bVb1e/xGbfp++F5bco07/YP6K2y9929RnBnrztiMKgNHvK9qTRvQPTqdRrW8ZhoZ3k3pp6A+h6a3zB2PTBF4l/3fIFY2Nlty8hXmTNi0gjcZDdW0BOv+mUtLJ9oMEH2hsWRba9ayADcNgPne3KgfrrwzpyJWdgu+IgxCXxO0i5nzP8ouGDbP5FBy/uQXQL2as2sSfozO/3INuyJ1rr6sxvrr/MbrfVW695v0GbXNdpJ3nkCdbi1tWJqy+MTzSxvRHTmnoLJn8L303exAkavYUaP4sUIHb4JuFaNlIJEdlq1BxevLQG5sa1EH2AC34D/5kjeW7NyEavHWZUmrBmPxTSQMYU2npH32T7S/TWyyf+9vQL/wzb5WdPHxtKTTb0DURbX8AnV++t4ltrUl1EOrW5f/wmX/ztax8JtK1lC13Qm9bwVT2f9n4s5gOwl+ragjZ0+XGW6tRk9SbdmPjQBZPjGcoe3j6lXLe7XdAaJnnFtSxoo4Pse8NfIfWsU9UoXAe9Qzk3dAtGFUTu6LMXg/AtNvpJ/R2nBaMLog8NGvagamDvVX34FWVPjh3Zm6SdR/zCQXOPFnSKIwSMWtIs6xnxG/VhmY9X0Ni6G/v4gcY4o1/Q/p6Tfs6gE9k+sGTJ+qolftnO/NJ9RVujqr2vr3y+0m/MH0tc5uTJ2ub+Er5sWMJHH2o/6o8c/RnRPcO27FeQ+jgy3vMH5PQdHA4nxnZJtitvhPRpW6GBmZPQP4U9c9qPXMlhP/T25DPuZdPe7GmzHzQ+F7gpsv3wsV/55LfZ+ezfzE+wd3MhRrJdc2Eb6WeH7SPGnvy7yNXvovEJn/UZ7P/emj5uH7KkZsZGrgZsyzba0zFUOtvf0szPC97EiGab8+thu+5Vti99pbaX3IwhOu0tPpn/6M6IOWM/I/MQRBf7C/zQxCeIf/b744vcTdHFxiSKgsVruOqLAuL/5p79yZdHG/e+T/j8iPr3ff5Trf/z62/9go+OO5c2LuiNPRPcofmS6JP7/Z34AjnuIP6J/Z+/E//JF6B3Rb/AK76ewQ1food8lgoNNuq58+NuaGRppHz8rodt9FdcPR5S5uEMY0qfpCCHCqr26Ms2ejN9E/aU7SfasLPe9qRZZ/vhc17vxdsPu/3gtbdVa0TbIVWL7aJR2A4p2C69vVP50IeZktDO6z/PJqY1U1u6srO2Rupcc711nlNWnrEFntF/3XhnbK30nX6axHOP+UpcZGwZX8f3jLwHRY6tkVt7Gzu1Z00Zc1QPGumK2FauWLLHg8FgbKoH1Q+12I4LltWTZO86ak6uC/DUD1piXtxmWqaVSsgd+66qPhcf/VdI3oWvfJY+fu/4pVs0c2H/pPcVIeptwAXRbHN+f0xL5nfgH5/BaSLXV22wzKvXvAz8vEPQVxwxiStIXVanjknb5JGbsEE71CA+djiEPfY138C4sMEHS0b8g8Neff1B0A9d7Udu27J9ibRdOvs3VNiJ9AJDZTm4dqUG37AXDX+C8f+PHPv1cM6VazZY+9h+9Bbdd0hccPE51prVpr/Yzv294+PzjI3nWHIHz7ZnOT4H9j7zDA6W/jlmycv+SqmfhzSPVg1oEH6hZLZryYvyPdpW2FTP4/vGD008e/mRqPJTW1Hezc80dQZLt/g7fvmhqkAffHQhry4YPMi3HalpQrxziLoDNhJrkmW1Wdtm2VdI5tnK7qtnggkC6NBybpKabBcIl8kn3hU23j3ybrCNTw148cXiBt1KrrcV1eZem5y4kbiAsdV40YVmrNsgZtePbWARjX45K9JAF+AzwJZ55YfRwcS8AHt8RvIAAZNngYI18EnfG/GZ80DkF2PFFeIX5D4eOM+1OL2BfY57ONhT/9BI1p+1LJE5BZLlEx95sBfOiE5qCpaeYTNMVpGtMcDG/mZ6MkU7hjYUQeyD08K2bceezh6PvGEPnWs4WN2hO7qJreSN9TvjjvwMytBggw3maZgVP4MRCL2ig0+flE4WhB8dBCZ4h5k36ap7yHxTQTHjO1DgeAZzNnacC7PTj07tXHlswcl8sNEvNNk+IfLCWf/gk2bQ1ULkn2Kt96LnuENHYpO/YWwyu4y+oXU+1yqh1aUNJij7ITT55noieV93vEmNF3Lx2OgvviM7amxqG2nHC1ZAKNmwq6D/61oNhkH9twtbs9Do6Hcw9VxATOK5Y9Qshi+sBcaecUBkxxJuwp5yyEJW5UB2z1tsUv06Naar/jttVvdfyp0B76kzP4ykpPBhQhci/w5/Umtuxslnu9akHlg7H32BgrCW3YYDpd9PNrqdfyUEny7NuUiDLRI9EnsoY0tc6Bmrtth+BzJWfctvZtfUnfqwqXVHxhrYD51tpZ3riLxgWw3Y0097u0pTuXSLrjjLasCSsqUzPQfdt3Nk89BYaEQsLN2i3OPIQ7Ya9E7hnT54eE1qpfEuUl+IZdwLtrV4/WGzfcSuD/mmX52ajWbHSf1gsT2E/wxnuxLZk5bwm5M9fe1Jl7t9ldm1ZbIt28XnZPsiR/cM28+qi9yQ4sIrlxqunRMHH56FzKKy2AOo7nl3mZfoAewhXkUKih3kv27plhKffLlXi2th5pesa7OfNbEP2SaHd8ou3OX2OypihtSggSVVDLLhHUoOw5ceHpUmITAXRsDYolP4gAAzPoGMO7bkDzq5LKs+HEM7xvyFhObGHLb6cqzD1xdkrSN3degEPg3wZViDvkMvX3ygK2fyvaClr+Sfvp2cz3iXv3Rq/BHVX9EsxuCyrbUumjVlumIPzBydcetNZ3Tk3trMb4kpUiNwgr5RtB22sRt7U5eVH3Uzn0G31LE3CQv77+BFjY6SOCtr1FqDb/CRzxjocLWwW25Say7YmjZkAyEXpEVkRymt/NpbZNtlz73crRXqrBasAAAQAElEQVS/9KENe2wJsa3OGtUXn7de+WwXLd893p457Qftram3HckBkhsX6bQWvZHXUrMK3WL+xg6psZ+Dzn7/wGi7arZ91GE/dPbkcdK7hhmTD5MNn72CBo7zoLyJyDGv2sJTBvcXyfxpgRkjaGDZ8mE6H4rzrA4ynwtr3kJtK60+OMMsH1huSePAkkP/Haz855p+ms+2bF/cbZfOftC6xzB9Z9plnRGbJXXmLOsfep4/Y2OL7OuAwPpMObzIph+1jPfsaFs2UCBlDQLbsl9xtoVPLtshF//YbMuNHWHoGyTIdkghtT3D9iWv7fK1XbXaD9n2xVfvGh+mjf7GNVb/PDC05lrmj/Z9LDUJfkxIrIsPtL0f8YHRQHxjFxo0FmVh3lulrOMF9HSR3crH6IPkbztf10/4oZx1yz1DNNbfkKD8qam39ri/PPPY49fb9EmeG3xob63yRu5tt++0t6bWfAGptBBbeKUe0BGOPPCHDN+A3rSsefZL7qm2+aKIj/Hkiv6MXKNfIfeL2M7+i49+YelCoxusX2ji8+XTJ+9In/lCCv0n60olurMId+65fHfDeUygG6mV8cRnw/8eYI1vEN3GOO7siSD5fuW/rMBvZOG6sZAPn/iNknKJw6EbT8CsQW1C74KUNLVXsj9A8WhDFyiVfYwv9oOndtuyfwN932yzN+ip6Qe5rDRC8A032PcnHaqyQZmFOtvLbmI8+0JnW2m2ycEelWuMDbqQsS6+u3H9TkS3bEsfOcgch1qqfJEz3636MdkXsC8d1EYP4ida9vNC55pdiM42Hqp9nr1nW7ZL97zmkWOwffjYjqpQdvZC6Bkxrr8wEH36TQ2pL31GF5+A3cYQ2RwckX8Hy29d7Ff9uZ8EeY9NV7ajOvDsexhgUnOwfGzLNpafHOntJ37PPszM27klX/TcHwY/GLCQ7BV84Rsp3oHVFk7KX5RTNhWfy4qvzUY+ZAXcP8SPHvExwwv0w5Z+CSlv23JxKmovCfnEK/1Rj1MHVF9C/1c1m/EwbbNcGA42MeUPZSgLea8KOrOwEPkdjnvq0MwhETUhGj1yfn9kX75D9uz7iKk9x0zN6UwdNaZdFd+dLRJzMf/glH+d4ruw9LXwzm/ZJq1pr1K5LIpuvGflURUMHnaDh+cDrxnt6+wm70bwGdGtyEH+yMHyKX4M5Vl6J/bO9Rm6jTyhR22V8EHF45OY5LQt22Gpfyg5Ywt9xtKPPX6jz3y+iV57XYamw+zD8uMHwY37Q+GTepD5RUvx45VDlFoIPy5zRU3MH11hHxrbnGuhk7AB76gvM9Lhgtgh4UXbaYZYaEQZfR3kzRhIPgJqz5gHNQYZ0wFSCt8CfqED+gBjW3L8Kv/3J9uqZ1Nrsn2gnXlsvTc1qO2i4Z/h3W7pyKM3zTb2NwZUdmyGexy28f8JOn4Zx4Rk6YTBnCyIhsgUzvlHPPiaf4zTN2s+uFMHC+hIzWyXPu+XQf4CX2jAVlFo3ksPP9Y3+3VhUNug42egenuseqaRAojXDsqlft5pT3tTavoZjN/PkFpx/vExa55RqwcKrfjIZ37KmAZ1F0qD4t2RsUb/7PMsx+ffxxrHoueMSxda48licP2zbWVTD4fO2IMzK6Pslu3Slq64eRqoCxHZPyrglT4Km1y6jU3JjgtP31y/RCYpwB0VdjFpZ8RW4GOzH1DreoDF4MKWoRTxGGQ6POPRS3qaIOAfHrYrMv39FAmwLfs9Yv9PwN7zk8w7xGIs3uELkvMHf+0tY9nZIjYeJ5TyJyceKq6X1p84/7mP7T8Kyrh+grdJmavELptt2V7iC7VddvtKXxy/UKwbvD3jOx8S8zCzuT72Wkae+sR7BxeUFl8U3+iCkne/73hcRJjOPtF9da2c52T6nc5cbnYy7bq97l0qknjUbM1xQRn3kz1zTF+S7vp/SpLOtuxXZI4D+9VGgPyHnZqIZ4i7ZXQNW9aGgWtsnwfEW555bAeNa2jB8BdokEEXiEbpnDX1CDWeZq1mP/jo7CnbUPrgbq1nDOp51s09MTQp5DdH1s+mD/xsy55APHjbEQ85gj11i7df5YcmXqp4nVr6PokvrO2Ksd9Qni01h9hWoD39ou9yfXmU9USr9DV4yd3yQs/DrmQ2+aI4MJWjkLlz1hF7UXiecrwWDXKqUD+WsX6hfCdYusEe2dgzhfrbj3eJNRr0J3IEjRpbswLbyt4RzTbn/RiS+SNac1PD1qG9dfim0Mg2XqDju2BbNX43fLG3hv8DDXvH35Ia8I6GrmyxFxpjsqJrOLXSuXSd3EH9UJg46n334Vx7sy37Z2i7X8bwO/Te1BhfYv4E9ptaqHWw3mdkT2TNFozPA0O1N1CQjnnSgej55Id9Qzd03js3S+vH+/yTx/ni3eybxJSfxZgGsYmDp89WsGyTC8p+qn3DfcESevxx4pg8+oNn35WPpMyR7aKL760pX+JnHm0Tb/rf5xVb9K330ttWmu2SY1vyova02W/oENfXDq7F856hB+bF85+mltXegGGV/ta6Pm43dTflQ270L5DIcIVotmVfIVmr2Q9+6c70vD8O/uyw87Ht7IW81MmciH0XjLw7wA/mJoiO5VP4le9Mwyf83EHpkgNEH3lLXoTwz7At+4pnn8i2ySCFD5O13+gjsu3KEf2CPXX21zQ5bHb+nofkFd5bU9lK2k8M1GGh6bPmhHGNHZmnt3PLXGaPPCO+Ta79NPjS5Gw/25ZP9lr0QXShPwL9N/o55198+g2Sp3LiFz5jyVyEL0R/BnMw9VKeD70xX9iTIzB80JjbwI60IMU7+sQGjj8+iRUttHToY8/11ls7niM3+IWsU2+t1qu3dvj01rR8nmlv+NFffwb6+HZjh4+98uN30J23aOybzFOLbkdvMza63pryY2nuFa13tWa13S/xyRm5tzb10OgL+IXGri+abdl+b01tuyX7dWffkmUP/RJE2q7+7AdFzRSMQq7zM/IDaeRFV+7EnLH0n7wbHV++7vVnjmyuUQJsM4dNabYljvrClriV40xzf9h4VqWGQDSbXOSOX+pKf/myixHMbc+ZV3G9gBhxrWffi2tqgN5b7besEaXk5pSSCnT17RH/oOGd+KCbfE9AVNC6FfQbPiB8gQd6UWOnuONzAe994SmRGnUBM0CtGz0P5Tken+hajx95mtiPwmal2ZOGP8N+6DOfZ9t3vG11rgf7Ea+n1lpXy/WAj/3ws1112a6I9GtP3n6l9tSVM6f4LyBejuijKLoxRVnzKE6wmSn0G4jfwsnlhV0+odmvay/GMbrspdDIC7aPcdpXfvkseo61vdR1TZ5thwHG9iM/cvwKRtiPyzXAeHd1kfgW8+b0anskjW3hGjq08YtGwMxjGkDUOBEdJU9ZNOoZXI/JhfTbw00VqzSuE3vVNPuJ+oLDftH+SLBXbtHngxfNnrI9Kar/44dtmV5/B6asfh86vyefebMGgbgXhjKtCs/G0wH6yWFbtsMeyNqdcRjeMPaMPfuHL1eWMPw7lP0fnobyJ0OBMtbn/N+lje+y27P2Jf8nqNX1QINvqj/uxRvJcAeowUYK2k7htbfUG+S+FoRnWpkBsaT7+PGNjuXm6TLeg+ftIMr0IfI/KDWic+7p3NtJJZnD6IEuzbKt2kO73kbeeeX7Y2DyNTfd1NSh+YGabAq1XHvXKTbv12ewltHn/pF7cY0V3XdUv2mjNv9vnHaz7Z17TzL/zxbbsifOz0X7oYs+sKfOnrRBo3+HznM4+tWfvcewTq135bN58PHxod6ZZ3QdNOy2tahtVWMeiz6dam7R2a5xwEIFHrKemu0nzW/EuAe4VX/UsmjW+Rn5y07PyDth/FZc7Xf2c34MDf/AqOsiaxXQJdt1FGzXuKILkCA+QFnlh2I/Hjaxl3+PvIOY2HdAzTH7yCU0azrGg+GZx/3L4zFecuEV+V2vX+kYKIFDy06Kx0EthwC/6sp8Lv5rmrSjwq8+U3/Vvc5BBX57Su6hPNfIyDEAL4XsBZip5163+PixKoxzlG3yEltBuTdQgYKNu2aB2Dvfu4Ufuy50v2lJ6BaMb9th5mlio5+FU59MdPrEWDuJRFJOtinmGbH8BMYJkCMvhQh1oNEc6JAoUAzI0DMaA/kOxm6m5muIPq7Qb5pt2a9ImH3V46jAvurt72V90d5tPIZ3eNsz71LYLtb25WZqm7J+AuE3wO999YfN+AeQ/1ePNafnIt7pbNc8LL/ls+jS2z7mWnuLT1jbh802+3ootqHZbF/6mFq91elNM7r5QDYxoi+rN6uRt1nQB768JizFRnF1NGIpEn5WaVu2kbW3oTzUzqgxcTMJjT7UJmaP+E8S21WPPWnbXx6e+zAK2xdf+/cyYZeDkEuOi/EbwdguQMgXJGfkS5XMvblvKeCeJxC5N7F+Q+EnBrKU+GaopMYfy8o9gTOar4+xnOLIC2aHJldu7gsZ6+IXNXUsflL6IP7hi5zcEDtJJdtyitSj2X4IcLanHxTxwkf+Hv7SnL23kL24EF2iQvOynj0euWX/UGtzk/mTxOaUD6eQ44juEP6QaYwxsK9ZpjjIBvY5ja7WBe3kJUpU7y6ED5Yc38GeUfYPiIyrejNxEyvPpNGxc0jS+qR5Ce8NHodmKPOQ2Thw0lFmbYNxp2Y+EA36fAU2HEmnQJbOiKg/aqPCGzHmPhMadJIH+aL9GS3jeQOjsy37h/jKn1qe+7BnTpJjfX8YtbleJqRJ5/jOfONDaWMOGzRrauY5Y+0MnKXVA1Yjiw0leSN3fpRNnLIv7p9Y7/hsapWP+wib+9bFD49NNxLN/++fir9166N00xb+tnKjb+GZk7Yje2fxouX6ooTaI3WNDWmwT0pHJZTIWQXtLfF2LFORHEGk2BYi25Y9ETmwp1x+2avUZjumF1hmHtoFHd8mKXN3RrdKd6aLP/uF9+ldlQEz/o2MDJ7zd4ftL82ZtyBzNyn52P/hB19YCl6ZW8DS6oX/MvPPDfasz7ZqfpnbgzqzJtn4ABsq7bK+bbbLz5505UxQ1n7BtrLnRFs62JfDqQvfZbBn3iUndj0LorOt9Gk//OIjWvRBvqzI/g4i2z5idGqJW1jqZ9me/Zz1ix8sMCvLcsJlTVeSnRpqWw7lbFs2KFmyVNBqJIuuea7PUkcXRB907L01nhVBVyMnpYhCCpEbmQ1CMwe9xbfp+DGSHMm10JFv/aaP3rm/PGhvM663B02OM3prVUOjjoWyo++tUWcHs+9byfA7zVyKlhptyzaSitouKpptxSfo1Nlbo8922EWzp7/9oKgvR/p7xnKwZ9ySQ+O79l/4Z9gzxr7SxOSLpPin5uS6gsW+Kmostktru+QSOCUP5MvDtghQ+o1vIJpt1FZqWEB9ORKzsAwrPrLtEOVszjbnE2Jc/rfWFdR9jWsidIHVUhC5WXJ7oKHY+PFn8LzkJsx23squU7Mt2yfNg23yzC0VLRnf9gTbsq8g5KHTLWSShQAAEABJREFUskn24ifVF23Nq20tPpRB1HqsuV1zdKbhF+JXPM+IUP22zT1kP+pLXPp+hj19bB9ZbdcYo0hc6FeI/Qq+tqLOVXPibNf4Dz/ldrTXCG+b8/dHYnMfC33GOfJh20ptu8ZiTxplfEJth5T9eV4il/GL06yecWAPH2zs69Ag/B05f4kgcxFEjj6V/f35qfwz2HfeMzY2xH0H6aqe1JiYIPxC7EHk0IVB/Fn3zE85la2IVzp9GBN1x7rk8P8E9pzfxNqucdlPVI75BfZ7fRxty3bYovaVtx9yOTE3k745MyW57xTk3GJ2DCT929BP2njvlPk/4+xlU+sJy7b8l3ym39kOv9QCaj4WxRg51x/sj47V16LfBQ3ed5/9lpx9/V3sf9XG/OoAPXki33Pnmg39Fuw7ppCzVNc911XouieQrWxFsYVWf8U8TjEF03kWYfMkA9EPigjEE45br+58lg9y73D+qzP0Y+MTJ/qNuQ4ky97RkmvyotmTtydt3LDyo2it/2BEb7DRcdaR8EdehLWOsF8eP/H5MviNIfneqC8qRvGocx+nPcdrW7n/L3Tefd8hnycWYm+9X+IqHl3ZmGPtzZ79xG67Yuyps6S8m9i+1If6ODK+IArbIRecNc9me7dCbb/0kbwX7JkvOtY/77BB1j10YcmhQeL2FC8ka7DAtuQaEVvMYNHwgL072ONiL2cfh7c6Tu0KRTa6BdHgOUuhZ+jHLWNYdV7omHeni46sP5XF/C9fwq5Hcv8BEmxnfOFeUWN4yvfq9ZVmVcl4B3e+A5GDs+7BsxAkTCw3EGLynYqgQfiCBs9bEArynVZnHL2ZzwsT4TtLu5BLqTPU0CD/8kV+SKVnPiVsOwb7Cd5DtXUEBaSWiNXebMv+MzThTzypqV3ZdUg/OGzL/jnk16T2VGZBX62SPe16atFyKekrZOKfkX8S7h3iZ6ZZfCFpFvSMWlz6ThmvsOx/BlK+HJmDC3IXGao+dGrxWaLtxf4xNRvoJ0H2n/dhu+q2X+lzn7afVd/Kti+5T85v2czXGXE6y4uPPrD/LH9iFuxHbOm4SRXlZPvycNTeGlf972B799Zl7LZfZH3RfNJnzJaPe9q6+F13FzYdey83hmcYU22bJ9pSB/nJyHk/TmPfNT8m9iWT7Cnbk/440b/haNNX8G/kSKjtqt9+T+NzxZxco7R9xDY3BRYUdHe+yPzgwXJT+HeIf3CT8bEmlW7WlMnfpPmXcV7oqAcCoVhyDBWfTQAIRR5atJzRX6iEiM8IpR8Z+cE35NpPet9s/L9B9nGQ6NCFfDCxHfWBlJb+bCsvsZG/6tu27PfQN40QVsbqeg9+25pzneuLOYkc39TVrYpNXYFy/eA3+DCSOi3JzpnLFlvGKlo0US9gVe7teZFQfqCrZ9tGuru2Lf+lNR0Tl77zX5Z+tK6evUXUqiX9N+Sgk7j6mGFEno+pdLOCBn2BsVmC/AC7IzXnh0UdNP28R5fmvNGBbfqYaPDv7qtVp1wxGd8Z3e1Vv3ShO3rmrIB/+tlhz77tBxXNnjKs7Mnbky5dag2/1jV8dPb0s622w548hHwq/eItyeyPzF3TbB05P7x2pvDGZgp/w5T7wI057rz3RPdBwEdr6s2CkHfI2IOOLbh1Y1fZxDtT9lA+VGc//cWc3IhIP51nSUFNtx22ydteYFv2tIlmm/PjsF32aBqFZY7WB7LeX/M1fGzH/QW2K5f9oHGyHVK2Yr442S4f22rAtv4Tzb7msa/ycx/27+22j1rt8O1Jju6K9GNfdW4PuZ1tzcwBPzGzv7ImmffAttLsnSLknnIGlegZltW/QPZZbLW/8Ml+ixyaPOG7m+J3a53nYrvkT99NOnSGj65o+H+IxhjtZCHB6bCvupoX6o7Wtmyrn75QiT0QzZ522DrsKduvNA6Ze3valpzrI19khAbxic220o89/cOLZrv0qSnz192Yw17IPDX5mLvFm3uJWXseLHXPCd8k/CYiB+PO8+cJ4tm2EHv4Rz8iX3K4aOpp9B+f8GekztgSuxBdsPTKM5T+Yo8utuDz1y/ym3rN7XJoo8aVO34BFmF8izxPg9h7azVXyRsk9oz0HWzUsVFP1ibI38yPnPUJwkcf/gymWs8tvkH0yzf8M2zLfgMc7YcekfeEEVJ05bRdunWy/T7fro+f/eqz9NlzgdljpaPLzFl3V4+OOcpcBYLP2Htrl/ntbV7f8W9yxYXqhy1je3a1X2tOnbkmQgPbCg3s6S8arOwp21AZLQdjS/0PzH022AMZW/Z+9t2W/7qX/Rf9lPmiKeG5vn5D11gWxf2yftE/I/smuvhmvz0jtoX4BIO1qDqhNR5oru/kWkhM+NArkuGK2C++JLUtO2A1oSti4x1l2+di6kaNMf1PWRfyyJ15HOQU6xawb9g7cbaNbsq28bHSEhuYPr8DNwwu/Tv3kNlH6hskGOQqGv4dGEfyB5hrHOWPPnLy3OEL7JP8yBL92T/yGcsWXfgFpjSq2Qc5I8QWuhA5OMuLX/F6MBf28IOx5/zBPh0ZnWp+7elju2T9g2ZintHQrcOOdUlXap9szEfuMW9xCjtFiMXWu5b5+ymy589YcS95qS+2s/5ZPtvCr1rfjollWPrcexbf5HoGLvktlfDSpflFczEfQmpeOJQ787avvU42bU136lt+xdPvT/veu/ljYtPDF8gX9Nx9uCJynpcDJSPPbuxzrIR4QDSWNUMrSJZ2mOdfMEZ0Tcqq7Lrw0XM70Lb/iBRZqrewyjUo4gzRjB1yOVz5Ue3UxmsH2jrsqctzbsFG10DoU166pgbmgwLWWodWsi9Oyx76DivM9mK/pFmTL41/ZLDsV5znIOnsqw9BHFN39rWnzn6iSbIj7xdB4mzvWrHOW2FsG3O7HfkPhyfGnrHr3hKz7eMZ95zfduWU9WisX+LP7wNZmziELuQ94OwT/pP3l/sJlE39GccO9tsGBgj9CrEvxGfyEo9jwE7jOC42+FXToUuxC4wNlzJdKXsVn6uOPt7o8jxeePEf5HkGOX58sAbLN7mzFqEHUv8Jy/enlNCkLPfJz8y5a6jq3hj0xMgE79/3iO8OMRCH/5k/ZpIYfMV3QAMI3gd4J3Kw0TdUC5/S+AXyPWSAPrHgiKWG4qEt+eg7tNFvfqsrCu+lx6/88W0n3vAUfzkYyZRPc15zglw0VuZk8T+l804tmQ4Kkmxz99Z/o1EWyemB5PAKYDlsyzbcPOwHH419laP7TyLZg2wsVpnUzAiLFd5Qs0hZmGdobQBmzycI/4VszncQeV9B16djsKjldtKFtU2pqTGSau5sF9UfteQI/ijo33a2Z632lf40sXE8o5HnHex44fx01Lw+6Z5F2zWftg9T4oJD8Q2TqKoJH7OOkVk0lnyo+OjJvXjE47At+xmH+Utm1WbP2HeO9m6zqo/nh2trLr1oyRd7HvJn5L8g6K2ptweI0oGhuqnU3t0QdnCJlP5bKpFHNU9rvkLrZYInc2qy6ekPQLZ/fDT6yRwEdpP9Z33b/k3f05xxfYd42VbqWGthP+qJ/h1666xTV2vmS2bDAxm5KT+afPBlbnDD/hH0pr/AB4guP7bkR5bSYQ+fB1ZgHlbrwdZjS30W2U9gsXNvZEH1VSPkB/tikPcrSHStximA0N0otNZqrKGiI157eLnbdOeLq/gGtmU/gXD9gzbY9IN5eQbFkG1UP9nPCJAp2y7zyHWy3yvQ1JxUfUPwA0hdPmD8x35NDOJISJ5RmLIqRntjKQ45L8sbdeafPMsXNZWHXNGvPCYu/Rfo1wHpV56GvLB0z7RiLXXGOHkf63TW2ZYNJGgAH/lAdKJRAHPMIE/8puxDMwfPaHg9I3Nom5qkejmzoA/0hg20BXzbl2hcU534Vuhu5J2oH3WQP7gGFx/aZa7Fpg4t4DMp/cI39JnHmWvXvfTf6M8TDX6HaLbVdtmevKC2Ib9H+8Kv9pRms8mz9xH/wJiCZ76hD7LesMdh+6incx+yXTbbU4/UeJd6hnnvWn8pLjZtd1V++TGn8A1wsbPnxwnkRn8+ixYZ8vbIWixD+PjanHekHy+Hf0hty36PrKU9beEDM/f21Nl/QvVlP/bMU/l33p4625ICzvD25EWzXfvNtuwrtNquf4jTb8mLejFP1Hbl/qo2xz8+0Pj0xjXhwFr7cVJzvU59x564rN9PkZhn3Fo/ruf6YXfosg+76HNHrv8zlv+Znv0Xf7Z/xZvnQbDsiU1foQuxLf47mvn4zh5bfBpz/hUszbmPD+Mv/5125r5n3rju8z4ZNHTP+Oi3+gHNxC3/rO/vQNcvh22tuE6/4f/6+Avd4/NUb025z+U5eFCei3rTYn/GJY7n0bM9cp5dk8Lh8yZ1qWxGfUIpn0729Fnq5H2HZT/T+NlW5sK20mwz09TFXhoB9ZUfxt4aBhh0Nn47GhFGfRzs/7pPQutRvRve6Rq2xhdrjRyB0ifvZrVvyR9d9kT+AkV43GV7h2rtEJFj2TskR/Kkv6LIiV3I3g0ix+eZRndBOuA5pBPmO+1Gp/mS886eAXyJOM7IvqFvjDrD8rwuoKLZ0QgJ6kkbNOPO3C9ob5HXPgsfVH76mu8/qr+w15iOZ3RyxEdV23Z6Lo4XfrAOGY8qr7AzDHSz7w1ho2YIi5wf/Tb2RWq54x9ZjCsY0A3QA0nMLAJ844crsrTBoILBlv9K6nPok+f65/2z6Ea9tR+Lblrjzfi6m5LEw9QIpJrfZqljCjU1iveGsX1SkvH49w7blce+UpR/nDhz9owkeadb+tDg2WfL/DCRz/rIZ/9nPnIw/UZYpphPM8nF3EUPe+jK4Q9OTJOamCtSN+I6fNYuCP8O8fsKJsczUL056BBt6hfjeGBjLHc1CmvdCtg8eNwL4ova/GXUhcgLyXWGaJEhXx5mvDGa0wVDMhO7IO4fXAzKc7xA+f5DMACprqd9/cif+p6hf9CS4x+EfRmSsX1pxGBbjeeObdknNOvfaflLntwuKsWDMl9MHjtDorD6cW6n4QebNXRr8eAelJvOFxi51xzAn8/aYweLIyn1v4N+1DInE8kxQ8a+zrkHTM1+frjsiq+JbdkTM387ZHvqITMB+3L1CSujtS37AVR12A+d7dLlZD/4Jdu+5LAd07fIunzrsBuPepmrXVXE9tGnZP2uJU++Qwoy38HIvTcg95QzK6dMiGynbK0X5HpdOPsw+wpMTXY9xbhvsU/pIzWknyB1LESO7dSzbDKAdzobm3yYEhtEEWpb9gPRL9gnfXiqlczRdoR/wLbs13Gkn3fY6j6marlOD6A5eEuLV+4LT2DaxYw9gQT/8Kg6Kxv9kmPm3/lTLaumDd13iN+yZ2NEDj1AX3v26i3PCnHfMcj3sGc+uiD6oviY+47Wj5nck+Lfdn3jOVffpdBHY+MFA//cv8ReFrwSw7vY5LnvlW6TkwOIWIPE5r24cZ8s7Pm4fXMPHzvEO1nj8xTqx5wAABAASURBVLKBCsdyJQdIjuQLklvs9QK2yIdev2nsMwW4GeQIfQE+0cUe2CbsH0BPMSTLnBzryHx8yWeA39lj28dPWjqqXSLZ8EC/abYPD9tHnD35w/j/IpML6bvuKRVzvH6P2kRM2qLZhNk4XWbTtUJ3U0MOcNV84WKjSmhVNkvFn6m+bBuWhdSIWIu26NItOfT3WH3/3nN62Jb9MyTCnH6Hhs8zOn0Ez/qGHvc67GTWSz2ijVzY0J8cyWK78uRaCfLADTV5gvSbWsIHZz5ygc6arPha0tofRVmr0klaNC9BnS+LvkLsgWi2ZU8g1hGb7eI3bqj5m/N5UIcP1hyELtg+8thXvhJxii/k+yPzgod3ZK4uoJ7c5Gte4vsDNHIFK6ftqrXmc+ftqbOvlNDjwFRx9tXH/l4+EnzB2FbmfMF+zZd5D65zyCsC41/6s+3Mi5bctuE0x6DZ4hetbdWfE+1usi3Oii05zuit1YOxt8YXnqAD+G7pGTfy3CzuYeJHXF+w9F2ir3FCZGChsxo5Alc1OUs21FBJrVmdGtrSmUcvLwEjD3+uEyFjkpuk3Dyh4Z/R4hdb6AmJP6DvWu6ZV6SGoJG3+q6XkI0kE7mW1zqGYlDD2TZj4ids1ll7sylq5wf6INdI6BX5EDf3SPTxCcIHn1xLwZ35+Txhfp0wtHRLHtRcL1lQgUFMqDK3JV/HXHrqK0q9qfoMVMd0HtczucI3LFmihcjBks+UEGVKOqcC89ZbU28TDX31Cy0eOmXteyr0gd5MrNnTOzoU1EsnHT/TW5M+sJ9xQ+47KKPyHXl7U/bpgfSHrhk9zrfeFfToW1dvTfWDDXxoj9+OyPni+Ywu6wWMue2wtI/bRW3LvqJJsnQFPtqb7YrtLZ5Sgwbam23Z3iUdfFTnL6gGL/mBeKlf+gf1kTe5F7Q324+8u+5MjGC5tp+hE4jZk2zVyDXn7oylKX96eDjnXZVLM7qFPiZnYtnuKVmNT0HGvyyWmnWgN7RWyRYt/bJZ3SRK50QiDOEPkMBB6Y2flWb7wrddtq01L99SN+KDmcd+paLZ5vz+iMm2Vj/2w9eeeu3NNv15lyaxpzxqHlx2+2d0ZtjXDsF+EydjmUdqtC174js5Efb0s/8ZfZdj6Rad446koy77Z/2l/t/Bdq1N5/6R/79ScI6xZ19607KfLnjjY894e9L425O3z1SML4gOKiGHfyB19ZbrY6K3znXiF1h7Y8+Ez/Waefwd9qgvyYyXzJ/UEth82qKf2ERbFPZHR/wXvguIT9ktubVC+j9DtLwHnMHdAu31SK6F5Xv1+FpacfFYualGrEg9PxrKQuYIbQ9szubeN3aIi1Iy98u2IJVPI66D6PPldclu6iDPqw/utX/xY/n/89df+l87/vXxwbP0tv+z0Tf9dZv4uHX1Tmw3dKK10KbQBcpTb+1APUe5Hnp76Br8O9iW/YQm2gDzyJxlnkPP2HgXynPsGeK59oxtfPIRBoTyRdWdH/gmfqHnbatyDZ4Uj35n70z1aX9GN5C9uzmKwoyNLXUtRLvhz2+VvNsNffJFZfhgM1+vBaxc+Dv8nVyDpDzidKeTvA+GH8zRYO43QLVK/CBuuGsjbmDfZPF7aCF2ulLylY73zjuKKhtf4RtQmqphSO2FUryeYouW8nilJQBh6WB33dRH/h1s692e0B+21NPItWj4oKMLLZAzNLoz5nuvuD7MbOqCmzN7qnFlnIFooWegKp9Fz7bw0QfP/FWOxwNnm+2H4Q+4XEaJnMj5u2DLDgTNGm5i5MVz6TK+zEV0E/nsFEhTvlJ2PdfY1A1ykCpXFpst48q7ppAD7v7KutAzInHZo+xVLkqd0Ya00OWDX7q3VDOGy0gXoB/Vz94fdaWc1LaAC2OmU5izDvE/ctiW7W9z2d/bvw3+xjhHNR3OfDTMiChM1ejfpoYGSoE1E5nJeoORe+gJG98DbNxnD3A9bdyRNuid+/Bdn/rEHn7qhwb5NxBa0NRV9z88pdpnaETzwwS7m22mYiFX0254Q2zv2szoe+ReEyfbe15NKhVtzLO9bGcq2apm+XHPfOs77TaeQKdm+4i1p9223jX7vf6d73e683P77GfP/HbuANLYr0ft1yJbACXHfdN2v+v++akBH31jDkIDrTho+IpffCj5xo7UspDvVvMd6zOiX9hq/96r/4rb82QcyRl6hm3Z34MRUSJ7mlyJtad/noPrnyjOZ4jO+1N0C0sODeLb6v3spta72g3amuJvz5zJnzr/CKI2UyVgMBw+ICfjhG3ZE1PzOL/f/cn5yJ3LMdgsvcd40Y+qjexZ+DPQi/vOGUY2z6B34K1LAW9OChrx+VfC8mPoA3eeMRM39p+1yfjFN8+9fB8VPj/cBT02HkK9Cb9N4j6XGhrr/M4/sdGHBp1rv9X6mTUUCM16Sp2chR7dxA1+oumGceEDPphyxwbIe2OPZN+c0dAHtmW/AXb7jX7psCf+DJli9Wi2HwKc7eoL9t8/2ApJYs+c9qTNnoz9G6qv7cImmheqs0hiqVFy2JY9gViH7aLnk/2qi932EW//Z/jk/RPk5vDsb89alt6esv3PaN08eakLHdAFcXGk/8GNOlg38PO1vXiuLS5IXeAqkNsCF7q4QF8RhyzcO+QiXfrwZ98nPkWsVS8+9iDxoRO2f7SeOHG8+s4s17N99VtW+6pn0x85l8+ithdbPhFsF2//nsZ/wTbLNsdtu9S2j1ylOJ1sbLscrllq6A40EzsuyA3VrGfoO3TuMYGJTWrbIRM7b0+dbTVuVLbpY0I02xe9Ts2efvakiV84uX3J2jPOvtIvA35oMH4FrhsHkUN/A6ZLZ1SOxH4DTMdh+5g7+ws+cxxgX3P1TI+EJybXf8QzDf+MLW8JcQQjYMzLp+4ryKhFoRyzRtHsxSdKZTvXlQdiXqZCow8NwgeTN3tl5rFfafyC3hsP6zNcD+DupkZchwY35ikoHt1H6wryBV2XFRq5o+88uBuxlipHa01B9CgkbC9oxgREs8ShuKFW9kF4537GvSwvIedPx5GNo21iXpE5t63VIoe3rVZxIk603Jcz55ParzE44Ws1bLaLt620OiccIXzu/7CPI34NywlxD/KF28b46JkzTwX2RuqEVHz4YrCGH7wsDoyD58i2Xvp3OqCj7Hfue1+j5q3mk8yUJXKrvoikIvTakbIV+wmLJVK2ZZigwQfhC9QYuaPvzepmNXl25rnZiArCB+kucpBS1oen6AsSERONfI1cZ3R0QWxFm5X1Xaj+0Z1p7tW9iT1vvkxuXAumj431HRfEJ2j0caDFf6LBlz4U2OQJJPK4YEm2C+ULf6bd5HqGrP6EhtyIzTUXZJ8F8Vv0zMe3Yoib80gNQ8qcs0FghGXBetdsy3aZbCvjFaJt2VfkOg/iE4THg67GxTe2wJ75wsc3tdroRBTUhndTBw0ImWRSNgnnddjxl5In6J2YW2dte+ncTGgghVeTZI4d4bPnjT4Iv9C6icEXW/hg2c50y/UIBu8Cg2tpfnGot21wbXwPRnjyWUkGTCBTE0BkOgaiwx5I7kMo5tWn1N+ckuMMe/Zhu/rLPWRwr3lOYS/7e7r87fd2+3v9YF6Sw7Ya11tgv4+RVT729LUt+z+DzrMuSP/BmbcfffTGXnxC/M+wH/725M/2yXteB9mHJ+DOmASyxmK8QYM+INqaN9jaM6HP2Jjbbdu4PbCLoXe+xErc7/GcSao8leO+83fdeT7FM+OxearTX+TAdshbnNwe9l1pm7FPPIwPzp62ZuYDvrd2+NvTZr/S9ka3stpWxhDoD1vmMrkT2/hWqcu1rvnS46Pd6n0qOqrkPesG+gv+al3/6vzwWfjQv24f+qv420kPjz5+/+v2V/nEr7uV7//ih9T/5+Mv/T9//avkf/GlXIF9nVwfyEHeN0PzRV/oX8SFdvxCS48ufgs1NuY5tLfGs7WpNYMmG9onYEsu2lS8cm8fnLO+gRY/aeaPW6zyKjGYv6HsIx/yhu4MtrDuu44nO9m75BvgazDzdVYgdOSpZ+TABCrhNs63eB4blu1y2LjHc6WQm33NfZ/zg48MPqWUSp/WIG5DDh2hAanCw9LdRjwZuafWtQMd2BXEAUQeGuW7Yd9G+PHl9UyIbB/I3C3EduYj/yno+bchx5ziufgm11w+U/tRq33ls5fOMOvW4iNpUcMXdn14VArN/rMtDlSjaPjWpIW5WlvNZ+YGx+JDg+iC8EH4hSWHBtGHfoWzffKjXG1LOUI1W+wLUzPP0U1unm3L9hT2c3wWbL/YUe262X/CnFPA/gphEoqw9VT80qO1D2+k67H6jbbcuJ4a3bio1WR1DHNfjLrWZh+inx2Q//SRulbOgx9LM+mhn+I/OidH8I+Cvwj6Ph9XJPcFFRhQ1ql49nTuREx+/RefjTsRGDvqv/7kfhZ5yw+e/Nh5D/LDJ/KW2JeFIf+uYwm5hvyEhjyR+1TqDtXeci2bC+/l2sWeHbUgxrD431FCXw+Ksy375zgnGczfxg+/weCeLuYi776UzvhUiE77XDzTfPd1zle8NeshiW34puc2GPdCbM0Nv/i+R+ZzIf5n2FZs9vtY+6HXT1rT21p0aukv7whB+GVaY6pn3J09xDiN0cofGA6DOjA7+lN9Npo3SL71Y+hXND7Ja19zpD77qoufdl3t0cWzZvEP7BkTX/vBR74i1+Urrj7sHOYiNS6suYqf7RAJYlu2J6/Zlu85Nnz0tsvf/poObAGOGqxv+AON95cd+Wpz7PywFHmBESo38QLXw9DGeSMlCwmnA5satrfgeou+Y39gKHz0LfbCnd9XNuXHzeDmwXuyCn/1xntw552363/dJv6F7sPSjdjkmkjeZ+ATPzCvc+zkzvdFDJv+xPusuJ5UPNsB2cXf6OOvj5uC260pcm+5Bxp/wBw3khzgHbq3pny/emtdN+SPEyIXDh98sZdup701+g86fYQ+0Mj53X2jEfsOvbXK9c72/+fuX5xtWba0Puz7Zc219r3dtwFLDv3VJmQIBzjkkAEDNkhuwDRCiEDIIctG4hUNDXQjN91gBE2/n7f7nrPXqvL3jaysqllzzrXWPvdcmyB3fTVGjleOfFRW1ay9zymZ+wFsNtAk13UqgMUdRxV0GbCK2ezgbb5ZHwCrrxQuVWcxS144H8di+2tk0hPsFm7Gh2oR2209AAFrTVd83bwOOv17VrI53EsJqH7Agd4zfEcGB/8Df3ZLHsFZ/rDuKcPKLAQTHxbUvA86O//FGPTMpz4wbEKDRc0PQ9lUmue6jYu/+Nm6xXGPmF1Xl/sBy910PXqZovwQCCsfRrcF6Lbv0Fx8cGubcYAuT/SM5UDqsOtS/xJA9wWU9iX0VgEE3JgAJYedJl4AXRan5J0b11vINQjEfI/pGpxkrsMuO7YFbL52/VaO5D4CwR4/7Q4M/VsUKLWfB7yF+DbqH9ISO4gCuj78lyBe78GbqI6TaOvRAAAQAElEQVTIA+x7aE70ysdJATW+U2t1g0r/ocvCT76BBeEDbAddD9d0cbw63E7G4Iisk6p7jMIHVV9tUz9j6CMPn9ihQfhg57fWI96x5li5mx8UqOsEdgq9P8NmUHS/ZCwnPG7rGGWcBoZvHr4G+mPWolfvUckb0CTWHxObH5SoZ7J68bZ8Mpqdm+n4lxdVt19rKG0EU2vb3DXr9KAktzY1BQ7pLGblx95XvzilYVqu2LnkS/Zp76mRxTZhB1pznq6ExmOxR2jHaBzJNmAqmUXEzxCqkhkrX9fdTRUsdBpOZymEDx6tbV94ttNdaFGl5PBm5GYRdJSDUlajzXixzQmt13OfwQ+mwZFPfUD+8Ty8vM6b2/Jwa0KK/bhH+TFdR6R/sQ2m5vkJMF2BraO7RnPc1teO7SbbHHGx7KlNftDuGPXQ2LlLCp1sdw8tuRsNqYVKAjpvCgipED2g5pqXTNHwaeMeYjN8jzRxptb6Wna86Gp+Ezd1Qy7j2oGysESCzvuRQKMAwhXI2cyimnYsbe43Db1VAMGAVM8I7tA96qHWwHSZNE3T5iuX5NzctwDQoDbSuQCbHskmdS4KXNHE1VqadSPukYZPf4uuObzFJxwQ8iaAyuVNo4PS1oeayhcsLfS6XNKnqz0feTdaat+crQcLTJvQRCvkxcy3EskyLAud/QNmZGf0RTAWQ6eLW4g8rkF4ZTF5sUbXW39VdKnP/pEpVKU3V/UeS2MvWSlON9AHSuyugaq++kLqOyKGXs+cTm1SUa+/yYCug53GR9JGYNfB2/xwWjyos/c42O2H7h6F3Q5Q+xBa2U1CZ/gy3GTNN46zfuxzRzleD2f4Buj7rnRxG83Tp+zvzg2u84VzXXfLUnPuFeDxGQYZp/zYZan3hSY4x0KqtebV7fUkA//oixPaEJPVTy5AzTNwJ17T1FrpswaO6yH1gTY5hjFNrdtXLKnaxBRuYuTjYVtjH6nulOjBgawLnzmpe2CT48ptointNzzPS/EX1y+O/zQ1f/CcjFDjYv5iWnJkVs8+DXx6agpG/clxApsI7xz4+s5vBnZX8GRF2nbTay5SnwKkl0Wz8fr1q+xqOZrwD0bTs56MjI+FkmMufnaaXz/3/D33k5F7fVHPY/XXNM8EgbxPdMx2d3w/L8jrUl4vNnOuqPl8JfO6dFZS5IQzVmqVbkuzyDaO5LAO7f74Wn31D7kds15fXzW73dnycS0PPvWPANKGm1qP+KzsFYn8HgDBNe7ZRXYV0BXA59sjtkDFDT9wtoz8LBv16B5Bnt+hG/Y7zWywVREbP3zOdDM4MbD77iqvGa+5rGOZnjHkoR2qtZ1QzQt9p2whAQGuUzT5QectlIU+0LnELgBKD51GFsQ+dCD1YNQ7jaTD3p3JOcMY+gDxHarwQep1/dj3TOV1PhDdmS+ZL5TQxbahnmYP7yISePEpMLk9ouhYfO9QOfY64S0bH6TGnqE7c7fL4nvbyjeVLOnXOjeAoKPH623FptdVe0XqwBDd0Ogf4cbYgsXjEJjdjrTs27Y2aPGoLNrqbr54559xw9q+b3rPXPfQLpuFFiXdvuY7754o8lBHtUW4HUlkyck4UjdrP337cIKJ3UIN/Xtcch+4SS+DtGFRrpGCR6rook2mU4H0/Fp4FmU9dQvPluecTH4XfNEZELD5QFNrOwDBjs3wxCSfDbV6vHac15BljIJz/dX309xbg+jPiH2aCj1i2B1l4Yf8ivrenfjBldxtj3p8g7QFa39latQatIID3DvXfNzp44gZagsBhfADaWu2b2zOSJ7B8V/Gfv311/rqq68UepTH7j5mP7MEr6Z5dpmVdtLuyCEUbnOL/AZI5A+mLOaUpyXTxc96huc8z3CXlTbv4/kXnV029w+U3ocu3pfqY6X1l9RNnxzPj6MKnv0o1oGevQ7z0XPg09QsQxekZ+MpaCq/yC6SLmnf8ardVX9xH5+Chi7Gk+OEXpp0sY0ffd0H89ZdgtI3265I/YSpNT8XN18rqDn21MK3VdYs3zFN01Z/i4/uMl2Ud4ZgMt/WuJ32tgDBfcQO7uuEBD7pumRNDAwNULaNvR+JPQBdD2/TES/U01IxgVTvIpqocy8aaBbmHQFfL/cx+530AK+B8R4xaN3rIr/b6gNhBqVf6IukjyCBnK0HDUxTvYMed1WsdvDYfrX8VgiwTQK8z39Rox+IB7dtjkU1KDy2gVsd3MraKkv+5HSDzOcQ3uMjC2ITGpz5WWOR4o0NL7CBLNhmWbOso9tmY8SbXseLHwJehW9ELC+SX46Dxfq3IMfckZwkd7fQ5aoCWNaRsQWkugrlsjjKrMUXVflEZT3NjLUfOcaIxBY4tIVFgSNXfFfXA7p8rRYBylfy6Nk+OZ2hQwEOtd7G2X7xGDqami1xzKLhjWb/RBiwaDsW23pQqg6xKPZDJ0DwNoRD9V9OpBvqEfX8ZLOSqXum+7A0eVrr5gQUXN1o9SOCdzAeCmIfHM2BqkZ+H6V+/+Rcz/41xl73fipJZ5SWMk9VX+WpB5PzCG2Ok3lMPXRD9M6iYpjP/Ga9H5H2bXJ1RBb4QpD8IpuxGBgPVaM++yFy453f4MvOP0olzg1Wu8jTsGc35AqAgJLBLeXqAcA3Y9sA5ZN+TkL3cKFt8hab1FckpiMocrlgJFbBtkc6rfVBY9uxWGO44nQUH8AymW9qbj1gaR5bX4ke34xxkKUdNFvjtiPTItek0KyNkltWgqLWnQ4vB5tmHxvwfuY9dzHycP1qg1f7hM6mA4vzHIgsvCyTG81cBTbvsR0jPCC4RvU5yjvAsq7HY4GQ6pKufrs//q3aDy36IBbHsK2M5BAamJ+aR9lIW1NrGmte3v8iaw3ZTKz2rirwjBSdmnSZ0KCXJl3BCecvDZ3RWlP5xTdw0MnI3rX4wb6Q68LXwGJkHisPJ+Kj8gm1i/PgChPN+aDJDpONLg0/5BtT03gZeBqylVpV+Yyc8uCH10HoGbWXeKH1+/LiXAI5B618r6NkvfgsNfcXKP7xaRFe50Hmd3K0IPwtULP+DA+3giGfaGoGtr2LNafo5AKocrX9WMeAUoCu26gEXEEu0GUVZ+WhywBb9APYfCOBvX70Df8mcG8L3f8Y68hD1wMRF4DKoSoPToDkQy6AAHNffrzl9mb/vHY2vfuZ+bwGNcddFh4hKddSR3iEZDuvMa/dyOX1jWX9WDqxgIZuIcvehly4wuJrsGmaDMf04fYlQM19mtYXW3Adz6FQtsvZ10Dui7WQs5gPsJmGvPPyN6PlCuNvXh9pfJbaT7yjZ2/LGKxIXpNPgVPRGc26e5gm98uITo51Rq6fZcF92gGTOGDySzog1AsgQK01HQuuntGS14TSt8BVZa88w0KnNp+QcRiYNTl+QvW9bnYOi+ygV+/Fs0d39loJn3Zk2x2LRc1wv+YOzU3aBr/Z9OJ4GLb1h1bxquzv7qbSh8kNX56anvzLzZN/UXlyR56Q8iNM9licQzMmzZbNujj8s31iN3ncc2/Z/6a745ROukyT+9UKzY0FU+v1qTWlHkwNPV0m2zfbUrxF1qvq4WFW8zg007Rvc+sW+0hPT27TeV+MT0b+dn0+jn7nadJ3nid/OHXMCd975PvQLezSf0ha+5e+Bun31ORx83xYt+QdzznM82ctftcLnf0x9NWQS9abifCpub+z75sFP3vmP783mwIe86boW8YgsAcgsG4FpC7LgvCol0WLr59lWZTYXSbb0eM6HlB16FQPSmKcMUyP8sigx4JOnYSP5QrJ5+gXPrJ7GDFDB2J/xtCd6dku9bNN6tDzhZ1G/hGMmKFHPPIdNke9p+lY/Ub8iHumXxLMvVdhUdGsv6k1X0OTJpqapaFBePkekG0/9eDSJu8x9rV/9APRtYZSAEFH1XP6ILyS7lo63F15hOfxGPXo3kLsht53Bu+Vbt0TFfk9DNvoivfALN4P7Ojdb5a8J1W96GvVu6zzi+WxvcXi8ZLLUlh8XcsR0+dmSSj08VwO+Vl1dUC3Aa7k30YFcI5soYBeT8qb1Fk7v1TJKbyxeA0dkX0g/Zjdx0fw7doju/i+N+vFzwtz4jhm5AOqRixcj1Mqq7QTT1VnDmc4BTjodrbb5PxhfChuH6uMwyOMHADBjiH/0VG35eAU0PlPs+Q9TOteEruMfbD4PjjgqXf0ftDJ1Tn2VwI7QLfMeHn0NNZR6gEgMBrKPdUuZRO7gdg9AtjX0FqAlVuu4gz/ezFnr/XZ/QyGXVEnM2ShQcm9rsMHqRe1f/iHOLTx6meJgfJ1vPiFn1/nynuM+aCy/2KEZn4GvLPrHvLOK8cqOLe8d8f3Cm53HawrAtRcZD4GoI8rdJp8g8rZ8UN7n17qo2fn+wfQwefjafjYvoXYFF5W/3pee1V8lsM+ixfcNDV10NeRZUmxY5aX1YrF1P2StD3z2vbZO9aT8ex9PvyzZZ88eJ+a9J3JKH5Ryax7HvXipU+mT7b1o2o9o14cP5hMO9yu4zfnPYB5P2bryblfBlrT5GRTD51a0yWYIh/A8xK03hd3shnA2nc0SrPvETYZqlu6yHEd0z5Aj9VWOuqmR8fFa2fAD5Ll02yzt8kW00oft/HgsUxvFDftJp20bUYOkblaB1B0nADRDI6INjHuIME8RzrCc+gdRYtlmM9c4nUfehfeO5rjcIblbJC8dOTUVnA9TknxAVotDk9Y6NSaF88Kd3I6oJkPcKD3YJO7B1CJ3VXeEUK3h2+Z3mnr2xLBmuu3FdBxYI35gNrkQ4f3HDVx1xbuy+8avyFcvFBvMXvBL4XcvLv7uGCkbMB787OGTZcvmz42Z8hpL76Ydry6nVdv8ke8uP6iV7+kv66YTRe/yMsXId60e1y3lUHyZhyZfIHJ+jzIK7x/NOnUOdpn46Nz1m7YxxJuAyAINlExEBnFH09wKzvqH/HA2g7aN892xQNKgU5zPQepDRr+drORzrLj3jD4xDhjas03yqazfNQRelwylkaZhD5Cn4+az8yL0SYpkPnCmMdR9xzriJrDRTRnwwFmx7F4bQ/+Ph1r/L72KAUEj3G0DZ+2HyEPNMGmzw3FsbMOptY06NRa7e8X/ygX4MBjHo4UKJ+LB3Ciee4M4T+qJa88QJplRR+6xbodi8d7y8fjduS3XJ1n5KkHeTDNy57D3hyQ1roYEKxwn9K/AHxLPLWV+APQfZrpGdB1gBLrCNh1cMs32WdFLSnztqpzw2Nnn4oXegV7ug62XhF7cF1a/anxjwS5eKkvGTc/lC+Zh2Dts92UdnzS4krBUeyizPdT5t3jNVmXWIE3LFtoh3Xaisdz5TOGK1sEEFwjCriWwW09dkcs4li94gHBG7A1QWxMp9ZqjU+t04tpkPmesMzwqNelHxpZaJC5C40sGPXIBtDxj1w7wDm0gYaaMTW3OTCZn9AUlM58aOorXHXM+Q5k2fvY53PkKTUZNDXnpkU9jnmk4psZH8WHlr0Nj3t+F4yGbAAAEABJREFUPgI4RV1svORFyvdPd0dPl6bQoHnAAnztdyzWT7rYMfog+skxAg+LsA9pK7C8WdimphZqALZBKdBpMw13RvU9/TM23o5uQouvmexbTfiF6VLzH3lhtcE68PkEqwWWNzRNUwFcP2HkHAooBY0/MrfD3fV+qfsFKe5gRjLfqVyAq7pFdQCe36ZzgW4POx02wGDv0vTjDKDaB2TGBx/GOVbVHafdoLkvrM8N4QPUdEL5dd1EW+3RZMtRD21nP9fhNm+dik1OElcxTgcguIawkWGxOjD9COT82ZDca416TR+pUnpgCS8l80vR8G9A8m85r9fw8/Ps6+MIm33oqPuCcytqj42aH0dkwagD2/K368bP5lLPM0DBDkvJrs8Wn454HZFIwfCL+aL8K8babzxOrJi9ly2G/HFT3rfcnBoXY1KtT+9BU7toak+WXXQxH3mP45gO7VDa6n6+LD7yRfWXg8zWgc/NeJoc54Cp4fhev6aX7KfeL5sxTU2XFZPr8Tvj2XGCpzb5h6NLIXxwoWnQYZN6cLF9c+zJsJma2w5/RGRPF/c9NpL7KOczrbk2++wArL+G7hSgpLPXW9bEkQ6+y1/LLiegYofvOs+tn3liH7zmI4HjhZflsTsjfmdM07T1AfY2oPPApm+tbTnIBfBZmwx6XacCbDZDdc4j9aF7jzpcxYMeFzpNjGD4A4N9l8bvHu45ftQuvsCWa+rxDQVCPgQ42R7mN/EGgK0tWHnhS9oXYZ6RA+NqD3U9zwRLPUv3NZV4H0nMkRO9TDuP64HbyyZyBBLNWBtfvM8EtR/594YjlfcPfUEBBDs216SxVd5nHOKuEQcp7LWMUzDUG/+BdmO71Ph078X3n0LJrKk5HlS+pPegS3R7tQe4cy67VQ5479ZWhi40yLV9BFBjKqFRLFrZNP4Y8VinWWc61lpodM3xC75xh0YWDH14bLN4nQYeiAzGhuiTyZrYFcG15qQLjoExeRFWO9bF90vhhu3pc+aguPdPGd+yos5vnjbbN61ulYDgGmM+YZffev5oJW5ZO2T+GnqnZDycvnYs5o2mjbZJGjjuI4NPjEAuoYuvtdwng8XzOGD1dgxZaISTG5h8rzxijO+gsQOcF2ELwFZPrKAUh9NRFn7Aq+xgtbNz9s6Rt8XDPtTVOo58Ce6cWK85b7/1jHamk6hn8JJLnbesHeH+tRVTa3efi8b4hAKCjnMd+5esIfmQCyB4Hzb11tD3y8xrYf04PPvZ6HXlQzM2QXwAjTlN2811QKGBW1YQfoPzvFwmXS5NT6bBxc+meU5tSHn2Xdzm7N8HQvFv7HjO8N6Oabfpdm7K9rOaB7n+8iCL6l+ShloWfsj7X9BblH8d+uQgA5eNb342bXqaWtHkN5lvbsSH29EBmL+P5v41PMt2AjwWnS+5dbD7aS3Aymmbh4zxvD6Thg9GfdDI7sJ+CZmoRzh4GtBR9pB3gOgqMV8v8U1bo21PR6k+eorvQHwHP6gT64fvVZ6+4rFh1kPBc8+K/AYUvt658t61YvG6kfenu7Bvb2vWYpsBVwRbT83f9giwnFIAG1+C0wnnXKIas+KESdCKombJfWgvcdiwNgoIUBblRzHZ/oh2WJzgWKdFCSgFOg3/I4XbAapf36SdJQN9xxHYpeaBagO+jCZI2ngPsQuAkA8hlgOZT6DnaG/OGLovoA7x5nHs09kQ6LmYXusWVwOT04HrwOYHX8DXPCau4ZcYuzrOYjhoLirLalfwhazBD3qWWT4eYJTdZK3LdIltYHltLDi+eRUN35H2zR0OGyzOwHkex+0evzk5CCC4hZDAJ2mjcgGqDtfUqpKHDgDFJodiDqdozshm5x7oKM+6G5gcr+XBxv1sb2ByhPsbGNZoQ02ba0gCvG/Zy1QRSAJWhD+gmQ8w9dz0eXJCnr/M4ZchfgckqbvQuwWofHMzh87HCToPO418YMm/pFgrwMrtBKi4sNO0UbCs5sf79LQ+RHd583ii8FObtCPyji4zL9sh298iN6yBvjY8Vl7jyjUS6huyFt806+badYsfMGTdEnnRxdVbAIJrWKB3C7cWQPUVOk2/AYe7hlAVQGC4hpExnFrzOHW0aap4idMwj+V30IQewvE1yp1xmD1Oy1Fe684j6wfq0q365BckRw+kNlgvo8Y77bi9ZcXs+sCLbQbyL12D6NI2nqMzFJlzcSj3TkafVzlX/ZAF0pMeJO13Ll1yG6PiFgFN6xwAApS5OMq0FvAKdW6Jdwa26UDHP2e7UQdbfQCZC7xe4NbevXGr6c81bGq5tNP4SlNrqnii/oSf2rTJWknRRh0gNkcg2eoWU8bQgH2M5JKxPCN5A3uc8EgmMinEppCuSZYhQClAzRH0utbSGqIg23ZEVnG8zkIXr7kgOeU/bROEXzyvgFLCl7krgGO9AWErCShoLdDrDuvlvPjymQuvvuYCrPAtRYG8t4V22SJSfwPjnjiJq5f+1M9oUn/pX1S2iW3RzQEIKDlQPNzSMjid4KN2ctxrZE5uoZsCvQ0hAQXdKUBJYadgPkdoab/dU9bLDwfn4/kZa861Nw93Rb7KPGx28jryAis+HxuXrtTivi6y/s1Iq9I+sTxj1W7kXh8BwTXiMNqOT9WTZxhjyOrec5Tjbpwwuw+vvmZDC+bjf4PEPeMUq/cvme2wi2x2hewHQfa0i/e0y2WqvXNq7S5tNDWPQUf4HeXvj5uhU7PcAAQ7WiNpFDIm2R8yp8Bm1w48WG7rnBd/9F38THSFGqO68zqM++ox7m0sjqcrRO5w8shL3oQqT/fn0iY1sUJW2ddxsn/kXy7MvtcDShn1yI6I7ksw5hSQDyOUCgGhi/n06xp5Lm9NGrCRyB/7ZB4DsOSEyM8AHKfPU3ST5x92X60FuixVIKQAnYdOE+M9AILHSGDY9al/BBnPYQfdf9SPNHZnRA/dB3Z6tIvNPYB3J6+VYTvWROqxD40sPBCyrdPoIoAuDx9EHgDbWA357HtldKkDIYXIzvB2UrrjKTajDmzxzQ5x5Tcqsb8HPXwv9Lr1taUD+lpF8lHXXiVmO90vgKCjNa7W6Hl9QbcDdK/AffnZ1lNY/T739Wx3rsd+yDrf96DwR8Rm1MPXEJiJzOTqgLdzHupYBXEOHWhCzUaTET7PWumfLF8WBJYarV0Ek/udNdwhNQ1krxno85a9KPP2GNj70QEIOmKTvs/eWxfv4anfw5syJB/bUmuuDWR8cT1ULhjLkrzDGN/gSIxv4Pauy5bXu5a3BoDgFsMSrnWRp72B1B8hNnd1GcbgqHQd19H+J8OdGI9g8zePxb+HBNsEY/Mgk2rqrnntLo/hvRIQYEeZSuqsUo559XV4jOUnsOqAV77p0fYev8cL13G0AwQ7uoVKprXArodbXlzn4qqAG6zh3iQt1799s5/CdYwhSwBAow7dLvUAeh3Ql5TjuAx+zruin+9eg/CFF+V5K8+IQfiBJXuG58WTn0Hp8F6iwDoCr5PmxCaa8hfrLq1p4y2bxPaeGH3+ot6zn1+fLk96LlxML/5AGfqkp6cnXZ4umpr9ClI+hPbuZ280nFPfM6ND0TW360PT1GwfyHTEwDmhfBSdbBy0xDbfDMAxDKlT13WngG1WNJriG9jJx66Dx/zi3HMdzB678PdwbBpXABH6Dq7mye28VYfci47XojcXxx/HMa/IALXmPhuAAKUc7apfXhv5XS/N20ic/jTX7+HwKNO3Ige/kTlFIjdyZOyPAAQd9/JKfkf5Pd6LPKF3+F6uwiIsHRjtTq1pam1bC5HHJmOQ6y204PnOfETnMHUA8lG+gKnjtKnHS8wDJr83BE3esHcskr4UdvnQwZUV4GSvcWWwVu4N6nuy1bUIXLcBe70MfkQnHBfY+ujqt34cxwH2tuBtvhaVbZIQPgUmdQBbzljypUjsAWCPNfhTzHu2Nrn1G/4PqIS+tGAf8PkGEkQeqrXkuggbGhz51H0jybXEkId2OJQ05Kb4qous33QWDdp3Ksc5vKjRsP59jLWQTWHwoToWUllyMgY1ezqAN9vMxg2cvD5eTV5HfNQzLd5DE9oh86qhrB+i5bq7Wvw7NDeI2E003+Cb41BAcgtat8bFPIK3IOsPaOZXVGJpqHA917qad7fjZMYH+qL2GWslVK53SELaoLfLGPsxj4AA+eQDDbnWYk3JIg8gkq4EbnQQWeAxPNx04htA9weEJMBQFersBwnf+Gstrz8eqm54Hq/ILauHRcvOVNadgX3wE0SwxbGvLDtiicz3vyXyyuP2BDjXE2pul80Yok81siD8LLw/QHRvY4wR3LdrD+RAGnKXepuAoCOSPLAE6d9AHAZ/pvMb4xC/e1gki9PaNfC4yuNLkHFwPX9DrUOV52gfUMqoh6Z+RNb/wOKYA3JsOfbA1t+SRbpUW8BGj+N9bCPyAK9h2O3hAb+oX44nKr/UnrFEZrtK60BzSetuSZtyztdIjzIOO50VfkukxiOy2b5p6JrGF9sUdePXVL62O8gaX/ud+FTi0eUaRxmnW1iuFTRzK28utXtwClvqG7/apx4fJEukpgDlehiYWvK5Rvw2SN3XfRk+V/Sev20BQYdcAI3+AkoJAUqeh+t8vJ0u0+Y37OUy+PcoUPGGHbDFg1teLpaWTXzAtRVWXR3AVf1cASoOfDk9x3pUX7zH3MOwjy483OYwdEcafiBLdPBnKrcb/Y7cc64x+xo9+92t+/5yV+42buWzt4IV9pvvYPH1eA1ft9sC7vz46PjqDoR/8R5YfOrvIH/P6oh74xvZGfOduD0Omj0/S0N5t80FPPIffGgQedHF2Z4gzW7S/Ssa3jg8E8l8PQedn4u8EcDt+oCTzKFPw6jUm2y36hzaPzDNKxbTRf65fUNzbpORH3+e3N8NE4oO90l+BgkN+v1t0aAeoc6ry+zm1uWuL5VL8nE2OuaUOjaZ2qRpaldozmHgcmkK3G3dg9zmQDPfhJoNE3vA4jJZvC4Xr6nFArBds7UpILjFcmet606JXdZ8KPQ4Erou1J6ntcR2+ISPuCWf1v0AQYeEjuW6dtRIiRmMmIDHdhLsXtFBr0OnNvDRedgpUHJ4TJP35B9fQgdGXS6w+0YPWKotbvJJzkdEdkR0r6+z7hVgiwWdP/oefaDrIxs24QeAYkeeQM0bdHl85AJUm0c76DLwFXFn7cQ3/QjCO0wdwB26bHMZ+4Gj35GvAIcTOAfXjzbhA4tvDpvv1+qiD/O+grqtpPBto6x1apxgpxJ6qwCCazzK+60435YOz+VVLFT56Vwsj8gzV/8Jyjl7zep7L//IBuKafbr2St+jGfBc9DGV92v6WCem9SFB2pSQCvoRlMS+HzbrPxja0Z89r6HZKSC4Dyt87LrdS0rsXAeDho8+9dBvBg/wA8cRF3hg8aMRp923gPJnbdvpp9YhayR5bTxCra/4rNjsMmFGrbtVh0P5VlkxwwcR/XBYBD0ScMUn7lv9jqs5kSoAABAASURBVM4e5QPmjPicEbsg8tABpTMWLh6frJ17ePUzQj7yDZ9Qaam1F/6I4R/7IPXQgdRnj2lRx71HX/1cdY55rA/eab95eDSqe7Ef7VQejj/qyWVJFGK6eDQWP/WVpGh8B2K2YynboVtqX5s1V+z+X4SJbPZz4hGL8jzse7bHG/cf+4U202By1CPwWGFdIMcOzV0sj0ST57oZFz8jTa2p/tKcnzmmNmlqre7R2YcGJuvCA7Ve4guUXXRBmya1aRJKWQRsiG9sjsiH11GPPoDdB1DaabTKCXadTiUjGtHiPm/z4zEKH9kNPFY54gN7XGBt85Z60Xqilw1IOqPnyx4jY+mYgOAacoEuM3ujh66DWxp76VquQ4FdFzEQ4tw7OZ8BwUBz/oYwvQYMm2uqtUCXp2pWA6n3xhdlDdIFN+cxT0cFIOg4rxEJfdMCb/tOzWOwYvIaTNvNPoWmGpupUbSVXH6mkKw6YfE74tyhq7K49qWY7fMRJK5Nv/AABF+Ge03A2zHic2+yIx+APUZksNeBiApgPqhaPwFf1I+2TjR8zK+38rGzI4o7pnBPesfwDREg6OiLEF1R9wu6HnYaGyQF4Y+IrC5SL6HzA86oZ5Fj78IhLljyBuqhXG8XeDsG7PqGBFxBp5J1dhL90FXgJgZ0GVD5ZE0pA+XHgb75zZYvBVk2fkg/86o70+L4K5B9OvSBkv6+hR7/A4HeMQGcF5tV2hwVQNV/PS6bp2/aubmmHjThYTMSo3h58/xyZK2OWEgVE9OHcHuAYIUXFwc08x1Sa7Ld0uFFnR8d9YUF2wOOscL1jx7QfY720GVwTTMPA+OBa9DIp+niHwUvGrLQyIPwwLGZa95zl3kfyAPXeJANzbzumL30rrH4wVS+FuSHXe7QyG6hPmYe930eukw3ZbmR3BfQY7qvcM1nDPKg/GH4IfjiMc3fPKwHa/wgkZhCubSb+TzU7kDQcT83bXpAowAlH/UzHXMSOnTAYK98YZfH4OhzrnfTjKsfuz3/6dQumx13MezVSHc9q4tkPsiP/y+e89ma8EOW+ry8KFhMl/KaHaQ0tjafC3qD3AZ3kXV7xtR8wSbXO9hCOs2P8k1u2/Y7lZpfzNwByS8euJ2geWBiU9Q88SuqO8UBVymm+/0h8kWpTxO+TpuB0qVrIFog5Zctmolx5IcsVFiPT5KAglwwckDnEKkaywkS4Cl8A7JuxeRGO5z/ytc8maeAAN0ryH+sg4/RZvvA1grd9yD3wXOz192aRV5gGlg8jxtsuxi2ujk2ORLgOZmK6kEZ9uDrwjFTP+PoGt2ohw9mr63gddD6G9X5YeAWc66zDb625hcvhWWFPC4BVc+alfsdLPkw4Pz2MVpqbEgylg+a8QofxHaJwPrkeQPHXpzzjsS8xY2f46W/V/CPGld1x71XTz+u4BzSv4/gvA/IbeQHoJHfvfYeyYbPoLP7FD72oY8QuzMy7/mRK3jJ3Duvc65Z70Hkcp8zBpm6MwC1Rq1ZCN9cvwbck0cm2+7o+xK+Bna0Jvl74w2a9/aA9Z5/8Z7WYfspQKlPTQqcoqbk4Q6Nj6TNa21ClnfgNREcfwC74u2b/3TZk52eHDB8ED4IfznIbea2F23t2X/wyemMnm/Pu/O68kUps0/XyJ4e1AWWPjVn7fWRfxGR9YFzerQ+znIHvzliM4RAzfWx3jxJzW3ArW7YJUbWfpCcgsiC5J36ES9ek8d67ABN03QFuURncnUcZdDzgk5jCKjn3bb+WLTxcoFuDzs9x7VZHUDRcYJeB8/nZap/IZIfKwfSj9H+kQ7/I02bZwBHk+LhWjZ8SukTXOuBrb+ALa4PYNNfax7Xzm0OS2CwD6j38VWTGCur8PfQ9d1n6Lvs0bnbPtK+JQd8HY51ctsPoMYJHlN77zZbKovvm/LyX3Iq3ltE533GyB7VfC0389MBJbN8CnLNB+G9hy35kX/FXM/Bvq+7LrxvrDjaZP1xuH4Rbqkfi2OGAywl7Jqv2aRtMo7YAoI7sC02DEw0qCdYS+4vbif+R8TuPcAWyaZuxOf/XxzHVr+t9vCoAN9WuIdx4ANtvGXjYU6EoNluR0sPlPNbyBp/hPjJa8HLWWXjXqSdDio+mD6Aza8O4Kru1B3eT5luI2stytCO1H4YLILeHnSaaNB5QPtY3ePdewK2OEIPS8952fTuVfXNj0ZFh/5IrSj73FuHPPw95F6dZ4jQeygfPz8WPd2vd9mrdn5288vd+sjlEc0z69d+D/ls5Jn1s5/78hcSXz2Pr97zBjIa9ZcEPdaLIWP2GB7xat+X16+147NeX415wO85tvFUqFALMZHPqKF0E4uhmlvAfEfX9nP22Mw9dB3stFuo/LSWjMPKFoHdHjpfisMJONTMemzkvdUbdsUGilYurSk0zyEDx/zCD0D389lBfU5cIzkGmd/QYOPdbvh7iJ0D1VoIH6QeLHXy2fFt4NQXk3uwjW3B+RjpC3QeOr0ns0uNAXSb1IORQ2gAXQ8foBo2Egx+p+c85LJdT17PaS9wR2Wvvo5sA6nJMrmkv7l+Bl5tbsT/Ci9a/I6e94ypybEW+88FKzyec4HaJDpvwRrf5HBUTof6mQXOItcXI0foG/D8coQ3fHwdP0J/l2J7V2tuup6NQgPJfVyMQRflGenY553v62n2GvUQ6T/o8t4kjs4DtSE0bwyA4Br35PrCAij5zL5ZhMYdqHblcpQBluwHcJMTXMt262+fg+u24O16xiuAW7vIA+AqUeCqj0MJQ64rPQx5p831YNyv3qOqYt9Fvlhu8dDffpzg6vXhmGM+hwLipYd90IMCPPSBa905BLCJkg/s9U1hBq7lsd0xNt2VZsP1ZpWNMz+8/LBw8wmlZOArZKW6ovpg6etqGC/KtVbBLUoXW0MQaKXhr6EHpdkv8QPggdVjcTw2eH2Eb0IPYZvJ+vcw/CeabxBHOLbzbA+gD5Tk+Agj7lEfWa8vznx+gOh29PlZnM3AbP76AAQdGf+H8A9klwOeLhcdcdRNzWNlJOcgD4L512ThgUoA2Nrdr4el9vFjvYxzwqfCsvnt/bPON3rl4aPoYoGx/iihK/qq67rHZOjt77Qc3yZu68i3hga6HCFZpvrhMB9V089GU7NBgC1Cd7R1HVljG7hPHbYO6Pqq+ERrOs8PXNvY7PHhB6MogZAfOQDBikNrbZpqzDJeF/+IGUymNrV9DD13nsdeXyxbY1gAO39cJ0feDlJDZ3iX9QwvNxBNgVtKq+YxLFMoVpkHy7CvV5lZuSyGV4/XrGyJFst9qKVmBghX9cjew9Qm4bwzx/pASbwJtvgTbeNb5AfIBfBZAq4gF8BnrfLQI0ZP09sdwGp/TfWoINsHmKJHBSg9vEOdli0qDHX2yTLdhYVZ/4/gh3YZiz8wnhH5EbN/nHh9eVXugcFYe259k+VF7K0fOaKP78CwTf2sS33gxe0OflBddThZWOLudvGi/BAq9xuNPzLXEfk1PL9l2/VTa/7g1dZ9q9OW2B6ryVHOAJTiVgUoaxkoHnaqO+VoG3XyznhkfFMPYI8BnY88gF7P2s/YHH0ByS+wZyyvfrFdMfvHmtlzm/biO2KG/yhe7T8Qn/BHGj7xg8TPOIV/D7PH+9XPh/MBi58VF89VIE92aPaEgvubcbhGq/1hotV/nmwSKrgeWfkNmemot1U/bCbHLj5y2z1537oE08VrJZg0tabIYjdF15pl7PB0NEkNqceT7XF9MUKx3D5u42LfYFr5ULSW0X/TsY5L53rGI/zUHMfIfSbPIU++/4znlTzDTDZ6auh5aoXwny7Txvuzp4Lou67b1YdZVHZD92y/Jz8bJf7UmvvbPELy9CxFp9ZllghQcx187/D8hu/o8vBA2cFO068BrSW2A6uo/Ias00mT+x4+9OI8wwPlkpiz36Fn5xL+DKBiQqfltJ6A4mb7Z80f4c5f+QFbPU7Q6+HPbaY+5J3mrM0fui+gUaDz8Q0iBzafUT/S8GcANT8ZowEH0UcL7G0mjyC+QMi7iP0ZcYLuD50OGeD03sbRNvwAXPtFblHIBug2EeATvsZC28r75qeg5NYdc7fJ1QGccpXQl5XEzzUfP0AQyFTeQ64xyfUVF6HJtgVJ0RXvPeAy5L7JPaHak3xJK9f9xfrJ8kuT5R3PE3qamky8p7JhWuOOeBeadc12CHB+hq/9dkZ0Z5nrua6WO9elUlDF1FoA4VwTG8wbq+rKbshCyenfUyAeZgaPdQ+drAAEXwa7KeMKu9+9MY7dDRZLbmCBrxNr6oA9bgl8gi4ze3WA5Za8/VtabM6Q0PsFENzH+95vW0CPe7SCW9lRv/F+ycKVa6Dxp4XzsD4al9ovPOYtMUzHXjVo5M0xmvO5D1mLRgHkY1RX6gRWDqI3XDdrW/Nm4G1qc6e6eDudN2S/G8h+EKQe2w3u0+CBzTe2O/LuskNyLhnXAX/VJBj1+snENq8d+TsfepGO8GOp/Dhq4eInUWlpEiBvdGZUdHF9QX6Hto2NZ2N8YA1NfqEBjgJUDHhMHbkOeGzTGsp1GsBup1PJWCaHIM8voQNHXWSpB4NPqNSD8ANw3V70Qfx2vCoyd9mD47XjQ97r78HR1EQhfFB+mff4hBqJt3h8M8Z7O30tyWVZbczWAY60YoxTKXyCrjNbTYV+COmHDWH3d7UOuJWNnELPOY/6mJfY3IMHUnfhVnE+wb1xXbb3fs+F37EXQ5YFZFzNFw3vZ9yjfXJbPNYDMt/hBj3OTsitm6/RC3X1I4dNOdp5zG5j2WiLG362x0CvJy/lqlvcN2PnYxebI6SMUe2HV3Fjo4cFEHClB25lsciYBB7LJWO5IuN4RnL3B9e3G0/Mbwv//4yzZFDeSQD6oMItjStcyyP7UgCbyzEnuJYDNcHQ6eZ0YqDr4cvoRB6YA+rBebJ/bX6hgaiNsIW3raNbog36YAF7fiFGaDj5NmvwhXUDr+F+ZSlXmNOVXd9Aj9tE9RF6Ha5p77ttLL/i7XdoLk1efYydJMuWTTbZfnJSoX7HsS56lf4YZ+RT9NAm9kfyuUMPCiDYcdds1UcHhGyAXgcqzqZ4wBzX7wOTD4vzQVbeFN202/bYNRWNvOBNdvwNmcm68AGWDygbsBF5XiYb0qDNa2bE7vEWkfbKv/Myr7Wkb8FaFTDYokDJ4JvTCvTOKTm8B2VvuwvV+m7iLh3rMWvyLuwHCO5Da4GuX6ub/ajf0sWiHX0eFu1UKz+b3kfzhfMQntcmuc8nIGVN7MB1BDtaazojP+gFRznsPoDyI2ZwHEe8FoPkkv11QrYLbE/TZD9l3nyzrgen8AXJXRAmgcnVsbi2+EHoHsrRzruuP5jMfouY/SN9IK/zXAPuqoLwkd0iLbkxx9s2rfADSS6oeuwkiCDQVQFKB50O5eL+BqMeOlot3vrQbwNpJ0isM42ssOYHXo1OZDw05eF4YPiW/eGUF7DozogJ9H7DTuVxu7J7UoTDAAAQAElEQVSNoXFcZ0feA2iPeA2gyGa50ESbCj7Zzjov9MXwJiimJr93amlaefyOufh9c/HSc0dj9x5wTAPbNRxIe0k/9trOObJqXNRMPaYO0evmbVZ6CxZDsmzoQ3VdwEKLoFOzHzruvagl38d4P+zixB/7L76sr5EcjvZp4VgPH9k9AIJrxP4ehv9YtzhRH0N8Q+/FOMtGrEFzHYRPMEDNmwheE7Dypj50LvEZGG1IHsjVMLLEDj0DrvsPlNfRbhVsY5W8Jn+UATYZ7Hx0F39Yi118Uz8jH3KCIY9t2oz9oOGD1N8C9LZjC4QosdvUKr8I4h9Z8toxqdm+2cWHmtCUumkz9QWsvED76lcQWVC8hzf3JEzjW/CCKJnvOyW3LvOSsQ8Nkkcgl1C71Jr2yUdf22Y8fYuzUEFVFsuyIy1Kaq7YLPWByBeLO0b7g6ZvzXGS59Ra76v3hqmgemZO7pPDtQ2zss79Mqv8a/xgcvjSO1bJU3dC42PBxbGnNvkD45M/MlxML/p0edJT8ycMdzY5BInrXanih0YWZLyTR/jMReI10fN1OxPNsZqmaVJ9sDzQZn2gtfQ2XHG7HizVfK48FrfWHCPR5RYOWOO0hqbWbDMp7cXniGa7yI9oU3Jrag37tEL4AbsIuIu+HrIG5HRD7wO6f2ut4gC6V/Z4Pc7sZ5WXl6818PnzV5r97CLNdj+i28c/azY4bCe2vT5gbx/YcoLOS+hRgV0XFhB0pH/xSx6hQfjZ11euqTOiiw0QUhiyqqwn6HrYaezuYfYPPUfIAwFsOcJjfm3uhqSdIYTuP+pHCl0HO82YQK8fbe/x0O1gp/Hv6LLND3Njs6g+uu4D2Prqah34HJj48Fqxfc6K0FgSp0n5r/g0XwcFy83aZFFo3jHyfIzXXvjI6tp3rMm2R+Bncj/lKIh80IudpoHNB02gdoLVlstAVhUddlPzdWphfKbWlD1nak25lje+UfL6ixKXSU++v4XPtQ+4vSYkQc6dtsT4AgDC9mB6QCLDKnMex7hguVAKICBsUUCxBaquNwtvau8p4ct96vpxsHh+HLG0050j19LAUANv9hcYpjfUtzOn6PN6n/BG3OvecxCqubC6L/FeP8oifwjJEY5IRP0HU3BPrrCO03k86v5u3eTRCEb9TKMLhrxie+6w3zVkSYfeKv6typMpoKyA4oGtHiZ72VhTZyo/LwEHP3ckTgfAUa+y9cmMquAY57h7vUy87I5xe7yuwQSHo2yyTKVeB8wa6iUxi7Moe/GAH7o0QPYTr+qJyXtiR6OpIFMD15H/OD6YHnnXZYDlAw3Hx+Imsp9tQCk1vmaOPXR1O5o5wP4o+9cjALpXgPKFQW+tMjZn5C8r5pki9/uzLvURBSgW2NqJAKh8odPcG465Q7eXS+IN5B02beZf9oYup2eOY052rWPztW3x3p9C4x8svmcWXeXldDjBnssQw60suuS3eKEV5Nkb/Dt0+FUeq60XbUL6MvTsW+Zw5i0yj0X30ISCieZ78KSnNvW/mGT5dELs7gHHr7bfpXpY0v+jsurJ2TkAPqvQpMq3ufYIyXvb1zxHgz/S5DzGwyF9uLF9wNyd+UZmweHoc9UHuIuTc9Br1mQ8RsW02gu9g+RWeqdxpCV3H/L89h5kux2z+9BzrJySy4D7yZpDC+O6q//hHjUAd7oH1ftNE7tgE7zDXHvvxo9iRA4I+g0mHpEFcCuHLoPHNDEGgMF+iMYa9T91U7L/dlGFD6yfTDvadvFNlmdxDqS+wZvJzWL14usX3eL7Y4dXqK8SuW5IjrjC7fWsdFPAmhtIFl2jST3wcof64s4DS8F6PSwPFXAvjyGTcwkfukJ7IazHIyT8XTitsRGkK01cjf021pY/4uMzYgyaMcc+yMVt+OyaCnJh4yRw7R3IBXY7V28O2PVwn3djOcoX2CjsfISA7VBu/tDpkVeVdGyxXaCd+oXYV57qpbjJMRZj6M17kEp3oJTPrPep2/JGyoos7M67Hcn+D7Coipu8S7M3HFFGX3ACBN8MzX7vNQVsJkC1tQl+hMxxTG553/z8g9xygvxAF+z70Kz6wcNz1j+EZp6XqzVRP6R4cs7Uz91lNyhmsg5bw/KmaQom08n1Pi5gaj3YJmi2OQLXjfwwEjTZLlik7LPbnuq9wylJVzd8G7mev4kWefQD7p6CjFOuf2UcHKN40+ZcBj9obAtxTKDQIPyKMSZ9n52VlyCteyogeAytpdpwDqGr6EdH3E6Cj7bONLprUPM3TdMVBV/ZjnX0v+L10cK14SHmtaLXRhu95ik92M+e0+gHYgOO7yN8wbxXiafYD4aey/ESocjXWNGX7Xoa8YrapzyH7YHGPDahwbCbbfPqr7ivDjz75XxW845qOLfFa134yjOd7fRizexc/Pnf3KLZ68wu+vz6ovwt4NHHrN/FAd1ls54LO7kZ94uqd7n9HXS2Ln5n5MVvcX/c7J3DGgdMf4I7BiWK7iPIGMQuOYQOVJDDacg/QgHBLRIOutxdKBuvFI/N3qfkEbu0ExpA94Gdxi7jFDqQ+hnRuYGEKQCmgcnpuGpTCFD2nyOQdIPFshOarQLN7tvrrPwr3MTPS378R8zz9Zt6fVTz3lv7bHJwrDzjDp9BK54HMjT9DNW5pLFVFv0jrCZuaXAS4P43NecSJC8veyXkDjS1ZkyqD3PmL5in6SLLbR2fjEUw+aIJwg9MtoksaNZv9hlTSWn7CMBTaqV1OfCpPmBaNBltRdov0HQJnA8gQClA8WCqHb7qdXzWmpyQdwUVzE9NujT5vjf7RwkZ6Anp4mu2aJNlHRe3++TGCg1dbPdkXBJnnnXx/FXdvmkzbaX9yT/kLK+ftfhDXcG8llf/WNc0Ode24uL4BY/71CZNrenJ94Tg2R8rni8XPV8uzrcVnqx7vlzqv4jxfOm6T09PZfN8uZQ885i1NyW27VOfWnOL8uW6eC17z3tZ8fmzXr7+7LFBgJrtgqk1VfFcAGoroNvBgUpC2pBrZPbYHNdqYgaAILB90fA7rm0i15ZTdANAyWGnx/Ye8XIBynfEksvZ3qLK80gXz/HZ7l49fT/jnt2QxXbwoz1gaz+y6IGwhaNPdEEpfILdLvIBq+qAXV+C9QRUm7DT+K7qjXhJbPyRgd0Pdj42I07oMXfodrEZ8KWlggWNpqzEQmwtY4UXsw9n42tQBd+Ufd3pCFnmeVPRV3vOWnwdLvnPyppKr+7zsiK2A5F32+47l01raPI11bIRTJIvZiXBfDxlQkHz5tKmJmzbWtNkGjTTAxzP9g4BpiuaY7TWdASw1adpKj4UUApQseIz5NBlcE0llAKdDh4QdHSZqt5WGey6zOEZSGUP4TqffACP96KUow/YLojCANdXCmyxoPPJI/EKtCu93bb6mU89gDWOxxY6DycawweAk+1aP5oDx+pD/mNW1+4ZwYzfUQps/YY7vNjMAcGOKBLvHjxhqkumGrXloGYxvvHxyPmR/Bs3dOuYJq7gPtUec6Lj2eOb0hHTK9TbAqp163E/U0g22grsdaDmqm3r/LAfqG0+34zpseMLhHwh7ONDeRevPbXvi3j/jTjZBVVfxzZjmd8XQpvfmdrs/njjnKaLphNam9TqGrVN8akHzWMygHmcN6aRhVJ1nyxjw+T9ciBxB4YstLVpbXP3g2v+HLdVjrtNayjzFbkb9+F6a8JyWPmVToecznye1YKppf8dsLcD17wOBa51MOq+nD0/52v94Lqxow+A0pcjzrneq8ceRrs71aEkj0O1s6jGzKSoDuVsn/p86k+eKSILjX7xM4DvPIconQUqPlzTrr0epyELtXVIx7qut2vd9VrbK81al98ZQyfhld4xbOIXPrRj0bhe+t67JJE3sZz6/5G6vqAk3jAHigUEFL+dXAW89g3twDySz4+hLyg9FhXv6MZaCX2EMvF4ZWwf2gy9h76t77B9buS5OUCqHM5x9KBkHB+h8vHYAYI7EFvU1m/Iy3Uyi34k9WpL36wAgo/jXisZsHvysyx2H8LZ8YN14K4l3JcfjYEvGgf4mP2xjSMPHKvV9pXgTiUeQNnCSmV6gm9jXmeLpTLd0RapSZpo/mHkGtn4Sh+bA+5dVJPbDprpIwCKDn3bxS95fpBZfMPwjuvgcyEfIGR56EchXzhOU/eB5TvcyHZg7gYeM4tF/VEf9+JRK6pObTd5/N9Cs745qePYJ0ZAxfI5+uLls94oq63thxFQLCC4xfGhIPxAOb1zgj1ea6jDmbszfV5UBbpdVdYT3MoyR0fkIQHbZ4MN8uPdDXVb9cPeSscPfVfUuU0HmPVYaMXSqdfH3vZi1j8p+cazGPohS/rwXgjAebCZAVf1TfFFDG9ap28PYc94n5EbY5AfEoPBh27ID4xG6kt+pD8g8Rz67pFc+kOir3v/ALT4ug+6sefE13x4QDRznnOQWmtGaMc0cVW3Wl3GRpsXQbPd5B+EpqlZfg2gxh86baZHgOWSkArp69BPzbGM/NAbPJnXgwIIdgyz9HbwH6GL12kwbI/8kH0Rdbx79slrxD7TzN0Zi9fB+cNR6rGL/xmb3H7h34RzXGqN7NfqUrL368e+lY+v/9DR3tBHNvhBIztiyDf6wRzyUnSMM/iRw+LrJvziscjfZN3gF5jXFS+mQdctml/l95tZ8YusqMcI8J7mw7mV7PVV84vhD6pLtdN9barUQxNrHvpM/NZBbWs2H99eE8s5Jn+54HhOIolocRvBqN+jsQ/GM8lm45iRB0vmJ+jdMJeGkN8HNDvZ6C1R0gxku4HUk9vsvofGNhQQXCMxGq3k4YN8hI79GLf094jIR8zYHdF87U/TpKkdkHrQmqIH9yO5pTEDKHl0dtMRk3/cvlyaat8KfTI/BY7vmPkXmfn/AIZOrh/R2qS2tjmo1pJ6fJ79wSr8APTxGXvbFXUsaxW0OjuYB9vbcn8mWvnJeYx4oUDlAZ1GljEPBUd7A2lncluDhs/6yNqZvBjywW5q0eoqh0jOmFqrZ+PEuDhmkDhnRB7E7ohqK340TaaAjn1InwClQKcZv9gGx5jFJ//AsZqdzpgcY2p4LXWk/Sda9SF88MSk53bRp+miZ+PT9LTznttPlyd95/Jcsk/Wxyb4jj9Qfvfpk7779Gz9U6fhLYt9yV2vf6Vlv9BLm/xB9KJPlidu0ZV/npp1zTkYl6nzps9eC8/WPZt+59m5PUWH8gzX/MHn0mRbCoMPHXg2c8anp1YfWZ8cM3i+TPafNlnGBV9fMmZvakv2q3xkrQ+sX2s2P2SzdeHlveeIJjlHrtBqnqhn/fCT5yL0uP7lvfC4HwxeLoDPfU92ak7Pu4iZYZN9JfvMi/MLPidf85GfUYG2U49ztknczWRlfIlu7Q77xTkP/kyTz5Al3kcRn2Ebvu/F/T5VdY939Gta8tBWXoDgGjoUoGr9XOzNCboWqFh5i/QwO37GvgOwH9Z7BjOPRtbMBt9Z9ryIcwAAEABJREFUvEsrkHOV19ER9V6CdGkUnrzGJ9cHog8mx8lfZghtfp7t8CzML07Ema1xyT3N/GKkvbQbOLyac72GU3cs+fpRUccr6nhuTxtS78j7mWwDTtLusFNYectzAIL3oCub1lBrrWRyge5vtmTRBcBm11afyO8BegxAqj6ZPDiAaidqIKSQNTYQweJx7nS9ZrwwFuNRfETMvXa6fVV86j72sm/4gdlrZfEz2hIahDeOe8Tgc98J73B3D+htRwmDz1xHIgEbMn56UHgkt/8D1RYXrr1HP0PjGzoAXPlBr8fuIfbuPDS5VXwjp9swm+R2HkefQg9mH2KxVeCo5r78iG/WxkeQ9XMFNxf/MyyuA7g7R0Dp3zrB+zbxh90uMwX0Npv3B8MbmiwQTQodQNIZuleujFzBsKcfpbSY7zuevNt1RHYPqlychCngCBK+ZrMXdywls0VRbwLSImPpdbM5jmskfPaAM7r8eg+J7z0ATq0J0LnkOg92+bKzJw5xktxWAcEbkHXepwFPm5G64ewUWFs0/ETz89Itootdx+N8dSpgD2OIodehU6ch6DygjMsVJufiZ8TpMmkKXdE831X3M3DegQYiiy6AHjfZZu6OyNzmueiIyGIzaHihm3YTe2BqU8+ZFtO+rnw/6etsKVk0TY7jfCZLmpHYgcV1AFf0rBvtDQoIbtEsG5ha0z37yIBq73yC+/LZ99zk9KPAOYf36kD1ffSj4RFdZdB1gCLPWAC6KotrniM+gMzjW3aecAeT81GVtDQQQfjQh3AO0Y1xPfOpfwTwbksPw4y2jzQdAkzeR+uD4I2x76xuKCNs8iM4cMzcLE1+5AektfebgWu7DOQjr7d0Nz7r4jjLEwOoyQkfxCYUbuVA1G8CqHjQ6ZvGH1TC41hARQG2dkvgE+CzNjnwJp+NQHcKcEeqh7GyWZyB+p9m+haQrwLPV+jAiDXqodlQbOpougsdCmCboAsxgZzNfOHR3XJd3sP141ZeNM/Q9ii22uZvrOVCNGIr04L3gGrL9aJrPXwHgh19jNrd3mBpwSkXFfWn+fwILGiyfiAP4OE3e8eSfyy52tSlSh3Jnh3j5tHzQ3ALPSjQbVtDWZvQ69DpUXbkoevhSOUb2eL2O/KRNOMdqoztoiqsNP2N4EixXWyPiKwj8Q3nOhk+3F7q0tQ68Nwv9WOHv1T4I58O2OS2we0kr+QXXpbJDw5sWDzOi/KfzMPXyqB4PlR1uZ9YryrpA1D8j+IEVHtwS6VbGeyy7LUDOpXIs8aC9DNQvZSk/1L6ew8ZgyA/PAy6+MekOR9kMkaFWUMvj9li2eLYs3+gmE0Xj3VoEPliG63F6QvSB5ke4HnmBD/XKv9K9IxMTs2vF9wjWvOeufd6iI2Kpl33336payuLuQGzHzjSp2CYAmqtuU+UCCh+2ECvA1d68Cr1+MQuKOV6SkZhIw9qPG0bGvlAdEc+9SNm+zzSJ9bA0WfYn+mw3ah/+M68H32P/ObvfgI1JpHFJhQI8TJyb32kEl2QNs71yIZu8IkQWTBk4T8Er9f4HBG/1MeLWfgOf/jMtXAHr/lXp0a3m5VrLXzWf9H12pgP18bseTm2FbuBIQ8NIg+9h+MYRR/b18yL+5Z69O9h2B1p+MXXduKFT4xMUfj+pL2e3Y/0pT4c59ryhMzu5+sqn4t6z7A8/2kn3x6Fr5XQV9u9eDw/e2/Pv9wNb0u9eH8fvOwncpIJGi/azRtEc5zJL+ShyH9s9zw1f8jZ8Wyb+oEd6dk3l+g/tckfsyY92zf6J7/cBzvfdEmcyP0x7Ml4bhfbPzn2RZP9Lm3SU2J745pav/ab6TQ164NJI9dBu26yfsfz87OCfICdHBewn9t329MhVnPs5vw7pF5vShlzBAjbgOkBZUtTO8rMT63LIm/NPkZswfwjpMETgJLUivB8Z500y9okDYx93DcfDWS5lF1saZqMjGvBY1HUASLP81Do1GxnlG61n1qXyaXWp3MwKy+JbazTr4J9Ks6Bol5Cg9RiOzXs39SKUjT8wJS83UgzphXP9aFz2j6wRp4PrBc1Xbzon9yfT7FhUuQbLH9qzWvK8uKnGo8nmtfdVPLJ/ORxGci6Ct/sFwDaafhAlklWSb4PBrknBuEtvDqAqo9xPO4lQxYaI8CxWwFwGwNdljVda/v5qdb4J6/1y1PTdLHfJI01ETrWxLy86DWYP+v1gJfXr3VG9pOx9hfP+YBcBh/a+5lV2RFZ/Gbvk+nfQMm8b96j8Rk464d8p6qxmNa5ypyEt1Tnsvssvm3MHd4XS+75WoxXo2ceb+RtueBGrFnrVi2YX6nIZ0K0mEYur5GBdrnU2pLbkffagTw7h1+8Hy++n8nPULMbe82YeHyzl488wkce+I6nktvGzeveeEaePr26zUVoBiWvDQs2sWwxsZ6qh49gsUQ7bAoIUAp0Gv49NNsCGhQQUtWHLDSwuA5go4Cgo4TrCboMPkbjBoQUgB63avsJIu91s57C1u1SsRiiD7TJAUmBbgpE7lXlucp8xCC0Q4LoVaXLlps256wHrwug7OGWVgCfAJ/7kXjhIgLKN/UhD09Ohc4Bmx1QGmev+BwBXQeUPXSaXBfnu/gZrBDewJHOsOgm7rGNe/yc9byOZfRpbyDx7gHS8q0m/o9wa90lse/c9flBE9dGD2qIB5oH4uWB/B1xWnkPzTF+WADy4Ujf8PiG/fuGrX0rbkl5dqSBxQNQe66ovXdWvz/Mi+uRmb4Yvkx837Wj13Q0zes7lvkt5DgPkDFFakjmz8i/oNcXlqu1nLDO4QtDbOaJFWyCO0zSjjh2b+Fsk+t7mb0LOb/hN6/PErPfZ6IPhq5TfWhvATyUO9I27HUgoo6lk4NEg0+byaHjVT2vThfPaYd/T+sh3jwv7ufRANjuCTIPmBhSp37WyDMPUHZ59im0SZOfiRqt26362BZcBzRKcj+2nfrscQ6N/IjIgsgq1tTbSKzIQrNUax173O5SG03Cz0bI3vfh/KLDdoAmB02fpsukoumf+x++mQYbv/Zbp5L8BtKHYNRjGj6yM4Y8Nh9FfEbuYO5bQHOMAZzINchI3aBZEkwek2DjPWapHxFdQGJ7LXKCLywf19dj+hnYZT/st1d27mjX29h14Y761G/g9TRsjnTwsT/yqe/Pt6kdkAQO1TMLCDiLtzpQejhQa9P+PWRNHeUtG3dBsxZDuHf+2JKXtAG5fkSXS55Ln7pffO/B26BuUBPjdtyilR86kvSHDA9GwFbb/dPuJr5hcgEDt4O6yuIAuz71e3i7lWuPPbf35WVb47fblmyv/lAc9L69FwR4z+ThGAJ3dQkIXRf+COhyCF3s/+Xo6/AYVUKqjX9q3nIqNoIdN+vB9rDrYedb+OiN8AFY7zqg1KfWNLVWPJKO8K7mFJcb1Px6zgGBIQnpLnSnAAJOGrfj628x3KB1rte1bxqZ+cX7wTVerblF3w8W3VDHyA9PHbLecBo8hBXqBaicgX2szCNn64cxJ2JGchOKLNQzWPXQIyZbnJG/8X/G5A3tTazz1pxHMLWm3OynNqnD9daUNRNgHhDcojVspw19jDyG7sgVXx0dj/W3dPHDXezluVLZLjrSrrdoPZyK8+kVoJh+Xrz87Ot1Fv8hs1DNVs2xMboudrPH2nu/f1DCD8G4/fxn83So+3c/f7+zXfT34NwTdwC3fQW3mzwGXN2OyCahM5plzf1aHOsRAEGHXKDzgOJbc2deawGKAzY/6Hwp1hPg+XQGptD1Nc/mRy4ZwsXrNwiPJOqPMrTG4pp5H4t/uDgDywuLPLaPMcbF2egIQHAfDr0dNtn5JLrWIs96C5ysY2nFLHkNDHg1uX57wP224bF8jF3o8QHmNvpjyfALDRIrCJ8fMB95DpvQYXPmj3XY+1EDM5y+kCavgl+Akl+Q+rGtEXLIQoPIQ30J+PL1TJjp9c4nVuq0Vus1fK2zk13JLevt5lrv/pGnjTOGPLT7eJHaCK+fe5Cv/wG8dpyOKHuffHgr9Fk2cbv5pcI1QMnbG67AvGFx8aEBELKjqottVHDEojELZL1bUBXzqccmFBDcAnZZ/ICQK0CXZTzOGOMTeZwW7wmRgX22MU/OKDbQafjYA5VXXq6zXwWRn8Em2LnW0OQX16C1qdZAa30tTK1pak0XY2qmNDW3lXo+WF0aurj+ZF0w+ItfiC9TK9/JNs02frnwHuV2/UMTxuTd2p8ifG6+dwTRLZLnfvF9Y/Y9Igg/EF0AuL/LFSI/ou9J2YfyQ4efUxxz8ccl1b96Sv3FY/mq2R88ZF0+gFwmNIDXI87liOXls7B9fhjLv8i6NLmPBvJHOmR3XRp6urQVk+lUNiOOHHdxe0vFXjye7sfhmoge12f3f3FbL6YvXu9H5F9zz7VGJC8P+Sy5jivx9fCoqONE5pTcjs3cdwacA4Zcd6eE3+tacjJ9anJ/5L4sGybrBuo/mWu7xM2/xCw0uf+4r9gnkKnhQclauHiNhE6tqdkx62JyosHF6+7Ja/B5pU+Xi/NFLJLSJ2PJuLnN2TQY9cWypRu6t4txvTct9q0fjuwXbdV9L5UxF7wG/MFr9ljLNm7QjeZI447l8V8sXxynwzLXY9frsYu93K/0LZi6wOezzag/pO7L7LF+9dykn0H6F6i5Da+tZlwuT15bz3p6Cj4VvUxPmoJ20WR6mUxt10zx2Irm8UFeKv6hdykU7/vKi8fg88uLgq/zL0ctq7+YEbmRsVo8Rljur3zKR8LU55evlb8k5i+0ktepPE7u9tUBeH117IrUJ8sni9wxOTfvC54SnfH6upRsWfUSku2PaJYFHj4BhXlZZBfVDFnWaZMyDmDa8epBiG1gF7cVSxzDOelYcGVHbC3wscrSmNBc+S4r1Upnx93x6nGc3dEjltQ9hpEd9S+elyCyIPqsn9DgNX4rIg+clKdiKQCCa7TWFAAxLcTvowDuxgQqFnSaStqZfH0f6bGd2BTs4kMfRXMbQexDjwC2OGkr4zTma6d9fNJ2bII545+5OcEDWfsRdg7kNRMkbpB5CcIPVDzPy6CRhx8A52ik/bcAbGoaGmMJ13MIu53ulNFuaOXiPoQfpuEjTz+y3gZSHzaAoCOy/CvzILbxTYzIQ99CbIJhE34gskd8dAOjvdSHPTDYuzS29zCM4db/nn1kw+eG1j5g6W0oC7/dI028hazbIPke8V4WwDbPsPLvOb2j5x39++pE2LEI7+0ds8f8EXS6V5zri30foWK6nfmAatdj0qmcg4HhDjiUz+Zd91k2c+uYGkI5gsiDdVOxqLegrSzmBsw+OB7NaeSZ9+xR4d/CMXTsjvXw4LzDvIF7fmfzfn/te+527Xr04lvwXim35aNcAeWeAZ123vdvPShJ06BM+tgtfpYKxjhrrS9+btQHsPj5eMfsbG/hJh8kdC0G3D1KCJ1Wxae9tnjalrJrtkmfg4zP2IehW0f+/PysMZbga4NiB2kAABAASURBVGFZlL344mfo2H/99dcVL/eMyNxU1UPjH3kQHrp/2oLOu8MxVXy/+93v6sd+7LuVWwm/5OSUgfKFlfoZBAa/UnEVNbkMpJ8FP38P2aCRDz50BBn8oEM+aOQBXLc79JzyKfkiS6PpOJ+btd8E5zjX9bR5C7kAPvcDdr5Lbs/p7w3Wifbqq/Vx1N9GeCwZ+5+HYI04bD1og72ikXcsvjZVXr1+l6/uRd+DLM1ebdZspE35BWCua3ZxJNvF3rCFFuuyNwSxS/zFbc5+1yqZlrp2AL9PPdU45N3R7sq1mBYXX19B1tsRkQ3EruV0RJTHenhI6HBHLIoYWKk2moQHkvgZcmfkTnT4hpIOP4CvPQVuRrLfUhfV7E7fh7a4i+0HZvOvq89ii1fXI4t+UIusiT8c+3Tmj3VVn7WVxBuV8MGoX1NgEyyerFGBXe6Eh9is87ZdbI8YBkOWOuC8vhnifwbcxooNdHn4AAgpwM6X4I0TIKyHnM2cDriWQxPwIRxD2cU+y100ZDlvIjefAB7bRR/IxWZvxoNjHN3Yai2s1ItA4QHBfTTLH2FqTVPraB7DaYVHU0dE3k5x3JpwHvdg8f3jynixjeHrvDa1OzQbn40EcVRR4IrKBa5lgDLmMKh7Yx7Ql5RYH9FcaY4RTM3jxi3qg6x1l8LkHxMn/yi5o7VJzbq3ALxtE/0JwDouqgKph/UYr/tY38tku2AxXRRZgMf/CHlvDRbfZAZSj01ogG02lL9EtdX3Ypl3GqvMbXmvbg21qam1O7Axku07bGp+2bHoal36Huof5y2znNkn74d1TZjmxw6nZHvrJQGFY7uARgEqJ6Ds4FCXShZf2PVwy8dmYB8rVQHU1/pc8VJVxjDiXlEvFnTm6gzUQ3Nu4NnfowwNPOLu+v17QvSxDRL5iMgeAVjzZDMBSrYJHjLdDjoVEnAFfcMCt3HgWgbcRIddBlQuN0arIGN2H90gus71M/R4QAmiP8MTVLo3T167w+9NOytjZ1JrIi9Nx3Ux+NiE73gt287PxUcPe86JF8zOI/QGqzwkvgNN+Fq7j1yHRzyynfCecIgzOa/J++XlgNSnyXZtxzRN9aI3tbbdzxKrsMkm6wZsd5nUEseYVj60EJnRJvendZC6eZoUlG7VM+QgQM1tQufzAlrwx4xpmhSkHpsA0CjAlX/ksY/dEZEDIdscZh4iCPVOKG+9FQu4phr1WO+ALm/uy2gLugxM7TeswfUHiC/gbyp9fR3X2s4vlXfqI+ZbtPrkBRcan9DF95JllR1p9Dt6O6/+cbxfH1n/A4svxw55Dz7GGPy9nJr7Br3/4ZvHJWt72FLMYqlkMzULch+Ypqb6wOy1dvGHsCfTZgMftsPQAfbHdU8i4Dx1C1lekET/4LPUvXq27Sx7FJ39IXDHi/KB7lWf/ar5ecOCPyob4lVL87uQaT6OOk1/KF80OY/Umz00f1ZAPkp7DlRt2sc8xhx9dB5TWCqPZNfcn3ys7lnPKlniNslDo7wQ53lv0Nn+r24vKDlL5T5bPjPr1Tm+6FX5l9gvziF2kYXOjhufObYrqp78Ass8ZM5t9u3YuXuM5BhYR3TFR97/c6XzYZ3ZaTsAtdYEKGsm6y40yHrTWoCyAVZJJ7HrnMp/1GfnMVDz5XxGPfTV+QbyrxZOzc4ofxqT8zFoam3SZEATxlT7jz+sml78cfVYL9uLdYVJk9dmIHp2iwm4kkl0gzWuznEx5Oeu5vha9dgG+ngstj3CYe4esbmrWIXRn7Gqbgig1tL/psn7bXjoMsBpPkZsLx6DUECZz8zjEfmRciAfkPJD5VdffaWvv/qsz1+/6PNnwzR7zuwPqq8en9n7zxy6jsfsH4xHf8LfQMv6x1OrwHVCXTF1JxRkXobv4piD11rSxsrW+jrzkGBD2incyrrm9pz4jxDr6EKTK/S40GnkgFXXiHzA6tKnDtd20OvRBUBIAdj8SuBT3g+OyLvDsS7P0agv5u9BnkMPpJaiDur5HGMemv6GBuGvMavXB83seU4dI3JHqwMomlPWXWKFPyLtRz4QuyBxIlt8XS6nuKMefcEfikdMoMYLOo2c9TqGLkt9at4bDGLg9GfHWDxW3pq9j1rocUk9yF+uGG0OWu16ndqyjiEPjWBx3tnfljX3YZ/6kU+94PYiL371SZzgKDvy0X0p8NU4+vhReq8NqJG7p7qRwcdtb5wPgvT9UP0wC4/b9250iBO7E3xf0gPMlr8aobOfAr4UC35yOEI1O1qK+npyZssdWHQ47lk8ks2SnzfIc8E3gLNV1oyOpQS9vYzl4nXf4VrWsZ9rliBy06PrFd9DVPyEDLzJeBCWTeaBqfqV353KknaNoRr1nSZMz2+eF82+js8Yvo9oYiW/UEC5z7bDPqMUywFhefRg3jjyea48/kMNb0na0KRm2MVdnwvO3JGXwlJjuvKW5FjWfocGkZFTmS3KfqvYuB75FSILbJ8cTZS9OM8IiRWknrEKHxqb2EIiObvEjnBF7IY+9qlHBdQzjZd6ffBJG4n9gx/8oOqTn3emNjnVxWPgled5miz7zne+Ux+GYv8Hf/AHfkbxM7xUNiaVb55lRluAgKgqVtoYuuTy+uJn49J+7ARUPJ87HfVQhwBrMPPOkbbPOLoA1aeMXZCxyLPpRFOLrmjTZBo0UXx+Xxj1XEM3kLbradNJa0zuUkDwzaEvLMf5GWM0ZKED0YUP/SjOqcTvLEv9KAci6tdfrjm/w3ilqzV5XBZlP5X308n1qdnWNtg6f9n20/OTnqbmcV00Wfd8mfSdT0968gtp3kODvKu9vn7tfehVeWZwQGFbLujFe+b23uS9O++LL34nnd2e3J5vP+rF17Zls9+ncArN/osVeQf49OmTAOF6riGTOgC15tyMyAcfCu6Br+WMb64ZN6WtZHCOGIrIjnzqA4BgxWoEa/0tutqGJFboLXaJQ62VdP8xFk/SFTx4S2Hx1L0qAxm8zi/eVAzTefls+YtmT8CrfxyYS/Za9cWLYklMT5gKszecV2O2fnZOhidQji6309Hzi5+u5Da3TeSQMbLWsSONLIBdXlFK79w9aYthj4q4WL643jFXPp3vton5UWwbhhvceDs7EwVmbw7YNWDeGEbAYD9O7/gAAu7EoOTwzek5qCOpOV5Hu4qfCycAW30Qw775La4eBjywb1P5ou0Ydr5+b2RDd6ZZF6NPTtH5q6BHBR36yw0/0erG45EoOjlo+MBdUWhs8jHxqU3bR65JaCC6De5M5M36R0CSm1Hvixej1/fGW5oD0BhbwPZ7PfIBCaUAglu8pYNbe7iW7e0k0gEnO3Bvb2T3Y42YRzq1pozzJGrMHa1o6h9B7MvOOVQc57NTKnZbdbF1Zm5JhZK7/VCw5gZSa6iX7DveC7072cwiz194o35UzXXwDuR99PjQTJOAglyg84AyRtDrTVQ/skarr2sdVn1rZR+fAKg67BTQKNlHvaE6itQsx4ogstQfYWJS/4OavXOd1A82XsdTkwZqPHwv6dcwKupxqrVu28V7e9pazEP06FgA+zxGbON7D75p6REqX09bUQdpchuphz5o02YfPsDxviHaaQ5HHfaYQxY6kgJqriNr5gF9aQEEeEqWokCFSEzofAl88p3Y548fy8H0OF95OAvyoBZ5zOC6rcgeIT5ePqWG3Q+oPkQRm8QPn76kfgMroftAqAU+Zge/sbUMUB5OBya/3LWG5+AWFz80D0zmp9Y00dSM3DeS09Sar5tJiRNEJpe0HdugXo7Kril8R/iB6SA3j9FuMWLFfxJqB0RXcDuXwu4f+cXxpsC5p548qx6Z8ZSPGoWDn+X1L8lWevFYjfkAlC0h/QSUWImpe8Xj7t231uc99ZABAqqadq6xqH8EmBX56/rjSdqvun9EHfygkQ+8rv+SKi/wA7HrmCu38FnTwfALjfyMyIPIBw3/NmY/078aL0boa/3okNxeX1+KH7nlo8gZ+YHhjLR9D4vH59U/LkcXPgg/e+8OTZ6Zr2DyvAbjmjjTKeviclHksbuHxAFq/hJ7IG0NRFaTezgl5hmJlTba1BTaET6YLGvKWjz75VqdVh8ako9mCsjHOsd5BvDSHRub12bWcbNBa812sUXhA7kk79l20HWw02maNF1a2du0Duh6BxONkiXGEc1y6Ht25BmjxXOzY1nzHXRfoxVwPQFupqOLesegx+5xu6zrz+foVriPy4qjVcbhiMl9HnZHGp/Us+7CD8Axv84DSszEgl0G7/Pxg27Xpkm0pjY100mYeqQ8pR43eZ6DtU/JbcDiu0f0QxH+HjKmHXPtRY/4+EYXOnCOfdYPu6M8fJBxDX3xXvHqHxCzV6QeRBeEf/GPMa9eS8HskQjCB7Pl9eMNHpt1XJJT2vWCC3uDBsoY00IDjzWhQZOQCo6nU4mqYg+5bVIPkmsw+JF/6kFcQu8huo9g+B7bCT8w2kw9/BnupoCChFJYafgjcGWgxtJ9HTTyiSaPlrAcEFzD7ley1IPJa7p5jQNqgflpmnQso59Wa9ge9eGHTaeRBORU6HJfN84v45F66EAZbaduF5tN9IBxuCvN8BlxQ4cMnE9w8Kj+CEHf02LrmohNgnv7yv3NSz2SQmyCxB5zmuvlGq/bfXjYxD5IPXTxB4DE+RjGvcUJOYvhkziuPjyG3Zk+csj7zyPdY3mN1mP1PU3vxj3Nh2RxXzxLR6jq/rDCPeBfH3UXi+c+o/vq+f7s55rgxc84wbK4b4uvrEL4E9xm2r2HRb0M2muns5XnuUk9VoMe+aMs8jPaTQ/dQC3e92kszvFG3b3W2G+OtPabZRFey2WTBWTkL3QFdnKIpbBUbp0f8vhXPPskzZC7cITYpf9BqrEPtrqFlYPpo+Noe+SP9pEP9DyP2s4P/SParaTaX7y+WmPjAaXEN/Tcxi6XgELiBECEOheg7GCnsd9gB/8EpUkU8o4ZpN4sa3LxHE72z/vck+8BoRNNrfSoWRfIJfeIp6cn5UPM8/oxZuxF49k5NjatfTC6Nk2Kz+TnfSAqXZ4uSo7Rp99BFPGNPPMLCIi4nokSA3w9+3kj7zHZd7/6+qtqJ/V8cM1/cSQOFcNM3m3qL4J9nY9Sc8UZbVp9cyRmj/O1l93yIdjIU5n1LSXbMzJ2Ac165w8I7iN5w7VOa4EuX6tyzcPkdn0dZvzqvuL9azHSx4Hcd4LUh+9HacUd8b9l+tEcYjfySB/CD3rmt7pH5spvzT3PqvGNjoba1ISpB1PBS90HXrxjee6xqLVaq9PFH/Bd//rls169/rIW22SBf79d/A1t8fez5jY/eV0/OeYFHG7RxbHrf1fiOE/T5LphOlm++LrDVmYFaHntc/n89Kwf/7Hv6cd+/Hv67nd/XD0/W9L8nnpxven5+ZMul2e3KH399ecCUHHyHP/56xd9/vwqN1HAvq1Nen2Z9dn2WQ9fffUD5S8epM/B7DHSnQJcSw/VdqXKG6QoAAAQAElEQVQZhg6UiRgYNqmHP9LBRy77Aybvw0bl8t7pGB/Ocd/zluwhu+3wbrrVN95WG++9wMtHBS+i0NzZPFWL+R2v3jdePTmvRWO/lE2vL2X7qtkLa84HWf94vmSh2Ua82ufFOS1qkxdNbL0oZ+tnf8yNr+/M6jHnojiHILKO+CXO7FgdSmzHUiH67usAPlIPzJbdzi9Vt9xtaPCmXtKixIui6jjwpdNBd8trrOAz9Rpz4m5u2YBbQ6ozPutUIgOfjZPqYRW4qwMER2jrRy4KL4e64U6i6KiHBkM+aLNd4YY2TQRsN+Lmdu8Bej7Nm00AvQ72tQz2OlzzrcVG6h9vJasLrUV2H+lw1tTbSKxli5W4bqrq4YWqTJP7aACCjlKsJ0u63HUeoCka+ez2vP6UdezrQgbmH8E7r4Js4gPYP9HegtZyZbPmDsiHEcpqqZu6XBav5Q2nm7cT23yAb8Q3TyJG6BdjtCm37Vyb6wORFG9dUesubmfCc2lkPoKq22Z6gO2BdJFiU/XVH7AXSpwzomnW72gKD9YUJOh8+g2U/trG+mZYB53GdmpNU3OLqwzs63p078Gmbted8Zrr87dUPfLUHwLZzidJORfitMguyy7z2nTKao6P7w3N6sl2eejIA0foZOfLCj+6KP+ZSfwjnp8AtPghZv78tRb7yiBxVqiulcXtzW5v2eHNu67zNOa4VugKSlly6jiwzS/Tdu/y0xkQ3ELE8BAk1RWA4MsQV7j1ifweYLeNHlz3/AO6N/9gvaFTOfYAOGm19UPvFGCzhQMv7nomR0DQESPoPHyUts0fdp/EGoBdnjbvYfIDb5umddwmpZ6XxSe/EAbPlycNTPTr7uoj4eXiF8iOvDgOTJdJg7+Yn4KGsn9cmnWOBSg5AdWX8AN4PsNDtxk87PWjrNZ/FrIf+uXrZWDI7eY2FkNuMzFUfOTyNTuApIIVgAClNFMIj7DgiMnjN7WmRqvxS171wcryQUtnffqej68Z28n15mjNcafBV91SywBBR2JC56HTZjoJ7x+6QmTXSO/8JDjuZe7vdk8rWZ4xu372PW7oBl/9c1+OVHdK7AcSIyahZ0R+hFM4VosHaiyPbWZdDmQ8oqO5pxk7jz+mgHzoIyUvWmecc138bLt4TBT4o3NR84tfRo849jsxRj3xi7dvaC3RRXk8u4HcVunl+ToMSuJZVAdQVPKdwXkk5hGT52mMTWgACK4RuyOenp77D0fPz36B7fj0qdO8UF+Pe9vm5lF8oGzil7Ueu3tgnbPooPuMvCIb/DW9VOzoAaVc66fSA4LHiB8QUsiQj7EODUrx4NTtM1fGwWb4DRoVoJEvcJNXbAcynzqUyFOF3S/1yGGXAW+2MdofNP46FeBa4jpwle+1Qa9lLMIlZhD+HuA6FnDPTBmD2ddDrp/g5eVFoQP58XDwZzr7uog+iC51WNvxteedrtqEVVa1fsrYHJF19ag/0P3BNOghrs7xPQOo8Rzy5Bceuhw6tVHFiq4zdVbqQWqhA4kTjHr0Z0Q3bIYOM5GfATiF+7BLHfFJvKr4BN0+YyjvefURwvMYmnr2zNDUB5rnpPa9A5V9gsibHNOxfduqCw1cNyICQsoi3CPkXgmoqGT7W8gFEHSkD0H6aJV0OAHbPEQfJLnQI+KSemgQfnbfQh9h9vrNug3O/Ihx9J0dL7aFw3UyO07Ha1074cvm9aX+8lH4xIHeX8DhPQk5+4KObsCiq6NMLUmMYI/d2xp+H6Vp2eHqGD6JGb6E38IJPxfm2k/MMx6GXxND2ASfg+appkC9P+F7+UAzb8TSgwTY7/qAa9lVLsqbY/NSDzA9gCaVb/zP0MMy4seg1n/FcPqnOR52H6WJN/DQxz0YNkca+9RDg8GHPkK3y/p8jMXvyI+Adc19vgcsvwdf5Bkop9TbXGw3G6E3sJWNfe62g693EI9DZszKDx2JfTSsuts9yjbezUUfbLIHDKDsaW9B94rbTvwgasBLkbCFyIOq+ARUOyZKie4t5FofyPN2bFMPjf8PDac6TXlubc7bM+O1MPv3+1fvhaGLf2tR9oeSz8qHxnyA+eqrrzT7Wb/5/SLPspOfr0deQPUxsiBr5dW2sZdLa752vQenD0/Pz/VcXXbWRRbbxAVqf0498iDtJoe0Ffl4/rFrb7OlHyj6oQOUHBMz8uE39Imb9qMPbC4Pi5L3h5DGg8NaSMyIBrK/pt0zks8Zw+dME/OI2XOyrON4lMdv1MMPQPVqVFeKAPP3sXgffx++0DT8HereEbXlySv9NVsH4CH26CyJUaLt1Oei68PnfSvYDMwkXsY0c5kQiR1kPuV19mqhuyC8Lpp/azEjLxQTr5M2SaDZNmLcV+R3pIuadbOfH158HXz9+aV2qcgu/t0H8MfLr/XqD5PTdNGn5+9oak+Smr766mv99m//nn79N37L+E19//d+oN/6rd/VL//Kr+kX/+W/1j/5pz+nn/7pn9Hf/bv/UH//H/wj/eN//E/1j3/mZ/WP/tE/0z/5Z/9cP/8v/pX+3S//hn7lV39Tv/qrv+F4L/6g+hN6fvpOxU8uT0+f9L3v/SH9+Pd+wrrv6fnTd6r+Y9/9CS1z0+fPiz6/LMp/4UDOycvEcny9Lnr1s2fzWEy+XiXqugifcZTHYZ5n27wWBh8afSAX7JcYBddvjjGVw+HGwIK3dFa/e2CLwKSObxYPwY8CldJ6ymgEa1UPeBbnstqY17A78blpllXkgSslqx/4FnvNlgSDX2n0sS9YX3SRIrdXqJeH18Ds2qtpMPgXy+LzKvlmUPAH3U4do8VuheMttglmfwCezYcu5hfzoWlLab/ecBwyvP1E52Nnrh+en86czm7WSekai0NgqGMxXeHL/SQ72EldJ92lzTmA7R9B6n7oqtxbk3AyWj0ivQU9rm3CpQ9vYbJ1kGENwg+kXnCsyB7Had4yUPr8HmjOyv2Bt6iq2ERgu/gEWFxYLA9kKnlvKmRNHyGvnWP9MZ84ONY1dCpwrYdvUHdMjBxLToE3UV88Guj/itDXTh6kVngrtmWXhZ+afAPpGP33EHkOJLzAs45yTXQskcgNbOiSZBBYfDoAj6nn1cHbHcC1HhB0DHvoddhpdIAGUs/NZCD1o+5YH/LQyAdGfWrNY2IIPSqlcZfzEaEDW6Pm80DiBQ3LDbDNQOzs7wH1dJnxka3ITwRVn3D7xohV1L5TM2fb+G3QXsBtODaY0uWAfLyJPqezbZYOr3kZWeuhZ0TuVMq21ojX3pmm9TG2R5o5wkrI2cx69Graj6DTyGIVyB1OmzeYpPyrYNU+Prsy29L3kNr3X4Vn5cLFakd5lT+aT3pqT/5A04qf6txsNYBAxrwiuZh3VHlM5Lja+Fn3+WWT93FxTn4aCj/7w3Io4PgyQoPByyX+Kp1cALUWm1tkbCF65992QBN0e60FWLmdAJsd3Od3653DLHDjm3wu/ggZCl1v04cHdBu4pvE/A65twPUH4wLWGS04joszybVWCL9iak2Tx2yy/aV4NNWqwGfMH+An+0mHuvlmv/iGBpveD7zpB6z5ODbNvGSv96EHBRxjwzDKugkkqwp9fUaW3drrsNZw6tpK1mMqzXkdcwVqP4oOentDHxp5fHNNB0BE5QNo2Mgl+tSBkqceQPfRnQK4D2waOOSjLk/7m8EbDCBgs4Cd34QrA10Hna7i8h99gJ5L2j8itrD7hT3qw+fF5ozI4xsAa1tomto6Xp3m2rr4ZfDia+wtfPr0SWdMXotnQG9LSOCTpOSWfAJXXX+tF7OXw4/ZQxealRWquqi8tg6UJrUJTZe24fI0aeDp+dJ5vyRPtslfToju6XlSXrqPALYcYed1KnnZTB92vDj/l+rHUvtw9u04OVfv5YCy9qHHhJ3KZfH9zaSOvPRnD+90dszE6nHkWAPDByi/1tqWewTQ5eGvkVgqW6Co7hToOug0JmZDCsAVrYrzy5gAW9yRZ9fvZ+g20OmucQ/X8TiuhzEeiXdG2ow/9Gsm9TOWmhevpDU29HZhpyMG7DLAc9fHdozxoFoLdPvIJ18DRwpdB52uLjdkWfOKIvw9QI8BO017Z/Q17XW/XsPRJyfY/YDqV+T3IBegbAClADWvQK3Lc44S3ptlXcZZxYvxAxTy706FtKe1JEbY0DMECsjaNsLnR60gqzgYsviC7SVl7hf/4GO2jugGSuDTqIeWvcc//IBN7h7Q2zgqh8+Rjpixizz0xT8WZx2POqCMBeBuoBToNHwAvQ6UDRBxAXa+BOsJ2GzTVgCo4XXsQcv2aW7fTiXZ4wZyAXyW4JrKBbrM7JUe0OhX6BlA2cNOJXQuyfsoS30g43sf2Yf7vpmxHshekr8gEHpEYgyb8AND9uofFocsbb+8vHqvf601NuSh0XkJec17gJ00IMDc/SP29zRxie5LgLgJFX8nozPIRegU846F9+sj8k4v75Na3+cXfzAZmH09vfrdwiPrJ7xZ9S8Lm5s1whesKeoFVtR54WdZ1OpPKJGtkOk15DLud2blRE9Ykt8msy22GXD7+gZYPHH3EFn6nUzAmXsPAlL9VpF2Br5J4PgOv/D3MPQPqcfgoS6KU78zCl+C7NnBvdzmzGnerz13yxnWLYZqzpPIfSzn/LMsbHrMMTaBjrY2AATUntX3qsnPxdOh7vVbc9/0jYpjQ28DeDdEciysfQYqP2DLKeOxbOPizpZtqK8Jj6EK5/pRt/O1F/gaekgd20172Gbve69FAeVZOs8aFz9nZNyenz9t45ZnjmBZxzr6QC7ZWyMHXHOm3lte/OwfRJdrLjT7dWisostH0sjyofT3fu/36l/MpZ4gkHwu296ctpJbaPSDjtgV1z6xyXtM+nCUpR6f5Bn58Es9fHJK3EdYPGaxfYThd9Qn7pAD21y3Npmfamwnf5i7+P3s6elZzx7vJ+PZH85Sv1yedZme1GzT2kWNqTBNz7o8Pft955Oe/VEveLLPJ39gG3zo5fLJ62yS7DclTrsovpPbm2dKh2W5hTTT0rVnhX/2h7zg89deH7ZN25NtXv3B7sX3zMX3AS2TXvxx8Qc/+Nof8/xjmZqabdJvQJP7Ofn5OfUXrwdIm75DLR7NLGWhXvA6zFpcPN+z16OVtp2dWO7XL25v9vJ+cYzP+cjptj/5ffW73/0xZeya16tFXj8/8AfPF7Vp6uNim+TjaI7pdWkjmsfQY3HxeC1uf6EpHybzL0Inj+mr2/z+H3ylr75+kZh08fh+58d+XJPH4weW/dIv/5r+wT/8Gf2//s4/0P/0935af+d//If6r//G39af/z//X/XX/qu/qb/zd/6hfuaf/s/62//d/6Cf/Es/pT/35/4L/bk//1/oz/65v6j/y1/4S/rLf+Wv6a/+1H+jv/yX/6vS/5W/8tf11//6f1sxfvIn/6p+8id/yrq/pr/4F39S/+V/+Zf1U3/1v9b/8N//j/q5n/15/eIv/Gv9ij+6/vqvEHCbQwAAEABJREFU/ZZ+8PufdZk+eVVOyrz9+I//hD+u/oQ+eQ0s7mfmRSBa09PzsxFbZIFkmYfTbHMdx1DHsujVAz0X9XNR+MD1Rd0mMe3l2ukYC/8ojuxYDx9ZEP4bAT7kdmwDPuZzFXhp7itfhGv/DNmVpCpA0ZxGjkC1E9mHwSPLtBsM/T3eMowyMV35JTeZla+3idRjk5v5Js/SCRYtli+2KfhDa9Gqe9Mwnf3j9+yHz3nlK6bj4A+xNInJ8Ne+zjsPy/1Lu7As9CEcY8RSxuGmLpVcjjlgmyXIYv4A5FKhH1EQIP8Gqlwai2OGuuLNZjbSdmpfjsUX8Jd6ATcu0GWLN7XKb3FOb8DDoybehb6wNOfRvOkUzOM2RghwbUX00OtDHwpdBl9GEy/AbadJeN8/7b0H6HHSL+g8oK0trcWylStCnW9PkRd8igugPLz19eQ58/UjYzmg6r62uizX2445/1rdwPbBeAEcNLJAfuDE10dDzn2Hm3f7yXPZqGzXIcsQkoAN6fsAoGMBNjvY+dhDr8c+9QDQ1JpzegzofsBmB13W++OV7PqIB7YLolQvtnZenc8567+oTxharxVHUsH+WLbB11VewIPma7bZpy3SJArhg1G/RxtNxxxxvwFBh9YCvQ6dXvmsMui6uAAVN3aTH4imtrcjF8D6bg+dxjYA9PHClitc8329LNVOj+fBqXWUWvhQ++iI2bVlxcr7PkOt5chfrYs86PziHzIW/7ghXw8Bvu/gdlr5dZvGrF6f3WiuFT/gOaZ835Lt4if7eZhsJ7dhPy+IVnHcrnlibxuZYjn2c5dFdAX7EcQey9Eo0PnZD1SL11DkQNmMMYdeh29OR+zEPwI+HvPoN3jY/SMD12WE3kHyuEEc7+DGzuNTMv/Aury+eGoO8Dxfy149HR7vRYKeTzOVSxM+S7n/ZdzzYFsCn6DrzAp2PvX3AJQP4LXdryt9sKRfHzS9axb/9CU0CA/X+UCvH9fVkR+BgcHepXDSe17KcBWn/dRDg+QyUHKfIge28QIs7QdwJQe6Yj0Dpc/+lfwjBkJKDlzRUlydrvXQ6yPH5DbMgcFuFNjip33IXKPwA4COBbwzeJwS+whAQPnCyuN4xtQm7zmDb7J2rdve+mrLFFxvTVP28xUXv/ymXj/e+KPo0wFTwy+JzfbNL8pT4enpstHwwcUfWAe92L+1Sc3tHKE7ZeiBsgfkQ8eSH1teXj77xf7FL/mvhVF/9bU9+3oO9ZAp45W5Cb2H5v4ADu+nHu/58Yv9IyQGxF5uP23Pbn8uProzZt/P53V/js4NVU7hj4jNEbGTejvQqU5l9C9ioOImRupnAIId0Y/2Bw+7Hjo/bO7R+AVDFx4IUfbF5BJdCXx69d4bRBZdYPHVMXShA2XnuExNbfI6Mg3vDmnAW7VSoLcfPjjGSJy0Hzlc20UWAGrN7RjDd1CtBdhsYgs4jQ65AD73AyhbvM7SfpAcBhJbLtB9Uo9NYHHFHRRQ2ps8BoFoGljk+TcskFba14fuFkBwjbuGFgI+Xx/g9txA8gWUP0cLXFn8PGPyrRxpZwAQXCPjFcRmNJgxAqoaXcY8tAQ+QdeZ3eINPvQI2G3PckCZFx0KsMUESgOUrCqnk1WbDigt7BTu82Xo0+g3sMXxU4r3hNnwTHiu0vcj7LYeXZ/KiHOkwyfjd0Z0sR1IjGBe971QN20RHa4M2yOdvUcGkdmw+gDxcS/sE90G12NTiMlqJ/ObzRpv1MvWJ7CR6ThSm+wY5L3qCP9yqSDvYkckZvIsZI0vUnOMvHdhOtD8/ha+ubHF+Sx+N559jwnCL9UPO1t/Prqu9z261G9gRWQmdeBzupd3B+V9ot4fEj/vJ4/gubft4neQpejsHu2QYwRdl1grQtze9RHhYn/DfV3OcHxZe+2z15Yaj71+5CC9O0pW3k3G7y3Ate9btvd0aemRPLpvAqf9plsyPuJN41WZHIEa4fD54b1NXtmGLMc0qyAfPRZ/dCGr1om0QG7N9+fFH0Ts4Z9J0Q++//sKH2T957/UM/tjSfig/OIbSFkmiVjA8bInBvheCpacoK1kvdxiU7/BJP5bgNt24W1ZmoNuEz5jmXXbfA+3WAeY73YQGusvhMcuE7ZeZjWGU2tqiVe6pWTZW5o8t6+zPn/lj2NfffaHqa/9sezFz94XPfuDDFDPoeODZ+Y52WR88jyWevZvQE9PT+UH3cdE2ddiH5vweQ/43ve+p+9+97v+ENRpZNHFJvFin/i512acwieX6KC3k7Yijx4yTsRNsP5rQq+76GMXhI9tcg7A9kZk9xCbbB0eKQ+lx0jItx+Dtd6Kn70fd5tmefMYPHvcvlsf5PLhC3+opD35ftn02T8B/L4/iP3Wb39fv/6bv6Pvf/9r/c7v/UC/9mu/rV/65V/X57np+7//tX73+1/pB18v9S8Xf/t3/kC//4PP9a8X/82/+Xf1Lx9/53e/r68d7Pu//wP9zu/+vn1+oB947n7rt39Xv/brv+kPjF87h+/4Y9p3lX+52KYnwUVP/kgY/OZvur1/+6v69V//7Yr7K7/y6/rN3/gdz7NcLvqJn/gj+sN/+D/Skz8mvrwumufFa2cSMjxm3/veT+iPWP9s/fe//339zu/8jr72R8dFcj/R7DF5enrWd77z44LJMmnyR+JnfzQGapxokz59+q5kfT4Cxj85tunJ/tKn7/yY8/hD+kN/+H9l+kf0XX/cjC75xPcP/cQf1n/8H/0n+o//1/+Jfux7f0gZ49/9/h/ol/7dr+rnf+Ff6f/987+o//nnf0H/8l/9L/rX/8sv6d/821/Wv/2lX9Gv/Opv6Fd/7Tdr/H/Z/f65n/t5fxz9+/prf+1v+KPnT+nP/vm/oD/9p/+s/sSf+D/oj//xP6H/7D/7M/pjf+xP6n/zR/93+uN/7H+vP/kn/3P9qT/95/Vn/vRf0N/6W/99fWD9e3/vHxWfD6b/7d/+fyr1n/kn/1w/+3O/oJ//+f+PfvEX/61+/l/8a/3sz/6C/vk//0X9s5/9F6b/Uj/90/9Uf+/v/yP93b//0/rv/u//D/3Nv/m39d/8jb+lv/J/+yn9pb/8V/Wf/x//jP7T//SP64/+0f+t/tSf+j/pf/q7f999+GV95bn2Jes+/Tv395f1G7/5W/qDH3yl5g/m3/HH5meP3eQPxz/4+uuSewolNV2e/IHVmLxntzbV8yWtCVAvnWYeUx/XxeznjBbVEfZSMIwG1aEcZUf+YPIhdrS7GefK3CqPGYjnY/23oYG9jTFwXxIX8DDuOPsCZ9GPvP7WXD1O59D73HmcZeLM/rF78XwtvuwXP6x1fnbNKLlpPSh6d7TUbvePDMOGxZZHOIZ/5K4Pp257o7ZKsGTWZcOuUz+R6IjFMWbnMjvPgcX8PeSBGNvKD6SqdtLK7OZC3ZchH9Rxru1sepLV2GRM3kLcjGFrdjvuyTblAybZDr8b+sDnLXFiRD9o+CPO8mMd2E3NA1fXBlzXhVTz4Dk/02ZZbVrb3FRPtc/BsW7xO0fyHDiaRuY0SgSI4tyK53Blv4AM78cubd2wAeEOgmmwyh97Ds3ebyzasTj3RQ5ZNLfpgT6W1jVZNxf8tcOdzDp/rXpsJuvvwamp4MYSc+NddxD7u23zdq/2k8OAuyagoLUAK6eSQ6/nDDnvcoRa4EZbYH3Jwq9IXS6ZyyMsEuDc2xXAHjdQ2ULX6Y3CqgOufGCvJ1fo9ZhD56e6eV/nE9vgaAe2X/vXpqnaiV6yPLoD4gtUH8F6vV/AdncR33U+W+czx/JeZ3P163S2YmAxj/FlR4/VfcJ3LrEW9TmcTYPI0laorbzHa+wJ4X2dZk0S3vKW/dr3rKSOc5aB5ZjK+z3mm21b7S+Lmvn4Rp5rAvvnVSBU/mEm/BGRpx46O94tZjF5PJzA4jaWtGuaNzZL1YHpjsUPaMvs/vlwDwXWGeF/WOALEa7j5YGwj/HiMd4B3Q52KiRAY439f6n78285riw9FPu+E5l5R0xkdVV3V1dXt3u0LMt+kryWpF/s5bX0b3h5+Uf9ot+8rGU9qWX7SXpST9VVXdU1NKtYA4vFeZ5BgvM8gQBJgBMAEvMMXNwhb2aEv29HnszIvHkvAJL9ul8gvtj77LPPPvuMERn7ZoKseTQO24qk2pmYQp/kkDrPOiN4XPtQ5cjtznlJ5QrZSEWC1woTIUM6RYGgZM1jykHNhyT5lw6NTfPlhprqIZ0CbJQBmmcERY1k/21PNHjLBzxJ6SaQDDTzMTjIOo8cpyqFDaAkqsufyuyzUmGFHC9LMuT5ksdjkub8Jk2DfYoct2EdspaRNbXs88BzwfUAWqkaY/tVas2YonE4nWFxSoTLNWFbRpaZL7UGJ4HGQRIkkRookuaoEHMeAAGBAfigLzXsE1n7XksAvzgre31U/oTntuhToccnxkljRskMl82+mXd5smFcAidJghwht8+UrOVShW2QNBtwvvvAyLxf6uS0ZQbJof06HcWHF5LDviZr3ZRGtCjUX0UxtEHWeeR4OYwd6gilyZEuOc6npF6TLFO3T0WGJ8mhX9YxSCIf1jfcx5aRDB+bvPOdLuR/5p0maRJ96vIZFpKMekkO7WFw2IZ1B8kglhlOmBrkxrLOJ2u5dWwnw3mWZWreyPnmndeEZf6WVl8v3Uzrl2d1vzf1zFvX1DBP1n6QI2q5kXVMm3Ce4b5sIo+L8+yLXxga/mt8v8A0ddpwvttkapRaOy5nkBt9sTyDHOWTNd/0r8nbJ/tIzWPLyVqfvH7q8tcCkkM1subJmg4ztmBIxnwjR3SaOrkxn+QGVffbBqEEWU4S7ieD5LBu6CDrtNg4SQb1heRVdcmRjlgXG6KZJtmQc2iXrPlh5hYMyWEuWfNuYxNWyPOup73bc9Lzz7Dc8LdJTEeoMOJLmwjYrjYOnRX8HOT0RviekaEnT72crQQiAQEGpfiU/LK2mtr2NNgjSduqwp/wWc/DehrTU6pkA74Shea7qoGMKVVFvoNH2OTY6HcFy+DSVc07nWEzJEHVQ4oK9jGDHMiY5ELNu0yG75GZl/Woq2m7yWe9JiVrmyRDTG6kJKNuwFR+wEelSwVlBa3UM3UbJ3vRad3bB/nWmYZKnzeMnGfe8ENkpc8X4yjVm54/gjtgEspVV4/1RSVBhhyOM6dNLSBpMr2cbEbmJheyLuts2zPMG03e6S+Kpr1Cn9uczvD6sn2nzRt+hqn0XOd5Xgzu2z0FMy0nqYCJxkf94znnfOsZlZ+7NO9sz+mU6meWll7QU3K/iPcL+gpJwZ7leEkPySsVKFoFHDwpVMbPdT0FR+1LIkMeeUULKSUsLCzA97WuXvQX8i/0JHceSZAMvWYaOkjniflCJ69a2n15NWw04l4Yl4b/iWrPSG67bm+TmjeylnnDell2NTq5JKgChsjw9Jisd9cjUOqxtv2+5oWpldoKhLY7nVgPni+G/ajnQsLMzAxarSYGLLEAABAASURBVFaMjSlJUAVJhox0ClHe5YoihRw65hQ4tWxtbQ2XL1/GuXPnFcQ7o6DQmuZCT0HFZQWJjuPkyVNwYOiKAu7GWemdOnkGyyurgVI1OmAkwzh34SIOffopDnz4IT4+dBjnLl5CT/P68vIKjsnOhctLWPO9SvO6r3JQkI4K6Fm2pvnZl1+g9jfNQWj+VSRKIakfkgJO1HytqDaojHnXXWruzy4swsGq2XkFghd2iF9UQHQN632iPbOAbi/h6ImzOHjwMPbuP4i9+97Ha6/txTPPv4zHH9+D+xS0u+32uxUwexB3KmB2x5334uaf/QL33Pcg7rrrXvzy1ttx7/0P4fbb75LsATz4yKO45Zf+luMt+OlPf46f/ewW/Pimn+KHP1RQ76af4Ve/ugP3qewjDz+BJ5/cg3373sNnCrqePnNOwbp9ePPNvdi7d18EEM8oiPi2+HvvfRC7n3oajz76hMo+gIcffhTPPfcCXnn1dbz//vsKPh4dBOkuIqU2duy8AXNqtz+yrWoOLa+sYUn97J/WdbDz67/129i2fUf87O3hT4/ijOpeWe3iksZgWUE+ppbW/Tas90r11TIuXboCB0b97c959eO8grPbdu5SAHeXAseruKRg8WUFiZdWVpTuRrD4uMb03fcP4qWXXsX+9w7grXfexcuvvYEn9zyHR9SOe+65H7eqL37+i1/hllt+Bffrvfc9FEHSe9U/7tOHH34cDz70qNos+f0PS/9O3H7H3bhNff3Qw4/hoUce1xg9icef2IM9Tz8fgdKXXnodRz51ALOCA9tnzy3h/PllLG6/Ebt2fU3zva25ezYCp2fOXkKrmFNffAWL227E9u1fUSD4Rswv7NR7nTmkNAMIVIC93y/UzlWth1VcvLCEcwpmX7hwGeeFiw62n72gIOwRBV0/woH3P8B+jevzz72EX6ptN930YwV6v62g7824//4H8ewzz2P//vdx/PhJ9e8VdNd7CqivYkmBbqYCbQVW2x0FUr2XpwTLWIgWBZLWdCF5oTnfEgrPf6Whcp7/JfX8JSSvlyaohCESpxd4MINLM515088Lm3V9RpN3ugnnNUES5LUD1YamNs19aTzJTW2RdR45Tl2ArGXmm3C/NtPXw7usMVnGMmNSfj1pl79m6MHrmnW12Y/paqPXE74WZLUBui3J5UoYP11+XJJT1q0ha/ZqA/yw6qEgK+jWIWTqW4V4yZNAPbRBD7w1+nKlFEx7opkvZb8fKPUAXGKLf3rR71xViPplewX/K1WHaW6Bqdt3Vehh0bpT0ehj53vmXQ1QGcN6mZo3nDYq1Zn9cjrgCgSSIAXxWeeLUfWxekidbYtToeok3/ps+uCHpsm0ZdC4oVFXpTEZSzfymvLMM/Kv7sdQoxpyoFiyYUG8RMOz8rgMU5szJEHWyFoum5Fl10Mp5YAuMo2kS0oUBWqPq5pXvsTBD6n6JKlfJ1FobY3L+qBkRtIW7vJ6NSBbVchDZnnGoC65AvsgMYKX3DSPieem0zUoHSLJWI06TRKAgThIgtwaSfkGVcIwbzR5pzPsh7FZvvWcZx2ZjJPkRj9Qy6xA0mQMJMFB+0jx0zBWYjzBQZIkSEZfkTXF8KjzyJpKUWfNk+N0WEQMOZ5H1mllTT09Z50RVPOfpJMb6gqhLpo+uo6fJKMNHm9yenn3fUrcYJccyXDNR4XRvQUAPRMr0PaVYCDE4mra0oeVlh7mipRQMCEpJ9qiYC4Eah9qYprM5aah0kN75RfNDdg2o5aoybUFvK/X86+S00bppkhUoVT/exwy0DhIDlMqNeSbjPt/En21S8Z1VgFbKfVCP/xwYRmr5Lc/xDpJWsMcQI54NA4VUarcgMr3XfVlpTrLAVUjpecS1wKpNk7Xfq1wL0+OTbKteOap6r8HE+9xiYCt8oLaLfGka0K0max5XONBjut7DEgObTldaO6RtcxVVoOxvsYqhrZIDov4ftpEHsOhwnUyJKOelGpKUhaqkJGE20FahrGjivHWE5eeWbI/9iXzldrqtMtPYszQIEFyWCdZ884ia54UHfjYlLue6dBzY9XT/DftoyxHPHTf9P0ww2kjz+Uy5nF/ULZeQ806XP8kmvlDXn3Q5KF79iQq9eMkJm1PS5dad5WfiUUzDz9TT2JaYcnkmq71WSkxCedYZppBagwmYJ2roS5f1eQqV9uySqbmMywzcnorSta+Wocc8U4btlNG34+Pr/MmQepJSH3kue1yJDWfyoDTlhvmm5i0U+epnOqdpu/8SbltWG6aMZm2vCnzusvo9fp6uWn04iV3077neZ0uNdfrfsi2sr1MLc8g6/4kx2nOz3RaWYCoUhqBDV7yUjadD/HkyL73EJKYdpQSXwsmbZAqOM3gJuJpqtNkbncGSZDUsq/7N8tNXdY+GaR0LBiAZJRzXr6PDLJCbl49GTxJJ8f4EOhC1nm5PolCr0mBWockSCIf5HQ+55taxVoJ1D8INdWEAnTvzYh8Kl/bAA0AQc0Lfh4p9YxSar66jNstsXZqmUGNSuVL8X2tRaOne4+pYfuVnmlc3ujLjtP2o1mPbRul3tqOUOrRrwpALYArCijFBMgRVSlTVQA63J+G2OGZ0yRBEm6DQdY8qRGzIcjkgIoNXbIuQ45T5xuTtmnhFJCs62UKu7l+si5BMuTQkRq8khtOUrp6noXACcDvAycBaca6dd3jAAjKp0zNk4QPt63SSI9Be6TTMUk8AGOIUrpoYHTd6gzbjb72frcZsu40ulUd5Kgdtu3yJOG+N4/PeTTLZt6UJEiGVacNJ0hGnfYBg8P3AQcVe71e5Hkvsb6DjQ5YlVpzTrsMSekUsD7JqINkzPme1pP1jZ5sgUkv7wvprsNlO3qRXmm996SXkt4waGjW1rq655TSa8tWQsc/FalxLIo6feGCAgPtDo4ePY633t6rQMIVBWTOYffuPXhEwZePPjykQMAVEEXYsc/+g4qkOTbTmUWr6NTytXX0ur345qPbAh2mbb20JymdviQIP12WZKR9IQmyhtNfFDJ1VRP27fPCfW0MK9Hcti2nTTOsU3kNKb/mq2h/k6+U53JXRYWYA9bfCiQjIDo/P4+O54PsO7jpn9t1OcsKBVYAKn8GZIELClgePPghDhz8QIGaEzHefe3NlxXscsAmsSX1FD+PetHfilTw0/93ZKn9+cLFJQWhjuHMuQs4e+Yi3t73Lp5VMGj3k89EQGv3E0/jtTffViDvCfzqtrsUFHokeAe07rn3Idx1zwO48677cOfd9+NuBf+e3PMMXnrlNex55jnc/+Aj+OWvblcg8U4F0nbj+RdeViDwDbz08usKUj6AXyjg9Nff/T5+qsDjLxVge1EBuI8/ORLfVHTQbP+7BxS8uqBg67qCT0s4eeYMTp09hwuXLuO8grLHT5zEmbPnUakP5hcXFQSs4huNRz47ir3v7A8/nnvhJTy+ezd+dfvt+NFNN+Fb3/42/v1/+A/4f/6//h3+5E/+E/7Lf/2f8Wd//hf4i7/4S3znu9/DzTf/FHfeeRceVnD0qT1P44nHnwz+sccex0svvoLnnn1egb+HIqj5rNr4ouzve2cfXnjhRbzyyqt4Z99+BewO4s2331EQ8TW88NIrQV98+ZXok8effBJPPf0sHpG9O+++Gz/80Y/x/R/+SP14Lx6W7JFHHlNf3iN/78Szz7+A1994Q/pP42nV9ewLz+M51fPE7ifxmNr0zDPPqi9fUX99gGPHjuONt97GCy++jM8+O4bz2heMywqIrmptd/Wu5cqVFbyt4KZ9ek5B2Tfk44saq5defhUffPgxTp4+h8+OnVAA9B3V+7b2k3fwwUcf4X3NLffpqTNnceTI0fDh3vsfwL33PYBbbv0VfvrzW3CzAsh/++OfqI9/jG9/57v47vd/gD//y7/Cn//Ft/Cdv/4b/OBHN+HnP78VniuPPLobzz73Il57/S28+dY+1bMPr772pubHK+rXl/CM8p586tmgz2vOvPTya9i3/wD8rdXl1R666xVW1noK3nYVxO1hdbWvO18bs/PbtSYWIyg6M7eIdmce3W6F8xeXtCdeVHD1Ci5fWdVeRqytlWFDW63mDbGu7W29rOA0FET1nALb6K5Lb3U95KnooGjNgqmtOac1JbrW7av+de0LgLf05ZV1fPzxEbyqtrkNe9SOl156GU888YTm0SOBZ559Fi9pXuzf/57avlf6h3H61Fmtv3OxdpdX5KN8KaFD94ikd3CFAqct7QftzgxaRtu+tOA8pgJJ+7l1koqApMkYkmQkN+SRtYysqQuRNAl407leRMGrXbSxuZarYat8qJO2hOrQruudNxC2Kgyeh8ToxMRBcCSJ8gDJACYO98uE6H+RpOvNaFaYZaZN+bXyLndt8NSc0nmbVDRps1S/5pvoZF4z3TSX5VlGMrPXQe2z4SJNWvP1yyxorI1KlIL5jCyznBICENkMFfSPgmipLarvF02i5ku9ZKrym1TxkJwTcJC3icov1QzZgR5MJlFJXkleSidgXrBsBPmj/nf3iUMlHjpMDbFxkoy8Sh8QAwM9CTc0NwqojabTu8NS524N1381kAS5NZq1ZHvjMqcqXcYhs7JtcZ7f4/mINlomnTjNbwaNssah2tD/lpfqxroO9bIsNW0oeZ0nybESlcbKGBN+iYnx2mrDJNV346hzMJRjcFD+ccBjyGQBapHlxqDP3U+GN+8keROIPu6LZPTEN9GXzWqAUnSEvL6gtcOx9VdpuEvAMq1h3V+hJg6R5EAzLcU4LTPj/t8Mzg/kfhhQNcvNA+Mfgk/BSyJ3fK+TKyGxvImQS2eMSrOpM8anBLheOeyHB+ggVY/o5ic3z5rIIQmS8WBCmsfUg3QeI49klInE4BLtASMVvNoI6YXAF7cBBFnDbTFIxsyxykZwo2hCQo50CqahfZIjHiM+1xlmGNdrupBEoSCXYRumhnmDJEjCvIFNDrLWI0fUqkphBIhHjHulNePxr+8ZfcA/qQwd6s9qgNJ7v3hSFgTlgjSfVFR3D+VZ1oTL5nKWm2cielpfPQeTNIil1pThCU75QaWlgoKo7Q7qVUppr0Go3gwGDypXH2AryJeABBKWIaPKeaJYBzqIUtlGLSWkJpnaoFyoXC3HdR0uY+RC0Xa1p1S/BO92oK7D6YCU3SfBS0/J8NVpdQ1IOWqhQDLS5LVTFRuersew7YxhZoPJeddDc3Fyo2857/NQv2zLPpOE5zy1V5Hj9WDDMZ5PjtJ5PZEad/X5NbVTL8KrCWgX8JQdh2ySo7o2uKXxJ+t857lthn0wtcx8htOG84xK88kwb2iyOHsMffk5hOZc6I1p1Ilqou21dPzq/p4EWftPjuh4KQznqcuStR6mHJM+5LRVm7zTTbhNOd+UHNVBbuTJWkYy5pD9akJdoa7U2hRDEtMO12N5puanwflNNOvJ/IZyjY3DbTOqciS0PZexfBLkuL/kKJ3Luaz5Jkqnl3QPAAAQAElEQVTNJT0hoS/a07NpTy+u1/XGw7Aso1Sf5PKZlvKthnbuwRzLtrOO0+Yzygm9Ot99Xttwey0ja/9JxjzKfWZKcjh+ZM1j4rCNpiinydoeWVPbmwR941Hh7KvY8IEclBlQsk6TNQUBklOBazxIjmmS4+mcqR7L7JCSvOa63R8GVZqk7rOcWrbuG+dB+UCSbkpEW88nIkpDN9QSleaOLtBuWkPzCbq/Vxpv11OaCkE1l2q72j1lTxbiJAmyhssYWT8UdLHM94PK9vUZuYJnr57r9RxRCnXazy4loHyDqi/uowBUI5z2c3NAefYRokYVc7pE1KsX5qal9lLTKnQw5mNfefanCetuBdtxvqkBHaabQdlxOj8YXQj9G/SVknEqGXTyksuZkqyzRUmC3AjrGbXi4KptiNyoS1LPqkkohshjuxkliXyQIz7LmnWbnzbXsy7g8oL8G/KSeagw7VBwNWxKIVOPRYZlmZ+kzvuyMM01yzazn/NIrTD57r61zM8xhss5TTLmbk9vnjszM5rS6j3p53wHGkm93F5f1wvvNb2g7unldz/0XL4Jl7kWuJ+sl8vaN7L2wzKSIGk26rF+1rHQvIOKpl5HtkVyVEZK9lskyvd0f2rp5be2E3S76xInpFRIX8/9eojvKbCxrrf3RdFS2xD9UehFfV/rmanlpy+YXl66giOfHsWJU6fgbwKeOHkaJ06ewkcffaLAwnHsf/d9BU9exBtvvKUgxd0KyNyvgM2zuPue++JlvV/qP/nkU3hGgZizCjotK5CQ2IpvQzlI63b05Wspf+xLxy/pWx0FVeWz9pmFuXlAtLu6Bv9RrfeexBR7VAKDet+yTkalfa8ajOdmFFc5XM5jsBXIuv/J6dRVbFbe9g3nezxL3RvMG5a7LFnb9b0kpYTC9xPBdISW5C1QfQIQ2Aoa91F+AtR7k/B8qaRn2tOYOPh15MhnMc7vvXcAH2rcDxz8CHv3vqsg1yEcPnwMe/e9p0Dbi/ENvSd2P43nn38Nbyn/uecVmBLefOtdHD95DoqnKeB2VoGw13D77ffhxzffgp/fcjsee2wP7rv/Edx114P4/o9+gp/8+Bd4++33ZPd9vPzKW9j//od4Z+8BvPn2fnyoINHxE2fx0Sef4q239mvuvSbfPsD+/R/g089O4NChzxTAfCMCZU8pqPr0M89jr4J3Bz74EO/K/xcVtHtIAf7bbr8Tu5/cE0FHB/GeefYFPPnk07L3soJNjynIeqva8aLqfxVv792Lxx5/Iua0v9339NPP4CkFOe+9937N+Xtw/wMPaq6/DKd/cvPNCuR9B9/61rfxZ3/25/j2t/8af/2d7+HHN90c3xR8SnU88/RzeP+9gziqgOOF85exttrFugJi613dU73+UIAsUIqHxiIlpSUrFDjrdGaxvLwCryOPzSUFdVcVaFtaWsaF8xcjELam9d7V2HkPWNezaqX9vCwrXFGA7Py5iwr+nlNg7xyOKCj5jgLXr7z6moKfRzVGJ+Fvq+7Wen1NAVT/cQRVtwNrDoaWmo89+eSfCHYQ+bDmxUH16zv79yko+UYEZ3+s9j+tQN3BDz9C/W3RVRzX3vG4gq933X2vxvcm3HHX3Zovz8NB1ecVCH7ggYc1Zq8q+Pcm3njzrbDz5FPPYPdTe/DM888rYPqggsv3aG+5N8bgQY3fQwo0OxD6xlt7o+yePc/iSek/q+DvW2+9A/t2+coyzl+4qL3rDI4eP6U2q3+0/3T9E+Pa6xzojODn3AJa7Tk93ycFzStU6uuugqXLCpaurfVx4fIylpa76JVUsHQbFhZ3KEg6B7CtdyFae2kmypdICpSuKCgqrj2Dzuwc1jSu/mbuuhbUwrbt2L5zFxa2bUNL49gHAa3rUmPsPzjwt6BXPRf0vBR/YKa+XtfeuLy6gjXdi/pVJR/kX6WqVXdHgdp2awZF0cHMzDzm57fB/7er58u67m3aBlUDsbCwgAXlFZo/Hv9PPjmkgPELuOOOu/Cd7/y15utf464778bjj++Gg6yvxreOD+BDjeEnhw6JfoyDWvOf6j7w2dFjCrwe0pp7T+tvL06dPoue/ZWflzUHjyoQ7p0FPkiajKA0SZCbI6lDDHKkMzKwkSNHeuSItyZZp83/vUGDpRmFMWRnlEfxvoGNoSGry1V6IEcggZpmHPAY8rrrD2Sj/LAJhDz4asRnfcujDnz+wzcsY9LCNNmkzt932j6OQx6pn3SN03nuq0gMLpZlDERXJQ2TV9W9mkKMmZQ4gMjkOZa2r1lAulSdsrzUxuQXF+GfNhjLtsJwIoduKUMuWaPyjiM5TFGiTktHafNGXb4EoxEVGJPPun3pjwCVN2q9UvUIUUZUeZU/OIfdugwlo2xRtMqI/Ep2M2RG/lVfCK6/kqHNT7LuY5IgR3AJsk4rQ+eAV4Z9Ermuk1fVrjVs28jqNa8+UX9l2Th1+/6+Me7R502RjH7O5clR2tMp/y3BMF8MhXxaJ/OTlBxpkox6SML3r3HUeQCBTftcWTrrsRETZz0GlmXU5Wt55quY5yW8VgIJeiigkKb4slFGUmWJfKQioUhpWJYkkkCOdLSokA+SUZ7cSLfSSaDMVLoi7LsOg+QGmeVDKNdlp8HjZbmpEbz0ScoVgjTEDs6kdpKSiZqXgk6lIVg+oFaXZDh6tKDyBXF/LaQHHVVjb1FyIDU3ARkg4zKRAZAMQAc54pXccLo+C8laj6STAZJhh7w6jQITF3LzchOqkXT/TUNkxoVxjcuE7ZBtcXE7M3zPqspqbH6SHKahI+uKjT7QBAMTgydrGjtgc7zEW9/rqs7zfUmc5FWsscGAN2ZBiaT3DprHohUKVGxFutRDfV8fvGpQr2CzjvRZoM+ku1RCXaZA6fQAuqMpjSEq+W2Z0ZMfI/Qw/KcXuz2hr4B0qU2t0otd/7FUX7SPEigqgZCbcL7R0z20LwSVTt1GtVnPBFqY2BLyPKlfqA4zkqiqtXnUaao3iOZ8KIoi0qQ1cNXD4zyJvj7QZlk2UMmPSeS8L0KzTdfnvnDavH3ImEz7mwJN9PRBzLqmGU5PwrYnQRLk5nDbyI357nOyKU+g9jeyKaOLB3K9bov5EOridF8f7sSOnepudUdeFzXVZJGO5pjmhTJ11nLba0JKVz1Jbmj3VQtJgazLiR2WN3+tsJ9Z1/w05PxMrWPe1DB/PchlSG5aLOuYZmRlcno5j90kXNYyU6PUQDrtMa5pXy+DR8gy00l4LlsWdrRfeM5nPlPnZ/Sl43qMUms4z/+mHZczom0D35zOqJvqOYYYXzQO6zSSwWZZpiEcXEjGXoRB99nPST2yznSNzqsBHVpPyiO1p8vPWj4+36U09bSu62rCS8bKljnf+2ghQSHnzCfzcsK0XmdQTg2n5QbGAKAgUIgm3S+gvtfbRPhuk+RvoQrNF+KhfMuSKDP04BTPkaLQfcH3kXarBdtMShv+tRfq3lH116XS0zOQXmcpTeWDut8MQNGs7zLmqZfdQ38GvqQxCvlao9C9r3DjZJfSMSzLVNkwrJJ0SYnqixpi4P50v6orPvdJqjb1je3UqJDXju1PwjpN2bSKnW+9vvoir4UhP5A5n6zbUutXao/uzxo3p7eA9Kxbw3Ymde1Tlpk3UkqxJjLN92vngXEFyUASzXqmZC0nGYq2HYwuJFUGApEPsuat18QoH6FPcgpNG2T2hxzpgkAAGPaF2Kl8s37zmmZWnQr3pWE9I/NTlQfCsqxQag0Ox3mw/2VZOcgvpePnWoP0nNOilw3LjVyfRNEO97ttOm06qxfOV/TSu9PpYE6Bs5mZWWzfrpfV7Q5mlUZ0iF8IL8ZPfLZanQgmkIxxn1Ew1GNu6mAjybgfQEe32402eL9WEq2iDZLI+nNzc+jpJbXTLe0VpAcAyPeF2dlZ2C502Lb17D8pPTUzt0/Zm55u46QeyfDDfeOCJKMtJOHDcpdxWcM8Wec5n6zbSNb9bX8tN3VZUzLBgReAam9b7ZgF4LVSqH9KtNW/7o8rV1ZA6c7OLGBleRUXLlxSgOmAAhNP4w69YP/JzT/Hz35+C+644x48qoDSy6+8hsee2I3b9CL+57fcimeff1FBrncU6LgP/uYYU4E339iLw4eOoLvex8rKGvzzqwcPfognn9yDV195Ha+8/BrefPNtHDr0KfyttUJl5v3/HIr652X7ev50Owy33Sj0HD6rse74W6pqifMylIwzp6dSzVPbMTbkN+ay82tUMV836Db3sYbNukwZ822MH+jH3uv9WGnztltq0Xp81713GkprWmmYCKYUAIiuAjJVmVCkDroK8Fy6tAz/vOe5sxdxTsExB9a0PJFSG4ktUKiqhKWlFZw9c15j0MXiwg4UrTb6CghReoXWUWdmDjOz8ygr4tLlKwoIzUinAwfLjJ6COQ6QvPjSK/FNyNdefxMvvvgq7n/wMdyr4OcDDzyK+4U9e57Hvv0HcPzEGZxQoPONN/fGt0AfePAR3Hvfg3jwwUcVaH0Obyv46YDm0womvvTSqzj4wUc4cvgzOND56WfHcU7BwCMKMK6pvecUBDt//hLWFBhsK8Dun4Btec4qSJXUjhJeAxXanY56jQpg9ZG0hi9dXoJ/GtiBHwcLHcBfUxTX/eNvxB5TsOeIgoCm3W5PY0yUJdTH61r3PQWOPsHeve/g3f3vR4Dxtddew3333a9g0z1w8PXVV99QH7wMB0Sfeupp8S9F0PVuBQofeuhh+NuhH6hdnvNX1P8OlHYH+5Dn+Fe+8mvYqYBapT4nE1pqS0oeM4QvKRUA7JPapPVjPfvX78tJJDh/TsE/qkySbhItS89VoNcr4THTsKlNRF92KhTqnxQ8WKA1M6OA4AIWt+3A4vbtmNEe65/f3XnDjaBs+Y8nlhR0XVGfpaKlskQpX9sqR9UHgVqLVUpYVwDtzPkL+ODjjxVcO4CXXn0Vh458qj48pED4uxG8Pqgg3LMKcD797PN4SgFSfxv0ww8PKch5GRcvLcH/F+mx4ydw+LOj2P/e+3jltdfxpgKknx09Lp2LOH7ytObHR9j/7nt4e99+BWD3491338cJBfHcJfbNc8OBU3/DeUXzBfJ71w1fwQ03flWBy12Ymd2OzuwCZtRvbQUgW505FMWMmuJvVs6g3Z7VPJpFobk1ozXhPrPtdmsGLNro9Sp4L+urY3PemubOuuRAUfcRAK+7vmSra12srq7FWm13OspIus+UMS/PnD2LJQVne+q7VBRwn/pzRikrpv2yUn9XWqelJFDwtA+/66iU6msS9+WYTukQnhclCLJQHYU0iJ4ydUKuohv7KNFSu1ryo6X109b91ToXLl5S359WMPQM/O1x/3GMv2182+134Je//CVu+eWtuP2OO3H77XfFHxbcc+99ePSxx3UfuEt5v8Ktt96mgPhzWiv78YruCa8qAPvccy/itdfeQCJ0VDUyX1MLJd/y3KhDRuktS11rJkmQI0yWcZG/egAAEABJREFU88acMZnXTI90tFE37JEj2+R0PmnxGCSbJoc8SeR8cnMdoJHX6DZyJGdTB42jqS+xPzd9UUCT1/i8duTGdZ1eFHkcrkavx3Cja6KY09k+tMxCeL0XXm+BrfXdx1trjHJHvo9kTS7y1a7czg15lXNG0tAfyDJvag3TGk6pt6RXpzVaDb7U7jVutdbf8qry4/njNnOeuzqgC9VRI0CrgdCK/UKAfPfLgJqWauRGeBOk+rQGVO8E3PgN7cF1HWqe6h4Usb0B2yTWIQlyI6ynHjT53Nik2mF91254UtOWK9lBAISOagzu27oDxuXTZGo+jFGexkwveuoXP5XyBI1XzrdtQxVuOMOVgZRspgbCDYSybyAoJg6vjwnRxuRgb8UmVNMcwzzf/a2nDxx6qsR0bKxiTKK5ab+MMflVEiTj3hX3r8F9DjpsZxrarUK5Ggu9LKv0Mq6vl3Nl4+cnLatR6yD0KpVB9CXpfiXyQTLkuoTIdTI4SCRO+eKQD5IhpwQkkQSSIAD3qSl0kKxl4kdnFT+bmtPW9xhUfgJT/zttWDYNflEaMS5ZLhpwGcP7lOkQ0rEXpK4DuO5KdcXUdUJwmyuNfdUYw6vxpWyU2tcmIXNxkgyaLyRBjiPnTVJyXI9k9DMGB1nnR9KNDWb8Yr8m21CGz9rBop3QNK/5ZslhGbVtyEu/dFrlm7KteNvs6wE8lzM1XMZ5poZlGTmdaan6apQoVX85SPfFG06bNu01edtx2jAfq8AXQSf0Oa3uA9krUaFUOyvNg1Jp2y29vmL9lMoTxPeFmhtc9SKiugYk2fb+mFSPX5IXBChbhtPJe6vqS1WhNVIApTT7IiV0JFAfWoxK1IDmgDLGTlJGJalUlyEWMhZQMUTAWB9ts8zpjNAFQdaI/Ui85WQtM1/CHo+jkgyUv0IpJQ2T+hUBKE/uBK+uDQpIt3J+BarMEIP9z3U3AdJmxkBSYiEJmZ9CEQfrq/KD0YUcyUiiWV+STQgk6zpE0Tjctxml5koTlRvZ0N2MLfRhdhLTdMmRDySnqahPqw2YqjghzH5XGqDMT6hE0vmTiAxdLBeZejrPaGY67bpMDfOTmCYnx9tOElXDsPlSKrGmG3Kv6b7GxHkeU49z2HebZaEvlIbH0etNzwKlJnDptKiKolJh/6V+pclteSXG1PA+0dM+19PLg4B4yyfhvLwfmgZUR191GNnPnmRGKbllFdROtzVpzSABFKVkmp/aIlCJVtBaUtulqpag3qsslC5ULqANgKklzfpMkhskQY4jFdp/ZJdjUN1KYwAWCako4DmcZIuUT+pTkihSatiEDnWc9zpWUFbAnzEq7XfyVvl2tlIZoJKNUn1gKGN4kiMfpaUtrEJbxtqWq9UyDaoctBdD1IFPylalNAd1Q+MG1WnZGCSjdJ1P1ageRgoK0LaBSLve0JNMouFpnzOysNRzmVxTW9VP8tP5znNfGSQjjyTIBjDik/hElW/mT+HROFyPdoOQkLUtJ0gi12sd6MhpcqQnMUiqC8sNcN402J7RzHN6GkqNTem5HXRUR3+wbpplbC+nS+mbt4ykSYBk+JvzTDPocRrkk7UeySg37ZLL5TySYbuZzrwydNb5ZE2dJzbkwfsi2A/Pd3KkJzFyfaZOZ5D0VAPUT4bntmkTlo0BKpMNTFDb34hR30ffqi4/F1svF2/y1slyU6cNkiBrxBj6WV4KwWtNlbILUHNPL1wrBIXSbb1k7ekFvCQgC5jXEEefJKW1bIHKc78VS5ooUKQ2Ku3FhfYxp+v8AtQ/6Gi1WvCcLm1IaQck5+fnxUHBivWgM3oxX6SEbdu26aXzKrbrxb6Dbv6mzI9+9Lf4wfd/hPvuvR/33HUvfqFA3k1/+2Pc+svb4idjn97zLA4e+AD+Scm39dL9gfsfxDt79+GkXro7MGi/7V+71cGMXprv2nlj+Oy2rK/3YL+6Cm64b3w/cNpwANJ+t+S/nXS+ZYbHwDpN1OvbmluD5AaFbC9n2K59cZ3mnU8Ssa8zwX5Zbl+sAx0rKysarx7sr9FWkNF93dFL81kFB/zsGm1WYGpleS2+yXbxwmV89umxCLCtrnTx9tvv4NFHHsNTT+7RS/I74b7//vd/iO/9zfdx9z334rnnn8cHH36Ic+fP68X7KRxRoOSTQ4ewf/+7OHT4CE6fPh3jcPLUqch3EOHEidM4659BVV2XLl1WQO+KgnMXceD9g3jxhRc1ho/gV7+6DQ89+LDwoPAQ3nrrbZw9cw6XLl0SLkebHOh2Ww23iaTasBxtdv+oC2Ca4f4xX1ZljLHTY9A6cL5hue0OoY6yrIlKdmpUstdXXSXkQvClPutbt9Le1u/3NK+7CrasKUjdk1tl6IpRQENlWgkra6uYW5yLdNFpIen9QVd1xjPG4F7eUVAzKXBTMelOmXBp6QqOHj+p4NzL2PPUc3jjjXc0Xu/iuWdewlO7n8WTu5/BQw89jtdfewvHj5/GRfX3ieMah5NnsKoAtlzDGQWcPlNw8pTWhseELOQWtVZOKQiyT0Gp96LvHQD55JPDOPLpZzhw8AP424GfHDqMjz4+hJcUSHXQc0lB98tLK/hQssMKRp44cUr6R/HZ0aMKxixhRkGaxcVtSKmI8T6q4NiVK8sxnhcuXMCnn36qQMtreOedd+D15z2hpbW2prVorOvZzfPo+PHj6K6vh41Lly9jdW0t5tZhzbcjsnHmzBnY3vLKcvxRhcueVYDqvOao5+PS0pKCx6tRr4OnV65cwdrquuZNH94b2q0ZzGj/mZ9bjHRXwbe+AmCJGietk/Pnzkf/bVvcoXEEVpZXcOniZfUbUKht1j+voO9FBaNSSrC9rgKPx4+dxBnNYQe2/S3AnTtvwK5dN6quOTC10HXwTfvPmnQ9DrOzc2gpkAokzZtSc6hEX3txX8++ug2Hv5UepIvU1h5MQHpQek4BQf8sNpVO8qcsiXXZVmwOs2rTvMag3ZlF0W5JPcHPtWvqT81EzM8vwkHTXTd+BXMLC5gVtu3YhfmFRRTqk6LdwXYFehcUZC20f3ZltKd7h7GiAKFh321rVXVeUX+dVTD1nILeZ85ewPJqF632LE4rgH9Ic+Rt7cvvHjiIQ58eRSnfk2yWTJhRALdQXasKFnvNW94N/gqOa/+4rLm2rn6A2l5ZX2tj244bsENod+ZgffdD0ZqJtWLZwuJO7Nj1FczPb0NHAVO5h3Mat9U1rV31VaX7GNkCUoFKabfJt0n3j/u7qzkQVH6saIycV7EIvzUsUaZfUQHkUnNS86lfSUbla3ggEPAfeVesULQL+ZgALTfLnG7PtNGaaSG10xB9vQdY1zOq3Iky1mNBVCxhmX+B07WABJPKJfkPolS279V9Oek5UklWVRXKCpAIIrAOkVAULRSC/3Cmpf5qaww6mh+z6tN5zQdjcWF79Fuek+cvXMRHH32MN954Gy+++DJef/3N2AcefOgRPPLI43hewfG3dO/dp/vAE7t346GHH8H9DzwU397es+dp1SoPCMgtg0ManslRbHFMy+Ym+uRmOYMC9kOo6x3JBtxUMmZxmjNTS12/MMWAapKoqAcvgyRIwvlFUQQ1790o62xGfVPqaxYbaBxkbZMcpw2V62btw3UXukoBrR1cHypQg0vZ/bIgU7GaK62maKPnQBXSuETSl0j9/V5ym5Pc2BIa95zvMslpQ+WcDqiNEsV8IwlyI6Q+dkb/jEmunnCZIbRLDXn16Wb8VlZJbpX9d5ynTtP889rcGtqx9UAJodKD3wgqr3nmOZ+gdjT4gpIoG5JtDuglDLVmOKTUTWoM2o5lSddaT1fxSaDuT8qRPnRYLjI8PRbDxBYMlVcOxlHs8CQJssZQ+AUYqizJoU1SPBjtqDldLZsGjA6Sg4Q7d8B6DIO1LAOyLrBC/eKgQaWfZdAjSJN3utLLrOkoZYuC7UJHhUpzArJXU4nEO51Ru1tBg4ytjqqxfqwXac8dFZ0wOTBdhUk1bwMNfZXlJCpontUowCFvPQcGDfMZaVDecs20GKsx6sbJb3VC+ETZJIAkuUHxAaV1KoVaIyew8fC9kqT06jz3Q3N+hl3nC9a1lnUyzTxJNPN9P7AdAzrcb2lQi8tUWgPWb4KUHwOoyPAMfbU702HGgKHoJMLvLNc4uP4M1x196P5WnveLSny2H1RlP8/psi5napjfCtaZRAzuhkJuIUCaGqiPSNfs1a5aPXWzS6BUezUEopDM9tKQAkmmGHWRNfU4kZR845n9d07mS42X06UqKbVmLQ9eaT9vDaF0zrMs63g8XL4GEf9UPyluAi4/ibpcfXVecB5r+5WhPnA9pT4FOKBvalTyqfl/poVMOnn+NKnXvu1fHaX6VyMg25XrtQ92KnwSYyqihsJQE0HWbcXUo84jR9RqJGMdbjVe5KgMWfOIIzsRiWu+uJRB2pbmjihAYAAygUY8wxfwczpTAYBIqQGVI10Ow4Nk6DAlNKHehG/FrtcUsjNtDKCDA5N5bsXY6uVCX+j5hcaAjvie1kWJnuat/3LftJSNaSCVoTp8us8LfQaxH04b5iuPueaP59hWsKlJVPKhCdvMIAmSOTlGSz03jUOLHtFb0htQagyECgkY0FKdOQk0DpJRZ6X5m+F+lRRJNgjZkg0MIPdR6sO/Ua/vKvrWvOGy0GHqtGFeojgzv+6XMupHCy1b7+mlgoyvD+Ax6iu/L788Tn1Uel1QoXaD+qBfwj87tqZyzitRobTuAIiXHdoDmaQL9OyzCpegnliASnJoDhZ6cZz0Is601dFLCqULpalxt7yldEqFVAuQSe4ykHlVF2kor2/7omWgUD0JfQ1Nv6J8H6FUn8aYUL4ky4EKFERlvhRktE6LqQRINyiUqZc5kI0azgRIBtA4yFomUufVDJQQsOHgBsl0AUmZ4DCTJJL7Un1WFAktveA1UipQhGxESYYuybBBMsYtz71MtbkiDjd6gFKf7T1Xsk5NQ2vsYrn1LCQZ9SX5R9Z1Qgc5zud8l21p/DPaGn/D+Rkkw6bbZhk5sqVG6azTpPQEcpSGDrJOi93ytC9uRz3HxlWdZ/QHfWK9JpznEvbP1OlJNPXdt5vZst5kWactNyqtWdMM12dUcjzLJnnnN0FymLQuSU0BrWntAbZhmadBktYkCulOg1TjJDk2JuSUtDXVDgiV9lpTg5LLE2iZygZgntRVbbNPpfwzzcDEQdqC1rX0c5Z1M08SJCNJ1jQSupCMPJIx3zyW5EhGElc7yNpXj22z3ibvuU5SbSS8L3cVlHC+29ZTYGJ5eVkv8LvK6wUAoqeX4w4o+iWs0w7I2b+e9FdXV2PdO20b3tttjyTsB3R47TjPaeeZN9ZV3jaJQsGz5fjmjV/49/SC+pxesl9UoMfpjl6099YrBc4u4NChz/D2W+/gsUd34+GHH8PffO8HuP22u/DWm3vx3HMv4LHHdiuQ9KKCPfsU9Hkf+/a9p5e7e/H44w+UYekAABAASURBVE/UL3Sl42+J7d79FG6//U7c9qvb8f5776vP24N2lgpunFXwZh8q7eWFXijbVwdbOp2OdHqSV3CbMDjcD+5HJ0mCpIIhM6HnNru82+38TDPv9CScR9Z2yHpMbSPD+eZdb0aux9S+eBysZz895t7XjJ07d4bv1nGA6VMFmi5evIiPP/5YL75fwrvvvQcHoPzi2z+z+/77B/D223vV14/gCX+z9LY74tuG/kaRdZ555jn11X58qiCYAw0OylTQ3NIzE1KhgGA3AnyXFOTrV1DgZh4rCp74/41cWV3DkgJnly8vYU1Bl66e59p6ae95cUoB135ZoTPTgQNQpxQM8z3awRB/e/CRRx+Pn/C86Sc/wf/3//ef8Vff/jaefPJJPPTQQ/LzCXzwwQcK1l3Gkuq9oKCc57r7g0woZfeCXvy7XmiMAca49rW+/XyxpucVLRDMzM3B9+eWxh1FQlcB0PbsDBa2b8OyAp2tmQ4qbRZ+zrQeNFZAiUK6ugUhFUSr3QpaSFYoQJqkzwTNjRLzC3PwnGp3WrFWXH+lvDnJ5+bnMLc4jxMnT+LABwcVLDqBDz76UO1ZQql9a0Z+OKD0ymuvKnDxIt7e+w7efPNN+Jtg3/3e93Db7XfB3/C88857cPsdd+P5F1+Bv8H3poIZDnr6Z1qjD+++B/4p1ddefyO+FfjO/vdUzyd45bU3cM99D+CRx57Ao4/vxj3ib739Tsnux8Pqe/9kqsu99c4++CdXn3v+RbynwLd/9vZBBUn8jcKjx47HT8QeO3ESVxRcXFWAc0lBy/PnzuGUAulHjhyJcfpQgffDhw9HsPaKgpiG14SDnW+//XbMywMHDsBBUgdDj584jgsXL2BJut5/vB/NzMxEX66pjkLPIbOzs0gpaS9bQ6lxhY4K+qexp8bAa6Gle7/XgwPwq5qLDi5WGsjEhMp/7QaNX9HWWp6F7bWKGY1TKUvETGcO7XZHmI1vxO9UMLHTmYn6KqksKODUbs+g0oCurfUU0F9RgLWLvvY2WUVL87yUHpBCZuo91m33vFxfV6bmZlF04CDWjILO/bKKb9x6f7S+bbRaM2jpuYUsQCGlAl4js/MLKBR0dVnzMwrCVmrXrAKS8wvbFGDchW07dsDyroL8y+q3dS/Q1IIDll6+peaz+Zn5ecna6j0i2e8K6ElBTUHhOmbm0Fb/AwydSuXkfehUks2pLxa2bdfzcSVZXysEaHdmYHlnbhYLi9uwbdsO3PjVr0JNxLoMO9DaUzTSgd6OAngL8nlmdgHLK13tB5fRmV3EnGRzCgRXKNBVf3lfWev2VUeFxDZS6qCleopWR/XNotB4dBX0vKzg/vLKmuop4T6Nzx0V5XuK+tutGQCUn4z2smhFXk/9sy6furofrihwuqw54z1sTZ9B1R0AVd7lKoQd942Rojxlg1IpBkiiCRUr1VOqbIVKXN+/uKXnvL7GpNQniUpSmZRuJciGJlcpHX8+rMRX1ol3sKU0S+kARUpoad9paX5TPlWA8lQWBDigMA8g0gCUrCFGZ20Nsk55pfLSY2qhVXTQUT96rrdFo21RR0KrPYekfOtt274LN9z4a5jTPEyprbwZzCqgP6Ox9DfHP/roEA4e/BAHP/gInx45qn3uNBImDpIga1RuxUT+VZODsk09ks3kGE8SbEjMB1y3HNBYbXiBPJSpZObV21voYZiHkkM+l92M2qZ2E1TeNeQL8jHgK9GAVpCp9YPKr6x6LbQucy2aIx1S7RhgJK05kkjacFNKojXIkT454jHlIJWv8qTol4wp1W0qIreuPzlfpaUVY+r+h8bEO0FzTJ3OaMq34mX2mk9SHlwNmhPk1fWiTQM980N4LCV3OjtGbm6vOfZZf5KSnBRtmf4883RLg/8rzcz9kOn1NMNzzvqmG6AM6qZYA/Af6lD7IC3z/DEGvFa1Nu/RNXSUhxLYCkUq4Ictg7Yn1OtG5XJdtiM+5BJf6+kiV9OlFAJS5jTInyTkPPOGio1OGxilxMmQrpOnA4NNGTkqSBJkjaZOk/f4kmyKtL3o8UB7DLfonPAmN2CCMgFNVBqsDGxhE9d42GdDjkYJ7wNqaPDTLqHbyHDaLd4ANYrDeVGhzudwLnk+BZQzokShxnocJlFYr0IEeTMflAQ5ApoHEXnQQXLIKxknSflToygKGMmyVOuSDap7NqYcJOE+I2vdzLtfDEwcZK0nZ3QO+AkdJ13WsL1m2rxMwB+YMuJ5I2eYToCs6wlb4p1NakZqXmYbZYN3/rVCxbZUJeu6SQLUAGLjQSpPYpLRJ2J1UqhPsubJmlaDee/+qaFHYZmueTF1MU1pacrBLA+qsqZut6khxUGJESE59MUWred+DiqbWdNp2+r7A0Ggpw83Qq8BvZTI+e5nl9kMtlvnmZsO5+e1X/MIX6GDrP22fBKF5nUrJVwNJJEP23D7nE4q24Q/clH7EfUhJwPio5/0DDyk7q8J2G7YZNIaTGZhlWCuevGIXFUp+oTkGJ0sRY7nk3U6t5MkipTgvQFbHGRdjuQGLXIkI2ve7Z8GF7bclCSyH5vSou47clyX5Fi7SUYb3I6MpHaRG/XIq8sw5SDHy2UVkpnd4BPJKW0c6WNwuE+MQXJKmRSynN+k/pDdhJzQh+YK+mi3OWSgkm+V1kyG9fveP+SeZSj0cqCRn9OZWj/01M9pE5AyJlD59otktIMkLEtFgVTU8LilopBarWObblehlxfmmyAJH2RNgZqSRNhxfdAuokWX+5UkyOkAiOZBJKRUgBzJzXmLT2Bs9eb9TOqFHbyWLQF4L6zrrGQjBSTecJJUUY2T9hJnpoHP5oeQTdtqYph3FYa0N5srkXU+SZBGGiqTTo/gDLJOm8+wz5OYzFMTJKqiDjFbntkWydDL7XaC5MhGZQlGadSH+977uctl6jlEMhRIIqfJWhYZulSe+4P54vJNKDvOpmwr3sqk7VfDZ5mmvv2cTGd/a1pGOes4bTR5lx9C88f5OW3esH7l+9UmbaokH+kNOtSOCznP+RmWKStOsp67ljVBMsbEslwuCuiinMgjxQ0gcZzWNyKhS54HmZKjMmTNF9orMjymGVkmM3GStb5tWeB6DPMZJDM7pNYxXI7k0PesQG6U5TztPEPWNoaJKYx6cooUsY+4LZ1OJ3gHkNynZF1vb/AMZv8cTDA1XB9JLOiluYMGLp/hOeLKrG/eNl2GZNRhOcmYe/N6Ue/PLrZnPVPrul7bsG3rm+7Qi3zzpd5CL+plOlHAAY0rCq4d/ew43n33PQWJXoa//Xb77XfgBz/4Ib71rW/B34D8wQ9ugv8PwocefAT7FfyZ1ct8qDy0B1+OnzJdim+FXVAw1j/L6W/YHT9+UgGN1Qiuziqw8E/+yf9R9XXD/msKHPn/LTx8+FMFeU7j6NETOHv2PFz2ypUV6byO999/H10FntfXu3DAw/06owDCvPrMfe60AR3uJ+u47c4zSCL/k8pVT/ddhpVJmoBkwDbz/DV1XSQxqyASydC1zMyqAt4OnDpo+sknh/D008/grrvuxi9+cYuCjw/jA73UfvHFlxSMe1sByaewZ8/Tau+B+JaR5S+88CIOHDgYP8v4xhtvKIjlbxTOoKeggn10QGSttx730ZnOLOQgOqIdBTK6CiQ5cHnp0hUFQS4pQN9HV7oOYvgjZHzTaWERrU4bbBPrZRc9BQs6M230FSSwXed1FEzyT01euHQZVxR4bSndLYGLl1eEK/BPsPonJO+55z4FznfjlltuVRDulfDb34Q6f/6igsSfwu0/oeDewYMfKID8CU4rSDurMVzctg2L2xbVf3M4d+F8BC+XriwBYLS3p7UDHceOHtP8OKaA1TyWFSCE8h3o8ZgvKSjsn5peVZDF4790WX4dPhJzak1z59KlJfibkF0FYmY0Z0sFZ6xDzduiaGNpeVmB6X14X3396aef4T0F+XfvfhLPK1D56KOP4cUXXsJhBSDnFZRwe/Y89QwczPa3hP2Tsk888STef+8Ajmn+rnV7WFGA7JyCxp8ePYpjx0/AQc1jJzS3z53HuwpOvvTyq9irYOgbb7yFx3Y/oaDrHfjFLb/E/Q8+iJdefgWvKzjrP06474EH8Ohjj+PV115XoPWjCNzud9D9yGcK9H6A5zQ/3tn/Lt7XPHrjrbei3NlzFxRwXlMA9ApOnTkbOHf+goKBXaQigcKa1tKlJY3nynKkF7cvYn5xAUiM9NzCPG78ta8ELO/MdDCj+b1t+3bNo3X1PJD0DOQ5v7i4GLKu+hmDw2MCaXmOOsi6pnFxMNfB18uXL8P88vKygu5LslNEUPRrX/savvrVr+HGG2+E63FgslDAsKqInj7PVrLn8W53OujrPpqKVgQD5+YXlV/JvznsUlkHAi8pkL+ioF1fE71oz4AKKlVIcNCyq6Ae2FLZ7Qqqb1O5efVND0vab1Y1P/y5WMX0hKEWpALm+9or+5ozTC0UCpQV8ktGdRZoy/681tGN/jngXTdgRuujrTU46z05FViSL56X6w78yYb/YMH+lQBmpLuwsKDg1w3YecMuze05IBEg43lzeWUlvmV+xX2lYLjH0f23on1lTXNsVXRlZRVd2fY6cXvtp322j4V89VwEEzraM1kUsp0Chdrg9oCF7iclVrW2/VO9h7RuTmvemDddWe3CoNqyXfeOQjapse9qD+qur6vudflKWFaq4uXVVVy4eDH2nNOnz+L06TPa088K52F/VTmSbJn25HdVQemEeY1jR2uzkj9kAkn48BwyMk/WcqeNJF8mQTLKkzUd5SudAPqlHkpUZV9zqaf500VPe2Ov39V491Bp/4M+MKRUQuYB6ZbVeshL5VX+1KbnNcSHiVJ1VXDXFq2ElkCqhPI1dVE54TFVvRBoWBYA4DzxKajLybrmt9dQ31R96j6iCgZQyA/pSV5qPnmfX9bc9TyQMRBtdLUHrWn/V/Mw05nTvFpAuzWDInWUX6jSAq1iRvJFYQFySbLBSRIkBykguApbHpU9nNAgCXKEieyNedIFJ7U+R3qKL7bCz2mcLqz2V+pwiHrMk2zRUFozRqMhxvWGTlXPC5Wz7vVgzJbtbQlVUAk+RWk6QPCSufhABDKkOXlV6jF1m02vqnxdClX4QvKa6LWYJmtbk7qb+b6ZfLL8P4Q0SYw2sBQ8WcvUgZ6SmDxIDkUkpfb5MDTyBZit+nqrvFxlxcz9w6P2v4kvxcPqS7GytRHXMQCx8V8uPMzRILABqMymkF3vO5uh1B55LYh+BeJml21RZUdQ5uD0/Zyqd9pisHiYP9AnOeBqQjLW1eQ6c5oc10XjsG0n7avpJEiC3AjrZdsko26y1vPNgyRUENdzkFQRRhGSwZMcppN4kkN59pkcyZSps05HwSkXWqYLkxh1eqb223A6oDw/1AQvXVKFVCSfJKOunDYla5muNmVRgJRkAL/oIOu0M8maJ+mkJgxA/1OaJNzPyWnD6QagI+bI1tPOAAAQAElEQVSTJpjnyCQKlcky8yThfvSkJKDcGk4H9MBWNaAuiHZsRmu/gExJgqwBHTG/5BtZy8gmVSmlpQbqQvoqRqfHNiBfygGcVlac8XDpD1WyHYLBhSRIKlWpORthW7msecMPqSowPElGn0MHybBHUqn6JO13ioSrL7Wmwzc11rQGYHl/ELD0hxujP/C51hn5F8YGF+cN2CAkQdawwPOh0NN6kRLMGySdNQZSMp1jwmZizN8y+svZrj/DacNp061AjlfmMkYuQ47nZ7l1MuQEpu2B1iUJt9vtzcAmR5GSdEdoFUkfIMbh4G2RCoyBKeZ77UcV/FZzX9ox901xjcc0ey5vOC9TksNxJ2s+JeUOeJKYTJO1HjnKs473nILqjwZaavskCs+rTdDSB+eMaXo5z7Q90LVepNtttDcBphz2mazbYn4aphSTiAOIbHGS1qsVyBFfSxCE5Ib+j4zGZThvJSOp67Wf5WBfG1J/4NaGYpvXbqWhqfpJhs+W2o5h+6YkLR6CrF/SOK8J6xuWZTrJOz0J6xpZ7ooyP05L7Y2lllgVtK+XUy6X4T0yI8umUd+nZAB6AzIE1X8FiJbnuajvfRQlaXdAMlC0CnhOkQw/XJ8V7CdAQCBNMTia/EA0IHWZQWJAqgHdnGxuz2UmbZIEOQ7rGO4bU8PtcDrb6OsNSm5nps7zupwEyeiTrMekfmysY3K8fnKUdhmDJPJBMnweT9cpksj6ZM07bWS/cjswOHLa7bTI1DA/CcsNlzHNKHWvLifWXc7LNkjNCSWyPOvntLLCd1PLSJoNeC43x8BC65ga5jeD63Ge6bXAurapCayXf3oJqECDy2W5KUm4P92v0NHT84hInCSjHc4j6zaYt75Bsi5bpKFe0v3HIBljS47TZl7m0ThIDlOaXnBPT6JQhpF0MxQ70ClB8pqRpFtcJ+yYtg+R0ep1H14v3HeeA37em9FLa4NUK2XcQQbfD7NNBxZIxr3R5db1QjqXtU5Pz4tySENchY7LWi9pHKxne7bfUVDBvHXPK3DTanUwo5fR6woWrCkocOrUGbz//kEFifbjZQVv7rjjLvzkJz/F9773ffzX//rf8Ktf3Sncjh//+Cf4q7/6a/zlX34bP/zhD/Gzn90CBzh/+tOfxbdN31OQ6PjxU/FyfElBK+pl7ppevHfas7EV+1tlqJLGKWFtdV2BlZ6e5wjd2vSidh5FasU3To8rqHTgwAfY+/Y7cHDLL3nfeP1t1XUf/uZvfoC/+tZ34ADiPXffh5//7Be4++678eyzzyq4+y4OHToUAceDBw/q5fxp7N69G+/s2xdrwEGCnl7sywG02x0UCrK4n/q6xxgaAoA6E+E+xBaHy+X15LHIqpaRblMVAYGe1p1tWccwv7q2Kl/347nnnpXfz+CRRx7BAw88qD6+DTff/NMIRj/y8ONwm/fvO4iTJ88pSPomDh86hg8+/AifKIjhwNihI5/ixKnTOCjZSQUiOgpAU89n62rPleVVrK33UKidPe9repm+fftOgEV8C3Utvh3WV/BjDX01vNKTaleBs6Q+6Shws7htB7Zt247Fxe1w2t/sRAH427Sr66tIRdJQEi6zpmDNyuoKerqfOHiTikJB/8UIfLlfT548hUr1257nY1fBtHPnzingeVRB1ccDr776Kh5++GHcdeedkX5LAT9/K9Lfety7d2/ovvjiy3j4kUfj/7T81a2/wpO7HVA+iJdfejX+H8y33nwH/kbzBx9+jLNnzinQ/Ak+En9BQdpLCvAePvQpDh8+rGDtYfgnbp999nk4uHn33ffg9dfehH9S+vHHnoT/v0z/X4EffPAhPvvsWATyzN+t+fan//3Pcedd92L3E3vw4AOPBH3vvYPwHxe4/rfeeifG7bnnXpR/e1Tfp9i2uBP+/09PnzqLixcuK9C/pmnWUl/24WBaqXdPVxQMW9VaXNf8jACHxm69V8LfvL20tFwHOi9cgn9y9bjG/Lz4vqwkBbouKth5RsFX/zzrjAJzlQbqioKS6+rzXgUFaE9pHV3BRQXZHAjU4GlezKCncW8pmOexjjq1Vj1HCz3/tPQ8nvcT07bmUUt1paRJoHpBwkFTQ5MKPc05MmFGc2dOgW/LCz0fuF2X/e1Ujbl1PNdaMzMKyJeIXzLRnlbKFrRnea7OLy6irWBsZ24OST4U2ruqlKRbodLczUBqad56/mkOy+81BYXUXBTa25Lm8Gp3HXIJ7kP36Yr6w+iX6p1WG+vS76qPZVR7wSw6CiRVpeyp3LLWTuSL72uPXVK/eR2XKut+mNU6m1cbC81zktrb1Ba1owLhvdX9RFpeoafxhA4yoaX2tNQnAOG93LANIyWtpwowDx0OJi+p38RiTfvFunxNLNDTnn1F88Foq63+GfWdO3ah055BkVrxM8Zd9UdiisBnT+UcSEupQEvtLkSpPNOO+tYB2ln1N0np9+Hxt89rWtPuH7c5pZbaWKkve0JfvL0CbFNX0QQyhXxNdTtYZ39XHcBVXzqAt6r+X9P87qpPnV4atMFy80sKJK+p7LraZ7vz8wvae7bBf8jhtOvJcF0AUaj/U3LdBFkDg4NkcOSIkkTWhw63VWR4kllXIrF1sow+qXJQFJXqqgHx0tRZCUppPZX+tqqeIW3bvxCY4l5ClUEAPqwu3UrzqZRu1MMq8s0zAUmgAMqu8kzFgrLndhcaS89zsgAhRe0hNdU4ACip+aecUnllUAlFPeaLC9s1X2ZjDva1x8Bl2UKhdeM1UBRteK6kVCBJnpLHv8SVpRUkmzFIu2OuBpnTVS34kq5ktrvRoPzeIHTHbxA2BOTI3ufztGFsC7bpB0mQwkC/mTcQ1fnWuUbkcnAjrgopaMIN5hHsSfJVYvOUschzWnDe9YDZlspCk3pLyI/wWXVe22mj16Z57VrymGqhFhNpvsZm5T1ek9hM91rkTVtb6XtMtsrPeeS4/2SdTtpFjKwHdXyz7knem5FlZF2e3Ehtj9woJ8dlozoBcjyPHE9jq0O6W2X/ry3P/ZvxZfiebX1eejUfJu1eTf/LzCfH5wk5PQ1IbjTzlU66QdQACvEGLReofSiCY9qvMtWdXqf2G+eJeP0Z2il042PAe1vlJ0uXG+iETDfykIdMtag+Zrg+wQ9lhnKVmrg2fd+Chw6SuupUXV7TTpEEOYJyNz8beuSoDMlhGXLEZyHJYR1JvPcCgxzJySaP0IcOkrqOn55bWaLH+7rvpUbGJWcFJSULbnQhCftBEgRAMqAL8kHWMpIhIqlswmOmCnWqZo23Mz0P7JOhDJ11XqSlQBL+J3bsJBlpkiA55M2QHMqczrbMN0ElrgbPQ+uYtvRBohg8AMcYuLzqsv0NUN4GmdpMEi47iayb7wc5janHqI9kcthnVnU5U8O8NIf5kVYB1+F804yc5w9fRk8fomra04eUUjYQKLUGravb2lg7oE5qtokkSIYOqd4b8Nbh4B4ZvOQYHCRVR4XS61p+Whx1ibGuSJwk4bQf5p1vYHBY7jEaIhXKqe029SSMuiZlpT58Rv32YQAp6tTCt08CVdjlqma+eIk3nKX0Q1fUfFmV0T7X0YRf2vQHfT7q9/5U3Z5ecDVh/YxS+2Rtt69x0wfy/gilPigBrr8nuz21qS9/1S6WwLVAZV1+K/gD2CSyvuXmTTdDFf3Tl28lNMzwX782URRJYy93WUU+PBEFTSkwWT6OlBh6plAZEGjC9RnZjiml04RlRqUxHNES+bDcqPvd/TtC1mlSkkjJ7UggeR2AdI2ty0AHWeuIVZmaJ0fU8quBrPWbetfaxmYZ8+4695Hh9HSovhgv0UHdZM039e2D57up4bVjuzXf19wuNX/qfcSyJqxnWGaaYfvZR+eNY2TL+s7L1Pw4qqjb+UaeL+at53ry2JvPIOt2kpl6flDzZARlwfYMkpEHIg5ywESqcalqniRIKlEL7I8SG07LScp2gg/3iek4xtvoMkbWUfHMRl8ME5+DIe3zqCDJaAcpCsFUGGlM59znJKNdmc8vB502yFG+0xlum4HBQdb1DpJBnF8N7o3Bq+MyHZ+rfb1QXNdLyp725370j+dF1sllwujgkmVNOsiK8iN5Pe+dRzLaatuG7fd0f/ELUKehw+UsNywzJA6bpuTovmkd62dY12imM9+ktpOxmTznk6N+HeqqT51P0gRkTSOhS/aBJIrms5nSefxMnTeJuB1oOUzSBNliQv5jHKfbelEHHSRB1lByeJIc49VzmIZC+5tOJOnn/GHBa2RIgpyOaSbUxOGYaloO+Wm6V5N5XPyMQTLmsL915TIzCjD4+dh/VOQxWVRQwS+65xRUOHHiRAQJL164AOvt3LkTSfc/683rpb5fkNrOsWPHcEE6fkFdqL+9rzsw+dJLL+OZZ57FRx99FAHGW265RUG7mxUw/Qn+7M/+DN/+9rfx3e9+F3/7t3+LW2+9NYJZL7z4AvwNR/+07CuvvKrA0cN49ZXXceL4SZw/dyFerHb1cnzpsoI0ChAtLmwD9NkRICz345xfxgNJwYB1dNS+WraOInzrK9hRgdQ+reBNSq3o1127duFrX/112eji7Nlz8Jxzn7jfdm7foWDBKk6fOY3nn38e/hnSAwcP4FkFJT8+9DHeePNN3PfgA7j/gYfw1NPP4rsKvN7801/gttvvxH33P4RnnnsBBw5+rADkORw/cUYBzQN48sk9uOee+xT0OoITJ04ruPk8Ll68rADmKfhZs93RS+YWsbA4h9W1ZczOdSCX4T63Tz09S0KHx+Wzzz6LvnOfuf/uu+8+PProoxEkdKDwueee0zh+gn379uKee+/GSy+/qMDdUwroPYHnn3s+fvp437535cdJXLmyIj+WsKQX2Cfl6/797yuw96l8WIuX4K7X428fVH30k/cYyy0zvaJgjIOWawpkJfVxUbQ0f2YVuJ4LdDozCiR1JJuBxwcgSu0XLu+92Da839nuugMdCoiUCs6kCtDgwXyhzphpd+B56Edg5yVSlgDP86XLl9HWvvJHf/gH+MM/+APccMON2LZtW8BBnEuXLsGB73fffRd79uzBmwqiHjhwAPuVdj9+8skneO311/HLX2pe7n4ST+95Vn38BD49cgzHjh3Hvnf2qz/3wf+n5euvv4G339qrYOuz8Jg62P7ssy/A32p++KFHFbB+CC+8+AoefvQJvKlA/Vt79+EN6X/40aH4ydxXXnsD775/EHv37cdbe/cHv/upZ3DLrbfhpp/8DM+98JKCx31QbT6lgObHHx/WWPRx4w1fhYNoq6vrClouwT9//aGCuEePnoADEJ99dhRF6qCjwOXqyjp6ivq12rMo1P/d9RJK4mu//nV845u/g503fgWzC4uY1fp3oLVKBVKrjdRuA6mFpL5e3LET23fcAGo8KyhfsqI9g0KU0qX05CWSgiJdzU/X19eQLa900dU9rA/iypVVrGhMmdpht9WZxez8omwoyFpCeetYCKt5AAAAEABJREFUXu3CAVnIXtTFBAfmbcO2KyQ4aO+fg76yvKJPN5RqGy37USTV1YPnXqlN01hTsH5VQbpVBdn6+pzoaeR8z7MVyRyYX9Kc9V7mYJ7nnuei5yTJ2B/WNf9WNQ8dbDTM2xblW0ttn1EwFyDMG/PzCyjUD3IBPQWOOupzqGLPb/s5P78NMzPzaCsw2VFA1fpzCkinVIQN67fbHfS1eZG220JK6gf1q32DjlJ5boMDl6ZO2yfzptYzulqHbpvnvNem84qikAUMn2W8j3jPn9e+3tL7EmeSNIn2u18M23Z+Soyy7ossJ4mW7M4oWNqWDfNJMsOWAkq7Ltuwcfe1y2c47XaQCSQ1z9cDPc0f9yU09hlkIRNJ/kF93BdKrKysCmtwYHpN86yvSU7Zctm+PmObOm2U2nNMLbP9rgKuph5b++ExL4q631VRtNdjYJAESYsDlrlPDfMk4XYjBr1CpbEy6vcUfe1RPcn6Q6DqA57JcoYBQj0gJBTyv5VaCLCldIGke573PcVaYbCUfmXdAu3UHqJAC84zKvWF/yucngLwpevTA9Tw83yq1J4KkEzewj8xDFQg6sPvYguNaUqqmwUonwBCrsbe7Xnq/u1rrvddj9qrU8/MffVbiZbWSKH14DJUWc/ttvcOzZdVrfdlrWOv6QsXL+nec0U2AagP+xoje5Ew5SCze8qsBhDZ7Kzs7UQm2bAxyCM3ygZZf+eEHNVdaZCvt0K30XA5kupDIaWaKm35JEjpXAcmy18tTdb2sx7JzIZfw4QYcpSn5JanNUkiuX2GeJJhk5ygUBrw/P77hfxIXtbUVT6mTUAS/4sfqpMkSEHrSXvBVfsKWqDWM620wZpmJBBun6whFQU8ThmkpJsA+WjkW0RevQxZ61j/aiC5qcrmOZsW+Qef4X0h4x+8s3Kw6at5iYYn+Q9zhLxl27NpGDq/GaM153ZOg4uQtqrbcqVbtGCZ7tFBhrROxZVaf0bkyXaTWm5U0tkMWtoqopv8hI6Ssq/HcL30T9cB+AGHgJthQNaNmi9h3nA6Q8I4nTYzojJkwVRQ+47218E9ATom+7TU08mkjCQo3cmTHEnJmicZ+xkaR50DkNwcA59IIkF6lVqcxxIbD0pEEuRGKCvkpgZZ63iPJWnR1bFJ3e4b95FhPhvyQ6zTTVhnKvxhS/abulfjbcc6rs/U8AeWaXDeJFzOsNw0IB9sdxK22dMHKj/sZ2recsP6mZq3TcM2SUbfkyPqh2T3vfOt1wQIkLqgHm/3o23a/jQ4L0NFNj1Jhl3XS9a8y43ZLPVBQ+t00oj9s+4kKEV/CPHTffBOG+rHnPZ9vVB9ppZl3SS9Sfj5oIkEDud+5gtqvcqedjbkgyRIYtI/p3M524U2quazh/vWab8Isl+TcL5lVEWGecvGUelDml7M2/YAhP7JH7KmKg5yxAMEDK3pwdaGfJAEyUj6akRi6qVpQH5or3KbMyqNJcmBvUrul2BUCFGBNTTTYFg/05SIlDAGP+RRskzNl/qA2ARYIhUqWwCUbvCpQDF4riMJHyRBjsM6kyDHdchrS7uOSZDjZZ1P0iRAjvgQDC6V5vMkBllDQjLaY4F1PQZkLaP6MsP5k7D+NEzqbUj7IUIf5jEAUSBRH+RFLav0Yb8pc15iAcsNLfchDyRMgtI1UpLNBu90SgVMJ8sABFkDOnK7xI6dJFU+DXWTJluhOUJqhqq/yTq/pZcJlhvWIQnzTaQiyRbHIDV4Lht+eZE0BgUo2fjptQzVF1Jlp1T75DQpgZkBSIKsMRCpzhSo/Unhm23kfHKkT7KhWwx1rW+QdX5usykGR84na3tOO8v9a0rSJOC5Z3ne2807w/cuw3LrkIyXZqt6ubm6soKuXgA6z7pkbc9lS+1r68pzvsuX2mesY2q4jKl1SUYfOT/Dcuvksn19/uvLRim7lpfirUvWZa1vmal2raE9p0lGH5qfBuiw3OUN85XqCapxzpSs55l17EP2zWmjqrSnS98v95wvs1Gv+52s/SRr6ryMSmUyb+r0JLaSO68JNhMNvumH7dvneq7XJciaugg5zkdZrQeS0bfkiNqWy2yOkW7WIWtZTpuStYykkpWAYV3QQTLSYoEpF5JD6TSfSEZ58up0aOgamFxXpi5i3jA/Cc2iSdEw7THx3uS55f3hhhtuiMCW19Fjjz0WP5P7ne98BzfddBP+7b/9t/g3/+bf4N/9u3+HP/mTP8Gf/umf4T/8x/+If//v/0f8v4W//Mtv4b/9tz/Ff/kv/zP+/M//MvAXf/Et/Kf/9P8J3f/pf/rP+O///U/jG6W3K6D44x/XwVMHIh2w+vDDD+GfNPX/e5j3Fb9gn1cAIqVCc7vAgoINXpfUHrjzhl0otPdevKwXrctXoM5Ga6aNzkwHl68swcEStyO+xZigR6s+WADtmRY6s21s2+FgTULRTkgtoU3MzM2IJ1qdhEXlf+N3voGiU+i9tIJUX71Rn/pKrPXWdOuqcHllCdt2bsPXv+HA0zdww6/dgBt/7UZA87ZiUqBxHQ46njh1SgG2d/HxJ4fR1/1wnwKRjyiA9uCDjyrQ+jB+9tNf4q+/9zf4m+//ALfddgdeffU1BTSfxA9+8AM8+NDDkt2mwNuDEZjzN2Tfe/99PPnUU3jr7bdx6PDh+GnXe++9T4HnX+G+++5XAPY5vPnmWwoGPgMHnh9//AkFat9TgPZTvPPOPvgneB20fUi2n3zyKTz+2O7w7/KlKwranlHQ9DJ6/UoBxh0AGN/IardbaLUKLCzMQT2pF+HrsS973hj+rOG+Npz2XPQYLioIt7CwoADRDEgGtm/fjpnZOdXRh+cfWcv7+ozlfd6BmHixrz2XZOhY5oAPSTh4v7Awj507dsLB7pnODPoKqnT0Yn7RQZ+iALWc+woOtMVD+11P94blpSVY9vXf/E3863/9r/F7v/8H+PXf+E3s3HWj/JnHH/zhH2vuzGHHTq2B+UXML2zDtu070V3vK1B+BkePnYC/cXv06HF89PEn6qtTCgKu4MKFS6qC6rdL6uf38cknR/D88y/AY/XRRx9Hv7/3nuWHNTbP4n4F0v2TyW+88WbYOXDgoALTRxW0PgX/tOjSlWXxJ+Pb2R5f/zyvg9BH/BO5oXss6gQY9V5RoPvCRbVNY7a8vCZfz8I/mbuuwGjR6mCt28fFS0s4dfosTp05p7yLWgOzKt7C0vKqgkxdXLh8RYFJwMHSYmYmeH/j1D+ZemVlDQ5wuC8Wtm3DnPqmPTOHVLTgee5nNH/DE0zQbQyzcwtIRTt4dT1aGp+WxkbuSaVAKSUWLfX5nMpT86iP+cVF9f0sHOTs677WsQ/6PJvnUkoJRVFoDrYCbQVznS41RzzXoKNJzbus55N/cnZVQdOe5pf3Ds/VnAYpXwtYvqTAqet3QNXpddVvPapuIxUFTH2/7Wm+lSXV/0BXwTYHfrrdHkq1rdIaNzWsl1IRcqcBgqzLdTptrafF6IcZBV1nFEAu1C9lWcpmDz3V39dzSKW5bNg3+2X4eUGGUEPjJoVS/WZIHRWIUrIKgH1ORQHvlUa709EYzmNRY7lz1y7A+xUASsf6a1orXa2dikRGCR1Ke2GRVBG6Uq27nj5b9lGkBAdJ7Zef09b0vOafny1SwqzGcm5uTnOojaS0x8ZtrOQvdFTy0x3p5ze3uav6vRdYTqoe6ZDyRXou5zH1GFpHTrioUIUfLiP1qKdQe1otBRnVvnbQJD8LdNT+WfV3p91Rupa11O9tzdEiFXAbDNfc9xhorFcdjNW6XBEceEzq30rj5GBvqQXgX6YoWKlfBN0lzOuWAtNJUPlyVq73VVdPWBdE+z2Ja1SyKaF0NCKaUxBBRdXqmgv53VJ/t4MmtkAm6Qog1E0BBE8ASVwBUhDvtHXkvuZYJfSFHtyfpYSlxsX9WOlzsnpVtkqE3HnyqzK1DuQUZV5n5EvmsobnaF+6Pa25dfVfQPtoT0HVddH1XoVK/vS0Kfj/ovUes7y6Fn8wsaZ9S2rwH2N0ZufR0Vh575lf3BH7UlflS/VFKjrRGlWvtrtFwdUXkiBZJ5Snsal5XYOX72LjHGjV/ITceTV8DZUNF5JRF0lAJ77A4Y7/AsU3LUqOHDNLEl6MBkmQRPMgx9PNvGk8ybBBbkVHJd1OwxKSgE5MOchRBkmQ14ckfbdxK5C1zSnVTxE1JsiU3C8iogrXIDb756VseA5nTKazPOigbaQsbgFVHWcek0jki9ZPZr8wZW2BaqE56kIS5NaQ2uiUP/bTGAlrjqzteLxJxhxnUg+JJ+s8XMNBbq5LNvLEb2Xu7262bFXr5nkkxzKbfdjkx5T+gSayv6ZNbOWu18RW+Zvl/V3LyfFxadbnnGb7JnnSGnWJnEeynvui0EGOdJSEFhy2PLaYuLkO02zDawyJYBZcD9V6tnuG7uQq6cpr+Jplzh+hgl+a1nllPKTAD1aC5dMBpEooiSQUeimtx0NkOJ30YAE9nLA/0FO60oNNJbt++M2oIENC9qeWQxI9AKo92nHA0rzsSDUJk+nQsVwomFDogbWdCsTeBah9DL6QvInIn9jTSIY+SeSDHPFNGcnQnSYj6zySOXuMVmpbXw918cDnB8EMySyfhPW/LIw5ooT7wWCqfSUZ7SLHqYQeGM0RdbTKqQlDXsnhaT/dLlPDGU1KFMgoUhtGDlZAcymDTGHfZSeBxjEtL8saalNZctTGaQrkKJ+sefdVE1S/kXVe0wZJNPWuxntuNnX8oWsS1tmAVoFJme2QhA+yppknCXIE605C2dLRuktQGyZAeItCoXanKcj11BRhh5j8Jzl0aBJRxPDkImtOoimn5513jJpaXxNERH6qnEsGzAt5DjSpjZIEWWMyTY7kOS+lBAqJxGYgAANTDnKUk33xeNluhrpBTXG73By1UQLreh0Z5m2aJMhxOG8S1s0y87Ia9rNsM1rrIurIvmHiIMfrn8geJslxPXJjOvuRC5G1TqTVHYlJ86yIpC/Wd38Y5psApZH0wV1UdzLdadSP4nXrCd4vxHr6MD2ZZ/m6XhqY5jxTp43Mm2oCIGm9mTrt+knCfQUdTmffTL2PSxwf/Ju8ZYb1J2E5qXYM5gDJsE8S5Eiey5Ece5lH1jrQQdZlmvONrGVJtEgJfuFkFCmpr0dp52vSRN0zeqnTKfSyhAmmHaVbqYidvCVZAcJ9kEHWPthH90OGX3pYlkHW5fwickYvuAzzlC8kQRL5YGKkXQdZ837R5X61feuRjL4odK/Pe6d515fznTaadkiimYYO27RtI/NNar7UGJlaxy/cMvziva851TP88kv3dftq9Ae8aca6XhQaOT/LTUe+yymdlZ6jcp3ON2+YN8zrAUpDp/k/8M92DedNwmUynDfi+/EyK6cr2TKfdUwtk0vD0+kaZchIBrXMDDmetjzD+Rkei0mQjDGalGPqoc1jQk7WdVvsOk0NYvBvkE8qLTjPIGmyAbrDrRMAABAASURBVORI7r7IGLMtHZLQOVbeOk19p61gOoIlI5AcJkbcUBSMyzbthlAX9wa5WSkpTJ4aa9saQbvdUGbe8PyqaS7uGgynTf1HY7ahyahbkPUrWFbPT+8R4yALrd8OtE3rZWoJ/3+fDz30KP7Hf/8f8X/7v/8/8LNf/BKvvfk2Xn7ldTz+xFM4dfa8AoQ9zM4u6mX8NiyvdHHgg4/w8aHDcJDGgaN34/9FPKLg0GdYUvDq4sWLQf1zphcuXMCaXkqzAmYUSFhauoxUEEU74dLSpeF9I7UK+N5B7StLChRdjp9cXFdA6LL0lrC23sVKdxVLCpiulz2UWqO+p5QyHGuGkM0WZufn0FMeCKRWUsBmHjtv2Bm8fwb2/MXzuKIg7Hp/HStrK+joJXtntgPPedfvAN7p06cjvWPHDvhYUGDwG9/4Bv7wD/8QX//61xUIWsfly5fhF/wk8Y//8T/GnIJJM505MBUqwijf7nQwr0DfvHyanZ2BAxZHPzumIOZ+vPXWW/FtSL+Y7+vzl79V5/+z8+TpUzipQOzeffvUzx/gwYcfxp133w3/vOsDDzysgNtpHDlyDM8/96KCtu9G8O6VV17F22+/A/+fr931noIy6wrQnZV/XfFd+dsXv4alpWVcunRZvl/BkoJIO7bvwspqV1iFX3z3tG/6J3SDar90/1D3hKTxct+tqr9Kz1FA/V8h9Lz/ajKVmnAsEloa41kFUcz7ucCAbMzOzeI3fuM3FKzdFj55H4eOlJKCSwv42te+Fn3l8fD9yYGYbQr8ONC/S8GfBfXjrh07saix8L0xkWhrrnTabfT94l7BrUKDPqt7nPu0q0AadFj/j/7gD2EcOnRIQej31Den4TXs8XV9vi+4jO9nhWwuKsg3OzsbwTaPs5oW+pXs75APc7MKHCYFYNS4GQUYt6sff+d3fhe///t/hD9QXdu37VSbtuE3f+O38Md/9L/F/+X//H/F/+Z3f09z57fUB1/XWprHsgKaq+r7vgIL7fYMbrzx1xQkvjHgb0Vr9sa3S/0tbDKpzByotUv1Vwni/IXL6see5vIyzp2/AAcAW60O2p12rO9z588roHsktoX5+QV0FNyk7BRFW8HiHVjYtgNf+cpXMaM521XfrckX59tGRwE+8+uKbiwrQGY/qfZu374D21Su1VKfa86War9/AnWb5EXRUr1t7RGuaw7Wb7dnQbqfEgr51lXg0bbcZn0cj2+LO7+QTym1QBKtVguFxiAj9jYg8sx73MiRHnRYJqJ5rjW9shJz298y7SsoaXmU07w1n0EyxtT37K4CeZ4DTaytdaNPbcffkuuqjzz313tdrZcV5a2iqz2p0g6WtD4yHEyyTl97lPPKqo9euY6+qLofHp+5+VlYn2pnZT/kVF/+mbcsqQ+koDJQ2VK0REWtuUTVVkXae5/3wZ7WXl/7XQnNziIBOkEZlN2aQqYK1dvC/MI8tu/Yjpm5GfVzO/bGzkwHkN1K+2jR8liVmlNL6ssuIJup0FW+teWTQUuVNi2U6T/49bdh3XdJdfrXH7Zr3XrdzWsfaEmnYNI9CTB1mY7W7IzWaSF/U2K4WYi2ioROu6U52YHrSimpcrW/p/4TUFbwHxlD78TMO8Dpuk2TrLjumXYb87NzcN0zmvPtVls225gNvqWmUppEkVLU0Va7kvwuUoL3mMWFRWz3T4t7n5EtkvBRaKw8N6nSRSpQKF2pH0pN5Mlnbus3UWl8DDVG61FtiHIVomzkVSF3vsuRriUpmSRnAKoXjXc3lSZEpX4Y0SQND5aRoqz1raNtXXtkJZRx369KKF92VcJzp685VGp+eo6W4vuau33t62OIfJXXnKg0Dl43tf+175VMypxygVIVBKRXVRXKAfV4umXeV6A5UWjPSKlAUbRRqD8LpdWduKLgtbGqQCtktNPpAKKkdQuklJRkBb88VXVowjLnJ0qMUhNvAPFJzgTkpimVDuS0qIvVMsBdNNQD4JejBsWHzrC8BBOnGz4hGkuStjImmppoalUa9KlK1yQkyAbUSWQj/XfIp4btpquqPXyyjKTJGMiNsjGFKYlSM2gMVaUFtBG5KMnwgbwaxTXqXc1OIx+aYRWm+uf5E8DGg+QUIUAygGs9eG2K5LUpkiM9ssGDIBmVkW6zGh2pL+cS/TQY52zRtZGMeklm8ZdCbY30dRNzyrJPziUZPpi3zDBvNHmnDbLWJ+kkvJGaIRkbnzc/TqxdNI5pNqfJchGyrienPy91HZvi8xptlCMZ/UgypJN1hfDv6EJyWDd5HTwISB8i2OQgCfL6MWmO3GjDOmQtD94XYbLvmmllb3par5lJJQjq+vlO25vcCUiOLIrPlknJhUn9nP95KUkkJvgBxGvLUE0gdd0AAASGgA97pPuLnh38bJBRSMk89fBjmA8onQwXE60UxC0FOJCLAkmgHvQMiGZwIIce+iiYOjjc5BMSChZos4XC/1Te6SSrQ7it0mmm3f4MyG/YN4HmAZCED22xKO2zGQksLWTPL6jdb4Yf+JP0SapWQZQcUNmEDpfjgFdSz2i+1oi8moUq1skxYHBICtdHihMGYhEKgK+kr/X9FYPDc86ZZJ03EAfxHJiEdZ1JEmRGCt7yDD8Ul/owb/tl4xnEacN6mWbe6SYsJ3MdI+p2GuRIZt0N0Lg07Zm3jstmFKlAKgqLow1kbdOCrNOkJGMcC6agCXXa4xdQ2lQPMYDmxhg0xlm/Sa1PwCUFILmOAQiAZADXfKiiCV233QCVMUClDyaTKAoiJQxgPqEoNkdK1qlBLeirgiXUMYFR3VrsGMkj33oTqLQpGJDc1JhWn/PHMGn7C6YrffgLH2WnyWdZTTcfg2rKvGzK1DkTJyfSAMkNQOPI9hqiIdtcj+az7vXSmLdb+GHbxrDiLRjXbd0m+vqk7rSLpZQ0JxNKrSnDL7NM1ZXK5jVAoxJly7AB1GVso6/9qbYjKV1PgZQKkPWzuX1zviGNKO9yTmck+UfapjREi6LQuqltQEfON22CZNRDjmjOJyk/0jDffkAHaV1IDtWR0NKLqna7JV2GTNlBk9ZmWy9t7Eu2CR1ZRlIpyEbtp/UMFy7VJ+7/MfhliMbELzv8V/9+SWzeOvYt222Wdb5fhvkv8a3fHbxctDzrmTdsw7qTcpez3LBers/60YDBxWnD5U0HYm3F9Vq0LMN51CWnbTPb9tzynMh2Ms26k9T5RlMu03FaVg76rD8IzLouI9dnHZLqdmpulejrZZPt9VXO1GjqkLUuyWhbzvc913oBzfWgmqCmtmVYNxzTxfKe6rDccJ6RUj0fnO+0Yd7IvPWdNmRqeJKMNlivCXLkM1nzAHGth+uxPVOSIKn5Xq8NEHGQA0YpkpGfUoIPly0HfeG07RjmM0iCZE5OpSRDx2UNK7kO23c6I6cpBdJXRDmSepysdOfAhsNlczlAZTxtBbdAxaDBllQC3bchJFmK93Fal5XmVtKabWvN+50fdK/UFgSqcFEkJN2bS73IrFQOqt284e5xcEhqMGb0glgDiErzwvt7Wwrm26lAV8GElmip5/N2MSMzRDt10EptFGwrsLmOPbufxs9/+gv8+Ec/wX/9z/8Nt/zsl/joo0MK2Czohfs2dBRg2bHrRrQVVJmdW5AnlKdApXd5mrLSm4flfiGeigI+3Cfrap/Xi/ePqlIfKCPJt0I6fhFdFOoNyUu1z3qG9wvDc5UkSgVAXD7LZEL9kgK22VWQz3ntTgc7d+7US3+9aFefWmYbtmm/HCj76le/CtN5BeJuvPFGOGA3pxf8c0p7H7RPTif56HKra6sgiePHj8NBYZJhf3l5WQHIy7igwLB9s30HWF3W/jlI5/oLtdOyWQXibNuwbeeRdRscvFhYXFBAa1GBs11otTvw/0npb9JdUT1tvfQHVK8CWf7Z2LPnzuPjjw/hyKfHsKSXzP6/OA8d/hT+edSWdD0eHqftOxUYVQDIQWgVxTYF/cACy3ohfenyFVwUQKquhfi24qXLy2jPzKIvA/ah4+CG7lEkkYoEB5v7mrPUXPV4lXqecto8NO0tN9xmt7PT6cCB6EuXLsnPJQX7zsN96P7yvaHSuPsbcR5fl9mpsXOwNKnvnef+jzmk8TUPHSkVSMoXq7lXoqP75A27duKbv/0N/NZv/gZ2KmgzryD1zu3b8M1v/BZ+93d/B7//e7+nwOkf4J/9D/8D/k//7J/h//BP/gm+obw1BeL9c73+FrTt2WfPF8tM7b9hufPtw5oCiU4XRaG2reHK0grOnD6HcxqTy5eW4ueek/r40sVLuh+UOHzoMD7RWJ1XcFPLHj0FeV2WTAqeLmtdzWgO/joWF7dp/cwpMLkdN37lKyH7dQWa5+bmYWzfsUPB1a/gt3/nm9ihfvL+f3lpSWPVj3qgXYCqt7deKmi0iG2LO7De7WNJY1r2qX6aRbs1A6KF5SursF6lz9/W6evzHlUWoPoUWFfwvaN55HoLBTM0/JJXKMyrnnUFQD1mHpuuAorWd7s0nHDbUioA2aLaOKsgVrvdQT4K9VtbY9bR3GgpaFWkBBlHpTnnPjcliSIlJFXc0/7R1/pnKrQu2kjyoVA5MKntVfwxwqqfTdSva5onXfneFd+XMxUJSh/SjTkqJ3raF7QNQk3W/sUh1lX/msqZ+lu5RulyA/RhXdT7nraxyoNJpbUGev11OFhaipebKLRmDCb1p/Qsd/0uYxqQH1VVQmbhdFdB2K7WKnS0VN794z1q+/btsV+ZLijwOTPbxsxMR/Omg9x/lB+25fEoy74sVLAsqX55CMuM/sDP7vqa+m1Fwd8VBUmvaB+7qHV5GQuLcwqm36D6tsl+SzYqtcX93FOdbd0H5tBqF/DzkG5L6LTacLAygRFT8n1HlcHf/jagPi2YImjpwKXTXe096xov/+Fb5T4QXE5NkJUK+fC4r3s8pevx99wgiSREu4ukOQNYDh2kLdRpl6v7ogRpOZFSgg/bdRnnV5oj5m3feXlemuY86+UypG0hbJFUn8yonzpan3OiLfmyPkRPAXbDfV7G/buPSvPDqNP2DfLPqILaRUOmVYfroWhCUaSgYAGA8LTJKNXHGZX4LFfTpJlUrkA+3KZat4RpbrvloOymQvNbM0ZjUsmQdSotlFI3j1JroxQfdSgPlfS1f5garq/SRScMgIBg3jAfUD1MhIF8kEhquFEUBQqtWZLysVR/9kFy2Ncem3r8C8wO7qluRyJl9GpIqgjSq4CYdKYUD9RpQBO5Ej+CJ3qy3FBLiApuoR/gDKc1FetyyguZ9KQEP9A1oTZukDkfdberBk+KaqjTlEO2hyCGOi5PUunrA3R4wETqk4BONA+ylpA1beZtxZMEOR3KAKge5Xg+Jg6SQwk54i0kKTPXB5cbQuPjtm+God4/VGbgv90j634wn0HWMl2zCBxyWzO8ima1dfHrz5Wv11XoGvWbY7uZfVKt/ZKQ6yA3t5l1TMmRHsSl3M56AAAQAElEQVRbZpA02RQkdRPU+kF9uJ3BaU4EHVxI2TGUJsWL+iSp6mo4nUHWMpLwRkyO0iQxebjeq8FlSA7rIxu8MycwzZ5VPOeq2P+cGgfJkWDAN+2MMjdyw3uAKrheHrrZXm+Z0LcbcpnQP/lLbqRW2Qxpij5Z22iWIWsZyRCTBFkjBLqQ1BUx3h7zSVA3LJKhc92Xz1nOY+f762b1TfVmYu5vVvZa5WU8AGlSDArYp4wQqW0kh/1Jbs573jbLkrWu7WT5kKpe6OHK88T5kxjqqb1DXkreDTigIsh86OjDUyW4TRiUi6Wk5vlhzjz1MGc6RCkrk5COXIMBP/gJ7aKDVmoFEgrU8roskfRRs0BRWQ5AH0JzoJcqG7xl8rbIUN9kvqW554CsX2C1kuxkHcllDSTHYJkRbVY73d4kQUa2m5jkqaHyapOuenYrYErpk74CZE1tZyN6Wv6CPmz54bPUg73hIqTK0aNeopIfepjE5BFyCZvUfCl9U0PZ13RaN/s3rQDJaAs5otbLZZrU8iZIRhtcRxNqXqhZFowuTV6FJAFUIyb3FO9f1p0EfGhOumxVitHpscpwncYGe5oPpGqahOxxgCIlFCnJH8D1U3JTo4gPHAWalORGv1V+Wt2WDctap0jXULYY6hTSN0h7hTjcN8FscWnqeA5Owvlj0OJujnXmx3Qa8+9qcruWdcwbOb0Vtd61YJqNyXJb6Tgv6+e2Nqnzm8i6XybN9l2v7TqdqflrgfUzvD8YOX29tIoVAC+xsaLhh55namG95vN80pQI/VL5oWdBrTh2JetyWadJS93XDMtMDRfO6VzXNGrdLPeLGMMveEx9//KeUMl+3OMU/Kjsp1Dqnmfezvf8ktIvkvQSw/ravOEXUaX0vQck9Yt5+5ThsvYvpzNNWuOF9gxS7ZXQ/onoxW5PL4RXsKoXxPbP8lze1Gn7nJHbZHtGtmG5X47bhpF523Cey3fVFsP5Tmc433BdtmeQBFnDacO2TMmRvFIfWmZE+cE4VxJkfVNDog0nWdtyfoaVMt+Xfdslaz2yprnt1rP+CLqHuvKBgGRwtjGJ8bKNQlFi6wtJFGnjni2xpk4F15Xtm5aeW4O2lANqeYa2WfggOex3subdx4bLmVaao6rE6lqUGD4qxBzFxmNURwUqO+6N8l3spifJ0LUCKX6AwfCq+rqNJK0S6VzPZjT8zwZUynqWiR07PbaWF62WggrrIBkv9Or5qheiTFC8Anq/iNTq6KW81pSeDYvURoqntAS/fOxLIbzT85YinEhKJNek9asBQlKnd/TScE5BBacvK+BUKhhfFEn19bC2qhfd/salXihbVvl5TWNX6WGWlDHZWpxfQEH5o73CaziBaOsFd0oJ/naOqpCtPhakRxKJBSrNhd56H2fOnMUHBz/EgfcP4I7b74ifhfXPje7f/64CMEsotF+0Om0U6odCftomWdcLHamobXk9e137W4oOnHktK3t4kkQua1qoXMsIuwVSkUDWdt3vHiKSISMZ/ve0B/YUVHE+dJCMvct1VyrgF6wOPDhoqew47Yfhctbxi9cdO7bHmPpbpoblhvuu0+5EnZ1OB7ZnI0n9WKQCLbW/KIrwxd+kdEB2YWEBDnBYxy93+xq7c+fOxYt1BwTPnDkT+6p9NtxH9sV2DZfxN1OLgnpR3BHaqDS27sNCfaNmoa+xKiVbUtCs1W7D+6pECsKtiu/CNs+ePY9PPzuq4OrHOHL4M3x65CguKajn/1/13f3v4emnn43/T/bsmXPK+yx+3vfE8VPwt3yIpDYXCq6tKNB5ESvLq5o3fZR+aV5B7S2xrsBZT3N5dWUt6nOfL69cieARE+IgKTs1LKjkvOF2uy8XFxejXzwP/a1S4ysKGDqQekb9dHnpMtzvHiMHqU+dOqX5eUYBynMK9FxWe5exsiIfz5/HqVMn1b5L0Vc3KKj4zW/+Nv7Fv/gX+Ff/6l/hd7/5OzEmDpL/8R//Mf7lv/yX+Of//J/jf/eP/hH+6T/9p/it3/oteLwOHz6Ml19+GR988CHOaMwcuN6lwHrR7qBSW+Y0tr/x9a/jH/3j/z1+/w//CL8u/mu/+XV8/Ru/jRu+8mvYvusGdBQknFfgNs8LUmtPY0QS7iN/c/aDgx9EO/xNVut1NLeMkydPYt++fTDtaz9Y073RQXMHJUv1nWlX676nee8gqjpXfhdgSig0F51XaiLMKPA9P7+ImZl5aJrA85SkAmXrCo4txRjbvusmtWZUl8uurq1heWU19CoQUJ7nWqHPxe6fSvtMHTzpow589VCkFGPkPMjHxBR7f1/By3UFAU0hn7wfmTd1AK2j/chy/6xypXuHSiHDcoKwrdgTUiGesLyvtnvMHRx1ABTyEaqzAlCBUqk0B3tYVd3uL//RRqZSQaF+arc78DpjUaBS2bXeutrchcenp74o1U73T097i2EepE6ikpHIt45g3jKJkQr5qf5IiUpaWsG8g6CGeaBUN/VRDgJppn3tEZX28UqD5RiI+Z6Cbqury1qDS9K3nSRbRfjd0XzxmlhQEHVhcV7BTkFz0/KiSFG37fbUrtp2Kd8RQONQk0D5WrQSilYB+1fqvrSmeXDp0gWcOXtGa+qiSlSx97XbLa31NdkhCtXjdL3XUetwGf5VAfdrSil0+urLSnMCOtxPtm24F51nXLp0Eee11vzT7VfivtZV3/RjLFZ9r9MeF+OttbC2topV9Yn3ZY+VbUEjUqnfVEWcfc0l73+ur9B4tNQ2uRM2XZ/zXNY2jLW1lajLcpep5G8p9MJ39xvhNlH9VKoe23BFvq/5j0GWV5Zj7jgvylMeubzmTlf9v97rx37pcj3N3b78s56mjnyqhFL5lVCiVLmUCqTUEpL6sBCSWugaE8BCoPIKUDqULiQjqVlVSq8SAMhXFglUwy3paUzrbyb34G+UGv62smmUonxmGXnW7Wku9mWx5/aaV7DdhpPq8j2g3y3RW+vB67u3Jk3/FUKJePeUoHorQsWFCqXWfk/3Cbc9w31huaEma37LZ52xYiwQn+R7ofEz3P+GeZLqE8J8E6T6QJ1aNuCxTGRdgLwKTUSSjkFKFwCBAAZHpJ1nSOa0SJx+0M1pqhFDXrnOEwlbSa3Macs2g513nmmG0xshgx6dIUYaLpdTJEFuhDs6wx1qnqQGxYNX6qYvqFNth6zLmzds321xm7aCdTKSCiYQkygkM9z/GQTQ5Km0m2lqOGlqyGEnrwsktZhSDSYUQrJsAFL5A5CMGxsGh9szYOV55jL1mGT+y6TywX5cBVD+ZK0kJ0XDNEkVuTqkFGU87sE0L5rzzeS18iSHqiRVxQCSktT12s5r1xzZa7aD5Khu8SOtL8a5joxNLU3URw58GRQgOeAaZIrMa9fAQN31NkoM2UH2MD3JkFfTmCwxSpMEeXWMSow48urlyFonSnnO5aXWkOd2k7UupUwS7hsDjYPkmL/OJ8dl5Hi6UXwqW2mTym5NVdhE+HnKZFMUQ3KsLWSdllDbY22dHMgG+hv6SvnKUhGaBCU5RvMe6T1wMyR6h1c5W3HVzbGy7DqR/cw0FydVh+A0WfPkiFr+ZcL1G9mm+VIPOXpWQqUPyH5AGkJyTQXAD0STALOJISUJsr732u4khooTzKRepHXPdrdPqEYy3+cjMbh43rtc6XIaqyZvFbL2jdxIXZYcyZv6znN9gUTdz6H+qKBWolC6VTBket6rKQHzlAYxOswb9stUEzrsWCNklTmLasayWjJ+JVWzHmqpATOyHWqsCvoZoECLRQR7k3xI0k9yKKh4ypx5fzAtkvQHiLQeWFMiZAapqJASUKh9peorq56q6tfw07H7WR/87IMf8TOgh3XLDBXVMwnULxX8wbAJtVSelBtASmT7Wpjm7YN1zdcPMJUUKljNMrmIQpJCiSTfk2ih3CRYJymvSc0bLSYUgvvG1GmorNTjrDSHzJCUeCOcNwlyox45krkuYJSGDpK6Tj9jzhWFxqCGy2c08yZl/rDRTgUm4TZmFPIj+JTQmgbVm+WFeEqf1PUqSNKbhIYyho7AkGLicH8bFptuBudPgqTm2AikaqrgaTOCktdyut6sZ97I6a2o9a4F02xMlvMeNolmucm8ZnrS1hdJh12t8yZt2rNPTjep+UlMDoXT1JyDxskvDWzfH6qdnoR1rwqtVdtLRQGXt03oIKkkxSEoSX2grz8PkrUcg4Nk6DhJEnlNmUIHyZBBR26z2DjtvxEJXZxvHyybhNtp9PSCxdQwb2TeL3gC3fV4udPTy8hSL3T6KuO/1jf68TKmD9NKY6RqtTdXesHVHcgq1Pb6YcMviAy/VJv0qfS9RAZI6jo6y8HLHvu2ppdqLu+2kYy+ct9kkLWMZBhw3WTNu0wGOS4j63QU0sV6Tf+cNpQVp3nDOpM0yyw3nC49N1SH00aptlaG7peV8pqwvtPqSJ3VEFlu6nYZ5q1LMuaFZYZlGByxbyo/67qvzPd13zQ1rJ9Ryp8RBkbiuStpHxPgvjLVPIdpnSb1wq1og0kvhLVYqippnhMaPpRKl7JRSlapPFHJcCmugu/HSSaMQubys4x5/79esgLqXpzUX0nPAL63Q9TpQrL8/3sl2VTNup9WcDnLk8s1If2QVdCLtnEUqsX3Ir9U97dYChIsZUt7BClekNMga55kPTYSkoz+z30I+dLsVzSOkU4tzGnr97W+aunGq/Oz1LzXA8lYX77X2g7JeMlctFux3kDEfduBBrfN5cy7Huv7Jf4osFco2DGntduHg1XHj59UQOgMDh78KP5fRX/789ixkzh79pyCK6dx6NCRyG+3Z1RHW+0vVHZd6GN5eUVBxBKffXYce/fuU2DsHc2BEg4eLSpg5ZfG/naT/bDvfhHvvcbBHK/xmZkZHDlyBI899hh+9KMfBW6++Wa88sor0V63o6WAkIOBRaul+jXyVQXL3S+25X3CtlyX9yroSBpLB3IK7dEkQVJ+J9iHtuy5XlPDMutDh/vKe1ypeec6DImjXus6XQ3qt9zlSJod1uE6Dfvndi4vL0e9bvuOHTuwoOCDA60uZL/9wt66mXdQ1ekbbtgVgTj76jotM2zPPwFsmcs4sEnW88EBBgdXHTjbvn1HjIN9cRkHrFwm95fHxD6UeobudNpwOX8r1j7u2rUDxqICJu2ZDtY1X9cUTDOtWGBVAU3/X3J6Vw2kQiuPmF1YRHt2Fl/9jd+Av8GYUit+irLTmVHfJM3Tnsa0xIqCoOpC9cOi5k4fhYJMswoE9nSPMZyXZHNudh6F9pmu6rKvldZoIbnHwXPZgV/3DcmYDyRVD92kCLJZJyXtArpfkVTdfdW9EuvGY+5+IAnziSm+VTQ3Nx/lbddl/e1Nj6H7xHD/XblyJXQ838x7TtRjuK51NYNjx47BAdmPP/5Ya6SLnQqwev7+9m//Nn73d38XbofXhvva9ozjJ07AP3l7WbZXFYw7dvwEPv7kEJYVyvSciwAAEABJREFUsJ1x32hz7eq+3NF6OXXmtOyuh91dN9yAGxR0dTD4937/9+HgsP12f/V8/xZIKtC9Fj8bnGWF1kX2221wXzjP5S5dvhy6DsSTdX/6J7HdXrdjQfPXdbhfLHN7PQd7us94PdruusZyTf6W6ldofLtKL6tdPQ+u0vlblpXyexrXVT97aI4lrfGWAnZMRfSTbXkdu11R9/wCknyqtL+TDH5Wc85j7flgv9yONT0/mLq8qT9vdrTu3Rr7vLx8BbEvqX/8jLK+3lXQvou+glCV1kORNC+KhEJUjoS8212D19C61kFPvnotrKv8moJtXdGcLgFQ/UvNvUCRUFFzFEBPc3FN5f2zvGuyF/0uW33JdavCJDShUanPXI/r7aqsy5i3D6XKWYdUy9QnlWDWKFSvaaXy/cHYuC+irPztq95SbZVbNmESsNw6fc25umxfa3cd7rc1BRXXuqvoKchVqa5Ktm1jXf23Hr6thW6lPNffmWmhM9PWmmuhaBWyX8H2DZerVF4N1FnFGraNNY2d15MDhq7T89Cw7/6DB++dhfrXZT131zV3CrV1ZqYT7eirrYZlLdVpal2Symf4AvW098QlBVHX1KZC9ma0ttqaI/bLY+pxUgEkzwFQvlN8Qkfz03oppWiLx8N+rqysRho6bM/5YiXzvreOnoLUXfWTf4Z8dW1Ztoj42eJ2EXzRaYHJJUqwICC+57aoL6m6Zufn0Jppo5IvWjLak0vtw10FVNfhby+7gOeg15l/EaC73sea1uCa6LretelEH/K5ovRLdCXI+3fR6qh4GyWJcqCjbJTS7QtlBfEJmdfUULpSui9awu1QMST5TfntdN/3UPleChpdyG04D/qATvVp1rW8huxYVygV8PcYVp7fQqUKk54pCyYUGqt2e0bjMKOxbCvdAmSgLx3PkRr9mIc131Pf9zQOfaEU+vC6MTwvMrUN2zY8diQx7XAZy01dtgnLDOcnM9cEa29SmbMMcqMz5EaZxsnqm8IljEmFpp9ajTqrDZgsc/V07c2Y7Uahpty8syZBTvN2oLVF1kBD0wJDQO64yGZI0pxETDhNOs1ZzdtKgOY5UUg357kMNPniQ0Sl/GsES8oeZS/pQ4ogqwULXwOWeNKbSlM6umox6jrinR4gDSjV0CagdA18wUM1azzIzWka5OWKSGZ2SEmCFMBrdkuaw/JbMeS1ao6skONlyDpN1nSk+cU4kiBHyNY895uQkk5CFwGf+yBlY0ppkjJdIyVO0RgXkbUOybrceHYtc17STPVaEW+V3CbzJE0C5IhX4ZDlC0mJamRZk5IcJkmG7lDwORmSm5YkN+b55mCQjPqTqds+wJgxjqVCf1wyniInCoxnXz2lvUcbt86N+7fHwwZIDv2wLKCMoHogM1Vy7CQ5TDt/DHo6GEsPbFgmR4blSEa9JIeyvwvG1msQdAXqE/viG7WTnwcun8uRYTUnN6XW+ryYNOr5ZpAEWcNpP6xM6kY62hzchgvJDTK3z9iQcQ0Cl5uGzYqSjDY4n6x5tyWDJDKPTQ6yLkcOqNYeyanaJKO+8FH3wkoPmJXm6FTlEDKu13IJzYEt2zRczjTD6RGixCjZ4LJ+pp6v5hsq8h7RFpJj1P3luVAUKeQu5/IpUX1Z66ak/TnSBVr6oF3oQbqWWV6Xw+BweYNk2CObdKA0QaRS60puvrbtckCSICUqH4FCfUaNQzyniDpdqHV+oZviI0iFpLRldFo6OQ19sKCQ9OHVNNKA7Np+Deiw/4bYOM27T0p9uDAq2ciItOQ5HZT6QDJAqY9OFfXBIWgJPYBBj2pILcq20vIRDVTy16hllXyDxgFBoXZBun4hXhQJhT40JfWNQQJ6jNsAF66cOUAF6QlxqgyGMFPnhU70c2iNXyTHAFWmUIkB7zxbiupUMnhRq5hMgrTGSJpSksvjcD1NQPcNPzf7w12G05QPTdiXZrnN+Fy785u801sh616NTrMxWYYkyI2wnstnOq1/nNeE9b8s1PNe81l9O1mH05vVo6ZsaE8/Xhx5zrskYpxtP9vIfJ179StJrYEi7GBw5P4hqeGvwge/oDFIhhbJKEOOKMnQdXmylrf1UscoiroO52UeOqi1RxKWB8STxOSR25ep22mEnvrV/eLgqV9imS81vyXWCwftHuqznl6CWt7TZ0Xb6Etm9PQyzi+xXHeplx25vBqusn5pUcO2rOO9e4jCLz8Al7PNjHW9yCSJIqXIc77rcX1+2ZhpBcSSLmXcMuuZGuZtz1Rqw5Nk9LGKSMYhyASyQBIYfAJhQJWoJvWH2wTRSu30Z2qnbSHq6fdA7YsQqtg/1W7v0dqDvd9WqUJlZdmG7EKfnw3qxVDSJ2ajqAqkMqFSnqpApQKG9Sm/zJsa5g33KamaVaCqKpCMfne7nTZ138HlhVJ1N+GXYr1+BaNUfUZlH+RXpTREIb8oHyHfKRtkCxQtK+hIgu90BZxfgaLira+6GGWgI3LGKFBF2n7WPJAkohBUuT7rGgg6YbhiIZEg6VoCpHgDNSVHlKx1yY3U9RuIg3GdvJAjedZ13zaRy5AEOR3WIWkSILmpbh5bU6957wPm+1p7pq7bvNecX+R6f3GgwHJZ1fyp4LVGraNUFPBPhr7//nvYs2cPHnzoETz6yGO49Ze/wg++/wN893s/wA9/+Lf4/vd/iJtuuhk3/fhm/M3ffB9//Z3v4gc/+BF+/JOb8aMf/hh3330fHn98t8o+gQceeBh33XUvnt7zHPY89ayCRydw+213hr1bb71Vsj3SeUDyYxHwKfRC274dPXoUnpN+GV2kAh999DFuueUW3HTTTbL9OE4ooFRpDvjF9JpeqLujSM1xtZtktEvZFte8lD0mtm24T9w/tu8+MdwPUUCXrGM99x2p3hIst1+W9bQHGaX2uwiqilJlPeeS5nSnpcCA4LSc0PSt4PwiJcx02pjVC/2226uX4D29OHdwRp6jSIy8VqFZXZUwXV1ZhoMBboNRaKxUFfyS32kHFDy+9pdkfJPSQaMiJZCM9W6/c6DBAS2Xs77LOWBnfQdnScLtJOkq4Lo6Cgok2bK++3td/rput39NAYY1jUFf7XDwZE3pzkxbwd1teondCV8cVHM/2U6hPd18T2/n1xX8PH36HE6eOK25dwlOQ/tJkdoKyHRBJPR7lfpLwYGiEz8B22nPwmi3ZtQ3HdhmT/cYB9Lcjsp7kkpicLRaLaRUKACm51uNUeG+q4C+5or7wAE22yDr9rrtttdVG92vnmPrCv7Y3JrauayxcLormfNtw7auKNhiSlLDrb28qsK3tu7PrjOp/+yL/3jAQdMjnx2BAzQnTh7HqdMncfrsGSyvLmN2fhb+PyiXli5jcdsCvvbrX4X/r9fTZ0/hk8MfoyiIG7+ySzTBdgwHb7/5zW9GX9sf1+XA5ZWlK3Bg0QFOj/0JrRuvcbfDOi7nPvP4GDMKEnk+WNdttK3sf26D5e4f95PbYzjPui5LJjiI5b5xf1jPdbmcYVmlvRnqpxKEZSIa07b6q42k+W9b0N4vFRjmK60FU6cd+OpoDVm3r3ln2YzS/onkeQVMO1pXfY3f6vJyfDOtLZv+KJPh5/BS49dTsA/6XNRWn3ZaCTrhz2jdtRUsXb6IK8K65nMlHfherbqgz2WVUIo3NUrtBV6/5jHwsyxL9DTH/Dzi/nLQzXOmL1mlueFnEuiwnvmA+iXyVNZ6znO6Ul84X+rqnzQESfVPDRCxbkflAJJDXY8BdFSyDdUfdkUlGpbzWNjXnGdKUnOtgMeZrOe2dQz7Bx0kQfUxKSrU/mq9qZ/WNQ5r6sPV1ZUI1Gf/VCzG2/Nux47tMZe3+//2XFyMQP+8guFem3n+pSKFH55r9qWjPcnz1XxKCQ6oet7ap69//ev4vd/7/Vjjrs97lWmrKOIPISh963lsWu0WWlqjLBLUYUiaO6kogvdWUqrvrd/Wfj2/uIAZzS/rhFx65mfnZmE/ycJdC4DQUGqaVejpudjd3G53tK7nsaD2bdu+iLmFWVR69ru0dBFnzp0OLK9eQb/qyQciyQVDJnFF+4K/iel+hefqbAd0f8tXp9c0l1cUcO+rop77XHNzXfOsp/2uD2BdPtgPp7X1oZTMfF9zQUXkawmx8r0eP6pSIiEO7cdJ6UJtLYo2SDmmDEZ+AkkAjLKeL6UabvRdv/bl3gDr8jHzpXx0fo2eytqrCjZFUpSYdpC13PU4f5Ja1gRZ61tWqoE1+sN54XTtQy1z2jYzXC6DZPhFCQyROLPukIYUta7KYOKwnkWZmr/2YKpGKyaBS00B2XRtisL1iqpRATtsjCTiJurL+SSHHUBO4VW0eapZ9SQwM8iwrUkMsjYQkhtkFpAMP3QBiL+zI/vpCkiCpNm6TeKcLxIn6cXS6NiQbn2xNe0VCqjWelRxanci/A+SmwpZrrwkhI5o5jO1fMRXKl9DE1EfsCqh/IKwDcjGCKzs5zi0fWgbYWBDPnSoDAagklRboDbXAHJek7KZL5XJszkWk3lXS9uVq+lskV9nafxr5ku4DtYLZYpqN6nr54RMbHqSspvSWD4pWQPOJGuZ+SbIkTz6f+B31iHrfJIhIgmSY3yd+v9T9+ffkmVXfS86v2tHxMlzsqmsvtSXWlpjGww2nd999sXDfjbjvh/u+0f8q4eHh+3h4Qe8AY9OohFYCCEJIYGQBOpbQFIhVJJQ31ap+r4ys7I5TcTe7/uZO1bEjjhxTmZWFVzervjGnGt2a652R+yVcSpFqZOUFIkkyAoYK0kLG5RSX5ZE8bogrfpIWolNMEmQBbKti9KcGbRdWtor/N+gPLc+lhQ38ig0jvdsUOwH8hOBb5pyvsVZFOTOj3+BnR8+zEuyZvmSFNISxXMGSEuZdDSPLSAifbcJ6KQ+BvzVIPW2xK2QlG7D+CnwGxrJ74aklfZIVy8T02GWL/Ws1DOH9L0665mz10WIug7feLw3dv6uMovOYxgeQ2yaUqIpPYo/QBbnBNBhswmSVnIjf3B0kp6URyilPpa0pEeYOhXn79zrhzJohdT7M55SzxOn6oeUeTwst/5gShn7ddR2EZd+SVo8811H5a+FSsrQkrLvpJ6m0G+S/L76knqZpPTx26rBhpKkhZTcQRUsNVVymEqK/oN9E7VdlCsPjcFFvwHkkpyiUlvrlZQyaUmxXQdOkrJOScElKYqK/YFMe4QvSX5fvqgPSLKPFrbmgku8XSfWc6RMCGkZTVLWVZom0FdIvVxaUvKroM/gpaVeqnw4JqAMjfnFOupyHeDrBZ18T1vzhi17K6QV9vEHIrQVfNHjX2dP/YWwAtkQfY5tsF5W4L3DlUXuI16PnR9wUEOrLir8HTE8EMGXUT6iIXfzooSMSDQWcC8BJSI/c1IPfOc1WXkoNkOE21NK4z4fraCPXGJIpSZ0FXDPDPeFLYP7GeVDcFRJIa2ieD8YYuQv4U1TnBd2dnKu2Uf00wC0YV2ObDF3bOcAABAASURBVIiZc2r9BXre5Q5GTNqn5EtpXE9zKKfODocRaRshd2kXNokwf63AnlwS4SzdD53hoAQ+BOyzEpg5cg+1j+wP35QSPIRpSgnKyEFTSjRlCXSbQPyZHygwF0HjdSjJKZXgQRAPYZC1nqcAPnxJ1BL5xZ+HEFJfdqsckr7p3EdtPozkISa+dstXcV6S0rf1+NR+lvoYtYwPPE6Kxj3tsdJoQcucl2lTxlF4mNKMPFsUHvKkUx+0tV5Mcrs6lXAzYuqHOazjqR+aHMCz7myNDHROgz2gROM1VcLPKSMIaLR+8AMQuha3YZrtjflFzrQvH854DVIGtMM7gZdIGzxUkvsgaK/Bg8jcS5ycpEPxCI0/VFIQvxTnphIRTnYOyb4R9u9B3M45u2mW+uVGZRxTl+ylRFFE05SQlKi8o2B2LIhH+8LjCO3cBhIobt8Qko6NI/V64h1nWPXQCkmZ99JPC3bJRQz5mF81BkV4SQs7SYiPBPa0eYhNxpJC0kKFH1gIniUj9TG7+XgSZi6CPRaZ89xRUuYn9fQoR3yqjrFtvKZAlQ1pldPOmddBBX6AMgdk0LEPlPhl7UMPPBh3f/ZuH05+O+6/7778c51f+MIX4stf/nIeUvJLzz/woeW73vOe+NBHPhof//gn4i//8pPxrW99J86fv5AHXPxClX2L/91E67U/83zc25vGlct7qefPtf71XZ+Jz33u8/HZv/l88OdaP/vZz8VHP/qJ+PM/e1/w69bt7ZNRShOf+Iu/9OHrO+MDH/hgvN/4wAc/FO9613viz9/7vvjoxz7uw9rfiv/xP/9nHtR+7BMfj/MXLgQPtFl3HDxdvHwpTp05HaPJ2AdRV2LXD5T3/PA+FEFf0jeSXFcJ9nD2Wvpk2w/EaQN69lb2EoAP/VXRztcc5YXd/oH3pFmC4S0sbjNypUUleigPtsbeL7uuW+QSvogFal2SopTig4WJl3U/0dBxiLfnw7tz5/kTln172OfxJZennnoqpN6XMjFoA+DAjvZt+XCMNuIHJhM/hLcPMeA5gODXvg888ED+wvDOO+8MfDhgI8aZM2eCww76jHiAep544gkffj4VHJg9/vhj8YwPBFQiXvSiF8aZG07HvsfhGR8G8ucxaQuHGaUpea+iPJlsBb8gjJAPOelP3xXoQwcp7s+maaIpTRT7zHwPueKDmF0OZAz4PR+CzXzA1cYsWn9eaX0DmRkOF7J/afAdmW9cRYniQ+2x6xxPTkTTjCKIbTT+HMR8ueK43KcAc4j708R9N/YBCnyxnZzL1LnwZzH3fDDA+NCPjeuiffQv80tS0Ebk9N3Ozk7Qn/QlvwJ+wQvuiBOOPfN9cbI1jqeefioef+LxOO+Du/MXzucB61996pPxzj99Z/yp8aY/eFO8/vW/HR/5yEe8Dr8VHObyJ31vuPFGN6NJew7H+fPC/AJ05r2AOI97jPgzu1sntmLidoTzAid88PP0uXNRsp9K6jiYPHX6VNx409kYjUfus4gtH9g0bvPEOSIrjXwLmsalyxd9OLMf48nY4ZR/yph6aT9tve22W2MymcSTTz4ZzFH+HDD9Q47MU/ptf28/53rjvuPwmPpHY4+Zc2rdx9PpvvtwljmSNrKZ+6vzWDfOCVBmnu157Dqv02LDxvHGzn88Htu3OL8IPkfM3CfkcMUH4fzS9NKlS9mPjBNzemtrkjnb2nN332285L1sN3OU5DhKvss5uuTxR9ZaDsVfpZj0PnbMPCxwe/h0AueUbE9O+IPqixa+6iir9PU5DYebx7UCO3yx7dHmnoQMXbEf/dHnE6mj/1NPMOslBfN75j186j6amkqKxv2HX2ma5MeTSRTfQ2hBtWOnwqaxvHGfn9jZDubWeGuclLk/2drynGlj6s90pTTeW07EyZOnjJNxww1n40UvenGcPXuTy6fj9KmzcfvtL4zTp2+IW2+7LV7xilfE93zP9wTrhnnFQSu/qg5ftKE0jeNtxdi5llJyvBhj2s4hLHsP/4iAMv2Dj+wz9Ry6zH7i+wRt79xe1j2/GJ5Z506Oqecge0L/q+D96OUlGu8jtJV2jTz/R24382c8nkTIn2PDY2vQL8gTzo8yc4S9mfl/5cqVPFimTF52ica5YU974MtifJRjlO0gP8v3vH5ow5732cuXr3i+Xo5d3yv6eX3Fc/tKUM/e/r77ftrPXVfCmBGHOsnHony1fIY1J8nNL+bCFF5B3wJykhTHXYvYnketQb9P/d2HdkIpA/gKytjiW0EZ+RBVR/2SFvlJiqZ4bIyYX9W/1gtFBiKUbaI94Yu4JiEJklTSCqX9ktIvfNGPJouX1Ntj1xTn4rEk/hDopN5O6mmV9T2+CHc8k5VraSNpkexS2nPSUiepFw7ea+MHohX2sEevllY1khY51JjSUiYNeEIMy3MeMW3DH1BeB3KAXFrGpLwOSSuiLlbLK8oNhVrPBtVG0dBe6uuSvHi92eOAHsCDIU/5eHRHqjVo1wrvuiVLBgj4QSR/Lw9bDCTPD7upbXLoTSjznA7p3GS57yq8i+Xuqk5+aKDwk7zod0bzlrE3VpQo0WjEe1L4IcQDC2MoW+WbKFpCUdxPhuup9S9o1alEJJyPrV2I2ECFTLLKgF8gVi5JIS1RlfTtAuFOqornSCVlBGInM3+TejlFacnXsrQqQz6EdFhPHQA7ScFGCKRVW2m1HL6kpUxS9pHFSaXlesv5gsKQlnYu5kvqZdK10XTym9Tbm82X1JclHSrXNqKA5wYEpQwoS1rkjkzqy/BXha5qcd0GhOyhWP0vvO7Ca65Lubnlay1nyZ5HAe8jdMM5QD/RPwC+gkorD6V8NagL594Z0AEinM1mxPN0KWvog5EvoE0AHvTaCEnBhaxCWsrQSf0cr/pNtMaWel/KfJhq/cCma+1vROv9yntgzFHlnfe4GKCOiaTMTzL1hxzJdANCZNmD3HouQtJGWBjHXdRfP0hJOtJU0so+IsmhexADEAcKpMP24Yuc6S+z+RqWpT6etKTEWgf1gHU597pG3Jt6lFAUxxqVxvepucxlZCUipGU90rXztV4H8OuwX/iSlvLG9VcfqZfX8pA28w+2kmIor7zU+0rHU/o0fEm9ndn+pXC+QKY9iC31vOS523XBZQlkYSdZMkcq/GbJRr1kzRrmYe21fElaFKQlv8l2YThgajsRwUs6lA86SZCE1PNST1PoN/wBcxMKLD70Qr4OfNaxbkP5UDAL8Ks6SZm/xSsv9Jvgm4Vvw90Cklb8KOAHBfAA/jAO+x6y8dTAf4hDNgPBsePoWAPTZIlLf2wCOoyko/OUVnX4DCEp+1daUvbtagMP1uun3mpTaesv9XzJxh4ZNq2/lK8D3RCt/dq5XZXX8pBWXaXEr3ylkhAv2kSBGOQExQ5K+VqAbTvIb88PPXjwCN3d3cuHd3zZJy6Ap05AudJa19QPpuCnfkixilk+MENHDIB/tUEOkBFzHchXESt9ICn3T797bch1tX44Pg32V/Y7vns0xd9fSgkZKRtQSYt4kiJisC+6LPXl1Ry6jC9hH6738ASXrCsKHg61ngP4S5YN4ocvSVEMSSGtIq7xIj6gDqgrTc9arv1LeQW2oowPgJdWc5A2l+16+OVNgBhDxLxrdNh6pb0b1CmqsSjAVypp4d/LqaiHez1CrfVdJB9thKGup+g6H3hAS2OVbeFVbG8seKuOelEnQC8JclVICskIA/oc0FfW9cTvkvx+9ItcQbWQqr08f2OO5f0F2zb3hy562tqmmyPmsu4Q3c9DvTakEjyEbRrWXnZyXLp0Of+fil/4wt/Gm970B/HHf/LOeK8PKP/X63833vKmN8c73/En8e53vyfuuuuv45Of/FQemkLvu+/+cCoxGm/FyZ3ToWYckxM7MfIh1J4f4O65zl3j8uXd4M8DHvgQo/Xn7hP5J09LFA/yAX8q0Lh06YofGO/HxYtX4sEHH4oD+33xi1+2bM+yS/HY40+Y34+pY3zwQx+O97znz3yg+6H45Kc+FV//+jey/OBD9juYRoSiaUrs+uCEAxoOlCTlg3QeIIevyWTi+ktIigM/DLco+7Cd7wmUwcyHBn2ft8EeSRl5KYqmlIxRTCWXmxL0bfhiv8Z+ywcEoNjmhrM3BIcGYz8wb3yowEN85Oy5knJJUpekaJomc6OMjaTYcb9xUIA/sv3Bw2/yRlZsd2J7O9sSvqhbcmzvAfgRd3d313255z15lqBPyJcD0RtuOJOHDuRG/vwykbgcgHHYQPt5uE+yxHMVaQ+lzAEGcWjnlg+dtndOuE9KbPmw7R/90A/Ey19xZ3z/939f/Mt/+S/j1a94Zdx0ww3xE//8n8f/82f/Q/xv//Kn45/Y5lW2OXNqJ06f3I6Xv+wl8T2vflXc+dKXxi033RQvftGLYjxpYrTl/hmFv9p1RhutZj7UOIjW+0fnfQNUvoxKjLfGURp5/kw9Z1v3bQRjsOWD8m0fYIKZxx4El/usNE2UMonJ+ESUxrxBP9FfM8+Zra2tPFSjn25wO3BDz3gyHmOPM+O17fFAJ3mucbDqezrzBD226CgzJ5FBkaE7f/5cPPLoI/HkU09G8SHtoz6MPuN5dPMtN8cNN54NDmvvve+7nsNTWh67PvSZeXC2T52MM9ZPfBh64803pR1/oYE2T3xgetL6231Qu31yJ1RKhCIuXroYHMYzfziEVrFQys8cly5f8j5xMabTg+y/zns2+UFvuunGeOUrXxm33HpLzqcnn/Rhbx7qdzk3mAsj9wXzbuQDpVe/+tXxAz/4A3Hb7bflPOWAmAPdBx96MNcseZSmz6lzW4rHb+S2b/sAjlw7z+XwBaWfmZPwhXZYThmgw5TxuXz5ch7md23nNkxzLZMP49V6LOtfxmEcZj6IbX34PjPos/2D3TzE7+xb6JN5HcTn16Ot96TSNDFyG8khDxD9eYvPGPRR2jiRZm7DGJemcZQIYuTdwv3cNCVKKYu1LyltZt6DYCYT768G/tgimzlXMJ3T1m0JD6ai+N0Hds6Z/Gb+HNjms5EID521JYp6G3PRlJHLDbfYaKed0UbresnHIaL1vt3K9s04ig8J1YxiNJ7EaOtEjI1994HdYtZ2wT4PwvbjE9uxc+p0nNg5GRzqT73GooRVilk3y3k7mrju8ch12Nf798j9WDHxGrN17Ni/FNs4PnTbeyHymdskt7RpmmAO7Hgt8+tq1ibje+D1hlwRqZcUY8enXZXO3E5+mQ21WaADU891/CuYK4B9l74hLvaSYuT9HJ7x7m28v3oOEBN0zht77ErThERGkZTcJ5PJIi9iUyf1zDyu+IWv4rmHLXljD4iHTOrjUT++AH7mtvErX8qgjznLNQAPkM+mbfaPq8mcpD4edYOcp57DxKs8coBPpZLSHxl2AB1ABiRBEtKSxwb7dVDndNCXQz26iqG88sSsyAr9JvV1VrmkHHP6EdC/9OvYcxIKmA/hS+p9zS773LJrAAAQAElEQVTaCV8hLfX9mEcsJbG4JIVUgrhDIJPQHUY6W1dKKFYRLvdQhLWroCQpJMVRl7Sqk3Ss/ZFx1hSSUiIp49FYaZVPg6Pe5rZS7yP1FHOp5yVRXIGkrE9SyhnsZAZvklZsBqoI+TXQSwrpeMR1XsOcJC28kYMqkJa6KjuWYm4MYxxrf4TSIQ63ORTS848jUnjWYuVdtctNbVM/SKttuJaKNsXp/RwrNiMsH6JaIev5YvZ4SE0IlGZgC9+EyqiHSkjyPtCjcRnw4H0Bx7DVwmYT3+cUQf+tIHpNfS/U5Tr6DxFVGr7Lhi2BZd6p4iqXpGMtpP7LS+17SSGtggCSIKlLZsObpNRL2qA9LJKuze6wZy+RjveXVvXSslzb20fa/C4t7SVl27Bc963lLoT6aMxjSAqph5kIxVWv4rGukHoH6gVDZ0mLcJJ5A5uj0X8wOVp/eI3XPKgXP2jFernKh1QUusg84RewbNOaQZY2boukkHqY6YPE0Re5Hq3drOGLxfADzrqV1Ncv9bSZf+CU+rLU01DviZ481qEyN+jNDr1LcghZ3kMq5iMkypGXpCiGpJRL6zRW5LF2SUv79fzWy2N/sG+aPgfCFM9JZPAV0uF4jfvn2aNE05QYjRt/gPeXIn9RHRmlKLQJsnwN4UtalZdSsl+K5UM0cn3WjcjZ1FYBJAU+65CWcmmVl9bqXCtLvb5xXTWupAi/wlddS2bzPguVFJIyF/yA1JdrDGSglq9GJUW9pCVfZUMqHdZLlvGCVmPzkjLXKvJOUtlroLb2FyL6oAInaRlT6u9d3BSrDVTqbaRVSj9IvQwe201g7Vc5PPU+n6DudVxrfGmZv6ScB3HERRtQQTcjcnykPqbU96ek4MJH6nnKQ6Bbx1Bf+XUbylV3mPoGcFiYEjT4Xg18WWXMhnYZYMMbNoihAH4I4hwGmUT2m6dnHNa3+ZBuXd75qRC58UW7s6PU9zX8cWBuhy9JWackl67+Iua6FfWTV6Xw2EirMfG9VqznRzxASGJQB6h1IhsCW/QAeaVSn5Mktxsr1+R+q3GQSPRhLMYAf+RHoert5piymXpqgTTnkc55Sbm+pF7HmpV6XlpS5ENYFVzSZht0gHwAfFOa4EEIPJCUuXHv4dd3TSnB9wzuTxzoQZuCrKJ/QEe8ijjikvrY0tE0dITzmri4XGwMyAm68r3Gy4WyzTa+Nlbjh3kxhMedGHI9STOm3xxRUo5RHHfZHzX9Aj0enWsBh61kEaCN/feyiKaUKM5BqfN7F/aPwEauVxGL73q9LKwDSkp7SvRlk0MvcgZVISkkRQb1w/u4KmLjVWNCgeSYa5bSYRm2Cdfr5vlzSQRrFvRrs3N5ibS1IbT1mM54kO2H5eyD2CMHVC0p21Y/U3IQxP+z9Otf/3rcfffdPpD8YLz97W+Pt73tbfHWt74lPv3pT8dXv/LV+PY3v5VzgEM1DiI4lHz88cfj/vvvD36ZyC/HOse+4AOYixcv+SDmsg9brvjgZeq9uo1LV3aja+UH8hFTP/CGb8o4xqOtYF3v+bCVvEd+CM3/E47DuosXL+YhB/rGch6KN6UEOcBLitN+MM//344HybQJYC8pyHOWD4935/3VZl3UQd/QJ5Kc5yW6JnUtD/dd6gx4YDbcaX4p8+HhNnJAjPAFndkXmYv5om6Ajvzc80F+5F+KovFnUvgbfPD2/d/3ffHjP/7jcccdd6Qce/4EK7+sgicGsTnk6XzosLd3JS5fcT9fvOADqrH3teI20tcHMZ3ux8Lm8sX+0Mjzg3Zv+TDihA8MoY0/4yd1HlKfD/nS7+Hr3LlzcfnyFcfqAl/mCgcDkuK8D8foQw4GadN4Mvah94PxuA+5GUceypMvbaQOfl257YO88Jze29/L/0/qP/7HPxQvf/nL4rbbbokXvegFPohsfFA5ijvvfFl83/d9b/zkT/54/It/8S/i1ltucdvaaEqJ06dPBd8bdq+4/ZcuxaWLzwQxWx8atT7sapPObD/1vJs699b8LPnWevrFYaJpPBoKj0cT7P3jySj7kQOqkecauU99cMGB08ynQg7rA7TOdZUYjyc5VxgT+uOKcxk1o/wV3MSHIOGL/uEXlLSfWNhZ7Dq20hefqQ8EOOBhPnHoQ99TxhYdVBJuXkf7iXMek3Pnz8W+D0k52GYdTj3H+cX1KffNlg9Gb/Jh6S233honOLS1/3gyjpkbsO+DpF0f3PL/Ta2/RKUeYhKDcTx9+nQehPIrWKmvW1L+SpTxx8ZTNy563o18qHn2LIftY8+xS8GhKfL9/d14+OEHU0Y/82vaH/mRf+r5/S/ie7/3NR7Dk7G9sxV3vPD2+OEf/qfxo//8R4Ocn3nmQlz0fCXX0XgU5J0wv+OD09KUkCsvHsCp1xrr7aL3GuYaY0ZudBbjIvW5U6b/AZKua3MN0+7Oa6IpTXhhxyUfrtKf/OqWg+K9/f3wVhqlaaJTibDdzIIDHzJBOzUh6/xmO3k8DmLX87qTw1k+dT0z59jOy53kw/2ZD/cjOreBOrvGaza6SFvsnc+Mso/BZ93UXOtgbfCPh0Zj56DWdU0X5db7QGu7WXsQ09mBx/jAeiLYR13atd5rqdTho3P+lIF8Z1TI+3Gb8snYc5o2WSaVQFdMi9tN304mW7E1OeH4netpk4YUnXPuwm0yVOxn1L4t5kvjfoIa1R79nvt3d2839t1njB8H5peuXM5/1MFYXPTaxoa6G8dg/KjrwH6sC2Jc9P3B1eav+Dmgh9/3urjnnnvyryfce++9cc7rhXFlnTzzDHtFBHkRk/WGDzwHiMQnNn/OmvWBDCCnfmzxlQSbfYCOQmlKEKe4ncxD8q4UHhv2vcueZ+TBWqKumceEPACxJLmbhHlQJ/Xve93SXkmuY5R7cV9X43KT7ZH6scCHWODS7pWc6/QvcdAduH+IRV2UPXxZH+XwJSnj0Q7qAPDhCxt8iF0pPHJgk5wP6Gq5yrCr8qFO6tsqKfOgrgpJuKdcUlIE+BMLUAbIgNTbSULsfDw33Uh0AB8AvwDr1JCUfTvxHs49ctv7J/sy9y/GspQmY+IPKBCjUvh1YAf69nttuh7KoJd5LVnW+7XOt1sAm9b7ttOnih7OEUZS9odcKJJCZpaQyz2KuXXItse9pKtZLL1JfFk6zHkfOvTnWvmHkDWnxnWNvGhAU0qM3Mm9LqKnMg234ng0BWv7OJ47JNahiD6G9ZJCUgwvabVcdZLSVvICU5X+3VNJWe9RNUk6SrVZzkD4BhJzdL7JVJ4PlZWPtPOWnnbQq2Fzdc9VerV5NYwvKftKOp7ic1RcaemLXYVbX9klte2y8PxwdPvzEam2rwu3p3vuEeUQciyTlZdcWoWiKSVR157sp/DlPKDIm6YJyWvJuxq5Akkpkw5Te6/oKBfXIwk2QYxk/CYpb2DSGi3LsqSMue4nrdrEhkvqfTeorlskHY4laSUOba2QlHlLyjYij7VL0prkmOJ1mNYouCj8n+uRjqbVvlKptz2qXOVQSZCNYJ0wbscBR0khKftJOkyt9Ku3ieu8JF2nR2+Ol8L/2V86mjKuQFLv6Hfaa3LsC+sV4O+1h29i/kGDDxaU14Npnps/giw+hAzt4CVbHQHiSUs9ZS/zjNXzjmwBcdbLyCrQHQVsqm7IV9mQ9vr1fLqQNDS7Ll5S+kvLPawGkNCV/oub3zt/8wLcU1XCftS9CnIErb+hMS4gyx4reD4kUg5fmu97kmI4P9CD8CXJ75FfHpI54o3Y+ABp2RbKQ1R3ZJWX5LYsgU5S1L1d6nXha1gPdkDq9bRhCJuvvGwV7sYV2XpBUoqIuwmSFrmmod8kZf/F/MIPVhIk7ZPxm6QsS8+OOkS+JCWlvZKy/srHhkvSoN4y5ysd6nq+hpBU2RUqKWPUOiWt6GtBUtpJ109L3mPltq36hi/6GDAfpFW9JFtE1hu+JDlGSTCnyLlHbxe+pJ4npqT0hbfqiFd3hDzFizepjyX1FAVxh0C2jqEe3pveusnGMraAfqlgzW8CeuSV8kV+CHSHMc2HAAd+iDDzA82ZHxbiP4S35EO5SX376XeU5Cj1Mul4ig9YHbt+PJED6fgYknL8pSWVFFySUlfjS8rxl3qKfB0Rva7WDQVSL2d2SD1PH9Fe9FD6Cgrgpd5OWtKYX9jM2QWRlPnyEKFpSnBhRyz4VSxjllJCWpbNZrmYwR9Iyn2Xh0ySgkvqKfwm4DdEhEJSDC9JKZPmNJT3FEnZFpVeHoNL6mWZt+XFNsBsWBUyIynz7f0jJC0QG69ySCotfaSer0aSgvqb+fcMqddLPQ1fkjIH7KReLq3TsshLWtddvRwbrmIZzzsA/FGQ7TjYRA+toFx9kVEG2NuFjxlR+VqGBvmbkbwG51DwX/gdKOoFdxhKO+7FsqFckmmdQ2ZXXpJC6tErOm+HrLC+9FzepT4udUs9L/UUWQV1sL6YB4xz601OUsADqeelfl4Hl1PEH1ZaxpSU84UHgzwQlOTDjSs+BLnoA6/H47vf/W78+Z//ebz3ve+Nd73rXfn/E333u9+dfw70K1/5Sh6WXfZB2q0+lDnwA+8rfgjMw18eYAP+xCt/ipOHwhwALfb0g1nMnHf46vz58MAPbw98aCQ5N6+tUITZkCdB5y9GrW341VtrH9oN2HN4OM5DzJMnT+WfOeXhJm056cPTiQ+MOMjIA5UIngoF/K7vFwd8BpUyh8s+ODrvB+67zmGPXxX5waQfZ8bUdUKbyTiiKVnmgINy6ub3G4fOOUDbDohtIGNOOV23Q1GK56fBuAFJ0fiQkjY0Xs/oJcvMb21NgoNT+vTlL395cFjKvs1Df/6/rjz4RyYpDwhuu+02HzreGBz2dX7oHr5kEJv+2PahKPHp/10fViPnoFGh4HCPA5LOiQLs2G8B/bjlQ9XxyIdsbit5YgMFVzzulz3etBs5deGHjLrIk8MGxp+5gA3xsOfBP7I8TPTBB+17xgdvjz/xqA+sLuVhycHBnvtN8cUv/m189atfiW9+8xsxGY3i7A1n4mUve4kPLffi0UceiqeefCIeuP++PKQbu0+nHsPpwdT6Aw+bEld8ALPv+XngMaYud12MbEu+0M5jzSZTPPfoA0Ab0aObMSd8yIov+R94jPd29+Jg/yAPjyY+QBqPJyE1PpDtYurDtM4nZJKCi3j0DzFZH/tuM3znfp94vKmHmMSX5MPpy/H00+fcpidzbjFnJvOH99RPTGyRS30dyOjfnZM7PoTcjtPup1s8N1hnZ87eGJd9mPuYD7EffezxOH/hmWg8rud82H3+woUIh6DcjEaxc/Jk3Hb7HTkHOdxmzVEPOXLAw7r/9re/HQ/wC/PpLO647fY4e+aGmO7tx0kfhE98YLw9GXvBeY27nTd4Lb7Ah//jUtxf+9F6bIpzvuK5c+XypeAXcKDr2miaEpctO3/+XNjEB+Q3Bwfpp5wTto8/+mjqD3zA1vmQsHiR7HDmOQAAEABJREFU2SW8TURRiZn3EN/M48Br+pLX9NTjc9Htaz12TaMIf2+FT187wV/2wSz/6GA0KrGzc8KHy1sxHjcDjGLq8d9l/vhzpkZNFINfUe67/fuuc9dt2k/MYt9724HlM49/F3KGzsv8dNbGnm0Yj86ZzNzemdcVVKWETZ1dF8kXhWS4cSV1xImwMNSUkPWMCQhfkvWeS50h2W8OyqD1vtC5vs560Hr/q3Tmg1TK5HLgec3chJcUhbrDvWb7pmnM9a+l78xzfeou52BWvb39wpdUAn+pz42YtR4o9aCvsMtirjPHay7w1Meesre7G8iRXfb8YS0VO5Ib8SV5XXu83K+SPLd245IP0qmDfU+SrSPY8/gHAfiQB4CXFKwh1hrzXVK2gbUbviRlmbrZ1/AjF3wB9VR/6qNMjZI8t5tgv02Zy9iHL+qpB3Lcg6nb4uxX2kcdB15HST0+1AcoX/GaJhcoMvwkQRZ9Sd/R3xWUh8AYHTKp9209X8gTHeNI/0rKtsOjK6VxGRTTElzEqKAMWs8dKPJK4QFlAI8dgEdWQXkol/ocJYXUo/HcrCjzOYu/pOz3oQ6ePscOSMSIvKgLUJAEyTqKeUlupxbxiAGIJynt8CVXAB++pF5nduWFHmA7ROe+Rz7EiqMLVVf9LHL9vM/hdT7nFqR4RkQoIuYJSTJ7POJZXJKehZddnDQNMxeZqxkiZeeH8r+iEo1RXAfopWEdUBRzzxWN4zeOswl5wNvFysFv1jeU2VcRfn9uiGOuRT/ZJutyf0BddNc5Gfcl/POKWoGDujq/ux6/w18bBgHs9w/1VZxYHhz71u2J6FIXlGkjZWgF5YRvrkmHPgO+1znUP8CXW/e8ZTWclwRdL0v9HOhQzoENoDiklXfnh0rvh81RWNgfZWD5JpuhTCFbLV/oJIW0BDcNNn2otJQvvWJhj03ML0lBGV8ALynqJd+4kFdUPTkASYu4kjIWNgB9+JJ6G7O5D1Q5dB3YVEhLvyobUqnXSxqKe/457jWrNzFlG2kTkNTXMX+XlmVJaSv1tNpLfVk6nmIP6G+o1H9QlZZ+Zc6jB5LmmRwmwzldtdLSXtJKvlJfrrbPF5X6uNJh2qjk/XOFhoI9r97b/Lwl72+N5aDKD9E20k7+wFJ18PIHvowX1h8BHvJpoKNOF3POQq8JG9onEXWz96bx2WzZSyUFY76OuM6LetfXHmXiEgoeSApJiA5B6uUKHdIhkJZyuOJyU0pU2pSeRwfc0Rmp5kCMdUhafNhljUh9GZ8hpH7d0AbAeu5p52qWCF/IK7CrsCpfkkLq4yGgHqmXUcZXEmxCUqjY3vdadCn02zpfv2xJtg/ZIkLSAuSBDwhfkvzevySlHbkgwRYqKZDRN+ELX6m3hbfoml9S7yf1lLiSFv6S2+h9lrqJDVBKvRyezxi9vMt8JR1Jse/EKo2NNnENl7Qan7rXIa3aSHLkJSRl/XyRAvQloP1HQVKgkxSbLkkZs+okVTapu3FFn8L5W+fPcTwcGiL8WGYIqbU/fbyKoU3Pz4NehZDPKpZrprMC1BDwzAEAvw7kQ6CvvsfRYX9KWln3jAcY+aEXdAip5AMXxk7q+1lSSMeDvIYIX9LxPpKi5imt2g7l8MSmH6AVsX51iui8Bgbw8Ief9SW61mtrAOR+5rjQKZr0T7nHKXwN64K3KPfAIYWvwKb1/bOWW987Z/Nf5RCX/BSjrAd+CNpZvPdJWvRL+JKU/W82uq6DZA4Z2w/GqBNhpZWnfBxkQ75/S+4Xtxdbixaxid92bebS5+a+tQF7b7WViBKZ39QPToe68IXdEN7WHa8xygJSH8Pmx76IUw3gAWVp6S8teXQVncfBDXO/ey2ap4wlKPYB8DXmws/9IinyP2iFJWWAxjwYqUSVN+abuT1x6c8aFyop1yV9ix46XIu1LCm4JKV9zC9JWZekkHq+iZ6XlG0NX+bcdLfbbSGmpJBzi4Aq+jkXIfXlmF/kBCst5VWGfIhl3N5WUqolZdxNeqnXSUrb496kpQ39CKq91OuQ1fkHz3wsxQ+P/QB/angqux+Y6woekktNrv3d3f1QlAhjMj7hB8bbcXLndJw5fTZYn9/8xrfjy1/6anz4Qx+L3/2dN8Qv/eIvx2t//TfiXX/6nvjIhz8WDz3wcNz33Qdi98q+D6namM3XO7FObO1Ex54zi9jfPUgU59Q04+jYr6JEM5oEf8a3mIYa56Eck873qdaYeZPqOtahXJrfq5yuGoWSRox90LPlQxop/EB9Lw/cWm842xzgWN40JdwYP9ifxXR2EAdeq/s8fGb/8KKkv/Z9mAblwTwHQ8/4wIWH85KilLICSc6/C/o75tfUMbEnRjeXdWYoo5u6PuwlhQR6I0k943dJvS7k0vIlKXhozwExD8o5jORXvQ/c993Y9cHlbbfc6sOqnbj/u/fFV7/8lbjsQ4LHH30s+fvuuTc4KJVzmTmH1gc3k9E4TvuQ+cazZ+OWm27mrDD78IwPt4pKXPFhxL4PnTrvFQ0Po+ftr22plHZJCg4HyLYeFrBv0gL6jTZzPyV/Dnr5s71VDiUWfc4vv/hFFzzyphnFBR/scVD86KOPBDLqaD2u8Byq/e3ffiGeeOLxxBe/+IX4whc+F1/72pfjbz7z6fjwBz8Q73/vn8dnP3NXPPXEE25j69mmePqpJ+P8uac9R3ZDTAspso1uJ3nSFigy6pGsL83CprEdCF/kLnespNSPxyP3heE5R3t3dk76IP9kHmzLldEXUx+a7fqwlTomPgTlUJJ+4+Djqaee8vw9COT07YVnnslfxnFwwq9EqZdf3V3wIWD4Il4pjesc+yDxcs7J8Xic9TXOs3jcyHHXB03Ud+b06TjlcR+z/rwmOx+WbY234sqlK/HIQ4/EhfMX4pkLl4yLccmysXXb3gtu9aHozsnTcfbGm4KD/FtuviVuv/W2uANYx6HpLTfeGC+8/fa45ewN/iTR+QDVh1U++NzxgfCJyShe/II74tWvvDNOuI9uOnsm7nzpS6IpEQ8/eH9w6D3x57FTJ7c9Rl2MGsUtN9/kOboTo6J40mP88MMPxT33fCceeujBuOID8AMfqD94333xne98M776lS/Hw5bvet6yzlr3cee523muF/d763VOv++53wHzs9A3LFD3Y2dKHzMGUMr0Izaj0SiAzXJsWH+MDf2K3cx1MA7IAHpiQJGTB7b4K/yf5wo8sqkPVqfeNxLOsZdNvY8e5Fj2e1brfaudl2PB93XPstx6TVAGrT9/QaVlXZQB9YLWfQM676ud297OfaDokVVIQpT10B7aW3X0D/0EWsdEjjEUwEvK3FPvvRZZ8ZjiC4+cuFB86At42QY9OmQAHh126MgMGboOgcEejAwbYjAOzH/k2EGJccWHjfyylTL7PXsPv0CdTMY53vgD8mQ9AuYB2N7ezv14Z2cn15qkLGPL2BNfUvYZPJAUUg+nmS/WKLH46wE3ev0A/rEMewL7B3UREzt4+hlQRi7J97NZ0EbqHQIZoH20u/YJbQIkICmINRo1SeEriA8kZX8g91RJO0nB1XiP7m0i20Y7E14T1DFEzC9JgQ86qecpS31MqZdJfTl8EdNk5YU/ckDbADzyCuLSb+QOKEMB/QjQDyEp2xKeqzVOX7Ey7xoDX4Av8UppggsfcqHPAf0PkKHDRtIiVillwUuK4SUty+xjjfd0UH2GvLS0rfUQC5666ZsKZAA9KJKdWUEeYRTXAhyPAv5H6UiaThsCGagNO0TdcGSScnAkHQpPneCQ4joE0uG4kjbWKfXyo8JL1h+lfI5y2f+a4Bw8uJm/d+HAx65J4VNnAfy1wKYOw0SB8xLxfOm55/aedTtXSSEdg+vUPbesNnuXIL8Ip5KIvOiTVaB3D1m7Kl+Xdb4Jh7/aPJ/wrSfCD/aOh/PKD689DfMLkE+W43m7JOXc6TbMGUnLeub6oV3loYm5NV5sjHVvSJ39K52bJUGWzDFv2ABMoAAeSPJ4CzaxrkOIDEha2EqHeamXkTdQEe4r/SMp0AG0xK2I+SVZA+blTUSyzSbFXCYt9ZIyb0lzbU8kLeSSUrjIxWVJqc9c5zc0qZel8dpb9YWigg6BDEiCZL/ASMp64EN+zznaz9/Oc3aJLlRiBcV9PIQoN4rS+AZcgczQHH0d4avj44Dp8iUpJC0E0pJfCCtzjKqabKKSsg7p2dP1uNLmWEO7Ohb1A8O6rpaxqzZDinxh456rvKT8UNzxhWMdXUTKvX4DnWnGsbz6U65AVvlD1F9GhvlUHp/rQY0rLfusyq4nzlG2xXFL8fxbgyS70PAlSjksc4/ZLg7NkfAlYW9m7VX7oraDMrykgFbz4rKkQ7El5YOvagsdxpBWffhctw5JtZqNVNKg3pI89QBJG32OEkpKf2lJ1/t84asIdJKSwm+CpEMxpV4Wg6vmKymlktIvC2tvUq+TljRiOSbEiiMuSUEf11ylPgZlqeelo2msX5520mH7dbNrLUuHY9GeihpHUmWTkv8mG2QYQOuXG/gKSTl+Uh9P6in68CUppB70m0X5apqStJSSegqbfKTeF/0Q3rKCtTAEekmQBYh5beDBzxAeGEepvmbnL2V763eqpmlyPhxFaR86aPiSlP7IjgP2krJvpJ4iC1/kZLLQlSKKWSampOQlpby+4TcE8QA+UGnVHj/s6WN4AI8Mfghk6CqYK1IfD10FenQVB36AyJd3UGXSYT90xKBOCT2gtISkbDdtqZB6maQ0lLQYL2yWMSN9JeX4xPySer/wvZXcAT492vkc9GcWT0hk6AF8BfUQrpYrT5uqLbJrQc5Kp0TM9XGTlG0gDnURmzrgJeXDJfyk3g45f11q7IdLfLwLfxYooWhU/HBYCWTdhnt8DC7irGOgznvdUO+uXJGRJ/qhj6QYsbZKiWIeNIXsIsuyMTDJr1LQqwH7IbCXLDH87pZHIjZcsgY48ejcT+HxLu4n+u2aYKPihvsuE/1BRhfFn6M1/+4oeOAy8ibtW49FlxiViFHxA/tEWCa3uzMiUUKOhywWZYfoedpn1LGHgthwSQp3c8j1hHPhTy0qA7VBeQnXbVvJdV4DYn4xzhWMO3OYB7484EOOGf174sQ2XexcmuDXLwf7ByxBt1J5CMPD28s+kOMghT+3+4mPfyLe+ta3xute97r4uZ/7ufid3/mdeOMb3xgf+MD745vf/GYe7vBr0icefzzXwRNPPpkPc0/7oGZRr8eUB4h7+/vR+ZCAOvmzqqwh1gh9Jsk5lQhT5Hs+zDyYTYMz1radxu7uZX9mO7BN+PKhQTcN+ow+bRp57+kRHmvsWx8owDuc21V8KDxO/729y9E6Hn0PnbmO8EUOJnlAwkPoffcL+UvKdtGXHHJBsaV/uVdJztmO2O67ffQ9e259YI8t8pnbHdHZMiLXXNOEJI9F53zqftc6R7fNuUsKfPEjHw6F8Atf5AGa0uQvgx977NEcB4ttDLgAABAASURBVHezteF8x0nxo995QM+hB3xpmnzgP/YhAWNEHEn58J8/b/ySl7wkzvpQ9YUvfGH8yI/8SPzET/xE8KvXl73sZbF1Ysv93ISKV5L3LuLR3sYHTCdOnMi2kDOV932jbM/W1pbr3Mn2kBMHF7SLwwfmJ5QcT+6cTBv6i9iNcyUO/sTf2ppkn1EnfUwM5urUh1AXfNDKPW80mrhPLsenPnVXfPfe++OxR5+Ip5++4E5vsl8uem6X0sRZHwSeOXtD8CvMp33Id8EHklMfZDG+5NS4biApxwcdY0z+1AtPO7GXehty7Vr4cLtb90d47o3dpoizN57xge2VuPDMuXj63BOxt38xxpOI0biNMuli5one+LAyyih296dZHm9tx9Tbw/lnLsWFi5fjog80D2ZdIPf5ROxbSXsnPoSlf/gF797ertfKbsDTT7SB9tCn5EvetAVZKU2O58z9d/nSZR+ePpMH7ft7B46x51wvxrlz5+KZZy5me2Ye88b9cvbsjTHFx31JPH7RTHzGkTlFPfxCtLP9eDSOnFM33BD8spWD0sc9Xy/6YJhD+hPOfXvrRNzsA1nawUH/jT5IuuHMmTxE3vLcQU6f07/MEw6SL126FOeePue8ZsHYPXD/A/GlL30pvvmNb8Q93/lO/lq+ziFJwdJjDUw9xgAdoI9KKeGJFVOvUdqDbN/rf9/rOXxRP3VLspmyzr29PffRbu515AZqvBoDGXUBYkq9P31IvPFkEmOvnazf9fCySeSvm2cHgV/GcF74t74/UgbUAQWt+7mi92lzzhLPCXv+lYQkz8kuUe2rP/HYP3ra24Q7jXLG8dvM842ypJw35G12Ea/qakypt8u2+lC/9iPtD4Xbd5B9iR+oOcFLNghnQFKmsgP6qcevxrc4X5LcPjmPNuOFL2wBti4SKOc26+KyD9kZP8CeSl7kBGXMH3300fxT848++khSfBhb6q5g/iGnTHz8aSd2tU542oKOXAAy6qUeePyhxGAN849L7rjjjnjRi16U6+b222/PvybAP5whPn2OLXEBPDLW88hrTVKOPTlQH/qR5xggD0nupy77iXoBtthJ7uVECWnVbt/3yVofceAlBXFLkefDKMiBXKQyiD/1OM+yTD4A3/CFLTCbL3hJUalU81nS6iv1svCFrMaFrgO9pIwbaxd10QYADzCRlP1YYzENJWUMbGiz1Ocg9dQdG/xDDeoD0lweTL9uEG/ZH1aFdNgOf3TURX9Lcvg+Rp0zzKM6ftgD8mU8sQHwyCsoV2BLHR1vFa6nwEt9UtK1U/yuFzWxTfS4WNIyr+Pshjpp6SM9O34YD17q48AfwlwnaYNKi4GXnjvvYBGKQ5e0QWgrJpa0WWf1Nb2ko/2lpU7qJ+81Bf0HYiQppGcPmrE+p5EB5NAVuK6V8vNQyO+XK6v7uKAYGsLG1Dd/b1sudOaGZYueh5ekRf+uh6N/KtZ1tYweXpLTJD9Ka0A3EOFTgbjyUMpOKDfZ2uKU+a3qocCifEmyi5LnjY0VPRvrUcAOSEu/iCUvySXDNHwRD5gNaSmnPKyDnJGJt6tA0iKWdDRPGOmwHvlRaH2nJN+aG18C4IcyykeBPkQHXQdy4lA3dAhPUsRHYMP8kE0r7Nx1bY69J5MV2NOjPaqst7Gd7fkAUPzgQVL2pZ0OvaReJ61SO/jVy9iHcZTkD1FNAtkmSIrhJWkRp8olLT6kSAqubj4mUEkLH+lo3t9Hg7E8jDYYB5BfVPzlYzFO5qljE7DBp/U318pDO/d71uEvukmdq8PkWPj7TnR8oZ7LqrxzmXZVUAa1vE67ro3OPpuwbnutZUkLU+Jm25zgkC4M1hg5lzXRoihpbXw8++b2RSV1GFMn9DCYu71UUjLSkkrKGJJS1/gLfVOaYL5JJXra368lhbREOmx4K01Z2JXSx9hgtiJy1IWP5NIG1FjQpmkWa6MGOroPqsWSVlvXtBSaq2XqAJIlA9gk84QmBjppaZu64ZuGhSUvrSqk1fLS8miutgW6CUNP9MM52XpRITsOQ//KS32e+LXzec60BNVmE632UPQScQClzcC21lFplfGlZh3sIxXVvpbX6bq+lo+j1F0zlfrc224W6+j88HmIcDl8rxiiyw5jjQ5Ro9sy9ZFzTtJVaaxdEj6rQgnZ0RjOe9ZZLa9GufaSpNxHIhRXu/r+ONoKfcVRY4SeCFAAv8kW3XHAp+qJMeQj26JovX5A5xvkKsIX7e3R68L2Q3h2zNdOO6DUMywzZ4cPiNA7eL6wQ88aaDOXYfzwfU4riMwbeWd5F9xjidcO6oeP+SWRf1/ADg5aQflqkPoYxMUP+yGtPPJ1DHVDfpPdcfqh/bXarfvgtw7aBJBDqw/lIU95Bd4HKGNTKXzfU3BXQcd+sbThM0T9fldpod9t13leeLA98grpOhBzW1cjKTJehKU9Yn5Jc7s5nYtdZZegTBsBPJBWfSQhDgnqOZul5Vv1lZQ2UqXzubzWn6556bzgujXfGmNJMZWWZUmIEuTAXsg486ANoOBBLZQyBxT86cEHH3wwvuHDh89+9rPxF3/xF/n/Nn3DG94Qr33ta+P3fu/34s1vfnP+2d7Pf/7zce+998b58+fz8wwHhdRDHOqBZ42yD7MHPOODEtY6h2bUhw3rv/P65YErvwqjLPV51weQV3Z3feC0lwcU+Evynqz85Sh10C7JPgYHeDwAbcajgG/8WUvCvn6W64JL8jh5flEfuUHJh/hQ+bMfvsRHX3OmjL4UOYeS7ZYUyPAF8N3gczqH0+SInNw4ZKLfiU+5aUYZqzT950LJsY1wHeFm+etEcOHfOechT1/zZ1WJxUN/+hW/nZM7fqA9Dkl+mD3CJTgsuHz5Uh72OGyMSxNnTp6MkycmMQrFtg827rjlFpdPxFYzdnkrTu+ciuL/Ll+4GE8+8WQ848PJ3d29/BOuOz7knPrwjCU6Hk+CA6CdnZ1oSomd7e0464OvW26+ORhfch/RPuu2fFjEIfClixejNCW27TNy3eFcb/CB7UUfiHHAzuEY5YkPa8eTSWydOBHMp9LQT8Vt6vxA/iA4wKDdisYPrSMO9mdRNIqtyYmYTLbNj91mDmgi9g78wNr3u31/d+MgkgPJJ3z4tuuDwolz3jl1KiYc1BnhfA58WMBhWnHetIF5MvXBDfVRbpxLlWETviTZtQfzOkI+NGhDUjB+zCcOXBiPR31Ac+7cU27DM9H6MH8yGUXT2M6ft7CjLnyoq/VheuXDl6SYuF/oc6hFrmfmPpkmKO/5cI/80JMrMnICxCaupKB8ym3HlnX68MMP52Ek7cRu12uQNZD20dtzgEk88qQe9g7ade7cuZxrD/vQifY98cQT8dhjj+UB7LkL5+Pylcuem6Pgz0u/4pWvjBe+8AVRPNfxJ49/9EP/KG7yofapUyfjpptuDHIgd+qmvjvvvDNuvfWWkOQD8aeDfmx8MLSzs53tn3g+c/B61nNJUmwxltGPAbkSh5i0tfU63dvbz/2FMv0ryWPQhFR8gLm+X0yzjhhcffzw/nTQ97v9acfIOUmaWxKni1IowrfBP9xgrMfjxvXJfVKMxijRjAzPA+yxC98jZp6L5D7zISqI+UXOlNHBz8ULUmWSXH8JOajc31JfDl/YALM5RzfFkoQ6IfX8zOuIuYE985820/amaTIOc4e5gQ2g/5Fhn4EGb8gODvazf8llCMykvk54bKHYDKm0tFmVF4oZ++CAf3xD/zrHef41J+J18/sRezRrq/5DAPyoFzmHma94xSt82H9zsA7Y49HRPipqvU/Ds+6Q0weMUQV9RH9hC6gXigyeuvCHx5Y6WJ/kgw19SVz6Gzk5YkO/I6ce4jHW48nE86sJ/JBhQ160g7lLfHT4US+5Ujd9MgQ65BWUJXkeR8YnNvk2TcmxZ25I8r7WZhkddUArKJNrrYeYtX74atd5nWJbgX3NA15S5iAp2yn19RK781g0no9A6uXhCznx8s+6e08nDmVJixjVhjjoKkUu9XaF9WQ+fCGvwB7gg8xq95UgCyBfgBvpQuMV77zxr0CFbaXIO/dLN7fr7M9nJuTUWSk8SJ33DuQVC1/HIK6k7Efa1JSy6AcPYHjLiCD964aDxoZLItIGxVxEctcLXIk6BMkjPxLzxh+pfx4UEhnNA11LfUP7uduzIdQqj5rk9zUwyJIWYSWFpBx0FstQL/W6OOKSlH74gKZh8iDrYbVjR6J4JlVgN9RdG9/nIq3SDB5/txfz8VpqkI0kOSWF3+Ko62rx7H2U6/Mir1+4nwt9XhIZBJHkLlsCFf00RJVVWnW1DJUESQz1VSpVLk3yDbtkBm9YSX7nc5vXLjYVbKSY1jKUmz8UVB10HVUvyVsUwftNHzlwaeFCWXIOC8kqIx2h68OmMTGOQxpdw5u0rEta8kNX6hmWW9+o6CvkFZQB5aHtUXy1g24CsSryhucPcpQlrcwnaVk+qi7ktoIkan3Eg4dKSp10mKI/CpKOzEfqdQQupUAWoN6jgJG09JV6XhKqjSA+kHqbGpu8K3+IOpK/P0eniPxE4L1cTQn5A1aYhr+4JG95ZyATslET8MgAvCwrflADHQJZ+MtPNJ68dktaXHGWLSt+RFb8oRJ44+rU+utyF/IHIGB1/vlgKOUm5HAVxfwczs+v2owF9Wo03xmRoMxalMJXtxGd53eFDeYvbOfsgHTeQwbFa2IZkxUMYsiNKJ4rkjMdyI8LLGVj0kRa8gikPo572T2ncNFQUEfNXULOoEReEuVVNKVJnzTwG/6N54m0aif19WX73I9Q1m+ty64rL/TooAA+QsEFXyH1MuRXxdwUX2xpe1L3Z5VRBrUMBciuB5JCos2eVfP4NQ70ekHd+FRaecpDVDkUDHXOJO9ByIHU5ygtKfJ10P/tvA3J554785e+WX7ZZhw3Adt1eesHXOsy6iNPKD5QvqhhRxlKGfkm4FshKVmpp1nwG/NSUo6J1FOLr+lFndVQUjC/rwVSX4/U0zJfw+QCJOXaIRblCqm3l5a06oZUWuolxfAiZyBppc2SFmaSVnQ1tqSFzfUykjImbcWXHI4CelD18EMw9oDxhx4F9ENssqt1DOkmn6EeXvIDJG/xnv5eO15B5oc59rxM6lo36xe+6/DU95rxfSzXz2FKPjV35nstw4Oq6+OSi3cwJ9aXNybmTHq79PWDAWxTOHirMkkh0Y5lXMzQ1/UPfxwcwf206k+MIfAfloc8OpAyt83BaMAAEf44ENQDikrysXYRAyCGHgX06zjKFjm2UJB96rEc8uiHyFHJN0v92cXvblIVUFqCOOtYaq+R8/hhSRzBXCOK/SRF7gFQQ1L2bb7Dz4GNZKkBH4OLevtiF1Jv05dX3yWlAAIn8Z6iq/gtbaJb8pIWfhK850VS+M0gd0l9kPk7MvbjsT+z8iAWnoeu/MlA1iCHHRxiPPjAA/FXf/VXeVD6jne8Iz784Q/n/9f0/e8WQPBhAAAQAElEQVR/f9x1113xrW99Kw81OCjhUIWHscRiTVMVD3fpK2SS8gCD+YQtDz3rg1Hsxj44A8QAkjK2V1m40dkN+37gzYHarg+DAPXwDx7JGb7zZy4eJNMmHgpTbx5S+uCE2I0PMprSP9QlD3xqHqx96gH8qk62A+gvX7kS+9OD2D+Y+gBuL/Igd//A+xyDI7uU1F2+vJv6XR/EHPhAceq9iDqIDWwYxCTH4u8MlDkcJNc2wjEOso867wkzH5JAwYEf6nKwmDbmZ9arKFpFjMaTGI3Gse98pq7zxIntQHb58pUgj2cuXoqLly7H0z7cfvrc+Wjdk/v7+7HnNvEPFl70gjvijttujbOnT8atPqQaNfJh6na89EUvihtvOBWnfBilbmbZKdvdEVvjrfzTrvwp4EcefjQPVnfd7i9/8ctx992fjwceeDAe90FZ633g1KnT+dmp/rL48uXL+StA2sSvmvlFIYdbzD3mAAfn/OL11ltvddcoGL+p28tc5PCNA/o9jz3zjQM6dLPsY8aFvt/1AWR/MIy89b4lKZjvlGn3Pr/knNKTiqaMQuHvUKZNM4qRD4vpy86588tV/PEjb+oNX+ROvdA6fy3OA7Mql6Pie8IHvWPPa0lBW8iDgwoOOWJwUQex8GEN4jfxYQf2+OEDHXn+9m3Y93j3mPngR1LGxwdf+hNb4pE3fUsbKOOPjLxO+aAUii2+1EcbkIXnGOsNX/r63Lmn8yAVf+yph5zInfzIm3VHDOohDnVyYArPr0/5VSt/DnXfh2NPPf1UcEDbec1CDzx/GV/2lPvuuz8Y7wcffii2T+7Ea17zmrjZB6kH0704e9PZeNGLXxj/+//+r+Lf/tt/E2dvOO1Dzys+QH0yiufu2bNn4rTnMoeN+7afzg6CX/a3nsMqEeRI7hysMg6llCBncqRttAdK7vRT+JI8ooaHNQAsPpLcTZ33gTbnOWNIf0m9/dRzk0MZ1n5TmqDfwtfMY+buNde5buXYNY3nob9TNgZ20FhcXbTuJ4qlFPuUkBT0M/kiB5LmsZrg6lwJNpIoph/+ktJfUspqXdiGr+oHdTFfUu9T/VM4f5N6HUVJkNzHaIfU50ls4km9Hh5DSZkLPDYVtIv+BNiSI6D+oS12jB12+KKrwLbC1eRYYS8bIG+akn2Iv0U5PkUl7YhV3NeNx4P6iQ/FjrXCHJKU7Tx58mRQZi/DjzqwL03JmKwzbOo/LCmOix0UEFdS2koKZPTdZDJOGXpiVh/K5Nyvy3O5jvgz39hQF+uReV55YrGmwWg0Dvk/bLEB7BfUSVzmPEAfvorvM5IyJ0mLviGXbj4nm1LyH15Q7wmvV/qMeqDhq1L6hLk/9X1q6n2dOohjE78UwQM5c9183qLDZghkVU8sykOgc4jMs/pV/bBOyfXZUFJIWqybkfdY8i2lyTYXt03qbaSehi+p56VValXWXeus+SCvqDKp9x3Kh37Y8QnjWL37Cn31g9Z+wZ/yEPQJ/cBYJPU4TL1PIa928AB/SYt+aJom+yp8ocO+mH9WL9kLmCxe0rpkocqKJev9WkqvjSPZTZaEOgrYH6V7tnLPjHg2vsNc4P//CUf1/fPZBvr0qHjoJIW0xMJ2IJM26BeGV2dYDLWtUh8LL2QVfbmN1h9GOpAfx9vov+17qee3/i7EqpLFbL7AfCQ6C3soy94zowv4ikh5F72ms7bnKV8T5huKA1zbi/qOsJzv50dor08sKaQe656dcwaMwbqOMrpKpWUM5ENIh3X4gWoHfxywq3pJySLr/GUEmgK/cWMxWbRJ6m0lBTqpv9niswnhC3ndqOEtyhc8oD+gIBWDN2RgINrIYnMcqhM2lV+n6ECVw4NahlIG8AAeSFrpI+nay8RZBzEr1nXDcrWpK6jqZIbxGYIbYy1bvfIiDgJP0VCuZW1sD3ZHobXz+lhWW2Ifh2o3pNUeGXEBPHJoLcNXGXQoR3ctwI8P1bV/FlT9B230Ut8n8MSEHgX0Xcx8K2VkWu9vhvvH4SIhx/KJafLeR3VEnxO/8xf9Hn0MB/UW2YVdNkJ2QueVabvW27bhDDp/EB6i9VNwYCN/MZwm2nbq8LNorQvv+3xBBfCd7wXtXA+/Dlm/CfzpPFCIh03GDmek/Be/XZCps5YtukjZzG2uaM27SYtDZndb+CNeFPvBJzXf35a64BA67NN5L4NWYNe436HFtffU9WLnsQmDh02WBDz+K0CPcgBJISmYL1LPy50vKTZdUi+XlH6Sohhx1WvVQC4Ck3x15GZkvlCjdbt6dGkj9R7IsE/QT7ZN/hqok85Y0YdyN3l+228lpsu90er7UXVghQ4K4Deh1iEppB5H2WF7NfDFYuYvFtybrma7rq/1Ip9lP/f9UOVQdACedlVIfe4rc2Yuk3qdpDTHBkjKL3/w7OMVlJ8Nak6VxhEX+nVIWvS/dJgnn1CEpBXEhktatZF0yEpSxhkq1nNalodWzx9f428az/Vaqi3yyq/TGmdI4YdgXjJHAfxQdxy/XtemMv7rcmSr6PcN2gHQrftQ9maJ+hDQ4QNQMi8k5Z5Be2Y+PJj5Sz16SYEen6sB++pXbWPDhU3V41NRTauulo+j2A71lNcx1MOjH9LKZ6/ytoL5/uG9hD3cneQ7FAZ4HUaNfVhzfRJpubakJU+UYR3wh2AjZCZOt88f/vlEjc89UtI8tHI/kK5Ge3N8i1moJHOHX1IvV/i/OV9UfG/u0ZSeEoN5KimDkB/zKgtrb6VpAlvAfg1dM5kXlXaN5nU0Pe0/z0Rele9rTVG+Ub+0lBbnGW6DJ09wyTFHfpjKQRG35StX9uLRRx+L+31o+vDDjwS/Kn37298Rv/d7v+8D1LfE29/xx/G+973fB2BP+IHtRR9UXY7LPqQrpYnt7R1/Rmxjd3fPH6naOPBh48XLl+KSse9DzzJqYnJiKxrTqT/j8Ws+5NPpvg+CdiPciM6fiUsTsXVi7BRnlrWONU06GpdQE8E/QGxtt7t/JS7tXYo9H5DMuunCfjIZxcmdE8H/M5EDmx0fnG6Nx7HVjGJi8JmQz4CljYAyPhWNH1bLD0/DY9NJMfV6O/AeVCwD5H3FB4/Ipj4A2fOBz97+1Adnred4ONcI5KPxJFp/dpoZ4T6mb2e2D1/yGIydz8SHYyPiutyYWuUY/Zqeus7LPmjc3dt1n84WcknJt+TlPoU2zhV/4uLNZxYefhOPeiRFcR2jeZ0zx97d3Q3+f48Hi883szyoxo+DSe4pHAaMfLh+6dKlePFLX5p/NvLM6dOxs30iOAR44e13xAtfcHucOX0ypvu7xl5s72zF7bffGt/zmlfFT/3kj/sA9oV5kNUU581+7sPnE5Mt2x7EqDRR//+sTz/5VHh049abbwn+dDM6Dss4XCWnhx56KDgcoM8at5dDg/rwF54cyXnfY8MB7NQP5+kbfDmon7qdlFkPo8YHpu6TWpYU0hJbni+0HQqor9oyd6mXA0AO+qiXOiT7hzzmbfZ1+Ko+Zj03u5iMJ3nAQpl8JAXjP/E8YEwk5UFM8VhlO5wzdZ92n6PHDyCrfvhiT7vwIRfqLe5vSZ7GTdaBDXLqxVbqdYrI+YSeuYINcWgjgEeWdY7HceD+RUb/3HzzzfnL45oDMbCTtIiJL7lvecxdVZAfc49+JcdHHn3E+4XnouPyp4Kx50/4clh+6dLFqPk+9dSTwf+HkpxuPHtjXHjmQtx77z35i1visVaISRtuv+OO4PC9NE0wN/gzvuR24003BgfzzAfG78L588EvqKkLf/qUPZ0YedDl9sKTU81DUo6v1LdRotyESRTvX/J3aL47jhvFZNR4Lsvz3H3sA9yDvSsx8zrpzMvfk8WeBW8fRwvaRl+FL/IFZh1biTpuUHKyNHOhz4GkaInlsccXGflnu0oh1AqIswkYSYoDr9eqpz54dMQGkrL+GFySszJ60ZLfmpzw/WE77elL2kpM4gByJU/mUs0ZWQU2fcwI0b6mZJ+EL/IiVgVli1f0yECVw0+9R5DHzO1sfT9CJinXDDkASdFZN/OeGb6Y+1OvS2zJjfIl74/MM/YD5MV9bbec61/72tfi/vvvT562SQri0lZiYk8c8pCUa9XVZO7IsWu912Mn0Z8FdVQZBck5dl2uI3JhvrNXkg92zG3k1AEFrBlikgu/1D7hPZ31gz0xaQN1j/zZADnrHcph7Lbv8/D4kmMF7Zt4nU+8nzXz+xnxqAcQV1IQewhJwYUtwLaCMqAsKfsFX0kZR+plkoILu6E9tgBdlcNLyj6sMmykZQziSMr6sB8CHX5DIAPYQUHll3ZdVDk6qY8vmVpQTPs8XPAL2yGIQ9mqfMGvyySlbv1NUrZFMrVSMjXMZk7EAsxJYg4pPHMeOfZAEiSBHzrs4PsZmqrrf5O0TNT8egRpqa86S1Z8JEuuAdX/HxqVtEiJDl0UhgyfKOdlaWk/Fz2v5MgcjqlF2pzT4Vib7Y4J/XerGvTrURVJuub5RntBjSX1vrWMroRyM2PxHw98IxzCb34pVi+X0YEwX5FlLC2DB+g6l3t4Y8qPqJupP754k+ALzrXBxq6tW0HnDyZLuB73c3cM7HzVF/4YVQovuVFmJIV0PGyWL/wzW+eDIMsDHpkkSAJ9MvO3Wq50Lk4ylK3zlCvS2G+1fBy1Wb6wYeMF8KB13pTrZpyG8zfkCdtgC1BJyr6CRwbgjwM21wviVR/4CmSVhzIW0CGqTaVD3Tqv/ADWt0naTNd9KLf+sk78qwI7fyhr10CfI6v+xARDmWe+V5pXVI6Bn0AktfQIiu8mzOYfStFR7xDIjsK6XS1jT97QIZAB7KqcstT3a21f1Q0pdpuAzSb5UCb18SV5O+n7h7qeD2yaXzUuOvLI8mBMsrzhjbaA6gNPX2GKbB3s73xgloTJAtjhCwUo3OpF25FdC4gBhrZyO4jnYNF5znbei7GRtPm+QyfE6lWzhVbkRLZZfnAl1hoU/GcDx6NemU04n8zJtOOLlXOiXKwH8LKsQ+9Ksh9MWx8Qd/6SDcKG0NS5PcV1NQYP9zZhpJKHwp0fwo28P4z9cADAF9dLHusgj8ZtahwXFK/7lLlcDGT4jx27OEaPLrDxt4tIX/v38rCHdRHWlw1wz/BTCKMzwjdmHh7OugjQuhyux90SUhOluHZTR7PevVDkR6JdTLs28hfdLpujx4J7wsyO0Nbx8HHXBnPAbwGy7fh6X2lND6KLqbHv8oF9DzxOPCycmib85Rl/HvJO/aCXLwg97OngOXYDyn5F3JRHOHKEpGtC8XhJvW3MY0p9Wepp+CIf4ptdvKoMeeUXyjmDbgjEUh9XWlJs0A2B7GrAHhuo1MfLYUAwAO1ch9TbSz3FfOY5TFtAz3fReowoV2C3DnJYh9THlXq6yWddRrmP03o4PPc8JsjAcfWjvxbUGH0dq/GrP/2HflEe5FBlUGwkwR4LaWkjLfmhE7HWMdQPeewoQzuvp875E/jYLQAAEABJREFUAWTS4fhDUbXD9tmA+w9rEd+syZ0lb5jFlSjUj1m/EcT6Rd1DrI8F9lU2pP3+0kbrdrZub7/ePXZe6a4+3zvLO+uvBuJSjyRI5pvMdbxRx1HmtX+g1AU9yrbGgQ6BPWXoErS09d4eISm8Qyey312mNdybkMM3EWknaZXG6oVd8U5eLPboeSS7KGqjuD/7nbS1Bswcp4vi3gayTWLuW2WFsiKKYg77qGIum8donHBZ6Hob2V/Wy7SYoudel/l5XpVQpsW9Fl5SSAN04TM8ZT+hT1jmquxnxi94Zas8h2DmyaopMU86KeVEVxyvR3D/NEo0AbSi62zXRaMSwT564D7znCwhy8N9apgf+f7aFLeOB/Vh+yLn1vZwG2nb1Ad/xTWMmnEUjXxQ1+bh6Qc+8MF4//s/EG972x/FH/3R2+OP3/En8da3/mG8853viq9//Rtx8dLlOHfufKLxYRS47EPUvb39kPMqrtsped67OvdBuO9AcT6laSKcCuubh8+7e3s+PN3PwwPuxe4tr0GvQ9+3sYn5xVxlriNjvgMOX/f9MJv/B9vMcynjuw4e4PJrGsCD3snWJJB1vuc7eADiFeclKSS5h7ogPkBHtTxknubD9TYPcqgbHYCfOp7U+5MPPk3jPnfjp84Lu+J84CVF47YjA9gjh8eGh9EjP3QGkjKXqkMfvjqPGz41R/TAKo/dDNK3xfVXG4SSsv3UzwEWB0j0PTpiUze6mds68+cjHpY3Hlf6j19T/ZN/8k/jFa98VYxHk3jpS18WL3jBC+OHf/iH44f+8T+On/rpn47/8//8f8W/+3f/Nn7sR380XvnKV8TJkzvxmte8Ov7Zj/xw/slVVx+PPPyw50MbL3rhC+KEx+OO226Pl3Eo+6IXxYuNUzsn4/LFS3Hg+XCTD8jutM7LNstQPt/xK+ItP5y/7INl8ga1P3iwLymQMebhiz5g7CmP3LfoKmgvaN1X9AW2VQdPXPpCkvPucjyQA0l50OGRz37nYAK5q8z+hzbz+ohDf9PvnWcZeVBv3l/8mQcdB97UTQzsAYemHFCe8MEGOmIil5R1Mja0mbGifvpkf9r2edmGeQHSt4tcX7QHEIe6yIU4xJj4sFBSuAHBhc0lHwyRHzxrAdBXOzs7PhQ/nWsCX/7fjDfccCbzoj5i48Oao+8lBW0OX5LnosefONiQA6Auyoq+b8e2KaMmStPE3v5ezDxON992ax7iy3F2Tm57bt3kvehifOlLX46vfOXLwSE79VMnB6Tnzp0LSflr05FjMQa0h7r2vFdRH+2nH8fjice4yzbRR8hZ+ydPngxigvBFO0ajcUx8yE49yLOfmxIj+tB97QkTwFUH9dJHJ70mTjrWia0TVnUZczSfI5Iyz+K9omlK6ulD4kLJB0q5opbDlyS/96+qh6ooimOGL+wB8krhJeW41TokZS52WbzQ0VfYg6pARn8yL+AbjxWgTqmPQxkU54Ivddd48JKC/Ye+kPq1RnxJkOwL/CTlHCJ2+EJm4vbJKJkzMiD1MmypG8CTg9THlXobaVmOkGMppB744AskBdfM91zaypqjLmS0g/lMP9Af8LRRUky8XzFPJGVcfLCXlAfKrHPmWj9HTqaMegF21EUs/KiT2FBk1I0d+UGBJMTZb9iRD3sDOmLAExcjYiGj7rNnz8YLX/hCr6mb7Rt5GEt7qId1A783/8c88PiiIw6xoUBSjhM5AakfU+qkLhDzS1L2ibSZzs164nUl9XbUB4gPBZK81kYJSb2P3yWt5FNtw5ekhU5S5hK+JPk9vB+0K2uD9tIOxgTQv9BePktb9LTxagjfC7ISv0l9fWY3vJa6TTEXDt4f4SVlO6SjKX2QUFm0v2l6vpSS/sQC1FkpPO2jvfDIATxADrABHZ/JMKiQjk5KOkJXndeopDXJalFSNkS6Nmrj1QAudfNONbvxdTX9Rqe/B6FcB19AAB+enlc4dsaDXidsvvIizxR4cSf9O3zzNnTd0aVFhpHzY16WBvK4vku6ii99Aa4vbFpLm2MzT4dIY79JcrN6FHhk0ZelY6jtrvaSDSSFdDxCNrzKi9yvYpLqTXaSQjqMutFJvS4DzN9afwkiFpCWespsbAD/Cqm3kXpKGGyHmyE+yCqwAZKixqlU6uNICi5JizZQJgZUEuSQrtaFVlLGlyjFypVxjtjjUmdr6PMBh/IHi24FVQY9CnUpSMp2Yif1vKS8SdPeCnId8q4QlwXQU0hqf2kZC/kCrhibZ4OZHwzwwaCizoNhLHLkCz1zDR64dw61B3nF0H+Fd9KUsYMC+Arq3wT02AJ4sM5TrkAPGn/Ql+Ra/THG86fGRpfCDW980Ua/CdV/nW4IkyLySeY63vDZBPLaJEdGCyXlvJOWFN0mkE5tH3rKUAAPhjy2lNcxlFcf1+6p7Bni/l63v5YycRKe1w7Us8TyQ6Wcg+x5fiDRDZB5DD6optNV3vBZx3p+hEAmCTZBGeAL3YRwrkchP5PQNqLRLqNn+z4bxq08+vU5Rxn5Omo+rfsDOCqT32ZwABbaJ1Hth9QW7nrbzHNzKMew1C5+LYsu+OWm+p2XwQMQYDa6Is9Jf1D3h3Xm7/5+//8KkkqE+5RD1GhKyA89aOve/n5+OWE/mkzG0Vh+4AeU8jouTRPF/038EHjbDycaH9ROyihax+z8AZ6nypd2r8Qlxzhw/0+dexuKkW0nxmg8cZ0lc1XjvEYlysi0iSiUA+vWNRiO1wAefLheOccyR5RiB0UUhVNISLK4RNM0CR4SFNtVVPmwDC8p7SsvyWEVY+LAR8TIcRrzHHYXlwF8lVOueuSUAXx4jQB4ZGDIU66QFNISEUu+oy8dq7Os7yXNe0t+4BWHgK9dXHXn8WwTfRtLSCWSb0qE4fODPFBnrkzd55ThoZT5brCO8MMNeYxB8iHHbBZomlGEZesYqQlgywA+twlQPJCUgaSQVhHzq/YDc7V1/YilEjJKaaIH7WtCKjH14UAbXdCWhHna5kEOef6oKQGKTDtHc8zObXMp5DK0Qs6xnXahKNHxDN3lEk00GsWojKMpXgseo9aYeo+sKE0T8CM/DAx7z6zvHKMZ+UFiFzH1w9jOsRKWy+0QsSIzD05q2hyhNlpXDK8S0bnjittQzLd+IM/hVDs7iMm4ic6HOQd+GNpY37kPio1a/v90bYmxc5U7o3QlOrdnq9kKuT3Iw3JZTjtLlNienIiYKduIbupDJCdhjWLXBzn0ydTr/8APSWcH0+jcd3Kb6M+Z+0BSZN1us6Tg6rouEhS8B7TOsXUbXA1VhTszuqbENNrQ2H3au4XUM/hKyrLfo3VsHrCw501nXQCnEa37FArgF2jdJNvNDLsG6GwLwi3robDIGTie++/A/RtFsQ7qnnnNDIHfEG1087kUSdW5/Y7XGdEeeCBnIdfEIDSm8KCYp1zsz9iCxrxA18cq9lxAjJhiWPb2Gu7BaIilLkb0m3nFzJ7tHF3qi9oAjeODYrviiVFlyvKwC1yX4xWjKfARZqOYV0RsRtfLrfQredZ+1Mt9I6Gpgp5KCtoVvlLbdhHAZV5uWvZtBrRAUkirsPjQS1q1kZQ2ktwO92fpMfIaLmqCuSJT+KJR1LUr96Aspzzzem68/zFPp753Fq9n1lP4OnnydLAPcLDAn+f99V//tXjd614Xb37zm+MTn/hE/vneu+++O+65557glzaPP/54PmAtzoP7MDElud5pQurzRc5cBK4mELMmqGff+wA8D3QpQ/d9j662xB77QALAN24rmHn9kv+eD9qwh/KQmFj4UsfI9+eJH1wDHl5PfBhDHMl5eYiI0efjshn8aq7UBU8dxOdhMfHBvvcTZNQJxQY5uVO/Q7mNnpGeL/DEIWcOnHhITRk/6lvAtvDooMQkFjl2XsOUkROP3ADtIy4y7NB3joOuourwR0dLF7z7AT/aln829aD//IUsba13uL4tns833nxLRBnF408+HfxC+SnT8xeeifsfeDDuvvtzcXl3Lx557PH45re/k/Nj5n3+mYvP2PZy3HrrLfGDP/D98ZpXvSp+9Ef/WfzYj/1o/PRP/2T89E8ZP/mT8X//3/5v8X/8Hz8br7jzzjjwnv09r35N/Juf+Zn4f/y7f2e/H4w7X/ayeJUPb7/nNa+Jl9/58uAQdeo9nQOwG2+6Kfj/Zt5xxx3xIh/C5oHjiRN5aHHWBwLI0TMPGAMO+eg7+ggZc4IyvCTP6Sv5SzH6U/I4emHRZ8MyY8P4A8aSPqOvAbGIDeAlBfYAe/obXlIUFa/bNv/xAHMIHbFObG8HeVEvY0Ec5o7kWO6f8CXJn51m+f8RxQ59Hs657djTHpvlWiR35goyoNLXix+5UCf5osOOOgH+fJdCTzsBdtRV9bSJwx9snnjyCY/3leDgkj+/S5tYe/gAeHLc2d7JvKib3Jh/UPKu7aYu8vEEDOTk1XrdF+/hzEtinz93LvjTvpeuXI4zN9wQN99ySx7qntjeCvbFKf8o0vNw6s8e4XvHSR9gnjixFfwjjanvcadPnwrmA7LW64w6bvMBLYfBt/twn3lz66235i9W6YtSmiilZD7kRrtpw2SyFVvjSTTen+gX+gc7fk0biqDdtIH+Ro9d+IKX20ObkdEHxMNOUhADWSSv/GxCP6csIuurNsgkpQ+y8EV85FAX/eocSqb9Cx11QasNeQBiSMr5SZ3YQbGd+nMHNk1TFjlIyrppJ2jmfYFP9V3nKTOWxASUK618+JK0qKe4/yVlX5Az9gAeSMo2Ssp8sB9CWuqpO464+lgRTWmicVtAjYMLdWaOnpNQ7LEBzD1Ji/rDF3p8WvcdY8y6kZS5Wp0vqW/XaDTOA3/+n6q3eP6xj3HAP/I9jfjkUefMxPc45iFy6pCU9VLGHjtsoPhhw3zEJ+YX83XO5q/jb/BaYt6zn5ampIp4/HIbHb6llNyjoIwvcVmz8LU/Yn5Jfbv69vtTpzteUvC/tZIUXFJvQxzKPeS2NIf6X1L2m4S+n4PkNwRtpxzzq8aV5Jhl4R++hjppmQdyqa8L3qY572gzoD21vfAV2AGp94WvkJT14y8tecpAUnBRH/E633+QSLyjWQV2IKXuV3jgBvqlBHGHkHq5pEUu6Juy7MtSmo2+xTZA6mOEL0kZJ3xRN3lXUAZWue8iCsxzgisb+kvKRIeyyku9TlodVBK6FtQ4/1dS8jyu/qP0q3ItQsA9r+gc2hOvftG5VlpCPD9YAb7F8fgiCgXIIq/W788XXImjXetLUkhamEsKuZQwbzYkJeCvBZIW9sOxkpZySX0op4vN1YCxNPehYEha1OPikS9JC53C/7ksaSG7GoPlccD/OP1Qh+3fF47q01o/eonsqmRJpV4u9XSpOcxJCul4UNfVcDjyZonU11W1xK38UVQ67FM38uoj9Xtp6zXf+kNz1Q9ptYVSbwXlCmSVr1TS4kYS80vqc5Lm1B+Y56ok0lx+DOWGBSOaZlAAABAASURBVKTNtgSS5O8InW9SXmwIDEk5Zn6LUCwucq9YCM1UGdTFfMGvpZzy4Rs2R0FSSNePGl+6Pt/qt07JjzFGLvUxqww5vHsP9TVBUo4147IOqY8vbabUVeuUeps44pK0sR5Jcb0X9YJaNzw4Ko7U14GNpMU4Uq4+kiqbX7aIPQS2YGFkhv6StIgnXRtv1yNf63VgKB2Ou1wdWFwdxD0KeA91fHGg7cjQSX39lNfh7/OYHEK1GyqYl1W+iVIndQ99hvwmH2Rt7oFdQGfmwdQf2HvMfMjTJrAdxoNHBoZ8y37qhnXA8dCDdsBXHX4g9a5zZsAj48ue5IdFfqjn5PIB9IEf0LV+aDbxl8sT8wcWF88/E1/8whfjS5//23j8kcfiLz728fjIhz8SH/zAB+LDH/xQfPRDH457v/Od+NpXvxwXzp+LJx59LC74wd+Np07H9qiJSePx8Rda+fCHP611sLcbnR+sjH14oohcdxw4+CtfkBvtCG+GksKTN+A7l2N+pY3b0Y+FWzpvN2p0kmAzFmXGTZJDrSKNrvZmv3UTqY9DbCBp3eSqZfyuajQw2FzF4VVGW9exqa4qgwJ8oFQpKfuK/QNZ1UkK+HXYOkD4HeDD2FS7IV9lm2gMrqrv/FC5PQIe9rmHa3dulKmLBycAHl++fJNTbU/nuePJ4WlV0p/5xuEEv7LiHxBMvR56X89IB8W3tQ9ATrxwWyXFbDpzqM4PEkdJq03rU7uRD1Gokwc949EoHwge+OCCdbfnNeAQYafo3L59H1Jg3zSN+7gz2uDh9ZT41o+9HiXZPjJvHkyWpqRv1mm7mR9kKmzC/uB8JeWD1lIa180X9ci4Mz8cbizDft/rvTiRzvk2KnHp4sXY8rqfUJ/rHVl2+uSp3Bse87re8oOkmftn/8quD+PK4qE1D0NLUZw8eTIfSvEwiYcrEnNmlg+BnFo+0KU/4QF85u/9gH6nfziQ7Zx/KSWyv70fhXM58KEKuc68lzC+Ux9O4Q9NOAYxs96wpeuWFFIPbCuwq/zVKPlV4CcJEtWPAny4/ZIW9UlCtVKmTZIsKwFfPA7kW9xWpX+6OLa/w3Y9n+/wRrFv2g5o6tfeJOoYYs3giKI09FnyTjiAtJTRZhC+JAV5xXVekhYeyflN8pulklylMi6xF5jLJUW9ah61XKmkjCEtadWtUvRh28MI32dBl+tqZpvi6dgF99Lw5S3C4xV+ADlyST44mHpdTL3mxiGPK3lbkWtg1IyCtcsvuN7ylrfEL/3SL8Wv/MqvxLvf/e645957808QPvjggz5g2k3gy9zj4JAHpxz+MPcjWFdtHgrtee/ApmmagFZ0TgxQH37YzbzOWSvEwE6S8xzlQRgPeHnoSxz2KOYlPHb4Vp/whRyQH2i817HmAX74SLJlhKTANjsp+ivXtdcvudAuDnfq4S65IuMAhjjYAOonDw51oFVPRNoZ0dcXvsiBB9BQYqCX5BS8iKzHsmlKjkn4Ij4xe+xnP+JDnuSDHF7CM0LqacyvWse86Ho8Y9z/kqL4MxCfbw68PzWjUWx7jxz7oNkTO/gHSnvetw98QNB6nqn04zHygfaLX/qSOH3DGc+XmQ9Or8S+++uFL35RvPglL47v3ndffOWrX43zFy7EF77whXjrW98Sf/6+P4tvfutrtt+PH/jB77Pu6bjl1pu9d8/8wH4S2z7wete73hlf/cqX4uYbbzRuCj7jjT1v2P8fe+TR4E/6fv/3fl/cctPNcdPZG+OkD+H4x3Jn/FnuNa96dfzQP/pHwRwJXxzwM0/M5hxCzgHE6dOn3f4uGE/68NKly8H8xa6hrtovpeT+zrhiV1yW+jGSFOPJJOuizzr3DWOU88L3L/ip+5P7InEpMwYVM89z6ic2euYB+VEPuSAnF8n1uK+Z+5JyPWFDPfhzSFltmU8cDtM+Dv2Y6/VehA9x8aOu1HlMmTPkRH7YSP28qXLmFv2IHzkgR1btiQWmjoWeWNBHH300Hn744diabGXOly5dpJk5L2s8ciBnSfnL0rrGqIM2kQ8582d1+VOk7FVbPhg+eepk9j31Mh+ZuzfeeDY4ND956lScPnMmvuf7vje+/wd+IF716lfHnXe+LF76kpd4rt0at952W97/z5w5Ey944Qt82Hpz/Ng//7H4D//h3+evpn/qp34qXuMD+jt9iH/TzTd5Xyiel9vxUs917PkcwYHWC17wgjhz5oY8qK250h7WIWXorj9DSQpywu+052jNkbnUeb9uSvHnqIO4cOG85+NFz8s2in38cn91LNIsj5oSjAyfO6SS85n2j8fsjSOXm8wVP/lhcylyWVHLyOC92CxzXM/XUBtcpRT7jwLaee4zhgAeWZ2H8FI//9GHL2SAiBI6UvZO4TgS9S+BnSR79S/iA2IBeMl6B6MMsEQO4IGkzHVTPHxAtVeJaN3PyCrQVX4TZf5tkrf+jOfs3H+RV42DPWj9mZDxQS7RF24Ilu6LKqMvGTfEzBPmN6hrauy1LuEbvkcf5P7DWguPF774PeM9FR/WJEBGTPTkAHqf8BxoUAeymiMCbKkLbG9ve/89Efj08eQ2Kv8BDHkhI1cofw6YP+eP7dmzZ/OXquyprHlyqHsY8akPUDd1Ml7YoJNoo3dN942knH/kgo3U10+fDVFj4A+K5/jSvjjnEpTRgVoXMiAp+6HGJF5FlZFrBbLK017agkxS1iP1eRKbuqS+LC0peVSU0qz4Sb1dKX3eUh+3liuVFFzUTT7wFZLc7h7IsIEC+Nb9iw88Mqm3lZYUOZCWMsm8hdXPbNZDTpKyHfCN75dN6fOnXIFcUnARAxyVR8HouaCvpo8gDUu9rL5Lh3UkdlU4wHwpexm6sPbCf020UryafsX4WRakw207NtR1mh8b6+9Yud5/y9SX3HNPgRHmhgh97tGktdxclPItwiSOuCT5Q0Cfg6SQVpFuCstjfmFL3pvR+aFmRGv7bgHKoP9Q0MspD4GulpPPDwt9nMhV0Lr+Tegs7xZ14Xsc+lhd+hzJu702+Ht9MedArRS+osquRrG/mo0k99XxIM6xuFol16Bfxu9vyrhIy7woHwdJ+UG16PDNgJuC1McKX1LPS3LJL+icJQ9L/i95SVoZi+OSkJUK+f3wq7ZBsh7YRFJICvoioZIfzrhRZtk30ZhfQ390fLiodpICGZD6mJLiWi5paScp44SvWp/Zja/1GzdGktJ/mAdxpF4evijnVmFeUrZfWu5vFh96SUs76eo8ASRBElmnOWkpc3HlJWmRi7TkacvzBUkrdQ4L0lJHfZIO5TOUr/uu66TD/tKqbBhjnZd6W+JWDPtR0qGxlnofSeHk43ou5jIoTVnELZ7/1AmIBQXrPGXJdcKsAfurobr4c3HeZ7FHBq2gzJwHVXatlIeu6+DhyDqwOSrmer0zf4GdOuHZAK27YObFVSm8v/fnP0Srvxps/UBuNgeHFq0PYbDhodT+lStx6cIz8ciDD8VXvvSl+PRf/lW86Y2/H6//zd+Mt731rfH2t70tXvdrvxbv+/P3xgfe9/742Ic/HB//yIfjQ+//QPzB778xPuKD1T/703f5QPV8fP6zn439Zy7FiWhiyzjhwxn+0dukGUVTSrR+OOR0PU2UPIdPtDF8Me4mwUOcIcJftsMfCxqVjDFqmiihoFw8/jLPvSYGV+1PYq8D3cD0SNZdHJIWekkr5YVijSH+OjBBtk6RXQ34DEFeV/NZ11f/KqdceSjlIZBVSBqqljxiAzUY5kWf4780PprDbojet7WDB52Bn6P1YVrn+d9/NgyPhTlXin34qvOHMuBLOuj8gJU51M1ticP896lIsAaaUM6r+sUeHxDzCz9ATCj7FQ8oJOWhJQ/5sUfHw5GxH5znHGW++0FQ63XHfG19ONh63ZHLZDwJbCZeHzzIPrVzMvgV0EnTvd3dQH7GDzD3ze95fXLgiD1xyHvmg025PcU50m4etgD+NTsHmzyQGfuBIPlM/HB6Z2fbrVQenozHE3v1fffAAw/kQ1AeFH/yk5+Mt/3RH8Vv/MZvxK/+6q/Gm970pviDP/iDPPT57d/+7fj1X//1lP/8z/98/Nf/+l/jf/yP/5G2b/Ue8Z73vCc+9KEPxQc/+MH4sz/7s7jrrrviy1/+cnz729/OPiIP8qSP6EcA33lt8/9MbLzgZT6mbcz2DoI2Ns6ydZ8hZ+9iHInBWqe/vWlHxnEfE8fmFnn3yzK0h1tqleeS+yvm86czHSKsG5aTzzit+y0MRd1rlCXeIy+4dWBb0bBvGRh3rod8+B5EOSegGeSt5zdTXXK0Ndhk8cJ2URgw0vF+A9OQ1mytlNZklJEb6y9p1XZdf1xZUqolZR4UpCU/LFscsgBEcu697MPIS+o1FKTKy93YeUgPA7sh0nJtLnQu96E8ZxzJNdrFscy3sy4a38vC4ymv72bk+5rvR5OtrTjlh/rbOzt5qMq8/KoPvVgHd999d3z0ox+NN77xjbmWPvDBD8R9PhTjF6cOnL/O4x8TcFDA3sLDVeY5MZjn8JICHTZVhhwe+859UoGM9ba3u5exKVdIyoNE9ga+SxAjfOHL/ocflDI+Vi0eyE68j+AjCXH2L4zkXnT92EuKpjRRL9pAPOIC8q9lHigD5NhRJ5RtgFjwkqJx/4YvSUG+/OMTSf3ad734hS8osegPKLbj8Xjhb5OQlDGwlXq+lCZlUh8zfFE/Mcihcf1QSRmLsqR8IE970JVS5roSeVnfOrddH3hf9v4dRdGMmpDtZB57+nLkPRpZG5GHY/s+YOUgj4Mx/Ph//X3Le+iTTz/t3BvHGMX93rM5VL14+XJc3t/1E52I4tiveOUr45QPNO/97nfj6XNP58EYbWCeEZNfOn/kIx8J5uPDjzych/Yq4f35UmzvnPCB2C3xvd/3PVEaBYexP/CD3x+veMWd5m+KnZM75l8R//pf/+v49//+3we/nGI+0I+XLl2KRx55JPiFJJS2ScpDi2bed+TB/QkfeOSMDWX4me+LBz4sJV5TSvZl68+K+3v7Oc74bvseRp+Nfc/kMJMx4sACf8accrBGvW9jx7gwv5hv3KOxkRT4oA9f2KDnEKX378eBPMjtjA8HyZOcaRfxOPh4xp+Xazz0xMCHGMR06MwbHj9JOV+Igy3wgOb9mHs7frQDW3woE69zW8gNe2TUz5xDJ8kh5BZH4Ff9Ofglb9qJHX5VRxmetoGx5x99AYghKWONPJ/GXjvb2zvBvCVWPdipdie2T8SrXvWq4NfPL33ZS4N6b/RhfcUdd9wRr/Sc/Jl/82/iZ37mZ+Jnf/Zn41/9q38VP/ETP5GHpbSDubnnMSZHDnYZp60tz8Vbb/Wh6pk8jJKU/1jrtttuTz/yxn7mz1X0FXmSIz3R+qBdEUH+TeN55Lk0cTvA1tYkoInJOLKce1oTjdvbeK4W19XgZxT7uuh9rvVYzox2zrcey6kxS1l4BBgncsHe1eeaCLCmAAAQAElEQVS49P5kE2lH31cdlDZAsWtc9zrQVRt8W2+MUIAOVB4KsGk9Z/BjzlRQnvlzMDaScoxrfdQvKXMOX/hjB5Y8be/SBvuqW+o7900PZIA6odg67EJPuQK5q3bcvo/wIWcoWPh3YRsFl6TsT/4RJOuBNVXtoPiD0Wic7WR+SL1P689Y5B8eM9Yva4t/bMA/LGBdX7p8Ke+ZxMEOX/oJyvyu2PL9Hjl2xAHwtIscAWX28XPnzs1jzrzXXslfk1MvYF9+7LHH4pvf+lbw/1bFj8/vUNYbc506mc/ksOW1gazq4JGP/DmkgjJAB6Ip2Q/F87lC0qI/qcu3quxTcoZHJslEaVf9oJIs71+0dwikktIHvur6uB5ECyX53SPgioZyYqfCb/hJyrylnqKnz4dAJq3GIyZYmT8RmRO+9BMUVP+mFOvj2IucNmGTE3brcqnPs67DdRtJzkGH2lxzhAJJwYU/gJe08K02BUUFhs8GDusQ8uI9DgzmEhGKWKCEtMRSbhtPAAf2qzPsH5bNMVd5UnZLWOjX3DZ8kRN+m2GD637RR9fttO5AM9Zl/4DLwzb/XaXukbruHpCW2UgKSRlD0pIP9TK/y7zk9w2wyhYRkuK4Cy0L6FqwHkfCGyw1krJOqadVI6myC4pI0oq9VMthOVBc29XN7eNo6pugl6b1OhbxPF7MtSFCEZJWEL4k+T0W8vAlKctmr+k1rGcTf9UgbDZXNTreYFgvlrUMX1Fl0CqT+rZKqqIjqaTsF2mN2qMwwKbrr1qXpHXVavkq6lXj1VKtY1V6baXOH3a5ia9bExN5TYsyWLcblqVqPZQueanqu6VwzklVNxdsIhtMpF4oafPYzOU13LFtsC120mosZOtYj0O5YmiLjH6EDuUrvAuSou6FkoJL6im+QOrLNR6ydUhLm2oXvYiQCUkh9UBAjErhK6TeRhLqBDoYcoUu6nCh6sz2r7kfthWSsm7KvZE/U3j9E2dYJtYCcwVlWKmPIfUUGToAD/xJKATj2N5+k5ffO39p69FFT1t/7uGxEMbXBuoBxB160IaUWwgFknJcwxdlbPjALDmbddhm0ws/5JXCVyADlN2iRVuQURfo5mscfghsrgXS4VyzPvftuj9ysCK3oPUJ0BBVX/PJMh3qmLJ9U4q/TzUxKk3+AgG7c089HV//ylfj839zd/z2634zfuPXfj1e+6u/Fm/6vd+P9/vQ9Iuf+3zsX74SW80o5C/hzIHTfpi14wcS28ZITXR+cHHDyVPBr1r5f2595lOfinv8pfBTH/94fPtrX4uvf/GL8cSDD8eVc+dDPhTJPy/pnMJfaEdFnkFOzmX6NExdOvKluUb24v4gKSXKMu/93M+2D2LV8pCm4zW9dRutJNc3R7j+uIaL+jFbp8j+rkBdYBifMmAOQCskpVmVZ2H+hs2cXSHIh/AIpB5ZMn4j3rNB572l9TwZgvidDzqQVcr6BzxQ4QGKpGj8YErqaTGd7u9H5wdv8kEdh3X8SWoO+OW1XAwv9ODwrn7JZj8FxK2gDd18XvHghIc4yMIXDzbQYTv2Qw3+9C2/At1qxjFWE6dO7MT2ZCvX0s1nz8a5J5+K++65N+6/97vxsQ9/JN79J38ab3rD78XrvQ7f8vtvit987WtzPf76L/9qvPZXfs3l18XrvDZ/67Wvi9963W/Er/3yr8Sv/OIvxS/+/C/EL/zPn4uf/3//XPyX//Jf4j/+x/8Y//k//+f4hV/4hfhv/+2/xa/9mn1/8zfjF3/xF32Q8/t5MMqB6Jvf/Ob8k6L8Og6b//Sf/lP89//+3+P9739/3P3ZzwYPOHmw9EWvXw5Dae83v/nN4OCVdtPXPKShzffee29g97GPfSwPUj/wgQ/EX/zFX8Q73/nO4Bd4v/1bvxW/+iu/Ev8f5/RaH8Z+xQesTzz+eIw8RqdOngwwmT/shDalRHGfNl5XnfedzvOAh6bFZRn8SpWHz7VcaXhs8qDaNPJ4gbXboygiUUzNmMQhKA7J5DyK549cL7TMaWNZUxRFJRr4ubyYr2idO+g8v+gn8rPaPkRzXplnZ08QKSfmSBGS1oAsFpekub3rd381pVLkYd0SxGxK1S9pzXOFhv0HkPlNKG53yrsI2tV5jLJvbD+kvk3lWfGQoqdcKTz9U5yjJIfrQpIDE9p34c7UJRMzlJOzJNJO6m1jeFmU3TuUHceTxBpm7dR3UH+Wsbw0itG4yfpK00RjsCZ4GMrD/8c8n7/+9a/Hl770peCw6g1veEP8f3/5l+Mtb/3DeP8HPhhvf8cfx5+/771xjw+55Pvpjud9FyX2D2Y+eG0zHv+ginVV+4L+AJTrmqNOmsE+A9BRZh8ClKHoMpZbQAzWKnsbD1j7B7OjKMX3b3cSeyZxL196JvCDRyYp8+LAhAfHxeNDfHIBMb+oD6CTlD7EoX4OS7DlkAwbYgP0gJjkJnnAor8kxdaJrTzw4gCHfDmcYY9tmj7nvq6SdUnKcaF96IlC/sTHDp5c4CWlTyn9PKs2FgcXthXkK8n9VIJLkm8TbaLGok7yog3uypj6QBAdkJ2IQU7op77/kAcyKGWw74MkypI8WhzkTePb37k3zl+46H7YjgsXL8XewYEPUB+Mx598MnZ8YH/Rn8um3ldmvj+euuFMPPToI/Elf966577vxjve+Sfx+b/9QrzP+/DnvvD5PORkT75w4UL+Iuq+++6Pv/3bL8aTTz7hubdv/cPBn4x96qkn46//+q74m7/5TNx116edw7f9cP9c3HLrLZ7743j08ceC9v7gD/5g8OtB7hFPPPFE8I93ODR7yYtfHC9/+cvzsOvUqVNufeQBAm2kP+gHAE8fYADvBQ8bQYcZyJgj9Am+zBHmLdjyAQYHDcSRFNIS1Y7DBuYM6PxZgVgcaDAXJfq4i+HVeeBYw8iwgWfO4oeOHLgX0lYOPjjwIDfagJ45tOd1DI8/ZfIjH2JKyjkkuW7XJSm4sDnh9ow8p2td1YcYxMeO+ikTn3rJDRk6bPb39/IXmMSgfvK/5MNtcuWQhrZjW/3xoe4K6uQfJ2BDfPY0DvGpE13jQ0Z3dEx9sM0YdO7Tm268KX+tyj/Yus2Hnth97WtfD341yy9FiU2eHK7f/bnPxdc8N9GRy77nMuua/0ck8+SU5zO/siVnfPiFKQewzDXyYcyJz3hyQIyc3GgvevygyDr3b7ghkoJ1iQ9rDzl9Q3wo9shs6unXLdY0ZUlu7hLIqi28pLSnPvoSwDMmxCUv0qAPdGif6eMSp8akPfQrlHYCaV6H13ct4zOEpEWRWD0Q9fO7L/e8JLczjL5MzAppNQ7tWffNqL2r+4ZSROt5ACfJMgXxpJ6XljT7weXwJfVybNdBvfQjgK85JPXnCz5jIJeUdYUvbOl3KKh66tzePhFb/p7ay0pAKyTFgb+PslaYk8x55hHlg/2DPPBknjBf6pi6urx3MJ+2t7fz/sT8gq90y+tZUjAHiFcPaYlPO4hBHeTMmCPDlr2Zf/jEP3jcdt78o0rmQ4277frG40mcOXM6ztxwOvfcHcu23D7smqZkn8CPx6MYT8b5jwYa7y3c60rp9ZQBZagkUsp5MfN3+en0wJ8BpinjjfyCu5I/A/FBTnPa+fM1aPPHWV2Ov6TMgdhDSH0dVUa9gFwlLXylnmeMZt5rQOeFVKnVh2wlz2vnhx1+rdcLmA3awj2SudrZzuYhr8liNE3xeBre38iloa9UDtURvohvsqIrpQR+IH1dlhT1kmT7SMT8Ik7r+3bwD0fVWNcjXG/482BnOWpAObApTZRmHM1oYox7nzJKfuQ50VjHZ0l82vRXhDzfzZd4Xq7OURzU70e9OpusIwIfhaSIUMhJgVKaiFCE0TnJJTzVHCds16Ez6KxZ2/nm0yZms55H5j3B01BhdSTfxiHq72B8rz+EzpvXcWASDTG0HcqH/MyTtpZnjn8YXcy6a0Nru+Mwc/yFPjr3w9XRRdhyE7qFvHWfYxdzCg/iOV/9eLOJPNdQErGWUTr31bJ0NCe3SVJudus+ktJRtumM7BBoSq/vjVCSDjlJCmmJakAuFVX290YV4Vf8fV6SQhogtKheUkg9FsI5Iy3lkubSfzhEUuZeM2JM4SVBElVGofLSUo98E7A9Dpt8ni9ZrofnK9j1xHG/1DbjJvX9NJQhr0Au9Tb9e9UsqXSUprfpenLd710M4roOaVkmr6MCSgpJqZZ6moW1t6FGGpaOMZyrpKU9uQyBCWXo9eC5+EhatJl9tvUb8UDrGzmAl7RISdLSZyG9PoaYC4/5PaO/ZzsDl9FXVLtarjlV+YIO/BYyM9WvUvxrXb4B5W2w/yzdRcw/wFAuoWjc1safgeA5pKgxjqLErsgPu/M+pD6+aOwf7Ie0vO+VtQ+q2DT+8MsXnUolRY0ZvjrHJJfwB6omFNDOD7vgOUShzIEHB4E8nCdXyXb4uo9mtqVeckIHb5W7wu2HWQN1I4LiA09uUKmPSxkdFDmQFDPnCk89UPQAHRQ5CCn88dOp9+Mv9zlyPlfhx4MZxsRJBgcRTWkCHvnFi88Ef2Lwc5+9O97+R38Ur//t347/9b/+V7z5TW+Kxx55xF8uD2KHf/XqfqXvJn7oe7B3EFN/ueRhC+Xp3p4PTndj5i+iTSmx7S+P4bmA38kT29H6odLLX3ZnnN7eiakf+P3VJ/4i3vWOd8SfGp/6y7+Mb/uB85N+KDfzA8QT43Fw8DRynOLkO8dp/XmU9qxD6vsPOf3H+NPPlKGg8lCHC0kJxm0d6K8XNS5UUhAz8jo8H7A5CukyfzvKZiifm66RjmFdgdS3V1rSPs6aq4vITezv3D3Xm1D+ipn1In9f8QTLcpVTpo/XQZwVeK1hOwRrbR2uOOdlpZ3nP6CsCGcTvjrvObMV+Cuiv3K2ifBhR9ivdMW5lmj830ij5Kd705jtz4KyrN+ZnIxxmaRuXMaxM9kJzSLL6YdvjDx/va6mXYR1ahWTZpLAh1jUxZ5xyvN7azSOHhPbt8Fh6Ql/uWVtHOzux97F3Xj4/ofirk/eFR/90Efj03/16Xjve94bv/Hrvxm//brfije8/g3x1je9JT5712fT5m8+/TfxnW9+J6AHV6bxwL0PxAPfvT8OruxHt9/G7sUrcenCpbjyzJXoDroobYkToxOud9vZN0FuZ0+fTYrdxfMXfVh7f1x4+pl4+omn4xtf/UY8+ODD8dRT5+I7flh/7733+WH5M34odNJrf5b85cu7MfWB867zh0pNwPMdtvgL/AkfCu95T+D/48cDIh428XCIB088FII23j9Azos2YjzainNPX4grl/fiicefit9/4x/E7/7OG7z//G7yb/vDt8ff3PU38YW7vxD3fOse53shx+4h9x15MwaNW8gIj8o4Tp88E6d2TsfEccNjVKxrPO49bClL1lBCsQIppFWEL2lVNm4U/KOPUYlovLEWA9pkOayzvMix2lCsYoTvHGMHv51mKgAAEABJREFUGBljO44sa0oJs45JjMZxFGML+IVy433X6liFXAYRjf2rzi4xhKJzHqsoblNTiu0GUAnkK7BnrF1yeR34NKX3Z4xdpT2xsvF1vPD11hNS71sck/0FeQ1DeTKZeJm3wb7fUZmV8FLv52LA4ce8wwcedeWxx67qCYMMu1Lca04EW2TUhx105+ROPhhlbnOY8uijj+U/NLj77s/Fm9/81njHO/4kfu/3fj/e+ta3xdve9vZ4/et/N/7kT/40f/n30EMPBw9TWSfE7Xzj3ve9FLAWWDvUyWcYeCj1SgpJMRp5P/L+hpw8VQpNSNBXnbmU2zbLXZd9JPW+5E8MHsRu+T7N4QIyfIhJXtRLDg7lfWA7xr4nE4sydmDmz0HYAmy592JDPOI2zpN6au7EZk/Y39/3vnKwyAkf4gPiAvqF+MXzEX90HDBxeMqDZPIgHraAGJIQu4/Ct4vOc6NzX40DqaSQ5D3MB+HuDwzxq5T69n2YQ0z4Gg+efGkb9pRpKxQgp0yOABtisN9JIrxzaV13mJJTmznQL+PJJHn6hD8pDxg7jHNMmX+O0Pr5WOdYrSfngR8K1/i7/sxFzlN/Njp34XyAp849nX/+d+Y955wPSR98+JH47v0PxKfu+kzcazqLEt/45rfi3DOXfAj6RDx57nxMTmzHyTM3RDMexYVnngn+AUBpmrjog7cdH+4/7oPRp55+Ov76M58JKG184MEHA/ndn/98fM74q09+Mt73vvfl/9P3kUceznZxGHHPPfc468iDVOYYuUvKOUUcNy9f9CF9SUHyPHUuI885xh0/qCSPaZsHsdjTh43zJA7lShkXeGIBbIjB/3+QQz5Jnntt1DFGTywF8tlibjKGjD2xobSHONhLCg5X8GOud/6Myv/zk/jMUWTUzVzFhnwkRfWF1jahIxfKtBkdPtRJn0jOzCCP2jZ4bLZObPlgaCvbEr6Ig/9kMo5TPrgGrEfk1MNBDn8ynD8H/IzHmjayfmkbY0Nc7NwVUTwG8r0JGfsB4DsZ84T/Ry5/sQK/c+fPBc9wT5085flzIR64//545OGH48Df1fhucenypdw/aAt75ZM++Kf+z3ve8Bcqzp07F5/jYNXfAfhHWeg48CWvRx97NPBx09zGJvfNi5cu5vzCT1L26ZUru/48suu51gUHq4wTbaNuKDjw+qZt9A99LSn3cNpAntRHnw/7mLbjk1uG7elH/KEVlBkLICm4qg7fGkNSlKZEKd6vu8g2oKNMDCj24YsykLTYN7BFn9Q22JuE1NcJD7ABlYcW7yXEI8eRP5/SfvoIsMdKWsTBlz4A1IW/JEjaUK/UlxFiD1qvAeYHMklpKy0pcoCtVNvVZfuQbQLf+6Z5kDdLO+quIBY5Mq5AEqKEQhEut75Psj+iB1meTnMeUW6aYrM+F+Yn4888hycfDjOZZ8jwRSYp5xw8MfCBNk0T9Cf/qOOGG24I/vEA/wCA/YB7bfgiDvONuIAYknJO0Bb2C8D4lFKCOpumuO2t975ZXLlyyetqL654Tc2m+7G7dyU6f9+Zeq3RT/5yH+G93yGDz6RuWV+2rPEcGBlNsUV74Dj74V6KkfMee61PvN9SV3iy0+8J91U7O4iZx6BzX4bvPw4RziiItb01cQzn5kNK+T5VXI+APw/7C5rXo3V+93SPzpUlogvuaQn4OdC15qeu48Dx2FMq9tw+/jID5cgEqKWNmdvR+uC267+Y2Xvm2NOUz8jb+l7XhdzuZlRiNG56mG8ahZxr55xb9+PM6OO1UWw/sg19Mx6PY+TPM03TWF7sg98SxcYAG2wBfFN621hcXdC/7mJLZPSvLgWK0jTO0z72cyURIbfJLsGFvVJfmsZzcBTUKdmGsDaRrFcJGWHeIr+QKbCNUHAVKlwB0mcF1/ws/GrduMJDgdQnCF8h9bLOEzBtqdIySZ4LxZCbZbjs98jLm1HS63xr/VDgOl1Ccq3HYi2iXLa9HaNHRKQs4mqURXIU/J03J0vr90TnaX0tqPamw9hthJeFYyAH7vfWY0DXLuCE2yPQqcTV4clL210XG8a1os8qW+kFPzPaRJUv4rj9LLh1MI+GoHra3kYXM/u0hpub7a9y7JFnH7TuG3dCO0dnin6IcL/0iPlFQxXSKiLWyzG/ZFph9hpeEvZXN3Tzrm5ELG+OVzd8fiyk1dwlhXQYz0dt0uG40vXJnu88hnOnZZ0Z0jKnWt/QDtmwvM4T5zgbdM8aetaez8lR4f/m/UIg2gyVennnNUx5HZICVbVf19fyZj27QYTkGHEdl80lv9mlf4+MISlpHHFJvV5SWkg9zcLgTdosH5gkq/B/c1tplY95Wf7QwYcEICn9ns2b1PtKSyr1/PXGYywq8B3ylCuk5x6f2MSrFL5CUtAv6IAkd1sPynHEJfn+5s2WdTjzgxrocfbo1oEPwB/AgyOqXIglLfno8yC2pJAURb4/OzdkQ7S+l0nKLzPIW+9D1Ev7ochiftVylWED8AGS/EG1yVh8IJbmdXuuSUqd1MskxeIyLynzlJa0xuaDOF+2qLf1l5TGbZGdO/fxgR+MTUaj/gu2dcVybE5ubwf+EpYR5Afqw4EaU5LrjShNYyp7d34gX9xf8gHEQezv7sXYOg51zp4+E6f9oOWuT98V737Xu+NNv/8mP+x9fbztD/8wPu+HwXwxvOXmm4OHJSUUe35QMfWDCA6D6q21uL7WD1MBY9KUJibjST40GTclzpw6HQ2+u7s+KHk8Oo8Hcb/9rW/Fxz/60RhFxKte/vL4sX/2z+Li+fPxBT9Medcf/3H84VveHG9+4xvjM5/8dHz+M5+NJ/2QeqTiQ9iT0eSHmi6oM3w4R25TH76in/lhNPXBy3OBwz/K2G2N/EXIbZeW88nVB+MA4CtKKcnWOVLLUGnpTxlDSQFPHKhE30dISsT8Qg/mxUMEHeMKhjzlIdDhDOULf9VRrnz4huHqXX9aZjtpD/pqhwa7nvbv6OGg2DXzPmOugS7j9n3w/6Puv75tO64zT/D7Yu29j7kWnqABmZSolEtJlUapylSqOqtqdI/RL9lj9Ev3Q47Rf0DXS5rOyqzsVDqJEkWCHgC996L3FEEL0BuAAAEQAOHtdbju+L3Xqu8X66xz9z049wKgxDLrnu9ExIwZM2bMmBErzN7nkoYPuegB4Iduu/ppKU39f9FKbMqBBmMJH2gil3LQCW1nY78VPVXHFjqQxyEFIeXgQycOIzhklygzzXhpY/9RDsWG8qMcIh6sf1bu0KGD9dD2yiuvrPpwiMG3R5Bx99131/9f7I6f3q5bc6j3+c99Tj9JeN/Pf67vffe7uv222/oDvjvvqh8o4HAP8C2KBx54oP6ZWsJbUubzn/98Lk0+WD+AwIHy5yLrox/9aC5V3pcLlXdVvPWtb61/xvPV1766fiv07W97m778pS/p+9/7nr6YQ+gf/vCHevihh7SVi4ZZxj/f5j6Tw3DGzSSH7hhnMh6LuaIpJYcpa/VAiMNRxxZ8sKFNOcap7frnwk7lkJJ+AbYjoqv25bCGw53RqBEHrUtLizWPvkMeIbbG5sQpD4jbrrYkb74fyacMPgFsV5kJ6mEvh8vUNYRNMmaZUyJMwJnTJ6ORpmn/4zmov+VHP9KPfvADffiDH9L73/s+ven6G3TtK1+l//Kf/rNeExu+/rWv05+//M/02le/Rq959av1icwd37rpJt12662Zr9Z02SWXaCkXReP4GvK7zBfUgf3aHAwVKdutbqdueNDJmacoMxmNBO/CeKyBF7qjZ8k4KC5qM/8xH5bYX5lz0uAcMDXhT49EdJFqnDlpXBoNYG4a4JQDYZXtoBM+X8q5uG1FWSn12g7P3gjDrp/wKdijDHXAbLvWp+Gxqo/Qh8O4s11zoQH6HkC0h3627B7Itp8et3sa5S4G6uhyMDfwMGcgkz/lSQiduYHxDC8+1dK/c/LRD3/lsony+Cdlu/Qf3zyxXdtpO3PINIeSeT+mr5tRU/2Vw7CN9c1c3GzWdQDqHHnyqO77+X365jdv0qc/+Rm9773v15tueFPen+/XO975Lr036c99/gu6866f6YEHHtQjjz6W+W9N1DeNr7Tp63F8MoaiJ/Nq6rS5NdVGfH5r2op8XnFlNFYTXSYL46oL/WBbPLZF2wFtrLT8Yo9Pepo5oM16gnYC2txkDCADkLYdFZz6WlEG+xACytiOK3c1nzLMP+PoA0jDAy/lsLHt+t6HD7QZQ+gRIVUGPPBCs/u6kVHT0X3IIwTIYI4a50Lo0OFD1Qa0YTyZpD82xOUj9cOHPuTZvdyhfRGbNmqnb0mTB5aypqI8sF39QHkMkoYH2K76w5esNKfbAWno6Et7SdMm4tCJE9JGQtKVJz1fmkZN5pcmoUtRVVSq45B6E631EJKm7DSHy9PtfoW/NEWlaXr90ufrWd8B3m/wmQ9epM9KbDZeXNRaDqOhbUbGZpz5kcce0y233a6t9NXRE0/p7rvv0crqus6uns1l7Ko2tjZ06eWX6jd+6ze0kgP8+x+8X0eOHcnZUqszK2dE+ktf/pLuu/+++q61Xb99+Gjm7lnGIrrzDVX89KG8137yk5/UfMYsNOxC++EjXml5Hww0xjP0at/ojA3hqenoDB/+SEgePraetSb2RyZ0YLv272SyUH2H9xvvcXyI8pPYZyFjklB5kEW9hCAklfQRcgF+CT88w1yBD07TP5tZg1KGPORTjjrIB6SRh16AfkUmZaDD05S8V9K+zcwJtAce8uADTgIa8RrG1sRDrj/QqAcduCzFH2gzdrMd13Ed89TP+p53sn3Ozzdiw9XVVZ3K2oPLHso/depkvVhHz3HmR2zF2gq+oZ0nnzoRn3ig/ul+vsk8iz2OHj0iLk4PHToQ3TrdcsuPdfTok/X/Kd3KRdBkMtL+A/t05VVX6NLLLtFVV1+hffuXtRp/ow20ay26UA+2QJ+TJ09qeWm5zsnwMJbtkjl2S7Z1IPsO/sw0dscWeQ3XMUJ5bKA82BabYCP4kNNkvNAuUGmRSXl0mG3b2ClrWyWwXeujLGhK32/w2xb2HY1GAsjDZ8aTSS2LXOoGyjNqGiED+jyQhc7oS9zerrMpmUVU5wjouzHbHi/IB6TbvHuwRaqTi1WiL5AcOfltiwfeAW38MLVADk8n2ynnhAos8tA3kejTxc6z+NaU5A7I340hEzoyhjQhNOodwAUhcfIA+ehHuwB9wzvTTRGXcLPo3KJNCXf0ddoZZQUPZSnTfwgleiZ/K+9l1gjT9DG8aWXa2Gic+QLsiz+NxpP041jkL8b3mLtjTvHu5r27nj3oysqq8NNx5lx8i30CHwKg/xljtGGY+0p0go/xFy0zHlbqWp44/yUA/Hyjnw8FHDy4X4sL46yLN7S1vqbTp57S0SNP6OyZk0rP6cDyUvbdjbpcAiqXh9PNjZh0plDEh/uUi8aS+b5k5uZyVeHbCs9mZHWpEBmjpogPLgBYVr0AABAASURBVBN31kdKmRpXJ1sq+dUUqySdipI9rf08aizlEtOR3yTu1NFyEZr1NXZOJiUIJFjVP12CAbZj77zLYhP6p03/zeK/hKTB7jhpeLbyTqMeQBoMeYSUHaC5x7Zs13oZp/Mo0WOAvc3nssM/5O0Otf1Q73a0BrSzRvKr1yWRbbmJVbk1VOoKajz5hAPs5AXUOehKHMDTy+1k93x2H0K3LfgoR2j36aLdDx2/m3bh9E6Od2LPPYKxAIoOGKTY3qNByWXkRVc2XqCErzgOlLDZDotSNqzk/yJI0ef0051z8+dU7m+a2X/TArfl0TfbUSl21vyTvphPzsfPKzefcYE4/M8WTxfRhQQS/II/lO7RZSrr0aczp0ZmGwOTTnT7JwT16BJ2ecucj5TrgAVd4ekRD3UjbwMa+QOUqRY4/nwOjaABb5crZSQwpAnJB4OsC4e9XvACyg4gDeiLVKp6+LA9kFySDEqxBjhpeAh7WE6+Q7clVcQQ2zLg3ROMo22evhxlUpzyNS/xyNUFHrsyXiD3fLJtMSEC27J7kB5g9zR771C/xAfbD7D7+uerG/KgDfruFZIP7xASB0OaEAw04iCWJ/g/LGir7afpV+l6On1gnM/Z3eaBh/BieeT/TcG27GfGfH2255M1/ovoa/dy+I3dStK2qz41XUqN2z3NPhdSqX0ubT89Dg+wTXBRoL/tnfpIP1cftH3ROn6RTPSw95Zrn6PDt5d8u+chf8BefANte/o7f3qU+zThHJA3lJsPbe8k7XPxHWIitmU7sXM/8/K2chhDmpDNK/4wLCLZ1JAmHxpSmlKqIJt3Xd9z8Njk1qz6izIDbNc5mLTt8/RJShd6JpNJ5UU3yjalEReosxzAFFn1m0cuaiJgYTxRl83dqMll1NmVvId73ezUEISlXhLZrnmbOXhpswGhH0oyufTk8jS7W3GQf2DfPvHtOA7wf/yDH+o973q33v62t+tLOfj9wXe/pwfvu19cSu5bXtahgwezJ9vKhcR6pSl1NNGDUE0RcWzb5d1GW+paOBsgNjRh1WhUVMIHz8HDB3XNNS/SJYcP58U90x133J5LnmOaLE5yaLKkH9/yQ9180zd06SWH9M//3/8v/T//2T/T337pS7Pf29JXv/RX+sJnPqt3vOVt+vAHPqDv3Pwt3XPXXfVClW+70lZ0ZuO5kYtoPoGPPsQJbSwRY+QH+7BhHjZb2D/kajvi84AObMs20WwcZ5W3JvLL7umJnveD/HlU23SxVABjXw+x82G71mWfC0sp2guURI7k2hd9POZNHfmJnn2cugH5A+bTmnuGfEjoT72Ml2l8CnsSB1zUYVt4mlKigaoOlMMv1tbW6sHqwMNByFIOrvGNLj4yy8EF3y5izsbXqIc/SYWf8yddx+NRlclYwIf3L+8TY6Fx0ULGz2b6GR36+Jayh8/hwmk98vAjOn7shO684y599zvfy8Xmh+pFx5+9/M/17/7t/6J/9S//lf74P/yx/vzP/lyv/ItX6s1verM+9MEP673vfm/l/cLnv6DbcrD8iU98Ujdc/yZ9PulPf/oz+uxnP1flvP51r9frcnnHxcn1192gt76FDx58WO9593v0iY9/Uj/+0Y91/30P6MFcsn71K1/Vt26+ObrcWS9eHsuFyj05qH78scdF+6e5PFlbXdPqypo2M/bPnDmby4H1HKis6mzG+kYOxbEnNh76a4hjR/qD/EOHDgmf53AX29OHduaD2Bk+2/XAEftNcsDDN8hnOXRfy+HkevoJPcBWdJjlIoe+QA4hsqhzGv7NzC2E1Ek+efTvQMMvSMMPOLQkD5Bus/elTJfOQhb5YBydqAs+2jQAHyLeph22xYETYxw/Yk4BfMOoi7MjhwPWY0ePiW/Vf/pTn0qfvkevftW1uu6N1+ndueD6+te+LmyvrotvdTq4f7+uuOzyGi9pVLE0HjUZNK04LGoyf23msGmaw95x/JFvAoxCm+WgKi6fy5lNjcKPLcdNiZwc3eXguGT3tTgeiQOsLgdWmcS0sDAW8nHULodMQPWgKnVlAnPK8Kl4Drma6FEypzbxddJOPKTI73p0UsyRX+15cCZ1IEePHGx1QZWZ8iXyqU+peyG6jYpVQnf6YpaDqC7vGC6EO/pfVpvxuZWDQd4dUS/vp83wW9jadh3r+AB9TlgwiGK69EXf121eOW3lH/La9CPlQVh3fkjvBpm2ZZtolWW7ppHD2MDXiE8yH6DDeDwWfkAc/yKPwuiDngAeaPBEW00WJlVH/Aw94WEewveOHz+u++67Tx/5yEf0hjdcl3H/Rr3xDTfo2mtfq2tf9dpcmH5QX/zCX+mnt98ZvzqSMf+onnj8aN5rp3T02PH6LW7JOpOxfPz4CT118pRW19aVYSCXRqWMlS23uvBAm6YPQGmSNxpplPZMcrkznkw0Gk3C76BUYC/GC4e1hOgOaHMbYXZvK2ilaWT3acrhr9gH+5GGhxA50MgjDh17ECoPNOyLrdr0ZUia5b1AWezK+GQOgk6fMFaJwwsfsokDypCHbNtEBd12xspCHevIQw685IEmbWHc78vYRTfySDMnkL+VOYzQdrUT8imDHZEFSMNDO2mP3fMiD37lKRkfthNTxvk08/NmbSv5wPaOfBu+TsODTsi3+7agH6BeQHl40vFVJnpgW+jkk0d57IWt0ZH4LP5hW6VpBK+deqNnl7CNMGgc6Dcj8l1lI4cL+tNnz+ZydE0bmcdBmzIbWSOv5P3zaN5LR44ezSXUNONhQdOM4a0cgoO1HLQff+q4Hn7k4azRfqzbf3q7+IZgaYrOrpzVXT+7K75+VMeOH1ObeQefRX8uEB544IF6MVBKEd9qJSTPdu3rIQ1tiA9+wkWInfZJdXxiH9rSJQ0voL9sV9/GbrYrL/LIg4Zf4ofE7Z4XWVwuMsaxK7z4LXwAXuQPsPtypJG9mXnRts7Gpsigf4Z+Qn/kMy65qD127Fi1QdSuF7iE1JfiRKvutV2xOfKHeM/j2of4B2sm6kY+PNuFqx2pb9CDfLvXl3bgd4MNKD+UJaRclZ264SGfdiAD4DfwtHlHwM/F01ouWFl3kd7Iu5F37ulTp+vlOGXQ48iRI9Uf0jg9depULlXv06233qqf3HabHn/iiO6551498sijOpZ12iPxvUcffTw2Wqnrtp/celv6MPqr0Vou9A8fukQvfMEL9Wsv+3WNMg9SL9/um+b9hMzHn3hC2Io1kONn6FAyJrDlZDKO/abJb+p8cvDAgcwtk/ruGucdSF9vpg34wjT+HrPVD5QtLDDfNmoYR01Rm3/TvNe3MnaoP+JVMt4iPO/JLXXJi+dFY4l+UubfLvNicVFTGrmzIkKNG41HY42CphQ5/9rwdeFn3duEt02c9S5gTQa2MqeRpsQkZcejUWQVIV9R2nZ1h+GXbZUS7oB8xsw09bTpZzDNmoSxPc1aANX48g39yljvsmYYEHXUjEouE5uK0tDKmbamG5rONsU39wDxLg1sRhZgzdFmbSNLtiuUp0v99A9ot98fIe/82K56V90T1/aTYqKsYvOmaSqPHV2SgRwAa5P+Gk8mKk2TLkCjAJ6AdgJZ0VSZ41ptxSazzKnIbmN35oKtrMnRD3oNoych8tFrFNs7diWfsdLOuvjUQl1/Ly0ti/xp/ARZjH0+gMCYQG9o5CGP+Yb3G99cXcg7Htm9Hm2dJ5DNe5r31UL88bLLLtHy4qKaYi0vLWgyGalL/7Xx21FTdNmlh/X8q6/KWHm+Xpx99st+9Vf0q7/6Ul1x+WU9b8Zwimo8bqJjEzPENinfpZ9GKU/dAB1Bm3bbDu84ZXqM0vYBjrBZyreR21A+fUP5ccZcisX+LRSVJJr0h1KjbdnW8MCPLQD1AWjzgNfuy9hWie0198A7y/hjnFC+TT9CA7DZrnXafQgN2H3adpWJXICugDiwt/lkpUFqY5cLgTrJmw9ty346kD2PoU5CuWh4kAUUHx5odi+P8nYfrzwDQ0LygO0U7Srsntc+n3authQcfnYLHOgXD5lqfhEgtS/X19vHsXh0jQHJP4dKi9ZpVvoEXlWeSs+vUs411O7j2n7sPm0/u3C72LMPenWePf//iTljwbzctIN0xk7cscNuKIPzl4Hd9VwojT+pPs/8y8/AMtQhPROn6tP7dY3WX/Np4gNq5rP4Zff1Ug52QkAcDHHbsp8ZlBkwlB3S86F9TtZAH8Yh4UAbwrCnfgXOr/wk0LN55vjOySWGYyEgYRzOdi8b0i7YfZ59friLrU6OtHkAk/iAgUaZIb5XSD5l9sqDNp8Hr31OJ9Jg4JvnhUYeID6A9AB7b1kDLyG89jk+l1LtZpusc3HSAYulHcTO1fJhreGQ3h3W/H6U9b3zXOIpQb3R5lwdSfCzSy6k8xGGlLUTbmfY7tu03U7IqSEaE7swbF84Mzn2kI+0EOZ+7CFvjrgrSim757Pd65hwF9tzStK/yJ0vBM32POlpcbvPt8+FlBswFKA/iNve0dc+P07+hWC7Ztnnwt36VoZdv2zX+iCjk92nh4WN3adtw1Jhe6dMJezxC1l7kCuJPEBiPhzG5CybBuKE8AwYeEnbJngaBh7bog1A2499rszAt511XgAX5Ur4m1I0hJbP45tP2JbtSrJd4/a5kAz7XNp21c/uaWxCbGe/O8uGYCQ2NMqDDdAVYJOqV3SyrVk2QWxu0W+AU2aIEyYpytWNRBbWyIFmu+pIHNiF4GmgLAcYhMPGRBnhk9G4bpB5R7NxXsnFysrps/Uis4mszbUNjbIpSS2y8ztAd9s5BNsS8XEOX+tiPLXSDsBl4yUHD2lpYVEbOTg79uQRferjn9Ar//wV+sgHPqS77rijfguP8vDnxSI2610OK5y1T5E1iVxottXkEIJtEpvCTTYx2CwLfRer1j/KIfBorNHCWHx7iEPOWfhGkfH7//Af6nd/73d08NBBXX311XreC58v5QDuwMH9UpGW9i3qxhv/Su9+1zt19swp/d7v/h39k3/03+rv/u7v6MpLLtP+tOHU0RP65o1f1Uc++CG9MZda7377O/TNr39dazmw7tIfbFA5yOKgBB+gXdNsOGcZA7bF07jIdgVp8uhH+mQetJH0kLebj7LPBcgBg8wuG9EutpsHedQzD2h74RzPtPrkvBx8ijTlaAcgjr62CSrgGeTAMwC7seGnDP6KXzSlCB+hdBNfLJEzSb8iaCsHs+SV0lS7LuSAgEMqfLwJLweO4/AS57K0zUacg7if3PoT8Wfd+DYo/xcn3+Tkm5l3/PSn+n4u93+SQ7jjOZD8wfe/n8v2m/Sud76zfjvxVbkIfe21r9F1ueR4/Wtfr794xV/oDa97g66/7k160/Vv0Tve9i795Yc/qu9+6zt64L4HdfTIMXEBs7mxFdM4Yz2HFuubeurESXFYtZ6Ly0OXXCqX+O94Iv7c4dUvfKFGo4k41JtuzVSakUry0m1CzmYOVYkri4592Iq4AAAQAElEQVRZLqEmyVuYLGphsqClxaXUMVWXMcS8wqXlRg4isd3W5qZOPvWUVnKReWYlF6cZl2uRdSrjfZpxh8w25Zz6FnJAUzKmZiE2CfmEOgfTi8tL2n/woPYdPBCd48+l5MBrotFkLDeNRgsTzSy18a/xZCIuE5ChTmIe4ULVctXzQC4muEDq6Y14SuQR4htTxnjGlp0SLiqlkV0y3ifal0tuxjj6wsshU7vNi/+ASeovkUc+h0Srae9qLnJXE1a/2eZvoncpjdq0HdtuxCb4HuFaeCmb5iS/FfVw8EWe8ixkbti3b7/Go7HwvUMHD2sptluJfe+5+27dcced9Zv3r33Na/XyP315LtT/g975znfoW9+6Wffec0//fwLmQoF+4Vu8HIQ/+cST2thYrwesY+a96FnSjr69bT1AY/zsy+FWKVaJfUY50MPn0Ru71Q8MlFLn3i59CJROCKts7Gnx2JaJbMPuU7Zlg+2M7cCG9nRsZ9egi7EcWxKCSswvdBvSbdrUxO6EtM3FIg8b0nfjcS78kJP6iI9KI1BkzeKrjHlHJpevvLsW0td8AAIepe4ZvhO+jkPLCwC+vYC88xAd0A0/wra2hc7Kg7742Xg8qjTmf/qJtsIzTjtOnjwpyh1NP/MNOQ796eeNjQ3hh8dzAcqfIr3pppv0yVzGv/nNb9YNN9xQv3169MhxHXnymB595ImM3dOZF3LptNVqutXpSPKOHj0e2Z2maWNTRrIbObZqmpFGo4kmmRemmSNAcRMbK16QwdjFkrbQsam8Y/F0mVMA/VL9fH09vrhZ9UTXAU36jnbTXmyAnNI0gl7j8b0S+cik7YAPE9Fm4m0OUwn3wizvTOqvZfMOp0zXddG9q/KpA1/HzugAPzRsjX6URS500kN50uTZlt0DXZFFecoQ4n+0iT+XSh3kc2lCW8lDBrwA+aRH6X/0RR6wXW0btXf0Vh7ko3PTlPTNJH00qnzIGPQb4sgHtN12Svc/tlWa9HNC5NuudrFd29UkD1sA4nafX9InyFKeoQ7CJGu5IYQPUBaUYtG+JnOMmyIl3caLKGtb48UFEcdOESSXotaS895QM044Vokv8s1n3jez+FirotEkh/Shy41cRmEda2FpUeO8Q7bS71sZvw889KB+lnlyM2spFWtja1PHnzqhJ3Jx9shjj0buKP65lbFwJHPpEzq7siLajS7Yk3cfNrT7+SVqizz0Jd92VO6BbdrMHYRNbKg8xBOolFIBnThlkTsAHvLwD/p3YWGh6mH39SIHXwHoB/Anu89H3qArcdaO8OK71IG8hdgZ3amrzfxJPfAMsrggwV/RgzLQT54+k7liS134u7wHaL8joM06aBabNk0R6RLbNqVoFrtDTzL0TiX5KqqhG2tAxwQZOiEY6PCSZp+yvrle+2sr45kLtI2s1VgL9Oi0mTn61JnTOsOfC40jz6JcXEOsMZb2LWv/ci6JUoczV0zGjZaWFzQao+OsfnjloVy0r+bSXVF2NBnnoqoT65YDh/MOXl7W0r4D9U9Inzh5Sk9k7n0ie5BZ2v7z+x/QiVy2LoTn8GWXiW9Ff/Pmb+m73/++vv61b+jbWbs9/tiTWlnd0Nm1VR04dFiXXn6FDl96mc7kIp/6XvDCF+gP/+if6EUvviYX9suylff/JJen+zTKOKH/9u/fl3d19Ei/XXn55brisku1ED0PZt8xSbiwMNZy1lNDvEkbsWOnVop9x5ORJuEhfxbb8Rcz+PBmF3s2LhpnfPFB1S4+mwGYib2LakWj0qhxI8/9KyqIlG3Vp5OIlcgh7OIf+JTyLEwm0XOiUdPIdkWX/mnzjsHfqk/morWNHpQhD6SoCAca6VF0bJATP3LqKk2jJjSXyAWh13aEtsObOtOYKmuWOgbYVomP2haP3YdDnbVeMgK7z0t05we+IUF8kEs5AG3IJyzRr0TOeDwWGPRDB9CkLfO0+fLEAXJnse007WBMErYZh/Y5/Xb4woNOtcx2nHUENkcfMORPFibxnWUtZJ6B3pSS+KTabDVrXMoglzrZD7EGod+gwQ9sV3siY5I+RzY8p0+fFh/oeuKJJ7JPeSpzwixr2iXxPmR+Qz/0IqQsNljMOpj8F7/4xeIbrcSRqTzIhRcbwo8MwqlGVd8hP6yat6ntqh/y4SdPeWynrQu1T5LMeBsRVD2JsMdAH/gdu5TSVLlN+qskDQ/AFug1gLTtWid8YChj93TbsntE+fD29FKGsFSa3fPYfYgs29r92N6RZ/fxgQd9KjK+CQc950Po8Nuu9aIvdsZmQ502eejVAx7y5kPbGXJdmtSeQ+ahNujir8lUP4Fk4sg8TbpLHjSn7YSlsYCL0qZwUC7zWGIp0Va5s3aaqWoaUqvSZVLZDf2CT16jKdk9J/Dpi77dbcr1CkazxOfl9HlKY7s0CH4aSFo5RBINDPg0KfQ+7ESo5BMC4s8JsprniNIpRn0u6BTVf8mgjmeBuIiltFiKp9RwSA/h+XSo4d3+6eJL29G/VmBb9rPDX6uiCxXuLpSxi/5s+XYVI4mt/jpABkAG4YVgP7MdKXsxObZhec64mMxnEmZ7xwcuyOsL5lwww04hMMeBnsC2mJSBzWzWxd176BkeysBie0dv+1ycvIvBPsdr74pvpy9W/rnkOcy2d/RMsv9xApBg/mdwc8ILgnK8hC4ANhUXArO7Uo584rPMI7PM82xg0yEa8mq+Jeg7iKKzvJxnUaxzEWhlgS4haZXM4oFcKr3mJV4cukq4ilJwB96mEc7TiVdaSuRNRfI82Jbdo8hPe3eU5MWhUk98KgtSFvykre0n7YYGBhp+uZ174SDlyMQHAXFgW/YFEAYH/NiuLbYddaKbomJQf7r8hp7gQj+w7InoBZ1ytKPGI4u0RO17oDJp57Et+xzIsM+l7T4OfYDTr0Oc0DbBRWGf40FXmAltq9letGJbu+cb8ghZDBLafZ4u8Aw88/IuwCrbewIZTy+zy2hPZ6iyBrLdyybt/Bpk2hY+arvy285CMZ6efmRDymaCjQIHHCxwaTc00k3pDwVs103BZDypofIgH8BPeTDYMjWF4/wf8gaKHY49sJzDCTYxLLLZMD355JN6+MGHdPddd+Xy58M5QPiWfnr77fVPfn7lxhtzofRdrZ49K/7foaM5hGB8ohO6sEFDN9LUy4UxtEk2ZGzAJ81YDz7wgL70hS/ofe95r97ypjflwun1+uH3vq+zp05rFP04FEAX5Dm2WOTTr9t+M2zU+CT6Vt20t1SzPdb6voMyGo+0uLSkhZSlbcv7iC+IzfpVVz9PKs7h2ll94AMf0De++Q1xiXTk6BE99PDDOnH6pNY2N7IhXRJ6/8Zv/oYef/wx3f2zn+lzn/2cvn3zzXVd+nu//Xf04he8SJtr6/VwZ3G8IC4KnnjkMd2cg5fr3vhG/df/9J9rHZ/97Gf16KOParhUxUbKg20GGw02I4+2A2jzgAbgAcQjprafcKBB3w3yd6PZtusQOnP5fH3EKWNb9sWxm4805Qe08X3itoVfArsfF9hhXl/4gPLYfb30PZt/fIM+PRMf5OKBb2rdHv/8Wfrn5vTNpz/96fqthHty0PqNb3xD9957j4aLCr4tSR9wQfHtb39b73nPe/Tyl79c//m//Bdd++pr9apXvUo3vOmGXGq9M5foN+rruRT/2te+po997GOV9qlcaHzggx8Qlxqf+MQnKs+dd94pEFW1/8B+PfXU6fRHUdeW+NBBLS4siwuLQ4cuyUZ/OW0f50DiqfrNItpIuxdy8IGf79u3r4516Bx84JNn1lZ0LIfEHC4+8ugjOru+qmnevlvB+taGtnLISd3IoX3gwIEDObw7kPoWdPLkSfFpdGw8zDX4HHakPnyGcY9NDx46pOW0YZHxksPryeIkdXVqM14yeatLOG1buRllfO3LoeR+dYk3kwWV0SQYa5RxMFP61bFBaRRi0CjnbSoZ/6McrozCDw92KWUku5GDccpu5ZJ4IxfMhKkq86Y0m3YVXWvlrDe2taxGC5Ol2HdJTWQs5AC+zeJlPRfS01wqsSZRVzSJzOJRLTcJj23x2JZt4Yfj8VhN06jrWvGcOb2Sg+ZWTRlrnHZZJXkWi5RRMzmPNhpxuef08UxNbLG1NdXi4rKk6Jr11HIud7ssuIZv+dolvG0uoaYqpRHlpzk8Brfcckv1yTdm7nj1q1+tN2V+fO9736v3ve99Nf4Xr/yL+q1E5hNohPj4tddeKy78PxGffPCBB+sFAodmfGOGPyt4WQ6GiTdpI37CWKLfgW3ZFg9pQrtP25ZjZ+Xpui6/FTv0oZJjJ38b2uMZygxZtufKS3ZfXhEJr+3YdhybjHTppZdq+KYVtmGMP/bYY3VsP/rIo/WChP/T7sSJE9W/Gdez2HGc/pjlsmWUQ9hSYuv0h/LQbttqSiMe27F/2YHyDDrYvV52Hyar6o0MeEhHeW2lPupg7OJDxNHxK1/5ivgQxo15X/7kJ7f1H874/Of1zne9s84dfEjj/e9/v96ffiXkz2y/7e1v0w03XK/rrruu9jf9ft311+ltb3ubPvnJT+o7ma+Y7/r6XX1I8cuVlbW8V9Zig9PBmcwr01wobKqJL9r4rWRbTfqew8QZA1EScw76Jpqx2YanqNQyTtyQg76/8CX6AGADLgTQA38hHUbR/uVcQrCGwfZ2ZKRfqVey4KP8AHyQeQc56DGAfPKQbbvXO32JzEGGbU3GE02yrqCc8sBPOXQlHpJsZ/5oxXyH3PX19aoHeaThpX7iAPnzZWnPNddcoxe96EXiIJj5kvZwgYo+5BPHlshEHvnIOXv2TK0X+dAGPUkrDt9m3h5nnYKcqJl2xl6hI6fNwSI88BLvy8aYySQ+wHb1yy7zVrc9PpFiu7a9NKWOJepAB7unb2Z9g63ox1km1C71lsztDmpoqY1MbGEnkR/kE0VOE7lKGWizjIFEVRz/CUMJlKeUUnWY5N2WSN5Wndzgj118d6oulwIRmzVfEWvDcfqYdEm5Tqq8bdo0ha+MIMRPFb1cUeKrG5tTrayuy8l3GctNE1WKxszzSTfNWAV5yMml01Yw+Bx9pDybm5v5LU0W+guHIY0/0H4Abymutua9TD/XQvmFDYDtNNNqosPgl1VG9KdtJfntdtyStjY2xF9+2Ur9G/FLyqEbddmufkr5sKrBNqGhS5N2I58+JbSRplo3usODjMWsfW0LPuQQYgttP5NRI6dX2tmWnL4eNa5pXpT89QFC5bIyZKmbij+9OVymjsaNyqhU2awRRvHjFI7t8aQu+kZ2cU3zbVG+YUiIr03j26PxOH3ZBrM6h0JXdHUpKk2RU3aWl7/tKqtpGpWmUZN6Qqr+ozxNaE5If9BG24KGHYDtake7Dx955BGdOn0mVVmj8YI6N1rIGuLg4UvVNJPqV7OsNfYtH9Dll12pv//3/oH+wT/4h/rt3/od/f7v/0HFi1/8EuGTZ8+c1ebGpkJHpAAAEABJREFUug5fcijpqUajRldnb8GHlRj72GqU9lxy+JBekovVX3np39JVV16u5VygjtI+5qTReCQe4oTozJzC+5p5hQ+qsZ7jAqhEFm2jz+nLWXwJv4lTinE8pR/dxU5O+xRyG5GdUlXiMzl9nY4W5/dAbjWgSx7yAP6jPLZFnYB6qdN2ZHXVpvAC5bFTZypykGTlYUwMcWTCSwjdDn9AfoyOsjVKXpc1E3zh0Dh+Qt22d/LJA5U345oM27J73aBDA8TneYc0NEAaPtpoW4TQuvgeoeae+XQf72qddl+37VoeGXavC3VMMz/aPU9fjuZ2OzZq017oXcISPsrTZsK9QF4b/ZgrkK08dvw5cwS+YTvv//WdtRM2hA4voK4UEfMYl6MrK2ezFt2KD01ryFjCD+Gjz6mP8oToQ72scZm30pKsdRez1zioBdb1WXtNs/bifWhbbdrk4sieZb32ZPY9J7JWWU3b0cBaSJnlrI8PHjyk/fsPaCHpUWRIHQyivlHaBYijE34EiNO2QS/y0ZO6KUx8OesR0sShIbYvKxVZjYtGmUPGqXMSLIwnWVeMRXzcjDQqTeUr4d0Nz9Ey7DRAabPyNJGLTsAOd7Dtrml/376w7flju9JpI2jT3wPQn7ipP3OC7coLDcBvO/NZkzlpVMfQmHZlrYQdyQe6wJOiNce2bFddu8wP5yHviw6EriBs4U2xGAE+xdA25btKL4W4arzNOwV0O+W7vAemmVOmQn9QtMfTxXpgj6xfGsmRbFtOeN5PdBnS6DQAPtuyz2Hgs3vakP7fOrT7+u1nF5bw/bLgNP5Zo1MGV/fsoV/eY/u8vrX3Tv91NXAEDEi0/pAeLsUzzirtr/trzo3/uqKeVn4YE0M4MAzpc2Gmi65H5o1EBs69QxtLnJ9ne6dfhpxz8iM8RNIJ9vyxvSf92RKRPeDZirJddR7qcCI2vxPJD/IS1AmY0Hblz2+SO/SauMgv2zXXdl8+IQS7TxO/GOyez947vFjZi+UN7bsYz183r+/5C0ux926T3dP30hEaL6kLS71wzqCP3cu3z4XDQmF3aerbTSN9ITp5F4QvmLNnBuwsZAagY1OKmtK/otFhL9iU7EXa5+I95em/4agIr205LE2MRS18KjTJnZ+QJXi2QXovaI8HEocKVeckarlMgqTt1JoFobbhuaXfqIzUzP0beZSDiwY1xGa5UDSTV5ZLeU9Jzr8uh76gbZ2FTTBT5jYr66UgNWehyDw+QEkP2KGliFN35xxsbENJg1Ylos5h4GlThZoiZ0NKOKAr1l4YFrnU7U6RajWxAXFAHB5C7KQ8pUS+LdsiPiwsiU+z4WF8NKVRm83Ajlx4nXJStVHXtuo4jOw6WVKX9pt4p6oDnA6dEFlL2RxM2BCGe+XUGR159HE98PP79e1v3qxv3PhVffpjn9C3v3GTvn/zd3TL936o7930bX3rq9/UEw89ont+eqe+lUu52398i84+dUqbfBMqB6dnEkcH/m+ehdFYbMybEjvlUCy/o9MstUWJ6NXmwC5ZNc2hCPtn3sfxArFZ6HJxcddtd+onP7pVt9/yE335C1/SZz7+aX3mU5+pB8BHn3hCj+Rw/p677tDpE8c1XV/TmZNP6Qff/bYevv/neui+e7Vy8rhmoW+trqiJfRZSIf4/yWZkKYda9MPDDzysL33+i3r7W9+qD73/A/oc8r//A3EZ62jXZWGt6Es8mocitTksWMgGoN+8baVLsvlPJodEXXiHAwg2S/uyIdu/b784gNify6BJDpKgjyZjLeTwYj/fdFtY0ng00q+87Ff0gmtepF//rd/SNS99if7JH/13etnLfk1XXXW1Jjn4e+mv/Gp8VHrhNS8Rl6scwKTaXKg+riO5aL7/5/fpsRzKfP/73xeXe8+76irxLbpDqXc1G1P0ZRM3KvHztOGWH/9Yd+Vi+t3vepfedMMNem8u8Ljw40+C8Y0kDiMLNovv0SeLk4nwm1HSaXQMEefa9rMSyzjK2JYdEN8GNgHYEV9+NmBjNo82PoSM85C62/j8DtLHLbTdCE9fTlGhy+ZolrCPpwVEkm636V3iPU8beaUUMR7H2fTRv8RH+HYwiT0W0i+TXMBJrrb86Ec/qje8/g167WtflwuIN+n6667PpcPb9ZnPfFZfufEreutb36YPffBDuYT4lF73utfrDW94g7iceuUrX5Uyr9W11746vJ/RT396Rw6816tO67kUR3/+TOtC6kKn9fUNEXLAwEYfn8Pqtisd3fuDr8NCdw4obEfmZg4z1nTixMmEq5Hf1XAzh7/r61uaZFwsLi6Jdq3nIHVlZaUeblAPdSCXON/YQiY0/EqRPYk9sCd6jSeTKoNDBWSRR3/y6XEuXpjXaFOTjT1xDkngYzxw6QHdtgjRAd5RxojyIId6SHd5TzSjJm3MfJN8ZIwnE40nQdLoiwzbOTiZpn29XsgAtqO6az3ozfvMPpdGN/ioH6AnaeUhPSBJoc8A27UfSGMD+LAb+tiu9SkPdSaoulEX+dAoZ5usql+N5Bd08mnTENJm4smucpkrUkjrORR3/Lc0eXdkXqJt1AF9dW1N9NtW/KjLe2VcmnqAzjfyc4IgZwx1effM4hfMdxkU4nDnYA6WmKvwSf6v2scfe1yrK6uajCe677779Y1vfDPz8y0Vn/oUHx44og996MO5/P+GuIB9Dd92/ZOXi29Gv/mGN2d83JCLu/eLP/N8x+13aCO+zuXqgeV9Avvii5PM18zbvBuGdwShMj67zM9dZsUuh+qKzvWdhyG2wXuHuQnYjlmskhBeYKmnybKb9FmjpsGXxvGpBWHLp546qfvvf1A/vuXW+qesX/nKV+pVr7xWf/Inf6o/+a9/one84x16y5vfqldf+9o61t/97nfrYx/7uN6fS8l3ZW7lAw7XX3+9QP2QzDe+Iebo2267LYd4x2s/NOkj+hFfIU449LWNbnsDXgAvQIYs7cthXVqmH/7gx/p03mlf/MIX9cEPfFBf+uKX9c1v3KzPf+4LVb+Pfvzj+mziP8+7/+jx4/rhj36kn/HntZ88qgcfflhPnTxZ54fVtY1cFh/Tvffcp3sCPpiRV4i2Nmex02K9KN3I/GEXrWfeYL7GlyeTkSaTsRbz3ivFavKyx1ebpsSfSvw+F0Y5xLIkPnTf5uAd8O5pc7nRzjbVpBz9na5WO827ti3KsFc36/owfkB5fLRJ/Vws8p5jHiFc5MNLmaexadPEz6M4f7pxRri1mTlwK3r0WM96YTXrha3Q27xzBp0VH8P/x5n3F+LrgHci4H3YlFL/tPpkNK7rl4XMP8i3LR7bsVPe+dGDMdhlPEJHp5KyTfIB7WQssn4qaSpxxiNpPszVZaweyhjct29Zl19+mZ7//Kv1j/7Rf6vl5SU1TUk/bFScOXNaR448KdqwmXmAcshiTPHhKmRCa2QxtsgDrM1LsaZ8GGZjTW3WaV3sMGoczk5N8vKTMdSlvePQZsLu2KakDWA8GlVaG/t2GZOku/QRfToZY4NJ9YnRuFGJXLEwDmb0dzq5jT+A6XSr6j+O/3ShT6PLZvqFvoEXoGszKpEDHLfoBB9lu9Q9Sn83pYj4LLbD9szhW7m8dFPEB37iRTFHqxK+hfRtSau68HIoz9piujUV5ZrIov42fccHgfnmKXUp/FJRk3mjjzdSaNP4Ku/VaWTNchEGzW7UpTywLdtC7ig2I0QH/JZxPIkPQbfTrpQhbwC85AHiymP38mwnpVpPG7tTF+0F+CRp27VeaMeOHRMh9I2MXdpLPakyMiTaa/f8Pb3LmJlV3UlTv93riAxtP0PdJG3X+tCXMgBdmCsAcduiDPKQM8Sxw3g0rnlt+lTbT8/TVT3svs1OH9K/9Ivt6N/VvqN928WqHtRBuo19bFcZyLP7OPqhK+MTXtvVP4iTZ/d8lJ/mPTmNP/HumsZntf1QJyCJLAC/bTWlqfKUhw+U8c1/5h4+pMO6CpnJkvOLD5GyBqKf7r777vrhRy6bWKPzgR30mYzH9UM++/fvU8TnMnWjrv23NjdSjzWLfuwBHs2cTh8vZe9x+WWX6tDBAxqPGlFPKbFXRhD+h98jn3qXlpaFHdCfvgDw8KGiF2W/8uIXv7jWjf1YD9JmZC4s9GOdcrQboJuL1OZ93cXBwDTzxHS6GR/cqHPXVuaeNnOOogt+gS0IKQ+/bdFm5AI7ekcWPAPgUx7CLj6T6aWWKbF7U0ptL3nwIxeQTpHqM9ABNMozlw16pLrKM/BWntQ/hNAHQEM2GGiE0AltLE/sfAz5Q9jShvCWplETFNqQtG3ZroXhBW18GhAnw3ba7soHjXZsbua9K1Wa8th9vj0fquaX+EW6QjyUB8SB7cguFeilPITAdtXVdh2D+OzJrCfwEfptFL9jDQrQCbnYnDiIScVDW/E52yTr3IP+gDKOfrR3mnl2K+8H3n2nTp0W67aVldXsX9ZS/0zNaKRDhy5J3zl+tpU98krG0mN65OFHdfToseyN1qMvPId1MJeo+P0se8eNjc2saTbUpg/QZZyxhj6EtuO3W3UNRzvQp0n/0D7igDah+KAv4+bKK6/US17yErFH25/3ObKmqYu5lwvhaeaUWdrTpS8pa1tNaUT9wO5toe2HekAbfnx1ljFFHBro4236U8G5skMe+YA00PZju/LbfUjeAPjBUBfxIQ8abQDEh7xtsTWwXUN+kT8P2k16kNeHcPYY8mxX/aDCQ2hv0xKSBuQB4pCHOOmKTunfNr6RSCX0v6gHwI8vlJ789N8wPJ36zBSH5bmipAW2ZcomJD3AdqWnJRqAMcN6nvPY4QugozsgbptgB7ZlP3u04d0p/H/CiO1fWOvBhhcSgGRwofzddOQ9W1DW9rPqK3ifHc4fDLvLeDch6b1oIZ/7yUH+ucTFYnvXvZc9LiZlPm8oO08b4uTNx0l32XQMaBOvyATbDW+m7QK709vkGlRWmgIqRbWP9AyP/YyWfJoE++JlLqbn04SFYPs8Xe0+bfcLrrD8jf/Y/huVSZsvBiqzL1znRctmQXDRfIT/kkC9FxJN3sWwZ7nqqLwycpwWH+el9zRs81B+zp1J5lXTVdREflF/gmf9s1veMxUc5BMOeKYyF8q3+/63Xf3dfnpIWfvp9OKi4d3blHPxgfZcwqbsXd6pnMOxHeSUiE+dAuXmDLpyQDWELFKcebZTxmnKdgOqIMn2NhJXqfH8kor1TIhYAfHsyHGKnwML1L1AEfqKEBAH9rmydh+PwFoPdQ36U0aWmmwcRuORHHuRjudpqA95g98Spwwhi1AW7SzMt7IZZsFN2mFwhDSlPySyLQ70ODiqh3s5fF7OoV2sJNZRTWlUwsPBOd/cvOdnd+di50Z97C8/qg/kAvH973mf3vuu9+iTH/24bsol6d133KXbc4n50x//RA/nkPXOW2/Lpeq39bUv36gvfubz+nwOZ7/+5a8k/jl9/EMf0ZvfeL1uuLcYHCkAABAASURBVO46/eVHPqJPf+KTuvGLX9ItP/qxHn/0sRyOr2k5B6n8/6NZreYAdKr8ir5FzthcyaEfm/vVM2fEQT7fpjx94indfcfP9P1vf1dfTT03ffUbevT+hzXNge7GmVWt52KwKdaTjz+io088puNHn9Q1z3+eSg5eV586rm5zRU898YiefPB+HXvwAd3x/e/pq5/9nL74yU/pMx/9S3047b3uNW/QDa+/Tm/Jgf7XUscTuVQ9kwsm7DYZjeXMkyvRiUMFPokeA8qO1TPPjFP3Rg5clyZjNUpP5z2LH3MgMJ6MdMll2YzlknQhh2uTbKzi+tF5Vdh/fw4murSbw1Y2lRwklcjlsOimXGQfO35Cd+XA5Mls7m7LhdpPbvtpDkWP6tSps1qcLKWtT+nOO3+Ww85Wa6sb+m/+7t/PweREl11xuRZyoHrZlZdp+eCSHnvyMd334H06cfqETp09pZf97Zfp9/6b382hx2Gdjc1z/ijnsG+dP5eazeLm6rruvetnuvUHP9Rf5vLj3W9/h958w5v0mlddq9e++lq9+x1v149/wCXzE9pYW9WkKblYnajaK/7WmPRS7FGSlwPlMkofj9S4yWFto0ZFhYHRqtLb1B1KDnlmFfBNc3EDjXC21dPh63JoPk8jj7kCLC/uj7xJDrAXdHDf4dTRJDwUHUgf0uEDl+jAvoM6fCCXitGpo97owSXRyONcwm9purGV/i7RsUno6DvSof2UPazF8WKlP/Lgw3ro/of02MOP6ZEHH9FdP71T37n5u3rX29+tV77iVXr1K1+j97zzvbo5FxWnnjoTr2h04OAlWlw+oIXFfemjXFAu7df6xjSzXp93IDo1zYJKGdf+3drqcjj+ohySX6XxeFFSo5wfS11R9sbp85BCU9eoxK4KXYlPt1otLh3QLPHVXGhsYa/Y+diJUzoWnz6VMXPy9IqOZ1ytrp6NkDZDcZo6Rtq/f1lLSwtaWBhHD2ttbUVnw7ORQ4kDhw4KjOPnHB5Pc8DFAXIqV5s6lHmlGS+kXmkrdj11ZkXT0NvYV7F1SGpzSLYRmStnTmkrh/P43SyHZSdPHNfG+mr6Pod90WiccdLmAIEQbOSybz2YjEb1YmiDS46M+/WMO76JkgZI0WcyakS6i6HGjTUKlMP4GZcyOZzvwtMlPHhgn7Y2N7SWtnWhTdO+NmWcnppGn1n0nOUglLxMmmojA2wmb31zXavrK+JPAU4Wx5I7bU43RBeMc7BSSlET/Rcy586nu4zzrczbjL/NzE2160pm/oD4RmTMlEPpkcXFwMI4sjO/zFKmjS2UeGNrMhrVb5gvjMe1njZ05FIn2Lf9rWHqXsxcC208nmjEPOYiyVrMpeTy8r7U08WXWkW1mK9TCY9Ko2nbpa8Pa38OkaA5Y9qZv/g/AfnG7kY6E9/amHbaaqNvZHYpt5Vy0GM6ddNYs/695KJuO1Sb+oN0gTY3Zlrf7Cru/Nm9+kHeLz/+ye26OfP857/wV3rbO96ll7/iL/Tv//9/rH//7/+DXpkLy7e85W3RV9rKfGA3GUeLaddEpYzyXlnQwqjRUt6ro9hp1BSltnRPF/NaccbEnTlBNe34ZpcDqhL/nKR9C2n7Yuy0NFnQYvy4eByf7HT0yFO69ZY79OEPfSwXpG/Q6157g950w9v0nnd/MO/Nb+q+nz+kjYzjLu1aW9sU5frLxS7+taGVs+tp67T+n3dPHjmmo8dO6MjR43rk0cf10zvu0pdv/Ko+9vFP6iN/+TG9M+/dt6fd73v/B3XjV76m2zOv3HX3vZUHvrvv+XnG7Ukh555779PDjzymtfVNnTm7WuPwf/d7P9BtuYi++Vvf0bdiyze8/nr9+Z+9Uq959ev06U9/VrfccptuvfWnOVTcyDhf0mg0yZjfn3F1UG1ssS+HeZvp3y5WShDfboNZLlJPK2avPFtbbcbWJP3QahYfsEbxH0Xessaj9MMkYeasUZnE1yZqCj43SV2NpLwj4+elKP3mpFs5Y0juw1nG6nS6LmdmVNB1GROexa5d/LQN/0wz+m4mUTfiGjfhtwjH6cvGJfGihclYcQWVVMZ4GGXscCk2nU5Dt3iIA8bQSuaUjbz/pnHgNvNCKdZ4PFLTlFo3NMo0TRNaE51cQ7uXZTt8nZrSpK2jWq/t2Gmj0pkDBigPB66zTObDGCacZFxvbW5lfp+KPPhtq0SHpmni85Mqi7ZMcsHWhM4lyr333qsHHnhA3/nOd8RagjzKb+agHLlgdXU1vrqhUooWMj/ZFnTloR7igHLYZJq5hzgy+HOkXPBAD3tkWE30KbERdpnFXuiEbHhoGzIBMgiVh3zKjdNO4iHVdsIP6AfAWghd+nLe6S/StA0gA1nIgI482ySrjagXGZDgJR/aAPLm4xSEZ4DtHTm0Cb3gp64hTXzg79pW0AF0gExCYLu2o8634UUWOpBX4/EF4nZfL3myZLtC2w/10W67pxMfYPdlbaePipoSpJ+G/MEOpJFT61D/oAP1k1pZWdHpXEKQ78gg7LK2pY22NZSvZVrGtCoNuvL0/D09yWpHQtDFAORTFt8iDaCRjwx8yXYuOjarf9iu7UlRbWV8YmPlQQYYytqufLarr+NH+BXhUBey8R9C7AEYD4t5X0JDNu2HHxuRD+zetuiqPIQg0do+9JhHF3uhF/LgQTZymtJUfuTDv8n6I/6AjlySMk7Pnl2p307lG6qdnPfkpp46fVrHjp/QU+mXM8lfXd/IWmRd9/z8Pt19z72674EH64d8HnviSSm6PhXe+35+T/rxpNay1jl9+qSWs77r8gJ+4vFHs384omnWQVPWNGfPiAtWJvJDBw7oissu06G8/7nsufrqq3XNNdfohS98oQ4dPqTDhw/ngulg1ov7dSC8rDmWlpfFpdBv/uZv6vd+7/f0q7/6q7rqqqsqrUunRZ3MXaPMi5ZL1CudSsI2umymfifdZq6fZv7fij02NtbFfEN8lrVZm/klr6c0y+KxvRMn3cZ+s4wf+qtkTiK0e54u9ZNHPxA6+U3GxKhkbLioyIiofQIvqZKyyKgZ+WVbtsX7psPfO8n8S4hMZKMDqDLCa4cjUB7oA5KsP/bgT5IdXvSJXtQLbIsHedRBecIufoX+YIcvvF3aCeAj7LBZeJEBwtLXkzaTrjwpY1vISVTzDzRgu45t4rX9YWxj76E8OpEGA404vj7Je4ZypLfyPsHnV7ffQ9iMMbewMKnzJnJsVx2Vx3bVi/LIRUabS0bk8I6G5tiMcYUPHjx4UAeyfsEuk7z7KUfe2cxlq9k/EMKfLtMll1yqfdmXb+T9CP1UxtYo76SlfctCZ7C4tCQAfRrfWl1bF3I2047VvKORTRupD91oG2OYsOq2rT/tGtLwKw/8+1P/4Ywlxg3jjDYcOnRIC1mfz7bt22Z8bGU/MgUZG23GCGsl1TVTl+5okSYXBWnZDn2WvB5iHZU1VxeIdVbGmsJnW8PTpU8HQLMt7EfbaCcgDqDbfdmhDCFtIgTK4wzYLmMF+oCQa//afXnS8GOjAaShA+JpFdEKuy9n9yFEorZ35Np9vM9zbce8zpp7dtdJfaxl0Jf4HGuN2lYMW+vKHOEasZ8e7lW4SnhWv2jygGcuYHuHab7egWyfy4dx4LFd9Yf2bDCUeza8vyjPc68DO/2itT2bcn42TM+aZ759SAZD4fm8gTaE9jznQN07RM6zxd4S9qY6pmbumMe8VsQHDBLmeQfafDif/1zizsQy8KMXafBc2w3/vD6747brGLEvHFLmYnLs/kXPzMGUDSgzwD4ne6ARXkwm+RcDZe295Z4rlw49l3hWMbuXOTDb56epF8znD/FnE86XnY8/m7L/R+ehPRdCO/cC3ovnmdpGGXjsc/0BDUD/hRBZlNtLRpcFyk5edB/i87zEwV550OaRtcJ88jnHd9dDGmRVXxevLFx2wz5nq/kXvt3T7QuHOwpu85DOguCCcwX5zxV2X/9Qzu7THghz4dNpnXZoiWALfGw3FJnnEIHh7dPEkzgvP+mQhx9kDmBuG+jPJaT8M/FTK3wVWX0xf7YJactWDvNYLLfZ6BCCaTaMbBJs5wBvXEHfszBnIUt9bD6Qt5ANyjgHg1k/i83IYg7VOBBezuJ/MhppYTzWYng4MFhImm8LPfHY47ozl3HfvulmfSGXiR/+4Idyafru+v+AfuOrObi99Se5GHpQbHRY8LP4pE7qsl03O3xqmm+SUSeL/2PHjuagcEvUg+78HyV84hQZJ44f11133ln/xCh//u8juZT78Ac/mAvWT+gTH/2Y3vOud1V8OAfHb3zd63TdG95QvxH6Pr7Jw8Xu+96vt73lrfrAe9+nz3/2M3rkoQdUYqNpLmEWx42WJo0WJiWXXxtqs/k+dHC/LrvkEu1bWszF7SPigoZvNp9+6qQ4OHj04Qf18P336cU5FPjN3/g1XXLooE6fPKnjx47kQvBsLnfWc5mzJQ4SmpI+yE1Pl43LLJcc2a/FvTo5L++mcQ3Ja+tmtatjtYSJvmFM2uEJtP1A52CSjSB9if0AvIDDz42NjWpjDrCwMTbEnnwSnfwzZ8/WQyUOWdZW13T/gw/qyJEjuXg7pc5Fp3LZy5+PveUnt4qDIDZq/+z/8c/0//2f/if9/d//+zmMWa/8ZyPnllt+rJe97Ff0G7/x6+KQ5EzKbuUQeWE8EeuRzeiiTkortJCNLjqiv7J+4YL73hzcfCoX5de/4Y16VS48Xhlw0fqud7xD37rpJt3zs5+J/0+R/7fz1ltu0Y9+9CN96+abddM3v6nbot8jDz8s/twnB7/8Wcw77rhDP//5z6vPH8yGWHnQn40OaWyFT2I7woX4NhtP4mxe77vvPn31a1/Ttde+Rq981av1X//rn+pf/st/XS9h/tW/+v/p3/ybf6t//a//jf7Df/iP+hf/4l/of/6f/62+9KW/0te//k3dcstPhN1+8MMf6ngOn+xGtHc9B1X33vtzfeELX9Rf/MUrI+9f6d/9u/9Ff/7nr+i/ZXr9DXrjG6/Tddddr3e+8936aHz6tttu1/FjuRiM/Rb4tvfCkvCLjVxqrq6sqynjerHSNLGzGk1zKbGZixjgpItHUi5BZ7mg2Nqc5QBsQ+trW6I8POvrW1pb29AstxzTzCFt+kOypBKdpVkOGqa5IGKzj+22tqY5jJxmTK/nYGpDG+ljfBE7MrdgP2w5mUxUmpLXTld9kLLj8SiXLEvCzti/zbsTP2TuKvF1ytuutXO52uawIcNGk8w9JZFRw+zUpf7Um8tPLkCRixxQSsnB2kjj8I9GjUZNI2jT2q626oGvnswYpV7muzpGcpBBHRXRm7bEaKIdxPmWBKAOytU6oxvzaIle0JG7lTmDOGGaEV0aEcJP26CfPn0qNlsXDxvs0XgUHV3n3C5zt20pP5ShrjqOoh/tUB7k22EIqJ90t73usEMPj+3ILOm7WWy1mX5spdAGOwz8ykNx2q0JAAAQAElEQVR8K/LB7nzqBNRxSebB5RxuEmfOQT/ysA9tw47oi07IIR8aaWQTzucjJ9ULd+NyfpLDnkneNdPYYD2HUZvxuTY+WEZjufblKG1q0i1Wm4uvWfy1KSM5PIA4mOZ2bjM+Oo3gLrlKPiGy9x04kPq6zG+ndfKp03rssSd0a8bqf/qP/0n/6T/+F73+9W/UtRnr73j7uzK3fFsf/vCH9fGPfzwXnF/Vz+66W6eeOqXTp86IubKLDqNcsi1OFuPT++JzC9q/LwfB+w6m1iLG/WN5P37yE5/Wq1/1Gr35TW/Vy1/+Z/rjP/7jOt4/lHfXD37ww1xWPVjn1iayAOOLsQOw92LsYhcRxx/Hk4lKiR1kYfsBTXzd7mnT+Lvy0AfM9Q9mXmde/MxnPlPbxF8IuPHGG8WfSn7nO9+pD33oQ5lzrsuc805df8MNenfel3zL9b3vfa8+9alP1T+vPMRJ0y6+lXHixFOZB1ZFv/KObmPzVFt9jv5eyTuF+aONf6LL+noODkPDL0jbRbZzAd/GV9uMz1kNw65SyMOHWyF3FD8YjyfiQJO2drxMAvyXdyby8LM2cwpl0aMUi3ziwPa23N5Otmv9A7/ywA+QQ0hd/XwyqvYeT8ZqmlLlQC8lc1zqpG7ahS2IUx7YDm+vBzoik3KjrKHsnm7DU9LOtuoLzwDK0J/IGuLIH/KVh7wBSdY2kQ8fOjFHk0/5eZBPGvn0V7PtQ5TB35jzyEMWfQcPFx382V98kfK0Fzr1UgfrBGiUG2TDB+BDNnm21RT62LXd5FMeuwA7+dEHW2n7gU56kjGAfou5qCKO3sWl9o8deZlDqGO+Lm0/9BeQVW09y/pvqBsW25WeXJLVl4d87GBb1IcepKljlncBMgE08gHpIbQd357VtS38tFV5yEcW7Uiy8iDDdm1Pm/cvddAeQFlCQDnb1X6kZ8yZ8UXkAOpgH1DD6Eg74JtmfkQOdOqCd15XdALYmzBVyPYOEqFIrRcZgPJDG6gDuZSHRkia/qcgMinTZb5wfIA0/gRswyLPjV3KViITQ40oKrj2A7KpG3nUSx28i4krDzaCJ9FaZuClTujI3tp+b8MLH7La2IvQtihjR68Au9musoY4fshYIUQm5bbyTiWkHsoTRzfKoBtx+hU+dFCeIY80ZQDl0Yt3jWOTsO34CPnUB40PoSHLdvVf6mMsYgu7p506eUonT53SetaSzMnrWY+ePp33WeZl9Fnet6/6+9133yP+egyXQewZ7rv/fv3s7p/pW9++Wff+/G6th/9wLkCZC377t35Lf+/v/j39j//D/6A/+If/MBeeL9ULnn+1Dh86rMO51Hl+Lk2f//zn65LwLyxMsibLmM+8jQx0v/yKK8RlD+3ELrSF9hIuLC7UC1bS8JNPnZddeqmuuPzS+sFNPqy3mMvcyaRJn3QZX6x3ZvU9oVz4VFixSas2e68uaDM/dAlD1bgp0akJiprYFyRQLLaDNnOEMq6gjxr4z/GORyk7btSMRrKtEn8GduKyGoc38xhtpR1NKSIfNKETlmLZVgma0r8H8AX6sJvzeeJgoNvW8NiuMsjv0fZZe5Tv87uaT7xG8ov4eUib59PUa7vqD530NOswdAXQgPLQLvK72LoPu6pfsmpIfimOzYssyXaF8nTRGVBuHtQB0pl1DOAPjCFo8GNfxiFzzixroGE8RGSVbbvOqfBhe+jI35puZU2+gdis48ZayPuFvSLnEf03O/dXH2XfyDp4MetglyIuRRkzo+w3WHNykbqSS12wlrEFz3iSNUv2llyk4iNRRIQLeXcdyL50/4H9Ig/eJv6AbtiG9tA23qWEpMkHxG1rIXLRk3ch/oUdaBPtho8/uU37FhYmKk30TZ2TxEfZczRJO/aPGJWEpZTtkH6Q4C/bdHgAsoFteTuvL0fZkqaF7qcDnqZpqu3pmwHQyLON2PNAG8E80bIGfkLKYy/aTgiI29b8Ay+wLbsHaYAMQmC7yicu9Xz2uRA6sM/RbNcydk/D3vTDoHs758vQ7J4fOdp+WLuU0lQ5xe4F2U8P4UfIc0cb5+7mQLqHMhkzEe6FqJAqu4ouA7lHJ+igdxBH8R5VRl6cGZ059GkviBKjzMOZaLxNayQBPr1KCOCFB7ldBjYGTmNSXbcDpxyIAUVIfu0M+APS0AeEfacseV10AG30H9Bl8QVNWajMo0uahVmbBdcsINyRmzzK1fwqK3ausmN/8hJHVpf2tnmxAF42pSh2VHTverhTsfK0wTkavHxSFKQB+Yl8+qYeHIY3cpG/gyFNWCFFdOoYQvdx6aIhNqoyq4wu9T5bKLzbSOBdqJWGNv+DfvPpi8WRtzs/mu0m7ZmmD/bMgEg7CcF8nPQFgDxA9hASn8dAty374pgvN8RtD9EaIm8elZhfts+TD0/Ie/7Y3pP+XIjx7rgIv59dKdtVv3lu2ztJ2zUfvecBg93nEb8Y5ssNcfjn46QvhoH3QuHFyv7vnUdvXEjv50Lf3Q7K7qbtld6Lz9uMtmv/2ufCkklwvsx8fLvYTjCfNx/fYfgbithWFNXw2E4ys3DmBOrdDfhsE+wAHhJ79cewQIAHVL452aR5j5E3YEiT91wxyBjKDWlC5T0CuoRAvKuqLrxXADMrrejfOW2ayYV1j9hkO82hww6y0ZqByJpF1iyyd6PKycuOcMCMdUl4nbK7kS2S9kTUc96xuVMTIRjihLsx1LU7LFkgg+xORF4X3Vi0s7js0o4tDqiziZ5lXcElAijp833ZGBA/c/q0Hn/kUd1951164N77dP89P9ctubC666d36MH77tdtt96mr/zVjfrAe96n17/mdXr9q1+rt7zpzfpILlC/9LnP69Yf36IjOZx+6ujxeoE4zuJw4iaXktNc3qzFMumLvCTXc3G5vrmu0lhnV85olI3oKBvSjY117VteqofGGVICo1HJ5ngjtEUtjkdaWz1b0xPKpPypk0/pgeh2ew7E77r9p3r0oYd15PEn9WQOsY8fPabNbGi6bPaOPXFEjz38iB5L+44fOaqVXGjwLbb9ywvq2i01WcecXTmZQ+1TcvqOul70wqt1cN8+dVnvnD39lI4++biOBPffd6+OHX1S2POWXCDeeddP9cUvfFY//tEPdfjgAf1//vk/1//9//Z/1d968YtyKbuuKy47rBghy8BNTWebKm7T5hJ7zDRK+5x0223FbaehtUGnLj7HeBmA30Njk8QGkrUkmyzo9O94PI69SmS09aADWrO9edlIn3NQQhnKc5EFKAOdOoqz0cpFHX+KiMMNNozILjkgaHLIf+jgYT118qTOnD2Ti8Jb9elPfkr33nuvONhgg0l9tnX33XeLy9rTse8LXvCCujFF71n8r8pLp5JuSlM3r1wU0Q4OfJpSdvjRCV25COBClIN/Dvjf/va354Lxo/XPR3IBwOUAh/vvyyX5DbkE+MhHPqwP5nL9HbmAfWcuCaD9+Z//eS5C/6te+cpX6rWveU0uLW/QJz7xCX3rW9+qF55f//rX9dWvflVf+cpXxAX9ddddp1e84hV6y1veos985tN69NFHxSU+hzmDvdC5RF9syiU1+nJw9YUvfKFeULz//e+vF6Zvf9vbqqzXv/71es973qM//dOX6wMf+KC++93v6VguSLFtujq22JRkLebiZDyexEdKLmiWNM4FwiSbcfpqa3MrFxdrWs9lBGWoG31s1001+mj7wcbohK8QQrYz16UgdqUstAG21cRftP0MsgjpW3SwXXlI266+tpjNOWn4HB8iJK081MsFOn2MD4ZU/Ro7AnRAf3RF/ihzACGHIfv2H9ChjKV9OUzbl4OyfRmn41HsMx5pHLsnqnHj2CeTdwRjH+odyiODOPqgh23ZzngbZRzOapz2AsqiCxe62Is45cgjjhzGC7SNXBynOhFHLu2ye9nEBx0oR7uQR1vBag5Z4IFG/kbmO3yHPGQhk7wB0OirNnsk+AF56meIBF30MOrU9sCPPfFNbE5oW7QPJsoC+NBtwCCXusgnDeAbQJoxOug7zR4RGjIINzLHUB/1IwM6wIYAHQiRhy7kDWiaUv1qKIe9l/NOWshBEfZs4pclfU7ZAV38mPKDLNuxRal2gF950AuZ0xyUwct7jzaS35Sm2oVLhYXMe2treR+Vkvn9iB7KO4QPY/BndH/4w1t0803fzoXiZ/SOd7xTr8477xWveKVe+Ypr9Zq8A9+UC9J3v/t9uv76G8S3Na+/7s25lLxBr+YDGH9xrf70T16hr331G3o878U77rirXuJGtVo3NsMnSKMftqOvbWc+2KhAf/Jsw1ZBGjuQRxnaBI1MQmxlu9qjie2wPXbk0I04ZQDlsTOy+AANazrm6VHK8OfdyYePfqVPBrnQyIO+nn63Xe1O3cyB2B1e5CoPvOSRJo+QdJd3wpAOW50b0JO60BMZpIc8dIMfeehAfJBlu45r8uCnrN3rZfchtkCe7WqbgQc6+oxGJfMDPtRF1pam083McdO0rZPU7oT4zMbWRtYia5mPV7NmWBF2QB/64pxus8iZZe2yLHyZemzXdkZg5HlHD9pB2d2gPdAI4QHEAXHlsZ3fqnKh4VfoYLv6GfUmMz+0w7VO7ADIA9ibufxgDnd5p3O5wZwHnbp499A+eJgDeC/zITg7c/LiYm0ndVefyEUL8ZY1bcaUth/btc2yql7UbyeRfPqCfodGPfNy0A9d0Av90AFefBf+FE9fTXMhP0t/tfUyiDKAfHhpB3F47SLqa0pTw1HesfQ/9QLa28Y3Jdd88rT9QIenhjlDw9YAmt33bZPxA7aLVLtPw0uf0Jfwkld1CC+6AfSE1mX/AM/AyzjpMt9R5wDSAJ4B06zr25RFtt3b1e5D5AHbsl3bhY59ffj7rNpwoNnn+OCxi+yepjzUjS7IpF5CaAA6IfMI8ogP+SVyBlqbd0jLuw29E+9i81nW2nzADpCGBxrxWLe+J1zrb2s/kxfPh1LtPIsc9IE2zbyfjDr2RllbdLENZcm3XdvTxa6kAe0cZb1LaFMbpSMpPLQJ2bJku/pvU0qtE37aRP7QF0MIjTrgAfSz8lAfMqEB+KARwm+novDxs2OzmkidbtQFrYpm2cTyQaS1jVwGbU6VrY7cjCvIO7Oypo2tmRYWlzVNyPuGtYHtaj/qos22M/eNRB5zOD4NHR2H+FYunLc2N7Lm3699+5ajTadRUzTLvvJ09mFXXHG5/vAP/7H++3/6T/V7v/e7etmv/ape/JJrdOjAfk1TjrKM2atzsXrV855X50XbOn78eN0z8Cd/GffUdzp7UeoGvJv4kOS3v/1tPfDAA3WuKTHPcnTYf2CfrnrelfVDnC956YvFxWp6TCUM6BbxKg1tKxqNG+EHpEtRnq72X+9brVJETX6NmqJx/GUyHmlhMhYhWMgl1GJAvAkfHtLFf0GR80+yEwbKYzvySq0TW9L3hNp+7J7XjqT4GGQ78YyDdhvQdoM+XVFmKAAAEABJREFUI7+kEfYgIxokDi95YODbzKX+4FuDf8HXNE10G2nQa+Cn7ABo83AKUs1AQ96MMZsxPNRBXtjqz7wcm9KVPPerp6ELGNo0x1BtShq5m/E16gHInmW8QweUH8Camm97bqXt8NnWkGf3dVIGxAnyE18e9bZQHuSCYc3LuKDOWdo6yX5smvl8f/Yoy8v7sk9b1nrOGejbzezR+KDZqVOn46dtdC+RHY/MOCVvNXs3wvF4QZdddoWuvPKqhJdnLOyP7x4Q39belzOHqFDXf4wF4vQRQF+ADuxx4OW9SJz2wbuafQbv6Icfflisa/fv3x/5y/HlBS0vLtUPxe9bWhL/vcXCeFz/qkqHHdOmWfRvExZlzMS/+PP8JUJL0vUcKmETFGidclaSX3nPd7lzYo0wjR9gb3TU9mNb9Cv2QUfyNtOPjPWBX3mgz6IHNIAc27Us5WyrKU0FsrDHQvYIgHiyY/OZ6HPKIwsZTfycfHQAtqvfIwNAUx7bsl3rUx70sa0mfgFfEzm2xUMeIE5527UsewzqHvII2+02oYvtKt+2eMi3nChQXb8UGM9DXlxtJggQzl/wp69gd2F7bzp89oXzyL8QOuUf+m5PYrSFhs5jvqzd18NEDO+AoQNJU5YytqsBMTodQjhA28/ASxLJ5NvEoJwDFPIGII+OxlkGkB7lAIy8gc/2XJepxqlzloHTZTAoj+28UFydtSllJyyh19KWRqWpjqjYq82LBEfpYrNZJpk26S7xsKdsiaxwxQ+YTbqE5AElDk+xRJjXh8JZEZIqMkaV/sjZawasgm6HTn6RVEJ5NnB4z8lRZPXYqyx8wh60o9afepOGPqAvpz2fOuF0qnVo+6n1SyLcJtX8gXcInQl3yH+msItuA+Z5bcvugZ7zeReK2z3/kD/IJRxotmsU2l6omXO/Bh7GwYCBNrDZ3tF1oA08hLtpu+UMPLZVnNZWnJNpn4vDO0B57D6vL0c8Hjhn04H3QmFExD37OQOeIU0IbBPswD6Xhn83dhh3Reb5hixoQ/xiIXy/ECKUcgme9jNPJ/6L4mmCdxEuJhc/uFj+LlHnJS9WjrzzmPdIUPc8KEOacA/2StqdN5925orKdJFfe7LEn6DvhXrolPlrlpf4Tpw0CA1998K8CvHsnaSVGfpZjA3e9bQNZHDkpxP1kB6wOz3Qn234TOW5iBxkwYtONUzbB7poT0CouSdHCnmrzTI3d+dBmf+HsrvDobjtIRr2trZ9Ny967KaRHgrujpOmzG5A3wv0Nws5wMUAadvaygXAOO/tA/v2a38OqZvMkxs5PL7v3p/rO7lQ+uqXb9QnP/ZxvSkHwm99y1v1vne/V+9717v1oVz6/OWHPlLjb07e+9/zXn35C1/UT39ym558/Amtra5oFDsu5TBtkkW5s6Dmz0c2pdR1An2BDpmZRf20A93s6JRNDnE2AZMsiFmz8OnlK6+6qn6rkW8+XHnlleJPOvHpUOR36Qc+MXrwwAHFyKqL/k5azuZmFJltFvJLiZesLzbX1jTJ4ncr4drZM0IvZCyNJzqQDRD2SxG1W1N1WbeMirTQWJdfckAvftHzUu8lauINJ08e09b6mhz/aYrT2k6L0ZcytPtQLnzQHVscO/qEPvuZT+mtb75ejz78gP7xH/y+/vv/yx/p8ksPZcPSZlPeaGFhpMmwIU99zcgqkavUJc0Sb4NOduqyEipPP45mWWPNoit2K00R6MulZMZ1pUfWRg4uVtM3J0+dFGUk68Uvvkb8qaxJ7MOhBQehq9l0UQZbjCe5ZIps1o0nnjohypJfXHTk6BG1sf3KyqoefewxPRaMc8nFJ3bpIzZututhHP9PH5ePjz/+uEopOpjD2Ta2m8bOo2xKWKOyAUQP0srD5gee9RzCsmklnKU96MhmkhAavkKIXshAftM0AsSRuZCLEQ6C2WCRBshEZw5t0P/YsWO5EL4lF6Wf0ec+97lcen5Bf/VXf6Uvf/nL9VKVTSjyqK8pY2Ef9EHHAaTZEBKSn+mx8tnOhehi3bxS9+WXX56Dp306efKkHnzoIdH+oRxlaQ/lY4b6Q39YJf3W6czpHNLz5zYTrpxdy6H9mrY4MMuhWFx8pz7sgZ1OnDghNqjYA92pX3mohzqpC8ALoGH7ISQOyKOM7fR7G11mFbZln49Bd/ixTaoTMgB52JE2k089hNBpJzzQqA9sZiO/mU12RS4au1xmuJsqgzTjZ5bxWTTJeBk3Eh9IcDtVlwNT2mm7+h/tP3v2bLUDdWGLUfwOnhIe2/WQgjqof9CXEF50A7ZrW9Ed3mNHj+Xy+1j64GywsgNkYH/KIAN+27Wf7b4ubA4fusGHLsjksAca4D2NDbAXekOjDLSt2GF9Y1Vga7qhtpulffGN0Ihvbq3Xtk8z/9EHAF0IoSELbMW2yO5wVhiCIc44r8iYHcYO9giLBh50ti30n0zGNYTHNmx1HA62xg7AdrWj7Zpvu8qz+zT8TH3oST0AvZFLCF15mlLyW1UWNqIcevBOoAw026KM8lAeJBpapyEfe2ILYLseKFMG0D76ErmUo46N9amasqClxf1y3nanT62onRWdPbuuxx59Uvfc/XPd8dOf6Wd33at78z6999779PN779fDDz+m9fWtelA2Gk3ic9PYayG09ZQ9Kw6L8QvqwN6MV/S1+zbQJoBegy52b0v4aE8pPe/AA83ueYhjO2RQB2kw0BbyziaOHZDPmOFPXjsJytB32IM4fHbvy9Rl93Mcei/kfQIvOg12s3u9tvKO38r4pAwYfM+mllSU0LZsJyEhY4Dt6ifIQIcOjvgt+URtV35koh8hoI22xYNetmvfQ0cOvIR2z4M87NPm/QYPaaA88EFr8/4CpNFnbW1VvM+GdzF22uHLGgg+xlIbmehtu7YRfbgIHGc+ggekmjq3oheyCWkHIA7gAW30gE5Imrgdr4w86rfP1UObkA8PvPjKiAuCjNulpcW8k5YrFhYmsY8zX43yzlqKj47V5+/LQe+V4dlX9WNNQB3YhjG0kDUQ7aHtvF83s+bg8qrNGqJpSs6ImshVHizQpf1K2jV0qI5tAGcfjZy12kgc3Cr240CXkPSkhF6a2te2I6PI7ud67EX7QBd5yoNt0Im20we2q/7QsKXtlFf1LcqlSP/TSY0jOyF7MjBK3fM0pY6W87Lo2AWUb7L+wO9t13pKKbHluMpHB+Uh7PLC7uK/5NM3gLKk7XPzkO20dRTEKonbrvLgZ21GmR4jUZb22pRpahnqwC6A9qIjcQDvUAa+FBMPdM4Ba5h1F+XgpywgDcinHDLQh3bjB/wpVuJNKbGtq174BnwDv92P542s8bisQ14Tv23ik01ThG+CEj7lhUDYxWZt/GlW32uzKrtmJ38t6/qVlbOZVzfquw89Z1kfww8P40x5RumfxaxVm4Qd9k9dIYu20MbBL8gD5MFbttsCDd5Z7AI/+0lotsUeayiPPsyhvD9q21IfNsFOyEIuIXZBPvSlXGgA6MiBx/Z2O3t7IYs5lLq5YIYHoAN6AXgoD09F1lHoy/sFwLuRd39cu8qOGRAROHYfZ7wvx8cmGfuThOP4cZv34tYO7FL9+cknj2hYi9NO5NKOO+66U3wgkb/Ecs899+jhRx6pF6SHDx/W1bk05Vt6d997j+574IG8+1Z0+swZLWSdTtujRP2AJvojD9Ae2nHy1Kl6eXrvvfeKD2/AS/7W1obWMwdPMpfhM9TDOpu9xq/97V/Tb/32b2TuulylaeqYcLHG8bN9+5bS1kUlqZhZ0NED+2NHQB2kge2+fEK77w/qVx7bkdEjyRqPW6qNn8yy1+kyP9gWcuo8tD130DblKeQFidYffALfwJ6UIQ1s13x+UTc6EsJju8rv+VR9esjX9oO/wjvA7ttBtu2qN2UAcqgfwA8PIA7s8JeAcA7woBMyAHFo9rm6BtmE5OGfAH6HMMhPtPoaoe3aPhsOVTq62b1c27V/lAe7IivR+O8svrtR+wKanf7P+QR1k8bXwFCGDwaiM/mUB7brWo09I/sq+HnvrefS9Nix49njTHXo0GEdCrhQ3cyYs0v2CMd14sRTspv67lzM5WWbvmduOJUL1tVcppKmbt6bfHiZv2CC7MuuuIKqo/tmndNI4BPMI4R2325shb6MEcqtrKxkP7BWy9EGbESZxazxGBdXRO5olHHNPJo5simNeJcgxzLVZEwUDFzjUErqcvLarDna+DJzMP11LpxVO5PXhQeUYjWjkZqMO2QrD3om2Pmp8uDPJERelZkxgz2IDyF85BMC8rrYcZ420Mnr0VYfoTLbQodBF8qJJ3Q7LQtIAvIA8gagR5f3Txc92+jX8h5KOIv9Zgnh65Lf06exxbT2Gfu4c6K7uTGJbqCnIYM6ZpE3zZqC9eQ0/TOL7NKl0vNAwzFa0FfMVI7qzw1233D7XDhIsM/R7D5+sTy757GfHiq0oSyhbYIK28m+MGA6r+2xBTRgnytH5zIAMNoAjDcP5NiujjCKYzoOCg1gRzCUHUJkDmBBO9AJB9mUQ4by2L1O6GM7FMZRVx0RPsohbzMvYEJkwMRgUdhLafISHqmUIttk7cTtfsBTF2i2B5bd80GrBfLLdi1vJyQNiM8hpJ0fyg7YIf4SInb0CS4kGh0ulDfQnQgLcsJEd352p3cyfkmR/63r+5tuBj72TKDONhNbV9H7cZcxiC8PID0AfuLzIXHb5/xxjzg8lBtAegA04tRHCOxz8kjPA/4B0IkTAtsEF4R9/hij7G5Q2PZ57YF2Mdjb/NtMbdvWOWFHdlaLsa7a2BYabHZfhvg8Gvdzg93n2+eH87x7xe3z+Xf7gH1+vn0uDS/zjrfnJ3s7bzu9V30Dze55hzTt5AV5bg58eruoz7YI52H3svaiaftB/na02hr/GUCdxLE5PMQHkKbshUBZeGwT7Mge+JEDD+GAIc38P8sLnjTgHYAQypIGlCE9gLT6qkQcHg5FnHUABxAcjmiI13CaC66puizUuNCa5sKvzWKiTb3QAPE2tC5riIICCWdJQ0MW6LL4aEHKsYmh3poOL3oAinapk80oIeVb6p11WQS1yrQhZDFfc7hTCfFxmoP+iiz8mQ8SZQiopKEldu0iQ+EDyIWODJvx2aqNXqUknvLwkEYXQLzXLb0bGY5MZMNHHJDuUraL7sTh75KGp8pIHDm2Saa+1BkaqYUccrKgxh5sOB/PBdjXv/o1vf9979c73vZ2veud79T73/s+fe6zn9OXvvQlff9739eTTzwhRxfK4rNbef8Tn8W2k3E22lmPMK5KaiupsymNWORzOLiYzfEkdSYr5mqFnoO+yILHaQe+xSaaDfCBA/vrxROHHZQj70QuhFZzyYdc1h9c1CFnfy5AactaNiMltpqMx0I3+mScNcZCDgWnW5vpx7ZHOrWL/bHPoVy+XnbpJbmIGdUDgwNJ8wnNA/v2aTIepc2z9OlMV1x+iV70whfoknr6kPUAABAASURBVEsOavXMafF/MC6mzQuT8KQDlnIosz9lmlKy0drIeHe9VNnMAdHy8pKaYl16yaFstDb1ox/+QB/72F/qJ7f8SL/zm7+h3/2d39J+Pkmd8tQ5yyI6RkobxlqM7ss54FzMAWWJXZ26xpNGS8uLWs4BwGRhLC5dFxYnuZzcr9JIjqMdPLhf5I3GJcNrK8RZ5b/66qt0IHnjcRPeSIst+LYof/aWzRefVN2XS3XG7np0Z8O4nk2i8pC/kQs8xSLprtqXV139/OiyXMfK4UOX5tLgPvHNpZMnT9Zv5nChuhDdxzncKLHNLHb/lV/5lUiLlKRtR86sbjaG/NWVFW1ubAgd6Oe4XdpU4k8TNc0ovBye9enRaJxDs02dzma0a51y08TP7oQbubRYX9sUf/J2a3OWg+5W2fto1ExkxQYeaXmJy5BGlIf39KmzlUddyVp2QeNRj8WF5fjEombTrspp4lvorDzTzD22E5Mm8XX8krbShnSZmmYc+qJKGWlW5xbGtmU3KVO0lYtQDt1sJy1RbhT/Qj6y1tMXzLXUA22W+uCxXXnhoeA09oWHOPqxaSYPnQZ5lMOu8JFH2rbG47FsR8dSYbum4aEtyAPE0QUgA8ADyCNEJnUQJ4QHGvnafqANOsFHHjTFubrMn0UWIA7azDWEXfLxD8Y0/7fp6tmzmuViRmrVFGmcX6OgseohAnKHeuwQde6hPdQ9Stvr2I/v78s4xBaEHMJhQ+a+JmWXcwjBJ7fHo0aj+O8086C6NnU2mSt6udgFIJv2IKuEt8+V0Ic6CckHpAH9TJr31b6l5TSpq//f8drKqs6ePqONtfVKm8Tvm1IyFqaiHLKxL/UO2MyFVRtnB+TN81EHNNuyTfEKu4+TB79dNMo8yPilHcuxD75E2+BBDvURp412X56y9DsgD0Ab2kwZypKPL5MHzyCDOLzQY9l6mTIuTUasc38+VRdfcPyAd3KNp167r9u2bEv5Qd7Q99p+moxbaISwUQ96wAuNPOqlvdDRpRRn/E6E3qSZC6fxUf5821rmxK3MCYqt+PNt0LtUPmM+yuHpVnQlTd5GDtYmvA+Ds+nTGW3InLYJPfPGoRwy883/wRfRZVttEV9gLo2v0g+kbcu20Nu2eNAdHaERn23PCYSkAXnw0gfwQkMeNqA/CGk/dELGAHxDGeyAr27G/5GBvPFkQnb1R7vXhTx4VzKnozs6kEYucQoQhw9gV+RCsy3qhA992rSD+igPDdT8zIWUgz6Nz8OLzsi2XW2Dz0JDbuVLGWRRJzKUh5CyidYf2mS7tqcLxbZK01R5tmtIGWQqD3KRmWjN62W5zqtVv8xR0IaxhL3hBcSpj3pIIxN56Ed8oBFSJxji5GML+AlJ2xZ12X0/KM+Ql2htk20N73vWXUtZZ9BH6IKtAHFA/w/pS/kzmldeIT54RbuQS7tJ03fE6e9BnyGkXttVL9pFG+zevqRt1/FFefKwh+06x3HgjGxo+D5zM3Z0KdVHlAfb2a7jAZ2A7bx+u1pnWMRchmwuuwmhAeK2iVZ5tqscCCVxbErc7umzrNFo13w5dMNGANuTN4vPEtquPoEc0spD3iADG1Mm5MqHLOLwEocXG5EmbkePMJAm30466DKfdHkfIWvAoA91gy4LKvIIkQkNEIeOvNmsrX1BfCFrW2TQLxzs2k7Nqu8x2xrsY/s83ZHJXELo9NMgG5nIA8QZm/N58M9iX0KAj7HuH/QrTan+S3oW+8KjPPY5vUrqCylrw426Dm3THurDzpTD7mvra+LSAvnwt3lX4luMgYEX/nnAB9CbkHEBP77H+o06waATNiY9yhxPCN22kJmg+jZtwAbIhAe5lMPe6Akv+kAHdt9OeAHt2cz+ZuCfZp6hHmTMh7QTPkLykMWYonwxNlXWS1u5fNmI3TbTv23Ggmq4wbdbA/wi7lPphBvZm/MNt6YpmqbPsAHArlycns28fyJ7AfYEXHzedNNN+tznP1/7hG+gHmbvlXfaFXw49urn6UUvuiayu7qHeOTRR3PBera+d9EZPZkHkL+Sy3J8grjt6nfYCX+j/eOsWXq7jvXoY4/qZHTAFswbl2T+4iKJeazET5qs5ZSnFGePtC9z4oGKiA1VVR+7tzk6oAt2o27qQC72hNmR0TRNnfPp04q0D93wAULqgwfYrvNMmzGLHGTAQzlC9EM2fkC98JAmnAc0ytqu+sI/AJ0HUAbeLrMi/Mi3ex1I2+fi8ALogHKkAfHdNIcAfUCSOz82uaptpU5tP/AiD/0GW5Jlu/LmN8naJvjg3wswXYi+Oy/CICXoqm9TL/Uz/slAP2w/YJz1lt2PWca67ezx1yvgp15k4Osnc8k/yzlLaYoUX+DDAVtZa/De4YMPpWnUjIP4HO+g+qHJjazpI5MPUjOPnHjqKT348EN65NFHhMwYQqdOn8pl7LE6bqhv0I36bYel14885gF8cyVjDwx+U0qpfIwbPoDAeLzzzjv1yMOPpC1rGfvsudvMrdPYZlaRIgL4C+cKxEGXvZaCruv5sF0XHwbwRaVaDt4yKmpGIzWloG7kdhUkukwigL4lPY+Bjm0B6d350IaysULNhjYPiLajT/TA/sFgP2yiPLbTXUF0tC2eQcZ8fJY5jjartnVWbVVpfHh3m4ZdBnsQ9pjG9l2AtFbdNi+y+ji0Xl4bWcic5Z3VxT62U85V/2L3CXvvUL/gk3r2LGl7T/ovTIw8x8gYHtjeaZzdx+dlY4Ahbff5tntjRI7d0zT3UKY0jUrTd/jQ2YRN0wiUubLEm9JUPRBDeoDdy7dN1g5wOuoZCMTnAd22kNNs17lXvt3LHfKUxy6yrX5S6kLpf+Ahhky7n+hnWQANGPLhAaQHDGnCFFU8sGLIv1C4u52Uf65A9u4ydt/u3fTd6b5sVw9X3O3O7dNIIo/DgJ7S/670Pvq03/D/TaEKv4BuNe+X9Mumhc8sHBs+E4Z+fia++XzKgHnaEEcr4kNIHPT8LeSLAl6wF9OF6Lt57b3tQ/kBu8vsTtt7y9jNR3q3zCFtu45n27Bl6PUvwCH/aSGbuApeCl1eMn0IHwIIezv2edAuBNtivrgQopjmH2TPpy8Wh7fqkQUP4YBuO32xspU3L8E2Lx7iyOqS7pIGFytL3jPx2E7TDGuF7WrHoa5KzC+Grd3zEQ+plhvkE0K/IKIvMqdZGEwzFxNXxHVZYFMWu/Pesb3T78zX8PFeIA8eQBz6UA4a+pCmDO8D4izwWNyTBz/lbCrtahuh1z6IPlFDTSka5R3EpqJuWCcLqFjnfy7fJlngNiXvvzSyi985uZPRWOMgSotN1VYOKDsWJOlbi6Kpi7anjixK1CZEvyb1LET+eDQS/8fZ8tI+LeUge2GymMuTSTCun45fGPfxhclYC9msTbJIrHKyWJ6mrqI8qaubtrWMo5e4OEmeU28XXdqtLJhS7+ZmNqy5IGmzgccMk8jk//jrki7Fyk9aFJ2TRnfaxIEAIeioJ/JLCgMl7pRYHE3qYbNSz8ixT+jKYW5iWhiNVTrr+JNH9N1vfVvvffd79Gd/+nJdf931+kI2uD+55VYdPXJEK6fPaiuHpBzm789F5fLSki45dFjUST/yCXLy68Fl6sfW5IE2etHv0NrUyyUA/Ju5kKP9o9Ko6pp+I8Ru5LOxWFgYazrNpWcW6dUGMWjE6/ChA5rNtnTgwD5NJiPhD8pDiL+x+cAG6Ii8LnZuYoumiYDoczYXbQptoRlpcTzRuDS1PxdjjzaH3fCOSlET/vG4EZeJ+9Lm8Wisv/1rv5Z6D6gpRVu54ONDANhjYWGiQ4cOaiEb5Sb+w4ZlPB5rLX3KJn2a+q558Uv0ope8JHyHo/eCDl9yiS6//FLxzdr9uTx9wfOfp8cefySbpCcz33W65poX6oorLstGfjn8I3XZqLAxSdXZ6KxXWhMdZxm3o/jq4LtL0ZW07fBMZFuMNfpqCM+cOSu+8cRY5BJa28+Q5vCDAwJk0jXDoRJp+pQL7s305ygH5gs5dLWtccYMZeLiGuVyYCGXxlwEsIHj4nvf/n162cteJr5B/Pv/4Pf1/Oc/v+o1ip2wEXqXNK6J/QD6TiYTMSehAzalfgAf+WCW8UN7qbuNf9uurYFO35CYxf6k2/Q/adpJaDu+NKsX3chFDhcX1Ev/UQ9l4Cd/fW0tB0sbtQz5yLQteEjDb/f1206fZY7ZrpM2wZehX9tN/ci1e37yAG0iT7m8Xc7F7r7lA5k/FuVcHRXHD3Ips7S4T+SX0kRWNmYJ8+qRXWp6PM64jy327dsvyVVf6lKeJvYtsTNp+plvEIQs2xXEaRf2Rh/SwHZtD3Hog57IIW335e2eD7rd+x5x7EMILyH2RNYQ2haHY+hGPwC+0c2YGsrAj26kwVC2KUXz5chjfqQN6EmZxVx8wkOZSewDjTQXCIS2RZ2j8Thjbr8Wws94QQY2O3P6NNXHvlsV8ELnYI5D5UEGfryQeQB/n8R/B9BmbEAb0W89hybogn7IgGa7ziG2qy7ohjzqojxxDgCJQ7N7PuRwAEo+egBo6I9c0o72GznsZCygh937BXKwBfxhqb4CP+VoHyE6UmY8HlW9oNvOQeta9X30YfzBR9z2Dl2y7L4uZKGT3etN3ciiDCA+zXhWHmQhkzJJVr1anDwJykFHT8pg74HGXIEs8sE4cyN1jtOv8BNiJ+zIvAYNPtpvW8ijz+ADNvo3oY/TN0tp/0TKWGRYlzKKXl3N6/IuneZdP8sEuJX3LTxNM45fjjJuSmzQxG9mNbQbOZCKKLORg+m1tY3M6xnLoU+YP+NDvEM5jLN7+6Xi1DeLnK0a0k50pA3E7Z4Pn8V+tJt2zfKOIB87AWxFO5FH2ykP4LEdnctc/0nwk4/dsI3yIIe6CRlbhORBA7Osg8KWg7n1Cg700GmW/gXoRt1DHD1Jx1j56Soob/dtIt921Y32bWRNgr7oRYi8QT68pJE95KEboN20hzzlobxtQSdOOQ4YNzI+N/KOJ408oDzj8USsL+xSQ+jIgpc4/MRpS1pR3xfQQSlpS96b2AobUSf8JfXbFvUji3cmOiCDfOTRDm0/yBrSxOGzLdtCLnJs134jTXspCh/yh7jt2m70gMd2fHyhrhug2Y5PblZfYH6hLDamburdyLqV+JnTZ8SDf1COcYvO8FMnNPjgQTfi0AFxaNRPCA/86E2aOCAOPzKJww8v8zwhaWTZrr7DB2zQFQy6UBYe5IBR5jNkU5b6CJENiA95k+15fOBBhu269sT353kpSzl4KUdImjID0IN+RQe77ydkwAuQAQ+6Y2fahwxAGWC79p0dn8qYGuSRN8takfLT7XEPDTmEA5SHetAJWpJVHnrYrn0OHdttsS7OumHQDR76ejFrP2iUhZc6266rfohc0uhFOwjRgZA08wE+Tj/Bhy60D9mT8aT6IeNkEttHYPq0jU6zhBlVeQ9Mc0kIqJdxRXw9F6IDNuOwj+TsAAAQAElEQVSbW7lULI0zrhgbquEoFxdl5Gwr28hqtZU9xsALP+lZ7DaLTdERne2+j5rYQHm2trbq/AuP7ajXA13gb6Of7XAqdXQ15Ndgk6FfkFeaJu1q8x6YwVL7ADnwQiAk3WY9N9iIetu8gMjrobStVFBbSx+URg46lWx3Ok3THuhRNm2eVVon7NAjzLKLSoDsWdbMXPxspq30FyFz7nrmRC51+Bbp6tqqVrMmZp+DrQg3Y3PKtVF+Fj2Ic4H62BOPazPvhAOHDgr6zx94QCezpiK89+f36aW/8qv6O7/zu/rN3/ptcZn60l/9Vf3u7/1e3W9h09XVlbouwx9sC99hnkHXadpG/fgO/mhb+cncu17flSdPnko4zZ7njI4cPSr2I8ePndATjx9JB1nswQ4ePJR9/r743ZJKGengwcNazn4Xf2HvyvsMS03GI43xIado9uNdoPS3Muba+A0YaCU2aIo1akotM8k7fTyeCB0B+nKp2rioyColYTByqR8Yoy/oX9pP/eyxAfFUL9sayigPvAl26DZcUKJr+oL8AVAp28T/0IH4ANtVBjygja/t9jloAwaZ56fb+HUn8pAxwHaNDnWRoBx889hNiyBYaUiivdx5fjJtn6c3tAEeItthWLdjfWA7ZRHfy24z3myLPmIeAovZE9BvxFk/gl6Hto5b5kT4S9PIxWIsrGaM4HP8Ceonnnwi804nxuFqxg3vz5MnT4ozi+MnTmglPs7cspW5jfzTZ07r9JkzYvw5fjGejDOOpzr51EmdTDn6BO3t1JX1EH6CPoNticMDHbnEbcfHF+o7nnzWGseOHRN/kemJJ56sa7VhXMUaatP3AF47I6D6EaObmsORdJvxBw+AGjaVtJ+QdLhqn9HusPfxbbmUQXbP5xqQnqeTrhnbv2xHftmB7fSdxWNb/KMMgIY9qp+PMnbH4zr+6KfRaFz7lzzbsFbYfpps+xwNedp+7JQD2+kaJG27yrAt2+KxXeO24y/n9Eee3ecpj+387n96O7S1HOMUXQeUnuXivwcjXJzr6bnulAPCTtkK7MCZ5OYxn0d8Pu9ZxzngS2VOOIDJtMst8oA2B37zGOjwaXvyHcoSQoeHMrO84KdBl81Zl5damwU4YQVOmDSfVuawcCsbZD6hzEEP8QHkwR815Ziq5PduOENb8e5qb0JkZ2DMAibtrQxQwGAmbENng1fS2WxSmVQ4sOLAkXAhCx/y4OOAAb3btIGXAvWQ5iB1Xjd0GpVGTSmCDlggo3dVb7v9tLdLHFrvfBmi0Rm5e4E2oSsgHxv8dRATxoI6H7GDbdnnEK3yE0c8TzftPLRrwA5xLjLkeZ42Fx+indJ7qaO2M0bpzkNUCGMXPJufWmcYy7MtEN5f9Ad9n2vZ2rahrRcJ8duLoY1/z9dtW7bnSU+Loy8gYwhbxi+EZ4GhDKzzcdLoA+1CgGceA99etCFvr3Cef6/4UIa8IU5IGszHSQNoA2xXO9oXDiljm6DC9k6ZSrjIL+x0Icz7xiACvYb4LzVkvMQfhzrSotom0uhwIdCW+Tz4B7SRR/5eGHjs1BQwDw4gb5BJHJCuoZU3VbcnMvGqIvOvGmsnnvT8WEIfmmv7vDZCh4/FGiANhrrDnOmXkkq0L9vUxWYRIYtT2kAZ5SGeAnUhkmQtQ4hsNva8i4bFHnWQhs6CET7KIwudoMFDHRxMLy4uZSG5mAXUJHIbTfMe3Vjf0lMnTurhhx7Rz+68Wz+9/af66U/v0I9++GN96+Zv6ds339zjppv1rW/epJu/cbO++bVv6ttJf/0rX9VX/+rL+s5NN6XsnTr2+ONaO7saMxYp7you5xIT36ZVFuej2HSUto9Ko1Hi5DWlZNO2HJ1GFei7nku45eXl6GiaFHN0dfM+ymKQtkG0XemkQRO5tBl7YAN4WChPmshNXhN+Lv/WV9Z0LBvKG7/0V7r+jW/Ua659tf7yQx/WXXfeqbxCtH9pWZceOqzDBw7WDV2bDfC+2I0NXhd70a4qZ229HqazWcZnN7PpJozSaWp8LX7cpU70YLPrpmiUzcAsc6cbq4wabWXzuZ5Djy7NbFP5NBtTPGUhF3P018GDB7MJ3qqXkrbrBoKNPBtnFv98wvnEqeNy02k0Lql3WlEaaXlpIZvvJS1MRlGpy8XpqLZvsjASyEJRTQ5ViO/bH77FcZq2JecluLy8oCb6TtP2peVFXXX11dGuq3qg54PxlaPHT0T/Vpdcepn+6I/+O/3jf/yH+oM/+AMdPJRN+b59msRml11xlVoXXfG8q/WiF/8tPf8FL9RVz3+BLrvqeToQGx/IBv7MyllhFxWLP4f7kpe8JH65pSeeOKLDhy/Vr//6b+pFL3qxrrzyeeo6R69xbDLLYcJ67X/05JJ1mvXi2tpK+mQl+RtVRhdbz2Jj8kqcjfhWDjtmWZsSP3v2jKBP0i9Sm03GSAvZ8I/iZ4RdfBZbc+GGLzXxI8aa8rDem8Yfuuik0tSDxbCrza/+oGNTDz3yqE7noJUyHLjSX8iZxq5d1+nkyZMZeyei81pty6yuL7u0bbVu6kjPUkeTevEHNq+M4VnGVopXW9jp99QJfTKZRDOrlJFGo4na6IY+lF9cXA7/qIJlwDRyyRtlQwX/LJcgq6trqXczuigymthjsoNJfHI8nkjKOjVr2o1cgEiu8koZSYljM+YaNtWHDx8Wl8SEi9mE2xYP47/E6G2UqO1Lm0ljD9saxfaAMtjtdA6cmA+cMoztoUxfvo2epc4fS7m8Rg46kAfgb0qR7bSpEzTqQQ9sMom9bMdXMm6izzT9AqjDdto+Pq+s7ZpGP9pJfWCQY1sFpE7qGepDD9u1bfDb5+LwUR/1EgekKcPhXLTf/iBi9nUpN0l/LeWyaVQaqe1qHh++mKY/dxD/2NzcUjMaZdxazFFAefAjDiXwK+oKqeqFvfH1ccpMYwcngzkYGejM5Sr9sJk9EXubxYyTlbNn1ZQiZK2cOau6B0u9s5SHZ3V1tR6EUG6Yt7hM5QMMjAfySSOTurcyhxJSPyGX3fgANm3S9i7tatPOyWgk7NK4qIROvDTRI2M9ydS5kTG0olKsJnTFCoT79++rbaUe27V/6aOmacJbah5x7K882Ae7HMqcBr2UIuwCHaAn+g3yyIeGTPKh03aATGTgn9gV/7EteFNV/aFMjeQXvNQNH2WRjc2htxkzYan68uGbujeN/0JDP0JkwUu/264+jgxo5CET4Mv4L2HYBI02EMJXPJJtwcO4JiQfvcm3XfPHCxM1OWjlPZdOUaYe8T7bjc3M0+tb69qYbmgr8/A0ZwaA+OZsMwfOm9F1q+phR3YaQ334CCF1FjPnteGZahpb0AcAe6M3SLGqF/zE0RcZ9AW8hKQpM8QpRx0A/iENDzT4QaWnXsJBPralv7AjNPgBPNRHfJAJL3RA3I4vZlzbVpSOzzZ1vrJd4822f9pOdt8X9IPyMNaoDz+BxvgG6EG5+T6zXeWiB/WST3x9Yy3jZXXnQzW2Y9tWo/G41gcPdVBm1m5pfWNVG5urarupWC8QTtN3nWZ1DbGVvpXb+MxY6EE5u9fdGZNRu8q1exrrpq3MGdgWW5NPnaRn8WvioMtLz+7bQJx5DzrAvpSlTdiBem0LPci3LfSATj6AV3ns8KnL5cNG2o1PbWoTH91cq+1BRjOO3RdGWsraaHXtrM6cPVXf3fype77Zgq5b2/PXvD8pD/Xis8jBXmCIE47GRdgMTFLHkG5KEWN+Ke9P3ptoWaLrZBy7xieaUtKm2CM2Yg7YzNyLDvjbZuZp/As7AdvVl6outVwRczR2s/u8wTaEMfWOryAHPuadkYsameVjVO924tBiLHWZnwHx+gFKBEm1buwN0MG2bIs4oM55QAP2OR7aMZQnDuw+3+ofaE2JNqFDQQZoYi87too+tAc+8gH+QZr64SUO/5CXYkSFDbAr9gXYGmCXypBflB2A3JBqG5FHGvmMVUAefl/9Jb6DLMoqjbFdbQa/sjZNMumSd1ZTQ9Jg+JOsk0l8InuK0TZKsUbjUS7IFjWejFQaqxkVjcbnyisHX13WyC4S8TZnxbO8Q6eZl7e2ZhkLM/Ggg93bDh1nmftsR49Go7yLAe2Br4t9m9gakNbcQznKQ4eP+FrWCLR/sA10bAsvRaFj95a9UWSTJg8+8gmjimz3CHE8nlS90KEiNmma2KA0yQ1fKUKHJOqPbTXReTQeZ86axMZjNSljW9Q39NGwXkG/HpknMs7Qn7UaNC6CAPtB5q4uMtB/mnGhPMg6euJ45I+0lH3Spdk/PfDwQ/rijV/WLbf9RHfedZe+efN39JnPfF5f//o3xFppmrmRi8ih3awf0L+JztDQkfSll14q9gj0xSxrpfXVDZ05fbbuM1ZWVuuF0Xr2rWfPrmgzcwVyH3zwQT3wQJBwY30jdml0KPuySy+5NHaYxAe6yjvUQZ12bBjQ7wtZB/KOGY3GKVtqHygP/bIbKYWbJVeVzw4lKPFV9G9Kqf0wnkw0il9Z0ix2Y57CV2hrSLUe8gH6UBb6AJuSfapJv8MHBl7CeTj1IgPY58rafZx20H7bVe9esur8OMR3wk5y3iWUCYd2P9Dtc3JoEzT4qB/Yfb5tyKo8WeujQ/WpjIOasf3Ltuy9gTxAG+1zPFLikmwLW8zbZ9AH+sJkoe6vJukT0gBefKzqk7lAcuaZpTp2yC/pT/KQQ8j44K864ctns2fgMp99MH1KyPvzZPbC5AH4SLP+n+ZiVdvPes6FGGOUgYQO1Id9APEB5NuubUMP8pFFqDzYhPKs2VgvcdayP+ORfMZFUxrZsVEQ9upzlEGW7ZqGF302MwfQFtK0F54B0BjzA8804xL5YFZtp1oPsiNWPEPZIbQNucJ25bdddbAtHngJ43rVX5ANzXblbzJXUMc8klXz4OuhmobHtobH9g6dPGA72V0dA5Sdb3cy6s88HYLtKqfXpan6D7Js1zR5A8gbwH8lMMQJ7fDbvUD74qGe85OGxZKMsx5JJ0KDwCCO+F8XbV7AdBYGHDCf3h0nfT6mOx0+0Ac5O2EcbYsF+nYboMPbZVLBmAxoBjiTeUUGPWkGCHl0iO2+2ZngKE+7CefRpS3xiMpnu+/QUupkjhwwzsRew+2XLfUzGFZXVurfxmdy4NMN/GmXiiNH67daTuSlefbsabHQbUqTyaZ/WTdxbOQhR3loV7qu1kleU0qdBEaVr3e6sEXNTizc6sVqFtDQLgRabrs6bxcbXojv2dK9ByO0pwPKbuZ0AA3cRc5abhdFonRFihBq+yG+G9tZ/Tsr/LWKGuYXbQ6ea9v30mmnnv+dIq5WeebK7XA+A/C5ZwIv3gvVNthzfiM7P56G+MCHHOJgiA8htGcCvLsxX2Z33l7pef5nig/ld/NBhzYfEgcDnfiFAA+w+z6CjzTA5wgvBHifDYby8A7xZwptwy7bT0PNuMgv++ll7J52kWIXzXJybe/oEEDcKQAAEABJREFUgq/a2+nk0R58bCfMoCeerDo/ZuTXkDSAF/sS3wu2+zmfuTYLbztL4cwbzMnM0chmrkdOdlZ1Q80CSnmg86Eb29l4sJkd1XmbOTzZvR6RRRuQxcINum012ayxwFpbW+tlZpPDB2kaF82yeeLQuMgalaZuQLrM97QDwAN9HH0J6ye2wqe8G3k3HNz+86yLeSeOs8nhAzxP5KLzZz+7Wz/+8S365tdv0mc+9Vl98P0f0jve8W69653v0V9+5GP61Cc/q0+H/sXPfUlf+8rXw3ezvvSFL+nLX7pRX/nyV/SVG78i/gTuN7PJ4zLyu7lQvf3WW3X7j2/Vt77+TX05vB/78Ef0hc9+NvicvnbjV/XEY4+p25pqnHYtjic13Epb27RxebLYty99WKQc7mymxV1oOSxlU59Faptw1BQ1xcnPZZ+lwvsxKLEjaEqpecRBm7XDJO/qQ7mMHKnoZC7+vved71adPvSBD+gdb32bbkobnshlFxelV152uQ7vP6ClbAyb+AGLf/qYvqcuFu+k8QkAjQ3k8v79Gi9MxCGyitVZNe7ow6UpvG3aVdLXtvP+n2iUAw477Uk9Cg1e2+L/U+JbgeSvxifwC9vVr2QJWdQ5jT3Qb7hkOn70uJ46eVL8SR02H+iMnzWRj39wEMcmYTEXMOOFkRaXlrSQw7lOvczSNEKH0jQaT7iA62r6kksO6/IrLtOhw4fF/8962eWX5wB1qssvvyoXqFfomhe/NO1Z0qls1vkk9dLyPl0aO77kb700l7iHos9pNemDg4cv0yOPP5mLxce0mov7X/+t39Y//sN/omte8rd0Opv6tWzg1zc29dBDD+u++x9IHZv6p//0f9Qf/eEfaSsXdvxZ5UfTT5PRRFfnUvZA+ulQNvtLuawFk+h86vQpYRNsxKYGbHJJnbWdnYbmhz4j3jRFJf3DxgrYVpuDmrAoUTXpK8Yqsg4eOii+QUqaMvBkUItP2fINADa22Jp8Dlr4ZC2ftrUd20zq5TN58LCZpNzGxoZYK7J5u+aaa2r/Liws1E+gUwcbu+c973nRxdt9vlgveKmbvt2IrSRrMe1v0mdtxrxdwttmHuEArK2HH8wt1DXNYcRWxh9l4WuakShHHJBvW7ZpWspuxpYbOVjeFOVAkzKj0Th26oK28raZj8g7mz6kHnSiTuohPJ1LUPyRuPLYFu1TnnZb51IaFZdQqL+oSRrMsuGk7GoudynPWDh96lStW7JKCW/aTmi7XkajA+nF+DYh+4A2OraZf5vwohdQHujTzD+JVpm2Y8/ezvDarnXAjx8oDzLpJ+bmJGu+jd6ucfiQOc3cgy+iM/VQBkAjDQ+8gDh1oDsh+dCVBz3wbeYyOqaNTRS7EZ9ubalL25S2oU/XFbUG8Zno1AVbuRzf2kpflZEctMmPWI2yl6EO5hnko0OJPfn/gg4dOiR0wP/II96UItsUFX+mGp6mFDEO6+Fb5G5lnkZfi38S9KFNyKc+2oFNaCfC7L7fqGPQiTj9DT/lsBlYix9wCLieg1f2XJsZA8hzBNX3YfThHTiZjFUyD4/Ho+0x06lpSszUZnxMa0hdNr6eq5/0FXWOM09RJ3XTV2U7H12b+A5lSimpTcKfKDMAPYnX/ggHfMiibJKy+7ps1zjy4AfwwA8NXmiEtgmib1dD8uEjn3Yjn37HD2xXuYYz/gAPcm2n7U3mhKl4oK/GfozLoW+QAw0bU2aUMU498JOOuNhtVucBeNu2E2VtV9nk27FL1GQubDPfdupUmlIhlDoPYSQdnohQyeE+vKPJSMv7lnMgt6gm8y/l2vg3tu3n8s2qh/LYVpP+LaWkbTNtZj7Fr/A5+g9+dNf2QxwgjzYQb5pGtitqPLzIs/u+giekmk9IHuFARxa2xxbUDbAhaeqAdwDyiRNSnrIAXeG1ez1KU2p98OGPo4xTytlWSVuhQ5sPkYfdkYM85KIDuigPYzhB/SEPHoBdCc/mYJP+pzxy4acOxgBrjXF0gEYedfX9q9oX2BmZ0KkAPvS2XfVFDvmzzFvw0AZogLht8cCDLHiIE5JPHnHGFSE6QgPoAxjz1EmcMsz96D7QhrCUpupEWds13jTNTjts5z080WLWcswhyKH9AHnoTP1cVPB+Jg7G44meOnFCj2dtjR3RkzaQB4jbrv3qQh3j1DOuY6fM9Sm8ygMtQR33KVXXELQBGn1mu9JsC50mk0mV5zBwYNtmbYgtkWe71otM9IBGHr5B35MuTVGJHime9/5W3vvrGeussR0d+zy7l2MnlKtu2I62Ige9lAc5dngC8kmHnDvVtpaxHZlN1Re90V950AmfBcSnWa+EvMM7yKINgHKDbNtVf2iZUmR7B8pju8ohHzuCQR4h/QygA/gA+pEPoFPfNOsFbDcfTqPrNPTMalUP29r92K55yEAWsgHxEXNdJlHe7fwlHtpPG3mn2X05dGhcsidqtDhZ0L6l5RoujCfnxfmA1ZDHntBynU/x4Un8BDnoMKCvf1Tfk1zOYQfy6Ncu83wNoxshOgHi8CCrtjv5du8T5AHlKU1T7T7wUv8AxlNYqk/gg8QHXUjjB9RlpwW7AH2og3JgSNu9HrZFvXafJj4ZT6o+yjOJLZbnvlHMHoC2AOzf5b0TtvpDfeg0hPg7PAMvdBhtEygml23NJJ3NmuVMsJn5j7XYWvYyZ1fWsi86o/XEN3KZOeCRRx/Xxz72CX34w3+pm7/9HfEBjdtvv13f+c536l7h6quvru9dPozJnI0e6IUuZ86eqR+Ewa7QsAd64auslfgrPOtrmzp7ZkVHslc8efJ09sptxvms4tixE5G9mTX0RvxlnxYXlrJ/OyjMMJuGb7M/q0+Tap8hG5DGtvgC4dCHQxqavW2XMDNGKMe5ITqCkLd/XO3WlPhNKTVO+VH8aDIaZV86rvPGUAdjtEkegG9bSA1s15C6bKffS/UH+MBQhrjtWpftymP3aXSbh7Yfu8+3vU3pA9tVDqmuTkTEeth9e0ghkxDYjo3balPb0bOpQC+AnrZrPiLbrFWnmWvoY9oGBnmEYJ6m7Qf6dvRpQZf1mm0N9RFq7kGH0Xgk21lrTSuoH//D91j3dJkDqBdeaLyHOL9A16GfbMfXtmp7N7bXa5SjKuQRwk8egIbMgca7lbpWct8C4GEcIx+dAfMccxh6UHaWdyF1zGI3gCzWItjxXHpW29TnzdLOEnur9gPtRq7t0F1pQ5pQeZBDXYnu8FA/gMc2WZHZ1bZ3oj/buu5ANzJtV/vP8yuPbdk9kqwyCIHd05FB/YA44F1SkQFMGlBm4CGcB20YeOxeLvzQALyEtiFXkO7iO5QFg/2Iww+6+AWgwBASt13bO9iotru42hfabtDHk/FC1j0Ldc1DekChomeDeQX0LJ8ufF1GXrfrZYisoU7ie2HIb9u2dvwzpmPMeZ5UvfNjuzoChpo3DmmYqJ+yGB8QB+TZroZl4gQMEMKhLPxD5yFHux74bFcqvAxwBh/gBUPIZEAedU63F0TTuYkKuaAKya8hTogMvqnAgRiLaD7Zc9999+n+++8XcV6EfGvkiSee0GOPPa4nnzyio8eOapVvTfBnODZW66caz66c1tmVM8HpvGCfyqHkyRy+rWrKp8KmGzlUXM8Cd1287OU2jlQ0GufF0CgDqxWbafTR9mO72tx2ddZqhzgpIdBf85mva16U7fnkBeNd/HKvzLpwxHH3yrwQfYf3Wdadgb1T5Bkiz07iMwh5Dtn2s6vR9k6/0p8Xwvx42ytue8dP7L3jJfTd8u1dvOofuuiCiN13+43tvuD2b/Ivhm2284J5fjb452X+Agk7Om3rOsj+X2n77zbLkiS9E3tf93PuDZG6VOvu6ZGEGoAkQD7AEnzwH7H4Evg6/GcfPNxd7BIzAEHMjurpHtHTWsy01qK6VJfWInVGZoa68vD9+Y0TFVVd0zMAyZNh4e7m5mbm5ubmftzj3swky0+8NnjixDpp62fS9xLRaLKAvVc68nx3epb23XXvLr+XzL8JR9u/qe7deGjt9P/dFX+HMvY4S2b71LfO4t+dR+Y74ExsgCex+b1gnReT0WbvrgcPz3XWpVEe5TH/N6W0gxfxHyAPgJ8vF80HbLe5V7Ox56WFQxXbbZ0qtbb1kjUFYL2hPQC/BtnQwY+1g3ryMVR7kWV9Y2N4+fLlDb+8TKyyJh3lQg162tMP1nRokc/cJA8v6pivvHiQZ3176smn9J3vfEef/vSn9Yd/8Af6/d//ff1vv/e/5cL0U/rcZ7+ob3zjm3rssSf0xutviZezRV6auE+CZ9dNtDj5/xT5K/QFL1NZG5U9RYyhLvr16fPFXGrxAl/WEpfARweHmuWwdpb0pRde1Cu5GHv+2Wf1mb/4y1za/qE+8cef0Cdz0fqJP/pj/UnSz/3lZ/XNb3xDb7z2uviEUykWl34czO/mYLWWkpe7LdEvDkyVce27KitP5iB9xcakxDl0T43YaLFfeP3119PPb+SC+C/0++n7Fz/3ef3khz/Wa6+8qp1cLE5qpwevPKBz27ta5uWWw3rsSftaimxrsZjnJfOo/QETejBO1NtuY1W7ujkskuS0wXdJS/Bd36sd+taiaS54ZrkA4SVjHTtyAMpfLkeI4Demu7mc5VKyVIuHvnHQ0fcTjS8RjO8ivNaJNeSP83KCjyx5eUgj+j7N5RyXUQe56GJshswbfDNmUxe90KefTFS6rum9TgV6oz+63M1F2PmL5zXdmrav3nnt9dcUQt3MpfRbV2/ofl7M5/GR49lSzz3/sp586ud6+JH36YMf+rD+u//Lv9Q/z2XpzvkLuSw91Ed+5Vf0sY/9qjhMeCWXop/6sz/Tt7773VywvpVZn3665HBhrouXroivudqNX+1m/K++dVWvvPyKPFiXL17WYfxq7/aeZkczffD9H9T7H3l/NkISh0oXImt3d1fYZJq+Yzf6i50A8vt5EWM+2c7GfJJuWtCVUgQeOuy5iq3AM/8oMz74Gfz5il7sZFtb29vixZG28/jJIvbvM060Z9xpi1z+0I6XQfI184bx4f9nefLJJ9uYMr7o/eabb2avtxTybDfd4L2TwzPbQs8RlIcxh+ck4wigc9Cb9snAM0kr087e8Fxnoo962LF/iKhP0uwHH/jZbmXksN8lTkA31pHnBZYysugjNgNPHwHq4EufSNF3mdjWJ8YAxTVzbJX5NcgqUmCxyAtuIC7Z7AG9UmuX6DME1tkXL4SdF7kkXuXScIiPZDoEN+RgiJht1dpra2snMXZLTludPPSP8URPUOjO2JOCp962sFGX+QEdfRnr+8mk1UFHf8AvEx8pA8ozpvBjDAFkQJfq9kM7ZIz+Shtk2W71/AJHCh1gW9CAp6w8+NlhLjOZX0eZj8xJ0qFUHcU+g4vqZCtzrYq2adJsyOUp+jNu8CB+fvzjH9c/+Sf/RP/0n/7T1kfqWZe4RMUW/AEA/7/WMr5OO9tirV1kuacAABAASURBVLIt/Ji+1FozPvMGdupP1r56YksFR1tsY7vFV+Rjj7P9Qld4NTyDG8WduQo+2bDZ2Akd4ccfN6AjewT88ty53Yz9NGvI9ulBHPyhh8cIyACY36TUEw/hRX/Qs+GiQ9NliK9Gb2jP8qAN9ei2ij/QjrLtZm/GnvkBjLEcGtttXOCHfjp5aEsb201/ZOFD0JCnHruhG3TwAgdAY7vNnxN2zV74MWX4QGe/zZvybHac+bho+tpOm5I4lBaDtMycbBeWWSu7zK1aOsWpVHxCo3Xog8o6vUg8nM9n4ZO5nXhDzGkwpByQJWe9d9Jl3neHtOn6+GctWqd+EX+eZV1bZJ0bYm9sUzL26Eg/UQo87ZXHDqP2Y9nWSActedrbGzy2AuBnO6zSuTENr/Gn1Np42RuethvfjVw3MvLIgB9pOJ22gaCU2uYRcwvb225l26d06Kc8rX36OvIETz5VKul7PdEHPPJG+4zt8Ffo8Ado8F3a42/QwIc2pPamL9DRDt5ndbQ3+mF/2iIPvotcAIzt4U17yvAg1sMHYB0ER5+3soeAN+sl85J62sIXgDcALwAccgHobCOijRP9s31qO8ql1GYf5AEQO7/I2272rrW0NvBDBqnyjGmNbdG/xM7jYT/5WmprD90s/oxu2IF+Ee+I64w5ePTF1mHb2pDSDiA/AmV0AMjTFlnYBjuRR3fshRzaQWO7xQH0hLZGZ+psq+t7dV2vUrsmGx7UIQPbQtuN8TcVQ+bbEF+Db4rNr1eJ6eCgJR2B+hH4AwLwI3/bTR5tVonzAPUAsrEJtMCIAw8dKQANgJ7AIrEDP4UegBaAlnpS5GEH+qQ81IODnnpSIFXNb6gnDw26YFfmh22tTvZ70MMfgJY2AHnbjY/t1l/GnrHqc9EAv7NtbTdf08kDD3iSQkffWK9IMwQZt4xZ3hfI22+3hRYWQ8aKFDl9G+eu8bfddBnSkH6hD30irzxOfO3iD7ZFW2xFCkADkKfdVt6HKMPLtibTyUavEx8bbQo9fKAFZ7vpYG/0pp51XlkYqAfAoXeTk/cg2oa6tQPPOJLabuvVSG8X8djx7xPfRT9w0ABjmRRZ2HgZPyQPgH83LLKmrDLm1EO/zvsYvNCrlsiMPZFhW+DRDbsC9F15aDcC/IPazKHsbbNNkB0+gVV4L8EpfUvFPPsxcKR793L2m8vWO3t7unrtml597TVdv3kr75ND7L/VbMEfX3LOzB9A7YVuHR7sxZGNzMOjQ1FHTCIWQQsde/V51s9l9iH09/h4lv3YQqu855dSs0ee52z6Tb3xxpu5OD0f33b2ypt90iQX9vTT0X9nZ1eT7HeRZWfUAuRL7FTjG4BtULIt8LZb3t6UoWlQamw0RFYi5omNdeax3dqzj1KeknKNjH7St7jHOKAXAN52ox9lklI30lG2y0aeJNsCdxbsd+qqPNh4hBTbj23VUsXDeI/1pJQB8gB5QyjLBlrhVA9KNvhNTKnpI4Be9gZPfgTb2WNt8HbypZz2w7bGB9kA8jewjswNbPCb/JB40iC+RFvq8KdlfIU8YLvJGDJO1B0fH+dddyHyxC2AtQ7fgqYmftEOP5xnnQSH/mpPxjsp84d1i/Ghv7bbXhNagLbwhSdy0Ae5xEqAPTMyoYHednx6Hl+exa/WzUdKcdMRXdaZe0dHx+3dfp2+IhPZ/WTSfBq/xl/Qk3rJrc/sU6EFjxzq1uFFHr3W4aU8lKGBx3sBPEboMsaTzKtJzibA0c52k2db9sYXlMd2w0M3AvTkx5R8raW1sy0eEiv/kqmRV0oBHR8Ymk3QHUB/dG+VJ/Tkbdqq0UMD7QhjmfRtWJ3Swg94m4/JNrAt9AHsDd5+V3qiBzpDNwJloGYdI/0FQOh/Dejv/GwUxHUzB9LRjWFGWSObsfzudKz/u6bIUYxiO4lbM9unjoCDYRTSswAOsDdtlIcBQp9kW3voJ3F6FmAmFBOIycTHv/lIOAelL7/8sl544QU999xzejaHtk8//bT4D4RJudgcgYvOEbjspC0XnXyClIOuvb07YtGCL3gOtaB59dVXdVYGfOH/zDPPNHnwhA4+HFyiJ/2gD8AyiyiBoel9+45u3bqpGzeuZwF7o+n81FNPJX22ybh27apu376Zg4XDRsMl7ZtvvqG3rr6VA8ybOby8n0V21WyDXSbTXl1fE2TVbI+T2f6FfC2hKUU1k8u2/v/12G6yR/62x2xLGVsgHtnK7/XLzaHeWfNOLu+so/QuMaD+m+G95P83M/tbGm5s8bcQ/UL132aNTQN88JfBu2UTKzYt3/nbdhtT+xfTVEjOT+rKLwGdPGdlns2fVP+tiR1h70HVeMVvSH8ZvEfTX0CFzSmu8TotbTJDFtEGZw0WvWzLdlvQf5ndx4WJ9JfR/TfVRaemc9KNtplpyYMby39TCs0vk/k3tQOPPca2Z/mQb/UnOlD+mwC6vHu1hF/OL+I/QNwCyANjnnQE23JxWm1+zo7jBiNR+0vlS238iNfLbCptt83ZNC+ZrEGl1nbpSFy+lhcfLqlYk9KsHSJzEDvNRonYzF+uoyt5No87Ozt5UdlqGzhoqAfHWsYf3rAm/ehHP9Jf//Vf65Of/KT+y3/5L/qjP/oj/fEf/7E+8YlPtPw3cun4zW9+U48++mguQR/TD37wA30/8NOf/rTlqf/85z+vP/mTP9F//s//WX+WCyv4Uc/6yLrGRnSVNYmLNauqy4HoJIfsk35L06RdDmOm022B42WTjSiXZrWUrDNF1YFYcsjGks3FbDYXz7lcYl28cEE9Nrp7Vwf372mWl8Rl6vlE7EFeGt/KS9vTueB97KeP6tmfP62Xc9n60vMv6Eff/4G++IUv5MLz062f9PErX/lKe9Fj7eXlEFthN0W2beUnQPo2dHnZZnzp57e//W39QS6Q/9N/+k/60pe+pBeefU58LS8XqFvZU7QL4rxcbmVzW5QNeV4UiqTzeXHkk5z79+83X2h9DB2+OfpaifA+soBV/GSdF3fmM7L7vm/tsDO+UWoROOWBpstLoYKb8FfROWA8zqERn16twQPuqkoOZ/g/dS7lYn06nYTfUqVIfC3c0fFBXmjy4jAsWzrd6nXp8gXxV9boN43/Yataiu7e2cte4kjrvDjZzkH4IhdWq/YpHvYjTb/Q0Q6g3Uc+8pGM/SQv1+fEnH7t9Vc1W8z0G7/1m+Ivox98+CEt0t/be3d1//BYTzz1tN5867pu37mrb37z2/rZ44/p27nA/+u//rr+6q+/pjt79/R6xv3ZZ57Tgw8/ogceeljnL17UK6++ngvaY7340it6/c23dCu67sdf1lmAb2SP9Fz2dJ/61Kf0WPixp2IevfHGG+2l6dKlS0nnbS4yV7e2tvXxX/14+2orfOBS6pmLzDtsD66knw1iB8aB+U1Ke8bKthRY5jCRF7paNy/g8IKW+b6VQyDa8FJnux10MOaL+VIHR0ex7TpjPdWFi5cyXqXNrf3DAzEmXeYVctY5wJnlRRMcX2WMzeGBTGLBzu40aljI5ZOBF2Mr2+LimwMU2+2laJpxZnxoazv2mLUXxpJ+0udaq/r4lPKgM3QA+KDyAruMa2+iJLJHXvQVenAjUIYvbckzHvgObeAFvjIf4vvohfyxnnbwGWmh70I7je9Dh07UQUcdZdpiY3DQNv7pD3lw0GBHxm4D8zYW8IEHdehJO/pju9lUmcS0tQ1ZawOdbTG2tk9x0EFEOvJFX+TThj6hJ0AeGuxCCoxy0QGA15jSnrK9kQctAH/bzXegRZbywA85pAC0wCp7EVJw6GmVXGW9E2aLlVx7rV0zj1c6jq9Ciw4cwBEHkMVFqe327sQfMPAu8+Uvf7kd0uGDvA+BYwx45+EPAWLO9k7CPOMr7dCXccMeyBgB/exoF9/E8rZVS2n+RxvlQYckre+MKfixf+DhhW+RontXq2hju7Uhj27YEHnT+Bc48qS0ge9IQzxBBin12BGAHjngiPPQIxP7w8N28yXaIov2I43ykKcu2byb9U1HeMIbu8CDNQOe4EmhHfG2m13AUTfS0B7/go46gDoAOmQC4KGlr+hPHWX0gpb2I1CGnjL0pNDDB7DRZd3mxHCyhtAGftgHespD9ne2YaV1LkFdJECJ5UCp1llQHGeALvVxA0nrBnxNO/j1ehm7WcXZa2ScsXFNOkQOeiETfdGDPKA81CeJDus2Ri2fOcL6TB10AHnqgJEfeMrwpH5IO8qbXknQlVpP+VKmHlpSYMQxvvgL4039iMev8BnGgjzzBrAt5I+09BXbwoMUenDIgA6c7TYu5KmDL3YaZYEjz8XXyCfKw0Lwa3XZu9COtYb1cnKyXmADCOGNz2FreADoSHtw6EIZets0aTpRhn/HXiYDjF7oAwH6sA5iGwBa+EBfas24bwC+yLe9sX346OSxN7IoxiVa/SgLHLoBThvbWesWoE8BeWMBuYwFOpKnjn6iF7EMXY9nx6cHtotcJMObuAkNMRRetANHP1fZX6M7trXP6jpkbq8DpG8Dbekvbbu+O7VBK+cAkdR2w8MTYCxpY7v1X3mwJxDOTUZQIdvIt932dfgbQH+l+NDJfgcd9K4H/sC70Cpplync9jvUoR/9xR7wAWzLdturEMfBjTSkADgAGbZb/+Blb9rST4B6eAM6eWw3X6O/I554Qb8YR8hskzR/hweyGiK/yI86wGO9XjU70hZawPZpHyijG75ve9Ov7IPhgXxg5Bn27cd24zm2I4UPtPgQ9LY1JNbgcyNu5MncA49+AHja2xv51NEGoM6OvtrUIWPkDx/q6Rs6kNob3ZTHdtMTv6EdMrAjeyKAPO1C1uIUvEYY6UnBIZP28FJ0oQx+BOgA5cHX7c38REf6SFvGHJkhiZ2Xbf7SnjKA/oBtig1oB0AHf+Talu1WTxmwfYqz3frNmCKPPsIDOoA8YPvUN5XHdnvfZx4ROwB0RifazRNXZ3mvk5x2nZR0CDjxSMq+J/lV3p+77JfnuVh9862rQVcFpYO8Ayn8a94XLKX/q/YOd+vWLT2fdyL4Myb0k9iE3m0uJhDSj5s3b4rzbOIS9Xzzk21t5R0JcHRYxm9Libz4XU3MRf9pzjj4o1BsR1vkvfLyK2Lfx7vP0eFhm0f0E5lbeRfi3QUgj2xshV7wIEVXcLabnZElWbZbGV1sCxpAeexNOdmGX0VH+C1iJ3iChw96kNasMS1NP0jRbRwXaNBLMdBZ/iU2gJY6UgAcYG/kozuAPMA2iXSSwA+AhvQsgEOm7fTTsq2zD7RjmTxy0YXU3sin3nZrC76WknfLLtC/A2g36q8zDzpgr1XeN9dxrA2s40/vBOSvT2zM/JtnfcPesLJNkjar9n4JPwv/Hdp6SBlAP+Uh/tIWnim29QbfGP2LlLFBX/RmrEihX0dH8gD1tIcv+ZEH4wntMuvrOjpDQ9zAX1l7iYPUj75iO/Ovxl5d0wXe8KQtekNPHqAdwHvxQD9mAAAQAElEQVQF+GXmsPJAB4BbZ40Y86QAbeFpO9QZ9cxDcCPAkwrb8YUizn/oB/0Cxrb22+2Vx3bTHZoNlNMy/QDA21mNQ2tb8CqltrSrnaABSnxHedDlF/WCb2ltbMt2KN/uB30EaEc6AvZYZe/QiPPLdmuLrJq5SDoCOoAbU3tDazst3/6x3fSgHfSk9gZnx+/iI4zLCKvEMaCU1SA+zVFl9aWeAod8AIwA23KMAciZaJKWebGZZ2Bn6QwpsEzAABZ5QZnlReUoLySzwCK0Qy1yNmll0ov8uljQvg3hKWsx6BRWUX6EdfQbMjil31K/taut3RyaJnWdaLmOfrXXNOXt7fM51Duvremuinst5mvdv3eoO7fv6cb127p+7U7SPd2+lYPKVdWk31Xf7QRIz2l765J2dx9o0Pfns4hIr712Sz/72XN69LFn9PVvPa7vfP9p/fjRF/X4z1/X08+/pedfvq6XXrkZIL2qV165ptdevxG4ptdffVM3ruYScm9f69mgadnWxZ3Luhy4hKwaucuJfFQ0HEj9fBKYyodV8ztL3X3zvq6+cF1vPn9Nb714Qzdf29PN1+/qetJrr97Rwe2l1kcTdatz4X1ZE19WXV/Q8ngrB8kTHR/0Otqf6PB+rzs3V3rl5Vv66U+eD+Ti95k3tRcZ88jsugu6ePH9evjhj+nKlQ9rMrmU9IN63/s+poce+nAONh/IxrXq1s17evmlN/TiC6/ptVev6u7eYRac2HG6I/dTrbqplnWilapmy0GHx/P2tQ78X3i3b9zSravXdef6TZUEiq341E6cftuDdoo0GRYa5gdaHd9XN8zVU54dyctFYBVYK6eooVlqNZ9rlc3COnVDfGx8AV6tZlqv5/HEhQYvG6zrSsCqLLUqcy29SLqUapwtcofIX+dl+iwM+OwJrKkPSKE/Adq8E1LrvzvEOfVe4FoElNjGCYolk/Us1PVa74Ze0t8FpuE5seMj7w3UA7+MZlM3qPf6nRC7/KIORb1K5NVA9wtAXRsC+hlb14xBDZ93Q0mdE2u0ynhmvEnB9cXaykZmMulUOktVWpchY7vWUCRXB18a1L6qpFy7lJOSBzhoMTItBR1tV0nX6sKnet3KJd4sr+QES/5PwBKlh5TX+FdZRVbqukGll0pS6KCpXcqhpbxpr/CQlquF1omPLGjTkwPpefx5iB2UpwpbTbWduHRuel7nty7owvbFxI1Lunzuih648KAeuvRwgyvnH2h15ybnWnr5wgO6lPrt0E/Trut30+/tBuTB9aGVp6rhTxk8+UlkAefOX9b2zgWRXrz0oC6cv6KL4Xv58gM6d+6Ciqu2Jts6v7Wj3Vx+7XQT7WbuAzu5GJp2U3XuYsdO26E7t31OW/2W1ov1O8CJ21VVQ+IEdc6mq2TD2mecpxnzrYzLJOMOUO4y9mMdZfCUgS6LnAflKYlHVqZJA6nI0XeVtU4n6YLD3eQn0b2UGg2sadYmvvp1N306t31B2/05DYuaYeujc00sXejenXuJ5Td06/oNHe/vq1uuNV1K58tEkyxcO0PV+TrVTvp+KfGwT79KaLDLJHp0azU77bjX+W5b5+qWJquibiFtDV3aTRput8Bj0srU379+R08/+oQ+9Yef0u/8T/9B//F/+Y/6/f/X7+t3/uff0f/4P/yP+l//H/+r/v2/+/f63X//u/r8X3xezz35nF5+9mU98ZPHdfXlN7R39Zae+NHP9Nef/4q+/dVv6PN//ln9zv/0/9S/+7//D/pf/t3/rD/8z7+vP/y9P9Qn/uAT+uJnv6ivffVreum5F/Xy8y/p6utv6c6N2y195YXwfPRxPfPk0/rGX31dX/3iV/T10H7mz/9Sn//sF/SFL3wpF7Ff1w9/+GO9+OLL2r93pMVsreV8SBzYatAN08SBbZVVxuh4rYk6bcV+09ikBnf/1p4OslYe3z/S8iiGiY9M4k+T+FgXWr4Kl5enUjoxnmXSq+bQenLunG7nZevVG9d1ff+e9uM/y6wti4zLwcFMwOHhXJSNrIxTDZCfZ49wFFm3rt3Ounpdd7NHePR7P9GLTz2v3//d39NnPvlpfeHPP6fHf/gzvZF1ry6sKzuXtB298f8S35pGn53MgddzMfetXOJ94vf/UF/5/Bf1wtPPijVrEn+rmRvu+kQTa4jfAfP4/ErWUV4gyKt2Kv1EfV48d9Onw1yQHc9mmY87miZWgMPN14kVXd9rurWVl9Qt9V1VtTRJOu07ndvZFmvj+d0d9aW0upL5tMwlmjKntqedgEni5vsfeVDEu0ceuqIHLl9I26kSLhsc3Lun2f19rY5m2su6vX97L3NjqnkuMYf49uzoOHSdlPlX0o+dzKlJbMElNl+ByUZzMploEt0XkXv73t3s79ZaRX9ePgBiH5d4vDxzOEMb/kjgt3/7t1UzhlnedevGneyl3tCruQD92c8ez77sOHCkefYAs8DHcpG5lb7ejP9cv3Yzl6dv6aMf/xX9g3/493Xx4nk98r6H9LFf+bC2t2oOC/b0wovP6cqVB/R8LtJfe+113dm7K5eqO7mgffyJn+ub3/pu9m9vaT/9Trc0X81P4fbd27p646pKb33gwx/I2B3pTnB7e3d04fy5XBQfK0uTjo8OY+plwyn+2NUi0jXxretUJa0S90tsAcwz1svj49j2KDFxmf4d5uLpOKviWoOH7KUOG8xysbzIGlK6ImfQu6TTrDPD/FhbGddhvYjsfbG2HQe3SjA8OD6KnsfhIy1i0FnkvnXtqvYyHvf274tPvt+8fSvyZiId4kvUc2k1zdhtbW1lD31bjPNB/CGStQiPUop4sVhHBnlS5WEMWc9qxu/c9k7i/0SOjwx5CZ3HZxS/rzEseXxlnbjfucR/sYuV5Te2WcQOqwbUQVMllVjEWT+VfpAnPcycX6Wv53e3tbs9bbImtRP8jw8OW3lxPGt8a+TCb5U9KIdOx4tF9qrL2GWtefZblBW9nTFaRZ5qp61z57W1e07T9KUkFpX4+CJ9IZ3PFppzQWinflu171X6Lra28PNZ+N8/ONDd+/cjWdqJfor+tUhD+oD+lLuM5fbWRF2cZxqZkxJNYyfWRUVWl9bzHHStEytKbLnIOsa6BtTaq1kma0yNbusMILrFbeJng1bxGSMzCPJdZFMGyA+L46x180TYlbYSE+qwVIkfOX6v5UzrxZFKXet4tq+j7M/X2Z/PslfPS6RcVhmRhWr2PpPQ9KkD6upYO8FNvWypQw++W8/00Q9/SFcuXWx9PTrY1907t/XGa69mrZg13AvPP9v+UJTYQIzgUI44wqHF6FuU1xry/rdSN+l1/uIF7R8eNFhkji0TbxwjzxPz6GNN39fLubYmsWRsMWQOTVIxOzoQdqAOGvJ9xmLBu0fGZx3bhUzgVtF9vjg80+e1un7Q4ONcFN9r6XJ+qPt39sSYbfcTPXjpsnpnnsT/Ilmr2VzgAcpbXa+yHnRhZ1fT2mUMLMae+p2tbV08fyEuspJCky6ImMu3L1Cu8I0/YCPssjlgCG28ocaHAeYhsMz+aRI72VLtqjiYqbFPl3wp1io2O86lzTq26frUJw17ldhiFTvUGMFFop696zjvydtWjbx5YsIqcwgcsAqPRWxOuyFeUsILiMEFjnSIbzPfFV9fzZaxVebOQrFJTX6iOvTxzaIhcRId1uFJO/iQhz/4ecYJ3LRuxfbW+ezjyE+yn+rUh093CkP2BWbvFTx1vScZk53YvtfyOP6cPUtZV2GX6XSStbeXNDQbHcRfydfYjnpbsi3sYbvlh+iKHUhLKaqJJeQByrbDK3ISN7EZeNuRV4Td1sEPUqNZJH5Qht88ewHyZ+lrRc+NfaChDpqWDx/kLZMyFxIWtMpaJMY7KXnw0+0tkYKfTvv0YWgwyVzZIiZl7Mn38QtgyBjYQzRcR9+qLvXgAerS5Va3yhxbJ5Zs7U4TP6fZCs1U+ozNpXOJt3PVSdHO+W2ttEzsnSnuEf/O/Ipu6VHi1lyT+GeHvlnnqe9r0XHm+ZiHbid7wAvndjNHS4shi/jxKvQN4vcHB/ezB7yfA9mjBvOsFcv4JfpuJx7XMCtF6sLbGbtqR248o6ZvqSjpzYjfzno46TplUsYj4q8Tq08/uvRrJ/2UVzLvioGSdXm61WX/U9Xb2plMNImMSXhu931ibZc5XxtswTNrEnuAaew+RA/GEL9iPPET/phJeQ6ynrBXIiU2jn/gVqo0mx9ljBdtnnZ90YWL57Szu5U95DR6dGLudJFV0zfbbV7p5EEWn/peZD1GJjq099WM0OB1+C7lyEiujSX5ZdaJec5dZtg0+VKtOK4cn5tGDpAmAkr6BFAHgGuQJuuME8B4DolFs+yflBgOO3COT1AmdQIG7+Al3aGPlIESZkA/SSb6LrN+DdG9hkmaxPadSJVYQwpMEnO3szcHyAPgV4mr69jBibtVVh/G5JeJ36TsLYbErq1+0uqgX2WuMk7YEdsxRuvYoWS8KQOMKQAOgLaGN3ssxsW2aq0irzy22xjBl1gAT9oMwc9is6Osb/PYaxVvLH0n1aLpzrbIL2OzkeY484F8qiFpUDKHh8R2J90+mQfMjUViKeky48lY7x/ez7q6n/3nkdgrAsfIjfxZ+JJnzS1djdyqwdKtrOmswc0/2dvGnnFKRVSDdWy3iC1HHOmQcaG+xN7U0+dVzvMWy+yLsweZZ5+yjK9Rns0OtX9wV0NiB+XDo/uibp1zQ8rEgHXGA38DhsytVdYnfHOr7zXtezljAw041mBoyCv4Rfq1jv/FzC0uD7HlMv2l3MfONYYkXxKbuvR7LJNnLCfhP4TPKnLXWRNjEmUgNeZLGlMHDtouY76Mvsex1TrtnLmzhiY+sAoMpYjyCPPwVNr02ZsXZKUeOuqdvGJDZSCcw7CEa61zHkGq4BbZOw4tXWt//5DuJjbEZ7qJVDrNUn+UsWFsQxacdePWzez9jpot8L/DvG/zyVP+0Jhx6kqVMlfO755L3F7qKPtuyl3mR+n68CiJGUvNMga2RR8niYe2s3+etfh8nL3YPPuuQ+L1/t3gj3QU35vxB7zZY8/ZawcyFJpOtrQ13VaPzlFynffwZfQmLa4NT11Nf8At0v44fVqnMed46/gNvgI4sbpm6nS9RUrcLsE5sWNr2mmVPfAi/lZjwE7r7CNW2S9UldQ782eZmEv9kHjjrHfga+IP79XTvsTXStYTq68SOOqgAcg7tDEDIyaeUoqAGmVqxniTr5qy9sRm2K2Lf4BXHtsa6ZQH22oYktMJnyrbDWg3th9OaMDZTpOhgb2hhYHtxrufTGR0SSdKH2NVtB+0tkS5Y5+0s63J9pbqpJczJ4aCBYdYaRB5cAD5ZcZhnriFP6ziN7XrNcmFek2/XKrkokL/g2/l4PAlepXpIfLg0zThfMgaPG0AvqbN1va2tgP0Fai1Cr/lDzKP855NHjvZVtd16qIvOAC7lFJ09ukzx0b7gbMxYQAAEABJREFUQ2tv7AUPeI82XGQOK0pCDx5e5GkLT3DkAfiz56YNcm0Lm/COXmLnldZaxudIVbHlOnNooXVw8hAxa52mKSk2jVYCYvpfSMEN8ddV4qjjp/hixIgUPywZKfJdeJfwiuNrTRwMOLGwi36sg0DnImCSMWLt5GwO4MMC25mb034Sf+9OgTIw6frIq9HNqN6gpKQM5JD4v8w6wbpACq4P/62sz0BrmzL0NfKBqNp4kILvMm7gydMenqwlZ4E66KkDqIMW3AjgVln/SYEh8XaVtWiV9WeEdcpKHCm2pQwACzuDuaATAQYVGLLYIWhIJ9dhtIyTNMjiMKTTzkRk06F4NmUE0w7BjnH6rlMXB6zpPGU1PmtBC6A0nepKVRcajNYg7TBcPxo9jrlKkGSTd5hNNJ/Y4P8tunf3nu7d29e9u/f15htX9fOnn9GTTz2lJ576uZ78+dN6+tnn9NwLL+rFl1/RS8Arr+pl4OVXW/nRHMp973s/0ONPPJXDtZdyAPdmq386B6A/+clP9f3v/1B8UodPgb766qvi0yYxmEqxai1iQjGBaiapi9TMKculqJaqSZxpe3dXFy9f1sVLl3QuB20cBNMmRMLux3nB3t8/0J29Pd28dUu3cqDF4da9HLzsp6+HOQSbZwGfx5nn2D+2LtgnQetCDiOmeYlYxekbZIzmGZvjLFZHeZk4yGYUXvezMMGPw5xFLjTsKgfCSkc5LNzLJcFbb17T8zlAf/yxJ/WjH/5E3/vuD/StHCj+6Ec/0aOPPqYnc8D49M+fbTTPPfuCfv7UM3os9vv+93+gb37zW/paDpAf+9ljwf9cj/70sdjuR8K2tH/8iSdzMPJ8O2B/8cWX9Nxzz4f3d9rB+08e/Zlefvk18amS9VA0zeXL9tZubDsRX402SQCvpVONf9TYGds1SLmUIp7mn/FVfG+Ir6zTsVXKzadjs3UmBL5sWwS1rdgMvvj+kAYAfN4LbMvvVfFeuL8jIfLQESB/Fs7i3i3Y/kUB9i/i3ks1cGd5I3Msvzul7pcD3N4F76lGBiNkG16Z97F1iu/xs6F7j4qGYp4wtrbFuAGMPbhZDhfmAWS0GNL3mnYJ4l0n222OLTIf5pln8FF0KIqyxKL4SFZh1VIEP9unKfx05qlpU1K/yvxaxp9qKSJuKc9IS7oMz1qqiosSWiNuEP6ZKapm58jdzaFZX3vxdZ6HbDjDg4WVfnXxdeh4AeFy4ZVXXsmceipz8of62te+ps9+9rP61Kc+1T7596lPfkp/9qd/2uCTf/In7VNwv/f//i/6s09+MvPv+63d9avXMscPc8Aw11E2v3u37+huYs1hLgNv3bypG9eu63bizs1cEL7+2muZ38/p0Z/8LJdjnwvfP9Of/PGftK9F/cQnPqE//9NP6wuf+6J+8qNH29x//PGn9FTiwDNPP5/5/YKefeYF/fzJZ8T/KwjvO7duJy6/qVcSe2/euBk71xwkZ7OVOT3JOHWZz7aF7WvyfT9JvgaK7CrJclJ7U65tzjOulIHa7Fyc+FCK2nqRcSc+wJ+y8qwyJtt54WC8JpG9kw1W0Nm8HzSbHCTOot+LL7ygH/zg+/rKl78SO3+mfTXt7/3e7+l3f+d3Ar+r/4JtY+8vfemL+sY3v9Fs/LOf/UwAn+5//PHHW/6HP/xhYttfi09p8olMvpngtdiWT2Y++uijYj0hz5ry5ptv6vXXX09sfFF84wCfZvzWt76V+Pit9mnGP8m4/uEf/mH7pCh8eIHBz+gj/6/lVvpFmVjHX4OiCz7CeP3xH39C//E//Sf9h//wH/SZz3wml5w/bPrhU/QfW9BunvmxjF+TgmcsGBMAv6QM8DWL4/rFXIIeX6UOfYitpGO5dlWUgUkO5NCVvO3ge8FrN+sj7egXPr+dywpwyIY3coB15q0C9BWgTdso95O8cM3FXNmPT8+zf4Ge/szysj+w6cxEjEiVYpG2iRkc6ZCJCWxkrXWUlzn4oA88VtlAUsc3RvzVX/1Vm3u/+7u/Kz5t+sUvfDFr3zfb1+rzVca///u/377G+Etf+pJoTx+wBfocZ/N+796esDc2wBbY1nYO92ZaRO8h/YOWmAYgH5pzsRFzpdYi+j22HbLOwRe7zbKO4+erjCO81tmfbU2nGhJvtnMgvxO74vfEyMMcxEFzEHsB5IfwYt7u3bnT4tJeLgNuJy4c5/IG/qNN0B8dlWdMqeeSg4O+a9eutX0S/YcW29XM7Xl8DB60oW9HuVAjT3/AQwfAAz9P1MxF5/Piqz4Vu9BPABrshF1I4UEb5hkykMVcfPONN9rXSzO/aMcL1BNPPNHmAHGOy9vriX20xd/QFTrGBh7YnjJw7/69+I2b7R944IGoM8RPjtoYw595gS/uJa7C91L2evBgnAD+LyH4ThJ7wE/zYoANKJMiv5S8xmT/Rp/oG+US3wAWsR1jFsEna8i6+Tz+W0tJMmQ+dU0/5NAW/TNE7QeZtpOnDxOdz+XMJDoc5kL8MOPbdX1eMlfhuRSfAAeHPUbb3rhxo8VKyvBCR/LrzA3y4EaZlAHq0QE+x9nDUlae7iQ+2xbtAHwAfKPJVoA8dgPgBcCLNAPR2iGPMm2QoTyUsSc4xgO7EmOgxTeoB87Ko0w9MkmBsGp2Rjfb2UMs2gX50fFhxvwg8+MwtppplX15CGP3TluTXk5MmdPX7NXXuURwYkvB7EmnfZdL3q3EoJK28wbwx3fSZfGgyyo+QF/nOZhe5aChSwwtYVJruCeWzbKvnyeuLXLYaSsusU7TddRYJb9S1I0W4RjaIXLXSZ329Bl5IW6+Qh4c/SalDDC/sBUpeqyiz5D5V7zxT9pP4sek2J06aIk1jBe+Cx/bba+2TvyBP3xQjnHhGxEOEoNYr+ABP+wOr5EWOuIKusAXPWfZ56ETc5n2xA3w4Jin6MSYQw9f2lLHOolOI4C3mQu9Lly4IOY0dehBW9tR1U1/yjuJv2MdesKPfoKzGZdByEM2vD72sV9p7dHxratXRUw4yrvYSE/fsIftjNs64zY0evRHD9sNt05Mtq2xb9gN+bSn3+CRgWz0wXa0x47wIgXI2xZtAdqOQD1ySGkLH2iUBxpshd3hjTzbjc86fkE9bWhPf0jtje3gBygPKVBSl2LrM6m96Sd1tCUFDzBuI0/w6IT96Ct4cOQB8oBtmjbbUUZv6uFFhe2mO3qzz6CvygOt7dN5gRzGnT5Di+xMgdO2xBTaoLO9aQcv6KG1fTqe0IxAmyFjSjliWxzDfsDYjjr6R739i3zgMdIwNvQNenC0gQ80tilqHcWhaaUhqJT7xGCgliL2xG1vkfw085p5vMp+GT0tq5bS9tiMN+9Zi+xTainikn/ST3Qu7zKkxIdxf8Eeg/3HyA9VKMMDWZYST2d515/kfDBxJXsW5E2yDtEX9AXIYxv6AzAm2B47T9A1e9+wauNC/WHeb2hDHeNBHXjbsjdAGaDONsmpv7RCfo02JEV+UCLFF+gb7dGv1CrkUKc80CfJucVWw1Mex2WaMwfbosz7I+2hxT/Ru/kq60mQIz9S+koadOsnPGk7jj38bIt/CfwaEm8B8ti6lpK1fSnGjXFlDKgjXWH3+EMtVbUU0bdJ34txm2Y967s+uHoCXfMDxrmWEvqqEqnzXE7gF85lBrrV8Go0sQ1l9ENfbEZ+TJWHvhHLtnL4Tkq5nrTD1pThYTvUrHU4cMs2W5Abedpu8xecbdluNPYmT5+RjS7KM/InRQb2x6b4DwB+Eh8jHWVAB479dM27qG3BkzEEoIOGPtCOFIi4NgbQkrdN0tqSoU2psWbwpWxSe0MDz5EGXiMP+CskY3mkKSXIFOjD2Fd40ralpbR1jfYjUGc7rSTmGGNBP0HAn3aMBXWUsRU+i72goR5624IX6x1rxcWLF5u/6+RBp3n2RqNe8GT+wJN+gofGdvZUfdPTtmy3sYQ3bQDkdX0n2lNWHtrCA4DfOnPBdmo2voMcaND7KBeWi+yroYUA3rXttQpFkYdvrfVEdml9s936BB/aLhMryQPrk9g+yiEdwfYJn9r4jPgxpa3l1m/sT79sa+SLjW03n6ENegHkl5nH0OHj0IEnRX/GmPKYJx3BtnjggXx4wAsgP6Q/LU2MGGlsn/YD3rTD95UHmZRpDz1lUniAG4HyCOBoT7sRR7rO3jUsW/9bOdtceIEjpQ17H97feO/i/ZMxpW4EeAKb9usc9a3a2DlzZJ0+gQegGdtQhjcp9sRWyCRlTBgb+o3/KbZgToAjpR489oYfPOifbdGmi3/VWtLsnXZfZPygW8aXkI1/ktJeUaJkzm7ad6dtbbe87eZPYz16AsRwZNX4r73xG+Wx325nW/AG9K7HdsPYm5QCfbIpA2B0qoO9wWFLANoRlGfMj3VBtbbsP9B3BPSlL+gE2G50tlUC2AZYxmZDfGTkN2Q8x7zyrFOH/aAjpQ6ALtWn/UYGgEx0IKaQjgAenUaAlvYjH/IjgEMGsMy7G3IZR/C0Bw+tvekTeaCWeqpP7bo2nuBpN/KgzwBl6mrGFR3RD50o11pO+dibMYcHQJsGwZPaGx3sTVrKpi382AfUrG/ka+TYbnztIntDb1vjA3+A/jXI2RP7C/IjfqQdU9ttPG2HZ7w842dbyBvlkqKX8sAHSLa1o24y6TOvamtztl0pFbIGtBkBxBC/YExYw7An+dFHsC06jzBEJ9qMYEdXuRVty94AiMKvFFUjHKdm89Ug5RojllKa4hA6C1OR2+bXyhNBQ3Dka4zchbbCPHgFn8glJwC2y9ZlAtl8qeVsrkUO0WY5xDnaz2HU/UMd5DL0/t493bu9p9s3buVw/4auvvGWXn/1Nb2eS89XgZde1csvvqyXn39ZL+bC74Vc5j3/7PN66fkXxadlXs1l3BuvvambN/d049bdQNLkb92+l0vKfd2LrP2juY6OlzqaLXSYFwI+MXmYC5a7+4e6fuOO3mqfZriqN3Kp+MZb11K+ET63dTc6Hkf3wVX9dCuhbRabSLUUdaXGHlUlG0lssYoTtQGw1LEpzSFm10+0SJCcITMbz/2Do/aXQPyl+r3IbuXYBF34dMp+Dl1v7t3Rrft7unt0oFkOQ4ZJJtjOlrrAUIvm6/QjByqHgVnywEEOX+4dH+ju/j3dvrenW/C4Gx4H+zqcHWmhVZSq+e0MTxR0Val9YJI+Vc0Xg46OV9o/mOve/SPdvXeQQ4D7ev2N64Frscct3bx9P3UzHRwuQ7tMutC9e8e6dfNeDlBv5iLmZb34wivt6/PevHpdN2/shceB7ofm6HCh49k6B8eByJklv3fnvq6+eUPPZVx/+tPHc2H0qB577KlczGRcX8l4Zixn83X01emmqZ74peOLJZevVpECJePRJwDU0qnrJtmIbeWAa6ppNsR9xoJ2+PBytlTzvxzmrDMuin2ldWywegfgvC7ZvOPE1IduOANqB4lpcxaXiVrC5e8CtP+bYNtBIqIAABAASURBVEggbnWZS7ZlbyAdbT/2pmy7lZvPtdwv/wXdCAQM8qTr6E1KGfjlXDa1wzqyY3+dQsqbqjO/Y7/YDvuOMJyx13qI3dPHMw3eM8vYsVmxLQIggL5dFh7GlnF3DncWmV8txuTQbRHY/GXLWpP4xU5evLe6iaos/ppmGt+f5mUR6Et8xqXVVXXxphoY003emS8eqvoy0bTPXCy9iru4SUnXLMcOnXtN+qmWi5WWxIyVwq2L/Ikmkd2l5NhtcTxXuq4OueGzmq90M/Hn2Z8/qx//8Mf61je/qa9+5Sv6q1zqff2v/lrf+8539dQTT+rN117XvVxy8Embu7kUvZfDez4lNEv8oO988oa/lr3Lp6v42tXvfkdf++qX9bm//Et9+s/+NJehn2rpXyT/l3/+5/rMp/9Cn//MX+oLn/1MS7/8xS/o29/4ur737W/p1Rdf1WuJq2+9/qauJSa+/vLrIu6i4w+++wN9/a++GR2/novHwFcCX/66vvzlr+lLX/yqPvknfxr4ZOT9mT6bS7wv5dLpy7lg+quvfFXf+Po39NhPf5bL2Mf0xGNP6Nmnn4mcVyPjqq5fvaH9xMTj40XGGVjm0GWTHuey6CBxnD+cuXP7rm5cv6VriTFXA2+9dVVvvfmWbiR/5+YtHe8fZEyG2LwTf0GVHXnizFuR9bR+9uOf6jvf+rb+6ku5MP30X+ov//zT+nSAS2kuIb/211/LhcsP9MzTT4fnm+KPdhZ56aql6sL5i3rgygPiMnyedeR6Lhlef+N1cTH6zDPPiMsaLlQfe+wxUeZS6NFcnvI1t1/+8pdjny+Lr47lsu1zn/uc/vzP/1x/msvZT+byG/izjAsXdnzFLJdzP/nJT/Tyyy+3F3G+ArEm9vVZT6bxZXyfMjBOGttiXrBBsN3+Km/33Dm5xD/tRsZL8F78hpdd5jqbCoB2bCrAzxcLwXeS2MnhFYfEyKP+Pn/kk0s4XlyYh8jiD6zYiGAj2kFLPC6RS5k5yvzlMBhe8OQQm0MU2sGHNhxSU0cePLxHWCVWQ3ecNZs+APvR4zCXQcdZM6lDPzq5kV1kW7RfJ1aPsEpsXebQihQgv8gL/iKXE/Osp9gBfvQPu8CX/CI2QR64u7EfY8xl+R/8wR+cXqBySU5b21l/Js2G6LRKbIIvKfXwgB9AGXztartcpv/Yve87NfuVxKWM+0iL7Pv37ukgfedFEv+EH/1jhIuLGI9ZbKKEXy7hhrwUs7m9d/eeVnkJwX/BcSgE8JfQVy5f0aTvU7/KnJuJdlyk9sExHjbcpdFnDnNwiT3oF30gj47YHhrGnZQyY0Id/frABz4gLhyuXLnSxgccfaZMHX5Bnq+X5VDmH/2jf5QLj/NCD3hgK8ZjL2PQd73QDRnYgv3XMrbm8g9agBfdD3zg/eL/GOVll/+OgYv3IQF4Mp0kzsy1yN6MfmBH+KMv40b7s2X6SF+pH7Ju0YbL1Ek/afMOffkrbXwdPyeFx2/95m8JHW3rwx/+sN7//vfpN3/zN5tO6A8N/LDDJHMO20FP/+zNnEYf5C0Si6BlzFaZE+DRyZlrtGGc4cf40B/bzUa2W1/XqzhF1qrpZDs2Re9Bx1mPjg5nskoGWPGDaWsDPwAZAPIZB3RWHvQEhzx0wr7Up6rZAxx5eNCG1LZGm9IePEA7282/qIcn/SrB2Rvfs5NGfduyDesmBx1sN9yo57rN+bWQCX/GAsAmxDD4I5+5grxV5gW2BYbMF+qjTLZhqxZ/F8SI2H6V+KH4zhD+wCqxJEq0Pq2Xczn7HWioU/J88qN6ECn4FZesjo0nffQfBN+oHharBuT7zP2+LxmfosmkKpuLTOW1Gr86qOsth+cwLDVkP0Ube514o+g6awBtrVZXS/A19G4ptmCcyklc0cmD3VaZO9iEOugA2+9oh39S3/e9uAjGpswxUvwXGOM4tH36Yjt9i/6ZM7aj89D+GIFxWMfWyLWtdeqVBxxrBTwZL+Y683uRGIx++BW6IRe900TQA+DGuQcefcD10TdGjE17oR+01MEPXtRjF3iDI7Wxs5u+0Iz8aE89MOr+0Y9+VP/wH/5DEcPe//736+/9vb/X4nlXa+trKbX5SE2Z/pHaG97wtd3qWW/oJyl9o/9AyXihI3oA6EoKHuCPfoZ0sNQi4tp0OlGXNUWGu7SOv67iu4v465hX6Kkf8OeAizPWiQHBsy6C385FB398Ci94DhmjRebCIMne6E9/Rl3oF2BvBENfojvA+FK23draFnhwQ+Sjv22tk59kfmzq1q1M/Sr+CQ7+ADKxCWBbPBubHTdbHuUCe5U+A62v0R0+Q9LS+lrT33pGh2iQOngD8DvLGxxl5MZEsW/X/Ak84FIaL/LQAdCOwHxIx2HbwHbzLew3ArqNeYjs9Cs6jThS8MApbeyyOgHqbUeMmy7Yq0FwQ2iGnM0UR8/AKuvHEFuvc25BvpbYInSW5Pbv7bTLOxTtaimqoaNPJbTwxsdrKc3E7BtWiaXzvH+twh87VehrTSyKvbpe8AHgCZ9Rpxoa5dne3m5zlPlvu9kYOUPsAJDHtovEg1V0TxPRb2xAW9pBAx4cn/wY5xN04KmnjvJisWz+Qhn+4ADbQid7M062FbMkvp7QZ04xN1lrD3KecJQLGvIjD/hRDzRb6J0PdABY280u2ANg7dv0b6XD7HHZe8AHfZQH/cmTOko5OICx2JpO846yI1I72Ix5HK2tZdiaubUZk07bOdPij/XYB06z95hOpmm3lXOTafYB2V+djHu4xMarjHFmfn4oO3KHxG/8hxQZfd7JR73H/lPGnuiqk8d2sy19rYlTY1+gAcayHSknAB6gj2frsSEwymg00YMUsK1J+jVJ/5BHip+Qwmf0DcrUwwd+9mbcKSsPOPpEfCrFbbzgDw/a4ZOUAXujN3WU4QHo5CEP2Bb1gL2RhxzqkIUfoB82JLaN+XXmAvW2mx1pj3y7iDx18IAXQJ72ADyoV56xLtnTdrSnDA319I05BY7yyIMUviPuMO8E7K2ho9/UodM0/kgKng/FnG2HDAAcAC/brU/wYExoTwoPdAOUh3bIoD/YifZBt37YTtzoGh/o3wEu8eV1m8ejPOppO0KptWWpJzPWIw85wEb+qvECv4GhlW2LNvQBIK88G5rshZIff8DBq63hGddaS9MbPPJLKY1Xo0kMZzzAUYdfEBfQZ0iwtTd+NySuQw+eFBjCG54Asmv6aJtspu7Q9IZmhK5u5NobmkaYX2M7eCK/RL9xbFIt20LHkQ55I4z19sbXR/zZFJp0ZROTE2OpGxLD0Is8MhlvYiJ7SD6QgA+gDzaEpuVjq2XWf2wwwjr85nnPX2QPAw466OE9AuVF1hbqwUFTa0kMmaRvpY1FSZ/ZS1EHDeUae5JiC/wVv2XerLJGwWuZ9ZA8/YMOG0E7bXu1HrTSzU2/ozsI6Ea+lJFF+ja4+Qq8AGhJS93oqTy0QU/6BQR1+mP7NE/Gdvr4NoCjPTDyIA8eKLEDMkkB26Ab2D61lb0Zb9oCtpuPsK9EX+wAwMt+mwe0gL1pjw6UgXWMtc76s8x+A6COlLFbZHwpr0MDrfLYPtUHOcgF0HuEWmqzZ6210dpu9lAe+AD227ig3/FD/To6AaMuEFDGR/E/8sDixMfIb3RNXAhvysCIIw9fAF4lNGf1Q/daimqpqtHbNmSnYLvhsa/Lpg5eI2h8sq4jC6COFBirbQtZ9oZHNgOifgT0BZbxc4A8QD38AJ15bDfb2psU3iNs+lEaNe0B2ttufsP8YuygG4G2tk91GmU3JvlFe/QaeQXV5NNuBNugT8F26zP1thu9bfHYPi0XAhKBeJaDt5ZmAzymCw4OsslcxzDrTGw2TOSHBIYhlwWrXFysc6C8ni/l4PIuL7pOmcPseznsv3n1mq699VYOst/U1RzKX8+h9+3rN3X/9p4O797X8f0DzXJAPssFIxdcXBIc5SD8IBd5e7kM5RD/+pvX2yH7zRye37p5Oxeud7SXS9J7t/d1/+5BDhWPdJyDIA63F9FryIXHal20yKVF7iiSSsvk17kqGUonlQQt18TqDXBB2k2nWqYP+9m03uVyF73StxAngE61lUvRSTZjTrvMk3bQyKe85rmkXOdwpMRBCYi8nO/s7IY+m9Fpr76vYqAli0HEtvcP93Unh6G3YoMbt27r+q1buhVb3bl7NxeY93Uvm/JDxiGLAJemyxyaqBbV8APUlfYx8IPIvhte9wLk92fHOsoicRx95lkw+Aj9Om1jCil6eNKp25qo35pqcKf10GlYd9lglxy+SrPjtbjwPMxl6tHRMoc8LK5FxelHt9VSJ6+0denVBTeZ7mi6tavpdFeTyY6KOi1z+VnCu++3NQm+1l7zxTp9O9D1jOFVvmo5Y3v37r5q3ZLTZp3xuXvvsF3IvvbaVb38yuv6+c+f0w9+8BN997vf19e+9vWk32uXFVxQsGEjMGFbXgb4WHnfTaRww0cXORyc5dC9+UScYB2/SIdTG2l5OZh0vab9RJkLYoLllwDygNozBDUkN5xAkr/TD23+dkJkA1A6v94NUUjgUvWOH/u9sKHORgndfxmMjKAZ8y19l8rpees7dP/fALyHbOrehlX4rjIUgfjosF5rGNO/RX9i1TKLZiklflNlW6vEJXCktjPD4+oumsYXtvqptvPyNCmdtFprGZ9YJmatcnDOheTN69e1uZC8qzuZg1zC7ScmcRm5is/w8rvOwbNz8FzCs4Z7TT7no+ISdB2fHgJ83e2F3Yvair/nXFPrxaCuTjTlwjW+prRZLdeaR/5BYtvenXu5BLypV156Rc8/94J+/tTT+lEuUL/x9W/ru9/5QXAv6vatPR0lJg6xyc7Oji5fuqRLly7qfC7GtnKRNsnB4HgYyAvzNP2cJoaRB7aTf/iBK3qIT8SfP6/z29vaybw/n7YXdsMvfB64fFEPX7msB8L3ysULunh+N3Rbov5S6i+dO68LWzviaxt203438/z87vnQP6AHrzzU4MqlB3Tp4qVcMl7SxQtXdOVy8A8+EtwVYZfOHVYLJC7MlrqWWP7c08/p8Uef0E9+mLn9re/pG3/9DX39q1/XV7/81Vz6fk5/9qk/05/96V/oM3/5WX3h81/UF7/45VzQfqWln//8F/T1XMZ+9at/rS/lMvTzqf/sZ7+gvwztp//iM/rjP/oj/fEf/KH+9JOf0mdyUfrFz30+F6V/oT/+wz/Sn3/qTyMrF6Xf/35k/yiX00/orTfe3PhAxn2Gb2Stc6JYiS+t45urxGBS4CgX1lyWXL9+I5esb4lPlfL/h7z15tXkX9ebSbnUvXbthu6G30HG78aNxPZbd3T79p4or+JPJf6YYRUvAXt7e7qXteBt367qM7bI67pO5zN2XC7ZbvSLbBBnxPm8tK7i+4tsxmg75omJAPgh826WdQS9my+nP7zsQq88y8wlAFrokDmJHyGTyy78Dh+DajhrAAAQAElEQVQLafvBv+AN7chvSEeIwejMIUqD6A+faT8RfknddtbOSddpEv7wATfp+hz4bIuDbwBZ+DZ9wS7YZ9QVW9B2K+swOkADoAtl6uFJbKAf6DWmpRbx2G4xw96k78aNZVIAHiPAC104YCY9jl3RpyQWve+RR1ocog0ALXgO1tANHH22HR84CO0ih2P7yd9v+VqtsBF/uEM6lqXEkdjIVtbieWiXiXtFs4z/qvnlSkPGuNaSQ/vtXDheyOX5Vi4VduI3u8lPY9vt2LyLj+1pb++21mt4OJdnh9mPLKPHYfjNwnuVunXD0T8OBvGNWfaAR9kb3s3eZPTT1Ynf4Uu2I+9cZEyiW22+S73txg/fgo9NH0uTQ/1h9jjYBhsyp6CDH+s6csAh8+rVq+KT2nyCjXZvZS/JCzQ2ttOP2EJ5hvjhpcTIrcQ35C2yb4UHPgQPvsaX9lzS4iuLrAGSxUP5zt6d2HKQ7dh6IerRyXbrFwdXyMDH4E8bZJHSh2XGA/611mbDX/u1X9O//bf/Vh//+MeFvrTjguWf//N/3i6S+SMM5tk66xJz7YMf/OCpHUucgDFAHv0kVR58CHkAsrAfdeSb3PQZ+lV4UkYvUvSdxV+pQ49S+oz/PHquVZNnfWK9GgbsUYIfYgsL/uiBPHgBUSN1g8AhG10B+FIPDnnYDnn2xg/QkTpw8LAdOcvmI+Coox0ptCMNGmVQRD9sC1nQA8pju+HA6+ShDoAXPPEr+kHedvNV9IV8SLxfJYYOiYVD/DoKiRRYB9/qgq9pl59Urzb1mXfr7FvUFBzU5zB4Oqmxi7W11Ws7MMmeO+gcSDvzcNrwDdeVxof2QK0lOvXpY0lfrL7vNN3qVENXqhIFVpk3M3VddJ92meubOT6NjK1pr35S1OXiVXkBc1H8aCfte01O6mqUKPEp7KE8NT5qu40jeYDxxA9ZaxhH6BmHafYRDz74oPiECTQcQJNnrkHX9310W4Wrmr8w7gCyGAMqaAMd9EMQjMUYX6hDBvXowSfbWHcm4Yv/EQuIo4wdPOEx8g0roSc8wNMeGvjZFimAvuDRfyd7H3C0tZ0xmcbefeMDL+Y0KTS2W9+YO/Osu+g4tkM3dEIX6EstQk/+UAOd+UMqvokCGgAdaQOcy74KG2EHyvCgTB5Z0NuOj+RgJQJtN/3oA3aDBp+mDX22N7T2IGDIJnSdOL/MeyDfzLDIBT++odQD1MuKX63lItEG/Hpsl8tWareyX5y0C00331wlxoGDvotPIRtd0WMYBvHQF/LgqBvLdgSGYJW5ZDsyndLmx04+uiXqqBSrxu9BUR7YbEfTGvv20YUxxJa11mYf+I+A3FKKVtlrr6JrrdhlJfqwyPgt06/5YpbYd5Q176j5K23g2dpFN3iVmkkXBcjr5Fmd1EEP3rZqbEC7WdZHxp7xWxFHYgvb6Utp/YRmBNuxZW14O/2WBO9l2pHCP6jWljyySBvuhJ6y7canRld8tct8QYbtxhtetAWUx3bm+1qMs2JT/AOosZFi3+YTwWPvkDb58AN08iALsN10xg8XiZEAOgH4JTTjXMHH6Zsio8u7ELaG3cjXdusHZdopDzSU6QM2pQ+11DZPmZ8hyfjNxJxEJr4IDvpaq2jDuo8uIx46gDL80GnUm/KQeI5M6lk/qQfguV6vY7uhrVfwHnH0aZ2xHgLwoD39JoU37amDHlvNDg6bbuChB6CDBrmUoUUG/gSOunV0W2etod528/uYM3br2liDr6UIu9F/5NsWD/zW2Q/YDn1tbZFv5V9w0I5Ae6Dv+kYL3t7QgYc3Y0g61ikPdQB9oZ/oAyAbWSGR7aYfefoEfpW1l5T+rjO/qIPPCLab3W1T1Xggl/pUNB+kAn3AUQeAA9ABWQBl6kbo+i5xYdKA9tBCA5BHL4Cy7awTrLnn2poCj5HGiVfIZtxZg5iL9kZfaGgPHjhLh0zbghdtsRX2A5CLzvaGD+2ghw7+pPCj7Xo9NLtSBg8dbZVnnfe9MW+7jT1yhvgSKXyBdeiAMc/ed2wHPqxi7qHZm3bIQQ/ko+sItAEYT3gx/0ZaytBbFj/Q0Q5aYJm9K7x18lCPLfAnUmipggd9RT7rAPGAPlM/tkdn5s9xzv+W8THaw2eePT80tlUTu203+9sb2yxPYjDtWc3Wse0yc2eZd3a+gjRmih2glVKVKeh3QUm5SOFnF6Grnf4KkFKZ9sMp2G400I1Av1eZC8SgdQTa1mg79ANst/mpk8eOHolB725zUi078tMh202enbLUeNhu9fY7U/SppajvutM2tsVjb+Sh3xBD2BsdRz3tt8s18Rhetk/lUAYPkIcnQN8Be0ML7qyMUiqo5ofYATuBKNGzZjxJKaMT7QBoiH+kwDK2needlvfaVcYWevvt/lAutTbb1KT4L7iNXqXZgoFEFjh42oZEyAMo2G48sInaM8j8C95OLgCPEWqpsXWfvfxEXfpSI/sUSklLNf7IazIy3qRAtJftjZTg0QtQ1g2Q0IztyFM3prZbn2w3HvbbqfLYzu/ND20A2o9gu7VHV/pi+5QPOPrPfMWOAGXo3gEu6fPGz3Ty+CQ9Ky+Mm01HvqR2ep8+0z98grneIHs9dIRNSNLU74BRvv02fsSRwruUeiqvZAxqxoQUvrZF/iyM9eBs6+xDv2lHf6S369AZ3CmkL/gnAA5e2I14B5DvoofyUD+2T1G2m0722/yVBx74FG3ryXxGV4A6e0MPP/4QgXkx2vMs/7BS1AtsYhj068x/+gWsE69IGwRPGT7vBvDQwM/2O3SmDqB+A+vm95v8IB7bra/kwZPaJmm60X4EkPRxBNtNHuOBPUagDEBnv81LeZABJNt+zubtDS0V5f79ezlou6u7OUziaxmvX7uWg+I3dfUt4C3duH4tB/u32qdzDkJ7cP++9u7c1t7t27qXg+D7d/d0/97dXGre1UFSLinuB3/n5k3dyqEzl6c3csi8l0tDLinWXLzmZSfvTjlgT3DiACeGH4KjjtTLQWWl1Nf2ia6+JMjUiabdtB3Qb+eAn4P66WQ7OGCrXWRMc5nX14kW4XWcyxDgKAf4h8dLHZIGKB9Fh+PZSke5LD3kgiMXsQd8Ujb4rJty6VS7SUuH6LfIRdwsB+1HR7O8MM9yAHmcC9plBkVtUIstHJyvJeYrby5duKgL5y5k47UlHiYGwfs48oBZFvXjBnPN8jIyy0ZiloV8Fr3nCfDLKJEfDSWbXxcdp+7+8ZH29vcD97WXy9P782MdJmAss0Kva5H7TvO8DPN/1SoHK5OdqabnY5vdbfH95U6A5muAD3P4uHd/v13Y7uew/4BP68Yu89h8mQvNJFpF6bUslYlqvxXYVodtczFaui0N7rUaai50i5aLkj5Ys3ngeNBRLmSPjxbNRvu5JL97L/ru3dftO0m5+D6Y5YViFaePznUq117TrXO6lEuYBx54ROcvXtH2djatk111uZxaxwuAWrfEp9FeeullPffMc3ry8Sf12KOP6fHHHtczzzwrvibz7p09rTKGXem0Pd0W39k96SaqsSHryioXX6v4xRIgvxyiB4A+6XWIfAK5YdaQhbelwSlQ8rIJOKlycAWQfzco9dD97TCoCFiLTy38AlBn6gedfZjMI5zF/9fkbcv2aRP77TxIy5Ee27z79xDcfyWo8Vjn9wbW8dMBiKeth6XWyY/B75elJQua7baZYsFcMT5Rtus6sWBPJxNN+14l5lrkgIP/s+paYs+r+MzTz+iJxx7TT3/8Yz395M/1zM8DT/1cLzz3fPu059XX39BLz7+gpx5/IjQ/1Y++/2P98Hs/0g++E/jeD/XjH/xUP/3Rz/TTHz+mnwW+9tVv6Iuf/4q++IWv6lu5BH3y8adyMXdN+/cOtV4SDyaZG0Pi4r5ef+3NXJg+q5/8+FF9P7y++53v6jvf/l7KP4v/PqHnnn0+MXYvFi+58NzVNHNt0k1zKHpB53PwNkmf6OvR4VEOgo5Dp8yR+HcuDpz+jzZTxsW2sFNXq9aJJce5dMMWQ+JMjV0mXaedHJCe297Rdi6bJ5krHBqvE4+oV9oc3tvXzVxiHCXez48Ocwl9pJIXsIQV9SV9a4Cu0xM9Eh+6Xu3JxbGHTpPM14vnLucSOBesuXC9kHi4k8vYne1dnd+9oJ3IP58L6HO750QsL6VK66JV5uVR4vGQuCuVsKyySzY14TmZZpy3cpCyTAyZB0gXIj6z6JNmugg7sJY9/+yziROP6/VXXtVxbFdL+CeWTmLP3VxQb8d+075XCf8BX4p9NNov8bKE3rZIS/rMISK2XiRes8asE6Rtaz8XQ1yYEOeXeXmb5eICuJ+10rZ48Nfj+CQvmLzoAbXW9GciDo+5WCEFhz/ziR9S+MCbdvDAD+CIHgD0tmODhSgPw2Z+Ks8k9tpKH+FDO2jpC3loR97ojXwO0wEuNqmHjjrk7+3tiXSZQ0r0WGTtIYUGvrR/KIfufezZ5mFkb29vC/k7uQAlhW7IhiuBoI3RMmMBLHLQ2fddNB6yvh6kL3N1sX+6xXDE/hYHobOsXavI35pONnYLfw7fJ5n3XU37jN869l9lfFZZs1s+5VgkvBVejh/V1hZ9WrvMB+wD9NEdcKmRWRot9lIe7FozXjFviz+zjPEqPkP9YjbXIi/uxJ0h82eIzGk/UR+dqkurY+8z6XpdvnhJXXDOnqcPv/Px/3OZC5PQDtF5Fj+Flj/6mIcnnz7EPssciC9j81rb6Kcvg6bTPr6zFdhueWIqtOhlJ35H2UXmPWPoUoRPMbb44SQ2myYO2M48mrd5TJ8YD2wD4I/QbIVuN3rSljElPXfuXC6IdtXHZtgOflzE0G6VMVLWQObL1tak6TabHTWdFznMRs91Yv7x7LD5xxA9kYt8LlDxMy5Ax8tQPu3NXJovsu9K+93saba3pxmHReLhYXyliLUYGav1Un307WJr9mvH2d9tZb94PzFt8wn2a+lv1py1dJj9zzgP6Q+XLl3XNZ1qV0/nE/Yj9jLW47wgrzz0HzuhK7ywF/3hE+Wf/vSnxaeXbbeUrx7++te/3vL0lU+08l86HGVvR5l2yIcndv7oRz8qLn+Zk/BFDjS2T30Y+kXG2LbQyXbskr2M1PwXesaGccF/iV3r+N46e5/j44WItfPshRPeBQzZAyoxvLhvY0ubVfwcn4EX40Qe3CJrxjKywa8zr4GIbXLpwwi25SLVXAY6k6RWaTLtVOLLlBm794JSJQeW/B9EaTdkvwAdZeWxLXvj5+iATuiHHqTH8bl5fIZ2yJ7m8nE2P1LXF21tZ35OasvjS1vTXtNJ12DSVzn+W6PzEH8ir8iuXitVgvbC+d32R0cXdre1Hb5coE76TqTH8ev1eiF5pfkia2dVlqSVjo72s3YdqoQ3oPBeZ16TAuCAZfb2R1lT1plHTrAsVvTqBX8N6/ys1Mc/d7a3dOH8OV3MXHz4yhU9kvj7wfe9T1uTXtOuJxJYTgAAEABJREFUyzsR0LfydmLm+Vwk7qbNtA8+NCW8HX6LxNVZ1nn8vEs70ppBIo9d8U3lYY7gR6xF+AB45iv5g+g72h889rcteFB379699P8o/Z8JnvCx3XzVdqtbxJegX8eXnHjFnKeMPhHffkYZJfXk4QVQSZk5SDpJfLPdYhT86A9xizk0TXwgta37eReiD7RBPrJsw0621fd9xnSr7Vdox7ykkj7DE970dZk1hz+WwEb0d+/unfTpIP0vIk4rYw7YQ9bRu7HBKvFlGXdeadIVOfFw9IEamj5zo6TNsFqIdJW4h69QJj/iKNMOX6kuoXUDZY5TrulDlds7EGXb4iklnpW4S56+0w/yABTgsAd9BAdgC+yL7Snb7+RBnb3BwY9xgdZ21vSFsC0426K+2S17API2UiXbDZTHtqBfxR9IgaAbH1J7Q4uPUIYPabCtne3mX7Qb66hHJ9qQArZBtzb0m8IiB66MMe2wAz49Av2kjv6AO8q+bqRbJ1aShw/tyNs+7dOQ+TbE7oBtjfJJR8DmthWF8jM0CAOVmpEEL6o2ePik2H7O5uEBEhw6kAfHvEDOiGNMKduOCGvVxmMpJdaVKhE3RygpE69r4md/EjupA79u73FLdambTLtEllWL8dRDi5xoLB7y2B8dhhNbkNb0r0/8GettN50oLxMLoQewO2Mwyxi1NHuxEUcZu9sW7QD6jFz6CaAH44NM6kYgJkwTG5ijpdBiHb+dNRBzMXN0lflIHpqBsYy9eGcasufLEhWzDaLszL91YkKR236vJsXfkUsfSIf0HSnoTh14gDz11aXN5Wk3yRqz3b5O+dzObuJF3/o27fuWn/YTTRLv6CtgW7SHL/21LVLAtrAzecbAdpuLygMOwD7odhbQawTw5NHTxaINPJUH3Dz7ggJf5kLAwUPD3p+2cWjVUtRlDesy5rZjHQl8o0mb9QlQX0tp9PAEHFLw+EotNW2Dwd7Ze8fxVFzCK0Sxb2paW+hWGaPGP/ghtNgIfbADAG/0J53GnjW6UU9fwy3qxTJpS18AG+4RFRx04ADaAeTxJ9Y6xgVg/RjLyAQHTVg0/svoOMqzLXh0XS97k6ct9Bv9iqZZx1u+lNN+1kK+xA5uOGzV1S6005yJBeLjk/SvT1v0tN3k2G46uLjJo086eZbx83nmG7iu60S7k6rma3zbyr/+1/9a//gf/2PxjTLU2W517I2Zk9h7nTljW/TLdvM9eMayTbZOHmiRt8ymlPyQ8YWuVcdY5IGtvN8CzF3ePy5duqTz588LO/exGzS0R/8hspGL7iPQF3DNZ8J8OOEtoZuikwPKU3CtgFViy66bqJROdpVPoBTyRU55HT7IZSzX6QOpLNX4FDJta/NYlNuYnowLNPamnjrKtAdsNx5n89QDJeNWSmn15SRPe3ClluhbTurQkX4Nsf+Q/m1A73pKKRm/dcPaG31sn/JpMmtpZeyGTspjb2iTlf12HpoRZ7+Nt31KZyd/oju0gF1US9/sZG/0Bl+iHzoA8AbQASA/AmXoWzkjmB20fKbtWAcdEIO0eMp+kXGh3t7IxY8YV1LWJHyPuYQO0DUZGXtSeI3AONTEu1qLSmTbhrxBo00bdCrBM18nxPYTaG1rFXVAn/kHD/K1FNXU1VJaPVxHaPjUNdrUUx7zpJSBpkR+2Zb9Tgj6HT/oAtRaTmkhiPrxpfUp2G56QQtgR+wEEPNq9LJDE70ol6QjUFdqbe1bPnWktRTxtPxJPW1sN5u+F14nD+NwOm6JZeRHoO6ErCX2xgbwBuBLH8bU3tTbPpV7Wp/YAN1ZIBYB4Mb+02d7w2dsSz1xA99CJ9uiDlpS6gF70w6/UR57U5Y2Pkrbs6A8jE+S9gM/AJ4jwPdtKLKBDV/kwI8UBvAiD1AGbAtbNfCmLfW0w85nU/LKY1vQI1d5wNMGWJ/Ee9vND0Y9S6myN/1ctT3h5qxDeezom5Qf28122BvfA872ucZ/SvypgTf60m4je50QMDRfXmUfMsLZOvLQn4XCSy4vrbwAHhzsC9jfvy9eMO/mAJWF8M6dW+Jwmk8NkHIxOl6mQsOnu27duKkbV6/lEP6auEjlr/Ccl6DdHKRygPjQlQd0JQvd5QuXdCGXjeezKeSQtU+nlEPpRQ69OPA+3D/cHHLlcpOvdVwtE8yzP1UOeYYAqXLYM8hqjpdN0ZxDyFyizXI4NM/F6SoH8gxGxIcmdGGR9SwLgwIW+YxVq5NKVkwLOcvwaBuueEt1FQFta7qVTeyOLl24pEceekgf/uCH9Cs55Pr4Rz+m3/yN39DHPvoRPfjgA5pOJ8LoHH4eHNzPZeKhyB9zIJqXrVkOLPZjX+x9kIOHWV4AltF9yKCzOBcCZN+J1KWTIn+Zvi9Cs8iAzhMAjrOZOUq7WQ4dFnEkYJ4D1qPwPsrB0eAhpswLQOr4Wl/+v9T2f6VmPPcj8zhtVzGKq8O+KGaJHKvWbMonWzk02Nbuzrkczp5r6VYuJCf9VuywJcXmq+gS00ixPUAeV262tLUKkA+ZAPQHyNf0bSeHORcuXsyF6SVt5zKj6yc6zgXz62+8oddee0M34kN8Vedrb7wlvmb51q072rtzLz55LOzQRZ/t7XOqCViLjNVeLmn5VNjLL72sZ599Tk/nwuypp57WU7kkez4XY/x/aHu39+JPx2J8i6v6bIK4bC3pAxtqxpx+6ORhkrwb1rEZMOIz0xTnUUvTeMSPKX4JDDHGL4Os6+ERwUOS8Hm73BCpyA/4VAzDWugwwhA8MJZJKf//EiI2iqHDGUj27E/UiBn8LhhSPgOx9djmbf3WoVmdwjqTEv9aJRb8zbDOQcoisEw7q4//TOMT6MAn/57NpeSjP300l5Q/0Q+//wP94Lvfy+Xnj3P5/oyuJzYdHRyKC5Z15tJO2p2LD+5Mpu2Tl488+JA+8qEP66EcSk4Sk1ahmR3Ndf/egW7f3Ev7mw02n46/k7k9V3WvdWLNm69fbZekX/jcl/W5z35ef/kXn9Wf/+lf6Dvf+k67lH380cfFpzHfev2aDsJPmTR8anZnupMDz+3GYx5Zq9kyFy/p39FMB4mDe4m/pHzqnpimxL91DsEP94+i0x3dubXXLh/zji/qiFl9nWiaOTvtp+KS5oHLlxO7zrWD320uNrqqPod3kxr75XB7JwfB58/t6PKF87p0MZBD4vc98qB+6zd+XR/+yPv1vkcu630PX9EjD1/Www9d1IVzU/VVkZeLjMP9yD+OHQZNw7MLP5d1YphUCj4xaDlfaZ64vEyM3uiZpunDKsA8vHDuYtaFB3TpwuXwvqDLl67ogcsPxmOq1vGF49iFT+leuxr7X7+lG9dvB5K/dks3b95u8eH+/YMcXM41i5x2gZK1Y5WDjDa/kxKHDxP/jjL+XHzdv3tPrDXUQ8fBWS01/ZpkNSi5uFvGx+aB4xykHMfXVqq1qM/mlpSDlHVi8iqBjfGQra7rWjteGpfxHeWxNzZgbtoOjxq7lAY1PgYe2rHNKjwp8xJ5nDUDPLghc3+Ik9uODp1qZE3yMkwdwCXQpUuXUtdrEn+epA56+EPLhn97O762tSXoLscn2Nyh87kcxFM+l0t7eLHusx/Y39/XQS7iSdEJWurX6TNt4cnLxrm0J6886F2io2WRllJan7v0tQZsJw6vUit1ieHwBHZ2tmMTa5V1C537rBXbOfQnnUx6sbZubU3zgryVvcOFpDtpX9OmNLsXFzHG86xv9Ft5kNczXtHBjtwT28I/xdiqa23JA7QjtR3dS6ujPX2gjr5jBwAcNgbH4R3109gWmfQVu+xsb6evy/gwvlPjQ4OWWbfRcWwP/82LkeNn80YDT+y4yAUzMWiZS5kuc2tjg4lqsXazjk7St2nGGfyVy5d04fx5zbIPsNTkohMwi00WkbsKMLaU0RG6dda1UWf6BaD3hQsXcnmwHRv1QgbjS3+hpQ106AgsY1fkMI4AdAC04G3LdnSb5RJhX+CnOTTggnAre6uS8YEOvmP77dhud3c3OuwI/xpp9nPxwd6JPZTtxgt+9AkfYCyO4rPY0Lbw6707d/Tkk09mLs/FwwUmdkc+8sa+IIMyeiADPHwA+iNLttscRyZ4aJgr6EOefpFXnps3b2Y/8nTrN32BN4c8trO/2mmXpMwt2tRSdfPWzcSwI8EPHQBiAHImXd/8m6+s382aRV/PxT4PZk+9zuHbmNImokWb0aaMUYlMcLaFvL7vtEiMmiXGQFczN/v4EzT4CrrSH3hRD44UHClysLmLmyw7xslmgUs26gB4AtBjW+TCl3wM2exIM2Qip/ELYizTFnl2ZKSP1BN74G27zRXqR/7wgLftsDfFRkP/oQla2JMKeGFn6Dfy1tlbLeNPTvzs4ve1wXYu7M9nPZTWbY1z0kkuC7YmVSX5rWknZVFjXV1yaZuD9gu7u1rNZ41+yN68RuC067TKfE4wEBely+Btxw8SIzJ/8LeQCX3oN0B+ncvWVXiy3gDLXLweHR2EdK179/byjnZHd+/d0WEuafcP72mWi+K9u7dVsw6XCO6jZxd9S8YJG6RhYud2+jhpB44cQALMN74Cu+/7Nk9q/AEYx2vUD9vjs9jxMPMMnswN2uEj2BIYsu89OjqKTdeiLfTwsh279g3PuDAOyFYe8vR5L3se5g71tttYIgPZ6ERqu/kPeNrQ1nabP8hCR4D8Mn6OrvBjzMmjG++15OkDNMxb+KA/KTT0C5lbWYsunL/Q+NMP5ALwtN3seXR0rEcffVR8WwXvyfBMt1pf4QktuqMvNqFMvdx+t1/Uow8F2pNHB2xLmTbQsF8hjy7UwZ821NGGMnUAsZs+UE8ZQHf42W7rHPV2vDvrAXT2Jg8fbEgK2D4dP+RQR4qOAH2DL/yQAy90Ag+OPPWMDXlowFPPH8Lg40PmE/mzfl+r29yM+Dbu6AIf5bFZOxctDoHHHsusmavMnWXmzjR73pL25zKPwblI81xM16ypad7GFD9gTNbpP2PPGk2/0I8+goM3dGMZ+fZm8LAxUGuVSznVkTYAtIusv6TIGBAcoG6EFIU87EgeOvYU4MiPOGyFHPQAP44l+lJHihzSsc2YR9tiCzqdPEP6DCRYCmCPwr5jyByeZN3hjGYr6zV/KF7irEP2fwC0tZTsmTtNs+ekDpj2E0G/nXMf4GL2En3tVNK2KzVxcdOm7za4Ejy8Rt2G6KM86Ew/amyKDfB3xoh5ytwMiWw3gJYytNgTu9BH2mN32sKDWEO8283ZE2sxAN1IbzuqbEYHPDzPAvzW2YfDy3Z8sooHWgA94AWOPOk68Z287TZ30NF2a8tYA7XUFkPwoUn2dMA050k6eWznDKbXNOMAve0sJasWW4asu7YzdmrjSj3tSUfoYn90pjwNf8ZlM0ZbjeeknzT50DgyAXQe4gMptp/Rb6BBX9ubPoR3LSVjfsIr/NGTPQ/9afbOfpV9Zd932beXZodxLKg/f243e9pdba8wBRQAABAASURBVGcPjV/0fd/6i46T5MEhv+kV/8Cms5yrAfhrBq314/z5c9rN/ujtdvCZbHSLXpO8S0ySwoexZJ4DQ3giB13YV53PXrr1IbzA1fgg9PgSdqFM/6CxMxZpDx4fsDfjTN3YR2Qqj+1mM9tROSOX9zp7k9/Z2W52SbGN6yhPecDh18gdwbH5pM+4db2KLPaBjuv20XUSHHMNqC6tvsAnvpuk8SemHfGHmzlTBAfQP+SMsimDRyYpfQRoy5wCR53t9mEG9tn84SN7bOIT4w+/SWxOO+YGKe1GsC3sBp56gLzy2M72KqeU8UPGiD5u3tcXWvAHrIElF/fp/7SfCCDWAMSt7RaDtuJX07xLbCfd0jS68P6TAVAJf/KTPn4S38DPKG/6VMRcRxdgY5Ol0C+qtR/bst+Ghswv6NGXFHqAPGC79Vd5Nvj0L3nmFT5Dij1sn/oKsmlL3ST60w4Ah33J22/TU+aPJqXYLz6xjv0Ahn+V+L3MuTIpsI7vQmfHT0qNzK4BOiS05Cf9K11IavIlEJ5yK5faq8+58Xpw3icSj5LatdWBk4ocngqOckTHfhL5QfCBXwl92eC0yTv01I90Do9BEh8GkqVSS1iWZBx9BnGmTV0bL4cwEFUEyJaLNaa1VnUZ75L5ozz0HzsmG5cIr8Rr7F1KVQ0tc4AyQB7fJ89eYJ41HdwI8LLd5jFjVSIDHPSkAGNgW9TBHxhpVzn/GBITSvTtEyuBrkOPEnraOLy70zw8qAdqLad48l32N/AdoU+fR6jp1wi2xWO/ndqOuQy6wYDSycELHrS1i+zYP3XUD9Gb/tHXITib9m40pZRmS9qOAC/4MPfIQ2O/TQ8OgJ4UWvhGjfZjv01LHXTMDaDr468ivg5Cp9XJmI7jdDZF37+5PM+5zKLt56CDzxj3TpQ47Z+90UduNc2XNjmJvqEHPM72AX46oyc00NIfe2NbcLQD0JO1z2E80pHawWSCEHPgSRsAWQA4gParnLOfrQsr2W46IrdBqcLmQEmdTp4Ma+y5senIgyrb7+KBjxaq3gH2hs72qTz0Vx70tDf14GotTQfGdQT06TIfbAu75Vfzqw2+a/lS62k74ilrMOtQ84tuQ0O7mKuN0YD9A+BsNx41PEp8FrAtHvvt8UDXEWe79R1caZds2ZgQGDBWKbUpU2HoGGSdAJMLAxYvDqD5//kO7u3nUGCRA4IE0HZYPtMsL5PUcylacui/m8uKB3Mw/oGH36cPf+BDDS6ev5jDpblYxA+ykN/fP9B+DrjR4SAv54fBHUeXWRZJ9GkHPjkMn+Ugft7SpWakWUDnuUybIfukfJxLueNsDGapWwa3TuRex3GGvJzR0SGLxpBJtc4LFo7JorzOi/Y6BzXgnc6bgJCDjsX8WIscTKxTX2OCc9lUXbl0Ue97+KEG73/kYT3y8OarrzicHjdc88i/n4tLDgT29nLQkUP7+xwApm/89eqQA5gCw5KByc5nFd34hM8sBy2ztOX/TD3IRcpRbHAYe5LOY4sVOkY/FgdAlkoGmzFSCsssjoe5QDgO0C/GCpiHD9AOciJrOul0PhcnD1y5pEceeSiXwJdzWLmjrbxwdjmAkddaruaapf8HObS5t39Xd+/vae/ebe3n4mQZezaIHRmbeRaT4xzWznJ4NMtBzyo2VpwryjUfmkTeZNoJYBKs04d5+nqQy+a79+8JG92JnRbhx6Vwu0iuVdO8NJzP5c6HPvwhvf+D79fOuXOaZUxv3dnT/VwyzTL2ccvIYBO0lQnQ52VaOYg80PXrN3Kg8Zp+/vOn9bOfPa4nnnhST+dy9blctvK1qm/lovZOLmm5kFqGT4ZEgF3EY5vkFDa+M2wmXvQfK6DKEAoYcWNKnaLgEH9qfhe7/K1p/PVtmsijfcMlj9wTGJL+TUCAG3X421J4QE8KkD8L4OBB+rcBdO+EZoG3UUSulOCT5PQnXUme/iVJQKO+QfaX1L2dD80JrusmOYTcyaZiojt37rYDLL4Klv9/8vvf+4Gef/FFvZnL+Vs3b4mX7ppx3c3LMxcE5+NHfBqTsZl0vSJSN2/c0NN8SvWZZ7R3+058qmv8z++e0/md85pmsygVsTklPu0Ts3J5dxg/3M+FUxc+F3LQtrt1rrUdEvtmmRP8EcArL7/Wvvr1ZnS5d+9+Dhb3dZhYcJg4d9DaH2idMcb3ujrRJLIm2SxPcjjBHzXsRv7u9rngJ7KNkcS8Z37wMgd0XdfksuBUXmwzf+zEl9icuLBK7MTP0b/5uVKXS0rKi8RM9CBlY13STxFgYmv69Gu/8qv6B3/vN/Trv/ZRfeRD79eHP/iIfuVjH9bHPvYhfeQjH9D73vdA7BPbzA8Tx/d0RIzIobKGpbhUJT6hn20Rc49zeM+YzBPreAmmvHdyeMoBJPl79+7FTuEXO9/KPOX/Prx163bGOvF0727qDnIoPtM680PpI36CDdfpE/6CkeiH089JxmbaT1RL0SSbye1c3nCBw4vWNPghtmfNYu1qf1WexsusKQpvJz/te21lPPikyDIHcO3TO8dHuRw+Vlsb0i/FXvNcgmeKy64Zny6xaNA8sWUVncBNMq6kQK3EqiH2WAdWsp34u9XGkLGdRB5jST4qtB+7tBRbkhmGdYtHox+Ah36VOLrKhpz8Vg4mGm0UWwU/zWUkuO1cVMGfOjsvQYnhB7lovnMnMT7+zDhBD8S8YgzhR5lDBta7dXiyMUNX5hXyGVN4Q0+ZS7D2YhoZQwYJvCN0mkMi+MGDeOfYmrbwoz0p+pBOsw6gM+srspHH3GL/cJh5BB0pPrXKWMK3yYnMZdZMZFBmcz2d9okZVXEFpVrrrGXrHLiuk7I2gSc/ZJ1cZY+ATsgConYbH1L6QoqsUmt49hRzSATv0ujwa3RTHuQDfXwJu9BuFblDJuM86+btO7fEGsinE49nR1pG9jo6sC8gHdKvo8NcoGTMH3zgSuR1+rVf/bj+yT/5bf2jf/QPxEUqfXvggctaZe9C39D5fubRLPNtzdjHp6KKnF+MCXEDmAbf6mNn8JsDr14H8QP6P08cW2YPBB/6RD9sx3brxMOF8AnqwrbFqCHjTP92Em+hJb+MP4JnbKUh9i9ivI4zj2y3su3sC2eNJ/KQBQyhx4+Up+mTuIFduRRB/0u5REbOMv2mHfoAdBT/Ocjech3/Wsdf0QWeYZmYNdXyxD/wKcbm8MSfyNs+nV+0sx09N+OLPGSgDym8kUX8ol/0VXnoL3XL2G/EzzPXyCOLi230AZCxij4jP8r4Oxe+f//v/f3E2o/oN379N7JXO6daqh64ckV8tTr0V5LHJthjhCuXL0ff0saJ/h1nHNGlxl/TlTZuOzm8281ekAsMfM5FKrl0cNJ1/A8fRXf6Sf9oT5quNR/HTugJHj0Uo+PfyjPED2gLUA+d7ehDvJO6vsZfWLeqglYpVq2l5bscAgzxdeYieNJ+0qXeUvanyryh3nZwtY0Teg2RiSw7dFLD53d4K3zjSeGptD0+PhRpTV8X2Ys2ucFHrIjxq+xjJ3lhizoaMk+ddjuJnZPoPA04vrTOHK1ZMEpV6wc2vHD+vNB9P/t/5hV2t93iwio+AG4r84zLhVqKLmR/C82k79tBXxeZEahFfHwVf3Yc1a6qXR+7DfHXdWCVebJoac06oqzXJdAnv8o72iGftD441r29+zrKu8Cd23s6uH+YtWiudcYUOMy+fpU5uZ89OPmDxBbizp3Ef8YaWMRPSdfp63BiV/wUvyUlJqP7OL47eT/C92yLNuvYzHaT23WdmAvKY1u2MybROjaAt/LUWjXpJw0PPaA8pEPmbwktNCMgj7UBXdA1pBrTvu+bjKNc5sKf/QTxEF2hZ66Qoie09JN0lAHedlg6dl42mOU96i7funT/ft5Z9hrAw4YupO1naHJpjyxiEnZeZ30hxpJXxpRxZu5tb2+lOGidsa7h03wu7Gog00GGNv3uamwV/tSDwx93d3dEus44AjF66NcNp8gb4rfwPc5Yk4ZFLr0s/BT5EdfWkRph6EV5Munjy9huyOHkMhLXop42i8yTKBtbzGNn9l7L8HIbL2y8yhpDyniV6Ez/bYtnHR+injxjBtT4hO2ovQ7PZYtH4KGFbhxnyvaGbuTfZXxHGnCL+CopYzjJeoYO29njkKILAB/SrtbM0S5975vcdfR2mNlu/YEPtOgP31Fv8tShI4D/IQ+eAHXQoLftZhfbAg8/5bE3MpLVEJtQRx6Ah+1mB/gAtIMGXdDjbJn6sQ319tu8bb9DPnYANjxW6Xsn/IsYAywytvBQ/K3Wkvoq5nffxkixi1RLFf0GqJtkDErkpIl4+sQufPpcLsUYg+KsPbHtEF+Ehvm3PukzaYPsa0qJbwf6rm8yFpzdZD5QvzgZV/L72Y8wn+kDAA7APgA4+sBcJqWOFFgnftF/9CIFGL9xXwENgI7sK4hxyIYXfKGv8RsAfWspsYkbIIf+g4eOFDpkjbbCT0YAT71tjbSk/LHG7u5ubN+L52+ip8624IG8Bnnns50xdeZ4Jy7Q+uCm/UR8MxfnE/g9uEnXtzjbd53SA4Zc1UXUDxkPJdaCZ/ygL/ANZQ3NQN0glZSHjCX1yFqnXS1V8JxG5sW8C0+nE/V91e7udgN8gzxr3lbW0lqtNMkcnMfnF6pZfCeZuwD+xd6H9wrGiTLzmZR68owdXz3Pu8j4h6TQFhdhk1pr81fobcuObfpJ4tuk5bE5NNBOTuTSHsD2ykMdvmO7rV/UIRs9oKF+mvV8O/so6oBJP2nybYeDWh7/ZK0ghaZV5BftHX3xNXyPegA8MkYdkQGO1HbW/1nstomZ0EMXdiqpI48v47fwJU8dZYB62pCnDqAMHhkjoCd52tpOzF+0tRx/B0Z6UmiwJfjnn3++6Yauk9gVOdRThgZ6UnDo1+rjU6S0B48+Yx4dqAPAjQANtCPetmyLdw3iBLCx6TpkQ6srxQJCpiH7E6DWkjECatIa/+gb1PjPOntCS7FrETFsmfNHzizwd2vzr4QZEIahOZETXCK/bKf1O3+s1CQeobed0glAxViMMcfe1NFfaEltR8dOtjNnVg1ogx2BIXzhAz19p00ppdHbTt9LA9tSOmS71UHzXtB1fYsLXWIF9oDGRn9pnViwTgwAD9gOT7e4VEOvPLZFvpTa5NhuaX7lx9GlBkoDCb5DzDhI5KXkgU05Rc3YF2dNUfiUumkLnjkqq8kmBafQkNqWC1BO01JLeA/CdqO9S+xEP0mxH7ZcZW8FDbaEF3W2T8cAGuxOPQAtuFrrRpc0WkVfABztx9SOTgHoR1iGlnyJvuzRai0iHytE33UD8ml2Jj80GujAkwK0rdGjlA0P8gBleyPb3qTItB1tFbNtUp089mZcToqnCW0YfwCk7dYW/qMc8Ous//QfOtpQj52JnwDxspYaf1qfAu2gq9EfIF9KBd3Advpcmjx7k4fnCDXt7I0+OnmQjQ4rvA9bAAAQAElEQVQjYEeq7A2dbYqx69D0QGfG870AXiOkgcjDd0xpg18A+Nc8Zzzk2VewDpAHqNv4zWYuIxNvRxH4jQC/swAeGnujM/kNbFrbbvbBHn3fZR3OPM6cLOXEZpBl/irA3oA+kAcoN5AVNrI2T0kBcDDUQ9sgvCiH82YfUapqg6I0Ua2lwWTStbg6mfTRB51qw0MDDInHpKU486sE6jvowJ+FLvuFkXeXvgE14w7YDm/a95E5Ca+ulYfExxGUZ0j8auXYIcXo60YHr77vT9vZ4ItqKbKU9cANankb12wY/gVeSeNf1vhQXqdilQMeFpFVDgOGlJvhXDZkMWQtVaUU8ZdvbK44rD6fS4iHH3hQH3jf+/XB939QD115QOB5IT3IAfl+4EYuF27cuqWbt2/p9t27ubA7yGXdsQ5zcXicTfQscmdZvI4TQI9yILhMx7loK7VKLlrbWksNlklXgWUWiFUOtpfRqwVY2kRnOlgYLCCTe0hf1rxA4OQ5ZFrm4nCVg3JwgBJE+wzqTi4YL+Sl9WIuYHa3t7TVd0oE1jwvqPt37+j2jet689VX9PLLL4v/x4vDiMNcJqzSPuq0wSi1yrHPOroweZhM9IfF/nC8UMmB335e/I/S93X07SJnOzIv5UCMDSMbEWcYGfhVXja4HD2MDUlx6Gk/aZ+cZROLndexHfhJ1+vCufPN/g8/+JAeeehh8QkGPiV8Pvx3sqndmvJSOc9Cdaij4wMdHe1ns3asdV7Gay5Xt7Yn2tnd0u65XZ07v5ON8Y7OndvR1vZU3aTKVbH6WsvYdR0YOOwKLm6hRQ6lDmMr+HKAdZRDLPIHR/d1nIvqIRcu8LmSQ+D3feARffgjH9bDuaC+fOWyaibLfDnLS/1Kk4zDNHpkaDXPixa2muWi4jj+cRC78TXCt27ticureS6Haum0vb3bIEOugxwu3ckl7NW3rumVV17V88+/oOeee77B88+/qJdfekWvvfK67t+9Lw6gZsfZ4Odymo15309UaxfrO2cUg+C3in0B8koNc0Wr1AWaQ661oU0F42bn97tAZx7GdYR1/OQdECGUh+AVfsDfSBsaaFdZlEn/NkAF+526gYM/bUc+lMc8c73i02kHHiiZK7aj2iDoCPzr+LFUwi5zNXqBWzExhxKLVRX3Dayu0VhFVhVjV9zJtih3dZKXou3g+2zol22MX3j+JX3vuz9o/5fmZz/z+Za/ffuuLl28ogcffp92ds5pZ/e8Ll64pPPnL8Znz8VnL+jBzIGHHnpEfS4qr+XC/fU33hT/r2Wtvaa57Lq7d09P5tL90Z8+phdfeElv8LW/LzG3r2qvXeId5rJ+X7dz4crlKHD/3n4ubt/SKy+/Ki78jvkDiAAx7jgHcGwA58xZ/DXlgxx2IvNeLlb3c5l6mLl///6+aMfCuohP21V2afZkyI8Tp7DzZDKJT2+LF60uhxfgRnsvE9PIgzsLyjMoYxP7rjIm+VGJP9fEhlJq5i51zvxf5JL3qKXTrcjY3tEkF48XLl5SyaHxzu5Uly6dj/yJdne2dP7Cjsxc10rHs8N2kXpn72ZscFU3b76lW7ev6dadG7p+46quXb+m69ev60Yurblw2MvlKYcWHGoC5LlYuJfLH/L7OTgBjmIb6o8T/+dZB0gpH2XOU6a/6/hWKSV6bYuXb16sd3fPZfx3tZ1+9FkUd3LQe/HCRV3IS/4Wh2zx35gl/U3MCy/bKrXqfuTyKbbGN3OZlybsiqzDXLQc5dB5mZimWK2GHt7Iho6xg5a22N8Oz+hFve0sG8v2Mgod/KCzrZqxsJ14u45/L05pFlkDoWvzXhJ8RsAP7KJRB+TBD33oP3g2BKSAveE/y/qC7bAtdhx1IcWO8BkhIhv/kQ8yWYdqqSJ/PhcH2JU+wxOfPJc1hbrtXOJOuk6r+GScOD9D+rcSF3PQHsaOxxlbvsY2plTXbDA0P+ITKdOtXqVaNeuP4mM1awH5Ib42y7qxf3BPR1lXOPxxHBoQBzpy1uhJg+3M8Z34L+n4lbr0hT4AIT21N7YDlAc7kCetGWPswVjge4wHdZQB+p7OaRwXp/3YZ/oKTOJ/JfanjsMmxhPYnm63PVGJIl2pqkl3M+dYw8/Hf7eiP3utVeIBcvj6SC5MV7nEuXLlkn791381cWCi3/qt39B//9//3xLbrkT6Wh/60AfkNISui922s07TrhSJMin166zv2Po4F5r0Cx+gT6T4xyH+nrnBeFGeZf4Ri9Clxi67u7ttvpHiC/gT85r2zOG9vTsZz2PNs69aZT80zRr+yPseznAPbV9wOxfIN2/dTLw51r3794QOq6xbpNgT+2N74gJxA57gS7EuX7kUPmvtZQ8W06rLoZ1iYBepps+Taad+0qvr+thEmiSd9FOxttfS6V5i72H2XuxHiRWjLHwY/jX9u3TpkqY5KGNOcYBmu80HnTzoBtAWvfB79Ice6LpO2AbyRhf/JMVfTnGJXeSxmW3BB9m2hb+Bx6Y3bt4Q44AtiKPUYY87d+7ogQce0G//9m/r3/ybf5N5VNsncReJHcpDf+gDY7YMDr2CbrZm78WcmkyqJtNe+NSQvYaygeky74j5k0mn8em6TsAQJ4A/MPYdPHT0nxS8bbLp7tCAgg1uSDa49B26gT1j5K5P0iF5+NVaYu8N0Az8ENkZ+Ganvu9aTA2z9lNKafopBLZlu8m1N3nb4oEH/EkdX4J+kXeBTBmyzYZ9xj+t2wUnf3TT5sjsOBetedOIDrWU8JdKeGLXaXytRO4kfkjsO7ezqw9/6MO6fPGSmMcP5l0IX+ubH07SLu2jzDrz4vjoMLFxqVXm9Sp721Vw68zNZfLMhVX2modchmZf62yArdLWtZip6VNLVSmxxWIVHmtN4+dRRZN+ohp8cW10R/H3g7wzHB4c6PDgMHviAx1kvePdbp15B59VUmSuMzZ932uS/UaNLZSH1Law84MPPhid182+zA3sOdJOM2egxb6k1AHwBpovZl1YxB/n2RfFE5pv4+vrdIp2tmNfNxnKk2IrJyt4IoM8KYC+Yxl9yKMn69M4B2y3OYUO6EP/oEMP5hNyaQOeFJhOJ20OE9/A066LPeBBO9rYzvvSrO0lRj1sC9rigogNmMTNZtABtKf/NviNPVu7UgR5nzlXa9Eq9kI+HPA5bL2pq/HZcMh4DbEdbYKIjLyAxE/xIcZ2nbkFD2zfdE8sX8TnW5vIpk2f+YQsUnQgb6PXcDIOQ/pUZW+kQNP3NQcevUr0pT/odxaG6FBjL2jBU4YOe9MPe8OfOnuThwZ+AHn6Oo1PUYYOcH5Rhhc01Pfx13n6RR+Rh1xoxtS26PsqtqBNn/7alqN7jZ1t/0I/4L+InzLH7U29veFDHUA9qfLA9ywgj7Lt1L73Ty2lVdib/tMGsDdtRt72pgyx7YxF1+YnfYUGPeg/84j8SEcK2M7YqfnGKjEG31jGBxYB/GOdmDPEh2otjS97BGUtGGmpZ8+1zP6Xuo3a+ESJD5TMS9IuetXIwWeWic/z+M4q+6xZYN7mH+sYei5iV6CEETqznh1mz8E+Yj9xihQ8NPgL5eHEn2yLx3YbU/B9xp/9J0AMqKVGpxrdejnE+Ah0ybZxxk/u3b3X5u0qcQ88egGlODbogxrCo4RHlzZWxGlnZ7uV182P1ppl/xSjqpaSmNu3NWOauMn87PD9APlJ9GspdckzbvTddninbfA1tLZFCpToYTtyNwA9oDzMC2Ib/QbIt36HR6rbT+NRS+NXSmlywAGU7Q1f243edqO1N2XsBdgb37R9qovtjO262R9bYjfsaG9oaKc8yBkBueDREyA+onvDs4/P1qAo7ZPqPcrsk7fZ0wem/aTpOondsGVEZRiG1kd7oxuy4I9toOm6PmPXZ2wnp0B9d2b+kx8Bn0G3sQwt8sAD1DVcP2l8KTtj1nDRizJzE/ug3yQ4bGE7c2PZ5gP14AHy+DrtWLvA0QfaMg9GG4ODFntDT0ob5Nrpe/x5mflVkscHqYtxZMe2gT6xD94joBM84A8gzzaJkGO77YXZzzK/aAdPUsCOzKxB8KGMvcZ2/Rlfpx6w3XSBRysXJ250TcbYnjr7bb6UoUUpeI9AGXugP7ghfkM6lleJa+vMVWVTFHYqkUUK1FpaGfrFSRwEh87oMe0n2soeAJhOOm1lnzdJf0j7vGf0XRVzGhsDk9h12vfB1fRP7amZj/DDXyaMf2Qiz3brM3Vd12V4BhHviI/oPvaJ/EgPQ8rUwZfUdvpQGujksX2SUxu/ITax3eTRjkrbrU0pJbq6yYc350+kjbeUuiIe6NCffqAzfADqoAXPPKOMv9tu81N5bLexxaehob/2RiZtAfjDb4S+61ubac6owWGDfjJpfYDWfruPEdH0h4/t6Pw2UAfYbv11xp9LS+WBL7rAjz6jNzzAkbIesS7ZDvXmhzbQUz/JvmRji9Iq0RE+i8w9xpKUMrQjQAPQwHbTlTKy19nrK2M18K5IPqlZ85Sxyzj18aVJ7EIc7FLuSlWX1ImX7wCYp51tcrKLnH7blu2Gow81/EjRrSFPfoE7C9ABVENrW9STB5Sn1q6NDXQjQDOC7VPZIW8/Nji1NQQ+QKs488uGBlAbYzt9CQ4S24K/Tb1bPfYGsCl1IyiPvaHb4GprS57xZhxJm+6lqsY2I5RaZfuUXnnQFUDOmDKGZ4HxpyxtdNvk1R4b3Fq2myz0AOAHHalOHtstBw5ZQ2ItfVxlH9fKGWvqEuJO+TFXmWtbOQPdynkcwBwFT1/HlD53Z8YOHU7BpfGjXGsR6zXQlDn5tdFsU7C9oW+pVOJztOsTF/vJJPN5A5RrbEp9SNN4yNhhC8UWpflR19WWV54h+9IRoKeuT5wtpYSmNnrywBBb2N7okXpw2IaxYG3DttCAA1ZZK4fGf2ht7E3biI1OQ/NN6Oh3SV2D8K2ltP5R9oZY6/AqpfaSSxorjddZ6FcbyAv6jMAA5EVlnoM9DuQxBIGkS4cmOfRjoDZpDgi3dnKBcSGXb+fzInouC0uvCMgL/JH4K+lrV6/n4vS+uBDbPzzWQS4YjuCdBY+7lnkCyFFesvdzyLDPYV5kr2Qt1mst6HQ64a6To/PSRfN0APp2CZsLi3n4rJXHVimWcxirLKjD8ljr2ZFWgXUuT5WLuqqldqY1F4wX9Ssf+ZD+0T/43+kf//Y/0G/95q+LT57y/wtN+6pJFk7nxeJg/65u5nLg6puv6/rVt3Tr5vXANd3OweFB9F1lIGs/UU3Ay9DoMJcA9/fv58LmrrhEWcSeaxe5VnW5vDl34YLe98H36zd+6zf1L/7FP9e//L/+S/2zf/bP9KEPf0TT7S0d5wDlbi5rZrNlDqKXOs6l4Gq+0rT0ev9D79PHPvRRffwjv6IPJH/p3AVtR/ZWZF/OpcEjVx7U+3N59EgO2x68fEkXdrbTzhqyaZjnMHs/B3FcBt++fV3r1ZGW8wMdH97NxYyV1AAAEABJREFUgr6vUlc5KN3RB97/sD70wUf08ENXtL3dxTfmOjy6p8PD++3y5CDpcQ63l8NC8ipzeZUz7YUWq5lmi6Okx1JsvM6l6eBlnF7xi21defCyOFh96JGHBPAJWT5VM8lY1EnVzrltLXO4dPP2TT359BN6/Mkn9PNnf663rr8VvznQcV7o1hnb3VwUP/zI+/Whj3w0fB6JzbZjs6X2clh67+6+ODxd5VJkEh/tu6lq7BYXymHiIuNxqL1ckHEh9lYuWV979XU9+8xzuUR7US+9+LJefeU18fXBt2/d0dFR+pOLiOVi3QLKpJ/KqgHHdtIyF6+LzA3qhyyGxRnf+KdcUrfKi+SywTIL5DIHI6v4+BBfUXusUkqgCxTZQJXtQG3yfIKDzvGd+rcAdMpjw+OdQN0I9tt1IW8/tk9Te5Mf5dkWgQVoRCe/6MuIg7bL/ETGiB8G+NB2iO2xRfyk2cAqJf32JLEnszEBgDG7ncvKuxm/+/cOcgF3K2Pysh599HF961vf1V/91df13e9+LxfhL2k/l5EXLlzWxz/+a7lU+Hv61V/99RxifkTve+SD8bMLmhCLLlzSxYtX1Ofy4uBglou9XPjduRv/XOt20mvXb+rNxKRrN2/rTuba/v6R9pLeCP5qLgAXGa8l45a5uwhsxk7x9fTJpY0rcXEtaT0M8X/Jwff9RF3mIn/0UWKPru9Uk27yvbq+j07AVMs45Sxxjj8cOc7FKbHkfg49gX3SXLYSB+4l5VPZ9+4f6M7efd2Izu3/AET/6EtfgOs3buVC87Zu3d4Tl8zXb93Wzcz3mynfSP4aX6WdNq/ksvj5+PpL8fVXX39TL+RC+Olnn9fPMw+eee4F/ezxJ/Sd7/9ABxzEJlbfuXdXL77ySnDf1de//jV9+9vf0je+9Q299NKLkXM7tphlHFfx+ZmO+aOM40PN5odaruaaL461SMzlcqzrS2yBvRapP2r1pUq1k6hfta9oW8TGa41+hT/V+H0XG7KQTrI4sznnBY889acQ+6+yDtTYfJLNeJ8XonW4HebgYxb7YuP9HNyQLkNHnSwByFswlzPmi6wns8TgedosEjeXOeDOFEgf1+lrdM/aNU9spmHXTTTKH/VEV3DUs2gvmy8tE0dXrV/IYo5AQ0p5ET+Ajjy4QRL8OHxgnQVHvdIf7ACEJHF71oC66XTaDgtoRx28kD8Pb14QOJgaX8KRDZ3t1i9oAeTQ1raQgY0BbGRbvFQD0MGTjQrtyNNv5PFCDw/qDg72xeXPfg7weWFET+qGbAznsa3D2LYOs47Cs9YSfYZmU+yOvgD2qaW2r4jfSj+xy1nAJy5dupQ9yPls3hLz4zO2EZW5uRJjeZyLkVXGAhuusiHtJ702Mo5i1UGVjVzAdrM9/QewK2NAHluUUk7HkjJ6z2bMgSHrZdbb6Gdv7Ecd9gHIQ5/mkTuPLyyb3JC2w7qdna3ILVL2HF32HpezftN3vq47xOIFa5k90/lcaP76r/6qSGsaY+9L2VNMuk6TxB4ukZX1iPRKLnb4w6rtSXzjpK7G5pPYZ8DX48v8X618SjuGUonjgV9nLixSNyTd6ifNF1bZcwHYA3sD2MK2GHvsg29cyIU7YwOd7cTr/TYu4KCpkQ39kPhHnja2m01tZ/+4Ky5uPvCBD+Sy74pKLbIdG+209CCx0XazNfyAEqMmDAt7MRa21U8mzRcuX74cu1Y99NBDTQ/oH3zgwcY7xm66l1KFD5fwAeCjjA606Go7PjSHvPG0LegY1zGlDX4KH3yd/BAe1Ntu/cP/xzZDFKYNNlWe0ceIbci8d++e3nz9dTEu//z/9H9uX0l/Phd2//Jf/HdiPKd9r1//+K/q//i//z+oTxBFV3gfZJ8Hj3/1r/6Vfvsf/+P4WvwsstBD2T8pe+Ma/0qX2x/SbW31mgb6SRdt4wDxv1NesTX2nMSWffzHduN3th/IpC8jpCvKJBZ4bPBugM4ndratruuaLWmHjoDthiMPOHrTDluhS61V4JUHOXbiRmJKiu2Hcsvkl21BS5umd/YgyKSP6GlJXJ5eylzZ2Y6PxQR9dOpKzT5vrVoyBFkDanX4WEPWjlXKJXy79IM5marmF/zXEkVFF89fbN/eQ766BhP9sidF7jJtgRrGQ+ZAKY4NamJ3xmE6CZ8+83gSOUNLz+2ey/j2me/n9VD29lcuXVGGSODp5yrzuMvYsEehvMyc7VMGlwFVLUXFpaW1FG3lUPrypUuaxH+6WiNn3cZqiI9gX8abFFjHppTxZw6Ypolt+KnyMJ+hAbrYq4YXNrUtewPECNqcHbOSunXGAL9gPGgfdkL+CKwd7KvAA/BGBvQlfYAvZfiiB+lYB190HvWkve22dlNnO/buRL2d8Tzpt/KgC7Khgwf9Ridk9ukj9hjLpKMO6Ecd7e1N38Ou2aE7WVOghye8aQdPdAbsjR7LrEvwwma0UwZw5An92bYum37UzH17IxOaUS76QE9/kAtveCGPFH2oJwZBA/2kn7RYb2/4oQv0AHwB6Ggz8oCPPepStcw6AY29wdFXe8Nv1I/6UTa8bQtZtgUNoPao+SY08JkkDtEWAEcKHnoONZZ5R0yLtFxryPt/rQ4/ZRyU+LsIJBZm/iKb9vTB3uiGzYFRD9saH3uTx7+RB562pMi2N/W2I6+0vox47AOt7daXho8P2262hp+9aa88tlt7ZNFf9FlnHiqP7fRhs49MsfkxdPDAPxvv0FBHH2k3jc2qnKOPeVvfp31iTNcLnLNPYH0ZEkMGxi37I2JaX2urL2E07XtN+16TrkscqqJ+Kzy7krHOfmSe846jrBP7Wa8Os89bZb/JXiWdbfTrxCP4sx9hf4FcyvyBOHsM/sCOPQh7NMYEX2WNJx0inz6dtSH9nUQ+Y0VKfY2+2HideEoee5AC0FCGN/N5kfhL2z42sC17A/CFvst8og0AjrlBam/GLyqdjg+y4U07dBwBGtuijF7UT7MHI+bA197ItDc0jJN9ks84DImPRVZ1ib1rA8qTjEPTO3WWVFVU066LP1VwGIwxxV+A8IEXoOAZl3cfwFOmTtCHBlroSviRJ6XMnr1EpkLTxxdqKZFulcivpdW0POX0RMpYrDPXVvGpVeIaa82mTpr0nSjblm3x8O7GGK3Sf+wNYFsA+zWa1FGvxGzKAGMAre02LpShYdwWOVMkVsGXsRjHljUQOr3rsd30gR+AXNsbqtjWdqu308PogBx4M37kSZFjW/AHqOfdQ3lsNx3hDdBn26d7WeYs9NQhG1/BV8nDF/4NYgdsAH/bsXWUk051A78ODTaYZX4e50yVMm3hAyAHAEc66k9eeZAJQNv45B0HWjvyUg/9SNvkxX+Ys9COdLS1N/Tk4QeM/bTd7ESd8pDSHt7Qwdf2ab9Ckm5v+opsaBlj5NF2TIf4KOURwMMTIA+Qpx6eshQx8cmMBXuw+PekFm1lvu1sT3Uu57JbeV+cBr+dFNjZmgS/rd3tbe0kHm0F8O+SuWAXkY5gu5WZ/6PfowOgkwd9KKMTKUDVyGPM4w8j4CfMD4D8zs6udrZ3Nc05c99Pstfbzj5nR9tbOy3fdxNNs/8j7Wqf/vaZi9PQbGmas7JJYhTyMpHlxNQG9CeQDmhw/B6IMm0UgoeG860aWzWIjRz8OjScja8zT6Attaqm7ixAB9CeFFD4S86PVWraBEqtLV/qJoUOKLWKdASaIYv3LgAbjmCHp5gqqYlOI/5smur2Y1u2hS2AGjnYd5IxJg9O2tDo5BnHjXF8NyDjbP1YVpStpaqWInynsYpu4KEnBUxF8I5M6IpLa4MvTWL3afSa9hPV6Ek7O5SBWqrQFehie/qAX9ibetun9dDUtIcOgJbU9pl9StH4oEes2Yr052z7s22pY66Ocx7b8I4Cnsa0sy3K1AHk6QcpMGQtWWUtI08be6M/5bO8R32goY4UsN36aVs8Q2xJPW1JKce0ss/UJ35SP+oNHW1HoA24EWw3+9N3QHmIT0ma/cBh31Jq27eBB5gfy8iCz8gTGyD7/8PYf2/bklzpvdj3RWTmWmubY8oAaAAN12Sz2S1esq+kwT8pXUlPwAfUfYKrMTTESzZdk2zfABqm4atQqEJ5d+x2y2Smvl+snad2gSB5s8484WZMFzNmuL1PkdoW48xYAHZptmr4iXPggLvPfRrxl/UOgDdAG7gLwBM6SwwhRTbqAPKllKZLiaw1+6F6xy/AoVyCA0BvkRse5G2LNnyEMjIuMEVm2y2O06Y7H2WAKtuNBrwWnvZndbr9wLfdcG23/TH7PO5h2Ediiylr0wLgA1PkOKZT6zMFBxlJqUd+S03OJG1+2hb/0Q6AC5RDDve7PBRss+HYZcO7z+PQPFu167UaNloluHb9OuVBpRvEQ+Dm5Kw9WJzfu6+XXv5CHiweap3gLddczOzEQ8U773+gt95+V2+8+Zbeff/99jDyrP3UYS7Qo0COM9om3WZyALt51mgdIaKOigLOpO2qSgIF5ePj6TaPsNe6zMbgJhv2MRPMXAoFomkeJ0Zts1G+zqXpPg+ncy7zu+wUTza9Ht4/1e986RX93jd+V3+UR9M//id/KOCf/NE/1j/6h7+nP/xHv69/+n/6I/3jtL36ykvqw/sqD6JPHn2qx4GnTx/nsu1CuzwUTHHaQw5tNY8EXLzz8AIcMiH2gVK7XDrf0+9+7Wv6gz/6Q/3P/9f/i/75P//n+r/lcutf/st/qX/xL/6Fvv71r+ex7lq/+MUv9IMf/KA9HL7167f04Ycf6snTJ3qWB7+rPBrV2PXe6bm4FOUn3ofSiQPIRdovnz8Xv+XTq7QH1T64jk0PNztt0/c6jzBXeWC8ePpMz/Og8jyPVZR3sV9eODSzwe2LHjy8p698+Yv66pe/pFdffZjFteTiYZtL0Ke6zsPpLg8j+zySXt9cxLHG2MYNh3/uzLmYmzMOh9jiEJtP2TyvshnZnG70cuz4rX/wLf2Tf/pP9Ed5sP7Wt76hV159WWf3TnEXXW+v8jj0WO+8+45++cbr8Z1PNWe8mMwqufyIjXc5rO2Tzrk9YuP5NDo/evJE13noOIsPfiOXif/oD/5xHqe/kr41D2PP9Wkeyy7zEPTk6XM1v8uD0E0eSPbx7zF+N8fHGKMhm4p1Nh/zXKLrlbi8/CiPU2+99Y5ey+PSL372C73289fzqPdL8VuR78ev58wPx85SHDb9rKou412ci8jsHnZ5ZLm+2mpWUWVxy1wybfHnKX3HyTpMc86vpPF58qmfRP4Ih3HSLg+42/g4D+o3Gc9D8mN8638E8zxnjD4PIf1f1S14tAGUSe8CQRh+pPvwJwUIHuADznjRhzz14APkp+iW+BTebvOBeBL30MXzK3300ad668239bOf/kLf+7u/13e+/T393Xd/oO9853v69rf/Tt9Nnn+q+bVf/FLvv/9R+lzrsJ/jeysV98lPGa8rvfvuB3r9tV9lvH6p1w1mSVIAABAASURBVH/5Zvzo13r7nff189ff0I9C+6cZw5+9/kv98le/1jvvfSAeGp9eXutmN+omY7XdTRpjf3cr1WwknXin0mWMpoyhxEI3RQl8psGs6KOgdKoZ23UuX09y2blar7WKP53mof9eLmX5bchSa3C6PABtoj9x80zguZRMv72OdOdcPh0iy1aXeei7yOMT6TYxZh9j7WL3i8sr8SDFb2oBjx49aj+YwuUmgN8CT/Po+STwlN/4z8XGszwOX8YXn+dynTnBY+qHeVR9nLbL65v2Qx/bXKKM0TTv2bexc6cPP/lUP8vD6r/907/V//4n/0H/4T/+F/34J6/p3fc+Ct8rOXqfnT9Qzw8XZC7U2KuW6Fo7MRfIF1vTPIqLe1nhMGrM5dZuv81D6jY6727bZ7k4QDqrJh6tckg5PcvmP+lq1cdmg04ST05ONhqGrvVzCenAYdy3uHx1fRmaBxF/sCFrwC5rwU0OgE+fP9OT2IV/GWBKHOmHQUMeW2Wr2TlxsCTel5QdX5gz3oesiUAIRqcaKKqlaI4O+8QkLgjA5yemGfeu61Qz3ssCPIXGPmM4Zz7abm3gtPaUaZcsyvTr+z66DVrlsnpAvgB99xl/5tMYGckfotOYOMA8pJ2+gPKxkbpObGcTQUoZXNtaxz83OfSRQr+UKvrbVt8PgV535Qs5wQMabEYuc1mGr5GnDaA/vKjD/4jV1NEPvpTH+DB0+c3Zk9OTxgPdaQcPsOMrsRe8oEs7KfqCZ9/Kn/E/OTlptrQt281+ykcf8OHJ+OwYv/g28jjtczxwiiykNWPdD/1t7ayu74RvbTbr0FSGfErqxqdmTJexIQXQp8QXkA2AN3IBtkXdPvsp5Rsyjtj87Pa3d5ERvPM8OFK/jh/24a/IB81h6NtY0O/s7FQvv/RQ/BYiZej+8Ic/1M9+9lP9yZ/8if7X//X/rb//+x9mfXpdP/nJT8L3IHwSmTcZb/j08Svym4z9KrIgK2OJf+Br6BIxxUUL/U7zUItM9L2XB1pwqIc3wFgzTvTjUZt29MDO0EWH7fb46Eie8aWefvAGj3rsAF34NVqRF1oLT/voE8g29EObF/SnHzpBAx2oAwe61CP3ED0pw5e4SZ+z6PXP/tkft382l8dV/NLG9/vYbRQy8ICLLtC0nT1Q7Jlxhh7jBZAHwEc3bELetrAxMjAnqCePbLZJml8hF7IrVfggvKgDYZe4spT54QPkPzu/J347+Z/9s3/WHoLBe/3118X/n/GnP/mZ/uN//I+t/Rvf+EZ8+KT5Cr+Nj85/8zd/ow+y/37ppZdaPbbpasm83onfTo6FNWZvNc2HkJ1uYcycmpus6MO8xSboiLyMEWV0K7HNnPiWjs1nSfGNVhedbct2izPgoht2AcAFDyAPUE8ZWPKk9KM91BqtkGzy2Q7fLvKmJfkxMQTcOfvRUuAbnSKf7eO8KCX4fZOJGIH/nWRd2ZysJc/aZv/qorZOXd1cap1LtH7omm/0fU08CJ/QZs/TV2uX/etuf6Or6ws9ffpET7IvZcz4wZDr66vs4bY63Mbtp1mTbWt7s41f7TPdZ6HbmBjF3m57e+GJT4VL9BvbeoCMyjcnPkCLeXp+fhZZqhiH0/h1n5gxBM7vnWuVeIKt5+hN/ToxjXEHr8saxZgC54k/lLGX7UYPXotvQ0P5wHkBiYW7zG1kzkCI9WDMRXmJ0dBhii6lFKEDfYiBl9lrSSWUHJ2kMXvwXdZsdAcHHUjhbVvKn1qLDlnjttnj2272n6VWNyVV6ij33SoPyuehOWuXeE9TyRij0yFy1eqIOWXMu5amKSjg7oK/a3T3bY2exLqaQRH9bbcyMir7Bdp2yBKf6mLDBcd2aPehfRxLeGJ3G77HuqVMH2xrH9tqrU0WZVyTaTTsY9tNzq/X/ABYbE3cBBc6u8QHZCJPH/Za2G+Zi+Ah35KuspegHb61lJzZukAflrFe/CNMY4eb2G+vmbmT8WMdX+IXfBZ+i/zQn7Kv77NmrVdD9kU158ip0cBGU9ZYLp37rleJPo13dJ1CHxrQs93shmyb+KfjHs4rWyymUqX1Zmjpkl+te9HXdvNT+tXQtC0+aGJ79sqk4MKPMu3ksQV9aLNLi9WUaWv9M0/Rd5/9FkA/2qkDwKMO+uBDZ6mnjbxiU/soE7hAq0/Gpj4axq8XfFLopFk27cocmZpfUk+7bfXxub4/jht1tEEXWSjTnzJnFfIAshMTwCVm0A7QxhhiD8YGuuAAtZRmX9rpX+qxXFJPX/gB6I8vkicFDrf2gx6xhjECyC98aLPddLXd1vS7dfBcYOnDug0NaLGHIm4R0yiDw1ixVuKzrD3YgxQZoYVNkA+/Bo96eKITdKCBTdAPWvSdMycdH6E/7fDFXshBHhlOOfNlfi22so9zF9oL0Jc8ONB3cbMvvG1r+ZCJdupbXaYnKXWkd2HK3cCcuYSvzZmHc/Jz0ogs223OQdk6/geNOTjNB5KCR98X0PrObf8HberBn1NPPKcM0JYlMvTjE/GHvnYaMsdrKSrwisyO//fZWw+JDV2tKpGHujkxgXSKjwC1HOVM0tY47GNbtaRPKeKbbmW1o8cdgC9QXFQD5ZY3sgLUISdnN8puxGbN2A2AbnRTgL5deALkqWt40aOEJ10B2yqRq0Y3xpO8+KIz9rXd2nX72ZZ99Ad8Cv8bE1tZz/DT65zRqCPlX6YixlMGd8njE5ThhX0gzXyjfszaBj60nmVfwR4X36a9xu4A/ZoNrSYbciqDD84CY2SCLvRphzZ06QcN2pgP0CaF5oILztIHmWmnTH3bA+UuY+FDCl30AZre2e+Qp99SBgdodel/nTs8HoEXYI+0y3meh5gj7LXPug8ddJmIrQH8dYyvjbHTmPMye5N91s5j372m+CO2qMXqMqb4quIP+6zxjca015x+c9IuOENXtApeTNvSvrdWfaf10Okka+B6Rb7XJvn72a8TJ/q0Y4tDZCAt8R/iASkxaYycFvw7rXJeIb50XRd5ujZetsUY9H0vgDb6QgNcUtqpA8iDd5L7qFXuodbrjYAhd1rsE2rmK9D3Q7gW2QUzyUmp7/KwWkuVlXpJpdYX4ORVinwLcnz7FtAFyFQQ7aWGRmC21fAUSydfwr9EvwVq9AIok9bbNvi0vuGl0KG9xPYLuBYt+btpjb2P0Iv02C+2TF8HqMM+C2DPGloVHqWEVQ3rEmmF2Fo+fJq87dQfQVbD/c2+tmUb9Nh2FuNOwf583UKT/l3k7odOXV9V42elWg5wHgGm3KEBLhIgH1PyBfnTh/7DqhdQa1UXWwJ937c8deWOjiU+HSqtDZwF6LPg3sWn3Xb0maPXJHAAtbpJ+LLy0cd2qp1Sxj1xdA5gB3CYC8xFIITyZ36BBw4A3l0Aoet6HWkfadIOLfABeEgOjmVbfNQBtAPkqbetUj8b71JK62P7cyn1QHdrS/ILoDv12GWVPcA6dxcA+SFzGaAdvAXoa1t8tkUZHGjg+6SUO3y11mZjcOxjH+VDhwXsYz1/2/wdBC2p9KJKx49+2IGS7cbf/iy1i0qpzSdKbPICXCRZ9hFqZDvK2TUZbYtvob/woM7+7W1U28e2F3xueUIfWHiQggN9xp1Yz9jviOe3QJl2ABzaWFMA1hLqAWQjBZAPoG7MnoB+0KFMPTzRnPJdfNooA60tfW2ryFWlHzTFYGMeedSqOnX9SqsE49PT8/ZY+uDhS3r48GXde/BQZ/cf5GHgvvo8tir9VKq4iL/Kwe/TPPC9mwenN978tV574432G0/89teTPIDtsnBPoT+7yEyOOOlcc8gtRfy2oZKvccR+s1KXCwGC5i4L0UUuyW9yycEjG4+nYy6zpSms53QJreycZo+5AMkFXvL90Efme/ril76ob37z6/rDf/yP9Mf/0x/p//w//0/6n/7oD/R7v/d1ffELL+s0fBRaF8+e6KMP39fbb72pN3/1y/abpzygPnv6KJcjj3Jh8DQHzq0kxy69+tW6QdcNqbLO8qA3rDcxXckDTRb3LJKzpYcvv6yvfPVr+oe//wf60u98JQ/Q53qah82/+Ku/1J//xZ/rJ7kQ/fDjj9pvt3L5ss+hvhRrGLpcEJzowYMH0eO+TnOBvMmj9unmTOtho1o67fMIdJ0Hwus8suxj9+YEY4Ja7KVc9igB+BB6u1zcsKmcY3tlsxDzqNriN004pDy8f1+v5LL2NLYYg/80j8Yft9+8/VAXzx5no3KtObQilrpaGiAjl62r2Jm6kg3a0NccTtc6Od3oXi6Nv/Dqq7H9N2Prb+mb3/qmvvg7X9T5g3vaZ4PzOI/SH+TB+P3w+fCjD/XBhx/ELs9yeTFGxFk8RH3pd76s3/3dr+vVL3wx5YfqsyHgYXJ2zYPPqE8eP8lj2S/13e99Xz/7+S90kU3XaR6x6Ifda/xrG515MHqaByV+0+8yONexx3UeJoGr620esLhUOWiarFoH1dKrlJKHujHjfqFPPn6Ux+2P9e477+nNPPz9Kg9y3/7bb+vbf/tdvZe6krG4f/9h5sO99Ot0E/pcIFE/TdJ+P0avSVMWFKnILiqlqoNXglJNf8ptyCKD8tlV1NXMh4bXdcHvpTgV4/x/BAgMC3DI/W19lvb/XkrAiEiRB7kL2QbU04+gtc3mln8OD/9lk0o9/Ehtq+8HDYkn/Kbvr/NI/bOfvabvfe/vY8O/09/93Y/0s5/9Uu+8/YE+/vixHj961mz+UR60P/n4Uz158kyXlzfa5+ETE06xEXUfp43fzHzv3ff164zLG2+8pbdC+708lvJbm0+fX4rfMv0gdN778GPxkHi13ceEVf36VGse0GsvdxnvgEsuxFxE2sXX1pvT5It2h61uAttxp3021qOO/02eNOfyx53kKvHj3nPq9rmU3gX3kDSipq2E56wxc2ifen6b+yIPm88unol5APDQd5kYt82l7CE8wGt8M6+3WSyOP6Rx0CEHgDGOEjdQ7bvE51X02GhIrOxXQ6srtcrxXxWHrxIlpcscWq53B+0y//MWHQ0sd8FPHKvZBMzonXKJHUaUiV3qah39qvZhVuqJrhNaxzl+OJypH87DY63cOal2aw3DSQzQKfejDeaxKp01xf/xk5rN3mrdpV/sXYLqOf2ccqcpdpliK2I6MKWsSM3F2pTY3Hw3MWOaRqFWn9g4rIYQmXWdy+pjvaX8GYO3y2Fol8PVGPxneTDmkLlNXY1dgGa/eRbtu9gW+rZDO+OU+mTVMd9ii1qL7CI+6klLsVbDoHUeefu+F+U5/TRH6ig8BVr5tgN528ErqrcyQJ88KfMEOZQPekNok9K+yeMXKTjQRRb60D5mjaHfTcaWAzVwnQM66Z6BCT36Qm+dMQaIQba1Wq0iP+PWN13Bs/1CvqWs22/RgXry8EUemqFfSmn0kBe5oE87uCV0M9wiRnCwZR0ij9zIu0vsYH1CZmgFXaR9xoCxPc08hS/0sDHtc2xo+TQnAAAQAElEQVRcahV18EMOhgC6HOKhfYh9bEe/GujkyAjd8zwgLPLR767s2JaDtG0Nq77ZifaFD/k+Yw4ewKMfD03QQUbayWMHHq82uSRexg6ZsJvt7CV2iWtP8hCzbXY5ZLz28UX8lXQID2gjK/qf5LHkNAAtHi8+zp7h7bff0X/+z/9Z/NPZ8AaQk3FGDvyACxDqkAk7ITM0kY29BQ+00OVykHTRbRO/2+chmL70of9VYhY0sSH42InHIf55bC44Pvnkk4zH2HyI8iHBAF2ucyGCHPDHF5oPZLDwDejzyHt6ttE+Fxe7/Tbprs3ry8uL7AmeNGD+lpKxzJhXWauuJ9yqc9GXv/glffGVV3SWC4R17NbFvg0Sc2oOJSd5JKvka4lsRfwTts+fPxUyfpw9yDvvvJ01+yaxbN9SdMSmyHd6SlxTGy9sj3/ZbgdH8NBpNayUDZKqS8Zzp332FPj7yWajLvL2tRN+S76WkrquQS0lUW7WFOQ6VE1lSnzPw21ncYC+ubnK/uOZrmKH66uL9nD6b/7Nv2l+gxw//vGPs9/a6Nmzp+Jh9U//9E/1R3/4h/rSl76Uumf6SvZP3/rGN6XE/OvsEZ8nFl49v9DvxF78ZuM3v/5NHbKH7NwnHeXJ6usQm3aa97N2VzsxhkCpVtSLmrNsR/8paWSelDoH0j96zIndfV9jZ2tK7I6KkqaWPz4+dtm/hkepCnqDMX6myDhlr7bPekfZMVixNCeGk18NvZZyjSyVQujCT1nNSOE3Ze3sMtZKW8QUaV9L7O34yySH7piHYwVvNdRW7/CY4nvbrCX84OQCh6wZJX5KfViG1NTGuMYQ+8xX5vI26U3m7YF4lHjVrXqdnm50dn6Sh9VHus5j7HXW9VXq58iJnw+rTthoit7rIb6Th8XTrLWrrtdQe8Uy8qSso3vFTKIAnWfPH8fuO81ZKz999HF7vG1t8Y2hL3Jsv9te6/ryebb+B02Zf44d9nmUw4438UtlLd+sT0R+mz3w5cWVVsO6wdnpuU6IVzkD9F2Vss+w5tgotJNCg/Ih+nYluay1UyCMdJM5fki/XdaiOXJMGcuiElluQsYqHmKLMf5UpdJLdVDt1+IH2HbBBdjjzHGKEl0yEzRsYgvmQpF28KnxN0csW13sdhP7ZWudvc1WTy+u9Sw+fpVNyn43acp41ODx/zq/TtziBz670MIHu+iGjCV0D/GFMXsy8vvIPwyd8IVDzprYb0ydY0M3/Q+KK0WfQ/OjZHJG2KlLZ+LcmHNXdZfL1JOM3aSe8Uw86rsu/YpoJw/uOuvvJmOu+BexaZMYVapUI+McP2FvQZza7a7V9UW178S5KYaMzeIcsT97QcoZUl1njMfMt1otoOlnaZMzXddF0egAzdPw6aM/dimpi7Ii7UJvyLwlP8dv+tAhnWIfZzxr9KeN/C5xCfu0PsEraRuS0mfdd4kfs/oqdUWKgZQmbTMG+zwMT7FnVJQz54BN5jXlTd+rtv9iK3Ua6kpx85aSB1bdOjRL5I2FQge6h8xRUmCOjyBnF108FynxjPEYupUOOTv08bl94t3uZh+154yh25jUUsQaNPR96FdN7Bsiei3RLH40Zx7MGadUCb9iHaBMfgxurVW2tY/PjNgrPjzFhtYkgDrKih0pM/5dEzhenvUu4oYnP1gxaRX/W6/6lq5iG+w1JjZN0Y3U2C100XUMryig2pUWJ2Yd1A9FxJouPtP11mpdtTlZJR3U9+TXSTt1yZ+cbNR1tbWt2l62O/aNDCWOjl9xZtmF/wH+4c3e2RGYdgcHGwDYw7aGfgjNLjx6UbdPfARG7BRejt6s82NozZoFnRhJ1FHeRCbbre86e1b2VicnJ6q1tjrlK4xLxmPMXQc8gDQ2nJOsueAzv+BJG/IdIsc2+0zqWI+ri64Ss9ibUO5qF8pq8pfwh1/XxRdrEbRptN32DORpn+Mb2K/ve5XIRB0pYBu0Vm8f88gBf/wHm1C2LdsNF1npe6Tj39qX/vQjXfDpg8x26MxqHzSQCzjqURs9cG0LGvQnBWbW3+iDbK0c+5LC55Cxhyj4lMlDhzL4tmOieF/iH+1LP/IAZYB+yAU9201vaCQj+GMT8KEN0MaYLX1JAdoA2gHbTTfytJMqH7yGYdARVlmXT8W+duiH5ivQcIns0T3o7Q/9kQEzQmeMTagjr9jEPsrNuQV5W70VFSzoUYdNqN9lnby4uBBAnr39kydP9Oknn4r0Jmsl9dAC2Nfjk/SHDnKgP/3pe3l5edyHZjzAscNYuOfR9tCij+0X+1j6Qhv72taUWAYe/dM1Ks1ZT8aWIjM6UI/OpACyQIM+tANL3VJvW7RDGzr0p4w81KEHKXWk6IKutEOLdlL6kYID7132g8TLfc7zwPHx9KBjuk8KHBIGD4mhY0vH7CfQl5g5xScPWSv2GYt91opd1knSDLtqZFbGt7UlNoA3JtZNiVVz4veYPlPKISwndpfEK8d+JUDq9HXiWM0wlGzYSsolsZ+YQBwjDp3mzAaQJ54Nt/6IbzI3W3k1JO6uEofXzVepB2ijD7DKfoHyUs+ctsMYIwVsv/BB27q+9S3sCWDTxcZBb75KyljZJvsC4uainnFGToC87Rc8KCND1/UvaEHAdptbXWInstL3LnR9J2It/RegHXxSgHq7iJQyeyby/yOABjwXwF7YDVhnXdhkb7vKnosyQPsRd2jrVSsPfctDq5Qq2+LDHtgRfwXwY+ptv5CzZo1aoNyuB7abPZZ6UtoWoAwvgPxdOOLURp88OMhLvsSBbd/KR7SSFvmmxLN+uPWp+A19oEs/2+JDH/ToMx53bQGPu7j2EZ++wBQfn+P/5MHtbsd/Kfd932Syj/3gdRdsH9tLUS1H3WrsRv/fBPuIS3/aUiTbfHOOk7JfsN3sAw14Dxk/8kf8Y3/7mFJHG9Dhn5GdvH1st4+p8tludOkD7m8C/WgDyNNOClAHUPebQPsCyAvgdwseeaDvjz5J/YIPTUtH+0W+pR6cBaB3F7ro2EVXcBOa5PhGkbKHlqqcM7GStxx7lpS7UtSXKtIu6ZD+lKuLSngCXXC6jFl/C5TrbVvQxL1tCCaVSvURymf5WkMr9aQNz1JINnzKc/xrgSlxFzgkHu+z390lhvMDpqwdrD2soUtKfAOIdQD+jb+KuG2L77M6yXYD5ZujP3GfeU3fBcasH1Pa4nT5k3mWPLgNYkvot3xoBEFlmwXrJgfrrCGpKjpkk7rLxfs2kKxKN2RDfqb7D15qj1onOXTbnS6zAPHPR76dx4tf50GD33h6ksua9kCVg+42cJNDzE3obHPq3U/S5Cpnws1Jp9kpZ4mKUqOci6RZ+0zWwzRrSjmjpwZWCxQ34XeZQ9kuBxAOwVMOj3MWs5J2DornecB75eWX9KUvvppHuC/r61//mr6Zy6Svf+1r4v8l9uUvf0mvvPxQ9++dKeOZzfSF3v/gPb2Rx9Of/+Kn+ulPf6yf/vwn+vnPf6bXXn9N/D+9bvL4MiQAr3NRt8qmvs8G37HH6KJ9DDs22YseRe/nedg8RKc+uOuT8OhX4re/fvmrX+k73/lOg+/l4Y9LsF+l7pd5aOaiv0SBs7PTPLRustkbVKtFHY61ziHn3vlpHlZP1Q99xuaQi8brPC4dN1YjgxYZGMgJ23FoyEJ6lUv1DL0mHDP1TKJaqoauC/RiMlBmogyZMBPjEz/YstmIfSc2EenLRBlqFalC5xB7zHGKoQutjOM6thluAzcHGR5mz/Ogucplx5hNDZue58+vchH4jn7y05/nAe2H4rcE343PPM9j15xDr0snIGTVxWZyFz1nbcMLP2w4mfqlJFAHeMgu4Xlyeh78IZcol3r73Xf1xptv6qNc6O7jE13kYrwcnR35ncMS+TDSlDHiovg6j54X2aA+zmPdozzM8pt+jx89zSXYhba5lJkOc4JNVXFRDV+rKiZpbYc48+PHT8VvTf7rf/Wv9f/7//4r/eWf/6U+eO8j9XXIY/J9nZ/d1zoPcrOd6xE1mOLXoyT8/CZjxSPX8xzqnkUOyttM3l3G9AXE5uT3re4gUoWGlu+/kTLB8YcF5ilzKrQo07YA/kMAWWCM7cC5CwsO6dKPdvK2mwTkay2iOIUGlfjF6emZaq15JP1E3//+D/TnsdGf//lf6e9/+BO9/et39fTJRS6gx2yCY5Ncgt1cj9rdBLaTtrn02CZ/YBwcn+1WqmUl57KlxEeG/kTrFXCWeXOm9fpMQy7o+m7d0m1iz26cNYf/7E5c2F3kQvFxDjjPuXhLzGs+ED+4jO9fJH2Wx/anuWB8npS6PQNeimr8vcvGA53Y3K5z6B/ygLm63awcYluAOYcttolVz54/17Pnz8QPgjAfL3Ip/qzVPddVLlj3mWMldPth0LAatAo9NuGbXOCvEmdKre2gs4tPHGLTCaPGwI48pVYpeS43DvENeI/IkDyXkrv41jaHAVJgzPjPpYofRqiZm+46UcYXd7nMPUiaXDSF9i7z9jJxYJcJOcqJy1LXn8v1VPtD1cXlvsE4da08TX2whgYyaR9qmdPqVVKeJmuXtWAXfX8bTFnsDtHvkHiOPmPi6j4HRi6pt4lFPCrMWVSl+ETk4mJ5zOLa9VW1Or3jPymP6T8FDzjkgjRCSHbkn7SPXdDrMMWK0XEfHQ/Rb47OSnnSEe8QOyHHIbKGsPq+DwzqEiNr6VRLVQm4FCl95nkSc2cfe4+ReYZ+5K8uGtJnkzi0WW+E30QUgb8Asg9Dr9WtD22y4b93757u378vUg5htJ1lXcPnzs/PtOTt2DQbi13GGN74G2mJXOAqX42cq37Qul+pr51YA6yiLnn06rpOzGP6cWhd9JhjA2CMzcbYaaIcnbCHozNAPTzZ1NDXkmwL3tvMo8ush/yzbTeX15pj51qKaibHTeLcVeBwuAn+FFmKlHGdM3Zj5uCqqzqP/5+t1zrNxW9N6/HwetCcMZkZ5/iEIttqqLFd12wa8kkPoTmLfJ+5GnFSlmqtDbrovcnaXEvVFJnsIs2WY5M+dpqi5y5rTh97Pcxep7iqi40YB/Tq4wuMB+N0fu+8jRFlYBgGRb342iG+tperE292us7jxkUeO7iUJL8APoY9kKNGAtbhLnKenZxKke0ma8IqNDeZq08fPdZH73+kH//4J3r+7FKXiU9j4tp4mGK/XrX22uWSeHtzUI2OxE38AnlraCofY8kFxnX2BTfZHwBj4sqcce26Ih4ZmGM1cm8j8+PHn8bva+wb2lwSx+4xVlZAyVnJ9sE5ZBy4lB+TOmN4lvHaJI6thy5r36leuv8w6+C5Xn35FT04v6e+VKHfyw9f0qsvvayTzI3f+cIX8/iwzp7mqvE7P0+/lx7oLOnmZJV50wmZapW6vrTySXi8/OC+ThIvuaCvsfy901OdpvyVPCQCr7z0kpT6Yd1rk8etE2QLvTF63OTR7P/1//x/6OHDyNSVyGUVh358ryRzoZnrwAAAEABJREFUnfZ9LmCIAdixS/2Yuf0sj5ZPnj5NTH8ubIkN98z72HHMPCHPmDKONbry0+HM/S4+VGwN/ZDx6sLLmhMn2BvRZ0zsS6XoM0fmKTEFOIR2V4vOMh9OT050EnjvvffEQy9x4Fvf+laLPaUUQYf9C7+pimzAa6+9JvaXPJgDXWRizn7y8cfZw9xoM6z11S9/RfjZl3/ndzTH7+boMSZW11IE3YjdYsQUeW1rjK5Hn+k0Zg7asV1wmR81gwQeQN4OfnCUD1rUH1p/yY7BJUFrwQXn6LOl0QY/KE0O2rAjAD7ldE6bYjrHdkW0YedipWzFysLOQC0lvtNrEx85i68wFsp8R3dEwV6MNfIgI3GNOsrMb1JsR4pcpMiB3ufn521ssDE/pEB8OMn+gLhBX/Ao379/Lz73QOfnZzmHZE7cu6+XHjzUeeK7HWkjT0nKnnqduc94wWcYesVSbayRDbtDE/+b4jv7+CqyB0nIhm22WSdfeeXlVBEPLfSh3z4+dZ0YQB5cAPxmu9iIPGOw8IE/famn7iJ7J/JL/zky48fIg5zb7HuI/1FDXV9lWzsuQsNXckLb2MrbyLcn1sIz9Qk7zQ/xwfQS6xZwenYibDxnXedxsVhtTJ89eawniYu70BmGrs3Ji4tLsc9Q/HAbftvYZcp8UvscLm60kJ2xWeMLZ4m3aUd+zmC2VWqJ7J2Y96vglDCl3Q6NW1A+6NhWCKuUEra12V/57IxnYiv2sy3brZ0ytJRvyjyHx5DxLeERzTSnjvRYP8Rnh/QrL+jPoZmuL+YHe0jGFF+4yNgwVrvsCWyr67sWFxhjeC4QIROL+syFdeJRZM4cxdf2WX8jQOOHDwC2gz7pkPgHX/hDD1/YZ/+xDy9F5i4xcrNZibSWIugNfXgk5kKHMWReELewfZeYCCif7diniLkyxO+RE3vabnruEzN24bPo+Dx7aPLobVu0hczRVqGLfLUUYV/kpA1e5EnPM1+RZeFB/Ra/DdB30XFpp2wbMg2opw/jTxt9ANvR49ZekRn5qAfnLihr5bF+avTm2G/OuJb4ALSpxA5RvsW2DrqJv3PGScGrLupr1ZC1Hrv2mTw1ELSj/TtnDIEivjn07Sl2umnr7FXOHmPG8yZr+D4XVLTvM1d2WccZZ+zmWjJz5oz7qF3aDokzU2pYq8bQy7ZJsoTtsd0+8408YKdB0TIyl1JkO/uiEa21zx7uJvuJQ/Z77O0B9kbALrJQxjaWQ0HtUYixvk7MIh1jA2x/zO/zmLLTIb6BXUrrMqurJfoXrYY+ft7Fhmqwjj+WUK1BXOdeZZN999Bl/xjdVn2nlx8+aMC//HV+eib2KifZu7N37kttMek0+zPK0Bm6PvZOrmTnFzhMe/FDsFP2R+N8UMk4UD5kzzHH/iX268I7Q6UFqAMcm9JGyiOOsxbX2KDLWDsxFhgTR6eszeQTSMVaXY6sc5azdhnT0bP6xKwue6Q5vCZLh9AmX2MPd6EaoJ16DEN9XfUqsQHtqiVjJYHT0SdlcFzTN3loAWP0IcbexD9etGWsXYqkwpDIkb/EdqRT9JjjOEW1tVHe597pkD3HPjTY71gO+5K/rZDPWHbJS2Nw5vgTHaf4ADEBwF/H1M8gp0upVUN0d2Swrdpl/FOn5JV2cPFBfBw4hNaYtWUKjcOdOUsZgCc+N6ZtFx/HD3nY5IcIyePvwD5tzAP2YNTjn+A9efyk+XCjNWewJJXIRhyyrevcM4BPHTFpGIa2VlMHDjGRvpThk+7NLshKvW2BR3/KyAoe+KwFAHnwke8q9x7ET/LgA2NsSzv96E8dZXQA0I0626L+Kvtj9kbQhg594A/QTh227vtetNGfOvK2Wx28bMt2W6NoA79mrMAHqIMmYDtDPws5FoAG/ObYFSAP0E/xB1LKAHn6YT/bJI0vcgHwW/AYc2LKnDGfMnenxKxD1rpD9hr7/Y2mjPUhaasjZqZtn5g2Jn5NiWvQus4ZC3rIToxmzWPtO89ej3FmXEnZ09NOeRlH7AC0feB6raUN24CDj5C3jzaxjz5AG4qNiR1Rv9nWdkupt4949EcuaHQZI/qRt4+4JXGjEiMyd5Z6+gP0A6gnxc7YdQFwGAvKY+bWgke68Cm1tDlQyjGlDXjRnvpai2qtWurIl9Qv8Jtl6m03XcnTTl8AWwJd1+eM2TWaXXT7rVA7YR+APgC0oGkb9Y5+SEyN37WK9pcbb9svdLM/y9N/ofMiXxPngqN89uf7g4t8fWJynzFCHsB2s0st9Zje2qiU0vjaVqnHfK216UpqO/KVF31K8KkntdMnZfJ3YWlf6hjXKC8+2oB0pRjaFnjgMPYAeftYDy76AOgDDNGLlLoFwAOgtQBl6AGfo1mwQfc5ncIurn+Ms/bneS+8auwC2NgkOC5NfvtYtj9L78qw5O3jvEOWOWsacuHrd0H5wLctUvSD/wKU7wLrFTKBC5AHFpyWL7XpSjv1Cy3siG/8N6EfVEuRpSZLhU4AOrZbPX+X5IuDl5RyTVrLZz7TYbfbMri2Q1GyLWh1LWZU1eCRr7XE/yiHxm0b9V1fMw+rSFv8yPp7yN5llzh6zdqS+7KLy+e5Y36ee5aLrIeXov7m5lrsWbeJw7vs+Yizd4F4yxgwHrr9SuQtBRnqbY1eyFtaW2llxpK+0FiAMrTYb4yJqVPWySnpHFDGnbmQ7ZZegKyiWsSm6CIXeDwyPM8F6LNnF3qSR6aP+K28jz7R+x9+pPdyoUf6wUcft/L7H3zc/n+DH33yqehzlcePXTYlUwJSHdbqshHlUcsZzCkG3ku6iUDXufi75MI1Dxv8duBN8jc5yG0DNznQbIEYa5eN4yH0UNRGzKI55TGLXBd6m2w8uHi9f36qh7moePWlh/rSq6/qd77wqvj/hNLWRTcM//jxI/36nbfzSPp6HvN+Jh4y33n/PT168jSPcVdCnpsskrssAAdZYwyNHl0Ws5ILzSkXllfZ+D3Ng+mnT5/rk6fP9Pgij5p59BlLr3WcZZ6Lcr8ZmJX3Hx2mudH9+NPHevPX7+j1PJ7+6tdv6eNPP03bqC/m4u9BNvAsqAzOLnbYZhGesrkvlvgppzmL85jF/Cb1OA4PDJdxuCscKg6oyFli79k1m5RZu9jmEBttY7/r9GHzOCa8TJayj5ViD1W3/D4bBV75LzPu2GiK8EO3yiHiXPfzEHi+ORfloqqcD9RHz5P1SS67z7UKXs4HKvnP0dvgJIZ1dWh4WWv09PHz9rjIo9lbb76td9/5QE8eP8smZpLdR/Q+m7NZu/2sOf2HPIztYzgeXx8H78OPHunddz/Sx5880eX1XofR2ufBbYKfO11FxxsOGFPEm2c9ycPVR598rA/jn2x2b9K+iz32h7H592UOZOh6lQ3sTS5ydum7j49hV/Lb3UH447NcWF9d3uSCeq9DHk3HwBQDxjXywLdrD4AXeQi2Og3DRl036Ppq1x6M//qv/lb/7t/9qf7Tf/oveWj9kd5+6109+viJ+I3MR48fZ0491fM8NFxf32gX/otvl1pjkxKbMLkBSwrEplFNU3xp5AI9cMhkpjxNU+r/G9Bw/httd/rNGaiFzhxGc/hQnlM/U74F27eyRSZJtIGXrGpkJ7hTRyCibps5/Pbbb+tv/uavxW/MfPtv/1ZvvvlWAuOV5thS8RtlzKfk95lXu8SEQ/xPGdtaB63iC32/kl2Fm+8yNvs8joJDn6MtFBseMk6BtB9ChzFSaDu+6swLl6qa+FO7XlMmwNEfpvbb4xeJc1eZczfxhZuMxT78p9i7ZK6D36UPY7vJJfbJ6alI1ycbrTbryLfKuHdy5l/te9VSZLvVcQFXEw/2OSBe5vCCv11lLl7HJtvEmEPm9xi7NpgmjfMR9lH0hgUliwaPLtts1KcsNCW0HODwN4IfOETRKTTsotodN4hRT4oMCyDbAiUBZQ6f2VEwf8bIwMIgS136k+4jm4NXa1VGmCqVWuT0eRzf3cfGXWx5kguFVWIihwEOCHNm7y5zbQp9+nZ9p1KK5siXP7FNF3ttUjeEVqeSsem6lWrG+RgHuvCDZ00f0qJpKhrj6/Nc1a1W6hLrsfMc/baR4yrjdoxvcy4wJu0zj3eZ6xN9ZLl0kcqqbQxX4Z3ybG2zxhwSQ+bgTCkrMMfnJPSssmuqikq1WCVLqeqjcwk95InZExNGzfFbqUiyaq3qh6ouaQ09Y1sOVgFn/LpcTXiedBIdhr5o6GsgPGLXDGseDVfisHVycqbN5jT8VlJol/CcQ28fv95mfjxnvYnPPsvavI3P1trJtqqLhujZp1xkxNY6Mg9dp5rynPh3iN5jbNTy2O/5lZ4lxl6HJrF9nfV6yHjMib8Oz+qqEruQapZYm/YZY4A1inQK3VX4jLH7PvMHnGdZT28SZ7kkGFPHPzH/PHUXWTMPmQ/gFitSSS3NIjLHNlFD985PtBo6nTDeuYjickmx33Z7pSJFx6pNLsFW0cvpV0OAfnMurrquxG5doNcQO1OfZpX4IWUOrAAXxofYYR8wUsxz/Oygs9Mz8fgFjlJXS9FZDr6UV5Fnk30A+YG5nnF2bHLFupk5jU7ozBpdSxG24J/dusilb4kgp4kfXcaG35ZgjKBhKWxmneYBHdpddOLibswc7MNjk70Tdvv4o48S43bNb5/Fhtvwm6Y5kheRbjOuh/hHRG66jolhzGNgl/E6ZGy44OF/G3CdcXny5Ikoc6FylTIXPgBt0J5DCFkWoP8Yp8eOzHdgytoCPrjU077kbTc5qK+1RO5te9CD3yIPazPx5DKP6shDmYeAbfY00AX38vJC5OFfY+9h6IVMttsaAq0u9SX2ZhwuQ0u33xYbRebpVhfkK7W0By/4/PhHPxI8eXik7f79+81vGB/G6zzj/vDBAzFOjG3JYD0Izisvv6yXHj6Mn2QNiE8gz9Ri8aH5HGXm8e/kYfJBHnvxF8r4D2NKOz51En+gn23hD/DggrSkjF+NmZ9dSRyKnZljJ5uTo3zxwfM8BEATfd9///32sIq9sD/pv//T/5h19s34xpR9xnOxBmMrfJO0xF7I8bWvf13v5mGWsR9Wg37ny19u1ns1++dNfBJ5wZ0Sd6CNnUDApowLdZSxK3gv2mMPdKPNdvNx8uDQh/EkpWzHsGm0j3j0o77retnHNspBaXRsN99SPju2yzwZ+qHV0TdILW/7xXjQv9ba6MH3kDUWGQDmCL5Carvh2Bb49MMOc/QB13aL0eCjK+22RRu8sS+/mf1R5it+Bc0uc5pxUj5sD+D39JkT8xjHIbEqzbqXh1UeY+/du5f8vearjDVleOE3gG3hV9QhBzDHz+FHCtAPmZAVPNtCF+YL9ciBDLZbbMFvLm8f4pgf0ACgDa59xIMWMnd9J3waOZCPB+SHmRf3zu8J3raFPeboOAydainNH+esi9CckopFJbDLmrAPIM8h5xyZlvmIf6tXLW7yM0/hucn+C1t85W71UKAAABAASURBVCtf1j/4B/9Af/zHf6wHzNfUz+mDj+4SE4Epa9iYeTTP0pi4qTDYZV0as0/YB6eULnH+XtaAKXHlWkp7l3GDD7Tm9NknJpNHN/RHB+Ujtd1kvZsv0ZdxneI71AP0B+7ml3Zshf4h2eyKbWmDDrGCfvgkcxK6m8xPABnXq/WLPtTR17aQmXlKCsAXfwDIL/zgib7wgQc8P58e5w71yAE+efqAR5l6aMIHusi+y9oDUEd5ji0owx8fox/1tNOfPEB5waPc2hLLlzroA/ADkAG70I+5Bh7yOWNQXGQ7YSGDH4bggY/sKWbMx4zd2FL40I82O04YBMqAbdHPtiiTX2Sz3XgoH222Gw68oMV4AW2sEr/J02Z/hmcfZbTd4gm6oBs8wGdcAXyeFGCcoVMyN9AO+QH6AdiB8WdtBNifgA9A03abo+CCh+3IY9tdziDIQB6a6JGpqpvb9Rn8BeADnu22RiGX7dh1ajZb6KALeXgoH30oQx+7Ma/wQduqpcrRCx74Cng1MRy5SRca+BJ0WL/WmftLGzSpJ1U+UiBZscYjS0ZN9xNr4Uk97Yu/oEOfGFBLEX4LLWQgrwQSp4PlZGclEWs16zhpdXzuWK3k2vpO3KUe+bElgKyk1KG/HYoLFIvPtmyLduVD7iStvIxjzb7SPuIhNzQXecEHbLc+9jFFVwDejo62xUfdQpc8dl7FZwHbiZ+jIlAbZ9uNZo2d6FNzkIEW6cDeKHJJjh8Qy+fYSg3QpdSavlU1OJTZG9eScoMi8tifsRr6PrgllNTqGaM5MTkUNWV9GRNX2lk241Jq1SHre8yvfdYSztO0tc7Im3bKOd4IuZU6WSq1ijrwD1mbdrkXu8odG77dfCzxH1sckvKDoNfZ9zOmJf1ZNx8/eqTnz57pU36QP3FvH2C+ofDp6YlWWeOnxLCmS/qgG/1p77OWoucue1bK8CA/Ry/yAH3hZUnkAUV3xplxSrUYZ1LsuUCNXozxHHuxxuDD4Nk1+6N1A6lkj75XUNR1Q2LhnH33VmEvl5p15JA9wqGVx6yZDXJGnNIhJk/9HJAOOQsecvaQrDnGHBtOSi7pv2swhahtKR8yIluf8cVnqcfG4NBGih0PsVsby5xjGO9pnpsfHlJmnMNOLlarD+4Uu4S86L/QowzYln0EYuJn9jDNrQ917EPwgwXgv81dzE3GiLEZ42PgNfniZ2NkYZxI4RvTaKIu+NucsfjBWM7MnO1ojwixdRf7H8+qw9BnTnUNusyjBfrUYxvsYbvJXjOm2IwUoW2LPHXgKh9l5ixl+7N+zLM0Z4zHRov2PvMXfNs0NYBfrZmH4WUf62P21mZbpZQmf007AG9iD2scedoXv1Q+240fuIDtFzTAXcA+4lG23XhAjz7/I6DPAvaRjv1ZqnwpNjmOeMe2Y75EntrsCB/qSLEP0PdDxuozaDLFbtgTXBtaYZA/tkWMoj9tpAB5gDw0SdMrc6V58YtU+ey0BMC/C/ax3rZq/GRIXMHuC1AGym1cXfrawc9Y9X0ncNk/ADV1vzlOSx9kBPo787O1pc/Sj77485IyJ8fMQcqAbj/7KDf96QuwVtpLvWN/xuAI9lJ/LOvOZ/s3cNVshxzAwl/5bDdc+AHwt4+0lc92a3fiB213wf4MT7/xLbqREm/gCW/KoNoWtJY6+1jGngBtgG4/8KZMsLv9bTca4CH7EUrz0YWGfcSppTbcejs2S0pfwOjnIvot4wkObcq38JUsPsoL2A5PYtOQ+NQ3GrZf2Fz5SsrQq/FJaNoW6QKtLbItZVK7vIi3xFLWWfZ7xGX2fOxHybNuAbvsSVmPwZ0SYO3PZNVv+WwLPr/JeykvKTjKh75T1ifSz0HOjlPWNtZc2gHalzRdZbvxglYZuhgqULteYwZ1n4vGrJvJK49+sy7ygPjJo8d657339dbb7+itPAzyW6hPcwDfhdGofKXI6T+76hAa2wixTds2k4sH1l0MsM1CtwMi9D7tu2xOtrkM5NCLQ86yaunURZaudC0oKf3YDCh9qov4ie2Hudj6Yi59vv6139XvfeMb+ubXvqYvtX/mbR2B99rmVfv5k0d6/PHH+vCD9/V+gP9n66/zuPPGW2/pzaSUeUi9yGK3jRzosc1m4CaArMCzq62e5PL6cR7fHl9c6Wns8CyX+NtZ2qtql03DdQx1nY3DNvmTXHQNuZTeh8ZlcC/Tf0z7kIvRew9e0v2HL+dC5l4u3gcpA/D84rk+zsPfJ3lcJY8zKd8qQZJNPoHPBaeZsqnZ6vLqUleRd5eFmskHjTl2HzVrn0vnm2wCD7GTitQNx7EcKYcXjzENcOpAZTEIUMeYR0yVGpvLub+e8mAQyOPVlIdETVZ1JxYPDg19N6grvWi7iY78FudV7HTx7EpPHj3VZR4i9+mbodYul3GH0BgP1hg7HQIRM3lnw6tssqZs3nZ6lr5Pn1zo6ZNLXTy/Sb9Jc/juQicupFoHrYbTaNrp5vqgbeqntDt+UodBJb43ZQxuchHZHlpyYbKLH2+z2bnKQ9YeIqVGlRL/nHQYD6Juh48G7yrj+jwPXxcZ54s8NDx58jwyAZd6nvJ19EOPOTwUgNw2vstvA+2iI/VDv8lF10bFnZ48fqqf/eRn+os//8v2sMrj6n/60z/Tf/rPf67/8md/oT//i7/SX//1t/Xt73xP3/v+37ff1PzJT3+hN/P4yv/r8733P9Ynnz6JDJe6udlHXsmlV9ev1MUWdpX/e5AxnuKnY+YZPvE5+FzdrFnxMZdjmvycvJSyDdMGY4hdxaefxRafRq533v1Ab/zqLf3s568JuX/845/pxz/5uX75xlv6wQ9/pL/8q78J/K2+/4MfJV68q2exK/PhCQ8CCYzH+R7O4VXQoxTxNZaaxG8c8dOBNSJsVoPOclg+z0MmPyBx73Sje6enWuUBZdV3iQmdwFmve/V9ET+EoDywlByMunlWnSYJp4svlIx7J2nIvGoQhn14kF+H3ul6pfMTYKPTPNxsVr2GHhhayhyopYSH26PVHP8h0HapI0Zt42sXT5/pMg/mh/igwz/vPg3XudirKurcqStASuGvfATnQ+b1LgcxFhbsQ9Ocl66b/U2b94c43SE6jfOkuKBcixQ9UhL1Qw6x1FGmvvZVNfapWeSAvtTMqUNkmTR0JTJYc+zh0Oxj6IKsoc1PcK+GTn3or5PyuHV6L/p3sxJWtFl36nrpcLhRLVPozCmHXmiuVl3aV5kHg2poKvJL8bEITIw55K8p+dqttFqfap3Hw27Y6DBaU+wTpSR3gapxKtFrSjqLecqjUVxXtkPRmqa5tR8Oo0JWMUb+WHPapyDuMq9jMtF+OMQHZJUSwdMeRK3Xm8g9yC6SLCnpHGnTd0zHQ9YFxoIUevCbwqiGRq29uhihhNYcm02x4TgdVPsSX1zpXh5k7nO5HD8llp/nUN3FPn2p4WSVpH0/aJUx22xOGi14songwp3fPuNynocvNhf7XDhbUo8vJt7VGjqNd2wQWXfx7ZvMq20AHzrEl5AdevzAzDzPqqWIfodxp30eeueMTe2KSpWmzBf+eY4h46c4bOUxM7r0Q23/f+tvZJ3lwnoVebusG1PmVI0MXKSfRkf47WOvq1w0IO8YvxoZl8jWx07r9Bsi9/n5WdbA03bpfp71cpOL4VXm93q91tEOjL3URU/aoI3ODYa+yd+lDf7oWUuRotsCV3lU48DbR0b4wZd8LUVd5J2DCy3+FYXTPGrxGHB2eiYuSMbYjDr4jpEbe9NnPByyTu2yJm0Ti2+y/lxnjbvUZfY/bPTQHbrg3lzfiHig+NEUP5rjo7XEwPCNHfCFhw8e6otf+KLuvcR+4FSlFMEPOtjWtkhXsRkp9diUFL1JlY9+8MUOjDX10KEOHW03WzNulKEFTdvx/bV4AMFG9K+xDXqDBw52Z0wYo1eyt7qfPRf94UmKHlzu0g+ejPsiA/wBxdNpB+hDCi50lzJ6wd/BVT70A4d2ZEAmZIz5Mo8Pgg+/3c9viD6P/dkPXWTMnzx9osd5KOaB8NNcbl3GD7uuZt+0V6MZX7Td7DzGd//iL/6i+RL0aecRUxmrrlSdxx/ab9PmgetLGacpsYNYXiIjuBHzdt5uGo2SPjX2ox5dAGKG7fYoRhtjgC3J89j6xS9+Mf6+CUWrL12gZj0bdB6f3AyrrG9n4gH3XuYIcJ+L37NTbQKTJdWiuVil79oPke0Tf/qsXdhnwvnStknMOaT+08ePtE38UOqIExfZR7JOnN07TwSY9WH2yX//4x/JsdfZ/Xt68PJLjc9J5ir0kbmU8Msg2BY22CXOKF/xsf5wa1/GirED37aWVPnIJ/mv/uAr0LybLjTgTQfaANuZ6nMD/GTpZ8eOiQvgHDKP7SMeOMQlfJO5usuejfGhDlxScGzDpulGPbJCe4pP2Ld+k5jA3EAmwHaLC/gwNNi/8zDJWJMHFvynT5+22AEeD9jLQzgyIe8h8Rtc5hV+wnxjfhJfF1+BJ3MC25CCg/8yZxHePsoDD+YmdMFFX/pOWafGxGV06+I3QW/zAd7sLbAFfdDftuhjW4zplDkzRn87do1NoEEZ+emHDVhr4IdMpThxcJJN/041ZaDPPCEeA13WHjmBMvu9UotW8V/0pz+8lW+dufCtb35TiuyrrB/34pNdcLc316F/0Jtv/ko//MH3Y9vreH32CdHvEJhllcTbUmvbI4zx3Vq7zMczvfTSK6rJA5x1TzPf+UGmknmITrbFZ1tj5g86UcaHSFeJy7ZlH32O9qNtR2G7uza0/WIO2BYfOKWU1h+7AqwT8MaWi+62BW36jNEJPCDVjU/+StMs8AHoAtCmH+MGLn2C2HybMvkxYwmQP2TuMi/oSx2p7SZ3ybhBDx8jVT7aoQnYbnrQVkuJSHPrBw600AcfOYQf+OAByGfHR+JX4M4Z35Bu/cEjj98Sz0gPmdPUoROyAJTRe6FHnjpw6WO7+e7CC3moRx7y1AO1lsiMHoouepFXPKpE/xofAk/5SgG3tHGhfinbTt+jPsg/x9/ggSxLmTpA+Wznb7UxoQ76C60lhb7tRtd2w6cOAKdVzFJJG+uWMi+njOWcfQfTqsiivkH8HR+zjzJiV/ojG2MEPdt5WNmKH/SljjZkIz3E/+gPb6DVhw9yMxaMC/MCgK595MOcgRY2J489KDMOAPXESfgT09gbJLpnPt+0tRsb3uRRgnboUob3wpOUNtttrJGDOuQgliAf/RaAPji2M86lzZ0FX/mQBVhkTZVsq9Qjbsn4Kx9yoMs29wakyJTq5r/gWG77lYYX22FD26C0evrQBtBGf4A8YAc3QJ7YQkfbgrbyUZ+hV6oCwU2d/fkUHuDFjZtc8AJaXfAZByDZJhM2Y0w4f9zk4RxeyGT7aKfEX+wHgAsQqwF8AqCO9n7oWx/qsDf1AOMBUEcbtkcG+JDv8NPMHWSkznbTD1lsNz1KrW3+QQcauvO7uHsQAAAQAElEQVSBh970XdrIQxs08vRbAFx8ECCPfRhT1mjmCH6ATUiRE5roQQoufaBJCh58kJ08QD3tyLXUk9IfGyxy4PvUgUcK2G7rM3IveOThO2WuQxugTD048CcPHfLI7GIxJrZfjAn9aFM++mF36rADugKsCWPmuO02F6kD6Ed9him9rSkxnHIK8aOx4cIfHZANAId+APYAlzxgm+ILXelLRalVyB4HUKlFXfZ3za9ytivdsY05QDtzZA4ZZ36y5x0z5+BTUkYOUuVDjkPaKAO0pTpyH9pejvYwU4754l+PG2XNriknTV61y27F2VPM6rI3qf2QfvQ96JBOjPmYh9fCGboo25uDclHa4LC70fbmUvvtdat37mwPu2tdXz7TzdVF7LYVPySs3CNMOZ8fEveAKedq7mb6vsu5YxB6IWeNHVY5N+OP6J2VN/cDK9Vaxb8YxPaqq07ZqBRbzpojfZirpNFpc5FK0trX2Leqpr6krGAWWxVaDcqLfJ9xwGdI4c38x7/ID4kR1NN+lMnRqWjJ4zOl1NDqwre2eru0lPpSigrt0Y3Udsol+PVzUBpeaW3ka2TsOnBKw6POhre1fNSBRwpPUoC6Y9/aULEtNqZw2yZ0ugtDxn5YDW3N6bLP7CIvuA2aHPVFH9oA+g+39gEP3vAA4Pd5yAjEWNRlKECR7Qb0Xej1Qy/y1AGl1laGD/XwAGi7y582gLq+71ofcMC13fgd/5obT+r723EnD9h+oePSd8FZ0qV+SW03eg5x2y0vLWlyqYP2ArZfjDF1tdTPle1jX9viq7E9etXYAaCPbdlHoLwA7QD4C1Be2m1DssHiE7abf9XaCVzbjbby0Y86aKXY4iL9AMqMJUAZIA+MiZ93y+DaR7r2Ma2lNH7wkBKLbn2DPRk0lI/0t0EChpjLyLXId6STTvljO38f/9AfWYA5VeDVW13pa9/hfSuDUudiAfRPt7CkN7kF5lZH+5y9PvRZS1hvdrnzZu2hbg5NO7Rugd7UjVmHaJccXYrsz3DsY175bOfvz/7QdwHbL/qBQT00SQHq7kLbQ9/pY7s1g7sA/aecEY/ppMJB+IbAnQOPY7ghl8zDaqNhtdZA0Aiskn8BrX2tPvUsJk4w2UVZflOI/z/lRS4UeaTktz2v86CwC10eWFmU5lKlWuXaNYD+ql8l+Hcizo+5uJqzKDkrY7BSX9XVqtNcuj7MRc+XXv2CvvjyK3p4fv/4GyyOYcN7zOXOIQfsw/WVtrlku3n+VBd5UH366Sd69NFH+uTjT3PZ9lTXbH5RXm4LIpf0V9u9Lm52ep6HwQvgeqtt5DgE5yaPf4fIclD41JX69ZlWJ/e0OX+omvxYuvQd9ex6rw/zkPjhJ5+Kh7kpfWvs47Tzm5HPLy719NlzPb+80DbOE5/JBuckB/uX2287vPTSQ93L5daQ4KgYgv8vzcWzp3r0ycd68uRxDhfXWWx3uQTfp1Wao/dk5ZFhr5vozvi1SRmnVmw8Zdhpn1J27FdqlTMhxzgy47HPhuKQ/BhBDrEHl21cTF7m0fB5Hr4u8hjEb2du8yAxZeOm6DNmXG6wUx7EnkWXi/b4eHk8fOVxc59H06vY7/L5ZS6ar3L5vAvstbveZQORzUbaoQFwibHNIyFwOMySYt/SR/Rec3glvmi1OlHXD9lkzdrnkdQumiML+cN2jBv1cupG/CuHSB5b2ABuGb8APDSXow+HzpxxVPo3A4ZfiT36bggfLvI3eQQ50Sqbk00e7eDr2gc9vEP7hku4bGrgcQi/XfJH2EX/az17/kyPMk5PMmZXuaw8zLNqFp915goXNSfre1rlMbgrK82Hms3TqGdPrvTJh0/0/rsf6+1fv683Xv+1fvLj1/TTwI9/9Av9/d//PI+RP23wo5R/8Ys39eZb/HDAI11c7MN31HY7KaLERkXT1CWtOhyKMu20zwOVyyA5GzD3sWvVNKc9djikDdiPar5+k7E5xGFKHdQNG7mu46fSRx8/1WuvvaXvfv/H+nf//j/rX/3rf69/9b//B/3Jv/1P+rf/7s/07wL/9t//F/3pn/61/suff0d/8u//Qn/2l9/Xz15/W4+eXusmj+hXN6MePb6M79/cyqDIdojcu8BNZL6R5r26PNblPk2nJ70e3j/Ry/dP9dLZRg9OBp3nofR0XXUWOE/7/bOVHtzbNLyXHp5lDp3pfnDPg0v/e2drPUj/8zyMnvRV90L44Xno5TLuwela91J/P4+yL91P33tnenB2ovPUn656rfuiVR6TSDdDlzjT6zTjuAmshkElPsdDySEXPBwGxhj7+iq6BrYBfkNvyrwps9QFty9VfelaP/y1gdz+Kyqykw902ZABtVbhmyVzl/IQ+ftVVe2q+q5vUINDQJ/iiwDzgp+GnTJxwKH9EBl43Nkltk+HSXM2702e0OtKaCU9wd/zUL3K/NhsVhq6TrUaqTIm6RN6c+JEHEebk7X6bLzmTKBxPGTPf1CQ1EWuWosUXOqBeY7/p64PvSExbchcWCXtwtNBHadDfHTXYEpeOXxMkW9KLIK+HOOlbox+h9gXG5OHB00h0VDQY50429UamSXnv6F2WufC84zx6mrGsmZMO23C/2Q1tLSPbR1eJbqV25S6LvUlY5E/bd0p8dg57U5aU1mscJgF3jr0zvJgcT8PHi8/fKgv5NHp1TxEvBzgN9PO42/r+N0qPPknBLkY52HqlVdejb++rJPNqcJexFkusC7zKMRazCGeDcYcG9puD48ctvGFpa6UeE6DKie1SuSqSkGl1CRVrM1dP7TynDk/BSMIGd+qOYzneZajz5Rxg9/NzU1ix6G129YQX7edObpvP8hTwufll1/Wl770RZ1Gb8cYtRYptsEHGDv0vZ91ehW97z+41/Du3T/Xq194RQ9fehAf2mi1HkK7Uz90OvrDHArjC1mYU/g0cjHmyNbqIid1JXL0feJZ5F94R8xclIf2ahAyIA+AfLQd8lgB9H3XfLiLX9AXmGML9CF/cfG8rbXUgUNf9NrnMeoqcZ326+wxyNMG/QWXMeZgeZIHsdPT08hzElnWL6DGR9Hn2bNn4tGFh3IezRl3dJqjTx+9VvFd1ph9AnuX+UMbfdEdgAZ19/LAxm8S8uhydnYWW582oP4LX/hC9hYvNRl4nKEOusi2Xq9bPf2ATcq045+k4DD28Gbegr/AvTww8lgEDvJe88Nd2c/YmSGRH5kB/PhJHjfJ287YHoE+ADrAwz72gx7yoRftgH1sw1bQwg/QH1vcxUPOmjlPH9rRF1qbzUmzx/08BN+LrWy3B2R0BpeUvqT8036rftBp+lQXXWe/RpzhnyI+z1j2pUrZZ7K/YK7Cx7boT3zLJLjND+r6Tqcnp/rKV74iHk5ZJ7aJwYwzumCbpT91Dl3WCy5NuvAZ4gPjYcwcGdqDK3Gd33I+PzvXH/zBHzS6zEMAOyAD9mT+Qhc4jAdRV2tptsfnKNOGHd94441GB9nobx/nOfIx1owxNuQhb0gcAAebleLmz+gLQA+o8W3biStz40sd7cRl2siTArabTPYxpa2Uo5z2ZzTGrDFLG6lt3cXTnQ/ZAOYPOABl/A9ZSNGbdMyasnS1raWd1HZrIo+sU2IDNgKgB0ADoB2/tZ1YftJ8i/m/yXqKDRfAHwH6EBcYJ+SEFnnkYR49z56aFDxSxgz/+OCDD1q8QH4eZZGNfsAm5yL4MD7EAMaMi1FoUm9/pp8zdkRal0S66HWVOLbPpV2ppcVi6qFnu40P4w6gOyn6QhdAdlLkJFU+5ELGZLPX7RWyGhN3nYlUqzVmPCOCVqtO602ftWAdmz3QWfZkDx8+0Fe/+lV961vf1O///j8U8cu2sBc0lH37B++9p7fffDPr5YWcFeNB1pWQFe2b2Jx5fnp2qtJFwexRgqRSikrtNeQ8m9VO2BNdkJUxGOMLH3/8sbCr7bb+sWfC9ujIvEV/9KIvazM6K59tbdhjJF73XS/GABvR7y7ACz4A7bYbLvjg0e4YhjbkZVxDvq27xAr62Vb+ZH5NAn+MLQ+BMfIrtqDttwF0aF8A+vBBd+xAuU+8gj++A236gIN8diyduI6ctgX+0lZKFR9tyHGILKS1VgEltqfdGYsSH1D2d8A07jVnzzfG9w65eG751O0PWx3GnaY5e8tAzR5c2QMC47Rv9Y3erRxz5KI8ZV9ACj/AdrOvbYFDO2lJGbla/la2MTLT18a+FriUwWHcSakjBZcUwDbwIk87fWy/sA98aKcNHOUjpYzdiRukfWL9JnOYPH2gG1Thb+Dif8QDAN8DljrkAeBjm24N4EM9KTTI77NGo89CF8SFHzIw9gqJ1iexgRQ+4NMPgM4LetmbsEcDjzrawQUWeZCZPHByshH/a4ST7BuH7NGGVeYLfheeu9xfjNljs25uMo9Xaa/Zn23S5zT4m+wl2buh4ir5Vhe806zLq8w9+zhutpv94Ydui00pg0c83MTWJ1njsXMf25MqHzrQh3bqgKWdlPlNu+3mU4ve6friD3wWHOyBvcBzDEs9cYMYwpwm5YccwYMAeMhAH+q4k+GOZsccj5/PxapDrxzRc17f6zo2496Hdn6Qij6MF/2R17aKi2qpcvou9JUPOZMkDq8Sfx+KdQO9sRf5V3KOIf4ST6nDFuwHXk39w5xzWMsoszf40pe+JAB8gP0oQJ69z+/+7u/q61//euL6t/TNb36z5SkT69kfkUIT/uiPTfAb+2hn5LStWmv27Ynj2YuQRx/0WPLoTx26U0+K3LZFmTz0lY8ytmIMiPPseUgp47+0QY88sjBuy7yDxnEPeJ37l2thb2SAPrYKeS19aaNMOwBf8JzxsC3K1MNjyeOntlscWvrTBwAXgA8pfZQPvckv9bZf+GiaX9iNPHjQRUf4kqc/etludl54kSIPYFu2xQf+ApShYx95QnehRToxr2/PMOAB9hGXdQ58ZIAONOlDuuiHvADttBEnlnbbzYa0M97ISV53Pvsos+0mv51UAR+RbDf70N/2bdwds9XPOpt5x/4PvrZV0CN+uJRJ2afblu0ssfMRovOcu6Epe58564tDh3uEUtTuDWqRDjlP7jOH5+DGHSRNUtbHEjqMI9D1JeNRjrRTn0HVmHMB+qey6Y6dauRirOiDDTaZI9x/kB/6Y5w94lV1iasuDqnwY9+QfIlA1NehU+07FepK+AbKHaiV/l1kqsEpnwPb0eGzP6WAA26g64PbpTE4Tr/ayaElldDqVVIu5YjXD2v13Od0g2SsZtXI3N3qSFrTFyAPMHboPqQf0CdOUg8OQB6AHuBSVSNT1w+N1yp7uHXWhHXuY1Y5Cw+8daTu5PRMwCZnOXDph6xqNolckWMYBnHfsE4/gDK8SnCUjzx1jEWfsajpA1BPmTboMZ6A0276WpriN/Eo5epGpdYGtJVaVWOPUqtKqVGpNCi1qqIXbaFRKQfgswB15bYN3kCXPku9HcaRGx+bsq+aUTgYQgAAEABJREFUsu9OMeNUw6t8LqXvajW0dQT66L/KegxQ7iIHAG3bUc+QamC70UMWwP58mbq7AA2g1NL6kYf2UYZVk2GdPQG8qaMNHKDc6kueemQDljJ15BcAX3c+bAHYbvpDfxg6ddFvwaV9avZK3LhNiWvULW2HzF3uZJd62pSPdiDZz9mI8l2IO9wW58zfI0h4yG31nWSej/WNbjoiJ/qRgtbqydyC7Re8bbda+5i2Qv5a+tjHesrAmPuLSPNCJuqAdEldJAz/KX40vbDL9GKNBA9yyMaYHG07tJi82BeZAZuxr7KP/KH/mwA9AF7YGSBPHbiklO8CdbQB5AHytRTBF9lI7SNf2ukP7UPi/IFxbelBZcejVh4U93kQo2HMo1n0jsKTeAgEYi/JIV4JzoNKJuCc8iFG2uayu/2zsyGarsfhLUUKOIHQBMsGVRUHTN6lxiilOeT5+b0EpI0qdfhAaHYlbSn3tYhz2CHCbvMQus+hYJ+Lqad5uPrgvffzCPWW3vzVG3rvnXf1aR5N+ef1rvKYepUHvas8XF7nwY/D8S6PYdu8HOWPDu1BqWiXRzz+yeGb6J23pMjbSdFvlPNAOSaYZdFx1TiX9JGuQ+MijyVP8tD49PnzPGhdZUO1E5tZdN3kEnXdrzSEBvKzkO5iGy7f2sOeioY8VPX9Wg7dXR4IofcMerlIefz0qT759FEO9s9E/ZbHkNj0JniHDAAb7DnWbYOZ9JCFepcF+yY2YVM9po5grNiMpXKX/lMi8ShF/knQazrkEuV59HgW2zzPZehFHr8vY9vL2PUqh6TrwCWQ8gW/jRh4HhzywPP0vbi60vNcOF4mZUPE+BxyIAZ2bBRySD5EtjkHs5KxNDJEHvYMlLv4T+3iA1x82JqBEiQW8tTHVDk07AROlzJ0rnOZPUfnvhb1XcYlMk55JBp3k8YM7HSYVdWprwnw/UZDt9Yqtl4PJ3kQO9Xp+kTkqRu61W3bOo8rm5ZvByZ3KvHPTQ5dtS9aoLSD/Rw5J81RYswmiIsonHPI48B6s1K/6hVX0S4H/1303+ZyYN9skj6zkUy9I1Pd5HEnPLuNhrJWVR8ynTSVPLLu9fzZlZ49vdKTx8/1yceP9d67H8bH39Yvfva6fvKjn+uHP/iJ/uZvvtfgb//2e/rOd3+o733vx3l8/al++tPX9PNfvKFfvPZmHkHf1M+Tvv76W3rjjV/rV2+9q1+/817757o/+OgTffTJI3366KmePHken3ueh9NP9cZbb4fOj/U3f/sd/cVf/HX77dJvf/d7+vGPfqonzy6z2Ryjf1HXr3Vycp4D8kM9uP+y7j14WaQvJb13fj8Pk/fSfpZLxlNtslHZZKE7bvAGcThuGxA2IrHZJvY7TfvZSWhuhiyMndarLg+nK1F/ko3KSXBO+rR1nYYai7kkLeqT9vEH6jbZRJ0G9yxjd7Zep/9a985Owy9jvEk5h+/zXNyd5/GLgzgyDdkMrNPGwZ0LjpPTjdbp3w9D9FQeq7fiN9AeP/pUn376qfhtQVJ+evdp5isH46vbOcDhgHmgfLZVSmmgfHMWlKVsW/ZnUOX4gNUOv9Gt1iIuIAnY0GMDfYSD5gRmS6ouCpaakImZJfR65lTqD5kX7UE3MWPIBo4Lvz52syxolsjVpVzDiw0QDw0AeepCvv2JyA0f2angsAnsEm+oA7eWIvJj5uUQm03hiR32iQG0Y8uT2HOT8Vix2e0HISubipuba11nTl/HfuCs0j9qtAMDFzUOUy7ju8zHWtBXmSeZfeExhx84Y4spmffRuytVmtKemAkPeK4zvpvMzXsZd+AkPrbJhcwqvjJnDs8cYKq1Grr43BB/XWsdX6vFWCuyziqZ70NX49Mb3b93lvREa/ADm/gv+SFxrAudcM+audMh8z4iZZ5UdWmrsXXfD1KosR588sljffzxp3qU+XeROMoaxaF9n7GznT5dA/rhA+nY/mDrBaifEleQUKXLn061GwIrOeVpcuoGdTmgJJN1LOMf/lIVH3RKKbLdoEZG6qB7V47f//3f1//yv/zf9U//6T/R/Vxgj7ng2Wd8n2YN/vCjD0JqzlzPvIldmVP37p3Hnr2Godc6ti+xZeuTy9PLrMmM+z5rAzQUB+7ii8gBHmkItj/k+9Dggme1WmkTPyLFT7nouZcHMsqkffwcWMXPoIePYk/SaZoUBYV+p4kB0AFX+WwLPmP8iX7gLEDf51nn9xkT2ugLED+4TAKQZZEBHHAv8ygOMA+wJXSwK3LYTgzdRRwLfOSADjqSBw8atRQh00X2MsgDz/v3Hwi9kQGexCvytJFHL+rBRy7qyEMP3tC+KxP2oe40D7HwXnCUD77EuieJcTy6oM8S74h/ywMEuqEjPMiTpnv7s+wLoAsOlchoW5SHzHdkR8bi0saHPLKQIhs2mOMjlMGnDrDd4g480AO842XtqZCVf9YYeR49etT+mWH0QW7w4Y0syEVfyiEnYusaP4sP0V5LZn58x8p/QbhKnEqiru9EX3TFnuyB4A8d9mTPs5ejnt8+RA76IROp7baGIBd6rImJ8X/6pilzZmh2+OpXvyIuJfGLi/jT0zzA/+rNX6nUqoiTtfqj9gMO2OYka1w39CpdFT9Up3xTYiQyTtPcZEU++C0+x1j+/LVfiH41+qwyd2v6P376RG+/+072CO+3NmjbDkWJ/vYxz1jga7bF/ClJ4UGeNlJ4lVpbO+Nnu+lHG/oqH3nw6Jti0922bOBof+oB+E+MR9pII1D2fQcpOs7ZB06J+/zgjbMesu+fY4O+do0W/W1oHv0GfosMtl/IyJhCG7nAUT7yyEg9fdCbOnCpx6e3uRizLS6iHz9+IurBx5eJISHT6vA36ipjnrULnZirpDX2x0fwFS534QUP2y/sgh2pI4WWfdQHX8e3qWdvqnyUGQsuu3l4J3YgK/LDkzKygIOfUU8ZSHeR2ibb+NOOXse9yUFTHsRWq76lY9a7UhQ8q7td74j/J6cbMQbr+NfpSc49ZVZxhixjNSWujllHulScpP06a8O7b7+tjz/8qI3r0IV24vL7770jHk43WZfXgSm8hr4Tv506Zy3aZR+x21/n8fFaX3z1pewRJlljLiy3WYv3Ld1eX7Z0DP6zZ08Tf/aJw9vIW5t+q9UgVMUWNePQZz0Zwxs72W54tNluvmJb2IJxx+b4A6l9HA/Gkzo7ykpx1eM8tI/ty3jZbvTAh98Cuv2gSdZy7By9go9fUA9/222dgN7SF/+AN3jEVfoDCw/bFKP/rqVT5gn06LNZb1odfaGDztigVeYvaNhH3UtS+0gLX6c/MoFDnrp0abajDh6UwaGdvH3sj+zwXPpQRifwqGM86E+eNlLK4ECb8tKfMrQB6u2jjcbEDnRa+u92N7HdvgE+DQxDl/FQ/APbTC1lHkETWeC39F9S+GAjZEQG5CIPPvONuXV6u++gDA406QddZGLeUwd925kjDu9D8xv4AOCiD/jQAMhP8dN99uRxkNzHjxpzV5KOmQdzo8M40V/5Gn7sAB3WKAC+AHvQBY8U+qS2ZR8hJF78QR7aqUBX9Ca1j7hTzv74D7bosz4NgVIcMcfAlPjSqWauzVnfx9v9oNMO1FrUpW1YDTrN+rberIMVzNCst/Xoonw1awxgW6WUJqvykV9lPcf2yMEY4euymk8iOzoA2MN26y8+85dixrnJCi37tjJNlJGj6z5bX6ABrTS3fuBQx9gSz1kH2IdQxt6cgYjV6MG4MxZ3AfvbbrIutKhDblKAftCibgF4Kt8hsW6pAzdVjRZ9FlnYx/FP01PXD4PYi7LvWPbU6LcAMtiM39RsAr0FsD95+CEPd0Dk4UuZtYr0rn7UwZe1iYdXHlm/9rWvtQdeeLIOAthswcVWczzBtrq+a2C76QU/2uGpfNCGJ/aADnseUsaCvS260wbQ7y6ga0hooUkbdAEefKFLHljGHJmhRR/bTSbo2Jbt+HsvfLDvevHRRoqP0od50tqz9uCz7I1PcqdIO/Zd+JAHD58mTz18mW/QAZDXdttv2ccxg/4CyLrwJ089/WyLMnQB5ENHeIFDnW2qm4/Dl3pSAJqk+9x70g98+lKPnLZfzDHqaKce3qS6/Ww3m9l+wQecNmcS70Cz3WwMP9pI7dQlhujOZ7vxhB+6He162sbDPrZhT+rvP3igUmtrQ+5aqviQDR5OAX1tZ7+xbwDfVAv6xBf0JgbPibPgt77Z643Z78zZq6ID9zPg0G5ZSj371myPWn4pp0W2j3FcR1tAj/qS+uP9SL2Vt8u5u2s+hj5DYh86rOJvq364xRlUSxH9avRE5iUtoR9jy7aosz/jp3y2W5v9+TRNn/sDzVJrowEdoNWFL6nt6FNe0NJ/5yuWzH/pY7vZGHqM4wKUofsCXESe+rs4d/O2tXzY8wiT7GNf+ttHHNrIUgf0fdfm1ZB42XV9s2ufOXsXaGMMmLsrzngNN/Eq68UiF/hd6sHth4wPEDo1OI6tFqBcs+YpQlB3TKs+yxeB0w+DuvRFxkU38vCBB231dlxsh4xFO3W0LQD+kielfQHb4sMmgH0cR/CgtcB/C5++DSc2nDO4gGpooF/SXGeJupL2bjVoxZ1P1n7y1Dl4BUg75RJ9HZ2cvk0WFbHnrRVbZ2wyPkO/Ut8NgV419bRnG4GrRxwf8UttqeTjf9ELPPC70Ki3UNJfaTtCcDNOstMtc0VM3TlTdxZ7zUzpxmPKReqYPTZr/SF3jsQL6oLecElty8kAhTyQcvuT/hCaI/ScPGC7yYuMtmX/16B8qVWWy9ae4n/1x7ZKdLCLls9OrwB8pigxJY4BS/uS0k5MjMYq9bP+tNtHGqWY4gugD9D6RZdaq2psSlpKkf0ZPni2RX2XccYv0Zd6/Xc+2pF3AVDtI92lDf600wbYbnzgZSevfJEP/Dn6k4JPupTJBytDMzcgX4ZVr01gveq07nHAGqVm1eoEjU6rODXKKJfKuzwScblzcfFcV1cXOaDuMqhuOH1f1dVAnL3rSiZ28jFQLYqgVi017UXgrTLx16tV6hwaOdRa6tNnHV6ryDIMvYbkj3xnsQl7mkPw+x98oPcC/NO4j3KZ++TpMz3LZRMPglc5UFwHlgfBmyxguyy8eWPT5KrZfR4+q7aj22/Mke7nojGPq9OcCzLVGOUIAl+ZIDHomIP/nMlQbNVAanNoOciehMyrrpMzSXZ5GJhu25UBCLGGv+oHcWm26leq+c95NJunUJmdA1N02455vJ00KXS6VZPnkPYp7bUOUux2SJ7yIXJc5xB4fXMlNqwMaJ8xW8WWQ2xqh64cGoq+pT2gXt3s9OziSk/zaEt6ncfzZpvotTtM2o9zwx9d8p5XG+wi/010usmGfBsbXmdzdJWLj23KJfzuPXyor3796/rHf/RH+to3vqGXXn6oIeNVMtgLxMWyGT0E9pFoUk2bbr+IqVLKEWpSIGUXS2mcpJhwignnFK2SNnoGVt8AABAASURBVAB/QM9VeK2i8yabTWC9OokPrjVk4er7QbWEpkIrhObIf4ieY+CQgyY2PKD7dq/rPCJf5UGZf6aYR47t9kYcKp/Fvy/zaHydB+Wb+NQ2cJPHdNJdNkWH0JymWdAak+aP7BK+nUqCQ/6SHHsqesyTDjkscvmzy7jtw2MMvSmXQsqFFFg1eF3EHTIHVpk/Qyo6zeo8i3+yw3n0AX+/vY58l3nIf6bHj57o00+e6KMPPsmD6wd688239dov39DPfv4L/fQnP9OPf/xT/eCHf6/v//CH+v4PfqAf/CDp93+ov/ve9/Wdv/uevv3dv9O3v/Pd9nD6l3/1V3mc/Rt997vf1Y9+9CO99vovxP9v7fHjR9kwHlRrr0yF6DFqij4RTbYbRPSM8SF4+7Tvo/AYOLQ5wW/+RaU8bFethk7Mby7FzvLIcnoypNxr6Iv66FuLVEJ4HndCz30eX6aMF+M3x8D4OkK0fPwTp62yauYGm1DSLvluDp34tDPe1G1yOU48KfEJ27ItvikKTaFzyFjuM6bHw9euxRoOcBw4OXg9Sdy5yEXfVR69rhJrdvGDEhrQXR4BV5l7Qz9Elz4xrqqWosYlPObwmCO/bf2mDIq+CqZtTZlbY+aYgl9dYpOuQVdr0tJoNhvo+JFvfhxfQnZgjC5DZOEQVtOPOg7vpMjQJ1YBtZTE3X0eM6/iT9fit1fH2HqBKXSUcXZYzZGHtO/79DlEzlHN3qEBD8C2SLvQRy7lgw+yH0L3Og8RPErz/xDhwpsxhUZXOhEbFft0pWYdWucBfdPSoetFXU099u2XMrxin8417UVT4nxXiu6dnunB/fvit8lK2kt8ATtOmevKOJRiDZmb61zc4od93zU+57noOkvf05NNe0w9PznVvfNTvfrKy3rl5Zf1MAes8/Oz9lsyJ9nYDUOvGtt2XRX6kret5ev7KtaGOXOWavR/nscQ5tIHWbuett/Y2wlfkKzDYdYc/XXnsy3siF8yflwCMIbQwmftIz/GqcWf9J1DS4EpPjVJoXvQPrbfZyyn1M2pm+DjkrW2F/blorumnObYssY+vbDXGJuW0NrH1589eaqTXLLOsSP/hPWzR4+D1+mLr7yqL73yBT04v6fTtGM3UmWNmgPEyT4+AyA780b5sBd2sy1sQDvgUtpBkLYpPocvYxf8mXZwsQdzk3n5NA99n376KLHwQpQfP37c/JmLFwBbgQ8trEX/vusaT3ggB2sIl51ccp5kLeEAFLHa+J6fn4t2xpv6VdYc5dvxcJIUvO3NjfaZf4zVLvXwhF8X/1jzE66ZiyWIyHFIjBkzHrVUDbHLSQ4KyAHfGvylL7jYC5moX2WdQxYuuvgpfgCZ4YMtuAzDR8jbbvpBg8dD5MJ20MOHsCmwlElphxZ7LOwGLdJt1j7s+uEHHzYbQwsetNkWPJQPegBlbJyq1obsC23bsi34UQ8O40cf+qa1jT1jjb7UgYtM26zRlMnTN1ujPJXMqpmHfebyPvuUi+srffTJJ3pOnM76ep2x4J+3fZK5RhwnhR464Sfwpp5xRRZ0AqjHTsgFLvwYHx6eGCvkrCUzI7og63LpiG0AYgL06Ad9Lu2wic08P2SdHJtvQR+cVeRn//G7X/1dfeMb32wxBv3xBfjRnwfSy8RP9PuzP/8zvfGrX+lp4slF1qIYtY03PPCXdumcWMd4UgfYbjxti89264NN0LlB/Jj5io3hfchaRD3jj5yMI+nCjzxjAn3lmzLfqUu2xS34kwdsp9sRiEHgoRup7RZDoQ8twD7iplOjhV2hB2A3xgUZKdOGHBxUGd+l3rZoB3+pA48yKXIB5IEFZ5EJeWw3/uAtYLv5NnyhxXyAL3l8B3sRLyjbbnEJ+tiSPot+8HNxk5H5Rpk+4ICL7NSRp545sE+cwW7UYQNwGEP4Qxc/JU7gl9BZALwpc2QYuviBo8qkvq8tH1fOnrnTdR4b9znbgQs/aJK3LWjbTp9ezBdsg4/Ci3kBP3CxnfLBt0Y3zwcpe4g+m9nTrJuvvvqy7mcd3cTnWYNrNrxzcA7Z511ePk+MeZb4sBU/gMAcRY7LnFuKYvPM6Wpp6Pq2TvW16FnOf4fsl4a+U3YB2W/u9eTxx9kvjxrSfpL4cNw/p19wamSapn3Gb/sC5qzRY/bhhwApdooKTWdS7HBg/cx6hI7U2ZZtssc1NnEdWQFwSoxqu7Ux9tTZbjSxjZX/Ula+TFVRl2zGYWg4Sx/qbWecqlznLKt7lSrxz/FPOTdMsV2UTsXU6rFz15eWpz49dJh2rf2QPTUw55SpfMgIwKvU0mSYEcZq85H6Wqtst5hF2xQblOgGkE+jyIdcS8kvePQnf6ybQn+Mrx/SZQ6uWj5/t7JzxgGGjNcQH1U2I6RTfHaKnrTVDD48kQmAJ2V4kMcn8U3abMePdp+Tm3Y7ygUZHMYK2bouvhOdkBdY5iI49PnNdupXOU9QD0CDuoU38wKfQS7iMXODPPOV2LrLukQZAA+AL3OdOtvH8U5KWflIF13v5tMUu87aJy7UUsT8B1bZc7DPQT5SoJYCeqONzK2Qv2xnPErb59AXmRdZ0Mu2lo9+thsN+1hPHTrDCz0AZCVd5SzeaGTegQddAJ3tY3/6AVN8z3YbM/oqH33BpQxNdGfcjuUxsWhQV0vkV+TvWzpnPnc5cOIv5Bdgbu/2N5oyZ/ApYg7xDiAPkN/mfE1eiVv0BZeU/uRpI4V+4y2L88xl7lauL6+0vb7J3dDUfhiEffRV6jg3sp9GH6BkLPAtUh5W8Dn2HPgHsZ38IetvZo0c242Zd7vEOfbyh8yJm/jQPvcJc+bJFLvFVLLdADvtE4/m1GOn65tr4XvUUaadMaCOtQp+jB97Svzoo48/EvvJ58+e537vKjH5ogEPj5xd2I+wryT/q+xDgF//+tftruCtt94SQPmdd94RQPmXv/ylFuBfxHjzrTcbHu0Abb/4xS/0+uuvtz7w4ofNFjmxC36wAHqQv879zNOcTVgr0AXZyLPvuri4EOsxtr3J/pE8dEnBBQca2AE+2AvAPos9qacd2y2AvahfcKmnTD/G03aLn0P27Iw19cgLDn0Yd2IF84zYwJzj8Zr9PL+p+3LOm8CXv/zl9sOjPKoC9GGeAPSjDmDs4At0tWtzE57g0Id6ygD80Q2gfIgPIT/1yIecthsNZFc+6gDwwUtV8zP76G/QB2y3fl2tAg//VfxT+Sgv/UmhByAf9ghK60MKgIOeAO3oQh6ZSKmz3fYjlMGHHn0pm8wdsN1kRk7a6Y/dSKmjL0AXZAUH2QB4g4dtwQXHNokob7KvoR0Z6Eu+zzhkSVMWbM05M8/ZP5AvcsoHtb1czlZT6htezuSktZTEvykwNntAD0bpRXKEzOuSXI0MtZRQjJVTh0QldU4NctkWZfLNbn3X9hfotuiErORpL8Xigyd9yAOUSW3LPgLlu7DgUGf/1zi0Y5/fhIWPvfQxJF5Aql/YARo0LCl5wHaTC1p3AZ3uQqm1+eddHNuQeAG2Gw79bLfx1e1nl9bWxY7YDTuCV2tRKUeo4UEbNsV3AMq1O/ImD9B36YMfgr+kSzvp3foan1r60L/Wohp+AGXwu65vc+KYP8YC2kvksy3bTVbb4qMeAOcu2G64tl/wWPC67JeQC+j6vrXTpnzMIWDOepViowFd5MEWm9x3EO8o234hix0Pjw8ztqxnpID4HP8mvQufw5+ypgfCk/lEHDtkzo2BKWfSKXNroi0wpkx9a8/ca+FphnCYyJqCOwOpK8a+nfrYdA4/x4apFvKN0AqeglMyLl0/CCBP3Zi2/Em2yBkjlyqlv1wEzEnn8MsVtWyHR/gEj9gJ9LFxF/yStjkyz+E3BbDzArZDS9nNz5+DOdWCTS0q8TsVay6JK5L4V0hzM685fR0eQAZQU8qJOEmD1PDd8g0/+6Axe6pYOP1Hkc6epfCofVW/6rXKea5Gftsq4dXAQZBezF/kxzcOuf9izSFteLf4thvuXTzw8QPbEbM2W4WiBH9FBid7C0pK20x9fCnEUuSsUdK3qISG8kEPoB0Ja/rRBpCvwQEUe485l47Zd41ZJ6fAnD0ZoNgk0opzScRXl/3mAqWvRTXMHCE4bB5y8JIncWibc2013W5ApxhVKaevVn2XC9SVTk/WOs8lZIOzU52fbnSWScPh+SRGXmVjP8TQPAjlljabzL3GHIwPbFqzoOwD13mUvcphep9Hwh3/hnwuxp4+e6InOSw/e54DdhRysZi83dDLkbeEf5/Lyi48SpxZcY6xVPEgmCObyE+10xGO9ZNKnKFqnEoOmUVjHlFnd5pLpxBNWwlY82wpuA1mxiRDNM8xnlUcOQKkVRJ61TKr0jP2MbaKw7B5HvMA2dJcTJMeUmbzfMhEP+wnjYdZ2Rs3+Fx+kqbIMKloNhBO0W12lSPrEH37vldhJCMDDngIz10OVTjqkpIHLnPpdpVN/jab7DGOMNuSiwRNRV8b6RvQVhNAnLYxDrVLn20277uMAc6t4PJP9Tx86SV95atf0Vd/96vin3J5kMfVYRhUGeuMBXkC7yIjaZc22+JDZmCOXSnbFjiA/RkO7YCW77ZtKS7pGEMCh6T7OD2wy2TY5oLoJnbZRv5tJsQhh3OCA3AAN3VcVl7HJ2/if+Ad6B977jNuhwSzaZbG/HVIAN6lDmhtGcddxvQym3rse329zUPcVts8QFDfoOHnAid8jpNyq3G80TRtNediRz6oeFQtk2ouTPoAqTUqr0Sao4NyIQJOB07A8TGc5pB5usvYsOG/yWXoTQ4N5HfR9xD5R2QPYL8xkXu3H3Wz3eWQdK3LPAw+y4HpCYeRp09y6ZdDU/tt7hwII/+UfqWWyFQZ8sg7NXhhfs+a40tTbDjGLmNsBhyiZ4PYcre90i6HOX7IYJs5fn3xTFf889uZ25dJr3LxfZ15f510t73UlLGac6nl0DS0oZk5dWj0x9ht1JxxUHwm7NuDXqZe0jkgdbL6UrXuBm1ykAf4TfEVfhmfnONWh9DeRcYt/nAL+Dbli6tL8QMaH33ysT559KmeJvZs4/+245vprDljAkwq8Ep86QPIwtzuaxXlLjJUl4YDHvlabsuhZVvLN0cXhS5pSR9aSrGYK7WU0EhrxmJqNtjncQz/2r64LEqrCni3YFu2xdzjsvP4zy19Sffu35OLRDy4ub7WNv5yiG67xN+rxIebxNx9fGmM3xxilym2L7ZqsfIn7jYGDu3SotYQisxTbHnkH5wgbTPm+/jrmDHcJX8Ve15mfC8y7kC11HclUKOfFZHlRB0FmBuHjD91q1UW6MT51dAJWK8Hna1PdJ5HzrPNiYB7efx8+OCBXn3pZb2aA+jD+w9yUXuu+2fnuneWh8/VRuuMO7isRTWOMmfc+efmTvIodp6H0z56bMJjHX6bwNDVXNaWPBwOus8D4Wl4BU6CO2S9Afqua/ZYNfkGrUOL/LGtNt2G+B5BGL6uAAAQAElEQVS2eR4ff/z4kxzqH2d+PW2XEqvgtz6rVQ43R6jxIWCeYo3E3DFjTWy0HRsV1fgVG9EuvPETxpCU+hK728ELKGBbfMxf8I/5jF3okgfG5MGCxy5jDjDmzFvGD303m3Xm2yEH+nUuSn6t/+3/87/pxz/+cfxnp/sPH+TibiMX4QWJKTcNt82jjHvJQPdD7JT0qMso5OwiPym2IXWEaDzxt/jSPE/aJg7T50keRg/xxRrdn+RB7Fkej7jIQOZD/JY2NuhneQh3pFgNnYa+Nn9hjDfxmfOzE7308L7IA+Dgm0+fPBLxZ85agM9tb64EUHZ8cYrvU2ZfArQYlv3KHBn7+C/jh08q8pbYwAkAFxnrXWRf4Rf9oFpq/CTUMnfHrBPVRSebk8g46Dz+OQTHcvsn1ob46ar5w6BSSpu71HHBwj+9i541dpgTK1jLuQji0ojLo4tcGnVdJ3DoQx5c7HP//n3xYTfqwAFOYzPK+BG0uBzj8gra4JIyBuAA5Km7yoMedJGRdJvYAQ3Ki/zgAvQDpvgaevR9L+TfZW2iH2Vk4TGSGEWssv05/aGDTtCxj23Qg84iJ/QoKx92po9t0Qe5ltR2e9ygH7LTD2j0sqZkdcuKO+sqY/iYH55JPHyWdendD97XJ48f6enFcw2ZE+x7auwNT3jR37Y2m41KrdFRLTYzPguvBQ++yofe6A9/21Jgii/Rfp247PjARx9/3GR594MP9DyyIJOCCl3owR/e0AAYB8q2RX85vhd/IQVKjT8GZklT6sHBNraFnWwLmZSPMrQYb3zsJjKlOmSsWkrzT+VDBtut3GV8U9X+2NZC2448AcrQhzaw+Kntxp8y9dBUPmyxzHNkSVXjb5vsEchn7ObMsSilTEO1tTcyOjoy51iPQYY/9G03OtRhR/hQj2zUIQcpPMnTz3bi29j8Bzsv9qAdPOwPDWSHHv0Ze8Z5jv8zN6ADDjyzcxL97BJ/YUTU6DPHwAHgAzA/odcPmT/J0N8+6nCScxdyM0cAeBMnbQueAHxtp6caT+qQC9kXueEBT+aibdluckGP+Exn5CXW4BOkY9b4UGyPsOSJgfus3xMxNXuAY35s+79nmU9Pnj7Wu2+/o0ePP21r4VXm1kX2n8TWCfzE10NigzOeE3vmnFcO20POVZEl6+Eh64pCOyE+eyxrSBx2cNdZlzexDY+mQ1/k4Nw7XSfWDloNXTujnmX93gSvFsvZPyt77mM6ZT91o8O4jf0D2WeP2ZOjK3ZGb+wXY2ipY4ypp73Ez4hljLUd2rdAPTjEPcYIm0MnGGJdnrNe0Q5MWVNst/kCD+VbxifZyDWKcSDfJe7AFxlKLSrhD90+c2/IGkJ/O1wCd/PgAOD0XQ+pF33Bgz564G8A9EGiDR+Bp32kS9sC5bYOXAB8ZLoLXfZUGcG4Svw84+Ug1lKFHEPk5pK6urQYEnLRd5JiH3jWWtu6RgptM8HTalvwwB7opNuPOmDORp/+0LHcxo7+yG07PMYGSx32Y5xsN37kGTugxfXCPEUuNb4OP+yFbZANGaDFuDGH6BMUMa9YWx9nL0OeuIF9sTdpk3GeZVv4CMA8py84tCMzZdsND37IByD3ajUInpTRHbkA5KEvKUA/6JCnnr7sA5CZvuhAmTz00AH7QtO2aKMPQB/aLWdqzM2+yAttZCaFx104jt0U/DG69qG3yZgXUR/zxv8tZe8157w3DF32l+vWttSNiTdz5kqXeQ8+cQme++zpGQdgSqxFXgDe2Bgg7+LQ//wf6pEXHFJa0a/LPKMNsB053PwFHOoAeAHk6QdP2hljxrrJln2q07jQxG6r7POgz3jQh9gRlJwFhtija7ac4hNhKtpJudfYhdau7ZMn0FVq9hrJbbN/T9JiBHrAl/EnRT7ypOAg69OnT4U/LvXIQkznAZQH0k8/+VQ8Or7+y9fbgydrEjJSRzsPrawx1APkacPPocPaAP5VHpHhAVAmxTaM0y73C0uZPtChHvkB5CVF3hL7YweAPp8+eiTkeO+994TM7E/oCw9sCi34AIwD9xwXuetY2hNacobZY46Y1s3eFBg7AN7wpQ4ZqCMPf/LIQEod7bbju1XLhwy2VUsR4w5AD7rKRx4/YL7ZbnOXvS8Pqjxoo8tF9vTsx9GBcaQPkO7tj+3Mo+O8QwZkWvDgA0/mMLIg65LSGT1Yc6bEYtyMOmjTf8r8IU8K0LYA9bZFf8DGs9XsZ7v5L31mKfN79cKX6Ud9qtufMWchZMLvaEM28tAEDzlop40O1INDaruNGWV0ZC5hR/pTJm8fccCnPzShR5yANrbCZ/ENfAJ7U0+KL95k/08/2023OTaxrdp3TSfK8IP3/Xv39crLrySWnba2Wor6UttdlGPfDJLAn6OzMHb2qYfcF5bkiyylfswZl7YiaU57l/41cxv5gbBOS/6kD7q0+ZBKpz/LIWd59HsBoYc+S5k+6S27CHoA8ndZe7EZeew25M4CnQBwADtcAuQB25BqwPj8JtBgW7aTdUttt3z+an9st3roAbZbPX8tWdtHHB9lto9lcAD4otcC1NlHHPtuWhod2ulDapukgW0hA7DYXHe+KWNIP4Bq8GxnuI5zb4pvYGdSYMGz3egqH3VAsk0W263NTppxtpPGb6DNWDAmQ/ZyjANrLOsxdbQjIzgLLGXagVLceIBLGRoAeXCVDzkBcBawj/1sB8NNPtro85sALaDrenV35O+yZlIP4Fv0/21gW9AEHwC/tvuv2mS3kUEv8tgOUD7brT7ZFyl52ueMFXoBjAlzACA+ki5AGzj0A+g7ZV+x1FOmHrBN0sab+rtAA2VS+4hnu8m16G0XLfnfltaa9vSBDgAtgPwCaZZt1di6lNJS7AZQBmxr+eg33bFFLfXFOlQzRg2/lIZ+xJ1anJviywB37S9shV0CU+4m2IOQArJUalGXmNgPvRy/w4bQWwA88tAcE9ewL7DQpl75bMv+7VAip22RKl+yKrlTLOF3TCWjSgIh+0iRZg9JnjvAmrahK+qCT77Slv2lo5MCc86KU+76Wpp95CHnz0P2WErdKh36UhLLM9db21aH7LWm5Onb6AenhnYiQoJ39mWJ0cWWSg0UN8WSKK0tn0ycKQbPAw4Go+wIWbuimoNSAdkQmjRHwF0O1FfXl7rmgj6X6dvktzyo5EKGg/M+i9U+Qu8j9CG4hwjHAdM2pBV5AqGVVdm2SqnCcRYoJQcbuT1uBUsKjqzskaJ0Oh+AONOhwZRH0zlr1tzwx9SlOcjpQKfAnINXiOQPdTp+0DzmQvc28xvJHexQ+XwjTrTAFCfFiYAplwKkAPULztKb8pIntS37M0B3gIsw26DEVtEtdBcn3WfTTX7hAR8QSW23yVhrbRMMWgB8F6AvmwpS27F/aUBQ5mL3W9/6lv7hP/yH+r3f+z2xAQT312//uv3Tddd5pGFTgp4LP+Wz3fSoJY6TMm0LICdAeZGBNGitDyllcMY4Oc7OAYJNDxsjNpzb5k/7tknmwHEAL754SBCY5rnZqKUhNkWWKaMa98rfEvVHmI754MzBidJ6AS5yqa0cT2++dEiAODC20E+fKdQo77KZ2WUMdtk0bQM3HBxSZjPHT3SUBIOaSY8XM7nZWDlyKle5zmRvkzTt4Ax9aZdCPAqcn27Eg0CmnaZcPm2vLzTlgKkizZmDDZz87EgSiILRvOk0HqbgppQH1TntSie7qpROtfbqgATamkWNet3iFBfV+ApgeMyh0ebQLMZritwNYgfGaE7ZsUWxVRMbaqEUmaTgp09sxtzf5hKef+pzG9tQPsRmR9gHDwtbpVa5WoZGYNIcC03aJwAegARFxhcY04bPYeNd4spNYgz0rxKDeMR7/vSZeJB5/ORxeyx9/OSJnuSCj8fSp3mkAZ6kzG813US2MfooPF2LlD8T9AO2VFPXZxHpop/TJkslctYMDPFxjGzAFPmisVqAD97R9WfQBR2F3hx7KfYEnLFX+qyykRqyUSkgxd5T4uPcYJTTZ8gmeBiquvgGsFr3Wm969amrnSOL4p/7PHBdNZgSt/uhy4Y//pML/y6COHTxr81qEIAvjvHROXEkjiJF/yOOBH6RokaskHbwGmSOoe8cHYAp5V0Wm/V61Q5TtZSQGQNTK3NQPM3lLwdJcNgwshkrxdFLStJw5/AGIoRoX8UeZ6enOjkLRH4uuNhgriL7/Xt5OL2Fszx6YrIDekQ/HmSHLPQ1hFekLtplbIF94oXybXKxcYjv8ZPjF/xzrqnfxSeJacTR7c02l8XXLa4EvclnW+gwRK6uOx6wSkHXSdCaMp7b+B9tyAkuj1qvfuFVcWi2rTF2nKIndqDuLI9bp6dnOVifv/hnXPu+F3Qr8yB9bCNC440NaJujZ61FQ99pFR276Go7trQS9BqfkrpVDkrg1LSlQaVZXDkAp1/seBbbPnz4QA8e3NdLLz1MfR9/OQmvVWgcRDfkWeWBUiG9yzjzE++72Gsbm7bxSj146FaS6bs+Mg3qMk+QE33n5iuZA2mnH/0B8ticS4RrLtEzJrOk5WIk2dA5XjRh1038CHkYo6s8NE2JK/Bta0HkIQ9deILDuJDC40nmPnQVGWy3hy/6gUs/cOBXY3dokHa3YzHH3uDgQ/QBl37g0aeUom3GfuEHT9pth521ir+BQ18O9PQjpTzEn2hHr4cPHzY/gPe9e/dCcysuVz766OP2IG9bHLQAcADo0hc61ON31CMz9JEb2yET6zRAPTJsY7MFKAPogOzQhR6+DG3K0lEX/BpY6uGHDOgB0B+6yocclMEBn8tZ5CEPbfBsx+9Oc5F60h6ZHzx4EJ980PLwRXZkRjYXi3V+ypgo/Wr8TKmb8DGHYcvPbc7SD0AG+Kc1cby2ef3RRx/pIg87ztiJPomxh+wdWAJXeTzthl7kr7KHbT9wlfHFluiCTNiGOdxsltgDf+jbztwZI5obL/AA5OAih774D+sND7RT9CAPbXjeZI1/6523dXr/TCW6rU82TRdshW3Ro9Ta9nHYkPIC2JW8bj/GpNSi36y3Lb4F13bCxtzAtkopjT52Q19SgBg7EFOGoeEqX59YCL7tpi+84LvAEFyg1qLlgxbA2DOmwNGOh0Z34Wm70ZTmJlOJXLYFz1XoluQB1ot01Jx4QEwgT73tpjsy0bfWKuYHv8WLTNTRZh/toXyMU5LGFx2wOeNHX9ttLBgrAFxktY/90Ym+jFU/DC3GwIe+4MGvj1+VYkEbusR0222u3+VFv4UHNJETOvBgLtBGPCOFBvSwJ7HUtsAhj770B8Cds05BB15LHXpgf2xnO+ab48NTszl9wIMvefCgiw+jE/WMHzQoj5lD4E3ZD3mmpzSshmb3KW0Aa0PYtLGxfbRp8O9nHTo7O29xAH1PTtatH3bDB2otTabNZtXqh9hyverUx/x9deZcGGYv1Vepz55ok/jNPqbvioahC/SJn6vQHxJv1okvm6SbxOc+GGdc/wAAEABJREFUspTQXCW/ErYspTQfIF2g67rwcLMPmlFf41Pkp9gVW9hH22Mn7NLqMt6ymp5T1n/wAfLgYDtsBlAmpR84C1AG7pbBoy/1dhik0XazEXIhH7ogd6ml1dvHduoWHPK2m774i33UEfngAX3yAPlYudnAtmwLmVt9YtmSjrkwzrRt7bZFfo7uycn5r9zWrTJPSmxdipvdlY/9Ef5JPfRIF0CGKfuooDUZ4E0duqAreF32IPgc8/BY7jK266Y/dMEDWGMfZK0hjlNvO34/tnFSPmyxWq3jLyfxnaG1QY++rGPw3OfcsU/8J7YjB+3Qop01EmCe0yck42dd2w9uspfp4k/QAIpLa+tq13gx/6GDDADlRVfqga7U7M8lxffIbyLrEN35QZIaetQzBxlD+iMTgF2Q6ezsTMhba20pNMkDtGMf+oWDFt2op50y8QZgjOyMagB6tumimvULPORGV/jW8IImeACItNuW7eaD2Ao56WOnvgSSosc+9h5z5uD+iDyp4lyk/BAn867WElrKN8v5G0DGZBUyJE1f21p4sC+CRo18pZTm05wl4QHNfcYYOUmJfwAxdowv2sf5cjePruiwpOhsu+09oNeEyF/QowxP/B45ia38JiXxHfsC8II/9gQfoL5Bziu0A5TBQxZwqIMW+1/K1IdtW5vgDT9oYgd0p0w9j5U8lJKnDQAPmbDVQos6+OG39KeMDOhAnjZokAJLnhQaAPQA+tCXtm3OGAd+uCYp9WPGHBvBAz/FR6APPjpCG1qU0U8Z9DFjQx7ZSy1kW8wgw1oHH3AA+kKDNoA66GMP2y02Lb4PPfIlfkI/27It5Q9tjDuArIw78lJPfuGJnDwOMzavvfaa8CdwqKcffoM82EV3PtqRC/3tMEwbMiILMYgHc9uynZbjH3SBluScL+6JcwbyA8gDPwA7AsoHD+IOMtEGQIN20qC0P9BumfxFPfTom2Kby/RD7z5rNXXgA8gMHkD9AtCgDpzD4dBiLjQB9hak4NBOH9vNl7fZn2MzAL3gCe9aqmy3+E8dfaBvu8mHHAtN6KIfPo7PMbZjzqQAbdvb89KcswZloNaa40PJ9cmY83gv/oWsV156WQ/y4LrOXrnF3/hxkUVsLuE7Zm0cU5cLG43QT37Mnd4cHz/CqDkxnbiWTHrOyc5JpXQX/Onr4Bxh0pS+d2FMGUhDexigD6DIDiRiRW7FBkVdNkyMM3OYdaSPTqt+0Krvm8xtPSlF1YGkJUIU+UWZPrVUlUBNX6DR66qOaddSfJay8tmW7eSOf+xj3rZKdcMHt97S+820lJL+Rb/tC4m0WZytaJ9v9yXkbYu+ADTtI1/dfrbTF3PPrcam7JZf/oLekrcd/M+ANuA32xd+6ATYbnKQB2gHkAkgr3y2Gx5l+8hHtx98gCl+QJXtF7gLvvIdcaYXcqZKU/ZiC9AejVs7/QD7yMt2fKS+gN9ssz/D053vSPNOBdngHhM3OWstLS0ZS2yw+AdloGbsl5Q8QPku1HKkYR/loM0+5u3Pp8qXKiEbuo85L45ZI8inqelvH/vsc1aB1gK0A/QF6HMX7GO/I/7d/FG+Y31pdiwukGpytMztX9Ala7vhoS9gW3c/27ey3q39LF9LbfOn3tpv4Q0GPBa5iV/AEv9+0xa/iU8/6mw32Y99D22vtPRd6JPiU6TA0s822dafeoAKZGT8h5wHWC9JKeMXvwnUAwsOa8vQJ16l7xCgP7rbbnbC3jU2r6Uk5hmxjsC8SWxIjaKR5syJffYbU2Kx87bZ59y4Gjqtsnb1iZGlOvvtxIVbn0F2bHKdu8gyhliDEMwfpZhHyKkBgegQ4od03N9CK6duDPIUC5DSxm9xgTem7S4O7WM2uuACc5RbQLd5R8GaAwTGLKWqpFyS1jgC9QtQV9IWtpoiaEQQQB4YbycGA0x+iiwLzFlA5hyyZzoEWgqhwN18iv+H/th+gWd/lp9rBisy2o56R2iId8r2sd72ra6f9SklbYCV/p+BUs4oRt9JY8ZizEKJnlMmPDrO0e/oHRno2Jt8yGdC1WwCWciqamQDaAPoe6TDY+ROPEjN6VuKWp8hTlTjPPscXrbZqDx//kyPH3+qX/3qDf3gB9/TT3/6Y7377jt69uxJZDqEvuXsHKZcikBXeSTC5vs8nO92N5H9EIXiBXHSOc9jwJQHn8O4EzDyk+G3ZeppX2CEZmC6BfCBMX1mSzPKAoV8bBAbzpGdh0alvYGkKXbiEQ4Yk58UjSMzj53gzMFN7+DNmuJj+DNAXiDAIzAnPytf8kpe+UoMZx/HsnZdHrmGHIpXGtYbdXlo6vP41QX6XP7UoaoORbUPRM50VbqqZvIOq17UU2ZzNGZiT/HdEp1WaTvN4+rJep3H1k3bIK5Wg/q+V9d1QgbJTXZkHuMrh2zcAObEmEdV6ufo1tIoMaG0rQKoxEjKpeT8AjJcqbX6WnUSXU43J+Kf9DxBhui1Cf8WbLqqUrOpnJx9nmPZGLNUufYq3Uo1G0vSFNJWNLvGQ0r7/xdfXm/15PmVHj97rqdPL/Xk2aUePX8aeKxPn+Uh9OmjtD3W4+dP9OTymS5uLho8fvpYn6Ttkyef6tPAo+Q/DZA+fvJITwJP86D67OJCl1dXuslj0J7Na2ID439g/iQeKB9maHXY7BbG4MUSqtFtQM/o2/Vd7Dvl8vMmsNUh9A638xF7z7f0QjI+Pzfc/EVRir1TeczHPOAyFslqSbtStM548ttspzwi5sHtYTbmL3Ppk4vGFxcmGe+hG7LhHdTVqlqKhq5rG1xNs3Y3N3r+9Kn4LZC4uPinRzeRf5MxHEKfwx4b/1UWH0ciaFAPzNGbTX4tkWW1EnUcrNpBJePeh88UG4GzSjsXRmcnp+JxEF9ErxJdM/riAfbm5irpLrJ24rdF7sLpyUYP8jC66jux8Z9iz5M8ZpzlkRR5u/hUyRwZhi6XWmvNmbdcegC7jGeXsanBmTNHDnmIuMnjx8XF8/jRU3304UftYa6LvMh5fX3dfvqah6w543SSC60a2zFuC2xzYJqiv13avFpF3yE6llJVaiA22e32eWy9aWNfUu66XiXtMXvqppbv+7Uka787tMPePpcx8FRzAqnJnQtfyn3ftbnMmHAQRFZk4zKLOi77sH8XPUr4Kd8cO+x315mnib0lFYmNc2JpTb5k0k7JA059woqG/MVvVkLzpfsP9MrDl8Q/08tvcc+JEWN0UtI9FzP/f8b+vNmSJD3vxJ7HPSLOctfMrMqq6sbSjZUYghgIAiiKoMihQBIgFpnRaEbyg0oa/SPNF9DQbGQkSEDgoBsN9FJbbnc7W8Q8P48bWbcKzZmJvO/17d399SXcz7l5e6c9l5u5YKaeDyXsU38MDikvgtVljjvS2F5iK4cfD/Hx/d19/DMDL6fAYj++PSV2lnSfzQv9cpuLrXdcbMdP9AF14E3pp77vxTijnktveAG70MIHHFLlIeXPtYN7iL7o5NSvEudn6e8SfbkUoq5LfxLHCSr18S32YQe4tNVSEpKn9ifcsJtLdi5UmfuI9/aSaYuX5i4+WPV941NSV0tRD//E8z5jEZmMBcDNplWbP7DDTpzEbg5WOFThQAS/1NBjG/2OD6i7vb2NL06ibYhNxAV55bEz74Y3+ByU8iEocJCBP/EhPsVHJfqFRKS2WwovAFmMaWKQeYN4pK6WjOjg1uhFHe3I4cNVH330kUg/+eQTfec73xF/rmyJW3SwLeQSC69zsc0Y5MCCFN2wkzbso4wfKGMLskiRe3l1pW3mxH7oNWYMMEefMo8fE1PwAKd2VTX9aTtdO70Hey7jg4XfITGEfybNT320Db79MGiV8U8enZqvSmIi8wM86A9sWzE/hA77AHwF/4Yfmba1HNrjsy7jnb6gvwH2I5vzs9gTLYLLfzWQnDaZAxVbTlkp94kPvr2KnWhKu4JLOqbPSbEfmejTDwNoTC9Bs9DHnu1PhYAaH5Va5dhEHh7wx17K2Ga7xcYqa0dHfEf3Mf6e/TSEjTWknvFC3FvBD43yTJkQGX+7Fv9H4Rv8BqS5/cAH3YAaW/EdQD222I78mr1U+iJ+RifmY+ZJaOxIDGC7HV1iNzi0KY/t0BfZMx4xVUtt/OAf17U8MukbaFu95gdd8UnX9W3M2W78wAeQC3TxZRf9sZGYtj1fmmQN3ySGavzM1D/mPQV8ZBA/xAG01JGiAzxoVx7oyFM355399jz+waWOMcNYYs5jvYDvGN/DD12Ib+ZW8g/Zy4PLHANf7CO2+77TsOrVpy8jNn11auOG9mH4qt62mCMAdMc3xN+yrxqzkdpnn3lS0VQCCapdZCJrNax1yhrz8LDP+4YT1VWr1VkuNK/UDxuV+PCe8Zi1fGRsZ0wjf/lrMGPGHba08X48ZJ95Uuf0beq7UiIxuvVDm3drsUqgS590tbR9ETi1zPkYF3w13KHrknbN5mqp4cla9b2GrgveFL332u/u04Wj9nmnqeHp8D9lfT1m33HKejtFbwXjGN14nzqmHjgcd6kdZ4hdytPo40v6vSY2SniVUgTYVn4CpPFT/NA1nCLWkUPmAnwBLv1FPwO1lHBWo6MN38Gf9Bi/H1mL4l/K+sYDHjwB27l03rR+Rjd409+rjC341lIyFkpipUtaxUM9eIDt2Kqmh+1mE3wB5ICL3sNqSBwc3+NN6UfkwINxCi546I3NCzA/YQP14ADwZr0ZHnVc6laZM2w3PeFF/6Sori962N3lveBGNfuwKe+k+8ND+vZBzuYVupI+UR70rfG/LRFPtCEPKKlEV3gzHsFlbiJPij7QUk+eOvKH9OFiwzxex/Dumk/Bgx902BEVBO4CdhR5jKOlDTwAnQB4IiPObf3Ivo+1+ilP8Lq+a/2zy16auQl+8IGWeWH3uB9GNnW00Uf4YNGzpZkf0Zm+A/BdqTV7lWMDZMEbHuThAx68oKcvmZcWwKfULbjksQl92OMfM8amtg6V5jPKd3e3esi7BnMc7wD3OeQCHvJOsMvYBW6zz3wIzj5nEgD5t+0M4xAfH7Mnu9fd3Y0OOffABlw9ZowDjG/SvlQNtWtzDyn/vQh/MefF9TNd5R2NPCmAz7HPps8UGSdhB/7EJuyhTEzQV/jlkNigbmlfcMeMD4Cy7cZLeWxnOpuanxd++BZe8GVNWPZz1NNP1MMr5K3/bTd6yrYzF46NJzjwQSa8oVugpn/tGZf4QW90BsCHF7QLLPXwZD26zV72Pu8LpPQ3NsODFBgT47bb2K2Zh+EJr0W+Hh/4UUdKOzaCC09S6m238bXE7SmxQz02QINcythoW/QZPGmjHv9Rt5QRDW/b6TY3XxVnfs4cC6+FDzywBTr2eugGL1IAPuAuflhw+bAoPqKMHHSwDXrzB/xaIb9op4/RD3sWP5NHvu3Wn5SD3vQFF56MvwWfuADnmPMM2gDakGXP/kPnBY96cGw3nrWUrOer6FcQ02TaMx18qaaG820AABAASURBVISGFDpS6uGJngD6wJ8226KOdsYReeXBv4DtJtd2W9+Vh302vsAnAHjQIQfZyCUNaqOlvuv71t/Ut5jJWgkNOLQD6EQd+bu83/Ih14X3KX2OjrSTbrPnO887Cv2MPqwFvF9mWVEXH9VSVEtp8lkoWdN5rwQOrM/hNyU+NU5RIZBN6pSxkIJYb2wnO4nflOGRivYzBXfMPEG6AOtlAjQ/k2jDL/Qr+rd9St6Ta7ihG3r2mcuH+KTvsu/LuOtKbf6tpcypk5IP0MbepOuqbDfAD/ZX+Zp5YgHaJIsH/UgXsC3bzUbpMV8i+wk9/gVqqysihac94+vJs/BPy/ta6oClwnbL2hZ8nvKjDKRJMzipm0zwANoXUB54U6YNsGca242OWCu1NlmLHeADygP9AsTcAsxbAGX4gg+EpOkEDX3KXEIMk9K/9LftJtu2eMClnjgAyFMvuem18FUe27JnSDE/U4ujZFr9ki484QVQfgroRpwv8mhb8OAB2LMce07RY/ERNgPUAeSJO9Kl/NPytAH2zFOylgcdyNtf1dlz3rbsGcB5CtAB6A98s+2r8vRVNjnb+Z2fjFHok2sySJ+C7dYPi+3gLn5DHkCdZNkzYOMCygP+U8D/lKEFnubhtdB22dfgR9vhojZfQLsAdOSJLfIA/ODRCPLLnmmTbfotvCmDBz50AHnbzV7kLjZDo288ths/qu05b3uekzIXQfMUFn79MLT5/afxtq1SM4+EXjxWylWM037Iu2SDXtD2mQv7vhPvLaxT7OXPzs/07PkzlcNxzKYxkMXjkJf8YybvU1IcxcvxMS9xx0zqGI0D99nA7rPJZIFnw9o+sZ+DkodsuHepx1G25SjnKFcaZOLIRFtq0pSpb+0ucUxp68Bkq9SaAd9F6V41Std0qj23j9FrTACSEp7HpiOb9JPIH6N/S1N/ykJyaumkkGXgS7OQUGZBQsdWGX6kHGx+DYK+lJ+2lyf1S/tPS5WDbF7GSIGnecrAlBc3UtqAJS9HxxwxRPPofsphwbEBG/hTNjin9McY+wCBF3u4wIz79E1QjKaOzu/i/1pKw6F+Ch1AHgCvFEtFbYO+z4sVfYy8WtkgHnJp+iaXp3+jv/7rH7T/2+hdLixo67PoDkOvUorQ65iNwJiYIfhasGVTscpLc5/+5eCDCRAa2tl8On6FDpjok5RbSv4RLKtESfABeAA1PEtJa/RW2hdoXgwth5TH6HKM70hzlYvXxKXZmIOPkZKlMBe0U3x2Cv4pPj5xIJQ4OmaMkCeW5JKfGtQat5WAdXr8k83pmnAr4pLQriqlk5OGIPVul4Y7/tzu4agHIBuY+0e42x10lwOm21xYvMtFBv+/7eu3N3r15p2+ePVWr16/1Zt3t+LSccflTOxho/0uF9w3N7d5gXwQLzPH+B7dxygLTJMlPQJOkQjp/J5/JuoCzb7QxJXqs4FiQnXoeLke4wuI4P02l3Pv3r5tn6K8i57Los0mkDyXGA/ZDD5gZ8bkw2HUjjR63UXvZuf+lIvQnd7d73WLzUnJv7u509vbB73Ny9XNXdKUX+Vy5cubN3qTF+CbvBC/zcvx69t3ehV4nRfed3kp5k8h3uZF+T7zzz59d4i+D7mA5v/4PWU82RIxQ8zxAkFK3JASs3e5ZFWQbIt6YIpjsJt2NsJsigEuMidiIv1WZLGRrC6iHtjmovJss9UC57lgvOTl+uJC6xzqEKvKAx1jYlh1YmwO8fk2B67b0HPwep5D9KtcMPJS0JUiZA1dJy62TvHlmGCboofDa8j4Q97F2bnOA9Bvs5k/255F5loldo3gJ97fxZ+H+ClkrR6dGKOr6HZ+dtYOf6GlHr3o9yn+7COb8Xt1dRmc8xx+nmmbS9BNLj2RX4uzjuyDPiZ+qlaZD2oXreN/xuk2toHX15IDyi6X8iudhf48dnKx2lUrTRr6quurC91lbjlFz1MOLZ35FPnMRbZlO4cddzn0yAFl+okX1Jtcli/t9Jvy4LuXLz/S2dmFjhnDrzOG7nNpH3M05FDXrjlk2qrvVyL+p4yV9XqbQ8Qz1a7P4e5KXT/I6V8Oc1nj9un3DBNlyIhxdkohPy3f1svIWWT0oV2t1uHfibluYFFOX9VS2jx5yhgGDrGRg6BT+si2Str1+NQ2vxWR2m50NH2NXydtM78+u77Qhx8810cvX+hbn3yob330Ui+eX6W/tonHlS4vNnrx7LL5vtYiF+WZovsxB5qH1n/3GUcPOfgeM45KcLr0R0nfTrH4FH37lDebVfp+HdjEV6v4sg90Wq16laIcFD1kPrrLHPE2/XSTfrqP//fhv2v5U8YmcMxBM7YvwPxyyCESY6/v4VWa307xy545JfsMXhCOoQenZn+wGnqt+6H9n7nt4GqzbX8S+vL8vKV8GAG4zBh8noMuPjF8vt2oyOpKjS/m/CGXxozfWkq7PKVNdOwjTAmarlat0ofnGVfnGSuMk/OzbepW2iS+LzPG6Zdih7vaRFtDU+AZemL4KheB19fX2mR8Muawgz+VRsxeXl6GSPHVMf4c4sd9K4MDDJENHXHNNxhsv8cFkXmMAxl8BMxj/ZA+ibXBhRa/AugELPptc8mM/Jn3uukHD+b0MXsF2jnM4Bt94KALfEixgzw45G0LewY+PBPbbTd+NnPE/GfW0JeXeA7R7NRnXJFfxjLjGXvod/TALuJg4Y+fkQkf2xljvRZbsAv59Bnt1INvu/mUNnwxxJ/E3EP2OuSBUquOxFvi8CIxxIZ56Ifmw67vBS/Ann0PL/CRg59OGSfsbVe5eMSfm/gVOgV/n/mMfnzIXlmywFml/ShlfX8tPuzz9t1NxuOks+257rMGHrNm8qGGAn7maGIO+zLRinhE/+FRr4hoetZSRTyuYx+4xB2x+fzZc2ETbdASy/jolPWEFJ6k4IMD36jWeNK3dvw8dLFwDJzEvDy2D78dQjpm6zqJ2K9FobFq8PeZS47xr6XExEl75rqMXwfnlANqoGad2OVgm/yYNWqaJi39Q6zR7yFvfYy/a/ooCmidsbfJi8xZ1sk69HJXxZ9jHiOMfR9php0UYYfsR5jza+21Xm+jr6N/VdcNKqW2slQyR51EOmUtSNhHZzU8p+0hezPa4GFX1fCijAx436W/uCTcxxYO47fbdeiPur+/VZwT/asuLs4iszTd3+Xgn3hBV3S/uL7KW8GUPdCNusznxB4xhO9Xq1X0Xov0PHMZ9fjmkDh9/fp15tqbrGGn8O4i7162k8euKTYdYmNpPuXDFYwb+ADKU0pptA/ZX91FJ+blVLX5nTl9SJ+fMvdzEQHuMWscdu6yZy1dr1I7iT4J4L27+Pr+MOlhP2rHPjdxf8xe5Zj6WhI/J2e9OtPZ+QcZa1WjBx3SWaepaJe9Ibj3mesf8q55CI9T9uFj5uFd5uhD+NmOX8fQHpKeNKW9qMrhoeMkp+/G1Dn8bAudu8jd9Gttc2Hbpb53p1XpNR1GOUpTrpOSP4bfITyOKmmIdqoeNSRG131oEmddLt6GVad+FZllVD9U9SmX1M+pVPui4bFuWPfq+hrmo0oShUbllHF+FH6uxfH/ITEYXTTNddXpQ6mL3Cm+B8dp62vRKjoMXY2OGYdpo32Kf4EufVFdVBTs1HmSFN+Rtvr4o5YixnktwUu5BBy0Lv03Zu47pL8UWaSn8E+zpgyGMXsC5jjapkSqNMYG9D6q72twThozGKZpkm2VYjn6pjta2q8H1b6TUg8s9aWUhE/VarVSCNV36ZfwgI/yMMfZReClKNtNDvXUdV3XaGv0LzG0Fmk1dAqW0pkt7eNH8nNbr+1mmz37VjVxMCVW1sRF6VVURT7TkE6ZF5X5bUhfQg8/+G83Q+iDm5Nx+NXYk2woLT6I1pfa9ul8MCsOkuL/LnVOOmXOU5iPiW3Fn4Dj68YjKW34XIm5ScfMlw/Zm+0yvt9qDO2w6uKHSfe892TPyzg5xedd/NoPQzhMGuO7Uov6YRBzxLNn1zo/P5ctHSPXduKq0xi6U/q7RrdD5hH2C/eZA/B7rTX4Fu1j4qjv+0Zjh4mkYei1zfwL/7Okq8xXU6SrPVOjO+a979WXX4j56SHjeVnP4bkAOhzjZ+RTRx4WpMu6v8/ej3ZSdIt5oDTA1mNsWNq6rouNR/GBPniwp0A29AAfxIPHEN/YTszOsQozaKlHp4esW1NivsSPtKEb9cD0qMAq8YpfaC+liPJTQD42IB/f3qa/xvC03XSkHX7QAujXyrXI4cdYQf6RMZhylz5gP9EPg9I5wt0l9egDX1Kg8Ug9fUieFLtIWUuWPehZ9rC004YdCy02sL7wYbhnz56JdQha5QEHHtTxITvoFh2wE4BnUJtvwcdObMMX9BN5/Gm7xdRCv+DaFnjs+YiZthfMez98AGhpP2TPuMhZZNozT9tpcot/7LHd4h0ZaRB+RS76A7ZFWXlsizqAOmgAbHtqA7rgF/xHig7UgUOKnthKHh3gRRxQ9+WXX+pHP/pR+3Pg2AJAh73gk79hL5jYhi5qNf2JZ9rhjTxiFt70Bzou9eShox07KMODFL/CA5nII6Vsu/UHNMRWV2uTCQ2ySAF79iX8qIcWuZRrxh/y8Af1APW0A/BGX3QDhzwpbcDiS5v+g1KtX5i/iNeJOTTjz3aLL+SDBd9aS6vDHt4j8GHJOIAnOlFGBnWA5bbu4DvK8LKduW3I/L5pMaA82FDjC/gQ802X7NspIxfem7z/UYY/fAD6efaXxJiBDnv7rG/d0De7wIOmZj3v47taSrRSloWjWCPGzKGnBkedMk9iv43mUSx+mDKfAEqH2al/AnFGfqbWh9DyAWjFf6FsP1N+T/DI/E56zBqALqluumEzgG9KjV7hTRmbwbHd5rwSnfER6Zi11J71wDYA3rYbT5s2KUnAzf/whFZ5og6/Wxs4KeQHTfVYB/0M0ADKM9Op4VBnz/Fhu8mV9bce9AJsy3bDW3Sx57I9twVBy7Pwf5qSpx177ZnGNlWtD/ArsqggfVqG9qeB/XUbwIEeGQA+B9gTE2tPgXpkgIc86Eifgu1mM3xtx0RAj6nFAz6p7VZPGbDdaIkF4n/xm/IgE/nAohNjj3FJmXp0W6CVsxeCbnrck9DWyulY5D2FiGi62Cbsm3+pA4fUTj2ZR6AeoGh/vc32e16LH8ADH/kLUKYesN1sBx+78YE99xV4T2HMeBtjE0A96Rhbp4xbe+ZjWzzTo60UF96kX9W76QqubZJmO+0USAFksDbi7wXwOz5dABxwM21AGntqoLTxuIx1+yubwB8f9RszX8AHeqAxyC/bTT90tsmX92X8ZDtY8w908CSda9Rw7RmHNmSQKo/l/P7pP7bT6veNyEce/QIMmW+ZW8nTZlv2DJQbbvbPzN/M4xvOtIdB4NuzD9ADXRvIkougBcRjqxzT2Xk31pxmEzwq862VOVGHLORHHJe5bAzyBEzOi++k9pKczcwDkElV8B9zAAAQAElEQVR4Hzhk0t8ncKBN0l63TlL4qfE7pTOanPDk4nYf/gCXLdDSNkbRyVkUVfKq5kbHhe8+vHc5WNrlZXqfl3L0og6A9hCe1J1iT7KNLtnEihsoukeV5GNMAjlRqPdAwxOIq4LuGZ7U/+/NjvHR4nxo6ABSgPxTaHhxFnXknwJ16Eg6gTOi+ySHUVeLapmhxLaEbTzmryB1vMB1taoLXleqSnGjtRQ8qbqoT/vQdTks6JJ/hARWLUVh0WTAg2BEl30OArlE2+XliI4tQbKkMX0JgEO5lqIlD/28mTjLBgVZvfg21Hl7oV1Fdi8uWassYMkXytGxNnB0tmrkzVCSnyFoijBNeQEd6Vun+ATG5Ke8ZDe80Bvdkk5Bm8BPWorlAHVj4vSUCa/VOVo4MZQ60Tgzke1QSWP6pJToUWewH+vjDxYQNqtsoF/x/5Nmc/z29j4Xg4+Qw7e3j/Du/qFdMN7kYvE2h1T3ifV9eB+VceCasVR1TFzlrEm7BDhjAAWisoBoKPwNkKcuyumQg8wDB5h5iT5Fpyk8HT6KUzB9PE7ikOuY8ZUmHTK2djk0RPd9XmLHxB08p9hPviZeSuwF7Edbg0NbFNCsTNEUv03RW5nIai6U2rdS6yDVXg50w1p96ikfc7h1HKN1TRykruYQnnmAse3EprqqLgeTgLqiffpmlwPZkybxTXDqjpaOqT8AHFakbOjyArrKwfYqL/tMjkyYq9VKtdYGbKR5uaRconOxE6N9ewlj8zuEnoXpNpd7b169yuXQbS6KHvKyt9MpL7n4pZQIiy4cMHDJ0fddeHTqkB+otbQ89Rx2ocM6B0scjF/kYubsEc6TbtA1G23GKzB0Xbt8rJ7SnUdtz9btQPby8jw6suGvicUptljD0EkaVYrSZafod2g0Sp1Dj5a8JHOgzjdBL3IIMvSd+GbxNnL76DomTpTAQI8XeZF+noMY8uv47yIH17RNaYdfF/wBXZPCm3rFD9SDvwpNTduw6qPzheBDGzTbXGhxEUUd5XX6ZJUFDD5ffvFFdD9G91Pi8RBf77VLHPMy++btG3EJM6af99Tl0IOxOkXuGL3oE8qnHDwBY+L2lLh3qQJq16vUTvml2g1tnXDKk0v4jsrQ0pjxscs6c5rU8pRPqTuk8SHjEhhV4tWiyVW07Y+jdhk7Dp8wz3wopVEOXtRKatXEwYheuUTkgP3m5m0uF+9i404c8vCiDDBnLIDNjMUpdpR0LNB1nZhPr3L59vHLD/Qih/DnxEX68+J8m/7sEzN9dMihcLTsHdnp/1PG8+27t7rPgTn+ZIM1Rjn4sYG4yKUEhyfX4ccnrV68eK528Ze+Qh59RuwyLihjD/oMiQFSgHVilb7cbDZibNVaBX9S22KesJ1YHVo9NLTBd50xQQo9/GmDFl6k1F/kwvLy8kqM2RcvXuh5YnSTy11ot9t1fOzIHUQdMXqMrxUfxHXNz59//qlevfoyMfUQ399nPN802OcCZMq8sc44OIsfFX9RVzK2h6ELv3UOJHMpfcaY6zTFb/BG981mHXu6yF1nTG6Dd570rKWXV5ftT2qhKzb1mU+wcRP/4EeAPH455mW5S9/iN/xOnvFCmRT753wnHvjQT2/Tp7fpU2KHeDllbDh6T8rcnthnvHAglyBMjB/aPNnRZ+mbIX3lWlSj1xSEY/Ap7zMPlIxdDky3iamEceJ7J+Lm3e2tbu/v9erNG32ROZH/4/PNu3eCdopiLkX32SccMj8+5GCeC65t5o5nH7xQjdw3mUsfEour+GAXOVwm7TPe+BDCkHVhtdrEv84cMCVGhnAsLd/3q/h53erAWa+3KqWTXVsqFTn5Q8Zhl7WkZKyzxpyiFGNXpap7XFuO46TJRdTDC1+uhkElsQmc0hf4kr1LKdYmhyWOJrWUGSdpiipJSy3hJY0Zo2mU47eIzLwwysVtrNbUlVoTifTJUQozcPbZN5+yfmL/7d1947GKjudn5xr6zE9Zly1kxjYpfjhlXJ/in0nQhY1q+DJ/8n84PctF/cuXH4r4ucz8wBxBzEzR7T4HkuASh8Rc69scChFXxCXxRgoOscj8YLvJZA6ijjhlPgV31NTaauyP4tEuP5FzyDvB/W3mtfQxBzRNXvxHHtoSn9XobLvZcXd318YIetiWPctk/4Fc2+n3odkJXaQIv0KHTvCkDp2WPHi2Bc+o2ejBhSc4AGXsAdAJHviJMnnbIg+ATwqAQzt5ZJKHF3PTJnPBWQ6pqbct+B4SS9CjE32BTvjk+vq62Tok7qgnBcbEJrGHrtTDC1pkcLD8tAx/5kL4bTKexsQSfUjfow/t1ENrO3Pe7mt/qQG9kMm8Dw/kQQ8fZKEH9sKHetIpfJgfdhnbxC8XOpkOtU+s3ufCcx4HnY6Tc6F61CmpSlXJeGS8nWQN643GXFQh/z5zySF71F3WcvL9wPw6xxYxqDzgIRsdUkyXTqJsz7GCvtTbcxk66qbEI/URKdstu/zqMtfCj/7gkBQ/UAbIA13ftbhrNI+82CdG+YxKv4fqIoB6oE9818jra+jTxl5uAfAA5hZ0cAmfUsSTWanpWaEPoP8CtOMH7CJvf92eBc+28I3ykC74Y9YFcKhb+GMr0PQIHe0ha+MSWQD01D8F6k/hR9tI54fIdtMd/rZTM//Yj/lMeHby+YGOPtplnYAv/EjRBR+Qhw8c0G2TeCGlnX6hzwDiHKCNcUcdcTymr6gDFyi1trmANsq0Mb6QT8raiT7Ks8ittbR1vOtqasfEgdu+njECjz71dFvMEWMMKKlgrGEPawjxfJf1kv/u6NF0TRmjU3xW0u993wk+NXkR1Wkbhi7ypuxR9oGdjlkjTXhkT3LKmsp6PmWvMoYHfQBMoSBNB8jhRZlULU9pCp9j9kCHzNnHzAE3uaB9l3eZ+wZ8iKJ9UGp71ubKrotefa8+gDz8NMWnAH56ODxkbIc26Slvp4fsa0ef1K26nA8dVIfSUnTCV/iGfoJfVI0OJ6wV/OANkAeXeYu+BJcy9Ta+7xv+mL3CKS/CwDH77of7Xea1vZhmavy52g5NPumQ/ZxrUTf06mIL7aSn+I45bNTU1uQSHGISWchcDav4fi/ehZkD0Y/1BpxT5rld5qtD3kHHUDf/pEzd7vGd5Ob2Rl9mn0n6+u1b8f993ubMhD1RW7dLOjR9c4pP4TlGD/oOPffZE7Q9XeKGPVVNXyhBhhyAfl/FLkB5iDf0I02x+YgUWPpxaaMfbDfb6Edin5R2eJB3hNnOvvguMXIjYph6fFOiN/7AF3fZT5AHoLUt9IMXNp2ylwSggXaps41qsi30o50KcKGFH3pBQ5vthHHiKX6hDkCfY8YC7bXWZjP0uBE58KENXOWhLomoA46JIeIL+bTZzviubY6gvvVx5qaFDzKYI5BBO/MMfGw3O8CjDSC/yLXdYl158BHzD/TIBFLdxiX4Qz+0vSI88C0+Jg/gE/oB3pRJAXRAN3hSBqhjbSFFBvik9qwLOOiCPaS0MfbRBVx8Ai1xB+9hGFo/0QYueKT0AX5a6qmDN/MVeQA+ADgA+YW/7dZv0MALfOyk7xdc7IKGMvWUkY+/AOqhBeADPRep+I52cLEBHtgBPXnamJsaXWIBPNpps93iRHlsN9tLUnD5kAX7W2QhGxr22HxIDTnwRc93N5lfM37x8UPO07CNeWe0si8a1WcvBL4N/5rXzcwAGS/sHaacMwDQKHOrM1e1D+ZkrlDyp4wD/J7lQGEnLklPWSNafdrGjAtlXgrrtGd+yzo9hY4y9fBwBkoJ1FKafV3tms3FmZci55Q9K3MfMcfZBGXWrVqq8BHxNfR9y9eMP8YDbaTA4me1By0jOWvbFN6KVrZlfwV6fKboCX/AdqudQvMUZr+o0S/1ii3QoAupbbmUNqYpUw8Qe+g2DH1b58hTT0pf0m5bPLabDNvCXvBs0/Qe7Hgy+i06QY882+9p7TkPEfoy/5MHKC9AGRkLj6WeFP7EHDFIfAHkd9lvM4Yp0w4u8gF71o16cOFBu+3Wb+A8BeVZ2pNtP/bXdW+V+WXP9fD8JsAjKO3HnvGo+yZAN6W/W5p3nil+xDfoyhyC3oyxbwL4APVjxgx5aJvAJ7+oo20B263Vduubp7aTb435Bf4+Ywh6IFXtx/bX/EZfAdDaM089PtAB8FoAfQHFTmhKmWlsP1Kp6WUX0W5b9gzEBEA9Mu25XnmeyoH/KfuTRSYp7QsE/T1PeDk6tNQZQdELfAD8BZd2ZC5joNTynodtlVLejzPy7yFtdhFle8YjDzR+2deQLkC98iB7ATuKpU5JbSeZAVx7zttzSt0C9tfrYAFPUoC8/YhTo2PymULSNaOwf4wv2g4V/0TPbrXSkPfrdd7tz87n8z3W8jV1m23W7TPxgcpMu3GkmFpJI8o4q0pJx0iYlMeW4jQVN4OoQyCCGQBtUxgFUPKUAQLQ1nDCY8m3+rTP5VEsaMA+kzebSOCQxe2YQXJMUBxTT4CQHilTDzzJn7L4oEOTFR0yLiMRWzKZyFJ0R1+AWjWLRyl6/FchODP1KLf8Y5oVbCnzKdWflm91UcKPgJMXqOEGUF7ateCNah1CG5+SBq+6qANKVV+rlhfyJaU9KsWWWBfbFbAk6vsEAQte3/Uq8QFypvhqjO/4dAGLI45ydAKgpQ5/HuN36mynenp8CTupJAa2202CZysWoIhqm0HwybMg8SK0bNpZjN9x2JvNxSkLPvS2Gx/y8OjzAlRjWymRaKVtabfs5GtpdckqhqYuCYo3GB/bgquA5zZwa3U2CjV6dqrxhe00Tg1KkUqtbRKwZxunxEOyqSuNZkq/T7y05kWRFFDKTj0wZaMDOB3W9TWyinLXp0J7OoX4qNGhRn9sLDWb/mxaJncaXUNdNapqKl0D6kYXjWlTDoOpH0vVU6BOoTeQthKFw15dsfpAV5N2VX3sXcWvQ9+LA50h+T6IVTxTNm9KrFkljqjRCZwyWXaRnB/4Rl/a7VTo8ZlEs0rwurTXWlRLUYnsmnIfQFZNvUpND1mn0IxQObyTTkDyTjtQIr8uEL27bN77YVBNPmjqwquEtCZd58Jlm8uTbQ4tz3PIf36x1fWLaz0LXALPLnX1/ErXHzxrQD2XQ2eZ8PpS21hadb02eVmmPETuedoucohwttloSBvjjXq+8UZ5ynzzwItw4veURbZWq+uqavQZhi6bsr6VS3wAUA/Q50M2bWtefGPPNukmkzIHQ/NEvNYqh8wchK/S3qevGD+ktcK/ahOai8fJG9rzHH6fBTjQWfCMP7NRPUXPruvE2ANoB7axi4MMDl3h1ZUixjmH2wBleG6iy2Uuq/BDLUWnzAHHHIizSVf4z990wvauvXQyzq8uLnUZGuzBhlXfq5Yi9C9Jmef5AAYb/lrCMzqe4kMlMgDG3JjNPiFWa9G3vvWJPvnk4/Z/iPJ/ePZ9J0AeNaz7+GuQnPkoBxkPuQCrXWl1XV81No+E3gAAEABJREFUrHp1Qyfy681afXx/jN61H5JfqaZvN+nny6vrzF9n2mZhZK0BxszBQolAqfDaZF4btc9aRP0wDBpy0ePYwOF428TGNw954aZ8Cv2kWFSq1pEBzT6XCgD8eXnP1Bxb+vDpo0/XAJ3Xm0GrdVUXW0r4932vbeZYDpXoNy7ckE+6lJu/019d7ZSwy7R00iH+4ODu7vadDg/3SpiqS+N6NWgbfwDE0ypl5ADQ19gLUCYFyKMHcUYsDYlb+nuKEQA4p/iWvPKc0q/M9XftYPyQcBkTh9u0OFDiDquUGhuH2D8kPrpWB326M7oWDd0QfYu66DPEB9VFY9aroevFN5vP01+MAeYqS5nXqhyeJWN5dNWRN9WUlbxC+xD/c+m3S8pF3W1ebuG3yWXdBy8+0vXVc9XaRx/Ws/PQS92wDqxUokupK3WrjNHtufpV1rvQpSEXibscJJ60O45iLl+nfdicpalXzbzAN7iGxGFNB/Qpc6kLELenxC1tm8xhY9YV6rfbdXToBP5q1SdGavx3bOUpa5I0ij5zsY5cQGTlIH17+1ZfvPpCdw930WPSartq7bf3t3rDmpu+EDTppzH+AlSKxvThkP50LaGLzfFvqV2kSMfEce06MS/tcjAIbw4E2+He3Y04QKSfeeEB6HfinvWfvdvbXKoCvOAdExOTptbPtE3IzTgini5zyXyeeW2J8S4yr3MRSJwT25988knsr7F7lbEQ3xMPtQoeY3yCDsiwiQR97amlyIEafPjCs6Rsu+lCHn0d3xDftoUt+4xndFvFN8ih7l3sIW4QgK1jfEnbKXMWdeSpm/mV9F3fZCCXNYP2bS7nycOHCyr4otMiB3rbzVbGWB9bwSHPn03GR9ShG3yhxQZrfha9KNG22I1t8CClHhry+B0cDksWWuRhw6KLwtzOrzCFDjuSbT/gQTfFF+gFwM+e8W0LGnRFFrIB1h/lgRY58CRFNn2ZpvYhCerBh5a800/g8SdqwaWOwzLy1MOPvG3ZM4BDPbqBA28APUmfwoILHnnbLc7AoQxveOF/6LGfWAHfNmjC3tnXm+hQEwer9OecP9uea78/6uLiSrvdIfgZdxkL9D8+Oc84gC+Azy4uzkW/f/DBB40vsYMdF1lnSdGJFDp0gg/jIYwz524aDTriU+rRHX9RRm/4AeTRG36UsZMyvoc/+lAmZkihP2V+GDJHTqraH05KCKh2q8xIjuwzrXLpVWovB0rmFAdK5hfm1VFFo0vGda+7XIDgP+SgKylyh6zZ2IFu6D1lrE/xFe0AuOjJgSYpeJmFs8ccNWauEbGStGTenazMV8fWZrv1qW1hS6kll0gPLY8ex+xJ8H3JPKE8yKTedvrT0bmq1Nry7Ivsec5AH/DAty0eeKA7bZRpq6Fd8rYbH8rQkiIbqKVm33FMnOzanISN1AM1POAd6kZvW5SVh3by8EM2QBmwQxGotRM8ANuhUvovXot/bb/nSR9ABwK6P+U5TVPDo/09uLQ68O2Zz9O8bYrN//BL97SyPdfbcwo/YgAc7AFsN51LrY1eeWwLXGCShK3Q4G/iodGlfsg82nBiH30GHjjE+gLYBlCmHd+EtPHE98Q8wDhacGyLfTMyAfYUpNAtgB3EK7qQB2izZ1uRaVu0Q4veyCGljTy60r4A+i314DzVFTr0hdcCyIOGy4VT3vmxYZ81HVwA/vDDLmhtN7tZ86BhvaIdO0jxJesXF6+U4a90JnzGrPWku91D4wG/KWPX9vvYQCY8Zx53erh/EHXQoSf8pvTVLntqAHnYuMp6jA9oo9x1Q/ZLgdTjV4CxDg9w8M0pE9MxOtlf+fghugF8+xaZ4JFCV0ptMUUeWHTBZ5QXXOrZf8jSMXPGIe+E7InYK1E+5XyA/3rmzbs3utvdZZ/4ID4ktct7BDIO2TMeM4dOLhqj9BRGh3ESc2mbJ+ugLrDOfpMtBv4B0IN09v19LjnfZv66z37tJOa8LvOma2nzXcnct95udI+96W/2gnd5H+j7qrdvX+su+7gpep6yFz0726S/Djoe9ypFojxlNt+Flv9qgL0fvjylL7kIhufusFdUb/PqPvkjfoY4zpliC/5CV3xGiu6Ln4kL8rv08X2Ad6ddLoCO6S/kTPBInzn8SvaESn6fdvbxD4+XUoW29BcxQWywhhID1E+KL7OPQwfkAMhcoMnNvhhc1jXbkag2DuFHPTF0ivNJacQO220egg88GE/UHxMDyKLedtb9vgFt8KINPq9evRK+YA1nn3D/eBHNWGCswbNPH9LGul5c0i+nBtgA2LOuyoM8AH8hi3YAmewJSq2ifp/+QW5NOWRxp5ut6IW9AL7ru77Nr9DQBu993puI66UMf9ptN72ox9/whg8p8m032Ys8aADKpPCG1wL4B1rmGQCcffqQFEAO/oEeXAA8+h651I+JQeptNztob35osVKavvCED3KhQSaguLXUQlXDox1c0hL6WkKf+KQO3Zc51Hb2eCut8v6J7F10VupKrW3t3sX3wJiY7HOOM2VvcoyeXd9pWA3qhz7jbf7QLbHYha4EhxS7iIGQilgr4VsDU8YhPonKLR4tKwY3oC0ZgQt9l3kAfoZJXrITUqEpqsUNuloSC0V9V8SZV1dqo3XjKX6rhqiWkvrMV3kXR1ZYpQ2sQAJwxqlSamvXqTY7Snh3jxC+8AjQ9hRK6uzweQTKJfkp64Dy2Far+waebS2P7YZjW/ach4a5CF8pj+2G85XsWc9WDm9Se6a3v0rh44IHE+nR6aleenzsr/Afq5oe8KQfiEVSO3zCw7Ya36TKQ3y/h8w76AzYM9+gxO2TFhzK0MPfnnmiF0AbKQAPUtutT9ABgA6Ah/KAt/AGH6BtwQ1K+7Hd9FYexgFjiTGxAHXwgT4ozQekc3lqtPBdZNtOsxue7eTV5g3wx6wjY8Yc/Bag/BSmtENku/GAN2DPZdrgBdhznf31FHzANujNz+Cj4wK0A/aMA6L9VR586gD7b9fTDqA7qe2mr11kf73/bAtZgG3x2H5fR/1/HWY89KbvvgnU11Lf87JnfHvWAf0AdFQe2+/jpq0R2U/Dsz6Ob9s/lZd4Mi8o6gdFdjKybIvzRngAjAuA/FOednDlxlt50Gd6nPfQDyAmSBtkTmX+X+qmjLGQtR9iZKkHd8k/xWF6DHuphISxDjj55Qd9XOSAFF9JLU7gx7ku+3+nvggO2RlNDVJsqYNulVIbKA/CpwR4S6dMLNHAdtrL18CGVrL9NShlxqvpCGApL6kxQNYpMg5xzj6bz30O8w+ZwLmMYfOp8HCpAshPwQ96XqKFNu9BdhQoAVKgPLZJI7pPUrzBr/86BC9Iaf/6T7h9veJ/o2Q76sxQYuNsr6N+eaxX8ikHT5ZIwHMpc32jcfKUS4K7JO/gzVDSXlkMs3CyeAKUS7XQf0qUTNk4H7NxPmTDPOYAl0PdUiRwnFS5qBiDM8MxvhpFu+JZ8AGlljoAftSRchjcNfklOk1tU85h8kMOeE+RqfBQaNms39y8y0b+ne5z2HubA3829eAe80ICL/AWQA6+oJ7wJU8bOpIvsZuUfqyxtCslOjs6lJT4SYymD6fYP2aBOmbTy+Zot9u3jc48qE5iQEwNb8aHEmDDUCKAwc5G52yzFZdMbOBqYth2NhpWV6rAgw8AL+VxgHqglqJaSvQrs37JpyCA/1NqlJuXiHPgGH1OAWI7CSbOkApkjI/plMVkzBg5BcbYF2NyqXJUVt1clKYPo+MQXbtiVUkpRlclPyUNRKrjn9xY5OeUsTdqCu9UC5hQppWnlL8CcMaMUfrtlL4bianwcZSd4usputTI7Epkpn5MHIypU2KM/pyi9xT6Q170aBv6mgPzXCj0XVDSJ7Gnr0VXuTx5dnahq+25OhXVzAWbfqXnl9d6+eJDXV9eiUtR2obai8u+TV6wAfI1to/IOTyIC02+fVAcPvE/G+ChH0S5yPkn0d7XLr4YxUHzjpf9vMApdnXhBfTZLK4jY5sLSuA8B6FcUJ7lghMY+j6b007gArUUQY8efMLvmDF4POagLH4jHsf4QnmmBNyYixJwk236OP4iT4w1iO70LXz2ednd52WUQ50xPocPMlo5Njs8aymxz7KtKXLY7PByxSboJpcEd7lcWv4cFrqiOxeqfIvu+upK2Efsc7lB3IdlfqwC34DiF2wAmvyU+9iP38GBdjUMCcsxY27ffFJLaWOBBRQ/4rNnuUT5+KNcbiVFBz7peZ6+R4fvfuc7+tmf+Rn9wi/8ov7ur/9d/drf/W/0ybe/pQ8+eqlPfubb+vlf+K6++0u/qJe5gP2lX/0V/ep/82v6zi/+gn7uu6H7zs/ro48+FAfTn3zr2/r573xXv/Vb/0f9n//h7+qXfvlXdH5+oZL+lotIa9fPaWJpu9mKb9Mp+j7kpfI2sXCXC/WHzB8AaxNr1X3iAxhjO0OFw4FT/L8PDQfYDznEGNPQdTWHzdv2DSz0+fjDD/XBBy/Et3+vuViKvZeJpbNceg5dlyl5FJfYu7z439/e6ObNW93dvNWRPg/c5bLs5s2bzKe36V/0r1G1qkZ3bGF0u9SM6UkPOcDnIGIXnR6iP3+Ocp86NgLoSf6Qw/4x4530IQfdwLt3N7q7vRe0dmmHAZYE0PeOzaTEELFInjZiiXHSZ3z1w1rA8w9eqpROCvXDw177h4MS3ipjyaVoL2ff0Sn56MzY7Wyd50Boy0to5g7+z1FHHi99Q3xZku8zJh18bJ3Cl73CqKKH7B0axE/YPEqqwS2lqtSSueZCWZJyIHpKXJ4Sn5PsKi4JJGd92on9x7BZi5hQdCPGjzkI67pBZ9sznZ2dZ5wPIo5rYuiYi4V5bTmFzyDb4X3I4VX6LPMZsWCptU3RnRgpJfokvkrAplXRZcwaemwpeMg95DBpnxf1+8Rg81366u3bG92mbwDqDpFvV/WZH9GxRqda+8THQ6vDNtrntj5dZdXHduIY/uhE+sUXX2g54KEMoEeJvn3s7xKfgG3ZDq+p2coh7OvXr7UcHKVVzK/X19fRoc/Udco8vG4+Y57AvhLbzxP3m8ynyoOs5qvw5ZAMnYbMIcCkqfmvqDS5tdaMqU364qzVUwZKrc1/0MIPOXa0CcCHevDCrvGhDhzqlnluzHxZ6iyHPPajM1CiMwB+VH5vP/MvfqFuR+wFOCy7zxiGfsG3Z13gsQB88QHywUMfeEBLmW8OoqftZity0Iu5mXZk4n98Bw0Xj9hOPz5k3rIteJOnfzjUBo/Ysg15A3jiH3xDHr3RpTXmF23IRm9oaYfXkg9K62M+9IE89EY/eF1fXTcdwIEOvrZbH6I3vBc/QAMOYFm11ObnWmuLH+UBH7nJtjbbLcbgizxw0ZN28GyLsm3ZFg+4AO2k1MEXIL/wgdeUeZwyAB90JaWNvoOePqN9oV/awcEf2EkfwJvYoI+oAx+gHv/Sf/CifJFLVHhDRxspfU1KH0KHLkMhYioAABAASURBVAD9TRl62vAfePbsm0Uf7AWggTc0+6wNpOCjF7JoA+BDG2vEPnNNhkficJNtYm1zJfOsSxe/1ow95VB/1GGSqJsyXoEj60vm0LGEJns5/LResz84tn4p2TPy1xHOz8+yNj7Xz//8z4kPRSGfvQQ+PmVtRS89PpTt2TbsQU8AGtvRZWwxQR0AfmuTo//QAH62G8f6GF/UAdCATz2+IlVwSSmXUlrsgYM94APUw9CedaCd8lNYcJY6dCu1hL0F/xLegD3zgL94ZlWbzygCtEFPHhp0J6VMfuY3E4ILRPH8TO/BdpMrzXi2W5m4XWUOhofyYAt5+NvBBVLPDzpgPziUAduy3eRQXgB6+KALKcAch77gwAtgHHCALSalJ8Ce6sCBdeZZ2ojZOeYPkGfvM7a19C4XFzOPfVunkEcZJPoQeehim6oWL8g9Zo/Ovo52ABxokXGTvTM8sBXcQ9ZoyqTgMKaBpUy62z+0eMQ3APwWsN18ZDtr9p14X0UZ2yTv+xo6e64jj2wAmSDaFrpiF/2GT+3g5wf8Umrjhd7ggcO4Yh3JcJUzBukD5hzWX/IlcQgt/LEdP0OPfa+z3jd48zr7kdu236GeNQF/2G7+bPann6BDLlBrbfFFCn/sAA96aMFFFraRLvMSZQB8ALxT9ojUoePC65gL5FPmizGTFfS0YwspePbsq1pq8z10tJFCtwC4T+vJ2240NTZgC/5e8EipC4ZUejkV7Inhyx6BdzTglH0hZdIpOrb2pEGXbaGr8iAPv2ADgG/m8kHH8IAuaA0ffdCbesutDnrk4D9oKUODjuy9Pv74Yy17NNutT1xKo93mvaR2VTz2PIbhDw/064ehzdElbdRTt8zVXBaBBy1t6Ix+jKlj7HSpGaOTsqxmVFtKmXM+6vnLBey9nX2sa+S7qOsHlexZgT4XWHLVQ95j3t3c6Zi1hfIh6wvrk0sn8I/p/1NkDatB/TDIsasfBg15hy+1tjJ1xD7vbuArT5f32NV6rSG4NfvdUqugob4fhqxvx+iszGkSNpbwBReaNpayx8ffNXT4mP3QxeWl6Jc3b99GbhX+px9stzx6wgd6eJG3rR5dom/TM3yRd4pdylNLEfWMN/zLeOZC1vasl9OePDxsC32gRzdkoAO8gEUeOoHH/OrEEGV71gM+ykO60C90trXkobfd5ltiVnlsN/vhBx4puoALoAP6BLXNGZQPmYPxme32TsKeCTrw7WgXmPWozd6lHv7wQTZ+gQf8oJ3Sc7abruBTRxu62BZjVXmoW+gZo+CiX6Sm36em4y5z2ueff6bP887EvNX6+vpazpghzunT0dIp52C7nHedclZTao0GEYCsoW/vL3xYeJ0Y3eZ9d513Ifxb0s68wBlr7cIkfT9lTpsy5pX57tTOkvbKy3PTBzuUxw7uPKje14/QZRwsOKTYi43YxntaSBs+KXbOfu1ku/kWny6+hHbxacujT9vTnQRP+NvxZcYOvLCH2CSlvAA+hS8pdUP8UWtpfVMS2zW+WoAyPiGFP4CupOgAIHsB+hlc2+/56fFZaFox7S39xi/bM11SPT52fJu87eYX2yl9/cd2G2fYs9iLHspDTCyyl/Rreqef8Ct1wCk+pfzepsSA7aYX/PENKUDenvWB9zdh4UEKzwUoIwsgTz39fMg5Cill6pd28gD8qQPIA3ryUF6glNp0LulTe9YRVNuP9X7vT9vigRbeAHngaT1Y8PtpAJ7t9zwpw4cUPuSxgdR2m3/xoW2pFtAaLZkF//jYN9BRV2LL/zrUR9tKS2tiuc94AKBbeJNSpp0UsN3k23OKPOCn4UKH7l3OL4c+axuQNarPWFriD5zGtxgWX4NWHzlLpe0mm3qg1ln/ElrbDc12w7G/SltDfqEnY480xcc5ZZrxw6PGD0+hlDK3PeFFHWAbFg3sOf+UL/03Za4jBWwL3nZwJ2meaJM+/sCT9i79QEoZ6Fe9+tWqQRf/1fjSJfO0S+buzPWZv8dAFJWjb62d+mHQJuf+nHG0Dz5nbMbYyIxCs1JTJs4ZGq0s20GQWAiOmcgBFMco26pxzqKcHVwFPYxpXyBVjY/tlmKAbZECNvVqbcoD3SIjxVZfa4msEhpwZyjpnJCmXe9B7Zli1ygcMGYBmzAmngWXxScaBmsKDaCkT2ES7dCNuSg65TLomIXrkBc3UuomToI5SqhW19dseGoOivoGw9Bp2AzhCZ9RCh74YzZAp/Aamz6n1o7+2FXCpwYooyMLqKLvVzDzoTy3S47tjS63VuiwQI2fwBuj4zGbES5QkGnPNKRKfopPqJ8nh1HU11pjS6eazYDt1FmllOb3mrYFqLOt5VnKpE9hwV/SLjxK9LYtQ/wkTp72N022G84UHFMRcFw6ZVOQbExMIZkxfp1iy4RfA+n41sXgQlfCpStFffy0zgSz6rv2ZzCHvtfQdTnMr6qOjYESXMCGUirpg3SLuvxqPIrFvoZ6oAse9TV4Rq/IX1L0yc5CU2JoQsfAKf1Bn7CBaX4PfhDEY3gkUwLY2OwKzZQFlTKXCXxjuSSemm0xv0Q+sosST/BKfJ1yeXg67ML2oBpc/kTslM2OshgoOpbQxZzYUQJWDQ9kAkz0NRMFfag8cX1+W/RfF1918d8wDK0cdTUFAdzVatBmu85FxaaNgW3wrs+2uRBZ6Tz581Wvs/Wgq7ONrs7XgVUuki700fNrPb86T/2gZ5cbvXx2oY9fXOnl8ys9vzzXZSarl1fXenFxqevNuc66QQN9FFtqXpz69FDN3NVTl3TMRcMhl0H8P3NjXrROOfg7sSnIpreW0mLmFFr8CYzxL/PZQy4qjjkQsS18utSP+MtVXLSeRZdVJtz1eq0+sSOe2E8/sunm4ozDBoCXFYAXNNDwEb49y0UMBxUcYMCj1KKIjB/HxxePXS55DkI+QKwccsh5zEUYcMr8W0tJPPZNB/rEdrp1TKidWgpf+PNSRorO1IHbdb1W6T9s4BulFxfn4sEH2MEhLQexvCQc4g9gTFwBu1zg1tg7PY41Lvv2qTvkJWFKjDNGihXdiob45zKXlfzpSQ7Rt+tt+9YR3za9yOEwOtgWcnfpG+Scxb/oyQvJz+QC9fPPPxf/t8zbXBr+9Q/+Sn/+Z/9Zf/NXf6XPfvJjHXNBsM44Pkb+q88/VZdgHCL8Wez5di5af/bjj/SdXLr+nV/+BX3n5z7WB8+2+uB6q/Fwl/RMzy7W+ru/9ov6nd/6df3cz3yoT14+0/XFRteJwWdXW12l/dsff6iPX75M3YWe5cLzZS4/L3PQWy2NGcfA0NXMHyUVY8aRMu9Mcz9k7k2lRlKnLXOP4sdj1hB8xp9929/dictSYvUYH5zix2PsGRm7Ga+kpxzATZEVxXWIzWPWIca0w4t2py+OGQcPiRG+7fMQPg+JFS5473Np+ZAxcJfYvsuY2CWfcFatffx+ip6juoxpYgGw5zia0sdjEI8ZN7vwO2W8jJmDaje0AwUn/jLUNAwrlVJ1SPsx7XLJHiH2p/EYnRgH84u9EtPHJqvW2ujgXzPPDJkbkD0kJvvMIX3Kp8T4PpeH6NFHvxJ55DNIVOPvpYxu8xg55iDvLpeg9w1etwO+NwIP+2pkEle2Y/NJjEteytEPPZTnlHkAHGho58U41W1MIgdcaMgfot8xAC16gsslBmPnPn0EL+qbzmGCDraTk8hTv8ev6WOluh8GYfsYv3N4kLvbzNqTKOPrmrF0CO67XKoj9xhdzxLn27OtSq0i3STfxXeuRdCMGQ+8yIMLkN/Fp7LTovTZUf0wqAtv8PmzVHyjdM+YT9+N0XbIPOf0EfocibdQwrfLuMOnths9fUcZ2xi7FxcX7UMDfChjmzHNRhMc5hVg8dviU/wFHilt+IcLXdqhY+4hRqy5/6gjrgDmNuRxGLheb4QOtlu80Vf0JXMLfnua0tcA+PDh4JgDL+woiTfqu9hOSh16oV/cItvqu17ovMnBBzqgE3TwBJ88epVa9HnmMeQDJbyRRwpPUmiwmZgBBz2px39s1JWHwzLkgAtfdIUPef7E2Dp9RQodfkNX8uAgB74AMUw78sChzU5MJPbARwY2ww9Z5AHwoCGPfZvIIw9P6knBiarvxxhl9MYu+uHTzz4VfAF4Iw/8TfqNPL4EH77ohk8/evyQzTHxj1zw0B95+Am+5JFFCg4APWXwsQleyIW3bcRmOskYyzwHLRW2W98y10FPHW3oBS3jEXp8TrwQ66uMocZ7s87okLD1lLlwl/n45oYPulhLus+83CVu0A/d4G27zVnEKjKZQ6inf5GLrdTjl33G72Lz3e1d+//WoGPuYQ7CF+DSH8ggjxwAnl3mUnwBX+ICgC8ywZliAbaTBx9ceCA3Tc1f+JNLV9rpw1qKSqmqAeqk+DDrcAnENDnpMX3HPubu/la7rGd71resW4xrdCLOr59dN9/tsv6h/y7zI+PmkPkIHRcbKd/f37d5Gd3Q9ZQ+BJi76KNj5se7zMPMd9QD4OEfUugA200m8gDaAOygnbpaq2y3mG710aePHy21fdSqH+T8Y65YDavMC118UVJDrTRFN2VsLalDR5l0yjpJEYC37SbnqVzbKqV8DZTHtuwZUmzt9ldl+AGLHaT2zAd87Cqxo6Xhj0zqScGF1nabT6nDr6Tg2LMc2xQ1xUba6MtaitC35eO7hvD4Cxx7pqEKGcgib899cXNzk/Fy0y4UiTv4tDgLr66vKtl8LTBlleQ9ecq7zyn7zxMfRkwdsTamfJ94I83spj60U/Zip7wfQVPDh/I+8XjMnoo8uLRTjhlRa4ptR1FPHSm0h8Qv6YJLWZFLHQCvLvs98OEP7BLXY9bQMG0/2A0wbneJdWwl9oBT9lOWEwtji3P8tPgOX+ATmNgmiX6jlnZ8X2tNDAaSQksd7Yz7hXbIvAUv2pHN2ADIM8bARy/6g7FHHR++hHfJmEYwtKRzXWk6LHXY9rSesu2mF7zBA6jH3pZm3GI/QJl2cJXHnm1Ntv3Qdsy8gl4AleACtJF2sR87yYOz1NdStc8+nDL+SC9nP3zQlPFIGbAt6JY8+iADWPLwZg8AkGfuRA7rAj4Hj7RGD9uRcWyAXHgDtmXPQD1zHX6nH6DHFwseMta5bLH/tm7g2k6c922NtS0/6Sfsvbu/a7KexoHtth9GLjyIAebXfeY5bCdG0IU62rCFtQC90NeedWFNhC/t6Esb/ljsp0w9PMl3Xd90YW6mDJ49+6jLvISt1OHPU9ZT8tCjC3rgI1KAOnSnb+zYHQDXttAHKKWKx7ZY15ABHfTIwB54NMh8hk7k4VNKabpCX9OXlJc85a6PLcHBFnjhO2AK0nn2why4np2fCzreHZAJXy5na2wNcx0T++jzOu+6XLaWWgXfUqvAGbOG2BY018+e6WX2Rduzs7aPr8EBF3mkXOy9fvtG8H3IPqTG16fE9jF+3GUPIhetsufa5/3uaT3tlA+Zf2qWPnrjAAAQAElEQVT2vksfoCv+Yr9ArLMXog25AO34ixT7I1g19F3kkmdckTpySWnr+0E1OKXQL25zWI0d8FGeEn8mEXMDdUAXX6EDe/1VzmHwF76krdiiHd1IoUcfgPZZLwkZtVTZFjhD5sFSSxs30NVa1UfvUkrDoQwP5bHn+IQX/cG8gfy3WbNu+dC0pW41MDzmeTs53sd2md+/fPVK7ElYc+nrh+zlTomzY8bZ/d2tsMV2s6HL2sRftUMf7GFfkclIx/TLossx75/ogX+oA6Ji8yP18NtxnpA+xn47ygUWPHBtq8j5VxodbXbKj0AZgB498Am8F5mnxCx60I4t+KSlsQs6PXmgtR0ziFJALQ/tggsOYLv1Db7HBwD52lUBT3GWPDwWfUjHxLt4ZlHkmjzwxug344zNbvJPARzbTQf4l1pa3v7KN3p8wAVst9gqj3FDHXIAeJO2uoxjUmCpUx7bTUatVdhrf+WrhScpYFs27Wo0S53yLHzhDVBegDK60GcLUKZ+Acrv2xJjS35JaQcWnk/TiG8/T+vIox9gu+ndkJ78sqmffUy1TfmnA+0A4724kG2AHGxAN4A8QH1DePy1lJf0sVrQANQ/haWdukRs09/2Ut1S2+/rbWuxtZQ5T58u0Pdda1ceeALJtjroAMqAbZL3YLvFGLwWvMVG2+qzDn2tPmNg4U8KYKPywIMxTUqdbTEXUkdKPfj0+yFzCDhj+Nlu8YkcymHVbCdmqVtooBszzhaAHlz4ggfYbrT2nNIO2CnHd+D+NEDWUs+Xn9jnUQegOynts4zyXgZl6r8JU95FObdjnmZudilinWXN5t3029/+tn7lV35Fv/mb/wf9w3/4u/rv/rt/qn/x+7+vP/mT/5v+1b/6V/qDP/gD/aN/9I/Sh1b7Fd1jR2aeMFaD5FkMYljUaThcGnW1qAY5P+3geMqGdsxh75HNaVIOjDPMRTt44APwBO/0iLfQUT5m0udQuM8LCC8jQOxJp5X3QBkepzbADwl+Pn06Nr0I8jEvKjiFvPNio0xa5DNbJhll6b1OtcQiSzFN8zMleQpqbSVGlBJ7M8ERqGxkCTYW8qewXq3aBg0cOrLUKp6l0+ABOPzsCKYRiI5TgIAjtR3fotuMQ92UgPwaBB/bpgT21Nqi9/t8FocscGOD5LP4joHTI7QLOCn9pvgk8IRueswrKXhMVE1+5P20FJ0XYKAACx71T/OUF2j1Te8xZkT3qIG1JbYD5BcIgvAb9c2X6QvK8AAnpLFjyibjqDFxkZN8Gf3TYDt96PT57M+qoq7UxFNVTf9YEsBv0lqKutTTf33XaRh6cfG6zWHpRQ6q19kk9SzmloqlakU3qZZAHEad2rg5RadAbHRe3pU6JwVK8iX5KeNkysu+AOoyzmr8XEkbSH3033SdNpkgz6LLRTZ959Fhm/QshzZnq17blPkm2/nZJpeWa203gzapGzKO8qMhyq2GTtu8gJ1vZ5zNeshFclUXhWNucKo24XmeQ++LXH6xWWbDutls2zdGiPcZNu3wmAsv2nl54ttZvEBBwwvk9fWVuCx78fyZrnIR+uLZpV5cnuVCdKVtb61zizvkYqnP4UedDiqnnTodNZRRm84afNKUi+Dj/TuddjcCZxXfTtl4DiP0nYac7E+5FHp4eyOAvHKBOuUlYXo45JJtp/3dfeAhPPZyXiAiVswxjItaSrvos6RTYoZYqqWoj6+pW2csYyPfjuT/Y3z+/HlsudDm8fAYW88SD2d5kdnGp6v4e/HBOi8oL1481yef5PIuF2/44+L8rH3y8OLiXHwy9SIvV+e5UIXfwKbdRSV9UUqR0udsSHeZI/fR7RjdTxnLx8xtAJ9uVJ4xc66i7NAPidNBczxbthPfXUuxi4WhbaqzmYcPMkoCd4yoIXGxWveh79T3qcicGfLMY4M2m3WDPgs/MdL3NX2/1nrTy+mrb31wLS68X+QSvOYACxiKdLXdaqgl8dRrlfTNl1+ImL6KDx7ubnTMi92UixrHnlPm/H1e7lcZU88uL9THBzdvXuvtqy9zaXgv8meJ25LxsQte49uX8DvmMvRc1xdrETdODF1uV7o8W+m0v9c+sbMmlqp0+/ZLvc5F6+7mraZDLtpuXoX/T/Tjv/lLvXvzadLv682Xn4bnSTV2dTWvR6d95pMH7Xd3eht99uE5ZizXOKLve63XGWexkzgYMm6otx0fdvHdqgEL8aofUterq52IrVq6jGzmqpN2ueTcJ4aPueg/ZqNyfJ9mHsv8Nckqoatd31Lyw2qdy6+V5Di6VDntrGr70LIJYMNzTMzQ7zXtQ3RDx1qrVvEjelNHues6EYeUiQtiJMoJ+4DLy8sWs+c5AAAHe2b6lTaJ3a4fdCQ2Jynq6iH9ulqvtT07Vxe5tXbiIq7LvFVKETAmjodhiH8GdenzYTUInv0wCJ1sCz8rj0MT1qiUKX1sqWMH8bzLXPCQeCZ/l0N1LgLuM96xCdvh0fimr+CLTNvRcddeWNEFoB4fcFm12Wzayy8XeMu39jhExC+k4PfhhwzyyOZbu7vowcslB1HIZU7gkgW+Cy5yTrEd3aB9yCH/XS7R0Z2LRV6wdxnvjHvG+CG42H9IXz5ga8aJMzbO0hfnmZ/PLjJW4ldkXFxeCT+Cf8wazzdXOfRCr1365N27tzqGD3agD36BDpuxB53Rj/Z15i67KMtQ+qeT27+572r6UynzI550DjZBv2K+zFzYJ1axkZjDD8ijjG+RseBdX1/rOkA7/QMO/oAtYFvgM+/yDW70ffv2nbAJeRzsYiN+B16/fp2L9NsWS7WWxHA3x+7FueiL1WPsI0950LsmlpIVeXhgP2XbTQ7t/BlifAQd+gC2Gw156oGSWEWvdeaFpQy9bZHyQZLFdnCxl3rq4IMM9ABoA8jDk757+/Ztu1hAT/xku8Ux8uBHHXjQLH6H93niBR60N/usr8ZXeEDPOKcvwIcWHxPvymNbtnV2ftb6g35NdZs34MthIfIBbJAlcPABfQ7QT4wNeJKHHlzspl/pH/JOfIOPnvDGHvjabn3LuMQv6AcO/oMOHugOLbwoU7/QIg+/2W7jgLFHmXrbifWp+QR+0FBP2md8oSe60AYNOtGO3/AV/mau4AMI5L/84kvtMrbJD9mf1YyZh4ddZDgxOcSH61yaPiRdZXwNzS74wR+fIQP94Y9N2EueFN+RRzd0sjNGVkP49rKTzxwKLXxst3gBn76FP3kAmwDytkWb8tizf2xrzHpbMz/bcx0ysamPT9CLcleLmMOZ06fMV13GwJDxf8h8eMrhYIwOb+yuyWYvnL1FUDRl3SftuqK+yVAbq+h9nzX+LsCHp/imB+Oc/n6IT+3oknWSWNbjQ3/Y0Tdr88iklTzzMkAZOr49mKlKXeZu6my3GMUHY+jgAR6+x88F5cKftqVMPlVCBP4a4mv8V0vNHmEfO2sDfAGSFbvjiyEyV8RB8IqLWMTmd6xJpOCN8bVtIdd240O+taeMbNttbaIP0JdUeWznt2S70YGLzjVzG/6ED3ZSJl+bv6GZtOCi85g+sS1oAdaSLrjQ2eCrPZThQ8Ge8dEFWdChG7yiECgNbKfolgfnKb3t1mbPKToB8IEAXNttvoUWQB44AHik1AO0TelT8ku97WYrbae0QUM7KWC7+U55qEdmso96qc0Z0NKGnYsPbDd/gQsgj7gA13bjCa8FlMd2q4cHeKTwfRp74CNns91knhhEP1CGNzKmBJFtLQ9t8FnK9qwXuKf0K7yZL0kB223tuM++iXpif5mbKaMXeIw7yuDBG37IYY+JLuhJve1mE3YoD5rZbv5LsaX4mTxAfpf9DPygAaiX1cYA9fBe7LLdmvmFfICxRFzb1phBCQ3tpMAx70bIgTf6YiNleDJu4T9m3I3Zv2IrgK1TNrL77MPAx354YisybacvurwTbVSSV/oB/rZbHCAXPvicevzIukcKL9ptNxvRA57KY8e+9pNfKaMnawi8yKeq/cCTDPMvtPADsIU2cKFBHnXIoAxgG+21lMy5vew5Bt69e9fWIObZH/zgByKFFhpS/GHP9iEDn8OXtGZ+AMf+qp097JGYi/8f0seHpLXvRAr0q8Tz0Ldyl3pHH+Wx3XRCd3QlRV8gze99tsjDbvSx3dqoB9ANwD+2Bd7TenuWozzYSD8T38gBD7Cd1vkHetpYP5Y26siDgRxS200PO7QB2okz9lb2rAc2IRN5AHzRFVz4wBfQ40M/s6ch/vAT+Kx98HlEaWsCNsCXGIMP/GyL+tub2zZ31lrez2PwAZ8UeSV9QH+SUgbgbzs2ucW28tixLSnyAXQHbDc/0x816w6w8LKL+n7IPLZq763ka/ZE1I8Zaxm6KqWqpq7req3XW9lf8SvRTXlq+C46pqiu60JXhM22xT6X+slFm7x/8gVl/kIR5Rr5q802uw+LfIkc6h2ZAHnqmFMOeV/aZ79WS216IH/IWl9rdIxM+qHLml5qzenVJGJ7nffGwlgIuBYR4w95Z3v1+pUeMpeEUewftMq7ATbQp6u8L1FPP2ADMU+MIYv9M3hT1qopPur7Gr+s4sdekuUcZJXqZCeNOXdRxluXsjMfmeqkU84Xjzlf3GcMnpKOwRnzDnjMvmy/e9Aul74Pmf8POS8bI8cOdTpjzJxYY9sw9JHXqZSStG/+ffHiRftwLHEz6xv5oSUWAObcaVJ7V6cMX2AK36VMHnrqT5l75/QkUtqUx44RoUlWtpsO9pyiT3GRZJEnDp4CugPUkQZNPPAGnsqh3o6sZKgH0BMgD0CTZsHHnnGVx7ZsJzf/gAcg057roYcXfQyQB3vWu28xDP4C1C/5Wst7/iV9gD0AcUFKHfLguQDyngLtADIBe9aLum/i0Q7QtqxrlAFiAnzaSJ/KW+rA+ybYszzqbTd7wKdMCi+APEC9bZKGa/t/I1WLAduNBh7w+yZQD4Ltxo88sNSTB9oYSTxD/7Ttad7+Og/bkH5tjrTd5Ng/Pa2lqJbacOhHe8ab9xSN3dd+4W/mCFLbzWblWfSExxIX6NrGdMYW+aA1OTVjmrgBljx0tkHJedxKrFXnnC3lHIc5iHmKNYy5CmBuWuihhf88lk/NftttHDM3oC+AzuDZbjjK85RHiu0HfrWW97ZBA9CInTNM73mUMo8Pe6apsQ/90BewZ7v43SC/bMueAX7oRgot9j7P/Pbd735Xv/Hf/rf6nb//9/UPf/d39X/9vd/TH/zLf6k//KM/0h/+4R/pn/3zf97q/i//5B/rd/5Pf1+/+Zu/qV//9V/XL/7iL+pnf/Zn9fLlS5VarD4wdFWrTN6rbHQ4uM77rkomNqdzcp+hGmXA7WJMX6tIu+oER1FJW5FkaYbQTXnJ3mXSvru50UMOD3nRPmYCnxK04Pa1U59FqpaUgn/IYra7f9CYBWDKRuwUYAGABjiF3xhd4tWM+Sw/ocnsLfgp+TEv26csGiwc1KULm159DEFOfz/inQAAEABJREFUl7SW6CrJWThKlOXTP+A5y61SB9BGmbYa1bCx8Yit4+mQF+h77R/utMuLP0D+sLvXiU+3pn0kDbQ0yy6ygQ6fPUItZfZb0hLfRZVm0yn6t8k36WyDVIJDpwPkLbXAxRenHKCegnuM7cCplU+iDfolKKFBDuXWFn9RB8++63O5NDz2RQ33mf8p/rYt262OX9ADBCJl2/FxEXzs4IWvAOUhbSA1XbI5mALIV+pBB0pxbJyBcrB1ih/32QzssviTTtkgTOmfmj6Y8ZVnjFyHVtFReVIOr1rKHJukLnLibUx/7HMpwosKGyZibZ+Dn30OarhkI85O8eMYm+PcqDCJOEDPMfGobEhO2Rzt089sRkjHxGeVmg59V7Ueem1WwEpcWG43K3HReXG21kUmKS7VLi+2ur4817OrC13nkPLZxZn4Jt1V0uvzrZ6l7joXo1fbtS5Df5X8s9RfnW8EXOYl+yIXR+e5EN2uOq37oiE+WfddZK5yMLUWcoDz4KLDdrPOResmOmz1HLmRdR6+2/Uq471P33fh00f30EfmOps9JqdVLm+YnDabTTZ0azGp9v3QNgKlFnERt4kuTEZDNp3KQ+wyoeLP8bjTGJ+X9KVz4ZWbTVUdtO4mnUf36+j3LPae4zMuv4q0Sp9tYtN5LoWfXZ6Jy7oX8df12ZnO0Tdye1l9AoW5CRgT++2bfZlbSurX/RB7z8S3LrkQfZaD++tcOpxFXt/X+OhMF7mQOMth83qzbnE/xGYWlHVsHfLSt0r9OkB6drbVNkB9Fz/3Q6cFuvBLoKhUqRtKoGpMrO4OO93nMm6f2NnFB1++/lJfvvpct3fv8gKbC4607zInHvfzfMdY46L0kDg7ZkNcVoNO6deHxPwh9jr+remP9ufxMsYZRzWXykXKJfVKVxeXzd71sErsR5lJ7QVqlxjnUuaYuAZGSaeMQQ4NDumT07jXmAv9mvjtYxsbaeyNG0N/SGyXttC+yAXxxeWZNumXs8Tz3bs36rIovHh2pV/95V/Uxy8/iPyzxFOnD4L7QRanX/qlX9R3v/udbMbPUvdCfLpnyrgv6ePa9Ymfdfx6rlV8vskF3fMXH+iTb39bLz74UDe5HHv15o361UoffvRxg+cffqAXH77Uz2Th+u4v/KI+TH7uw21eLI/64stX+t73v6//+S+/p//wp3/a4K9/+KP2adBT5P74J58G57U+y6H3f/zPf6a/+sEP9Zff/4H+4i+/r88+f6UvcinzkEv5XS4nX+ei/s3NnT4Pz88//7L92dKf/OQn+uEPfygOe/FrXKm+74U99B+xDxD/vDDT9wdiM3FJ2tqyxvENaF5293m5YR6d0o/pLtlFruk7WyUBVWunGigBx2eTnMiwDun/Y9ZB6rt+EGmptenSpw9rLcoEpmPG3T5zKH26SjwBfeK1yzrYpb/BQ6dTYqPruvTFNn113sZ6ibwwaS+CtI3BOWZ+5ODt3e2dHnIR/JCXRi78FdndaqX2Epu59hjddrH7IfYRa8fMk6uhj35d5pCh8bQtDp7Q7xC+8NolVptfwrcfBtXoBHTxMcBctM08UGqN/F3ox9hetdluEsOjwOmDa5fIWTXAPvqD9BQbanx51ni40WDnEJpNYnC73Yr5Hh3ol9WwSrxvoncfv0v4oUZ2KZbjnF3WpuWAYxfd8Q98wKP/kYlsYh7Z8CTPoRUHWfBa4bf9SbX2WfMmldJF3iq6SQ+5cJ8mqaZtF3+3P82cWHr96o0e7vf6/LMvc9n/TsfDqPu7nW7e3eZFea9pdOOxXm0y15238TvEn81/sdG20A87uahbZV5hPjzPfLjJwUPfD4mDi9Bdxf6t1mnfbs5a3Wadci5dh+g9hCc2WIq8Xv3QCx/aju4P7duYP/7xj/XDv/mh/uIv/kKvM75iTmwbWwxAT18s/kIX28In+HKdAwj8Sb7rO+G7vuvbSz2+3GcsYQc60EZf0J/HjA9S7CEexsSj8lCHLIB6aCU13ekP9APoN/gVl/TJqQF6UndMrKIXvOhzdIaPPcdTxIh6dKHvbfqiFzKJAeiQzTgCwFnkYQd28f+5QQ9v9CFe6Kv7rBfULW0c1kJLSj0pPNEHPeC9lB1bDokddKCP8D1t6AodNMhAh8U+5NDONyDJIwu+4JJH1wUXfmdn5zS3w/qWyS/spg+56LzOOozt+BEd0A/74AN/dIMvgJ+Rg27goRd9AL+wbf60iby5/2w3uQstPNGNuEY+fod2Se25v+CNLGRDQwqgo+0Wc8gDqIMn/KDBf/CjnpiFnjy48EAX7H316pXAw8aln6Anfm23+OLDDfgHmxufzDjQ4x94oSf62268Fn/wgYNFNrLoB/Tjm+DoQp8qDx9KoB09Umz+o0weXqQAekHHmEEmZeTSRj2yVqu+7WuvsndbJ79eDW3t/+iDF9l3bTRkbVllnZnGQ94rlXIRe+N4U6uh1yb4F9lbrVdV8Pvhj/5GALFWq2MfUOTsL9ib4HPg/OJ83rdl/oYOvYkj8tiJ35QHv9nO/HXZ5qM+8zt291lP0tzmpllWbWOfduqhH7P/Io/dpNiOnCFzHfM+38yjjxhLtNlu433KugcePkI+9PQ3ZfjQNvMosa+IMvV2vJJJHtn0M3StPmvMQkuZPEDenmnAh446wDJJg6UeGvJAQko2tGpxbbuVD9nvwMueyzBIrrU5BXjY5FJ4/KGOrA2/qeFSPmbuJQXAsd1sxV7ADn58Rds3Qd940Knp/Vg/TWNyXwHxUUqq8u5+yl5nzD5WyZMu5fm98RSfBy/78oiPruibcnAXHvAhL5yUelLkOfxJ93n34y9GjNHhlP0MeepL+klxTZd4HxM7h+DR/pD3RMpTeCGzJK5r9l3Emh2CiLct21riCFsXIFaor7UGU22OoK2plxrbIqZbndT4TI9xdMi+i7ELMC6ohw+4xCSxT155SG23Ndl26yvqAOgB6O1ZV1ntgxrUg3PMenjKvsq2yCvpIt+e+YJnu9kJLrpg25LHVuXBHmDxke1mN7jUBaXZ3GcPAB71zAvMd0v7FAedotOic5f9nu1Gh1x0wye2o6rbOKBv0RGgnTWHMQ4P5NhufkEWck6J3yF7Q+RjA77Apwtf6vCz7Ta/wQMdWb9I4UEdaYPYUzNnwm+dfRU4q8w3feardeZK8pvswXi3W1Mfm/rAJvs7e/YrtPAE0Bs70Et5bLd5bkw/UQ/QVwD44GEbAB/W6hd5f9vmnRf94IfvwIUWW6HFTmgpU4/9+BA8e16P8UNUaPEFH9qBUmpbr8lTDz+AMjLhTRnaUkrrK+qH2A/Ux3EBLQAuAB1le+5fyvAkpR190ZWUuoU/MgD4klK/8CGFB3ULDWU78ZlYw35sh39JHXrSh/gSWmSBQ0yRt932v9QRa9AtNOAjBwAX/xHPlFnnwENH8ADksG9gfccvyIAffXme/Tz4++z7wMWubwI8oQMPvrbbWAFvUp6UeQejLaW8Zx/amLRje+IJPGiRB4Bnz22Lr8BZ6skvePAjT6x98MEHeVc5e897k3cM4hDbtnkngQ4epLbzLnIuDq+hx4/wwt8LDil6rXJmhB+WNvyAfwDiAB0XoEy/4m/qbDdfKA9t/TC0D8Of5+xolXcTdOH//OUDWwd8kfFaAg95L7wPTHJmI8mJVeaMMfMz/Xl3d5vjxLHx3ubd9fLyXNucxx2yfu2zjl1cX2rYrLQ/7fXs+bX+3m/8uj7+5KXWq06cF/FX5hTcKevQKTin0NRcssbrmrLnOuVsaTw+5Fgq5zdZf2rOoJX6KbiOnmPWqEPOV445mz/lHXN3ey/Oou7v3+kUOumoKRe1TorMj16+0Lc++UhTZI4BZZ0Lc2VQZ87fa8yaPx5HnaLPIWd+p6w/Y/JT8KbMlSFUiS8yjDW1d7ExJWnKWqoGk2ypC0ItDttTYNQUfwHKQwqM4UeaKik0tmXPQJ/Tz/Q7Md1lTqWu1NJw9Pgs9PZMZ/uxZU5oByiRAotc8gBtthtf2+nL2vRd8JSH/Cn+BlIMTlHX95mLu0AvdEXHErsBPT4xu/GiDsAGcMnbbm3wPmbugfcC1C26PbJqydM68gAN8FvANlUBt7UOmbTZbjYuNPpfeewZ13bDsueUwqIbui55eH4zDy5yZ3CTbX+V0g6kRtWF7Ht/LPwWnjTawQyQfwr2Uk8cTom3KXweY674Par99fysV2l6gYRM261sfyMNH/vrdfR3rUXlsc/pV6Bm3mhpre/9X5OnjjmaPDS2W7s9xwHzEvMfgG/BWXDJ29byUKat67+Kv1aObBu8KX4YM46/Gn+2m23wwFZkLDL3OaejDqB+97Br71ZLve1m5yJjnbmYsWnPutNPygP9mDPpMWM7xWYfdpMHbKeuPI6XrvG0HV1POmXuOWUcMBYAeGEnwDhCL+rhjWzO+DmH5hL0d3Nh+s9zQfoH//IP9Id/9If6kz/5E/EN03/2z/6Z/uk//aei/e/9vb+nn/u5n9fl1VX2cmsN2Z/Z8Ymsh5z5cRbMuTDw5Zevc1+aA/8pk6QzsXFJMWTjv2Ljb6VxlNI+5lD2FOcBx+QBJk1gTPuUSUNMnkyiMW5kQs0FVl+L2t+CH3qtugRKAgy8Yyb8Yy4SFDrnJSd3KRkcUpf2IXjrTDrrdHIX+vxkMh4bkB+6kgukODe4lNE7Kmvoq/pUVOqt4E8NLKkGSgBc5I/R8xS9x8ifojfpmDrgmPpj9D/EXqBdusVxBCyLQx+9CJASOfFruM4/TlJKaRPl0A8asvgC1NmW/XUooacNsGlTe2ot4dE1+nUWbRbc8xxcnOUQ4Swb3E0OItgkdLEXXAKIoFlgTFAC1OvxseH/FTxW/y2d7K9wSimqpcbXnfqkVU48qAF5oHNJn5XW3nBSLsGjjTTnIVl3p4ACpKMyCmZIvCnbjekxjWiV5hPLBpRnCnoGTfppTD+lIm0KXmnQpS/w8SovHX3fN79NGUVTBmdYN5zKpJSXj65BbX7dxK/nucDZbjY5MN4IP8OnC66VJzqNDNTEAf1OHDgMuwTaauh0lsvOi/OtrnM5+cGza3304Qt9/NFLfZgDpatsjq5y8HN5caaL9Nt58Li8PD9ba5u+22ZSuUr+2cVWwPOLjZ6Tv9zqmjRAGTjfdNquqrZDySWklaz4ZmeXzU7NJqpkHE2Mx2zexsQr8T3Eh5uMt218Qrruaxt7fXTPj4auE4dbWy5kczm2WfWZqJyuOOoYXqfAmA2XMieU2Bx2go5NXGFjFrnj4SH7s726tPch7bJpM+Mn+hy5RLy/0cPdjW7fvskd6oNKYnIoJXasxHxwHr9fxP/XuQT8kEu0jz7Ri+fPdX31TM+ukwbOthcqtRcb1X3mkofwfsiGcJ8L2RpHnF9nExqfrc/Xunh2oe3FVquzlbpN36BfdTqlH9+8e6vXgfuMYV6cb6PbF7nYfPXmy1x43mufDSB1b2/e5BLvnd68e51Lzxu9vfoSV5MAABAASURBVHmrL199oS9zEfou+fsckJwyVx1jJ4cl9w93un+41939bfBvxZ/43QWHtpvgs2m+y+XpIfPJKroM6Y8xPn0I3e3NTdx71D4LUJtvgsOcc4J3/I+c2lUpjj/Ghn3ad9gfIH8IXleL6JuMENBa7DMOutClKRcmd9pF1jH9xScaMwAzdqbgVfXBYZyk09UTK4nnbS5ahuRtizGzSR+Bw2I0pZ9L+m+93oiDXy41Sz80v97FB10OFzbbc01RCP1e5eLkR5/+JL6JDum7XeKpX63aN8VYmNaRBc0UWbfZ2H/2xRcC3rx9l/44qsvc2Q8rHTOOb3OJ8O72Vqfc1o2T9Ve5nPmP/+k/6U//83/WD/76bxrdp59/rp989pl2GQN8KvWYTTvf+OPP7/wwFzr/6c/+XHe5fJlcdRqtXTb/D7k4XSUGzy6uVCNL7vLTt/wpco6TlADUIb4/xIYxY04e1fVF+PNti5N3rVyzgFEHkAeCpJKDki68a3xFCgzxIYB9lGvfB7U2WS5Jo+PkogXSqEkpy6rhV2on6gDygPKMmR9tif4nDtaZ4zabdTYBg0KaF59DexmeMj+CQzsvsefn57It5jnWja7vFJTgH5NGcimNjk0SL//4d898LOshL+o3vJSNk/DXPpeop9Sr1vTjSeAxBkuxOKw8xo/AIX1xCi66DMPQ5l8+QezYhq9qrU0mGzfyfXxE/CnPNrGDzqRd16nvB11eXop2YJU4C1qjx1+2s4aMcinxTRc9HHmrNu/bbnin2DNEj7Ozs7Y+wKdEZ+VBR3xLHfJqdAQXOeiGH0nhgf/AX6eP4YWe4G0ylhZ9lzpsI8Qu8nIepVRjCzrexZ/8qS8umd+8fdtimhd2Nm+Mhdtc8vf9Kn1jccG6y0WrXdPPG52dXTTIdCun7irz6Wa91fPnH8SutZy6feIeqLWPHzJn5qBulYO5VdLr62txiNH3g2raefk/ZqyMCYgh/ukSf6fTKMrKg83EDYdJ9BG2Mj90sWWd+MPmIf3BHPKQNeo+Y/l15oZPP/20xRs+sBNHDw+tH4iv+9iPr7l44s98gt/W7vBk/ob3RWK21NL6HJnItud+BgceAHLBL6XIdsMHF4BuyshCB9rBq7XmYGMr9CZPv2EfutgzPTwZC9RjNz6wnf6Y2phZYoA44CKUb1ViF3IAe8bFtzdZB8CDB0Dd7c1t40U9cqhvusV+25kHM8KSYh9t2KI88GZzj674DR/jO3ju4ntkoQs46IPutL179671BWVkwtN2O+wM2+YzUnQgBmgHD99Qh734T/ElPsOv4NjO2CTG1i21535GD2Qds4bBF/0PmUfgSRla8ovt8Aewz/b7fgRvlzW98co7B3yoowwtNPCDF/XkF52po50U3W3T3GzFJurhTQoe9OCBhN/xG2XasZkyba9ycUo7edqII2jRHb2oW/h9+PLDjMkB1OYf5KE39PQhAB36XGSOoB3abeY/e+4f+he+MEEH+hL6+/u79qdSwUdPYgG/gwcOMQAd8tAPvWy3+RE/QodsbIOefkc+uM5c4Kw1Nf29HjqdZx/JnrHLGnh1cZZ93JWe50DwLGtPX0vK13r+7Ep88OrbORT8JHaf5xBxn5hkX2XPcl9lr8Xc8yz7adYKdMV/yLaZs9dtnmf+ZG4lzsA5Zu7uuk5D9tXnlxc6Y+99faXLwPXzZ6qsZ+nefhjanH92dt7Gd8mcwDhgPGMv6T5xSIo/AOzdZ09Bil9WmdMuwn9MvAFDl/Uk/piiQ42OJQp14XvKewMpQD3t4NNOmXryXeabGkAX+JNHF2QD5G23uATHjiHKSENmwLbA4QNaShN6oj910FNeUupC2nghx7ZsfF+pbnlwgWV+Z32aspggGyTbglZ5bL/P438APMC2eE4Z48htPMOHPLxbmvJSTwrYbvrBA374xJ550Q7oyXOK3wGqSvDQzf4Kv9WnP0iBx6bEeW262zMu+tA+Za89xa/xcJuDuy54AdJSHR9JLhbtlfq+U5e077NnyjtQ11etN6uM507yFBkl+MozqYQOOQAyABte4dZkKjilze/vsg9mPBN79CdjMUzaD3RAKzz+6vs+ekRmyvYcE9CAZ7utS/ACkB+0VofvwAGoB6ijfWSdTx8hnzrbTT/6hjL8SSmDY7utGcwTNTFN/zHfDv3wno56ZEGnPNAB1KfYfE47YDv+qy2+wUE3ZAJLmToAfPSopUaWtTy202duvkEf22kvTY49t03Zu+rxgVeN7vgTnsiiiTz19Ak4APXogb3LXEo9egDsfwDmum3mJqCvRV3iYLMaxPx4nfnq2dVl5sZrrRJDyCultHXh2bNnbb4qLm2+ghdtzHvMi7ZbrKAbtg2Z35QHffAvNuB/5kva0B8e7JUB6qmDF/s++LBGMCe+yh6NFHuxDbnIAB8gb81xhiwA3aEhpR1ZQ+xEX3jTFvUyNvoWe+CgI/wAdGX+J4WGOvjiY+iJXVLbwifohF3wIG+nPr6DL/TKQ39AQ4peAHnowIGOduRQj0w7lgXgCx44YSXbJC0mkYF9Xd/rImcY5Pt+aLaVUlt80Q9jYuuYc6Rj3nWQAR2+R4+aOKOP0YMyAA3+PmZ9Qa8hfXpxcdEuD5GBAuDhS/Dggb/GjFPWdejwE3DKGg0P+F+cX+S94KzFE+USP0HT8DKHwpc6bKadtFnLvAQEAf2hsd3GObyxBx3sht18hJ4LD9rgC5An5rCfmEMGAI+wb7RLuXa1jQHsJw/9whMd8BN+AJSHdvTDJ/iAuGOPUEvNucxD6w/eIWp8Dq5tkSJ7GPrmG/CRQT22wQ9eytMPg8CljGx0YB2jzP7DmscCbbx/sG6WjHN44GPqoUHfY+LBaUOXIXunq8urZiu6L+OP9wb04JL8ww8/0Le//S399u/8ti4zV5RqneVM8cOXH2Re2MS2MWcUR02JAeXp4zvWoCFnTqdxn/eqex329zlrutMp50clMclfwVP04DL1kDOiU87s7nKecdjdivLD7Ru9e/ulblPnXKruH3K+lXOubPE0ZJ4qkZVZNGfDVbVEaNa+KWt9Jusse6PGnDlNiWG+kIQ+zrnhIfu9EjxwavaO0MUUKWdqhl/4sO+raSglheCMieEj5y/ZT5FSpm+QWFofWqXMAB19RAzV9HPf9W089l0nyjPPiEs8T5FHf1C3gG3xNP7BoZ38GB1OGSNj1kPK4NiO3NIA3inqGHuhsS3bWh7bTT6x7IJdsw5qz4xn+5FXabhqD1E048IX2aQAeekrWtuyvw7KM+Mlkx/yQLIN96fanUb7b/Ox57qFhjSojY/tprs949hfLysPOgPJ/q0fdAJogK+98Cnv+dMG2HMbeJShewrUBeU9nT3jU7+APdfBw7YWesnN9/Tn0qbHx/6KpiTebLcW27J/OhQXwecpQIQfkEkesL+if4prz7qhD7EDkF9owaVumW/JA+DQBm9wn8qjrV/GRdYuxgq4gG1I3oPtZhtt0DG2yM9z2LHhUbbd8qw3tpvN8F3wbbe5s++H1painj7oB6Ar9ciC70JPHe1tDGbcUgZnlXOls7wLM2+zroDP/Mk8allXORP8zne+o9/6rd/Sv/gX/0L/+l//a/27f/fv9G//7b/VH//RH+uf/JN/0tr+zt/5O/qFX/gFffTJJ7rI/DrkHc+ZPx7y3vf23Y2++PJLfZqz5Xc378S6u4xz5vR2HpczrZuc2dzkLCehkcOZTGjKYTGfbFEmxSkTmDOJ1LxcdEXqg9VlgqmBkroGMayk3GXSo30VBTaZaDerXmfZPJ6v16LM5Q4XKZuhay/eF6m/zMv0eXDOAtt06qrG4eGjyJ1y8K7I7kppG88a7zeIg2r0aPm0JaspOkyZxE6hc3TpS200tJXMRehXwrdamfhLFq1OqyyMmxxwt3S91kUOUC+zYcH5AN9iu05HkKf+Mgd358E53251xqFoaOhELuSGrhOypky2vEAfcrjTIBcix3QG+YcsRKcsLsDx8TCZ/Ak/x+9TQFlkpviV/FyfBSkXL+Dvw+shFxZc1OyyIFE+pA48IOY9Bqm1PFN8ARCES0oeoAweeQbGLjrf5wATIBD30fsYnza8sDxhW2BMn0CzpFP0HQPToyyhSBhzQAkkq3SdHAc5fEhL+q1mse8CtRRQvga2VWppi+CQfmKiWDZetttk18Xntdbwtkp4AJS1PNHpgH9iA3EU8YnfoqFUDZlIVl2ndWKO/nyRF5YX19d6cXWl5+nzZ4Hry3NdZbNyucDZRptsei4Ts8/S9vz6Qs+vLnR5vsnlYK8+O4w+L859Am677rQZavgXrVI/pK7Sv+n3cf+Qi8U7HR9udMhFo4730imQtATquFPvY/QcNdSpXZyu4qIuGxF4lMSDx4MEZKyWxAxxzbjMbko1myRngzTmouKYC6rj/U71NOk8h+TPE98vn13rYrMO3hi5R0W96NppyG1o9/gnTjeDUzdl3I5a11Ng1Fmv8Ci6iG1X2z6+2uqTF9d6+exSH+ZC82UuMj9I+q2Xz/VLP/+z+pXvfkff+Zlv6aMXz+KjbXy00tl6q4vtudYZd1VFh1wA3GSievXlK3322ef69NPPkn6pn+SQ/Uc//ol+8IO/0V9+76/0ve99X9/7/g/0gx/+sF107rM5dF9UV53cxQOOKfHvEYh/2NgSz1w+vMnkd3N3q102YlxMENNsdInzfeqI21qrauKhJp0UXolzyaINKMUt5lxKe4GAFhmMiZK29XrVXnTOc2lOnBKvxC0TPXn4og90jDV0oK6k45iz9lxKR2/yzAmRnClwn8PtB+2z8T1GT+pPwTlmvjgFGFsZCrrPJvgu9t3e3uTg9J340y3HzIMAMqeMgxP2ZHzW2FdrkR7HqF3EgiFbpZQGU/AAxlef8VFDg01tsTo7b5eovOyC/xA5JZdKwOu3N+1C89Xb1woj9Ym36xfPtdludZbDgmG9FpehP/niM33x+pW+fPNaP/7Jp/pxFii+fXqTi5S7XCpz2XnIfP4uixP4b7NA/eBvEgff/yv9zY9+pD//i/+i//Cn/0nEx+scNu0T6/c5/AQP+n5Yq88lFjpwiUf7mEtR6te5NOWy7+b+IRepp1yoql2u3mesPARu7h5097BPjN3pTey5vdslvY3e9w338uJSF1kHWDO62H0Wfs+urjP2Ozn/+sTQ0PXq4rNaioauE/MccdPhy5RP8e8x/UGclVqFnnKRnF5/hFKrnLg60XePMNJnqSuZM4Fu6OPjQaS171qKr3mpJu7oO/oQ+eSBFpPpB/oSqJFzSGwtbfQpfQ8UF5XIA4f5npQ4AkZL+/jrgfk1fYUthxwUYIPyYB802J2iTo8vIB16on/4wrvLGHZMhycyoR+yORoynrq+11yebVRo0o14QXyIYJf9AWXXos3ZVtipPNjCoRBl1msOKugrYpYDiS7yGZP4CdnYz3jEN3YMC48M/DbeqeOA+jaX+OBwwUn2wl8xAAAQAElEQVSKDAA/MzZqKSHJXI3uw9DyJXWr2IFd8AH2WVORR78gxk6fJ8OYXdZc/LbLWgxACx/bgg7Z+CokWmUOdwyYZJXaqR+G+KDXeWJ0knSMz7t+SM6ZI3Zt/sOHruW9/7qh1/b8rMH7+EpMPKRvnRR8YMh4mvsktim2xk34fhwn9emnVezGv8qDjRy+UV7sRHf8SP27jFnSEv8EPXPcTtDwyXQOWIZhEJf72AqwOaWduRN+yDtl/ADQA+CRjonFXXwHHoGCT5EFPW3QLIBvbYtYGPrEWMbmRdbH84xv6ImZIbrY1sK/0cTf8IUn9bazvRhb/6AjtiIDPUjBoY42yuhpO2PiJNsNqAeHFICGFB/16SNSygD0QE3/ANRBC38AWmSDQxsp9sBjaYOOOnxCnpR22y3uocNW6u1ZV/KMGejsuQ4c5Vnw6RvwAGICvchDgy/J47eQtDGCH0+Zv203HztjfOEFLmBbi26UoVEeex4T4AO0YR86kWf8I5c8NOhCW0ibLGhst/htMZC+pg1ZtKEnviEesAscAJ7UYw8x+/HHH4u4IXZpg8eCb8/86RdokE8KH/LoxNyCftQjlzpinnwttR3wMcfAkzpsrOn7Ja6RB3/k27MfqUO/MeOz1Kpjxgu6jRkf8IA/+YUnddiNXowb+NPe9Z3oc+Vx+gYc9EaH9+86mdM6F7W1L/i72zsB90lv3r2Vslcp2aOen6314YvrFHf6MnuAv/7B93Sf/e8Fc3d0RD/mDHvuV/yAPuiCj5Bpu80XtKELOpLHfujRFVuoUx7ss91imnblIWV8vMn+gxQeyEhTG8PQLjYiA37gdVnXwQWoOyZuFzpSZNMHxL1kdZlPwIMfsQQv6pQH/oCCB79D9i/IOOZdhTKp8kADnu2U5h/qyIGDXNopU19qEfTIBMjTjh6225ijjjL19lxH2XajHbNuwA88cMjbkR8AD7lLPSl1pOCXWpvd2EkdbeBjP/pQXqBEV/QHSimtj6Bh7UImAE+AespLSh6wLdvNLsoA9D8NjzZ4kQLkbZN9T08dukAP0EgdNlC2gx8B2EAbdtqzfOiWMm3QgQfYoUvlUgc/6lPVZEOLH5wxRrrUUyZP+wL213k95QlfyugKkEcOAB+AOvCoI2+7+dA2ze/zyMMe+olxRFzbGZuJVehBRlfbApe88tDX4DL/MC6Z24jtQ94VkEmelDJ5dIAfdMQIedr32d9RJk8KL1J71hM6ziAWOylPTF7RYdEHney5f+w5hQeyFhxsXOxDZ+olt3ikbS6rPchAP2RSv+Dblm1hN7wWueBjI7pDwzxG+eXLD9sh3r/5N/+mfRPi93//9/Xbv/3b7TDvN37jN/SP//E/Fn8+jgM+5hV8xTrEOkDKvIhsoO+zJ8s7xaIPstF7yHqGPuRttz5CB/THp6T4QnmoxyfoRx16p7rZZPtrvkB/cJAHDT5HL9vvxz46A+gC3irv++CiC7pTZzvvVGPTC59RB5/rnMPwbgJQh260Y4/y2HM/Jpt17SjswB5w7bmNMjaQgkfbogt59IAnQBkc5JCCR0rZtsABwLPnfqaMbwH6g3kffWv24dCOWXeRzTtRKbXtMbG7Zk2gLd0VNOccchD0AHbgV1JkIwOb0RVfIkt54NdlLQKQR9kumUfU/nIS5bOz82BK6MDedrPZ6jx167wz1FpbP8G/5l0IxEUu+JSRizzSkrmZ+gXQjboutsALoG6JC+rR17ZoQw51Sx4/UMbOMfsR5SE23r59K+AuewL400b9Xc4BGD/oSH3QG1/a2cdAAy94UrcAeJZbfCy6oQv7aWxb9IAnwLp3m/MyDs9P6b/8qNSqrh/U+m2SwDtF5/ucVbCnsuP3CCq1indveI/p3H3eqY/ZH0iW7aYvdLbbGgufIeOTFLtu3t3q9ds3KqXqOzn4/7Vf+zWxt2RfCeB7/rpP3/fiT0nyjapf/uVf1s/8zM+EpqjUmve/VdMB247ZRzzkPeh4ODV5+KRPzJT0JTzAGVLmHYf3fObRqCZZGiIDeXc5U7qLP/iLNJ9++hP9xZ////Vf/st/0U9+/KPswe4VVppyFnzMmfYUnyhzr4uEjCqpS2xt8964Scz10c/gxDfVRaVYtQmclKNRxOatMrQOl+xVOe8agz/l7EN5bMt2ctN7e4Ip2sEDpvAOQsODPwCObTkNtlW+AfZcF0ZBTQeHB7i1FLUznOhdS1EagzI1GKMTsgDk4qsFKNuW7dDMP7bfl8Ejpk/pnxgiB6XptKTBpey0kKLDlED0Y3sUELTwaXXRrUbHUmuLsZZPHX1ggxHC/KDrAuhI3nb6och2A+qWNvJ6fJa87SYD3gCylMee6e05pQ2wnVY13mThY/ux/NPTn4ajPPZX+Cm+/3Fy0ADJhrcewUmJsxlsyjMojz3nn+qZ6tC42YhttAG2tTy2m8/m+pk3ecB2o7e/Sqn/JtQSHo84JX2FrFrqE75pL+HtQFJsA+gbICGq93Tf6HfxJIxPmXvApWi74Zc6y6hJAXjYlgQkwsN4TKwtsogx5hGAPPXQMH/UWjK++0DX1scanrYTnhnP0Zm5jbV8k3UHfNuCB7wA5rxjdKTOtmzr6cNcDh1z9GaTe5dvwCpnmMxhyI3QzEe7dsH5+vXrNm/+g3/wD8S3Tf/4j/+4/V+mf/RHf6Tf+73f0+/8zu/oV3/1V9u8yV9zOsvZ1ypndJkYtM88dpd7tbd5Z+X/Gufi9Mc/+Yk++/zznAff5g12En+lA51stzMrLlg/+/wL3eRdd5/zT9b75qft0OXCo8sFSs0FUFGXWW6BVW5cNkPNZUiv8+1Kl7lYutpudZGJ8nyzSv1K29Wg7dCL9CwKngNpvwje1fk2OIPWXddgE7x132lIJ3S5gOoyEQ9d1ToT+cV2nUusM/EJZoBLLf4c6tXVua4vL3SdA6+ri/McYJwFL2lexs9Cs428TRaovq9aBdZDn4Why4alzmn494Gh67QKrFe9Nusheq206rs54OIkSwIUnXDMmMn9lMmPSXCXRZSF/TaHq0A7BM0FJIv1cljIAs+nwwDy4NNOAH0TjuG7AIE1ZgFZAFxkAryQwAeZC1/y1NMOj1MWNvSNCeLJ1J84mzJn55g0CwB8p5aywM4A7jcBuxU80gyPsJoEzuRRYy7vwlHtm1cZUPi6j+/6+LXLpVa6s+HW6gy0oj51C84q8bWOv/H5ZrPSdrPW2Xaj8/TfVYL6ol1UbxI/9Ef6rlZ1dhZdtbRz0gxUYmTVddok3jZ98CK7pq86Sc5lmnN4k5so5ZxefWiGxzjmorN9qzJ2OJdSUy42T4d7HXKpmV8acpG4qqM23aR10rVPWumgYdoHDlqXowbts/jvVMaHXFA+KLehuRR9q93Nl7p59RN98elf6/O//kt99sPv6f7NZ7p/94UOt69Uclm6qUdtczEJnHWjzvscvvugcnyQ9/fh806H+3ca93dyLlV9egj/e42HuwZlOqjmQrXoKMXGKYO/xO5V3+kiPrzmE/gZGxebra63F3px9UwfXD/X1XYbP8QRmbycyXLIhv9imwP09AHjdJuUPngW+ufPcqEc+OCDF+KF79vf+kQ/++1v6eO8/H3w/Jk++vADffzRh3qZ9DJjsGRhOOaltxTlRbJv/bnKuBPxE0izusTJOv1egjQlvjk4OmbiieoZm4OYnJgY+74XwOTJBvLq6joXd8/FwfqHH76MPi/10cuPGn6R28HXXTbabKYBxgIy4NclPtpEGyHzuDq18U09gI7IBIa86A2ZN6BDNilA23kO1tFlvd403dbrtbbxJ222wz2jJIvQFFunlk6aWn58n57SV6vEap9+GjNGKR9yCbXPxF3jIF6U8QdzzClzzTFzAvkw0CGXGg/Z0B5yYEnbFBklfsQGUttyxkmN70pXNdlaNnu2xbOKbU3npEOX8dIPst2gj+2b2LbOxSc6DsMQP4VH+glZffiuclECjImdt7kIub25S1+v9eGHH7U+6UKTHYi4bCnpez7Z8yzxM8RX+9iObueXl6qx/z4Xw1wQUv9lFr43NzfiUz/8ydhdbL3NXPrjXKT/ZS5Of5jLdC5Lo5BK9D7gm+jgrlONzNoPeYFYy2nr+pXOzi+1zgvjvuEpi19pMLnqEDouaR9yECRZNTSuvVbrbV5AzoNnlfBTcMe0l26l0SV1vZrs0KvGv0mH0K7jt64UAWeJh7OMOT7E05WqvutSXzMXSZqkkkS2Sk1daMb49oiOgTS3OObiu71sKfjBoW/7+L6PLNKlj9bpi7OMXQePdWnmbznl4kIxuUml+D3ffWItUSkUcpTZZu1eZ8yvMibJTxqzMdiJx3bMrEI+oDw1ehMLrDuMMVI+ILTPy9oUfxCXrG/7xChrFDjgAyFv/LCh1k5RK7pObT1eJVaGwJgxAS34pRaxjuGjTdaGddYINk7EO3VATZwzDqlbdGPMAFEfkUInfOdSmi3wQIchcTPEh9DaeE2y5xT/2Y4v+BDDLsNvam3QlVqFTOjPsk4ht4Q3fMjTd6zHlJkvsAU/jPEPeqEPeGP6Hl8B1AElMqEjz3wGPv4A4EMZOnxLCiiPXXTMwTdl9NokBpFBvia2j5nvoVfwSBlfzDNjaCSrS3/0/aApOlIGn7a7zDfYDOCTU+IUGVFdCp3yHB7/JPEm6w5BB+4qfl18wzciv/e97+ltDkjQ+ybjHHuAUkub97GZ+fYiezpwXr1+1Xx/zJxhW7a1S+xiE3hD+u6YufGQg4oS36MXfqQMX9rgQz+QBwda5KAb9EtdTGg/2GVb1NtzCr9l3i9l1kN58KEdv2Uegz940GN7lzpkwYc2cOf+Z2zttbSFTRuX6As9Nthu8hc6aAHloZ0+wQbkUA9ADz62YjN62A7F/INf+LDDos+iC3ygr6UKfl3mFyjI42Pbc9/EHnjCu9aq02Ms3eal4ebdTbZXR60yBxLrh6zltBN/xBdjbZc9wT6AjfC5yX75/uFevKi8ffcuITO1/s1yJvRBh1SKdai4Cv0W3ZBvu6GQL7WoyxyrPPgBH5XMCX30CdP2wYFTYvqwO4qYPR4n7XOoRNiPoRnlvHjdtxcwfIiO6IBMdFh8VUoRc8hqGDJWqs4zvq7PLwScb86aDuijPOhDjJHCE1+y5h6ypk0RzHuColMJbl878cHMTdZcYIjefTfoGB8z9rr0Sd8PwbRqcM/OLrKOWENw1sM6F5If6oNnH+jjlx/rWx9/K7wu9eL6hbZZy2r8NISmugh5p6x3JU7OFriV86oVOUcxHhe7lYc8tuAH+q0Ekb1yF37brBPHjMOJcZm9zeX5VmdZP4a8b421aJcxWfpO+8zjU/Df3LwTL6XHzBv4c4pd+ODV51/qs08/e/8NkVKrdokRAF0jUofou4rtt4kxvpl9++6u1WHP63ev88K71xevv9CrN69a+tmXn0XWnW7ub7KKncTaxH4JeaTH8Hv35q346wdj9KGO/t/BowAAEABJREFUC95T9s5T3hUO2Y8Aw9Ap3a197Bx5N4idXWJs8UlclP6uYpyQp68B2ksIbcu2pvQxvizFop35cEj8gMc4sN38D5+5rJQP85iLP8JF+KK4NF7sJxyBtVQB+AifMndTLkprZE6JMeqRNQW/S3+UWsMqq3v6/5i+GZOeMiAO6a/x0cZT+vQpTLE7FOEAl0lTaMb4DV1P30jTGDyp1Uc+uFN0saNT9KL+GFmnyKAN+WEXGsuxD32pb5Ba0iQyvwKwqbEBII8O8FvwgvL+hz6Y8SzwmBdInwJ0lO1ZAmX4AUu9bdnWYhsCwANOsZ++BZd66KhnvrjLe8g++yHy4ADg22786BfiAaDvbWvRFzx42hbzzdKeYtSYmn/BAZBJCr4en/HR97YTS0c9lU0M4xv0BOxZH9vC/48smo60w/eY/sJ/yKIOWHjAb1hlPszYoB56UnSCBnrKu/iCFLvRB/8suPCFH/JtNz/gC/ChVx571o+6FN/rRxloeAlRO3ggLJAi7RSdMVhqbfypsy3kAviY1HbjTR4dGFf00UXebdFdksBd6JeUNnyBHtRhEyk8aFMe2my3sc3ecZf1r++qAP4iwL//9/+j/p//j/+7/l///X+v/+F/+P/o//c//U/63l/+pf78z/9cf/5nf9YuLviQMfzO8o6BPIByFz7IYp1hjuEDg+i5+D3im1xZLSbYC9DGWLbd4or+ol+oJ48NrPfYAf3cp4eGSxkfkYJHCs1iI3FP+5j5w/g9+h0SR3zYkvlmn4t0pZ55abVZ551rq37oo+NKjS7zEmnN2oU+8IM/NmIvtpFivx2jUCBgz7Yk+z7u0Qle1CkOgIftJgce9AXvFvDCFuykzwHowMev7AGRS/zCkzouTcG3Z7nwQtd3Wa8WPHjabuMWGdDAGx6n+AT+8D1lPrFnPtAO/Tyu7MwDfS/wAPCgJQ9v8vQRZfjbRSF5tH8UNthOXck7yybr0Dr5yMmAQw6gPEPWJd4rsYu9CjpCCyy8iTNkBD3UU9MJPGhIaQN3ocEf8EVH+hE6cGgnD9huey/2ruBBs/CCbymsxTWoJXN59m7tL+gckpf6fki9E9On2FkTm8peNHnPuGPWn1Kquq5veA98ODvvM2Pii7qBvVY/xI5OpZT00dj8hl8fMmexT2U/W2rVkPeZdfZ8m4y9IXs1B78PfRd6ytuzc3XDoEP2N8ApsieXxPVKtG3S3ocH5wcXV9e6fvZcZ3zQNTiuXctTPk/dJmcl6MCXCL7/Vz/Q93L+8Zff+74+/ezz7Jlv2ofO/8N//FP9f//Hf6//9//C138+3ZZk553YszK3Oe5117vyvrpsV3VXVfuGNw00LTgcMuhkgkGOQmJIIX1QBGP+BylCwQ8TQUmhmaEYQZGM4UjikAQIgiCgJsBGA2hfvureureuff1xe+v55XnPrWqQM7veVZk7zcqVy+XKzHPO/Ve/rvfe/8D75K4AY0PTzqnT2vF539DnA8RmdduocexWWZeYK+dMvaRk/qADR8eH7r8U8+ocPcn22VvKOWfzd+FYaG7+9m6f3EtiL3fr1q37sePSugyepedPA/qy/pf1yHgq42nNHyCnZJ5nn7cPPEzIiAs4V97rqnLs36oxrWE6kMHS9oGe608+DiLW5ciVdgD5iCi6ThfepdV7RHjI3jrUFaB/RFhPqgLJ9CW/l9R5feqhLa8Rn+CK+CRPHUA7+IEc1wANlAPrNuTDLxFR5n5/3JP3Uicpp1Tq4SP8ATwJ9dZlJEL5ml5kluxzIyf1IUuzF/lcV0IPAPJ9uDKFqAM8gIDwWNn90RXaVk0tyjp4bVqQSbaMGCN5DN6p6+zv1/2o/3R5T78I/5+/UERSRHhe+T4Q5yaPnVwekgDe5Ye8E7mKxADG/v57qe8l+OnKk79wvfkGTkNECHwRK/nTNiS3ifvlEZSovMPHinmab+t+8hMRpU/EJyn1a3CT/6g+4pO2EZ/kwV9bz4GmaezTalUej7GBNU74TNudnR1tb29r3XbkczEuAinDb7JOsm5jA7wzR/QP3YMucALoCyn4Kad+1W5pP7iCzvsE8KyBenQaIL8ub5pW6y8OMSZ4wcnY0IxPZ00Zeq1nnut60ogovIIO2q7reQcoa8yXzrrHGsHcGBt6GZ/3PZ8rsYcFHx8++frXvqa//Jf/sv7O3/k7+ht/42+UD6h94Qtf0OOPPVZ4V1V10RPwHPsOj778etTNWzftW6/rjs+iD4+OvTedFsD/zL13Yd6Mydwq60VEcv1Mt+/c1YdXr+n69RvFH7LWzb3XpH44GCoN2qxBAyQNm+TNee0DhMYXNa0vvAzePI/aWsM6azxoyoXqpg/TNsfDcqk6HjhIaio1Oak2w6qQgNppbSIGJmbgvq1TLsGGTa2RmTbygjNyfjIYaOw89ZX72KMrvOnlQndg5RvUjRWqtvJlj5FV56ycQ5WNpkqhvAaP3XujbK/p8+NOvRWkt+PnW1+zmRl2dKAjH+4ceNPPz3AW8G30vg95YDICXKfkCTgBhADTUF6YTB7Bkl8HqZXnVptWgPwaeG9cjrKFJJMouwGTaPqsNDKUcpeS8t7baUI77wDtQ17c/OI/eboFaCs7td6LT+egtQfMN0cZCm+aV+CAwzzJbgdvkck6HdaV+d5o00a6PRnrlA83dwzblu3ExjC2bIZVsqxqtVXWAHCfgXVl2FTWlUqjdgW8j9rssqSx6ygfu24NI/cBhnWyHsn4pEHuNbK+Tdyv8YWmbxTVTfe1nB6Ui8Zac1WGtJyqn/nQ5HhPnUG+ZGzTsnxjcuB+XECKPr6ErHwBOm5CpzaG2tkY6dRkpB3D1rgVsD1pteO605tjnd4aWc8rtcbR+tQJesa1tDGotDMe6IzbnN2e6Oz2hs5sbZg/Yx9ebejcmW09ePmcnnzkAX3mmcf1youf0euvvqQ3Xn9FX3rtc3ru6Sf04MVzunLhrC6fP6OLZ0/r4rkzuuD0ysXzeuzhh/SZp5/U048/qkceuqKHH7jsi8sLuui2Z07v6JQvN7c93vbWpoOkbW1ZJhuTsW1xpNFooKFtpakqJes/+oRuRIR1K1S7fDQclp8D2fBFFs5taedw6EPtXR8ucegUEaVv7yAQh9Fb39Bl9Bq9B+7eu6uPP/64AIEUDgjbwBawA1Jsg80EwRbARvH69evik3Q4m1u3bouymS+vcX4ANFemcZ3nPSJKYAs+8IIfen4SZpKSsCdghSOpsk7yDr6I8HvljcTAl7tj82rkzdtQ4/FYGxsbJcXhwR9sEr4tfEDPByUA+AQv1kAwSDsOS458aCLbapWzsPnOgSTtl7a5pecHLHxAuPQ7tpttpHMf0M18cUqZX4ufGgza4svmbptzcr4pNLMwMRZzGdkfIseckrLnVA7SJNGeeSf3w58gO8BkSeE/t03uU2O31gEOuZk7uId+35hMBGyaF2dOn9a2g/zam4WqqlVXjfFXWvqABjncuXNP/Fuht2/fEe+UH3nR+ejaR3rbG/93331fbxtu3b2nA29c2Ex88OE1vemLlHfee1c379zW93/0Q/3o7TfF+7UbH4lvoe4dHojNNhuWdjC0VwvNzUtg4XTmhYmxjo3z2AfSlLFZ6ayrLHTUk6+bxnIeamH/Prd+D4yrcVlvP7d0mfygG0Bjfmzahs6ePauB/Rp8dPXqz3in3kylbAY6L9sCffC5lfUUXsG/hf0pMutcn7MDV4+zsKxpCzAGKTpAO/rTrrF+rn+xoIMu98dfJ48+ML05OUcZYD8+84J/bB4l4y9yt3B7r2Po39yXlhzOd24HLO3rUySLvjeEZr7cmFuf59atpdsA0Oihyib2yIc6M+MAjj3OwnxjE0m7nLPln2mqiCg6CT+zeYBOcsCw4+BuZ3tHGxtjjeGjWdZ7TvijTfun2nxp60pD83tkPadsMhpqMhoZX9agqQrUbjNy+fb2prZ3NtUOG+vd0ubVlU1VXdduXxVo7esGtgdooZx8ZZrQZ/LQLT+9+US9k9IvIgpO2rq6zAkcQGV9J+XbUKTUJ8uBsZjn2lcw37FpHxkYrzNPO8sJ/uELiQHgXW9ZUQYO3uFrytl82hD9qFu4L3pGv9bzwS7BBf30m5WDg4VSYt6N1Id9IjwJVNJ+YuA55ALJc5PMfCXJ0LvtdDrX7u6+Frahzno85xLJtkwd85Lb9/1KT5h/+H1q++rdljxllfkKLVWu7DvHOmX/QPB++fJlPfTwI3rwwQfFJ6IvnL+gzc0t29JIG5MNj7tbAkv4sek1hznBs67rtMZJHt+LzO7duyfgyIcd8IYPo0WE7jpQfe+994rcOtO+9FzQU/qu+RoRvhA7cGB7bF6lorPQTP3cug+PyetTD/URUdpHhPWsL7Dya0tFhNAdxmHtqz3/ueWxsH0g/yply6MvskQ3WtstcmUu6/lly5s8eBiP94iw7LoCEVHGjIhCc0SIh3YA+d561NnWPZjbdubDwn2XBZa2s7nteu459uZNb33qTV+W2yyO3WWuge0uLM8mZVWp0ex44Vi51Xiw4Vh+S6N2IrsxjYcbOj6YalCPdHw0VesN0nLRKaxLybqUIylLStb15O1547lRP/UlZc61knU0lFRXjdp26HCzszxmSpHlP7Heh4PMXcfZnXrtOvaY2jdl65fJU9+FmOZi3p30nevoaGZ9X9hPzQtN+75MOzjYt6z3vP7sG/+hOJQ+cgx/eLgv4nxg35e8x14zji2vY9vAzDg7E3F0vPSFXa/prLdf7NVFJcaW58IvFiw8X+akPoSfrS3z8WhsO7Mvst7hs+HDwHNMcCaS+duqrWuhJ8g4IoT+LiyH3raFL6FOfogTclr1Id7oPXhye4/muS+FfbS+IB3at7Reg+umUWW/lE3H0nyv68Zz7BUR5nOtgds0LmPcQ8+5sw6E/J/ruXzkHVo69ML9oSMirBe9er9veO03WfYPC+vVUtALLvQVX7R0P3zfwn5jZD7gA/b3D4TvAHd4LGiC5s6IlurUJ2lmvZx5HeSDUtl+fWHBHjvmWY9Pis4eWAfcTYwJrMspg38L6zXtqFtYV6iHbuoom3qNhmZwH3gPRz9oJqUc4B2gz77HA27fvi38yrHXO4B68IGfdvBsZBlsb28Je4YfjWUB3gjP2gDuiCg8Iw+Ag3bkwbswH8AdEcrWMerBJT+M5aTwfd2GsWWeUpci2XZCPOX/1iXql+ihdWsJWD7I1kQUmVJPX/pQFr2KXoZ1Luckk+HiTsnvtMlVLmX0oS4l5mMZ9kizN82ptO8svxD/0UvOSckdgJyMV6uH927Ze06d9bkvY69qeiddgZRClX1Ltl6bEIX5kmvbj7F2hrl1uHfa2zZMjXqPTayMLqzzzN1oaKXO/Ojdh4vypXXkyHYw9xoGUAcPckBjr9pjASYMxqhKnp952BvW+RxR6o6J7W0jnfmM3fLhuOQZAHXK8smzsimowG1aKQunC49N3raCphMAABAASURBVKZgPiwEOqm3jc3LO/nOeHNOhb/huuRGnWlAfr15j+30EJ5Cc+/TsSMPbbLNIbeNCFX2m9nz6a0X6A/1EeFhe1W2ubqpjbmXXZkybatcyivXhfH2HqczlH5+p2zmtQRbQm8VMn1ZMo+wQWjuPVZp73HIYyfYIONn05LcNiLKPJlLRNC84AEHbVNORgkXpYjQ2h6YT0SYT4syz2RcjCE/4Tzvzpa/iCg4I0K0oW49FyMtZRFuc9KPNoV+8129TN+yjAON0E5/2gC0Ayhf18sPdZQBfi1jUEYeYH4AfdZAW3xlRJQ5wyPmyezNci3tI3vrd+UXa2LZ0z9w5ZJ2tjYdZ23pySce08svvaif/qmf1uuff01lf+YYa3try+v1SEP7/4FtqbEtsVaREr8Sny1tF/igznMmRVZHjq2QAXKGVj6oKD/Q66TQSDuAMvoin4iwui81sz9mTsw7Ikp75iQ/tMf38R4RQs6RkzrrTBnL+p2QR04WgXW0qoSsIqwj/utcKj+MyRjO+s/C8v/X/amDNmI05sR7Ms6IKPpQeOt3yqCRd+gn5V0egzrwz63r0EyetYU8+BiROQDyQz/6sA6MhqOy9oEPvPRFN2lDnAtdqzJPSKGUsibjDceIo5IH/7H3sGZJ0fsG2RnA5SkIvBEh2mXba/JcqONbidvb22Ut0slDXWd/w9jkoY/+zLGyPjRer+hLfc650M077VjTyaObrPOVZUF72rHugS+nLHSJ+uz+8kM59bwTC5BST3/qwAFOcI+8l6Mt5e5aYpuhzxuoi4A/UkSYL6nIjnL6Qh94oVt+6F95PtQ1J7zKuVJlmjc2Nh0DTh0nHiu7bOl1gH2/ApyVz3nGqt1nOBrr1OkzOnvuvMbem7iZ9blXcp9eUfKUkc+O7RrbVV235vfIlwSbpn1S8pXrejtUm1Qp433u2Ij3iKyUKjWO3yrTu6afOa/5zVyI2XiHb8iUFKAdOnh4dOT41nGtYxvkG5GKrzq07aaUyx7rzJkz4hdQHnroIWXLBpumnnO3pdffjY1tPfzwo3r+hZf0wosv6/EnntTpM2fVmjY+gMf4A8ti4D0n/dHZBQxIUuQovg37wNYYv++llFLR2cp8L7LwHhx5NE2jiBBtpz5Pny+mlsmx7no/d+z46tDrKH5nnedMkFhtfuJLwAeAPyIKrogQz9I+Y+44njf42ZnRnwbK3KHQRnvZvikDIsJVK+B9DRGrsohPUsaGD0BEFHzh+Uas2lAPRKzq1nn9Jx7GWdP4SbsoLeFjRIhxqCOlPUAf5kvKe0SYfhlCPOhGRJS+5OEnbcERET4vW4j+63fqAMZBXgB8poz+8uNuBT9tIqLkIyx/+Oh6hcp4pZ41KiclwzqeSPDIIPcJ19dNI+rIKyR4mO3HKsd3lBHHMLZsQ1lJVVSOyWpVqbLoeu+5etUpl3WtsQ3VVeVWvXrH0Z2h52zLEU5TJTXG2zj1n9ssVTlTtbWWrp97Q8s+pB40au2HKtOlnFyj+9BHqGpaVbb1bPrEPAzh8XnPjO968nAkJKak5H7+K2lKYbTJXU/AFaWdU508EaGIE3BZxEneaUrpJ/pHhFuo2B86gKzWKfmcs7A37HbD57X4jIiw/zsqgE0h43Ub+SGOZpyIFW50BBnQlpR3Nys00rc2L0gBxiNd42M8YK1LEWG+V4Wm0sa8hDb65JwKX8BHHZBNf3I54yXPHSAfEaVtqXf5es7Qts4ntwE3wNzxf/xqB7/i8df/+l/X3/7bf1t/82/+Tf2pb/6p8qsenE+BnzMl/M2xz6kX1iHmPfMZPGV3fWla9oJOWb+X9i/h8ReOybCvA/suYp5eErQB0IO/3d3d8z3GHd3yWfju3r593vS+/eWUhZ89tXNaFy9eVtqajHyB2vhwpTLUmlgxt7z55mdPz2xvOeDb0OZ4rMlwIC5Gm5zFJefQijuyox21jchTV6WQ78h8ELNUmGAOhSkbNrXGdug7PtS+eO6sHnnwAT375JN6+YUX9KqDyFcMzz39lB64dFGTwcBGtdSBL38+/ugj3fjomm5cB5y//pE+9sH8xzeu6/bNj3Xn9i0fzN3Rvi9Fj3zIcuiNNpekbN6PzKDy87h29DNv8GHa8dGhjnxYTd2RF62pGU/d3EwH+CT2Ol06CFv6ogQDD290+NR25QWoNiSZ7TZkjK9KEmUA+YQZu65z324+1dIQ/cJtkup0AiE7mF6rT4HL5fJFcZSUb1L6lEm9+5GGFQPIFnw2HSV1vnK+Nh1NkoDWvB/kpKEd06iuNLFcNjjUNj83Lbs1bDlP3dgyod2wyhqdwNj9xm3tvkDjtPHlYqOdyVCbo9ayqTTyYAP7xBWEhnW4zDgaoLIuJJcl60gUaH2wBrhabVah1SjKXKObi5+/DfO6Mt8az2FoWgZ11vBkHmPPY2s00qYvebd8aD+xzrVu01oPR67bGA3LN5UnDhqGdaNKUjJfevMoGV/TZI3dZuK+XEpuWQf5JuaFc+d0xQfF2ztbGhv3YNiqte6Px8ZnvT995rTOWVfPOqA55YuEyXhcDC3ZgBjB6u3gp9PUh3j823V7PgDc84F2SpUeuPKQLl9+QOfPXxTf5DvtAG8y2VRrJ5RzpZxrByytxqOJCBQJZjd9EL3lzRVAngsg0i1vqAiyCazOm+bz588b55ly0ToyXxrbYW3H2JmglfHv6vatW+WQe+bLkzAPwryamcdcpu7bIeBcuUDEJnAuc7fjnTw46Gc2qrIMAPJzBzvUH9quFg6QKKMdzooy6niPCAegI3EZAd2bvhiGPugEsmmJCFaSspmAbspwnq1lux6PciAiVHvBoy/1zHlsWQA4fHAnt1kQkHmOEaHG/Bha78FJPThJc0rKOYl8RJTx1448uY52AGXwSH4iUnGeOFfapBTK6J9phSbaR0Rpw/zhH8BCQH32fOlH/4gVbwrt1knmQtC9Tgde1MfDke2mUVPVBZL79A6AOwN4oJ0xAeiUn3RCI+NOvYmbefOOvJEvMr/rRYTF5tbNW+JC9MaNj0X+6tWPdPXqNV+c3nJg70sKB/YE+Xs+jOSbRAc+sNq1vtz15Tqflvzgw6v60JemN27cEN9CuWcffd2X7iw0/DTvscc+tgyWprWyfwHPof1vss5HNr99qNPZzqEvclLTNn7rRfDFex8q79l+iLIOO3YZdQPzq7VMK8u2acybphKX0wv8rP2t3HZo35aNt22xr0pmnXqPubQPndufDm3jE9t6bfk19Pf44fq55z1wH+Gnk3VEsgwqGZVMtjiM6B0h0w95zG0vM/fprHMeQOSxiWxZ16Zv3WbudWVpWYC/d1sO8hrPrXa7gcduSz6p9kBNlTV02Wg0UNtWGjRJnTcsS29ckn19mLbl/NjllcbDxn3C+Wz6Os2PDzVoa/Nj4E3hxP1bQcvCY2JD6FdVVQIoX7qc+XT2kQQdyXOOCF9ozMtmiTrK5Tmjw5+2o7ZutGH7m9j3DGwDY/Oc96HzfHsLu6s9v9o6WeWkFCoPYzeWG/xkLcU+NjYnhc7kRk3TqLF82STfcwBTOp38L6VUbBY6sB1wQSNAnnL56SxL5sacScscXE47cDTmL/OPiKIbtDm2ftJuic6aR7XBXUT7NZ6FD1rRZdqBi/K6rrW9vW08yWvA1KzqSx/mIa3KaA8ucEIjtI+8TpECjE/9ptebyvha83JrZ1ujjYmG1lN0HpqHo6GydSVVWbXnUDufzWP6JvOudl/esQfWOS4H+JWBHeOCHtowH+qBkfGdOrXjQ4ezYv0bec2jLX3Onj2j8/z7315rxqYhfNh7eLBX9KL0O7067Nk/3NPI9YyLXwaQBfxhrtBGipzhbUQuBxx10yicl3nUKTQzb3vnOQRJubJPQIc3VTetFpbJYDCUIq1sMGzlBj6QsbQOIweAMeWH8SOi+GLKkBs+UbafznYo63tr3vX2F8R6YX1pzFNiPep7tzn0JWDvzdz+3Tu663U03Gdpez+2T7SBKNvPLLz+zQzZupJyNm14KqmU+b2z3SBPaAAiTLTp4493eDawro9tR8iOcprknKxHnRamA1jab/WmcV2XU9KwGRhac65X7zV/YX9LXLm5MbbdN/LQ4n/IHfxNUxfbwdYmboP8B9az1rHOqVNnNCQGceyRjDsM0LI0331+536tUXUCz8DtoQ8eryC7qeNg82NuGhamlfW+qhqZLJdKM8cMx14TDom1feHZ2cEzp5l9GulqjnPLC1iUeTPXxjS3jpXOnDmn7e1TjpG2RL6uW+Vc2481BeAqJM+9BuCjO8uZ+ZfUcuvNOzND+N6IUO+ynJLnVbn/Cnp3QAYnoJSTKFtav3LKgo9D22xV10Ku6Dl1APlj+4/OEx7ZHxa+WIfJI9+mbspBJeXgp538jN22aRrlbG3y+H3XF3qoJw9u9BbcKX1Cz8K2Ai7K6EtqdIKOiChpGde4O8sQPLSjnjngeyLCfF6IsYgpX375ZfN3wwfBQ/OlsSx667MtMlUajzY8/4EiUinvTCc8gD8ANHaeO3TObCPkoY+UsQHakdIW+nmPCEVEoYF+c+v70niYD3wa2j+RjwjllN026RO8XZFPxAoH/WkraxzjoAfEohFhc50XkB90e2GZzn0RBw3rn+wj5YNi0OZmBTf44BljHvvQkzEK7tJ/Xvi3bgsugHr6ZcuUlPo1zO0raMMYtOOdNtBJGfyinr7UU0Y944MjIkgKv2gXEaItbWgPfaUF8rHc0aGF52nXrbnlkhSqrJe0pf+nQX4ohwZnFVEwkS15xqCO8ehHPsL47PsiotBBHTgiQrSnnfwwLjTIdPWmqzuhiXfKe/Ozs03Slz7MF7uAP/CAcoC80akzHtKIsF42hb6IKHpPvwjT5XnShnfwrXGBgzEiotAMnQD6xhid9Q8+ArSjnD4RcX9OtGGuEXF/fOiPCNvHskBEFHrAPfW5A5f6xNEz+8LeYyTX116DoC/nJHTywOcSx27LT47xLj/QMHWMCaSUiv6TQit1SiG7Uy3MP9KU7SfM1Kl9MfiOjI98wen1ztRpaf9ImqqkdXsucymTxV41tQBib/oC5Flvjx3L2vLUO0KHL/JTVbWSaYswLfZj8If3mXWut6zoC4AHGon7wZW85taOY0iB3v2VsumT+dGVlMv2qfWF8uQ6o1d2yhwWPjdYOB6W5wvdJkURUWwXl282l3zjMSrrqTw3QbkrUvLcDWH+RYQi6NdprScRqzLe6ZtzFn3geef+ZW4mhjIggv691jyp61r0gaacquJT8SXrMnDSFttnDHSDvRkp+zQ+xHzj4xsiv/RFKePSnpTxwIsO8Csg77//vvi3vMAJfuqhD51Zt4fmpdcNUvrSJiJsS919HQY/tLAet02rT+NjPtDPmkb/iCjzAz9jzq3XtfVAfpa2cfrSPudKTd14/l43bee0hzaLQWsa3KXwnXLKGAuclDPHNc2k0EjaWwaktAEn7RjE8UVbAAAQAElEQVST/hFRcDdNI/BQBk3gl5+hY8mIKLrh//mvL+Cq8hexkr3C2mIZr+mBN8l1vAMRUWw9ReX+Mr9qx7YTr6Ej87SVZLu27CKS598WGHhs+lbmFWvxKo9+1O7TiBgLOpkn4zHHyrpLuy2fAW34QnHHh7acI9V16zHhbauIrOyYqG2HGgxGhqFax06N40TkAh/gE3jhB++kAGOknJRsD4wzcEyK7Jq6LnIxd0rdxsaG51B7rr3HrQq94JGflHJpk3MubZgbuvJpGTA+QBvGYF4R4d4SZbz/yT4RKzlBNzKmHh5FhOc4EHRSnnIu44KXNuAiHjnknMp6D35wMBh1AO0mPuNuzEf0sa4b838idD9F8jzlo9eFOEuhH+NAP2MCyfwCxuNJoT8ixDuxB7YXEZp4D9dYD2kPb+m/BvmBrmwbyZYd4ze2O2RJurW17TO+c3rppc/qjTe+qBdeeEmcJy59gXrjxk1dv/6x7t6954u1pa5du6bvfe97eu+9d4WOXr58SVeuXPH52ymd86Xy9va2WvTB+/Ox6WXuVm1fChzbByxNdygiFX1GH0xa+VvrIDR3rDHuRP2al9m09zBPIbt6OTHfesf8s/JLIbsn3yLbL2fy+0Ie8AYdB8ADvhX+Tu5csPHeGyE8B3iXn4jw/yX6LO1nOsC+gDbgAic0T6ezoruU0zdi1Y/OEas8ONZAm3UdMgSQDXpSN3XR95Kv66Jn5KkHyAPIl7TyurYqz/f7UQ5OxmDMT48XEYoAUklXdSsbgx+0p29jPQJPRBQamrqROyh7PMbOtoGIKDKEF+ChjLoI8P8kyA9tViCj+sn6iBDjRoTWD22hhzTik/J1fUSUPoxL39o0NlV9H7f8uImYl7OKxFwqYYcjx/vYycp3YNtN6Td3LDNz3LH03jLnsH9txf4DOmiLP2AsZI5+0Q4+sX9YwdhnFBPVTVN0a2Gd6eVxbWsD78FGo4kGw7Fq20dl/E1tGVdZTV35PK0RZ1qDtlFTVcqmtzLUOYlzLc5FWrcbDVqfxw008BiDpnZqcB/qaJvkKZt+fBJrPnQe2CbWwPungXiRLy9h18QF1NF3f9/ns95rGl3Zr3E3gM+jfmadr01Lsl/qHQCxjmNr9Ju6z/xk/4Fs4DPtoGVNA/l1G+poBzDW0ms3OkUKUN8wP/sTcNWWc12bbwbq6EP7adn3H5a4qLP/oA56WUvYd573PcZl37888sgjetJ3gfzEOXvRn/qpnyrfMOWfQvhLf+kvlX/jlIvUz3zmM0VXoPXWxzd9fn2z3HEwf/Sht39iPrdu3fR94Q3BQ+ZPHTQxfkQo5byyIc8Buqn/FFg9+6Jj+Bj2ivAR/UKv0DeAD7FxyXvx4kVdvHhJvDeWf6qNHCVB6HaLPm9aGHzJZSb2ZkJYDVGe+kShOm985w7ylwjISpJ6qYCksBPs3G/huoUD6rmFTFsuLfd98M4B/nVfkL7/7vt668239eaPf+z0LV3zAf31j67rzq3b4idObt+87dvg28UpH/gQa98Ao/b3D3Vg4CL06GjqQ2w2ywstyyfN+8II7xfUedGBuepDycdfOVWqKwu8am0YhrpRW6/SxvPP6t2uU2UmNBiVM42htvEkbx6MUB5kBeYJZb3n3vvQrTc/yCcrcZOTBlbqYVMLaOtsnGEKeg2Mt4DHIG2dAuQHHmvUVL6UrNyvMo7sS8dQk6WWfsZTLhidDt0OGLW1L8FrjQeNJr4kGA/acvk5GVQaN/UJVAUnl6YjIyMdVrngbKHV4w6qUEtZyZt+y3lw8t6aNwX83njsxmntRbRy32zerCAVR5NQ1JBWabiM8p+EZGNfQSilKG3QMWRVeVwOe8Z2ckMfXmF4AHmAPIoMtDbk2sZLn3X5xMHR0E65QamNG+eAMR3bqFlogWNvMA8O9nX33r2iX7d8WMonGaZ22Ie+WOciicWfiySCgXsOCErbO3fcZ9fB1Vy0P/Th4LH179h2MPMh4RInbTvw7EX+o+s3fEn1kQOd6x7nng4OjrzALxxoLMQ46PGdu7uuu6Nbt+6I39++8fEtfeRLrmv0tS2854urd997X+++/4Hefe8Dvf/BVX1w9aqu3biuG3YYt+/d0T0f/O4f2cn6ksVWoIWVnw3r1LbHfLmYsEkqwry2LHGQ2CdOsXMgQh7eUw5UbgNP4WGYh7ShnvbHdsqFJ+YdFwu8R4SD0LEI0Eofvy8cwC6Nmz44opkXxM42ZOuUCVHKSbX1sx160bTOtoa6aZQt/0hJNlk7s05sujlkW9jOOhXmivqccwnmkb+XqeKsGSu0ehgT2UM75XMftFK25sesyGxW+tEmIpQ8LniZ+xqok5/GtKJjAG1SymX8kXUNnWNRY7ND0LqGHV++wxP6UIbj5SIcPS502vFDO8E3Cx+LDUB+6fma9VpDeO4dhyH2NcsCC0oUSWra2gcPSx35Mu3w2HowO9LUujDzYfXC86ZfZbvm8qpzX58q2+ZkdzYvwXS2LXPQwcUocI8PpdhGkAWyWprOXNWS54w8OoWawcAwLD5NEapry84yCfOQd3BmyxI+LbyhNAol10WE5D/5gS6+aRSeZO226N3Q+sCHHVrrwtg+YOT3xjY+9Hjk27pWzsn2tTCGXgvb7NK6NfblY7J+DcwLu0r792xIGtsnbm2Odfb0js6fPS1+rvqML5cunjsrvg3+2MMP6cnHHtGzTz+pl174jJ556nGdP3NafIP82Wee0PPPPa1nnnxM4Ni0bxn74iN5HvI8WvsfAB1B17AR+UF3KK9NK/mmqb2p2RKfQN/a3NCOLy0mvrhq66rwr8pJ48FQW1sb5QMhG76cOrW5Vcpa84H1hznX9rttVWlkv8g6M/LcRrabUduUi83GeBi39xqU7c/DCzKw9KFTZ92B7KrOJh07shR9CJXNrCpny69W47Gy88zl0JtQAhbyxWa8llPGpTx2xJynPmDuvc7XIMbW3SZJtqm5VWyppd87r5MeUTmS5VGpNa0rO/H8LN/GvGk97qZ5MhwO7R/nJTha2H+MXJ88J/zIwuMohXgPlx0eH2n/0LpuO8ZXNJZFbdzwnH6t36UQD/Qf2a+Ds7ciMvupYxL82O07t7Rv/8lce8+ht++k3dLjzaxbzJ+45cgHnUfmCfOmDjzJ82Yc6EYvsHPGJlDEJ8B7eMY4ESHagy8izO+qzHWjbLZrdebT1nCgjclYQ9O+MRoXmW6OxzrlS1b09+yZU7p0/qzOO+WfQDi1PdHli2cKTEaNHnrggs6f3dbpnYkunNvR9uawQFPb61oHFsuZUpZ96lRNW/ngZ6hLl8/bb7diUwC948lQye0n2yOpWurO3k0dzQ40W069rsw1XRzr1r1bev/q+5rNp9q2j2MNwL8xZ+aIfuw7VoPvOWfrw0LFF+Ta/Rf2VVLrzUtnPkwt50hZo/GGKuvB2IdFtQ+ABoORaa3s48K2bju3PJDLwmus/GTjxbbWgO6OrC/IAR2ICEEL8kJWEaGccgnE6TO3bvKOj27Nb9oB4GnrxjHoLd29fUe9F04uUmi/NK2d6YgI8V/OScn53noj61VILjfbTBs0DIx3y3oNXxrPbem+KSXlk3ry0AaIx7gW1gP8bcqVwm3xtzPT6hf/5QL43qH1YuhDkVy32tw+bVluqm5H2tzadn5D8LJqKrXDrGaQlZtQH7bJfq7InY4t01xLqQ6lKvl9pqppmYYUyX8eK1t2nlvk5PVk7vViqSpXyikVmPsAdW47CsnvoeR+rXF4IO06Prjng56lfX+YK7UHI+38PjueW/etEylr0/IOSZXz2f2B3jznWzhnT5+x7u94Y9pqaP+/OdnQlttPbBvUbXj+/JvVly5d1Fn77C3bUltXxhWmpVOVQ3WdSr633iTWB/sbxlPvMT0XbDZ7nslzquxbe/tO+ektT8qw7aHXeFL0Axm2TaPKtLZVrUHdOG6ulT1HykbtQHXym/tjE611ICKMUYpYpWu8EaGZfQw4s2mI4H1mH9lqwweXfhXjyg99sKeIEHRCN/Zw4A05uhkRXmN2fNl8pgD90W3aUs8YJc51/JZSVvZ4Rltounv3rr7//e+XfRZltefAJUby/EbmOT+r3w5HWip0YD/Kvzk+9wUHPAIvdMCbxnyhLJmXzJsy6iPCetWXMWkDTbSJCIZT5CQLSUvrWmN+dRZOKQvbvuWBf1+WvZxMQVbfhZtn5VRrYJ2vcqPlolfyuNkyhYZwywi3cxnvOnl6l08dqx9bd7EdfE1Vt+r6pHBfpUpT180cO+ecBK3Alg8joZ15kUaEqGeOEeSzeCLC5bn4vJSSGJv+yIv3dRoRhV5w1TX+vxO8WtjH4E/pQzl9wCE/5AHeI0KM7QEU4dlGGF8uY0es6iIoW9GADoAbvClSGYsycICPOvLyE7HC56zR958ClTzlne2ps53SNyIosi7PbNfz0gbaGauzTBkHYH45ZzWWMfOOCGHrfS8/KxzOlDkwT9qQRoTAhy3wXlW5vIOLMmRCPe+MV3sM8tDGvKCDd/qu21EeEaKMOnDQjndwso5QzlpGOfXQQxkA7ogQZfLDuJQB4KAPqauKLjB3N4eBRV7rOsoryx/+4AvoDyQ3hg7ojYjSB1z0AyKi0E5bdJX+5JFLSc33NU2077yuRIR4KKeMvKVb9Ag6APhCHfjW7UgB5s18Iyw3C41x6AOQBx991yk8o8+6LmLVD1wRUfgCf48cR+LHUIPOeKGhM5KIuK8LlB17D4/fkafR2ZeXC2Lvk9g/LR3fzn0GA25AboSeqzxu7UvX3rGdTVI+oLKHWZa0c7+UJcqauik8zdafiCh8ifBgUskzN+aCTAZeE6rGfr+uhK8CsvML+JyT7KBEfaqyY6deS/sXKTsulsGzs+0s7YcWho3JVvkw097Bsa5eu67f+9a39OaPfqSD3T2F6V54fzNz/Ln0WrGYHmrhmDcsX3gxd0xx1/u12jYFHLmNIjw/JNsX/8V8oDtSqG4aNe1qnmFmsO9OOSt77Wu8l8jORyRVnttafjp5kttTT3nTNMWH8I6tVJ47/SinbCWvY59zmF77NHSks2yRDfq6tP8ALe9rvNCI3tGXlD60oZ6UctoAc+OkL2NRTx681FGGn8UGeace4B1aR+NRWWNp0zRt0THqmBeyZSzwMf6n+4MDAD9tsU/6k6ecfqTQTj9LmiKRX+OKiFLGXKCXlLEoZGzytGUMaGrMZ1LqJXy5it3Qj7FWNDSKiALgAMIyNLuLjI68V4KGFQ5T5QrsjrEopz144AcpY0ZE8eWMPXa8NZlMSnf6rOmLWI0JHREhGSKijAl9jAEvIkLgBDdjkI9we6mMAR/AWeXaKJJ6mweQc6XW8hl4bzxxrJdSPqmzp/BfeI7YeHZ5Su5nfC72+j3zWcixbUC2q5H31VsaOH4EkBXjk7JfoIx3KVR5PDphV7xn4yU/Go019H6kMn05VSc0SCIw8YDQnlyeXb/w/TRL5gAAEABJREFUGXROtc6ePe947LQot6lqbjun/vTps6Zl5HOXmeq68fwa0zvXwv5gPNl0LH9KW9undO78RT3y2OPa2NzWt37v9/Xrv/Gb+o1//Zv60Y/f9NymCtPWOE5bmoZrPifkg+wAPxH8B3/wHf2e+7z37rtFFg8++EDhwblz58SFxYsvvqhnn31Wjxn/Y489pktXLpumoSJCyAx5ID9k51mW8oXjdmQPnyOilKE3te0+5+S5VEour+va+VroFXzRybO0vbInZC/MGcKB41YA3894tAX/0swK66ePLhTqy52Cjykk8wcgju/t80jLu9svHYvO7BOnjm1nXiPIL7xn6lEi41iR0CsiLI9UAL3uPQ6g+21UnogobVJKimQq7rdTeSJC1KV16nbgy/adlOs/8TAOc1xX8U4+Igou+kZ4PL9HhHnYCFwp52I7A+svY1DW2CdseV9J2jo/tB6MHZ9PxmPHwwM1yKCqnW+1MZlYr7PC/xV6IxU5RVAS96fuV0EDwHkQYwG8M2aE22r1RIQiQtTXlj9pyrlUMi+AMugZ2XZXOLLAs4bGdo0/aL0WsVLNfJYwt8zg0dJr+sL6gj6Aiz6159Q0tflSK9lOW88Zn/STMNaG94B8gAHcjAtRnG1UVfL8gBUd0Ef9/bSuzKdqhd/yZMyUslqvq+AiTS6HnqX1T354bz0PaCNPXef1H9rR6WPrI+c/6Pmhz6qwLeY48/5ilc6KvZEH6Ec6894DoC+2cvv2bXGhStnAazSXdmfPni02DW3ZvK+9fkOHyfL6ML8fi68EDIdlX7DQ3LEEsHCsdOSYYupz3vJlQ6fgJwblHZo5F2N82s0tm/D84Rdr9/HxzGv7cfFdNg8PG7Z5Fd+0z5dvHLsc+n7EVmeZbOrcufN64MGH7H+e0nPPP69XXnlVr732mt544wv6yle+Kv5N01/8xV/Ur/zqr+prX/u6PvPcc+KSEj3ZvbevG9yJXPtIe7sH6pZ9kUtjm8h1o7l5zhnJzD52aj8A34+nc0eIsq5k1U2jypDNI+agSP5L8v+ELkXKqowHPz+wvkaE+bQssLTfyRm9azyPDbGn3/TenPQMX7A7dcrnsWMhf8ZFVolPt127dlV8Iu5j3/iS8lOdV69d09WrH3kyN3zh4wMmH5Ls+3YcRu37wGzfeZgHHPpi6ciTmdm5LRe9IIRgbz5fWmnmPpSbeTN+pLu+QPrYF6bXrn+kt995T9/9/g/0H77zHX3r9/+D/vi739fb77+vO750nZkhcIQFs6rMkFQrR5ZNQslplSvx9drRYCygMUPCQetitlRnJtCOdznfA0sV3UqRVMEgO5y6QKO6ro2r1dhGuuFga9tGyaH72VM7OueDmnOnT4kDTMo3HEiPrdTjYesDz6EPvRu1jQ0xSQmCHaCHA3e+cdrYiIdtU9ptbYzVDurStm2dGhobMVC5Xe3AGxi4/cgHqxPTMR4bv8fjHRiXspEvr1YwKnVDL4atWht+674D423teO6PUfKVGpczVt1k1dBbZ+UcSmkNKvlIsrPsDDYFr2S957SCXjiMFXTqvJABOJeFnV8BO5r1O0ZH/Z8E6guctCWfclZVVQVQzDWEaVMgtr6Mt7Cj3bfe8UnMAy/IOKlDO4Ujb8hwBEvX9+o9AYl5VZ5fb2PDGUzRTRyVHQOKj6O4ZUd1/fp1XbexYgg4rXvWvbs+YLrpS9brH3+sa66/arjhPJ8EvXHjhj66/rHY+Lz/4TV98ME1X3J+aLhafkv7Q9vMh7YZcJY2H3yo93wR+oEvQim74QvTW9b/m4bbt+/6EpWL1JtOb+mmx7zrQ8h9zw0HAa+Zv/wkz6Wynqac/WaeeJqdAwbaRIQaO4ziXM3HDg/nspSzIiXb4lLgYxNS2russ/zIE+ggO96Xlgn5ufkELOGncVGGsyWNSEVO2bjlZ257P3YQA4/BAdAOvJ3tzk3KX1VbvqZfIdPTISVl01q5LOXs997lSyHjiLCONtbrgdrBQLQBydL0HfpSAx2A9rEDiA07t5EP0sHVeU6MDS2FXtNWyixz3gHq6Tu3PnTMz32WXlzK5Y/1mPzMi8vcG9OFF5+p9Wvdlsu/I1/EU8YlS/npZF+y7xqOLbPe/bdNz0UHrmftaB958EGdO31aE18UVZ7T2OmprS0lT4a+ZQxfeM59yckitjQ9QqbW2arKapvavsl8cz4n97Is4OvMtB14gd71Rhr9X0C/++jkWZpPzBMgz3xJqc7mNTzhnXzv8TrLaYbMza+UsiKy0KGUKnexV3O9HLgn0xBhAVLqdjnXqqrmJ+CTPp1bSREh+skP40DTGqYOONa8nXtOnflXmb5su196Tp3n4ax475GT+TMyDy9fvlwuSB944JIeeeghPe4L0UcfeUSP+nL08sULJX3E+Ss+aMd/b/lQeDwa2Fe3GtkPjgeVRvaDTtRUocmg0ZntTV25eE7bk6GWvpAe1llNklr7ZnPDYlloZJ+fbYdhn0jaNJXtrhL52u3XULlN5X5Dtx8PrcM5+ZKsXo3vsqFttfLEknoBlWkYVJXqKjlYWGhpvXORx88iIL7g4OmM9WlkXOjXgP6RNHQwl1NSbRjYTmrzurce5Jwtk8rrxFhcVLL4R5hq8zA8bueUNgSj48nI6/O0wLqcuohQ6zVlZNvCxgge+EDApUuXdOHCeT315JN6/jPP6HOvvKzPvvyiXnjuWb32uVf06mdfctlLeuO1V/XlL76ur3zxDX3hjc87ePqcPvfqK3r+uc/oOQdLL7/0kl757Mt66YXn9Tn3+8Ibr+lnf+an9Eu/9It63YHW5cuXLNfH9YKDr89/7nP60he+qNc+/zl95plnjPs1ff0rX9bP/+xP62tf/pLLnrSdnRIfGAitnrquLK+h2HhMbJP4hNv4V9sq/qOBh5bZ5tbEm+6BMgy3XO1ZLeu5BpZtlaTxsNHI+jFqG8lr++z4UMeH+5oeHfh1VsoaN2yNq7VObXjNpu9kOBQ0zGbH3jwfFrCYSnpgH3Lk/rL8gan9zZ5tOZv01rIbmPaxeb/tmGFQZYFry3p5/ixxyKY2xwMN2+zLpaEevHJBbR2madfx0VLbm2PXVQVmxwc62LunzpepBwd7vji+p7t3bjsGu+147obXpXcK3Lr1sW4bbt28offfe1cfXftQYdounjtr/JfFBwGwo4ceuKJHsbdHHtWDzj/++OPelD8mAt/afnzLvg0duXLlih5yu0cffVToS2veoUfI4I75P7OviQjT1YmHvhHhgH+pynNHNviIqX10Nj9o05ofrG9j+3z0Fr0G2FwAlK3ruUhCZ8FTV3XR44iwXHv1+FD8CsIw4nUf/CHtyzjWefKUVVVV1qE1jdBDvvOB4JHXIuYETYxHX/LYG+/MmTJwRYSSxyQP3dRTB76BbXdjMtHm1o7YIAzGzu+c1nhjS1E16iKpT9kbh04rV2xe2W8vbceRKw1GE3H5NXWsTX07GCpbbxZeV/YOdrWH7A93dXf3ji/TZ+XdmCxh/9/8IHYH19Tr5NwHJzP73pTRxlDdNAJf7/Fa5/kVhZySjh1zcVA39+Ywp6TafGrMa94jwna3pcq09eZTZ8gp+1BqWGDTl6LbW5s6w9poeY4LjDz/TY1GQ4/XWmZNuWwFh/pQ74ktfVhV5VrD4UhN3WroQ64t42rrWhPLbGLbmxjX1ubEda3HT6pSyKwoY+1sbzmfis8u45zoVER4vFZmhSLC9Y3WejGwbOSnd2VEKHke2bwBIkL4zJRS6UeKvqAfAG3Q52NfQnLYv8ZBeuy1bwmvbQvUo+vgog96F5G08HqYq6rYBXoG7ogwnb0iotDceg7rsaCVNsRI4KMPY0EXaYT1xusDfdBDaKgsI8bEhoGX7Jf/7J/5c/qVb/yq+b+lqTfOwALd8kZ25n0ZuLFh+QE379DKGMeeF8AcqAOgA6ANKcBcqessV8qJ4YljwEFffCT1HkLMb8bFvemnjHrKacvYvHe2hXUd5fThnXLaMueIEBfz1EF/hPlhX8DBAe+0BeBHZ7rA3Z3gheaIFc/X9aQT7xUntl3GgPeUMZ+IFW76QR80UQ5O2lAOboC+0Ed/6imDdtqv29Gf8k/jmls/1u/gANZtyIMvYkUz5RGhlJPjlVxAfigHd0T4TUWfKQMvQD6Cur7oYYTz/uvtD5LjnEhSrpIqr391U8k3QAWaplbY9ozR8qsci4w0cazBnnY4bG3nAw2cVjZObBF/uLm5KVJ4gX5W1v2IKONCB/T0tkOAd/lJtr2cc7EH2mMDLi7zW7f5tD9G9vSPCNF+3Z9yxqQv9byDC/6jG8iFNCIKbmgE6APQHjroSzv6MT5ljIEP5F1+IkKURYR4oAOfxnjZ9sg8KQfAC4AXnBFR/FPEqu/SvnWNt7NM6AO+NU2MAw3gpB15cJGnLfW0L2MYJe9eJQt9tOWddrQhT7/eBWG+A2a8eKePi1V00jbTWU7HXr8jwk2i4GPciJX/6twmIqwbdZkP80bfgYhVn4hVP+iQH+bPt8ihAeAdYG7wnL6Uk0Z8Mg5ljG1C7tNBv1JmvLQHmB/l5F1c/C9tIlb0UE85ZZ8GyhiDtECU/5f/Db0uDeyjq6KjcoyWDKHKtkF80DiGVySTZrBvzi7nDKfx5qOpa7FfnHDu4xi0tT3MHSuyP5h7j3Bo/nbuuzCv54aUs1Lt9aLkQ9xGLBz7tY5h+YDMkdeaI6/Xc/u2hYGYgrghrHORcvnADPmZ16VkuzxmT2bp9iFNPd7S+gVMXT73XqxzHeUlPkhJjBE5O1Y5yRecKpdFkSsBuaq9fsmHlfMCEVF0ICKK74kI8yKUjC/nLJ654xLy6OhaD8nDP3wGeeTROD4BaLu2TWxqFV+MyzhrXKzvg0Er2q7HQo+AiChtwU9f6hmDPoxPH9K2bSCv0E0GGiLCfm6igWOw1nIH6Esf2nQnek+euohw24H945iikuID6UM9KePTnzGZH3RAF/k1vdQNHKsMh4OCb3iy/6ANeEiZD2sVvx5CjM6h/GXvpR9yrA48/PDDonx7a6v4RnAqVOKMiCgygR7sg3lAE++0Q795ZwzGhpb1uKRAhJFJhbfQQz/6kIKPeAgeUtbaLvCJo+HI8xmK+K/wIWVFpPJuNZesJzPrB2m2vfQeg10FeghYwArbDSl2cmQbmHrdnFsOM6/9Ux/C82GxrZ1T4oNkkVd6OrdfVSTlunG8fOjYea/od6fQ0gMPbNc73pPDz63tbZ1yLHvG+/Rz58+L8oH5j24yb0X4/G3mvd+x07lmpmHXFw5Lx1PwK3vM3b097e7uilSeE2X4z32fsX/w4Yf6/g9+KC5OZz6jAXolbW5uGbbdvNLU8RG6UFVN4e/Ctnngi/Rvf+ePyjn7gS857vpcE3/02BOPazQZi4vUl1562Zerz+mpp57RaV/2bm+fcv/Wvq8rKfh6n2d33vuSSrZ6v5tE64jlYJ+w0oelwmPKvJHLUgrsKMkAABAASURBVEjZ/wPksmQe5JQsfWkJ/80DYr59n+cyb2JWdAD5R4T7ZuWcRT/6d5ZVb5mFR8mlPjlnalzOhSpAm0Xhz6zwmDWbczXGmdpvEl+6h9F1kmk1Gqf8rVYwynrTvgbmhb8ghbc/AaZlTW/B4DnyDvTOr4F36CL9if7QbaAc/NAG8A6sxyUFwAc/Gvs41tgC1nt0CbzE8WPrJPZS28cSb7CvgB9hAsPcgpekUabbu0SCizms5wbyyen6nZQyUqBK2ecKA5+JjMR7Z/2lfmBb3fCedTIaCzqQxRFfHvI60XlNq6pUdAXx55w0tI8aW/+GthHmBf3yExH+vxTQYJvAh2AfpNnvc+9BpGx/MFBEWI6eg1NsDD8E35A1ugRO/Ar9Nx1XApxPEAtis/TJ1q/sda5xrNp6fWUc/Cp0VS6fen098LnuoS8GwQetADxnHIB6dJiUd/Y+9AOQG7KFLgAcS6+blC0te3ABOnkioswrmVHQRh04wHnoswbwMw55ADy0QyfQMd6XJ/jJ05cUGUSEKusFbZkf5zKc6cEL5r3l/TjnKPCJuTPHudf8iPCaZB/su7GuDy1M99S2e2ie4FP27VeO7XtkmW14L37p0mU9/cyzevVzn9frr7+hL/uytMCXv6ovfekrLvuCXv7sK3rq6Wd15YEHtW2/m3KtY+8rP/bdCP8e6Ucf3dC93X3tW4ew1JF1q/Vevw/7UccmU/vsqe/5iFMW1sHZvBM+UZHVuN2G/eJ4suFzkbFS1dhfq5ydzN3Wf5r5HOHYODj3OPb+lnnh7qHh6AjfMfc8O2WvG43X+JH1estrIrqBX2+8rs/tZ275Due674Nu372jI/yLdT0RUKW6UfZiVHnwXLcmolKkhMtxMNQ5mJrr2Jcmhz5EOTYzu15eXJYqjLXSEeQemanHNnACLSa5sMOZeYC5KZ3bgbKYLd0RgEm++yz4OzufApKVKSnZ+MLKHCkrJGUDhoySpRRSvzKkpXEvzFycM8rqCqVwvR1+Z+e/tOBp07ldV5wkIT8jGyF/eBWAvHrRlU/GgAfgPadQzkk5JSXnKQcfYyY3aOzcGvMNY67M/GwDjQjj+o9BfjCQiFXdui1l0A+95CPCYyVRn1IqedKInyyPCK2f3vNjjsx3ab4XGm1YS8MC3vuAbJUutPQh26rcSuPLHJz4wukcQH4FZg52Zyrlfl8YOuNinDV0XlT7Ap0dm/lqGnqDzP++Z5w/CXMHnov/COQwvqqzIoc64yt0mJaFaYbOMpciz4UWJ7SzaY8U5rMsuc7lC80/1b43HSlcn6LQBn9761lO2UFCXSBn67jbwMOin+ZTZ/0EaURyv17wEujcV26bLOPGjqWqandLWtgwMeTj44UOj6Y6ODjWweGxMMxeyf2lY29gDm20RwbKZ3PrWqo0Gm9qy8ELsLm1rYmd0dCOYzSZONiZ+JB/rMYBcq4rWeVFWtnxQ4MKfWF+9Vo7uFVQKRHsza37M89nbplBv0IKQ2e+zC3LqW22s57MbLMz2zO6AX8oW7qv/ESEN7q1snXar4UfyeOi8+i70VlH5gUiQpV5A0REaUufcHtwIhvwMw5jszDsOYDkApsDdlLKoG0Nxz6YO/BixmIFUL/E3k3fdV9wv/XWW/rQgebt27fKt2HAt2p3KPrOT+bF2MyRcdewNF96zz9bP5gH73MvHlOPOTNvqDtwoHcf39GRqKM/dBz6MnPPlyJcvnPJzgdQ+FAK3/L4zne+o29/+9v67ne/60uLWw50p4WH8AF84IA3c+vF0nNJ5hd8a5vGh8S1KvMsrIcAn9LLilJWyp2H3gLu1xvR1HQvLVcllxrgM3gZD3BpkQdjsCAgO+rhydK+ubIur2VcWYZN3RhVUkqp0J1Sdt4Q1kMPOPdCgt8vsvSaQNB2bN2fWr/RJy6aj7ABl3XG3zMX9zMR/uvVm+/QiA0voN12S3rsi+sj83XGwuRyynr7boDL1bmDs4P9Pd38+Ibu+FJo6rVoc2OkxmvFwn3Onj6l3nKtvX6c3tnWeDRU5Tn09h3ZvNrcmOj82dM6vb2lJkth++DS9MzOpoDNUathU/kC6o4++uAd/fgH39V7b/1Q86N9r0FLcegK3VVVqfMc5rajsDzGPuxoLLvksSLCPEvFFuBzU9fCb4Z61Tnsd5K4bBv5gGNjAu3J9fMCTZ19KTDQcFDb9hvRZuQN/9bGWGdO7Yj0wQcu6+mnntQTjz2qp558onyr9hm/c5H5+uc/r6986cu+xPySLx5f0+defdWXm6/oBV9ePvPkU7riQOeRhx7Wg1ce0OWLl/SQgxneH3v0YV9cPqoXnn/OF5mf01e//EX91Ne/ajxv6Gd++mv609/8hv7Mn/oV/eo3flFf/9oX9NyzTxrXWb384nN64TNP66XnntFzzzypc2e2fdl2RS89/6xefuEz5vOGtrfGJR05WJ348BQYtrWuXDxvnm9pczLWKc/vgQvndHZnQ8Pcqw3z+vbHOrh3R+cs052tDdF/w3zeNpzxxfdpyzB7rbj50VV999v/QT/+7h/p6rvv6OrVD3TNPuHqBx/qmi8FP3L9HfuHQwejM+tqWF7IKdunIcNj603v9Wc4HGhgXi8WU/uzmdfIhXVeYg1Ch0a+jA/HCvTBftH9NR70gQOKoQ9Q0IlbvrQF/8ibmw1f5FJHoFpbFwhcqRsOh9aTrHUb+QkDbcDnbNEh8oyJvQIRIXQQfQMP9QTE0DO1fdzxZSW+iI1zmbN9mTtItsHOtgjepfX+yEHw7r1dHZkv+LU9b+7pd+wg+b133tWPvv8DffDe+/rOH/yBfvC97+ujD6/p7Tff0sCB5MHevt55823bWqeIMN8G2tnZEXPc3t62jteFdvKUA+d8Mdt47YJ2+SFd8WJlSzP7avwq5UBEFNzwZz1XLvLYBK15xNwB8CALgLbj8bgcAJW2HjMiBA8bB8ZnzpwRdIEDflIOHxkfmbReb+GlSfThwukyL3CCOyLU1I0PMDZdd0rnL1wQ+LbWgbb7IgvoATfzYf0CP3SOHZSv66inHEAux5bT0rHEctH7onKmmYN99dk6Ulsfl5KD5ZB55UCgNx1uKuL0OethJx1Zt286uD90urSvmVvG3mOUjcP+4dQxiEsjK1Wt5t5RdPZoMyPpg5n2/K/EDfCFl7JpsD1ANzR39sORpLqpNLbf2rRNjm2LvWM9+DqxDZPfNi/4RPKO0/FwZB88UuU4i09Q71g3dmy3tKktl8r+bsvvZ+yTR8a1ubmhif1BlZPKmu3YZOH59dZb1inoQkY5ZQ1tryP8u+2YdWJo37JpGra3Jtre3NTmhjeA9smbtr+tzYlGrm8cRzVVpaHldNZ6MLZ9TqwrxEdVXRedZfwdrx3gx96XXk+qOpV5t22tzmsVNoBNHXv9WXr9Jg9NS/O8qeuie0vHqfiOxvw6Oj5QWCb37M8OfLF9fHyo27dv+uBsV8Qsh173sFV8x7HjD3QS3aEsJK87+0V/Gas2fupTSsqee0SIfETYVy3st5alPf3BRx3tSLcsE/ry3tqOI6Lw+Vd+5Vf0d//u39Xf+lt/SwvP51/8q3+p/8d/81/rvQ/e16EP5PgVgMFoKH61ovM8Dj1v8IATGskzFroPXvADlIVnTh6IWNFIP/oszC/0inx4PpQDlWUk9wOX/Mx9iNI0A8eiA8+v13A4VkRWTrX9p2U7mtheZjJpoj94h8OheBgXfPB14TU7++AnVbX6SNZ3aWG/yGEqZZXrGgP+h774BOaw60NO+hO7RYTHHIlxoJt/j3XXvjMiitwpQ070Y1xw4QMoi4jSD7z0h7bGOgqPaCc/a7p5BxdrDX1pv8bpZkVXKaOOdkvr6aEPXuX51LY3cOZIjjkqJYWqlIV+RkTx1+gCuiQ/9O/dz1n7mjlJgWw80MG4ESHaMSZlS+sJfAbW5eCjnPembcynoTYmkwLYXOnrcZJx4VOwzYntvnL8FmGKDfRnPHgHb0gjQoxD/zVAIG2hBYCnvEdEif2hhbUDHaIv8oOX9ANvRAhcjEW9/DAWOMBFWYfPczvmw3tEiHrwAOgDQBmw7gc9AP2Mtvyx72I8XjrvJamjDfYDDUvLjxSfQRvGW9j3Zds47ehzv7/1mDLq4B3tead+abkA4NfKrVtXamXLMkVWGFLKpSwi4boKb6E9+X1hmwyFessJHMl2SQowzirtjXoFS/NoRqzucSNb01LI3Us9dbRf00OaTvAxDu/UQzup/ESEaJM9b+SxzpMCArkhPA+h2U6rqnGfSuE8ZfiLqdcO9iQmT6EsyskvvebNpovyi2by4se2KYwHeUKH/KzGkT79Ttkack5KpjNK21B597zQucp0U+fe4mnqSo31u66zeZ5se7X4FZqHH3lITzzxmE6f2dbQtjJoatvJuKxT2AS/ulAZF/pb142UPL+qVZ9r+yxphg54gJTsx5xfeC+CRBaWH2NHRLFl+BoR9p2N1vw0Q9R54mV+IaWcVHldyabTE5PcgLpk3KTwBv1AP+UnXA6unLPA37t9Z31h7eg91tJ5uU02TvIL0ze3fiyt9/jdzu9GY75lN0uC7ohQRAi8ALgBeLrhNbw2D1LKbpMKkM/W6aqqzdOhfe/AKMNzXpR04Fh84gNV2o1K3MV6EK6TCi7TLoUiotCwpon5ko8Iwccjr9X4jsFgoKHjmcbrULYMesdjAx/c7nhfNnYMMXbcEsl24zlm46Zsgu8z7aT4dcorr22dFbExb8b2fbXfy/yqWut8Mu+QJ3HTyDHKhuexsTERAB3J4wDwpnWMRntwt15LmFttnauNP4I5qPhDZDc2nVygPvDAAyKFptZxAHNGvsQMuydrHWWsW1zG0Be6KQNv43Hoy7w2PD/WknXsTxlt0Rn6r/vSh3LoBHgHwAMO6qAFHjNn6iKi6Bf8hz7mWXleFkzxw0vrUQTr2dAxwbDo+Jq+yroMvfQhBZArQBkQEdabtvRlfPAyDj4d+tFz2kPjjvc3W45VodEi9vgLZctubBnzc5XwE7oZH0BOG45DrWCOsRY6PDzSwUnc1JjnA8evU/uoiKyUKuvt0n648/nhkW5c/1hven/11lvvOE68W8ppl613UvLYvSrry7Lri2w5Ozt0DIkd5hp8WeH/8K/ItHc78sipMs0ff3yz9EPW/FIkZzbQzDzP8UUAXwrTNiJ8dnVc2uJXsvV6LRd4ROza2490Pl9BH3NKsmp6ZN0HO1Hn+5Nyp7b2KifVlk8O+Qios5l1brZ0DHfk+4Qj71UOdTw91Gx+rMVyps5nyb336MtuXt6XHm9d1nv/QZ4y6ufl3HihmffC6A1yBJDr3D4SnsMT5oNsewuTFP6QApQB4ckk5nQCzB/+rYF36umzBvrJT0QoIpzzn9OczZsTPMlpNi8B8m5R/jrLif4A9EA/dNMG+0LH6MMcmAvzwMZoQ/vO9gDMvR5TR/+C2P+LOKHFef4iotAH7oiwTi2jNrtFAAAQAElEQVQL0B/oi1w7t5Fog36g+6T078233uPBR3wV41OOD8LPjO3b0KeNjYn3yxu2sZF1thK4wcc84OPAfhqdWkPrs/W6bsQ4ADjG9lsbPhvnl7B4py8QsaJ7brmCF3ybm1vCHi9dulTOI7BJaIVn8Ik87QDy9D30GcjmZOi956TAwPtD5kJ7+NjZX/MOwFOA+dKXNgB5ysAZEYVn0MgcGIs5R4T5uQLegYjVe8SqD20b+1f6RoTtohcPeOE1tGLvd+/eFfaL/O/dvVfy0Dr32SztP40buqDxoJxX3yvfdOWcCJob73fgL3TCQ9oyFnRErPh7aN91eHQs8C8ck9KWM62HH35YL730kr7yla/o537u58S3SwHyX/rSl/Sqzx/5aV7Wmw2vE71tv3wJyGvM3RP6D837hWMWxq7s0zY2tjQeb5h/+MSF9aX3uFPvaQ+cHttPLlwmwZ/GfKrrVqmqCoTjAYX9oxnAXePc5wblgzOOPRY+8yhl1tmp9WXfc9r3Ze2RL3GPDZyfTH3m0kcW5yqt1/amHar2et9YJxe2zT2fmd3xmdn1Gzf1wdVruvrRR/rY55S3d29r92DXF7ZzpaUH7RjM6cxB/TEHW3b0h97Y8+kWft6JPD8jMvVhwry0mfoA58jOb+oJGlwGU9gMTOfTUj71QWUBOzbqeh9+mlYlO6mckw0mm9jKi2Ctqk6GrMoH4dRle9pchdvK/OlVu7yps9uvoLIzTr5piNS5QW8l7UT7qq4KvrpxO+dr9ym43b/gzG5Ov+hLnwj3t5B7O+WljWbhecw8fwzmyAcJCBslmvqwiznIT87ZYzSmtbrvgFDAiBB1dV2XuuR3lASlpf/U/OAdEGPaYfUGjHXpceHdGiijDqAO6FhEDBzUrN9X+bnpWHihWWiO4lhZ5naoc8sBWHiB+aTdqi24ehYpj88YvWUj52U+9F64Shl5yp3K9MoPsrsPnl9KyTIKzzsVqCwXeEB5zp+UUV5VVeHLp9NsXibj6O2cZSAF4NHSc1kD75SvYf0uP+Rph3xIP4FFWVSns+MSFMzNfy5qppYlcGT9nlrW9OtsLDPrNvp9bKOa2ilNfYgzt6EDM6cY4aGN8N7uvoBdX7bt7h9ql38r1Zd+e+Rddvfenu7YwQG7ewe6awMEbt+5W76ByifMrl6zId68qds+/ObTaLs+oL57755wcrdv39ba2RC0ALS57Quk3b1dHfjCqdDueRwXONa+xy/9797RwdGBD8EOS7oHPbv3yji37cAIgNBr9BvbnnrO6PeuHRzjHBgPbaAD4ICdlLpDO751PfmZ9QxeH/sA955ppx+4sB/4S0p9Zwc2sy7eu3dXjEM7cAJ3TRPAnG/5EoLxbt66WeZ/4PHAATBP3unLAdaxZQde8M9NBzJEf6wOdradODiCBi4LaDu17Ek/DeAt/dwJHXRiFH2xbYJnFhnmC9CPcWiDzoZ1lj7oI/pMGWlE0KTo+dSyoS9AnrEYEx7Rd+IgISLUWe+ZS0TYhuzMbRMRYf8k+71Kjf3J2MHJhgOTkRf6nFd21XoTPpkQpGTbYCrgblJIQLIPrez/ettuh2+zDpMmScljAuXdcwnjXFpO6HofssV3Poif258svHlfOl368LHT0nZCG+aytL9I9r85eTGL5CFDyWkCn9/Id7bh3ngpq/JqLq03E0PPg/m3ngP+kossoGlq1XXl4GugQWnX+oBhoA1vVs/4Yg2octJtXxxc9WHv22/+2Jc+7+rqh+/7sufHvmj9SFc/eK9cPJ7y5ueUL96Gg1qd9fzQC97du7d1m39r+9bHuv7Rh3rzRz/Uf/i9b+m3f+s39W//zW+Kb+flFFpapzofiHfmmW+NLIOsKofgb+91ErlnzzUSbZcKrZ65183OPGo81ypldfbXq8q+6Jb/5zK3d79kcKmW9v3H0yPRLldZrS8eh95sTTaG2vYFY/K4w1Grjc2RTvmgf8dlO57XmdM7euJxX6o+/pg3JUvLtNPCa9bcNjyyDlWLpWa2/1sfXdeufUrr8Y4dUK1+NSHr4+vX5GXR0Js/R75Evu2yD82XD/SuL5F/8P3v6Fu/+1v6zre/pV//l/9f/fP/zz/Vv/mNf6Ef/+i7evPHP9BbP/q+/vgPv60f//B7eu/dt/R73/pd/ff/3T/Vv/nXv67f/Z3f1vu+3Hz37Tf1R3/4Hf2//9k/03/3z/57ffd739Pbb7+l3/53v60//M4f6Lt//Ef60Q9/qN/7vd/Tv/6Nf63/4Z//c/2Lf/Ev9NG1a/rg/ff167/+G/o3v/Vb+s3f/E39v/7xP9Z//d/+A/39v/9/1T8zvn/yT/6p+/2+pl7rxrYNfvKTS/TTZ3Z09tzpchHGJmTog/VNb2xP+wKFQJkAO6WsiBB6jG1jl+QPzLuldTYilFIqgKx18tR1fb+MdtR11u+6aYrt0gc84MQf0J53UiDFCif5bBm11vGJN+TQxRBL6xu+FZ+478Nx6MLv3LlzV/hI8PKOD8EX/vjHPxa2EAoduD1l9LlnfwwexpmbPzMD9GBTjIvPoR20Qx/p3DpfV7YVr32L2dz6sK/JcKy2bvTxjRu6Y5t7+0dv+rL6qse8ZZm/qx/84Af6oeXHB0pu2W8z/ptvvSn8OONDb07ZF4RHmtjfcZG24fnyTeuJfdqgrW3njSa+rKmzeSM5aD6yTSw199oMf7P5tKbR1TahvkBKybbUCbqhPyK83s8ELdBBPbKPiNIePLXlh9wiQvAe/I1lRzljwFfKaIueIBfakaddZd9EGZeD9Uk8Qx/mGRGQJw9W9Ar6GQs6gFxn0XffNgnN8L+sC7b/iNDx8Yyu7js3v46dd4xqudp9KyIEDvk59PpPHhp7O+tDxySdfQ79O+viwr6OdNBads1IOdVe04b2o5va2z1SqNbuvX152NWhsr39vi/5hm3tMZdu2yjZV1Q5nK+1sTHW5Qvnxa+1tFVWeC0Z2W9nE7Z0bF+7LXnqJoOBBubReNiqzsn+akuXL54TH2KpjW9k3zYZDdS4Lnn9mAwH4oMwnfUT4NvQF8+f08j4w3Fo57lU7tfYUeG3tkwLB89cmNbG4WJdvHBGG+OBHn3kYT380AN66qnH9OUvflE//VNfLR8G4RvtTz35mF58/ll96Ytf0GNuhx/d8uXt5saGLl+5onYw9CXxRFWVPd+J6royD5L3G5XLKpn9Ym/ARShyQxfg8cxrfGd+AMgamSQ3RpfmnhN2jD7JT32ie+gL/SuPRfuIMP4Qfdys6DN9ANbalFKhYc8xGn0pZ+y57VV+qKcv49+wnbqo2BA6Sx3l277IZkx8DSnjoosRoX9sv/r3/t7f0z/6R//I6/tCh44fHzaPuOQe2i4vXrogeb/UW08A+YkIQYOz5lUt8PEeEYVvrf3apn0udFHHmNAB7YD8QFuZn+27ti2RH03GGtovOJBQiS9yKuPAO3C5W+ETONmvRUQZG9zJbRl33ZYyxkrmH+MTf8AzIGJF/+FJjAnuNdCHvoyxLoNX4CB+pQ/1+NgjH5D21mPeyWPbpPSjf+V5QQ8pAC2k4MP25QceO7k/L+iEl4y3Yf2kDvzrtPP6xHtEFL1gnOx4A5y06fvetr0gq95+gfcCztMPX4V/RI+hjf69bZkU2uAP9C/tIKADRBFR5Mw77ehHu5ntPyJ8AGJfY5nnnJRztp9rSww3tF0h2zCSHEmV6zyUyrvlklNWRAj6oGfNO2iEBsqz+yBX+BERpT1ln65LKWlpvpDCs4iwPz0uZeACL/hnjs8iQvIf5eBgHswH2a1lwthzr4PUr+fMmPLDONRHhBiPetpRHxGKWAFl1AHk6UM+YtWPvvRhXu4kHmRIeUTw+glYppTTn/E/jY885UBElDnT5pP3znRmLcvagF6AOzxkMn54T5/eeRXfExHC10VEwQXfwMc48CkiGx/+sXIf+N57fz23DON+ec61IrIWvrycex89856aPGUpVQrXraH3GgZueAFEgCcZ1wooY1zW8pyTsvUBSJZ5BPT3RTfhI/yjbub4hRR9Jk2RFBGSACmlLDnf2SaqqlZlO83GyzjQ0plXEaGIEE9EuE9Sts+ucpLsC4GcwnuDSrUXIn4Zpfd5SYfdGNg3SAvT26uuk0bj1gfLE12yP33mmaf0iC9UR14LB8NGp09vq/N+gzWO2P5nf/Zn9Qu/9ItqvJ7y4WwO/bIP9i5cuqLk9Hi2lN2OcecVXaa9dTnzGPjwr66bQnsyj+SHeQHZ7SLCJSr9qEcv0XtS6oWBukVECF5QDj+Wti8XlzGxR8bi3QO5Sy94XKWsHElNVXv9r5QUBSgnX52MX9WVWJ/Ak90HOiLcNiXzqhZ+gzrGiAj7jarEa8i3aZpCA3VrmugvHqsx+XyCk7a8Mw/aJ5eTn/rMAp+w9F4u23e25hlAe4Bxhl77atMJHbzXPrjdmGw71jiljcmO92PbaoetGstvOB7KE9Vp7zsAypTlCGapY18K7R3uaeYzEGKzsWOe2np05L1YWI9mXIT5LG7Yel4h5ZCOHeMtfG439FyX1gvijrveu+7u3rFNzTT0uGfPntLE4y594QT0Hq3zfvPYe8Dj4wPb7kIz+2fkl3Mq6yg+7q7PiFZnL3fKnoJY/fbtWydnT7ccOxwKH8ovVVy4cEHwDRzwDd5EhGlYiL0S6yFrCWtitmzhEyn6gjiQMZcb7MOIB8A1d9xC+3U/8pS3Xj+G5g1j1I6VwEW8Ao6x9w7kuVDhIB98nNFwwbTtPTHtI2KlO8Oh6d+0TZ12ulH0DBzMCVr4Nm65NDxzttSntOIN4zMGbaGVMUl5R8+Wvkig7NFHH9XLL39WzzzzjLgooM/MexXmQ0zA/uOWz7LYr2FXzI25DG3LzA2+zL22VNatyEnEPVbbktZNo+Syru8t46EmXv8f8qUFH9zkLI9zPuTAGeKdO/cs34VtNDzHidGG32c69CUBbW7evFnWwMq6xlr34YdXxYf933nnnRPZ7enWrTs+k9srFyzMAZrRDdYKePXggw/oySefFHxGbtgMc5hMxkLO7CsZC/2gnhTZU2aCFBEFyFNGXQHPj7KIUE5JqydUXE/nxPWd/c2a76S8r/p2RZfJu2XBbzQFRa9QRKzy4LAfLy/+H+2hD5mQgpMUugHy0AjAf9q7W/kj/wksi/7TJ5l22oOLehpHhNbl4KTcpFhOvek2ha6Hh0PrKYBuwEvwrCEiit2he+j6tuN39Jd+A/cbj0ZFd9lLUxZhT3IyV/DRHr3Tp56IFV9WRVFohM6ck+2mKtA0tVr7oda2OBoNS1y3tbWpbZ+lARs+ZwHIn/Z53KlTO17TNtxuJNqdO3dW6MyVy1eEjWE/Y59RTjZG4gOz4GQvgdykKP3wM+gaNDNfbBnaK68hKWXTmSW37b1WF35aLxbeW019pjt3Sh++UY+ekkI7PCeFv3XdeG618STlnLV+1rwmRe/ZO13zuRP+EN9GeVVVEGARnAAAEABJREFUkvmGfIFkecNfcK/ozEVOq3xV8oxBu4hw1yjjyk/EJ+/resaAVsBN7rennrEZh/HATz02Cm34Gnz5/t5esXH6gysiyngRq7EiPnmXH/iHj2K+Kxx7IsXm2auCG1zr8cHZeG3kQ+NPP/20vvzlL+sb3/iG+AAuMcobb7yh559/Xo899piQIf6RPnP7eAC/A52MAe654zLwm5RCJ+PAL6CzfJkf/fAztIEHEVH42tg3wg9SylPKNCmAv5raB3NHwDiHPhPhjgRcrPHYM3QBC6/5c/tyRTLe2vo+MAwNg/KOrc5M54Hvc+Ava9y+z2ygifkco3dekxdea/HfKeeiVxGhRIN1w6kPByAApi+ttEB3YqTJisQkmMxg0FpBKyNJyg4ksy8+K1JHAinLSoHTcOqLS49V2lV1VuuDbQxq6EVz4IOVpqlU1ZXSSb+UwnizmrbyYtJqbIMeNLXkQEGOHrn8XOEL4wylJI8F9KJNeNNvFMour+ukxrgbj7uCavXeZDFu67GBQVsLoCy7o3mi3kHx0gc5BDRzG+zSzOvMPMoZM5veyvNlvHkJkmZ2lIvSTw6QKA/TQNuSN13yStF5HqsyKZnQNTAmQJtPA/XrchQBUHl6j8Wcy0v5X/j/2Tjhc+05155nXdeFn5V5UXlRzaYZ2lPKSp5DJJ3wT/rEyXWF0t5y78yHzvNeAubBzAr7aUBf/scAvaIt6RrQM+DQhxhrQPn5xD4p7cBHP4C2lO/7oJiUd9qQ0n/fSk752ljX76QYwZHHAd/UBkA/+tAWx4EDAcgfHBw6wDgU/ajn0pI8l5wEMbsep4AP23ftwHZNz76NjX777ku73XLJemDndGA8R6J89YmOqfbcFjg8morN0W0HQvwbqO+8877efus9H0x/oGvXruuj6zfKz3l88OGHeu+DD8snIK657MbHN8VXyj+6ft0Xsh/r1u2buukAmAvW276QveMA+bYvW286iNv1heux7RjnMnUwzby5gGU+B6YfHgAHngMpQDlA/ifAgT7v1NEfYM7wfw3UwTNgXUYeh82n4NbB5b39XR1aDnxgw1tBLWzPpGG9BHgH+EBAKc9JlRf22r6msg9IbtfbGCIl63StkQMKAtmWNnXtA5xBgepkAcRvoUPM/5hxrbv4M/lJ4DDOnG0AaLtp6Xwo2jtd2O7nBj512rgN9jj1hfzMdo69tPZbQ2jyOLmu1Hj8yvbW2VZm3jgpOo3GA5dXxrz0IcbcB5T7Op4eauGND21SljdjYwdEI5fNXXdUNjEz+xrGqzzX2vjrulLlfPK8VyCRroxWTsKLQOtU9j9L4bcX3sgvPZel7Zf59l4dIsIHJTMhS+bWNI3H3vBmbGz8lf1fq9pzzeYHdW3bujwXPuectQZ4C6S0KqvrWqFsXxSG3iBFULeiu/VCzCZi6AAQeZG2TasCbaNNgjNvCLe9aTh3+rTOnzmtU1ub2tnc0PbWhi9FN3TOl2Acfk+8Fmy77rw3QWdOn9EZp8PhSHwCvTHOO3fvSUrlYOdf/at/rd/93W958/AjvfXWu+Kntt9++z39yJdBb737rm3nni/hFoa5L43NN3iUK8l8ak2zLOheYZ76IMS4mW8KycucWvvVYVOp9svcG9flYupRO9nFyu5VMv85WKHcXZTc0SzxqmCttm50zsnrQW9I9sGTjbFa6xNlkWSd6S2ng7K5Zd058uH2nTu3ygXVe++9XS4a3/Yl5fe/98e+7PwdX0z+ln73d/6dfud3/m25UP7eH/2x/t1v/Vtfcv5I7739jtMf6vbNm+UybO/erm74cvVHvgS7ZZ/yh3/wHfued3V4dOxLqFt63z6H/N3de6ZpqOFoLD5MdWT9X/bSbffnZ/rxTf/hD/7QPuqq3nnvA1+S/sD+7ljD8US37+7ppjdphz6weMs856c7Jhvb2tw6pVu+FPzhD9/U937wQ/uzW8XX/cgXgvx7L7d84Tvypvn8hYtl7CP3x++97TmQ7tlfpZyUrXP37INrywX9G5nGSNZBSejIxLq2Yd+w4UP5sTew/FuGQ7fdtI5VxaZqLR1Q2TzUNI11ti+b0Ihw+dJYVn/YCjn6kLIxIL8Obqf2sfg7bO4a/5a1gTUHv3PLfvjmzZXM+MY679giH2QBV8RqLGyT95SSN7W7IhicOxClLcAY4KeetpQBjAt9+FnsubPfAg9j4/NoAzC/bW/EsBc2ZcwhIsqcqWM+4G9t7wPDyHwbwz/Loa1r63MqwIc4Jq5bOMgM20pTVdrzhS3rAcE59DBf6LECFz6WfyrCPCHIHhlnwe+4r7dvunjxgs6dPSu+IXgGuz9/XhcuXtSlSxe1advHr29ubYl0e3tHA8sx56yIsB+be60+sJ1Pi79jvswBHtEGfx+B5am0gU+daYavrFWk8GbdBx7DhyIbd4tYyYZycMoPeIGIVR3fSgyFkqG3LsEX8nz7eW93T6tv5x+pc9DOmOChHFoWjquhEaA8IjT32lTbz+Pzc8pFPvApSRpYR1flSY3bJPuTtq0cG4/sgyoNB0M1dVvy8JnYjzaDZih1SW09UI6qQJ1r09T7QHCjpLPjYy291nGgxyEcfnZ7a6KBndlZb5Z37IOzdWvn1JbOXzirMz7Aq+3/jnxYl+3/KGetax3XN6Zpa3Oil196Qd/81V/Wn/nTvyJwbNq/PfzgA3rqiSf0wnOfET/b/fnXXtUzzz5VcILjwYeuaOINN2M88uhDevSxh/XkU4/rs6+8oFdefUlf+OLn9eKLn9GVBy7q1Vdf1utvvKqvff1L+qmf/pr+xl//a/qpr39NLz7/Gb3y8kvim/ovvfAZfe7VV/TSi8/r1VdeLHS8/NKL+uVf+nnT9g3jekFsvJE7dpHRLUnoBj6ltS10dhAc2GEn1COjI/tJ2lCHPZKGnTZ59Glh34/eIFvK0M3G66pCiggh76FtgH7Uyw9jMSY6ThkQ4Q6ugz7egaquBR3ghAYAfBFR7IP58Insxx57TBxkcGgI7fQd2v4Yk77oIPpv9GW+5DkUhOZd23Rv+9zdvauh6Vz4QPeO48q5Y5+B4x7ZuNEv6IUW6IN+xujML/LQBG7qe7eHTsalD3OMWPkfxqU/5cxtcWIX8A881FFGnjbgAXfEqj/v8Jyxacv49KUcm6O80GDbpzxi1Y92ESv+Ug+s8U4dL0Pj8IRfjItP5J0x8HP4uDXt1NGfMsbDX9EfGhgT+qhfA3MBD++k8Al6GH/9Ds8oow3lEXFfdyJCfln5B8+LcWjb2Qcl10EX/apcib0PfKBMflLGm6j0RR4uMqooayDzhH5oSCk59qsKkE+Rip+VH8aJCOthCD0Ye41tmkqHh/taen+YkulzfHNU9g0Hjn0XPiSeqXNsDCzcZm6dWtjnkAeqqio0wS/mE7GSU0SI8XvPs8zJ7aAzYlUOn+kbEYVW+AC/wXHkS270/I73RvBAfooM60q0631wExFCHuCkjLEiQvzHmJ31MSI8z1oR4fktSxoRxhaf5B0XMS59oDMiyhhuVP4iVm0Zh3rZJqhgPOgnZXxwABFR+A2PkF1EmN+58IgxdPLQh/eIKHzSyQO+iJD8R3/5gSeMjT+IiIKLsV1V8vBhYd+1LouI+zjpB13gYrx1GhGF78gBvIwhP7SPWNXRFoiIMgfqwCU/yBt8jMlcXFTaUEaefuQb+z3wR3hCgCdGH3CllN0Ufi09D9lnjQzDotMDr4vwPCIKXvIAuACdPNk4Ukr3ZQYtA8cbEaGIFa8QGW1yTqUXbaAvIgqfcs4llZ+IKOPD0/HE9IwGqrw/DPvHpfcKtdfNLa+rrKVXrlzWQw8/qPPnz+pB5/knML75zT/lGGhTfEPt3r097XuNTl7fz1+8pJ3T53R4PBfxjIfymLnoZ1XVJU8ZPIM28sDSvoEygPeIcNtUdAyfv7DcqWNOyBAgHxH3+VbZ9iiTH+a6BviIPNfjRUTpA//oQzvawAsAf0m8MvAeC1nID2Mn8593+kSE+bXyP/RpHLvXTV14Sj04AfrQlzL6RoTkP+pm3kczD/L4U9oBtAUndGx4P7C9vV0+dFl8g+fYEGvVtXXJvRz3RCTxMEfmNHZcvLE50fb2lib2fUPTNqi9h3CcN/d+oLYeVCk71koF+PUkPoS4570pFwCV6xvj9wDec8x98XW4imUdVzAGPmfh+B9eV+bJ3PM48NnT/v49HR7t+5zgUMRee36/feem94TXfRF2RzOfOyw79GJR2vX2t7PZkfVkoQuO28beY3f93GPtKXwmaxKF7yXm4h2crdf3offYfKMymxfAwj7w0L6Us6SB18TKtHOucGSdRHdI90wf5063bt00/n3HFDOF5SCvA3s+i2IfcOCLY+bEHJfWt7nnRT4iNCr7N5klvecxFX6b9sSjC7dFtr0NkH69ZZLKGqMyDhc4ddN469wL2Q4ct8Hftm2ErIiHB95bD2zPXADu+OJ1c3NTvPfe0A4HY53aOeN9yHk9+MDDeuDKQ+V9PJpYvhsaDkbamGzq0Uce04svvKRHH3280AuNnG/teR+KH2PsbevSlvcsjenJlvN6jV3raUQUW2U+Q9MzMNBvxxdSFy9d1PmL53XKMXfK2bJZaOE4DD2+e++u+TLzedGGqroqZxat51khC6+NS8t66vMteOpXeVNizvcirkXHG48TVVZuam16/mfPrn6dhw8U3PH6eGy9HQ3HvhB5XFxInTt/TsvFQjdvflxkgZwnk4mecPzOBfKWz2CQJfNorP9VVWvh9Rx5rWjotZZRb4IiAhMq8i0Zhf9b5ahf2i+SuoF68oB9VmfoDZ11sLN98V5S8gYrt+UuTzeUU1IEqd+TnJef7j8C7GJ9Hk8euqF5BVPvF4/FPDrzPiLc35rnOThz/4/XQq9LkDG8iAiPuVoreF+a5ogoPisiRFlEqEIOOYt6dIi98927d8veH1zw+sj2Rj360ViXaMdFH2cLw+FI+JuJbWYydN78zwotvS+f2YcAxz6P5t/c7nxh35tPpAvX06Y3P4PYBx67jvccSdjN2Pt77KX1mLXtn5TyNWxbt0+fOmW92tEWee/br1y+bJt4VA8//LDtZkfoOv6Lsxazx7HfXPAK/Tlt3d62/o08Du1km8ZOqGfuzHuxWBTb5GzvcrmQPW87nigiyezzPjerbSrT22js/cmWffjE+Grz9Nhn/XxR4uoH7+sDn/G98+Zbuvr+B7r98cfa8/k4XyQ42t/Tvu1p1+9HPk+CL5uToXGHoAH+45egqzEfSLEF5gSd6zLk2dsXdfDShDEf2kaE1k9EGK9naYXpT4A62pJS1lkOa0Dm67KIsK5UxV9UlgW46UfKO/YPEOeTQhflEVF0a+41hHmAj3J0CX9ISlvq8F3oHnxftwPXxLbOh2iw99dee00/93M/r5/5mZ/R66+/rmeffVbsK/Gh0MI49D84uVeAf5SBjzkyN/LQwLiMj99gLtQxZ2iZWT/pN8mo4hIAABAASURBVPM5CPoOHvrQlnFIAXDSh7brcUnXQD8APHP7MNoCjAVAS8pZzBP8vDP+1D6QfkfetxzZ/qDhyHnKqGM8cK7z2I01UlXKxfcwH/lJIHUqCsivJ02AAcAABqe8pF6oKCdv2dlYOjuLhQ1nVpxq54s32Z1HknJOyj5hrupsxahUOZ8dTGanKYeVDWe1VG/ntfRGa+nFc1n6L01SJ3CkLKe9un5h57m08+w8iVBt3LVxVAQHNky5X+/LiiWbNW/+O6fyQrOChVapcbosuX0U8LsvOGVl570rdCw8j08AmmD4mqFHZjYBDs4NZvfu29so1m04dJmXYGGuzvgiQjklwdu6rhRSAcaUDVLuT1ny/1YQrvcOjTrjpQzawu10UrZOezttQB6HMmjxREWAJMug99w6zxfesomdmy9TB1lc7BwfH+rIB/X7B3u+7NsVARtB2t7ePV8I3tW93TsO1O7q7r07unv3doF7TlkA1nDXC8Ea7p3k13Us1Dd9iH/LB8trIAAhTwrQZt1/1wf4ew6+Dhx4HR4elMBsna4uW/dN414B3vftGElpP50elUVwPSfmNXWAMfVlB4vL8eGRA4MDw74XzCM7nLlW/Ok1t87xm9d8Wmw+88XKotPCiw7lGOTUhj71wjQzzL0AUbd0ILa0IwU6UrdfWBZLwDLrLCvKZ+47t1GjGwv3pb53nQcvf5ayuCDs1GvpcqMSUMrdouC5Xx5ivALWA9ovSd23C2kNc+sC3zjl0rLMwe+UAfzsNuXAwvNenNAGXWvooP9TYDLKH3RT17uOPIWkQGeiO5evcczsFKc4KMvg0LwvNvMph7t+P3AZedrPvQCUPg7UKd9zoIoukfJ+6MWSttjcqv3CAfVcjI9t4adYCADsrNBjmdF2ajpIGWPdPoWZdnKhZfNUsi/J9ksL+yEurw59QHT23BntnNp2AD1Utr+hS1VlNfaB+EMC9ao4Z2+oLIup58w4jEHQgJ/Mrocv0E9KGbTxTt3Em7K6aSz3XkUelhf9O3TJPAnzdnkiJ/lpHUARrLCgtQ6Uh94AjSZjX2SNTOfIm4CxNwATERwNfaAwdJvxcFTKNrxQbm1ulQ3kzs5OKeOiZHtzW6f9vu1N4pY3i2dO7wjYceB81kHQOV9ynnF6xrzYcZvtzQ1tjSeGkc6fO60LZ0+Lbx+Rnj29Ldqdd58L5876QnTiw/uhJtDpTUBbZx/wZ01MG4FhAz/N9xLkeu4yH/m20tIHm0tf4u3Z/xAETb243XGAf/f2TfXwxkvE/sGRFNl24cRpZPvXVGluG+ZScDqdO780b6V2MLKMG/Vut7BN9W4rA31y1RhNpVw3GnnDXFu+OWUl01bXtVJKJqu3Xw512Lr1qrdc0KE5Nn4CESFkdWC9PrTeL23zpqz0R7aH1uGcjdf4eCdPirzRHepZV9AhdHVvb98++khsVm/al/KpOeqxi9veCPFvNL/73ntC/9Gr1nRDK3j3vckFn/xAD30YZ3Nzs3wL66GHH9KDDz3oTdzFMsa+6c2+bOHDEnv79pGdtPBcr99wMLp3YB72yq7PDu6uPPCAktO7vlzlsvXc+Ut61hclVdOa1tu6YZ+vyBpY7+bGwcUqP5Fx6/Y92XW6qtKeeTRHjubq8XSmqm511zb/8a3b6lyGHMbW6+zNGr5XXvnxw/vud+SL1i6kpX0ONOC7sX/sqmkqhevaui4p9ipZdi4zK0zTQHXbFB5kz4F+je0Pe8V3DIfDslnY3t4WdfATgHdL00sKHuQ2tb0DM8v/0HEBsqEN/Ib31PE+sz+ENnwXPox2yJMUoB1rIb4uIu6PS/ldr6sRqzJwUAYO9KP2HKE7IkQdcl+PxTt0dPYdtefJhqBx+4n1e3OyIX5KDh/RVLVgTe20bVrhH7gMXHhOdo8iBQgc0fc6V7a/TozF2PCotV2zcYc2aGJOlEEnl8lsBpk7PIHXXN5cunRJF32BCh7qb1tnwId+IgfSqqpK3Egf8EasNj3wCX4RSzDfdT15ZAXPGRtZ0a/y3CKi0Ew9Y0aE44HD8qEF+HRk/d+1/kEj82AOAHTzLj/gRR4A9oUMqAOocxNVphlgDMYCkAVtwA0PqY+A6xK0c/CxU/zqpPhO/OilC+fFv/vMty0ff/RhPfrwA7rsS+gnHn9MDz/0kPhmy0O+pEReO9vbltuGNjZGPgAaaPXudWBjWMrCcaDJsl7VGo0aTSZDDYe1223q1PaGHn/0ET3hC8wHLl/QZ55+Uq+88pK+4AvPr3zxC/rlX/4Ffe2rX9QXv/CGnvvMs3reds5F5bNPP63XPvc5/fIv/aL+s7/wa/orf/kv6Vd++Rf1Dbcv68PmWL/6jV/Qf/4X/7x+9me+rp/1xecXXv+cHnzwkh564IrXhJE2J2N91pecf+7P/Gn92p/7s/qFn/tZffNXvqH/7Nf+fIE//c1fKX2/+IXX9fzzz+rpp54wPO7Dr1N64vFH9cCVi94s31C2fR84bp2MBoJvp09tq/E+I9mTnDJfn37ySV04d84+fKkzXpfOnjlzX078JP3Cfhp9SUm2o4U2tyY+vBprd++ubt68UYA4eFXf+f2m49B9LWxbvdcSdL0yg1kb0IPeMXfTVhoMGyXHFbXXvKpOomzqNW1s/qcUlsFQyB891ckDTmKztd6hY9gFeNGjs2fP+uDrMV8qv6qvfvWr+uIXv6innnpKrOegQC/3rMfE1/RZl1EOjdgrKbiooy3j8ansOz5kYJ/QNFWJkw8ci0MvdlV5ftnrNP2heWVXlSgHwNXaD0QE2WJrtKM9BdgB8wBoz7yYN/OlfuBDT9pAF2UA79nrpVmspdcR6iKi5Cmb2UcBESv/x3zBHRHlcAT84AZHmN9yuUTb3nLuivzA20umt1Ku6hJTwhNod7GgAZzQExHlfcuHSfg75ks71grmxfsa5IfxoRnbB9bvrip4qIMP0A0/KaeMlLKZ143s+UMD45CHFnhKSruIUG3ZDOy7x46phk6rlFSlbEhqPSdvkVViEU8UGsBHf8aOiCJDxgMiougk9ESEwnxjvKHXxc2tzdI2ew0Yex2hvHO8Bp3wTH7ADx76lwM82xbjA16wxeHe3Os3B3+k6PmatxHIpjMWFfmAB2A88EWEoB1Yj8Mc4Bl8J8+84BW0kaccoIx38PAeEUX+0I5ssF35WToGZUxiC7+KPPSR/wT6Ql9EKOUkaAHkh7bJ/I9IyjkXYFzKoHNhfizsNwDG5qc03U3UG1HBy5hrfPRBR0nvl1n5yVNGW1JwkFJOHkjJ46dK0+OZ49ZeS8fFgHrz2YFYZwjHVdltmqoRTzbNa3qT5wEfAcrAnyz7um5MZy/2xlYpi7VTZ5qWjokXjpHC/SrrXU5ZEUnJwDtpchkyoK6zTc+8x/k0zes884I/xHbZNBET7Oycss8cef3aLLC5uaWBdb6xzjNO5/Hn86UPywZinD3HrQvP2WGi/cFCvYPGnGtFZNv50vLvZLKZtiJCjJlSKvEwaWW7SimrbmrjSz5/6tWYltptwkiz+yQjIK2cr103cCz58IMP6vOvvqqzPnAOuY/b84GjZFvinGPmvc2O4/AdHy7zgaZ7jvF2ffZR1bVu37mru7u74terjsybpWW1deq0zpy/pKnntrt/aHrDoMLX5LkwCXg1my08z5nn5c2R0MsQPGFeQGeaSRfWP2yFPPsYeE6eMs9SMh+BxjKsLW/KciSfuVUipQ8pfM8Kj6Tia4gXk/lAv7Zu1JoXI/uNgdcFDn7xU9heZT7JT0QIHgP4k6qulFJSdj06Qltoc7P75Q04OUA3r8ijF/he8nVViz7Mk/746Z3tHfGBvjNe809bHpThy6gHN7xgTGhAl0iJBfBnrJl3vSbyISpZjimF8Q9Um0725/yTF1xK2QCsG6E7t+44HrkpPmxHWY6kuqrUWj8b0xvWFeQE/qnPOeA3vgc49jvlpNBDu3v37jkG2dXSPqOpaiETxrzpPRn/lMm+1/lk5uDr595DHXt/2dv+ckra8F6ff9oFOu/cvq3esh/4wjSbpvBc5l5bUkhVTgVv4znxizHyw9i0hxfJuJqmFim8glbqsXPkBC8HXrsXvlDr7DvnPvuU8cPbY5+/HfocBR7uOT6b+/xxVdd5lE6dz2yPvK9n75+rKO8Ln+H2jp9aaM2hqk4+2zsUZ5bgmvnimBglojOfD9QtpuLDy+Hz4aXx9z6/yR7f3TR3rLXhc4cLPsc5b/mPnTczdeS98dx0bjv2JRau3fj4+MAimzs+bsuZxTnHiTuOHTc3JpZfrSOfSfKN4YlxXLl8SU8+8bieclz5wJXL4qIJ3CPr5djnOeyrqioL/sE7YoWLjt0f8aUTF08vvfSynn76GT3+2BO6eOGSbnnP+/67H+ja1Y906+ZtX7IfFZ99YFu/c/uuSe58ngMdA1sbPGnU2u8t7B/kB9mc8kXXjs9wRh4/WSeWljfjUw4MBgP7hYXYpybz9dy58yKWRLeuXftI169ft0+dmKbH9fnPf17nHC/ftV/68MMPxT4LucOzbNu8cOGCnvM+4NzZc9re3NDA+tF4vm1dqa2z7HksF685PoPvDMgkLFO+ed9YzrXHr5IJd3zee28iUtcj9846BJDv+86NepHvrCtLn1kCndus6zxVmSmKiKKjEVHyEeF+9P1JiFiVL20n6CywNN5F8Yn4zrlm5uvM9jFzfDl3nrql2+NXSNfv5HvbtE6edb6ua+sR69RE8B0bGTteQj/wU/Q78DkGtk4feApu8MLnQ9vxvnUU+4f3yOddXxC+/fbbIk4H+JAC+2bOhGiDrGiP3zqwrs4K/TMxBr4GvDOfV6zLecc+DxzjH5oW7jT2OIP32oNfAfacv+19+S2fPd31eRNtjnxZe2jabvmSkg9fsn718MaAfRwaF1/2qeqsbdsP/pk5Mh68JB8RxcdTht5BO7xBH+ETNO567AOPBU/atin7G3w3trRO4ats69OT813sgLo1z+E1efT/Qa/JXBCyV3rwgQeLfm95DZYfaKJvxEo3oJNxKUc2lfWa9NNtEHtEeB7pvt7JD32clD/a8A5EhNvm+6CTZ10XEfZ/XdFZxmE8mqAr0IJ+UM6cWq+n1C/M84hQyiu8Vnz3V8FD+4XXjbnPKqeWO3Z/5DWG8eAx6+GVK1fEWcwjjzyip72ff/HFF4vtc3GKD3j++Rd10Wc0tK+qqviPA8sX3QQnuCiHJgCaoBGICNPSF1oWti0AXaQ/QH/5oX9dN8VX0p/5gjcihB7QDjjy+dpPwmGpBy9zjQgxLjginDeA59NAWMM77dc4oQV7wxaQO+ulCVdv/wluykihCzBapZyEjUN7TtlsX801zbwAsTixaZ46yCvvXmhIgakXpCNfvB14Udz1gnjPN/t3fKm2f7BbFvq7Djbu3Lmluy7jwGHXBnlwuKepFRxH1dkJrmBpxi4193jUzTzWwk6st8OMJBMksaDmlIrCORHReGQ3AAAQAElEQVSXgtTnFMVJN1bq2kZa2ROTApWdeM5JyW2CaM74zAkvQHaMnsfCwJjAzHOZlYu3QzuZIx35MvHQ8ypgJZmZ5g5HbUaCQzbUkGTUyv7fagwXuLx3u870FzjJLx1QzD3ezMoLFCfmgKLM17h5PzYNc8995vdZaXcs3hd2fgs7bnCQAuAiXVoZlx6LtJS5LeknMC+KNTPelcIe+jIS2PPF6K5hz4c/pLvCSe3u3vVF6T2X7xruOX/XcM919/y+57b7OrRDPnKgg5IV+o0b/CuYaW5aUTKA/MzvpGtY2tA78xHo7VUA8gB9ANoAlC09vzm88zjr8XinHJmQAujUqu9CS4/RW959wd9Zv1bAO7Lr79ex5UNuLi1te0vwU3mXdSdAENLZ6pYG/7kdhkLbkzSMJxmcep8joCiI9WOdUgZEdsM/Ud6pJ3QoAFUe1sjBbdAKOnemDpqWbrCih56r+t7t+FOE//4kyHxYFt4szf/e/U2t7QMbSco53wfK/1MQ8QlOdL44DfdLKbm5aTDOzrgB8PvV5YzblXEjoozR2Eni+OlfbFOftKEvckRvkGNElD6MAc659WlqPZ/aRmhHWURICuvmoe7cuS0ODO95w3HPPumuAz90G+d4ZMe7bp9TLo4v56SIEE9KyaJKmvlQx6U+eK0MtYPCVnyTranqcujDZd/meCJg6A1RdH35FBhpnXLZXB76EH7pRQu849G4HEQRUBBoMAeL266kUzk06VXqoe2e6d5zwIDLas0nmYlzz7czrmQ6U87KHoOA4byD1lNb2z4w3xTf4DzrQ4UdHySMTFPjNtse9xQXJBsb2vIm6oyD6kFd+7JzbNrHGnmzwye5Jt7YklYOZpcOchuPM3K7sN2Nq0pn3HeYQmEfNfTp17gOjWtpe1hrlKXaAW/rCdF23NQauk+/OJKXPVXe3AQbGvede2MytW/lm5sL2zMHDowNXae9uR14vvi1hce1skqee1if5Kf2vFfyCVd1Wtr3LawLS0PvNvDOzcrCLo+cPP+IpJkD3ymHRpaR/PB+aD2gjoBiZt662H5/qoX9RkrpRC+yyAPyg14CvefpV6GbwML+CV9IPiKUTWfjjT2LKimw580tukrwwaUVOKivzCfsANqpBz8pdQSRlIMXGgDq5OcY3lVZg+FABIQ73jDhUyrLjHbg5KeAGm+UmCvB9cx0Nm4P8K3u1pu/kTeEEx+Enjp7RrmxQC3j6w6Ggfff/0ARtRY+dGoHI886F17yflw+BS8tfOh1zwdT93b39NFHN/T2u+/pXvl58yNd8/sff/e7+oM//K7e/+Cqjrypv/Hxbf3//v3v6YdvvuX3uY5dduvuPd0+gbvgMnhI1y/Up6wDt9nz5Tg/t+4zL029lt51LMF8KVtYZmaJsnkJr+Epc7IhF/lFWAu9plY5SdZT/89VYbubuT6sYl3RJ/rXTaNcV+VClWA7IkodOJP1Ah9CwIg/wces39drD/KDFuSGrDqv/xFhPkLDVOFKaAQ3+NgAkEeGyIw+h94wRUTRL/Lj8VARYVpT0cs79mdT+z50ZGbe4NPwJ+gxeQ59eYdO8MkP78zB2YJnTR801FWtnLJGw1HZNEMfeTbgW/Yl0BgRltWx4BFrz7H5iQ7PLYt9b7p4Z02prEMcjoF/abkwPnnGJuUdOnPO1pePir8mjjy0TyB2/De/9Zv697/3Lb351o+tP1c1ty8ixvzw6gdicwjf4ckdb+B2rXPrMeAHc4OHEVE2rBErHh57o0Af6iNW8iSPrOhPHdBZlwt95inltIlAYuRUgnp4A8/oyxwYj3fmBo8jwirW6Rjfb7/D2gBw8EhaRfLhmkqbxrZKv4goOgadjMsY6ASbmUu+WOay79zpUzp7ekcc5FywrZIf23c3VSp+/LQPX8O6XecQBxOt5dBajzvL5wFvjF547jm9/vlX9crLL+j1117RL/3iz+ibv/oL+vN/7pv6q3/lL+q/+Nv/S/0f/vf/G/3v/rf/q5L+l//l/1H/8//ZX9Pf/Jv/C/2v/4u/pb/4F/68/uJ/9mv6+Z/5Gb1mPM8+85Qef+QhXTp/Xue4xHv0Ub34wgt64/XX9fM//3P63Ode9eXmU7ps+lmnmiar7+f2VZt64vHHfYh5Vtv2O5cundfZc6e0c2pTly+eFxta/l2VP/tn/6xI0cELPqDBbyJjdIdvS8wXx5aHzLe5Tp/e1sO+UG4HlQ/Ua8mHMAsfpLWDWmwEuVR8wJe04/HIsenMdHRFP5Adh4Sd9ZT19b133tEf/uF3il5Ord/7+3uijsMjNuIRtgHr0g0fLn34wYfllwDwAegiH4ybWeZH1smZN/qdD6/ryBrWjTa8BvPBpE2vwZPJ2DY29ob9rC56Xp99+bNOL+q8D7BeeP457fiQ4Ukugy9fdsxRa+jNMXL8si+vXzNPuaD+q3/tr+gv/eX/XH/1r/4V/YW/8Bf0a7/2a/r6178uPi18wTg5YPn93/99/fZv/7b+6I/+yHP6Q920T+cQhDjkjA+O+SR57zXz2OvgwDSesp03ubJudrpw5pR1qlXtdX7/3h3vF/ZL7L9wez5cGLbdyMnrQa+F93CjyVDZeji3rrmJ/VZnWJrX8+K3kNnU6/nUPKFeSq7v1bZDpVRZhrJMwviSUm7s44b2+6n4+WJTygUXtoLPa5pGFbQaclVrMBhKkaSU1Ueocn05agtJXs8iwpnVH/hSSh6z85i9mmbglPqkXmF/Y7pZfCKLcGG57H2Q2pfO9MPfH5lnY8d+0MNhPPTwrR0OIchv+iBmMBiYroF187TQHd6xbWwcZODK5iMpeKjDR+JrZXopy2k177Wvod8asvtGhJuugPKIMF+XAg98ogzovdeBLvLgIgVoExGirHOb2WwmysENDmiibp3nHaAM24HWlW03hQ58J3700Hawv3/gg99DMT/4ERECLzHNoB2oqRvzfgURlpnXbtqCAzpIkRVj6eRhbMoiouCKCOMPxyQz79ePRB/6Hnr9RE60BSfQW7q9Y8mp10354SAPuuABY9APQLaktKM/OOENfWlHmqxTpLyDG+hRFuOFRsqdNW2pQMRKLpSDe+41Ddwl7zWCMXif235KnrjWMHO78u74lrb0j4giX8anD3EH5YxH2dLxRknt09Z9Sddl0Mf70rEg/ekbEdb7RbEx3ilfun/ESrfWvFuPgQ5TD9A+IizLtuh7Zx4vbeSMN/PcqJfCNtZbz3rlVNkkkyrbbes9Sm09SJHcd1jij+FgVHDlXMkiU0QI/kZKSs7LD+8D2xfv5NErUoA8dejnOmU+yBWaqIfuyvoGkEdXeg8WEaarKoBe5JRMSyNw0ddDi/6Mw7ubU2TwvGyPjf3O2Afj29vb2t7aKmtM5XJshA+ucnnIehjuwQE0OghMvdesvVa/9NKLeu4zn9HAcXlvOV66dFFf+uKX9NLLr+rylYdMYXJc9I7e/eAD++QjKZJufHzLPv67un7jpuq29vo3NgwL3yLCZ20z2wUXqGang+fOehoRYg7y092X1cxvbmP5MUdeqIM/dV0XnlAGwDf6k0ZE4Q95eLK03tImKSzTgZAxAB+qlG33xmWeNMi/brzeeEx0DbokRYTqqtKgbd23KXkrT4mXQn5MX2/esC7ntGo7dBw0aBu3r90+W08kyja8txn7Eou6pqlMT1vqxyf8PbKfYP8IXg9r37kwr+bqzZOqysbXGlcqOrBln170wKczMg1Txwe9feaWY5iRx6iNv/NayC/97Dk+X1j3a893yZ69l1ewEPOX1xPqQDOoW7XmQ7g+WdfQU/iN3qIz8L0zLRFh2pYFeo+N/dGWdo11rjK/6E9b6rP5Sxn9eactKW3I045xdn3GQNqb91auEovfuX3Hc47iu3fv7Ra5wyN8KvED5xfygz4PLKOmbhwjLcR5JXxp6tp8a+7LOaek9VygCdrg49AygB7A6Ipdretpk3IS+54t2xEXstC5tM8aeP86896XfGUZDf1O+7njC1IPZzI624djN/vT5BgmeXJVDg19CTseDbS9taFkAexsb+oCl6nnTjtGG2rifdapnU099eTjunz5gs44Djp1attr+I6eeuJRvfzSc3rk4Ss6e2ZHZ9zuyvmzeuSBi3r0wYt6/pkn9OyTj+mBSxc0GbXa9dn3jY+uWm8Xjo9P6+EHHtBTjuue8kXrOfA6zhuZnodKbP6sx3xCX/rC63rpxef0hTc+r5/5qa/qsccetj7OLJf9ki58Gby7e1fsk3rr3t7+brnofOihh8RPaxLrvvrKK3rBl5nbnltb1+bDftEbZHfsPfSB12VkRaxSVbVu3rxVLkT3fQlWuf3Ae0D4yzs+c+r18uqH1/TWm++UGPBJXxK/8cbreuGFF0TsgwyIk/d8voFezXyWcvXqtTKm/KCD6ClQWU8joth4QlCu763PgLQqp80a2DPllIuviqDerULl8asA+q6g8/qyLNCbNwUsY1JZ/jSOCCcrWI8PMnx/f0LH0r5ovT4yn4hVe9qxtjG/Ncy9LtOedqQAeNa4P11Of8pzzkXX4Qcy4JIQPhK3E48wd3BAA30iosx/3S8iPMfO+rBw3DO3fz+2fhze5zdjfhrABejk8WxOcrrPiwiXGuSHtsDStkZsceR9+b71bG9v1+Pse7wjHXPnc7Dne4E7Pme9patXPyzpse8zZJ43TW16FkX39qwXveVx6tRpvfzyy2WP8sornxV6xHyhdWmeN/ZjGxsbZc3knTNQ6oY+lzRZJb5DJ1mrqcNP4ZNoS3rTl7o3btywPt8sdxRL089ea81f+M0YW9tb2rT9b2xuiPFH9t1SeE7HZYzkNWVjY1xsH92FhqXpI42UxFPy5tdKJlWRj4wjIspaQT/GqmxftNGnHnABFEVE0QXa0IcUiEhCVyrbCxAR4qEO6K3P6B62yVpACpCHPwfef1qdFSkrIskZSeEkKTmuahx/Dz1voPXeaey9zOnTZ/TIo4/p+Rde1Guvv6HPv/a6Xnn1c3r5s6/os6+8WtKnnn5G5y9c1Mjt6Zety9ApPxFR5sI8qpN5R4R4eohxBr6hU9CODaHj5KEdX4MceY8IsUaklK1v0yIb5kYfypFlsiwiwr6+t64tS+xK/ap/Kv1ph/6QAiuZrOWlYkfIArpMnv/C8MlfRCgVkJJ53nt97+yD515rGAv6w7pNXZ2T2rpWaz1mnHzCm87rN5DmdhZ0YLI4WNKpF7J1+fJEyUgLOJBaegHrPUBdpRK4EBjVdaW6ziJfVdkLdFLlxS2nkP8s5k5yH//PycJJJ3f3gpw1aOvyte3RsNXYC+HQCxD5QW2cbuS5CpCNWD5M6suE7VRtTPIBfnKkshqnt7CjAJc3SzMFwS7ZsPgSd2EGrd+XngPQuQ34euPpHMCt8sYNg8rcl0WQS+d7l8lKE8EY2eNk8cC/FcyLAyQ/91jwE+dz6IvJfR/a4HRIMQbKDnxAuU73nT+w89q3JzEWiwAAEABJREFUUwP27Nj2fHm96wPlez7suOPLIy6tS+pFnLJdL7r3fJFE/q4vs6m7Xdrd9WXTXd29e9cXpLtlgcRJocgoNEpb5OxFdG75d57Xp6H3HNfA/IDVe+dsZ1k4MnRuVdYXhf10f1eVP+o785TNH2l/In+zzzho0iuSTiD0P/H8RFV/Qt+nx/wfKys6Y73pPXZ/0q+kJ3Mm363LbUyd27FR7Bx8/gS4TWegPcTEiaFHhOfyCZS6UiYlK35VZetJcj6dpOH2tOqtSp3BqVyWsgvTpwAnYjAdC3ho/UMH/6dhYV1dqPMcemOS6fiJ1GXQ353M3a/3/yJMw5+AlHAhKjRGRJlDhGkyUnCAKyJs67ZTO5n6BPKJk1F5ovzfXZx6ruYhfQEXgLzYDHoIPsqoA3rTyfsaOvfFtiKSIkK04X3qTQ+bhju3b3vxv1ecM44QvXMzMY+UmUvnA4WZpr7w6335ly2fxvJpqsobvk4L+73OPiVZX2Q/g7/g01a9y2r7oc3JyP7NtXx60n4j3KZ1+bY3dI89/LCeePQRPfLgg+VbniNvQh5+4IoIrC/6MPqSD5E3fNBb5+xNybH2bdfJclqali1vOmR/NPaGkXH2bN+1aVt6jLatrTdhHpnuo8NC55F9xZE3STOnnTfpvYPbbF61KSv5soB3rzyaeiN55AB66fqF2819SGwFUVinuvnCvFgU1uI/26bS5sZYG56jh9bcvFjYZ5LOTGPYNuoq219XlncSbWR5JPti0t5z6ayncrtkvZEffG3vNsj2yLTvmRb8EP4HuXE4PbUPmpk+2lC21m/e6Ws05S/l7HE9tlPwN17QausbfQ8ODspiTJ+IML9yAcaRH/Ac+XC0N40RPlSyz2Os3rQxXm+a3azoEzpVVZVY0MEfEUV/Rg5Mxj5EoY429KWMdtDA+5Y3hfwMxoYDRuij/QpHKvoK3YxHf/DwDg76ceCy7QMaglF+ToMA4aGHHtaOL87JV57rYDgs85Sfycam+CCCxHwWOvblUO1DY/k59EGn1UEbbjPwwdV8vtTMG//sIIv8ZLLpVsmq0DswbB0QH6jrwxu4e9r1OjW3Dl33Buy6D+d39/a1t39ou9rzofrShzmtZtYdbDGMr48kLkMpW3S9ZB2sfYA29tikBHa1D9S3tnbKGENfOozHE/Gt1N68jQgxt6qulLP5ZMVCj4DK70PbUeM62SZ7y0+WVWWba9tG2XMfDdvyLbLwhrp1Prs/Nj1oao1sTwPHEtlxCDxHJnyoIVk/kcuxbWJq/Tu2Xex5Q4Bu8m+Q3vElHhco6AiAfgHk0bGZ9ZU+9F2XHdrWKM/ozmBge11gFkKmBHny03ouTkqAj8xzzpbBUtAGLurIgytFErpBn5Ry2QRAY0QoImBDSdEndBt6AOgDB3lwMqdd+5reug59lEeEyFMPbbVpZmzeD20nC/s7Lk75JGM+0Tvkjb5RzpwPbM/whLGhd52CH5rgIeX37t0DtabmcWe96ryOdT588gzsA/d06I0/34SlbN+XVPgccIEbAAcp+O754Id35scYtKP8jv0lbawahZdh3jGvwXBg/W6ETJJlTr/GegNPs31ZRKzqLQf4Bu3MjXa8ww+AMRkLm6UvuMs8PBfoyO4PwEd0jHYDy3rbmzrkiP1yWcfGmovTB71G4Cd4B+/Q+vLG66/p53/2Z/Wrv/wNffOXf1m/+HM/p0d9gPKAL9yee+ZZPf/ss7rgC82tjZFkn8sB0WQ4LJ+yv3HtmvgZo7HxPPv0U3rSh0Kndiba3hw6tk7a2RprMmw0qJO7zjT3RvnO7Y/15o++p7d+8D19+1u/q3/7m7+pf/U//HP9X/7P/yf9/f/qv9I//Sf/uBzAHPhw5tD+hE8i//q//Je66kPemvmad3teg1hz0aWlDxD5BsdKzr03u7vigAb5/sN/8A/0D/+f/8AXmNe8zM2cfqR/8N9S9g/17W9/u/ifQ/vwm77A/PEPf+j5dVr4Ui7nVu+//5F+67f+na5dvW57mGjpS7C6Hmg6ndtfNNraPqP9g2MfNN/SsmOVSra9TjnVHv8j/d/+/v9d/+Sf/XP9N//wn+j3v/1d3b61q/Nnzuq1V1/S5155Xl/94iu+dP6KvvnNX9DZc95E2j+9+eaPy09DNfYzTZXtRwbFD4eSzprHj2yf0pXtHbW2qR2v/ee9vp/m8MzQjhptbI00Hpu2Dfg+Um//e85+/OKpHT165ZIef/CCrlw4pUsXd/SlN17V5196Vp9/8Vmd3hz4grPWfH6gH/zoj/W9H31Xf/Td7+jHP/6BfvjD7+sdXwT/8R9/Vx+8/6E2JttSX2ky3rFsh9oaj8Rl/Nj63eTwwd/TesqX32d8EPySN8hff+Xz+uxTz2houT3oA8LPvfCUnn/0ov7Mz39ZLz79qCr7zTp7/NGOTm+d1fHe1Poy1KgdazwY68rFKxp6fRlUreqotJwu1NrPG53Gk3FZG/gFgsrjp9zo+Giu8XBD0+OZsL2mbcU/cVHVI6U89FW4D2j7KDIL+5hjr8l9n1RVtWU/1/RoppAwadX25fib1rzvXVY3jaq2UbI+R53Lr3I0g1bY0dg2seHDwolpHnnt64zzyGtfZ/30EmIJJuVwH69Jbd3aHrryTh1rQm2crBlDryVdLBVV6OO7N7V0vKhKGvgwFt/AnGiP3W9tbenY/g1fi++grnP7pVb/gUNZprnSwvvM3YNdcalW1Y3MDA8dagZD9ZHUmnbSyJVYhyvPXSm0hpnjxFxX7tMXMAvdzvzyHpcxp4up5t1cjNen3hR0BtaYhQbG1du3q+uVPVb0bmZeOIzVyPzKyfTZN7vacunVmqZkOnjnlz6OvF52flkueiXzNSmrynXhYZgQcLK+9stOVcqKZGGpF2u5oNYDZesm7/3JWp4s5aXjCRlvmJ6mqn1g0Whg3apyVk7JoXinhfUDWPr8obPfTSEtmUvfi/ddr3HUBxUeduk2yAn/ig9nH04eOU2NK1WVUs5CVm5u6vx/jxUnYLSmXKqsm+1w4LkkLU0z82ctXBh/70bHjh86B1uMNWceRsP70nzkfVU+F/Km3FN0Cyki1DSNavMvmw6jEvOPiDJuocP5ynTWpoGx6B/hiWv10I96UuoX8Ma0UBtBuzCPllq3oYQxqYc/zB1YWi4RoYEP4BiLccAVEfZjYw1tU/Qhnqc9dbSJCPvahatC9KMOOlK2zDwhylgra8uU9tBJulovbFvun8xv6Gvb1nuLWtnzpYx+lJMfDoe+JBsUWREnjxyLkwI558JH5kX5OuamHFqQfUTYf+8UPkSYv5+ibWC/QduIEDSsx41YtYNeeNVbKsllEVFkB20RUXAyLrQ8cfJTmPBrVnxOJ3T7wvkL+tqXv6qvfvlretAXptkyP9g71Gg08dnMvn7nW/9e79inf//Hb+o3fuvf2ud/34fax1rYjnrbFbHodH6sDe8rhvYP4J84hq/rxvLtlb1GMVdpRVuKpBRZ8vuq3DnTijwA+YGv5IHJZLKau2XAvOABc8rmLe+0YUzyESFS+jurtqk0sq8ctLZb58ejgXrHJ533rjl5IOvW/5+z/wy7LDnuO8F/ZJ5z7r2vL++6uqq9d7ANwhEAAdCBdkhJJEfeDGe0zzrtPvqw82X32Wd2Zmek2TGSOBRFUhRFUqIHLQgPwjfad6N9V5vy7jX1umvO2f8v37qFAgYzj2ZOVVTmyYyMjIyIjIzMvPcWKTg943Aul3O4nfH9XtdZlFVVEuWkNgmPa+xyFduDn4hQcgXjaW3jzKuh4/CJbX7b+3/m9rbnIhdK1GGjxMvr3iNP7Ce2jcOHisDf0aPMZ1v8ysixBnOvrisKld3XDHL2fNi9a5e4ZKVsYPnU5jPsUe10NDJNfjGJtM5J+Newj5D7a+2nw/vhQVNrdmZg267UUScV+TEm7K2xDyDFbquqKvOIlPo9e/dozvFFRJSxow/GxriTZTGxD2KcQNd1lleIZ9tyIC7m22vgQ2/D+xNkxLfYuJRANuRpS1/wUFW1eK/tb4CIKDQp2/b+kv4oxxbgm76gj//t7L/x/SPbPWm4MkcS6cQ66qyznFKhj/6gg1+ICEWE4JkxYON79uwpZeDAN+U9z1MuRsjDD36cvivLLKds2XaOm0aeT2vlA5lvOk6lH8aIHNYdXy45Hj9wYL8eeOBBffCDH9Rtt96mffv26qDjtxt9ETrymcc3n31WxLjodewz3JSk2jofuP9+z/LxmQhfyMEeGpeTDvq19u3erWNHD+vIoUO2g0o3OF1y/Ddjm5mf7ZcPuR/av09csu7fs6Q9vghddlzxzFOPa9vnwwPvU4G5mX6xF+xp7HOmlEKLS/Oqm6xTp9/Uiy8+r5de+Kaee/YJrVy+oO2tdc247Xh707FaT6y7aytr2nLM3nqdfuGbL4j31nHzluPkVde9+sqretEx7muvv+b9/qq2PaZ18/CcY8ynnn5ajz9hnqzHLdtR9vq/22NbXFwSNtKwLttOLvlCHrly7oZdYI9TaGzzM/bR2DRtkvVjc7COWqGTAlfttbatVZ53OWellIred3C7a7gRQZHbdwV4wQ6A1nbX2racUFzaR8S3paWiK/+Wf8CHZ7Nwrc9p399C28lF7NCa1keEsmUCv/SPLQ7th0gB8tgscuHi79SpU8UemY/Eh9SDJz+0n76TjwiXqowbHPhM1j8yKmuz5Q4fQMQObmngfyJ23iOijN1FJQUXXgHyEa43zZRD0AXKHLL8SacALjQANzEtOcbd9H3Ciu8WLntveEFcsLJXwiZfeeVlnTz5hp566gl99rOf1qc//Sk98sjXjHfe63PttW5G2X0wrohUxogfWXTsPPb+6PSpM2K/OLGdLswver3erQMHD+j48ePig7w9+8m6ysrmve/Yv7HdTBxj8a3ZN15/w/vE17Xus6utza1CO6esyv0hQ/xEa1/cc7s5n+HhY/B5Z8+d0VQnEVHWGj6Yw3o4td1sGugGOtBIKYmyxvzAP2lElD7lJyKu2Si49IOMyY/tB40i8rVtHlnTvmcfQXo9rsONQod+aUOKzWIvAH4WvoCIKGsKPC8tLYlLe84XbrrpJnGhzX8f8I53vEPf8z3fowcffFCcL1JOyoczjlvGyIQ+sF3WiaHnPz6ZPCl1ETv9MH5nBT/Idmj7J+V9h9eu1NEG/qbA+AFwp3XQpz3lpOAiD2REPwB56EYEifreB6IjfAx5ZDfFAxeI2MGFHn3REHlXxYaSdRAKF3b2HWOv1Xz4hDWFscJfRNhuG80M+lf9XqPGeoI3+oMW/ZjE1b+dUr+pNbCRzbBY2EB7daWeOwT6zs+4bm7Q9yZ/psC8N+1zdpRzA7/PzWnRAd7iwryWFuYM81p0Cg40q5wkBxCtA6uRF6qhg4+RoSXYMDCIiQcy9uZm6HqCHS4XC3jxW3cgxARZ96XiFcOWD4E2yjdJ17Tui8eS5/8ScPnQB/5jb7f136cAABAASURBVCiBiWm3BHTeVI68IA6t7KGD0ZEXjaFhVPJbXtiH3uQMfbC4pW3zBf3SJ/0aNrzAbLi/zc11H2auO8C9Uvq94gtPLjoB8rTbwdm4hjOls2Eamz543NradB8Afe2kyIN+p4Ayp7BTtu02W+ZvaOMcGyaetDswcSAFtHYSGCL5icc9tqwnHru8PcSQptCiBxvO9H2aYgleojR9/84UQ7weOvdX8KHvoLL14cB3wsRyp8xTyj6hNc9jtQ6qu9KmLWXX8uarM8Av1t15hfsPgfa7jOW7le3Qcp/uo/s26MqYS5vvoEUZG+cC5nZyFdowlwU6tZZxx5iuAu/fDhPra2wbG5V0p26i9ioPMk3PVwEyTb9K5UXlsRhKSpDQ+R94AnaW+FJV/okIN7sOPOXYnFDZXSVCStuJx8khQAE7dsoirmv7XfMy/+bbbSOiLCQ55Wt9ppTKopxcJj/J71VV2VmZEb/TN2UsfskLYefxY6/0TXn2YhURxlShSRn1yIc6oLI/qoxXwPmIKHyAG6YZyX15N8ShAPTlVw6WWnRjm0vGqeqsygFp3avUn+lpbm5G+w/sceCbNNuvtGfXvP1bT3uW5hwQ79fAuP0maX6up7mZRgf27tL9996l+++5Q/t3L6mpZAjt3bVk2KX93gC0npMbvjDk8pLD51defEknXn5ZV9ZWHfhe1rZ9QN/+lp9/OnTwYFkU6rrWhi+sFmZm1cu1skJ1VWvTwfD83LxsMBp7YZubndO8YWRfJm+yx97cjHygTAoO9kP/OSVtrm9o7IOdTW+g1s0PC+S2A2P868i+NiIUEeqs0842klIuOsZPInt0QwqQ5/9ypD3vE48RPPzUpi9eAOqmQQnjqax/8MCP2OmL/NA80D99yo+7FviNAxNSgDxAPmKnbUb3plnKjcu7m5fNE3gEAixyU76oA+CBFHz6HVqOyfJJaWe88AROinRtwQR/PB4LHlPBTcXWmrrRzOyMddYzSmefvF3SwaCvRR9YA+Q72xw/O766umwZd8XO5uZmi3zpC7r0C23SleVl0xqW/t544w0988wzDlJPOWhd1YkTr+ncufPuJ7nvOe3es1ezs/Pa9jh2296OH7/JQVRt2q3mfXl5gzeElW2HcV66dEknT53WOV+Ikt/5JtNj+uY3v+nD+ZfKp/uoW3b/5y+cL/2Bd/HCpSJXdDWxnWXLvrHMI8JjH4h8VVeeQ+R77r+x7AYljcgeR1inPfu9VilV5q1TRHK5LIt5hXGauqeeD+bHDqKRB7CwMKdev1HTqwswT8lPvKbllNTUWQPHKLMzHNa0mnF+YWHWNOdcV4kgeI83y7ODvvZ7g0wQtOC4ZI8vPRYXFtTr9WQ3IOKNeccsu3xIsu25hB5mHM/UdV1ocYBB/ezsrCinHfnBYFA2E0O3mXgOoLtpnjlCWUSIPOXQTe6QlLIrjmeYK/QDLWjThjLq5QcbZa4Cle0dPOSPfMCBLu+0hc6Cx8WF3JID6GkZvPNOHe3p32fqanKlzpuPteUVrfvScvniJV3x5SQ/t4i/uHT+gtZch86VkmrLa2AZpJy15TFzAL3hC4NV/IlTxoMPQA4j2yN5+GYTiS9gLIwPvvEP4GBTbOwZM5se2jAO+WFcjBN6frW9dKL92DyTRoRysmOXFBEF5Ifx4S9pO3Fs4iLrgLV3oqF9JG0rj4EUHPhCjsx5+uSdNtOgHHq8R4TFgN12tue6zFHGITtacGvPgZk5+2wflI1so4yF8XdSsSNkD++8wx/fVs12eId27dJb7rlHb7vvXu2zba5eWhY/9xWme8IHJSdefE6Xz5/VhTOntNtzYsmXN5fOn9Gbr72q02++IflSCHte9CHbayde1JXVC7rlpiPavHJZTz76FT3yxc/r5CsvaWzff8Eb1K987ot6/qlv6uUXXtFzzzyvZ554xrRO6k8+/sf6jV/9dX3Rm97ls6fVhLRu/b/x2hsaDSeegwt66pkX9dqpC3rt9EX98e//gb70hS/oj//w4wWefOxJ/fK//GX9i3/2C/r93/kDff0rX9cv/PNf1L/4H3+hXGA++9TzOvn6Gf3qL/+6nnH/p988Yx5e1Lovz//Nv/41HwY95zk8oycff9IHPxv6975c/W//6T/V7/y7f2f6f+h1MOtzn/2C/of//p/p6197TL/+67+lP/2TP/fmfEW/+zu/r//X//P/rf/uv/0f9M/+x3+hMx7nyGvhuTPnvJ73NfGGnH7+9E/+RF/96lf1ib/4lC9Sn9FnTa/z4TTfVF29fEl8w+CB++/Wnl1zhgXLclXPPPmU+NapjUiN7W3Jvp0LatbgDV8sb3ru9Dw3uRy9wWv4Hutz2bQuXbrgC983S/z/wP3W70P3O1a4Sw/ef59u86XmB97/vbrpppvL/z/zvR94v37wB39AH/rQh8RPxd1x+x1697vfo3vuusf893TipVeLf37Th13r9htz87Pi55YO+nDh4Yf5NPHblHPSfffdL+b6FccPEeE1YF4Vfsxxwte+9rXyTdUFrwtnz5/TNx79ug86niztcpUFz4u+mB84ztltP/n+93yPdtve7r71Fv24L/Pf+6536Ib9e/Xed75D97jswK4lUXfT0cMlFvrRH/p+3XfHLbrz5mP6O3/jZ/SwL6eXZnrKnguT4YZ9srRvz4KOHN6ne+68VcePHdKupRnNDrLTgY4e2adDvtTd7wvo1rGo7FM7QzgmGXkv5plnfx2FX+Yt82lkPMZd1Un9Xu31oK+B96et532yr82e51zmp5SKf6js84ib8I2N8WZmBwJSDtVNdQ14jyQtLCwq132NPMcmtpMqN8bp+1Cm8QX5kqq6p8HMnJr+TMHpIityrcVde9R3+caWL4D93kWUOTTxYSbQtSFgPGoVtmzSeesFXbVdq1n7WWDG61Bl20KnZZ11Xlefuq5FPesR8kg5CxzKq7pS9ju+lnTO+/LputCZPmsdB9Rd1wk5ktIWXPyi/NBv5diBevqBHxcLn4e/xE9CPyzbXt14enRqHR/0m4H5n/N6PxFy7zlWAG/oWA+9dO5/dHUPzgE+vn9iG8k5mXynnJJqj5N2+GnKeedMgDmXLDF02rpN43FazZr4zKC1rbCujXxuMCz2IvPUihh37Hr6JZX9au128gPtiWWQqtpr2sgX21Kbsra8xrRdCAjrb9R6bJHVGbZdh165kE9V44tqedebDCFwB70Z5dRYv0mN7aPnuKYyXopKPcum53q5jzZS6QvbctijMX10IXn86pLcmfNZI/PHWjv2PJh48agsz6rXU6proyQlyypyVt00yk6z3+umUSTT8Bj5m5zPnuPosnGclJvKY2vV+U/T28HlrW5qVW6PviJC1NF2YtlSRh56AH1V5mHsOdiZx2k99ggedCJCETuQrCggnHbRlXLa0g4+KvOXchL1jfmHV2hhAymlMjb6oW7Bcc7OmluLg33KqKNPbB1bhWdsFTzo1Oa158swcKFnlkWbsfUJbkQIHPqlPiIELmURO2Ng3BFR2iWPIxs8FMEjH9yYcUzI4Sy/ArDkQ2Eu3vbt3StS5sXA/c/4nOyuO+/SXXfdrSNHjrrPnteJsz54PlU+FPPGayf16mtv6vzlZV3xQfDIc2poGStsL7aBcJ+5SrbrDcefV8xS6zm5pZH3ca1tKOeknLJSIk1FzhHJeLFjU87lnMvYGCuy4Z05zjuyQ4aMe2BekR91yAI8ZLVTNyjrC7jUl7bGZ4y9uvEeedZngQv27zMlP9MfeH03GGduZraUN8ZrruqavRQ04IcUmuTpiz7lh/6BCI/FtsuY0XGLXFwG3pDY1L6GlPKxZUeevQzx2BQH+XD4zjt2MIXsNQKeqIc+9RP7mtbnO9nrRNN43nlPVzeVfZzP4ezLOtfzq1b4p7H32awzA4+373na8/iAMtbac83jgHvoMzbGSYyOHBexGV9UIXPqwKk8H8lj5/jtzjpmXLSZzgPkBDBW5DNtM21PyvgmnsfU8Q4ecqZP6APk6Yf1hgN4cLHXxmOIiHIxSR/I08Mof6d0oR0RtudajBd/3Fkvtflvasp69of4xa7E4XVVK6esieVlZ6TK+TpVvpAelg9U8tPF27b/pHActnMZeNl7lGVf2nExmJW0f+8+NaYzclzfWs91VRk7NPL+g3jvsnHPnjmj8+fOuc9tJfO34piW8g2fiWA7zzz9jP7gD/5Qjz/+uCLCOKnESY8/9pgvfx7RmdOnHcNt6JxpvPDCC3rkG4+IXwB52ec4r7/+us45lsJOIkLIgPVs1fsoLhbBf/HFF312syE+RMpeKOdc/Af7g5Ft56Qvfl73vv7EK6/o8UcfLf0t+WJ1bmYgL6gK/0EPtMO2sKmQyrnAk08+qdZr27rPn7d95s2v09g1CHucWB7oKiK06Dhmz+595QwI3WE/yOBNXzC/ZP7O+UyAy9OxbZz4Y2Sao3JuPNGGz3SefOpp/eHH/0iPPvaEXn71Vb3w8is6efqs1nwmtTUce+0c64Jl3ZqvXT6HOHj4sObso/mvxLY8H8e2WfaPu+0L5+bnxT5pdp50To3nSOd2Y9smfU8cH2BTLip/I0IRO1AKrv4TESUHLsALKTZnEkXGYKDzYu/2gbwD4Mr+g/wOfitkQnvqIqK0J58iC9mnlK/xkVK6lt9p09kXjIv+sQFoTewTRvbJ2BgxO7pnH8z5CrbE2Q4/08vlKvURUWIx5uEOTZU+oIUeJ8jH80l+IkKtFzDofwuGIj/Fnaa0vx6gfT2UOtOG/sQ8dxZeZ9rupvylHloA+YgQ46cvbJoPJ3AxvM45gPeY2D/jYazMgVdffUX8uhTjBg/8Zc9B5I9fwbaHjtlIWXsqz2d8Gf7wwIEDwifJD/P2ytqamMtlTvo+hpih73jGLO3sx30OsWmb3HDdBvx4jg+9FuRInteWmce55buXTd/BkMLzxYsXfK52Qi88/7zX0511lPFNeYuIYgsj+xTmDuOemA71+E9wzZ54x5fDO2XIMCKKPwQvAmuTkGFlPwUe5XXdiPfGPha/T4oc8L/Qgw790gfvrAH4Z/w/7QsdrzW8U0ecf/DgIR07dky33nqruBy96667dI/PGIB7773X+8T7xAe9uGAFH7rQ37D+lpeXvae+WPwVspzyi11m+y7GFhFlHMhhahet7QYaU6AdfEMTm9jxd6NrNoocAcYXEUUG5PseC+NHDrzTJyl0sCvmE33SDzyBi62AP8WlHoA/+IiIMpciws2i6BNa586e0emTbzr+elNnTp3UxQvntLpyucRWtI+Ispbhixd8tgPgf9EXfTd1parOqux0U5ZtrFNYDuE7hhxSwgkD7tEdd2JRZNAIgwExSXAMTCQA4TNJLl2+KOCiDxEuXbooyldXV7wArxaYtlm2si77sGF5+bJxdmBlZbngXLmyVlIuJWlLObT4uarzXrTIr5nmpi8ztwxXvIisb6zpyvqqrlxZudp2Vavh1bLRAAAQAElEQVRry6I9P4lwZX3FdataZ4L5onXbG3sOt7nM3PD7hsvXfUEKHdINTzR+Uow+rqXua8uL1ZYvP1AmgKFMAfl8J6DIiZ3TxBOv9eYeOXZ2hgUscAHFoXc+D5v4tVXnsmtAmwJj62BsRz3SxItc60XuW7BTx3vHQui6iS+QeQcm4LNZAByUd3aSGH1b+Ojc3w7wfj10XvzAncL1ddfnJx4bRscmdeKxUkcbG861v7wD1E2MTz4irtVPM5QD4E1Blse0/n9LCh3g+ja8T0F0zy7oO+H6BlfztCFr0Vlb0vSdsilEMH06TSxXxgggZ95bN2w9DoBAgYNWDoEKWGYT63gCjql3ptOlUNj5dybeWg9Wm9rO9AGF+OusPHMLWIOeut0OhLypNx+mNSlw9d30J7aPifsjaJlc1cN0LBGhiBAPdcCOXsciD7RlbLwbTGs8GWpse2vNPz1aMpZNK94n7gfa0zkBrYn7JKVs7MNNkzN+Z2jV7zc+cJ5Rr1fLcYp56Uoqj6p1Xzirpqm9YFXFcXVFnpOreOFUxk9KOSkKATkNB0F+x6uFlJCrgdQer0hn55K51dhzZpv/O9jze+QAtzX/m/YLp+1gL9uXzfpC5jj/n6QvZfik4Q2HD2nJh6rrvhQdOVjs9ZpCf9aHX9mO9eyZs1p1wBBW3sSLMM53aXHRY+3c17gE1+s+FK3reudAzAtpz1DlLDbki6bdND3P+4lqb+6g21lgK/ad+JzV1VURWOCPh95ING4LbHoxxD8TdI8cyK05+EDmKWfrpRU6SClZzj3zm4q9goduI8JyjILX2l7g77yDbAA69AtQ3jpQpw1Ae4B+APL0QV+8M8YeAbNpUtY5hQ5tI0LIhvp+v7+jX8uE98b6hk5EWI/ZkJRTklUoC1IddmeZhFTKkvE62wW2wmXlrA9KW+OwDlz22rS6uuyx2XZtsyZT+kL/wIw3LsgvXyenznzCb0QUHcFnRJTgCP56DuJq87jh9aLXa0yvFvltH+Tt2rVU/g+RI0cOl+CBQOeoLzZ7lgO6gy5jA5AFMkVWvKechSwioujLw9PFixelkBf5TXF4xqaE/2P0tddeE4NPPohi47a8sqJyWOZgDT3w/5vQ36aDzKHtAXvBPnjv5Kbua9YHrT3LHl/lIoE38hyYeA4gj/6gV8aPHmc8Dyaexzkn208U+2ysLzaxzAPkzRyuzE9nXcjzt66zdZxsc3UB5N16TqcURZbZPKSUCk74NLRucpmbObtNf6dN01Sq/D4/N6N+r9KgX2lhjoOZxpceSz5AryUfcNgoXF9rly8Ddi/OGa+nA/v3l8OsPbt3aZfn4CwX4Oa5s+1slHV9s3yy8rI3g/IzspyIdZw1T1XhkUMLvkk4Z1mhm0XTOeiLk12+OCEYpY501ofgyWPJHhOBbkRARrwTsC54U0seGhywIcvWfJACINO+sv6gFRHfFuCnlEEpZcn9YE/gws+0vymdfr9fDrvQG7j0SYq9bXvzgs3RN+2pA4+2K7Yh6pDBtjci+JdV+xE+lcy6M/ackvmamO/pO/ZXeS5k6z177PKwO88f8tN5BX3e6Q++m7pRRKjx3GFQ9EcbeOCdFFx4lu0Im/KQPSdGlmcySlfap3CevlxZW245JbXWIWBku/rOzdtStmWfS/nQfnJiHGxmYt/fGibjbZG6tcbDLVeN1G8q0W9luvAPLwBy4x1+w/0h01xX5SdKy/yzLFbW17TieJaLqzX7iOzxjr0e9OzX61ybdqNtx7InXnheX/jEn2vl3FnNVKE5/EpV6xN//glfGn7JF4if0jce+VpZH+dmB7rhyCGdfON1PffNZ23fjW2/pztvv12t5yXB/i6vHeEoYP/eXbr37rvELyDMmGavrk3v61r35eXZ02f1ja99Qy9880XN+HD/wL79vqw9J8ax24d5/D9cnX38tg9SuOQ+dfKk+BDQF7/wef373/gNffz3fk+nvREB92M//DFv2m7Tn3/izyzuSTncPnv2nH77t39b2NGBg4f14z/xE7rstYtPuZ/24RaHw7fcdpsOHjrsS9Fft48catbzec+eJbWOWT/9yU/q4oXzutE+c25uxgevff3JH/2BvvH1r6j2FJh1vNDzOnvetH7xF/65+Pbq3l17reOJVs5f0K/8y1/UH/zO7xQ++Wbtb/3bX9fH//AP9MYbr/kC85gOHdxnuxjp3NlT+svPf1Z/6XGdPn1Kr9ufPvv003rjtdf1yT//U51/83X17I1q21jVdrrrttt17x13KSaWsC9r+9bppm1lcde89h/aLyVpYrmtLl/SaR+0HfVl5y6vLQfte1Yundeli2f1ta9+Wf/+3/87/Vf/1X+l3/3d39OXv/wVPfbok/r4H/2J/sf/7p/pn/vy+Vd+9df0y//qV63jF20nM0qeaOvLV+QbO130od5nPvVpsW+54vjjheef02d8Af7000/qmaef0pnTJ8vc8D+2mbniK1ZWlkvcsbKyomXrAT0v7lnS1mRb2f6WT2SfPnNa93nDfYc34E0VHuftOmgbeuGbT+uxr39ZqxcvaMv93X/XnTrgC8/3v/t7tMd+sO85f/TQPh0/elDdaFNHDuzWrTce0dseuMcX+GtqbIuLg0a333xUP/ljP6if+5mf0P/p//j39OEPvleHD+72xf8N+rt/++f0Ax/9oB687x5fNB9X5/nY5FCvTmqydNQ2f2DfHlWS9Z/LuBYWFrR3zy7Nz856DvQ13Np06jllm2UdyF5fPDWLr6g8f8lHhEj55Q0Ovjng370EjTlf9O51+74az72JD3ir5HXIfoULLJGP5Pk9VpnHtoUOnWxulw8y8e3RFV9gbznWA948dVqd8Qe+NOg7JpwYv9+fkWwgXecx1D37ldp2P1FnOtQVsC9kPP2mUWX+52w7VU7mq1fGPe8Nfb/4j0qNbY+LC9I6VwWH8cwMZlT5Hd+En2pMC1nlnL3+9sQ6wVokP8nCwBfjy/r9vnnp7FOTKB/bjlNO9s89Y6rYD+sBMQRrJIXJ7SOCrCb2P7xDjz6Red/xDrEP7/ACwBd08Pe0oTH1wLQ9NOCX99Y+83p8aMAbPGDH0IgIx14bCsuMevpmnIwJ+lOcCM9b80lbANyUsse8Uw5dcEsbr3Njx0Dy8EqZU7l9RPJYW+tubN0PVQ6evZZMzOeW9wJ1bd1VVZF1ZVtKqVKKrMZ6Y+ysp9hUq9DIvEyurqMT28jQ9uNXx6ndNaBv4vFOsk35H2RuqOpaVVO7LNQ61sqeh+5IJlveK69Hte0pO6V8YsLsLcmnnEU+uS7cLtVZ4EZOLpdk+vQXTks7FzXWZcqVKC97V9uHi20zXlstq8p0+l5nsmnUtcdsXfBObN2Zv4jOdhlKXsvLoX+WKvuZgX3DjP05fn5mpuf9T8822lPO9DRx6hamL7erzWcy/SteWy/an3aO+awS2+aoQJg7+j9y5Ih+7Md+RH/rb/1N8fOUt9lvLzlWiwjrZeC4aNEX/rOOswdXfcmSD22XnJ93fc/pnOv65o9xJOtuR6c5Z/OzA43lL/orY+g5Ru67rfVhnm6++XiJ/48fP+b4sdIl7yEvOb7c7TXq4Yffpf37D5jfcfHNzEXit6NHb9TQa8rYdvTOd71Hb3nbO3Tx4rLOeC2NyBraxgAPwXO/tv9fF2tN0zSFFrZcVZVlnMXDHKrMb0QIvmvz2zR1GQtzg3qAcuYJ85Ry4k7KoMv8nR14X157/Clrx8/0RXnPZf2mJwA/RFljvVfWT21bILUJqCu662xSYb4rNVVlueYCIRXeGo+BPpPtLZtnUuZiRBhDam274CQTbL13mHgP15ruls/kXCtsazTa9qXypoZej1vjUIZ95BzuK1lGQ9EOfHBH3uO03bi0hW7OScSP1MvP2HOfvdK6zwEmznddJ3gceo6Xbz85BmP/xbppdNWWLbLreSw5JcH5hHM3A/vxnJKgnyLZVmY0431I0ZflERG2+YH4gAvjhA59oR9wsBH6Zf1mXVqYmy+6ID8/O6d5v2fTHdiHN9Yz+sgpa+I5WuUs8qwJpPAlP/QDbXxrNg42wDqx1xde2MLW1rY2vZaatZJO+48IJcsKechPRIg8OiL1S8Hf8p4zAtlXgj6QEnoYe570xIXAYGZQ7JHx0X+kKDEjPJl0wYMutGgLDjIiRUb33XefDh06JGTFe2cfuu5LFGDLvE8cSzLusDb4haHTXpevOCZHD+veC7zpi8zXTpzw2rGp5597Xl/8y78U30SlzwXvIZmX+3xhu997SGTC/IAP/tuDy8vLQv+vvnpCXEqe9qXrhQuOkRyHTOzXibO4bOVCadX7J96RD3JnPOAwjtZ2jB52LS2p3+srRy4fPqAv5NKZFn0zPvie6rj1GRq6Zmyd/etUXtCHR+RNGXmgs/2ePXvW6unU2sfQ/8g+hQ8Qo2fy4ADMvaHnBzjkqZ+u+61lPBqOfda+prNnzhUZnLAM6QO9IYNzjlGxVeweerTnHOKM43V+jQy64DOm/b4wO3LDDUWPvMN3RJQ533reA9CICNEmwiO+CvJDHeBsqSfNKXudkTrLjjiPLxi0ngvJ7RqvYb26Fhf3vAPhRsmQDeXdY6SthaXkyuR21DkReC5SB2+m2V7tA/m1lit14EfBlJkw+C88TsfNOHhHtrSbplO7oN5NigxIc872YfjNStN2E/sV6E2hNc/gRoQiQjln0S5SEg80r4eIoLhA53WsZPxP63HRB+DX8pc8wMuUBnMOu8XeyKeMhMCQcsqFB3zw0GcNG75f4QwRG+A88bT3KNgC48bfALS8dOmSVr1HYUzYgpR8qbemU6fOiD3lyZOn9eYbb7psWcRdtMcumVsrvk/a8HnOyHZL+ci2DXSeG1uek6vea0MfPpAz45ygL8shp6T+TF/MN/wS/JAyP/HBjK/pNY4RFoUv4OyHOmTReV7Bb746/mkZsiHPuCKi+HfmND4FH7a3fBFi1r6rEm3pmzrOlNhX0yftqaMdPgD/zLpB31N8eLnRF6e3+Qzgrrvv0d333Ks777pLN91yi47eeEw3eA8NHPRee499Ox9m6MwU8/CKzwI4CxxaVoyh9VhcVXRHvymnwpvEfOyu2WOyvICIuGaPzHXmP7JFJ/hXZL1pP4weIuKar0e38M952hQax5cj77tod8U+HBryQz+0J2XcADoBkBF8sjbRBp+DjdGWMtrBE2V8QeTUqVP21W+ID8LwJZXnfYH+6quv2r5OlTNA2jGvoY288cmL3mfCK3YODxFxbS7mKtvnhCIZzGsYUoRySoKvhNFxCbm6tqLVtWWD01VSA6lhpcBlLfvQYHnlklZWLxcDX/OiAUMIZM0b75WVZTN5qcCycVfd7oovQDd8uLS5ueFgctMB0FYBDB7Y9mH0Nod4noRMRGDkCQKMvThOvPhgwPITVn6yZTAIn45I0Vrt8kNha0W3xQBaB1cTwI5vAg0HYyV1HrojB0gjK7eaMwAAEABJREFUX0qMnXLI1tpJdg6KwxMxHMTLaed+5TKvRAI605MhrpaRJuMC5FsfCLSm37mvjmDMuLQBZFqdoaS0h77Tbpq6ruSd4qzb61KMHhh5AoyuygXDAXAibH5aO0TAgrj2t7WzbV3eOe0st28HD8llreuMIifyqyH+g6D17hCeWjeGLp1GhCJ2gHfqphDxrXLqpkDbKU5JYWJa+R+YdtctDCp52wJpmEAB3qWwwU8nR0SYV5d5wycAfO08PuuwVqG6026ndOdf+I2I8gI9JedzkgDTj5KGVPJZ4TRlpy6njnc6DrfbyRdS7t39eexjFkzrfmKgLytjB2H6b4Roj875FBib3DE27rbw3bneqtHQZSPbn2dD2VSMbZOMs6qTgJSl5E1h3asUzneeR1NofRg28aZj3I40Ng2gcxmyHbGB8eaFha2z7VI2sa0zj5njre1h4r7Hnk+k17+PbL+Up5Q8hBB1jC+npJ43abM+iJqbnROf9O15g4Jamqr2Jcq8OACb9SFVZcbZ4OHscKwEzpTlSCpgWeeUlOTHvLCxKItcBMNXa/mOfYDBp0o3NjY19Hxd8uEafLHowxO+6JVXXhFOl0uty5cvq7V8WfCO33ST2LgDx48dF5+kIhhYsx+kHYHiIQf7fBsEfBZL+Kw9DnNQNh2daVEGXzmlEkycv3BOfPqehePhhx/WW97yFt3ggNOjsC+97IOckTfol+w/twSPLGC0ZwGgj+xxI1/wWUhI6YO+kDeLMmlEFFqbVxc86sFt7QCgCY2IEIvLdDGhnRVW+kVOALqdtiXlU5LJVhy2iQ38vYF88kxq7Rc729/EtsOlxWh703oYWketavNtwprYr01sHxOnY68DrfVCuUyvqWvlFM62am1rziiZx7rKxVZa63nNGyZ4mvPh49LSYjkYYVzwhmxYzJEB8iJQ4Z08KbYUsSMXxoZfRee0RacRIXCn5eCDB4BD/2ys/tIbMz6VSjnt2WTQBlj2Rox2AD+9gX4JKsYeMym4yH7K46LHcMAHMLt8KD+yvZ47d962s6U1B0NvvHmyBJrrtt833jipEydet21cFj/DBwxNE12if+wJPU71ic0gj2k5/MMvMPQ6LK9JlW2yqSpnx6hdjQ9MgJlB33KXatfNelPc2j80vVrQnFgvrX0W+RnP05nBQLXb8d5Yf8zDFLJKJ0rOzDiQnTUetGrrsamzRtZ7tqwxic60cpJpJ9tIiIPmnnGy5EPkWnwbfNYHcjOGJofGtq3O/PR7lcI2d/bMKZ0/f8aHU+fFBQT2QRyy5gB7dXXVAdabevGlF1237k0isKaJ/VZKyYczQ8t6swBljIH5gtwIrHu9XgkSsR2CcMr2+EJqaWnJY67L3GFOotcem2UPKCJKYI4deQjlL7JHN5RFhHhHdk2DTLP99ljYRG35wRc6wz4iwnJsLZtK8FSI+R/ao0dnC60pPvQXfFDAxXVG1sjIQdTEOpPn7IhLRft5D13gVFUqOh87NrpiWbFpQTfz1tec9b44P6/ayL2q0pz1PO9DIt4H3nxYFb7AXrCOGl+MVOp7LLMD2437SRFFbsiT8TBWxsYcYxyt5zEgP337/7pKvlQblDk/8XpC+ymAl5OtwX4ruV02baCzDifmu/J7Mh3KasufPnu9WhV5oKpcK1EeEbZJj9l9RkTRP3Knj4iduto6wG+g+8qb8yJry2/Lh3tsIKEzLUfvOVWKiDJeZHzzbTd6fq56A9fT4q45/dWf/Sk99Jb7VPeyuhjp0ce/ossrF7Rr1x4tLCwVvf/JH/+xPvmpT+n3fv/3xbfK0T3zmkOjP/6jP9LXvvIVDbeGeu9736ulxSUNrB8uLO+9/z7x/6IcPHxEnfm4vLyqV3z48YY3pa+9dkKPfP3r+tQnP2HbX/GlXav5uUXt8QHSY08+qVd9uXjj0RtMb15nTr2pdrSlKiZKnltljJbbF77wBf3e7/1uWYtY99iosGlhLkRKOnnyTf3CL/xC+Uboa6aHja/bb/EN0d/8zd90/UmNHO+j4ycff1xvvP6azvpiz+rWEV9G8q3RhfkZrXj/0KuTbjh8QD/8gx/VnMf32quvqFfVsvnq8sWL2vIleS+Sjh88oppwzb7yig+xz9hHnjRd/ATfwNxaX9Vdt9+iW286pg987/v0lgcf0I2HD+mrX/6SXnn5Je3etaTPfeazyl6nFpnfXnc6+9G5/kB96/vZJ55Uv2q8To18CTyj3GRd2byiiz40r+pcxjOoG73/XQ9rsa60a9DTg/fepQd8Wbnlvc+uXbt0xx13aN/+fT5A3Vf89SsvvqKVS6va2hxqPOzsq1b0O7/z+/raVx/Rti/t1i54j3XhoiZeC0Od3uaY4Jg3ysjAk0ILc3NqLJ/duxYdx4y1Zbvftg+traOqrovtTfCjlXn1ZvXiymUt7F7UutffvuftpvdjKaQNr9UTH4R+4ytf1LO2gaEP+J/95nMqH9RxXPb5z39er594Q3/xiU/Zbj6l5cvLOu1N6iNff0SsZcQ7E8+7P/i93xOxW2P9DCzDTa/JSwtzCs+TX/mlX7LPkGbtrxfmBrriAxQuUt//7nfpY9//ER07dEA3HzuqH/vYD9p39PR9H/iA3v7QW/T+973X7bIvwc+q81h+8Pt/wPb+biXL425f8h48sM+XorvV2M5lP8C87dG34xv5sWl4HWtVucWs/VTO4QOUgeeYZdfU2rt3j9/79s3z4v8uXPRl8cGDB/XQQw/pnvvu1ZL1Jj+kfAMDn7VZDp23VDeN5ucXtG/ffs91c2T7G/pwYDSa2EYWzI4LZAG772RfFZF9wDKjntcE2jVuX+XsS54ZrxuV8Vslz5+cknU+9vuk+KvaugSS/Uk2Pmvr7OysBrZNfBLr6JxtYTo/4RE8+RnaJiKi0I0IgTOxnOgHH8Y7fECPPiKu4lifm5Yh6wl4ADRp17r9lC7tsTF8OLKHNrYAgAuAD1AnP7RBR8CUb/CmfdAPdYyDNQz8CGZAJ3DAhWfqwAEoiwjRDhz6c1eKiALkU6QyfuSYFF6bemXPEJ0kryOdD9qA1nuEzu8Tp2P7k9blpBOvQeCF0aEFdD7gZqzIycXX1mz6hw/q4K1KufAeEcopyS+iD+qy60pq3Xb2O7SN8Hi9T9DVB/oRUWwuktu7PCLKHM9uF+G6q3aCXJAZNFuPIXms/CoC42zsy8oYPGZ4CtfBh6zTnJLdykTEpH3PoXnblLnQ0L4aO6WMdz6Y0PPcGfgita6w6Z5mZ/q21QQ1UdZvKvUMJqnOMSVpVSXT2nQfo1LWOeZo7dtaUvtd1rWR/Vd4L9p6vRl730Dd1va6Li/b19tvEcOdOvWGVnwGteozqHOO8U6fflNPPPGonn76KX3hC5/V888/qwceuLfwYdFYRsl6D8/TPfa9S2Wuz5jfpaUF8X8t1o5bksdReUyt5R8RYj7gy246dkz88sCiD9j27nZ7+4MbvK7e6oPLg47PWcN2Oe5DVnLbpqpUebDI6a47b9f73/8e3ew9I+vkuv3tFfvhMFPYBfNlvawNe3TqzHl99WuP6uLyihSV991S1fSVcm2yndfhiRqvP1W2XHsDyzlpMJjxuCpFZMt64HxtqFTXjesG5YJ4xn4Ce2A8zO8K/gz4DuyG+UIaESLPpRxpY5mAS545WtunY0/yAx0gpywzpxQq0Nk/j71/Q4dDH2Yn++jacg3H42HZVEasqqQZ283A9G0IQv/g5ZDX1qHqnES+Mm6vriTPw5HP6TbXN7xOrXud9b7RvI69NlPOh2CwcXiBx1CIPD4SnaBDs6FN75Xgr7WdTzyPO/Naua+6aZQ8jp75Se4TvcgNGDt5dMSc5Lxj0/rb8h5pbJsdst/wuFIVAghIRpOh1hxnbA05V9jWuBsZYyLOVcauQ/cj8z20TyaO4519I2cMzO9pOTi8t+aVvd+GYxzK8LGb9sm0HZkG/PFhmhRJ4Fa2q+yxIIOex9XUtUj7Xm/Aw7fhx5Jl1LONZLe7srrmOO+0Trzyqtf414WcJ/YZ1G84ZiPFb1SRravJzhmK1wbk39ovyvoZmxd+3YYP4kFv3Ta+4YvLVdvymvcPrfHrqrJfGRf6vKeU1Nm/Da1bxsa45IcxcpbMeBgfONnjAicihMyAqsrGlsBHblP81vxgm8SijWWw4Hm74DUafV72xQ3fDpydnSvfoOa8BTnPs5+xrJAz83RkG2aPyEUM9Fv7L3gBuIhk3/j000/b3zyt119/Xcse5/nz58WZEfv/p556Ss8++2x559IVmtB55eVXHG9+WfCxurws+p9zTIsMVy6vCBmSos9t7NVxRHg8I8cb2TobeDxDl+eUhEwQAGMFkCcAj5QzrmX3wQXWtAwZ4AvAG9kOI6LQ6awH+cG3oCdnyx6IdhFRcKb9yU9ECBr0AWCPyGvFMR0yRB8AZQDlyAdbh59zvnjlvAO7b6/2DQ+t7Z0+AegC5KmTH1IgwhZucFGxoQhbtN+Rm2vkrIJKwPKDbmdbTa7IxjW2gJyyypidJteF8XfSztO5NY3OcaOM26lzDNt53nf2GzlkH+UF1GV2WqUef1WlTlmA480UhTeTlEkLeQG8MwbSiHDdDl7rsY/tlxgvddk2HxEiZqL828D9gjcF2tIGugVMq6TI1jQiguoCpdw88pIKj62gA33q4BE72ek/gVb2eegTHArAi9ihCR74rBc5pzJO5l1d90Q5+PCHjaBvzlT5ZbRTJ09pwz595PgKNqG5ZTtnbo88/6Cx2+vtAucWdkATyx0fgX3BR4qkbB8wsSyYkyPbM/1MxwTuFfuvKT5ttrzH2bQPZy7iP/Az1E8BO2WcPcc+zCnWTNY+gHFM7Mey9cK44A+eoUs57zOey7SlHp9COz5cBi3K0nXyAbfv+D2lHT8Ib/gJ6NEH9QDx/cxgxjHLojhrvsmxxC233Kqjx47rBl+cHvYZ8cHDh7Vn3z4t7dpdvh0+MzevxrSzfRp3AVuW8ab97NhzYcJAUlY4jkh1oww0PeVr0JQ6Wb6gMkbkCl/IGNnB66bXIWDLsSFl1IHPOCN2bIN3xgfknJQ8VilKjAyNFfvNlZXV8mEaaE1pgJdzLvj0Tzn46AsZoSfOV/EtAO/4F3w7XzDB/z7uc4UnHn+i+Gh8MX4Y3SJTzuuQI9/ivfnmm3XY5/V8IJ24pLZNYRvorLG/7Xm/OpjpqelV9oPh9a+1b5DneTgeqx1r1Uo5iWdiW0xDBwYjGzBAh6QEDwhwYiMGWqetldFdnYg0ThZORCgi/OoaB0wMvgC416BVxwT/ruB21/A6sbDIs6tzGSndeS4prv5xR2qhY+doTyMWmzC+/VgZ5DQtbUxjp16qUlZtA9qBXN6T+QbCRMP0ExD8G0ohQ7hEfswXjLifMjan4t01/I0w3lWY1n9nCs/XwLyTn1hepIwV/JI37evz362M+mm/pEVOJWOu3P5qtiRdh7P+buBq1+nqCBlO57gWPLQAABAASURBVGFC+38NIr411p02bqSdZ9pu502K2MGl/Ppx8K6rz/V5itxEVur/Jggrm0PgHZDkd6CUO19omtmQ5WMwYwI6Kig0dEnl6ZynroBLbJ3+97q/btNe1RulyYbivwWdFMimZYm7s4nsKsV77X+yaSeH15Xr+aRu683ixHOPtPOGcuSDy4mD7tb5znjFoN0ICbfubGIFsbjyHumqc6JD0w2nufKErytVdVMmeXnPWVWVld1/Zxm0njsmZX5D4UxrW0yRXG8caDofpcaV7g/bCmflstr0m6pWZbzKeOTZfLGhbDy3smVDec8410Pf/Ezfm2T+3JYycMUc9YBq89mra/Vq6JsX44y9QA7trEnhgbnLhgGY8QZh3kFxRCgilJPbmAY48BkRJUiYOEDBP4T8XB1PZxlMvDCOffBFML+2dqW0X1pYLEE2Gw/oVKaZFFqzw3/9xGt67dUTunj+AqYlfpJmy4Et9XziaH5+riwSBOAsDATKjG3RgXy/31fPCzQbu+3NLbEAgMMiXnu8HMZxESPrx1z6UPViCdIvXrzgTXFf2brDJzdNrZnZgQ/w5jy2kQ8Ulkvd4uK8YKqukg4e3O+DgIED9Q1VbjfwxrXXVBr5ApxDEBd5RG2p39pcL3naVTnKgs0nqIB5bzCy5Ym9wDsLEJe7AN+4ZDHiN/f5SQkOiY8fvbEcRh71QfwuHzjQZtaHl+Q5oKyqSjzQa7xIMW5wmP+VZRBRNCTqWXda64f8tF3fMmQhhAZtI6IswtgnfDamQQqkdNWezT+4Q2/2RrYl6FIHTQIAdMAiTXlEqKqroif4o7/Z2dlyIEF7gv9lb06wmxmP69ixG8VFJxvrsQ+CmFtVTSjdigW4bioBI8/xznOZlAWfMRFkIZeDXsRn5+aEHRAoIXc2gfC05k0utsTPm5w5fUYvvfSyL/2uaOSNLpeoo+HYNtB6CWytZ/juK6Vs+XkyWavor2ebY2zrDlq3HUxNPNeBke0eSKmyfc2o35+xv2iU7UOwA3nz2Pkwi7SiLEmtNxJNlTVwcNFrau1aWhQXiJVlHR5fwbUN9Txu3qsqFXqdfRl+2GhWVavOcYT/sf1tKRt/ZtAXupPnprtSv1eLso2NNfOUNTfT0949S9q/d5fzA+ujr868bLq+68bmY0F33XG7Hn747Xr/+96n7/vQB3T/vffqe9/7Pv21v/rX9NGPfkQf+ciHxf8VwaHW/gP7fai2TzcdP1YuNw76QiXbNpMZ3HSwTZCGjturPuKKDwamdkIwR+DWekxDz6ehD/6w3+yxovter9GuXUta8iFdXWPvbRnj2D5o0wciHBaSx7YYb5Wzckoe76DYnfwgq8oHNNmysdQdxGVDpV6/LnaScxa2C4/ZPhdxTsadujZ8UDkudfCMzWKbEwd4+I1k4VbW38TrC3xvelOR3U/Tq0Q9dU2v1sD66HkcM55vPesZ377o4HzWly+yf+LwCp3Pz88JfyY/jedzmP68fQa27aLyt67r4hNJGfPIMSbyIj8zM1PG3LONUk95VVW2xb4YY+e+0Ek2zxEh6uUHHOrDNk495RP7CsqhQx0p5QB6dLPyl/exdQE+bSOS2ExzKDkzM2s7bNz/wP51XrO+NO55XLV5aiyHpq6UPUZzYl4mPhgaWhyt+t6EoMfWckbG9MdhwaY3GxwetLbrRdvE6TMnde8D9+j4zTfqqC+NrvgQddK1uuXWm3XohoNqbcs33XKztj031zxfL11e1vGbbhYbpxnzNvVF0D158qRuPX6z/u7f/rv6iR/7cb3qgzAuSk+dPKMXX3pJf/6JT+oX/9Uv608/8RfiG+1zi0uKXFm3M7aRoS5fvlAuMOdm+tZBpZOnTuqZ554Xn6avm0bf//0f1T1332ndbUn2X/P9Sv2qU0RoZD+6d99e+7ZGjHWXff0+b+Rk2Ry+4YgO+CLqPe99j37mZ39W73nPe5Usvxnbzw/+0A/rIx/9qPiEf982Bh0uYF8yv9m2vuRDrzvvuNMb7DWtLl/Wpz/1aZ05fUqVD9aZ+/0m6YbD+zVvuznoy6sedH3YvHVlQ7d4Yznnde7MG6/rnMcy63xTJx23nD/8fR/SHvsqNkt1lg7s36PDXiP37F5SpKQVy5nL4F/5lV+xzmfUd9n+Pbt1t3mZ9Yb07KnTZa2f9QE2dUvWxcPveZf2+BLvpP1yZdu4cOmiOLDj28KXzpzRktfoP/vDP9Cv/OK/1H//T/6pzpqnsI/kWwIOd/Snf/qn+tznPqfVy5fV99jn+v3ikxrHNJayLly8pMuXlrXPPM73rTP7pbHnzpNPPK4/+vgfasXyWbl8Sa3XnZF90GXHCesbV9Tanlrb28TAGoKf6CRx2IDdtK7fcrw5tI1t+uAiR9bQl/GHLE+LVxfOnrZMpA33tbqxpdPnLmpuaY96c4uqBnN64/Q5v++TX7S4e59On7/oS4AL+uKXv6Z/9+9+1zO2to3USlVtu73dG86sf/VLv6Jf/qV/rZOvn9aXvvAVvfDsS3rUlwaf8sXs66++oVNvnHD55zTjdWXF4+Bnx/ft2aNBv6/du3eJWKnzeFaXl3XZF8unfFF/ty+l3/LAffrxH/lh/eSPfEx/82d/Rh/6wPfqHW9/u+503QMPPKC7bL8HrOfFxQUt+kBm1vP5jltvERcf2Bsb6JtvPq4jhw/aJvapZz2ura1o05cAzF8ORlnva/uwqU+b2M/g4+qm8To8Vq/oSxp6TnSW8+zcnPbt3++4YLf27Nmr7DlX141Syp5LE/vmYfEvlAMpkltJKYV9T+18p5yzmOscwvTtG/FrdjjKKTvZqR/YFwP4zsb0G/Oz6Etg/CrAO/MLX1dwXG/iZc5C24S8ttZi/s54PmX3yTzevXt3KWecyBwa5FNKBXd4NY6ijjL6ge715fALPVLGEBGgiPecUqEPz7SXH8ZBHXyTJw3Lw1Vms7PcxmQL1LYr+qQtY6MdfUeESEGiDhqMywZZyhkDYx3bR9OOeWDnbVuV9Ti0XrbcV6uck0l0jqvGyuYBn84a2nmR7Tx3csqlrnNsQH2Vk8KddLZPs6BsObau64zbuQz5Aa3zvJdLn0hC761jMeh0V1PhGAysJ+yp5uxnGo+3Slm0G/tAjJQ9U2O7mtZN9ymkhRvoGbztFTiM3YNSpFR00PO8as2f/ESEInag8ZoP7/CLXAGjXKtHbuyXkBtjcbMis860GAftRvYbUyj4XmtJ4QHaU+gsD2hPAT+F/gDKwE/ml7Yjzy3yzEMgYoffaR1twIev014v8OXE2f/yF/8nrawsF51Ac25utsQ55JN1u7g4r0OHDhoOFRzm9dLSkvbu3SvmAj/by54H/zPwOoBOqpQ0a70cP3ZMR4/coAfuv1/8SsO73vlwWSNe9WXJC88/rxOvvuoz9rF9y34tLMzq6Wee1EWvuVd8wbRonxbuv9XEvm1FC3MDnb94zns++/NWyqn2Hm/OMG9+B7aupC4qRdUUGDvOq6qeWyeNjd/0Z5VzIwV2lZWMW9c9l1Xq2X8w13pNz+VZoWQIEfNQF7GTlx9kW1eV0FFEKNvu0NMU8jXb7oQ+gM66l5/Stq5LeUSId+gjU1J0hY5JmePIF1nP2V/icw55HxQRpiT7x36hM+0PWtjijo4l5n94FJ3nCjxEeAbanlr75ontbWeEEvOLMdTMIfM+Y5/JvKN+4j0UtgyM2Bd5PZzYzphfxLeUMd86z/vpntlagKj1OrRPGmroPci2Ycs2T74196y7HfyENLKvGZkf1gbqN72Gwy/jMqpIW4+BdRq5dB4DQF1EKCLIeo511+RBe3BIaY+fG9h/g0g5sqYcQG68A9V1uqEOoB65Is9Z73PRR86WjvulDUAdONAmBQ/9YT/Iv7OvSymp5/WFupnBTMkzV/BjleVepaxe3QjZXvSFI5etOVI52sKXbTtOTl1o5HgEv8a5DlC7XVaoV9Xa9KVIWFbEBk/5gHzVsQBte3Wtyv3X7gf9W1gaXj0v4jK3tj3DI2VrvtQdW8fy03PciD3xfvHixfJNS37G9/nnn7PPWBEXPSdOnNDp06fLRRL6YY++vLKsS5cvmoK05n3hii8P8U/4IPLsD8EFiB2IuRrLBtnSH77pG4884gvVr+jkG296dOG961165zveodtuuUV7fBmy5DMo/E2yHjrPL2SILnqew7Vlgc5zTrbBsYfblfkK7da6gA8gWx7ANE+bzvbFO/OwdR49AthBsgwjQug4W2a8Uw4NBst4tq0f2tIX9R0VhtLG/RUcyx4cZBKxQ88o5S/905bLEOJgLjfOnT8nfDWyQ77QmOKRn9IiD01SaADgMeZp2TTt1BW5wuMUIqLwQLsp0JbSCP6VIsKQ3Jr2Ks+0D3Bb+wLSznK24Ivcw1gRoSA1uHHJy2Wt7ZVyeJCi4LduC035iQhRFwGWTLIrOM6VcvAY08gxFzIG1xjinC+lUK7SNUiZVq27b0V9IekAAPzOfE98XtH6TAcoZbYr+WnNz8SxAtCa3+th4lu4MX7Si0zt9aSqGsc+cqw08pwYeh84Mc+hiKSIbN5l6IzT2TYnzreCZ3gHsm3EXYo5cYn9zeVlt5fX2t1eIxeo8nsnbH3W57pN3biPbeNvqKo8QI8O+8UOQG4cr0ATnjnDpQxAv63Hha+H1oL3lcTG+KeUk2mOTHOznKVg/6xB1DFHsHnWfIA9LbEAdfTDOsXZJyl4lKWURD3ndnwAE/zpWCPCchgbJpbXVulvei4Df/C55b0G8cV0DYAePMEzayRngkePHtWtt94qzlpvsY84cuRIuThlf8H6Ct/wAtA+YqdfZAVd0rHXIergu7E/IoXPCOsPoRkiwv/KOlA5U8TOAfikPXIn5b2z/4AeNJq6vqqz2aJH+KecMdI/47vsfe7FovPLWvbeFd/I2SbyAA984nXGjT7QG33QHn8BHnYDD4wHX4Hf5hwEP41fBfhgC76FNslzZNHxHDrjjPr+++/Tgw96X3jXXd6b3uKz6sPeo+3xWc+cdTgj+AaQJ/0XOTW145HetbpZxxBztk3kDsArsqSvydX13h6kFYL7dpi47NtBnpSdgxZ5ggKdCQDkPXvUeWJeAxv0t+h1pvW/BN/eN8LtPLG70p42rrfydt6ddx8T8zBVLPnSBhxDsYjpP50zVwHlMMGSjQZDIM0pa1oWCluS/17tt3Uf9AntKUw8bvr7bgCOe1OE6QC8XAX6BnglBcAnpey7QYTpuCJiJ3W20M45l2AVJWKEAGVlTCkKDrgeia6j76L4Fjh4kfxO+h3Q+b1zwE4qbhivQii7RTbZVCD5fdqv/NAXY5rKhryLFRECT34oA+96iIiC4+prKfnrcf7X8mbGOgyDFFKBZJo5hQCCrSqbW8stUlKkLAHhNJJaQ6ekjtR4cRUYtq1NBB6kXUgyTVtkKRvbPpjc2Elru2AetMwH8sWGJp4WhqvvhU+3NxUpQsm8oMNsvoCbe1OBAAAQAElEQVTaQUzfjq5X16pSVo6kJCkkJeMTPJJG1xW6ch9h207GCIM8Z9gItHacrXmjLptGZzwbAmssXtJnoyPxExjgZ8sgG4d6e1BRttMuCg9NrtXUjfp1TwMHcxzu4EA4RJ914Dxj50LgO+s8ZQuz88XxQDOnVGgwLjb6dVWr9hiBkMT4I8I5ufuuAC+UYCfMb5wb9s07dhURypYX7zhUAo065RJwI7t+4bHvg7mB4Il3WUatfYY7QEo7sjSNXl2rV5snH0xwYAL97HL5YQHA4eO40XFjvQAsCvyfFY899lj5mQA+BcPmmSB65E0VGwOCdtpBb3VtzRdga+LSdc2XY/CNs0bOyGTem0kW+ttuu7Vc7Ow7sFdVnfTqiZd18dJ51U2l2bmZAttc3vggdGIbGzrtD/pqenUBLvcO+JJo0YEDh4W33HyzIsKgsliwUEXwHqqsA8ZS13XRATyNvMkAGB+f7gFKsHvunFj0+DQhn7iknAWLbxtx2MinzFjwkBsBMbQIgNHdxDbIAshCiDzAoQ/qeY+Iokv4GHps0KGOdpQNvElk3l9Zv1I+jYpOoDdCzttbqupKVZWVcsgWVPJNU19LCXI4jKWMemRV1dmHa9sOCLcc5IzcTpraIbyzuYYH+mI8bKYY/8jyQWYAvA/Nw9z8XDnsrerKcg6PJQm+CQh6V+2l58MM2jI2ArT5+Xn3PxR2w7dYn33mGfEtH2TEpgKZT4MB2uWUbQO1erbrbNukf+yHfiY27Mr9MEds1D5YcYl9w3Q8Ix8QrK9vOpAbYvqSwmOeFMi2+db+Aty6bhww9AWvleXJAWjtdOKDAnWtcpKYs5X77+zLkvW27kNnDvO3fCG05UP8bV/Mja3Die1y7MP94daGNtfXtO3LeupIabO+uuK54Avh7U37BhmScTbtk7Y17w09F3gLvnhZsh1n8xvun/mxYFnfcPiw7r3nXh+g/5j+wT/4+/r5n/95/dzP/nU9/PC71LcfOu+D/2ee/aY++5kv6Mtf/aqeePpZff4LX9JXvvp1feFLX9Yn/uIv9OWvfOXq5u2yzpw55QOs8xpPtt2+56B+V7kcZH6klMScQbboE90RMGOP6KEzX60vv7IvI6tK6sjbDlOWmiYLOyMfSZ7qE82YP+gCrefF2PaETXTWV2v/DOTkNch5ZN2afjK98WRY+OVwH5vE9ggUmQfANBgnj91SDzCHsB9slzraklJGX9gbPkt+sCfGGynMe1P8d3PVrsClDTjIgTTbDtwM7Yh21DMu5hspMgMHGgDv8MNmnHJsl3LszV7fm6+JKINWRAga4EGXsQDUgU85MiOPfsBtPMeop5x+InZoFB6dp448EMq259prWl/93ozm5xY85r71M6fZmTmPp1JdNb6wn7P+B66rzE8yfqW6rpRzMk6octo0dVk/hvZF6DQkj2Us7PX48Zv0dh+QfPgjH9HHPvYjDuIf0t/2xec7bav3PPCg3vnu9+p9H/g+jZWU6p727T+kQ4eP6B/8Jz+vH/yRH9G73vN+3XHn3brt9jt1/wMP6e/9/f9E9z1wv7iIbDxexvnYo4/q3/7ar+nf/Jt/Uw59Ukrl29Zf/OKX9YIvV/uzc/ZzQ61vbuuCN67bfPhC8ngql2/roC99HnrgAd1603HlutY5X4y1DnLwG1/78lf18osva483I4Nerbe/7a360R/6IX3/93+/tnxg8sSTTyoiPN6J+MbewPa9ZNzO9G/zZdaK17pPf+az+uSnP603ffGbbTOUffkrX1NVN0q5KpeHzAvk5WmgFfsG7Pzixculj9ryRc4f/vD36SMGk1bfl6Q3HD3iubpUNqeMGdp8sGmfD8GJXRqP5bIP247feEwfsfxn7VfmvM6OfSm8sblm/7ulth2J/4enMl/bPkw9e+aCddu4bqRdvni9wYe7XMTid15/7TU9+9TTaqqkxflZ1Vnu+4qe/uazury2qvB42sj2xqGe581ZX0ji5yyc8hO6/8nP/33dfPNxy+6j+umf/ikfnt2u+++5R3fdfrsOe72/745b9MH3Payl+YHuvut228+Ch9pp3f7zQR/WP3Dvvdq7e6/uvP2OcpG67Q247B+27UMn4229/trLOn3qzXJIwAd+wnYgGyM2MrSfYe4TKzWWXd00kiubnlPjbWxs6oXnXtCLL7zg+LBT63UNmWKX9WBWXnx0whf0X3/sKT3x7PN648x5bY47Zc+dmYVdGjlIfv6lE74MsByqns6cu6TltQ3rt6cnn/qm9u89pI/90I8pp0ZnT19yP69qbXVD7Tjb70/0T/7r/59+89/+W712gvIVD6vT4489rmXr77d/+7f1yU9+Ui+9+JJlsqibfIHxkQ9/WC+b19/49X+jJx/7hn71l/6lfu1Xfln/+ld+SZ/91Cf19a99TfwfZE8/85TOXzivda9P+LDdu5aELu+6+w791H/0EzriS5Sf+PEf1b2+cOUnsfn2K5fuP/QDH9UH3v9+ffADH9CP/uiP6uF3vFMPPfiQ7r77bh3wfNnlC0u+yYodVnb8HKAMfdiFbyXmwQfjh0i37RfIY3vYOP4KXsCjnHxtGx/0attUslZaNV53+ZBlY1urDTODnmXlw3vr0UbrvP2LY4g5x0ZNVZU1M1nXfesVuswF+MJ3Qp+yiLAfq0WfOaUy98HpNT3xTNvUnjcRoarawYUG9dgRtGhPSjl0qcNWSCOi0GeM0GvMD3jgQ5e2lcdWmeee/VfPtkietvgMUmiByxrT1I3IUw5+Y3rQApD1xsYGVeVQDPmztkSEIsJzeOgxVIJO51lJG/iFB/mhH/ZExDed45lwWc5J8pwqqdtQPs27wnQl3pu6KmnlsfR6jYDKDoEP8Sav19nxQMq0aEVZr19rfmHWa0lPc/Mz5qmxLiq3q73O9q7l+/1Gs7MD7dq16HFX6lvvPZcFbKn11mxsepInaclPfA6TrMvW8cIUkOc0Lz+MGd0p5BhnpM7jo/3IcR3jpxxOI8J81Oapp4iwmZl3p7QFoJtzFvQ6y+b6PuAB3USE5ZKFzAHKWBNLGzv3CDMhFfoRYdc42aF3tS4pVKXseVAV6Lxf63yIq7aDZdv9RINe3+ttU9LZwYxmfME5NzPreT2vgS+IyZs9r+v90mbf3n2aGQzUs+3MDGZKf1yi8RP2xD/wzpwmrsNvbvlSZ9Z4m/aJxDr7vJ7Mee1gn3/s+DF9z7vepbc89Ba9wz7h5ptu0dGjx3S71+djx27yWnbAdjdWSpXefPOU48rL1ue8Y8xzeuqpZyyXGd1zz33av/+gqqrRK6+c0IkTr5cLGT7IOzMz50vc3R7LrH39rvIrCfv37tEBj4G4lzWp5/k67zWdOTY7O6vDhw57/7Fb7L/ZV+Bj4Bf5kwd6lpkVr9Fw7EumobJl3NQ9y2gg0jo3Uhdqqp5G22N1lndj2+43lbrJyLoI4Y/CB/HJdth6DQWskFJeWZddG6aRCkRkpajkVn4PTazD8Wjismy7bkraWrccfrMfvnjhoi6cv1CAbylNfHgPdLaLFKnojDh52zHH2HabbYcA7/KDj+jZn2Bv5ElnZmcETmVfQ5nR3HddaPFBmQlz3nxTji3jp2SOx+5bflrXU4Z9VJYFvIAXEabTWK+zGswMlE0/wmP0HNy5RJXNtVXKlpT5HzvO70xPxgEmxouIwgc+C7qMCRTyU+A9YmceIqvW+7iwXrKiXECSr5PlaUgum7g+G5/5M3Is03oc4f5b90/++hTcER/KcF1nfsY+K2Ksk6spsRDv+FjmCHJOKQkZI8ucs3gHkC/l2Bt9UwYO5eRJ0Qf1A89D3oGp/dKWcwXGLRVJlX64RAC4zODXIchDl4sKDsaZmymSluwrqVtaWiqH+DmZT8915sCs10fSpcXF4gPIzzsG3LN7t+ZcN/Z86CynzfV1cYlrp1rm0dxgRskyHXettoiF6koT8za0fNDxltf6LV8qIreQubacyeMnsRHGMn2nDPlxpvLss8/qa45NiDlHprHsy4Wveo/65S99SS+//Er51Q3aIZ+J+cKfIbctX8BT3vO4GPPEZz85JVXmCxkjl5yy6Jv3iCi2P32HBjJCD7r6YLe8U4cOIqLYJLynnDWlQwpkl8FX4zUbu0e26LCpa9GGvkjBhS48UYYdAciAMUCDugjbtuUGfmu7ZozYGym4tAF/YhslBShjzgC8A5SBDwxt00PLFRh7PtC2tX0D8MbQr0+necoZH7xEoFGpM0+0A74NL+UiW3BpV8BNIkIRsfPqlPqIKGU52xc6Dx0AJOqzZRoRvBbdRYQoQ0YpZZFm40wBXuSH8m/BDt7Oe23fVJd29MP5gUfiFv4bKryU8msyacW71eC65L6rAimym1k/rdT6MtXTQMDEfnx7izh0rPAMqaueUlRX64w/kSb260bzOVQnmzBTSiYhi1OucllbcCr7TZmn4VWfzrp7wbH6pYsXteZzJbHWuL6xjfft2+tsf2q+5QeeI0LYP/aLXwFYD3mvLLMC7iNn47ltXWX1vXbOeV1YdOyMT1hcmFfdq3d8g/0C7bGZMfPcdse5CecsrFPyM2ec/T5fxdfAf4QZdDl9svbimxZ8ZhURJSZ1ldAZ8wEcUsrgH6AupeS4oO91f6/4MBGXplz68UFQgP/z9Kabjgufxz4Df8iazngH9lPQhAb0oB0RigiympbVnqPgg0se3qdtpuPlAz+MewrMK86nSmpZQJB20EEO8MBYkVmv1xN10IQecfmWfRZz8npgXsIT9gwdZMalNHJb8n4bGVFPW2CKj5zga93x/rL3hOd8Hn3q1Knyy1acl6Ij+ITmgQMHxKXzAw886DPBh/Wud31P+ZAKa8gdd9yuI0cOa//+fdq7Z7eWFud9P9B3LNnYNgyOH6Ex8Jl6f9Co6VWq6uwYx6PHgA0BWLyV7alpamGbTb2Twv9gMNCibSAhvImDleuBRXiCcV0PFu7EDn1S0oknxw4wYAburv93/UWQ3w2gCdAffUyh8+zk4ARIihI8i8GyJjslD3SehFMgkGACj+x4+dTZxDO+9Th26t0Qz2Lo3L4r7TqRRpi+gYE5pwj/+x2AMUVcV27kCN6d8d8I8uGc3H4HknfBLpaS/Lh/L9p8K0VXU/LJddOUPCAHtf/LAB17woJDfgrugr+8kgb/GEi/DUAwxFUapFMwXwiaTSJ889Mlctsydo+FfDgFyFt6VkHrVp25cWpldX4beyMIjHyg1UI7S1GZkNO2YNozO2WsYfywN78eksvsJy22rkBYZ1aUdDXtHAzLbdBdgat52Um3rsOWgDF567l1u9Y0sb/WuK3fyadIqrwY4gBySoowj5Ki/HEaklwGLlnSFnoG8hGUwlYnyukTKHnPKdKIHZyInXSnr1Di3XRabNTBQVvsvVNWlD+yjWK75krZuJX5I5XbTGzfIwfVk6sHMB6aoBOSg/FAhZLbJ6sZx9Cram+aqusgq/Kimj3+5DZh9sxM/gAAEABJREFU3M79E3xOHISWQN5yqbO5MQ18Bz+ZC7SeT7QTMnQ7UvqKiKt8ZtVV5c1bLXAjXG46jDsiFBFKOQvH3+v1Skpg2bPT3ilrRDA364Wx58MM6A/sAFkoZ5z2XdavK8048FuYm/Xh55wW5mb83jhYNrh8AI6dYc94TZVVmx93rEjhA8z1ssAtOUCf9YZVfrh0INhDX9g6gGPH4bOwTJA54zbfyBo5cBFHPW3wWSxmfY8hRdLAThcaLAJSiM39KR84v3biNZ09c1ZX1q6o58X/gA/v7r7rLh3xJRIHCVwyodf52Tnt3b1HfeM01h398W1XLmfxbVwA8okd+CfoZSwsxgTV9A1PESFkjkxZDOUHm2VRKLx6cWHh3LVrqXx6Z9euXSWFb/BIaQcgC/pjEeSgl8szNilDHya2XlPCcyqHyuK1f88eH4reqLvvvKOk+7ywHT54QAf3G0gPHdCu3Us6fOSQDjp/47GjmvdFWs8HS55F2rN3t26+5WbtdrvOdFd9mM03m9j4sTFjgUXuHo4q65ZFHx0x1o31DXFQwhyEb3DwB+gHmVDe2W6RSd/jR37IgHL0SYDFGMHlU1H8lAR9go9cCR7YONH/JW+WwIEv5El/tJubny1yh5+e7YG22XySIlPKd+xCoi9+mpb3bR9icAgAPWwRnuB16A0f/cEvfSAP9DHyxmLbl5orDk5by2ng+VLVVfk0NZ+Y5lO1/OTYlgPabdMAPJWVcrZFdp4TSehy/cqaNnyZDYxMb3VlVRtXNrS2uq5z5y44vaIt+5qh+9vaGvnSe8NzaMMHSxNt2w9d8WXuyBH2lvN2ZZr44CZVjdAJ8h0M+s4v6LbbbisfJpifX1DT9N1/XwcOHNKupb06duNxH0Tdr7vuulf7fen0xJNP6Td/63f0a//mN/RL/+pX9Nu/8/v65Kc+py988Sv60pe/rseefFovvHRCz/sQ/klfgrzy6gm9/sabhc9ZB8WN5Z4tCw/U8cvIvlay+xTyRkfoAlkiY8aFnQDohzQihM529Jo95S2vulbKyePe9qZhrLHtftMXzBs+zN/2PCDow36wj23LHD0CBJ/Aujf19Cc/8IBNJjOVc/bFjeW9tmZX1/lQdkbwRjn1tBlc9Se8YwfIlXk/tV2TLG2pW7H+Nn1oCA/0QxvsCBub5hkz/VOOLOgrIjymscc3tH4aUT5tM+8NCjzBhyxU6FIPRETxd/TtKvFTtOBywbPs4HjbBxOZtcTyYz54+hV/yMbMghV9wAd1yFt+4A0a9Mu6SD190S/yMEoZL+XkGVdEWNeTa/SoA596xid3RlvKKRvaXtHZtH9wAfoFP6Vc5MDadKd92UMPPehxYrMHhHxPOuD/0pe/JP6/0Bdsh88//6J+7dd+U7/5m7+nL375Uf3llx/R/+H//H/Xn/75Z/WFv3xEJ147o7Nnl/Vf/pf/RP/adv3a62/ozTPn9AlfRv7zX/if9Oxzz+lDH/yw7r//AXEYjjxmfKAHjx/9yEc9P+5V6/UWviOSJqPWB5QX9dLLL2t5+bKOHDmiY76MyrYnviUx9Fze48NiNnGMgfr7H3xQd3i9qepGL/qA5wMf+pA+9KHvkxQaeX5X1tHC4qKgga7hgW+iYtfzS4s6ftNN5VP9fOjmEV/0XrJ+D/hS8nve/W4dcv/k9+zbqxuO3lh+imh2fr7k3/2e9+h2XxTeetvt+oEf/mFNPI59PnTeu2+/5haXxE+anz59To8/8aSe/ebzviS76Ln9gi+g9wue9nvd2Bht68lnntWMNzObjnuWlnZ5jdinz3zmc+X/J33d6+vYMQzzwqZQLqB/8Rd/SX/yp39e8DrLbN6Xg8duuk19H7YdOXqDTrz+pt44dUZDr+9HfZjOf2syGm7q8IHd4meqXnnthNZ9sXnEcv2P/8bf9CX4j2q/12rkddAbu7c+9JBIZ2fmhP33fCDWNLVefeWV8v/hdpbpXbfdosN75xTjdY23V/Xqq8/7QtIXo+Mtjy35UP6C/e0VnTt9Wp/51KdFHNc51njgvnt1x223arflLsexY4+/sm7x7fIA2SAPvU8Tj9/x7WRHjt8mPtweOm1Hnarc08b6ltYcc4xd9tAD9+uB++/TXffcpbvvvVscINRN0sj0d+/ZJeIIfDTrxzesY+xvbH4mli0HhrV52LWw6Dm86Yu+OX3TF7C//du/6/eh44d99mWb9usH3W+lleVVzc8tlDgGH9hrBkVOA/sz5vaC6czNL0iRhf3Jz5e/9Jc6dfJNbXjd71meG1dWHdfVJcbb69iibxvdtWupXBzgJ6Ar29PE83nOBxBDb/S5sDpwYJ/sXnXCl7hPPPG4DzRf1ClfSJ85e0ZHjxy0jvdpv8e7MDdwnHKD3v6Wh3SP5zmxyn7HHnODgX3Zgjbt34k9+44pZz0fw37EYaRj1IEPeOc1OztQdvAz8cXE2Gt401TlvaqSRzOxTxo7lcuyqqqyDxmYryTmFocNfIjnoC9+kfut1vett9xaZJTMfO2xMkZwAfA5eGFt7Tt+iYhCb8enhQqtgwfV2p5nfAnVmOdtr0UT6w+cacr8lh/q6MdZ8wmvk8IjPhEcICIKv7SfmZmx6YUa64W2pPgj6MIPvp0y2kED2ryPPV8pYyysg8v2G6zFlFHPOCOiyATbYH2b8zrOOBnz0tKSZmZnRBlt5Id25OFpikM72uxyLMuhx6z5nZud9R5hXkv2G7tMp1fX3iv0tTA/L37alQ94AbPW90HH41xq7fWB/G7j7rf/nDONPvFEzkWuEaF5t6VvdMK44b/wbRr0s+j6BfPPng1oqkpu7HnQFGiqyv57rJ5j+8YQtt9suklR8Dj8xw/I5V7ohPzIe3ut2mtpr27K/MopFb1hj511jt6R+5bjEtYQ2pFOvB+H9FQf6HJo3wQ+ukOXI88f+QGH8ogoei/0PKdoA1BH2jEP3DH4vFNOXn54d2LWO1EOICNkBjS2H97hiTnBO/jwAV/koRURJQ5p6kYzg5kyL4rerB/0Tj+dZZRkOXi/LecvnD8vd+y9yIw2rqzbD39D7B/odzwaO6Y9J9bvtdVV8cFRLj2Q6RFfXD788DvFz+nzAZ399u8nTpzQX/zFX+jjH/+4HnvssRI/sg9iPaR/eI8IEfNxWcsHT+GJcTC+m7xe3nXnnTpyww06YH8064v3PUtz3tstaM/SvPq9pLnZWn37X/msZH620eEDe7RrYVYL3tMe2Ldbx44c1i033agbDu3X0SOHdLPXqRuPHinrwox9APbVOf6Xz1M6n3+EjSTnEOnu3UvCFy76YNGm4vhuqKauPI9mXR/FdpA140DeHRPYBbw31hFlrWVKGhHFHnLKOzpxfV03kkIyZNsl78n1rDNrK2taubyi9bV1bXqPAIT3BnWuRX2davXqns8Mkt+3PR+21VRZsq3iOmcHPWu1dX2nXp19KFprbqbvuTwrvkkqj7Wy/dU5lXZjxzvAzn7UbZpaffu/KmdzJ43ZA3ktx563bc9jb1ay69RlZfNS557qGmgUETYh267l2haZdAr3JT8ddl9lJUO2LCuDmbTpdUWe0ESOKSUB35a3LMf2hWPbKvOOOrkP8ib9bfjYDyD3H67s+9I8p6SJ2zZ1LbOxc85DfScl4ySFUph3+3szZBG16jxOPli/7vX/si+2J57nrefBlvfKG6tXHJMMC53stgB14JAf+PyBc4nGcqo8XmRZ6LtPeGd8PdsBPnbGvg9fiB9sXMaY2ANMbYkU2YAznTvgbfgQHWjtv6DH3GGNIA8uKfj0Jz/QQC7Qpx3xCfssUuYla0vrWCUH0gjb/MSxz1qZo+ve50InM5aqEnTpI+ek7DHWTWMbqAswDvpxl+Uv/INLGfpL1kVElLWQOuyKFL5k5fBOQ/Zj0ObDWqxNnDPQfuh1GRzosY6AE+Y5Z+vY+msd82XzBE2FlNwfuAB0gYhQqfcL6yn0wKMdaUQIfiifyrf2uGmzU79Dl/fGcwVdVrmS3A58J4U+epoCMoBf2sx6bWVNJqU+IsQT4dQ2Qt+RQjt92S6vljF+6KOLiB0ewb0eqAcP3kmpIwVYI7ATxjwFfPr1uOBP6ZPKT0nNGvwAEX5xeURc45FyQH4iwvMplTrKAGQb1gUyikiK2KGhq09ECDwgIsQ45Ae90fZ6QIbX40V8J61v9R2RTCXsDjpFhMGvIg0y14Ax0qdFfa2MPqYQ1kfnms6+qPOcm+J29s0RWSlVBSKSsegP+knsn8K2kVJW5KyUnVoOnYmxn5uYFnk38pwbF58Sbrrls4jV1RXvDzYl+zq53yuO7fnFnnWfXU3st6uc7PbdxnX8UpA3iJpsj7wkjjXvODabKB/46XzmYoMuvpx2rd8n3rdMHMuYQFkjFmZnNTfoq9/U7m4i1kFpItaMifEr873hsxj8BX6UPQU/529WdebNU7qyuqaRz7tq42UPYGz+NnxGtuI99tDnPK33XPv27in7bS73iDWxf4A4lPicn5Xl0u82n3lxYXrffd5ved99xx13lHMw6g97H0nbgeOaqR0kyzO73+Q1UgpFhHinnpR68gBzkLmIn+J9p856MQ3y8rOjWyvIecqgMYW+Y1raQgOAHnMYgF5ECFtiHjGvmGf4WXwuc4/yiLjG37Qd9CNC8t+x16pVy5O9J+15Z+6uW/4XfbE+vTTlPJu4Dd8NfflBnuxnjh8/Xj7oeu+99wpZ7nxzd+dDZuAwryJCOSWhT97hHz8GL0B5n/q9nBQRBbLnAm16thX8IrjXA2tezsk+vhZ7id27dmvf3v1K+o4HQSFsAMGQAhM78ZIWh96K/PVAu+8g9b/r9Xqa1/KebNfynpwRoYxxWVDJELGjYHgACHRIvwUSZa0nJRP7epBoG5LTiKS4BiHXyKTlLkrKBPxOMGXXddeA9x34Vtm32si0okDOqaRSpx2QaQDh9LuD/GB41wPOqozNg/oWJSlsEJGgbF05wGw1tgzG7m3syom6+E5o3aZT8uUmUCzDt25cnLbGbe14Jt3Y/45NZ6LWwe3EBwWtaYMbOdw2iRToonMY36rzn9b6AydXWcnjzjbgnHMZZ2e+Gc/QQe2QgPKqfSng3eB6cIDW+W+Nt7VvbX3AOC4wcR/d1b6wVQ6VuCgYXqWLw2yh7YCqM8i2YBaLc0/uLAyUAZ1tDCj1Liel3F6EN+WUhfNNXkQaB1o4HADngyOaAnXZ40zJPUQoIsQTEUqRCo2IEH9ySi4L5ZBTuaxTmN/wvEseFxuEpkrqGbJ1yyJSO62AUGlH2zq0k3cb8GvzmOnL9GtDcl4eu3zR0Rb67qeTkuQ+DZZxuJ4x70BXypEH469y8vjTDn7ICmrVmU5nPsNtizO2TPoOwri8HNghldTvM77QnBnsLGi9pvJGuG9n5PdebVmE6hwu62lxYa6kPZcPfJkGrtCvba2pK7cZeOM3o4HpDUyvZ9qV+TIzha+mMo6D+DkvuPNzc5rZRdMAABAASURBVN6AzhvmxOFIz4tF5XogWfYyzxwyJsumbKawQcPQQW1OloptobXz37SjL2VuU1unE+O4VmMv2Iy7M3/QaJA3ErONsTG54s05CwYL9RUvIJ3L8asEE5veMHBJdcUXJtMy8E6fOq3XX3tdJ988KTbj8tPzGC9fvlQOWVl0WMjGDgKusKCvLPuyY9uXWVd8ILCukQOJFn1YgQwBuUy82GfLl/dwuTw7pynfdBkOt8pm4Vv2mkS+9gatZ5lxUITMAPKHfNDHom/WCt6SD9sJoHf00RML2tLSkggk9viwc+z+kUNnebO54fCBDQT1HNJOvJFb84XP6vKK7aASeoPN5UuXy+HHyIHMbh+UH/OB/F133Kn3vee9+sD3fkAELgQo73znO8vieswH3HzKi4Dlnnvu0UMP+WDbB4mNbRI/01qfLP7wMOU9IkqgN7EdM17GGBFeLJsCBAkA9Vu+BGL84DCum3wwwobosIOgLW/GsQHqoE0b+uWiFz0S2MMDgQP6gx55AoWRx59SVuu5t+Wxrm9s+mB4JOwzuxzawDZ2mbNjx4n4+agNH5BRbkTJfnp17bI3iZfLIYQ8X2SfHU7DnnvkoO+KA9jOuiCo7Fu3pE1Vi015ytZ5U2ngA5vsui1vsMfmh2+4tZ5ZG7409bm7/W3WxtZE40lIqVZg83Uj/u+FZFqdsgYzc4ZZ1XW/pHM+HK+NMx6bb/N8yXq97Ivn5557Xl/5yld9qP2KD7VP6ZVXXi2f6n/hhZd8IfJ5/d4ffFy/9e9/W//ut39b33j0MV+WvqTXPS/WN7d0ybbSeq7VPlBo+gPxf0Ak+4dsfgI/15m9lMphG0FPch79YpukVc6qm7rouLVdjMdjRezofWD/gX7Qk/xgt7y3nr/oDJkTeK96fq9YpqTMS8aEXUML2LLMN20XG948pGy9uR93oimwnk3z2/YlzLXGtjqF7DYRIVL4n+EQ14dl5OEZ/uCHfDBmyX5g3XKvBc+ME/tqPE427cxZ+gB/y7YMnaqqCi50GCP49Md6Bg3Ggd2RB8CJ2JETtCJCKdnCPH9oB678RISgjR8giG3qniZl3bFivEkb2b6qXNv2Bvb/Vblw4QMm0B9f1QV6GFi30KHvablCnitt8TPXywo8+IYGY+QdHuUGrW15Yv117huYTDqNzc/GxpYPRIfiHT2OvFGS45u3v/UhH1LeKNbaflPp8MH9uuHwQT1w3z1661se9GHmcZ16801VkXT54qUiQ/oe9Gesr1pvnjzlubiuzY2RaXvObLQ6c3ZNSrO6dHlLFy9v6Mr6WCsrm1pd22RJ1ulzvkSzXjY2h9ryGrPqw66ZuVnhI6/4EDhS0gH7syVfHF3yevC8L1sZ61H7xTlfUCG//Q7s77vnPrG527Uw77Ft2Jdsqaka01l0n+t67oUXddH+duT5eM6HaU8+/azwOfxfLLPzi3r2+Re06Y3rF770VT393At64okndKN9662336bG6y4y3Xtgv9gAIv/Lvgh5w+MN22uuKw3tz1458Zq+9sgj+ssvfUl8+5WxWOR63Xgn3nhTn/7M50Waq1750MOs15BcN2qj0q233+nLxUv6/Be/YtlsqNeftdyy7rn/fu3ypvVv/d2/ox//j35SC77Y6OqsNifVnrNzvjA57YPzVctqmXXVOk8piznYsx09/K7v0c/9jb9hnzSjc9ZZ2P52+wL3yNFjOu95/FlfhL957oz2Wc9tSOcunXN/Szp27JBuOn7IcUlfC4u7tf/QET365NP6L//rf6Lf+Pe/o68+8g1dsjy5YF3wurdv3wH94R/8oZbto/jwzWOPP1oOfe+45WbdeevNOn5on+669Yh2L1Zav3JOVd3q8JF92uuD8sOHD+nRx75hX/hSsfH5+Xkffu+Sp5NefOkFvfzKS1rfuKLWfn1p14LLowDxb+V53jSNuFCNiOIHclXJ4aCYa9FllgS19t0jX7zPziyY1obttdKhg/v0lvtu1wP33KoPvPcdhof1nne9TXfcfKMvFG/RPXfcbN6P6SMffJ8++P53l/TtD92nH/7oh/UzP/2T+siHvlff9/736p1vf0gPvvV+3XjjDTpy9JD2+RL6+E1HdfymY7rz7jt1x523+bJ8zjqd0a6lPWJzfLc3xbPz86qavrZ96Xv67HnzteUDDPtkyQcifV8mLFr+A/U9xne94x36yPd9UD/0/R/Vj3zsh/XRj3zYfr4n/PnYcsFGs+Odre0NbdsHv+YLkN/73d/Rq6+8rN/6zd/QZz/zaV28cF4nXn1Zb7z+mp547FH9xZ//mZbm58SlqaWkoeOzSxfO6cC+Pfrwhz6gH/7BH9CHPvi9+rEf+Zg+8P736V3vfIfuvfsuHbAN3ma9HvNF/O6lxXKhsX//Xi0tLRRYcDzLBUavV3utqSzrZL1UmvUl7K7FBR278agWPU8P7N+nG3xJ0nj+9DzGNdtTZdslJUYkdpwdzOiGw0d0/7336fiNx3SAiz7b/IIvBZN9Q9d1pp8LVNZ76/UGoB5feujQIVEO7jQemdgHgEPbif1u3+tLYxvKOYvynuO/kHwpvscy7gs61ON3esaLiGt4lEWEwvjbjlUiQhHhmHQk6ADQZN1ivbx06ZL930o51Mb3Ujb0Ogh/ETv2C+/Mgbm5Oc36UAwajAH+4LXvPQDvM14bI3b6g8dpfV3Vpe8tr8PExQCxM2ltWc9YD1WVjdMUmDg+GnoNaL2egUeMPYVt29KaD/2WfYhG2YYv1cGhnPxO22GxuZH3nus+qKeMCZhTUqHbTqyfVHDQAXjgcMGZvY523kuM3D9l8ACkq+MKWb+mw74uKZRTEnW1dU3KvoS6pqpcntR3bDSwPinj4pFLEN4bywTbyil5jg3VeV3kvVc3gi71fV+aoF/K+IWdkfXZWTaeVqpSFCBf5yQ7FO+FtstB58Rykx/WavLo269K7it5HOgFsKZMI2vsda6z3TKGpq4Ff+DxPmudonPeaR8RigjRHtq18UduTx79Qgc7wB5STuViRH6gQRk8TWM09hSMk7booakq++IrWvdejwtW+nz99df1xS9+Uayz/JzcZz/72fJT7Xxz/hGvbVzIblsu8EMfHAaesK/hnbkELWgAb7zxhvgQ5te//nXx6zQnvD5uba77IrCvgwd22ZfcqhsO7dXttxzT2+w/3/LA3fap79N/9JM/ou//yAf0trfc7/SDxde+++F36D770off8Ta97cEHdevNN+mQL2b379tb/NfsTN/rfSV02FR1kTP7KWR98cIFnTl9Witem7Yda4SsPvsA5t+VK1dso0OX7PxFNgByjQBTjmUmroyiA/mhLlm36IIUoIx2EaEUqfgHZIqu0AG6QF4z1i/tqpyLXiPCMdnY+PTRlTLqG/sZ2gC8k9KP/NAXAI0ZxwBF9rZTkyp+dn5+Tn37sKauVOWk8BzqHN8lp63xOs9HLhanl7ny2ih33+SeHIxo5H1P6lKx7dpjqVN4ParVMz3mg0yLlAP27LnbVFnZogLCtCtnJt6rtwb6knFySpZLqK4q4YeQSWtfDc/wP7Y+kBXjApClh6rkduCBgwwiopQhE+rwjeSp4x0gTxnAu/zQHoDuyLGai8pf3ifmmZeJ1wL6pk1EKCJKX7x3HkNnfqEB/QLWYWVA1vhlyugTH8KcbmrvSdxm6PmCnoptugwZyPN/zXspvsF5yQfq2GhrPwItUurgZ+DYkw+Qj7xHTpGK3+KDFAveX9I3ffTst+Zm58QHOJu6KfN5xfHphi/vh15bkB+AfJm7lDFuygq/thXGyHtEKFdZCpUnYicTEQIne7yknfnvDPLDuNEDdWPLkDnG+Fyl1nLb8vj5mdunnn7ae9pHvU94U+wDK6/5nW0LXsCFLinv8EgMSwpNeCeN+BY/4NJn0zSCB9rj/9EFvEGns82zztAefMY7xZ3ipJSvtQ8PPCLKXE+2PXCS61lfp2OMMJYBOpQn4wERUdZ9+oqIQlN+xtYrsnW20K08j+CDNtAvfFqWvEfs0I5watmUMvNE24ikCM9m49IGedAXcH0eHQOsD6QAciSljDx0AejCA/xB43qgD+ojQuBGmCfDtbwkl6g8Uf79tn+gC1CYPBbGnG0/EaGIHflMaYEHgEsKP8w33ncgStLZnlrPV9oh/5RyoUVlxA5ORJSylFKRNykQsVPeWX6FPrQMnRtHUCePU26TnO7I2lU2ZVuR2yhal0ehrVDxZxEBiqAHQNsN/Henjbfeam2DrdtT19kfdN6jdbaJsc8DiI+2h5vaHm5537rldm2xG2jBMzpAZ8SNnBn26qb0K9NsqqrEDviaPnMgJ/mvxp7zWz5zWvU56Yb3hEPvCTY21nTFcRxl2brgUrXzWjDnWLKXaxHvvPn6G1pznLeyfEmnT74hfnFtbL6yz9lssjq4f4/X633av29JC7N97dm9S/Peq3MWunfPXh1xnE6Mzn8/cs/d9+gB7105K7zt1tsc8x/TjUeP6sCBA2VPgyyIQRgb+cb8szb2+wPvGRpl7MRjNKuq3XnfPqpnnMq+qXId0Os1V9c5+1nrkbXeAtT0gW7nct4jQjlZPtngNBnww3VVW6epgPwgd+YHse2aZUd8wPkQZdQBRiv48AjfQN8xJ9Azn3Vdi7rOOicGWF/3uYfjDOgRi3E2SlzEJSoXqJQhB+hwXsUHvm+5+Wbdfvvt5Wd6j/kcgkvnvd53EUNg9/DBXMU+yMNTkYllhA8k7t2RV1V4YbwRoQiD5ZrdICuUrkJEGK+y7GvLtCl2xXiQO+OhT2TFuBqPr7YeTDMVQTjjxrkYbkQoYgfkJ8J5hXNSxE6q73gQ1HcUfddXy7Pod5pKO/Q6eTrwTyTFd4KyIgwpKxk6z8jvBFkM0zK5HvyUEFytqqrV1D31vLEA6ropZdCSQjytJzTQmQeg9SRv7aQ6G980j6IAlFbAk4/3ydUUPI/C47vqOEyI9p1TxJY8E7INP+fkcdCvN0ZWQi5gXp0mwDhhHEBu4+EUBzQxL5SBMy2H/TBOAt+pexaHQDvlSZE8Ojs9pVZAR94QU3B5OMqOAM+t3UdnkIxPkSv8V0BKO3wn90M+wguZ5dZ5I1bAMjMpAdl1QFIomwnSzgGijO87WmWXVymLg8j6atq3XjBWFuQC3uT27NyqphZjjhRyswJWk8ytKEN+VVXZyTSq6lrZeco7y52Fe2JH3foUD30ClHfmdQptqXcAjx4d8LIhbZ3vrH+PEFG7W8vDhzSO3ko+J4lDViYsPPcdwE2BiQv0PB7GiDySW7GhJS0QoZyyksttMOosl3A+zHPlNEtiuNkDpQyZISvo9XIl3h2BWU2t853lGKpTUm3GSCunld/7vVpNVYn3pqrUb+oClYk7FFXttMo7bZucywah31Si3ZwD15mZfvlEzxx6CJV+jK7a9AdNUy4oF7xZmfOmaGBnPmu8Wettxk4UueDAGuvkGpiHXlUL+cwYFz2y/DScAAAQAElEQVSDV7k8zG9OSY3l1tS1cFaVZRSWR4okAFkWkB/LbOjNIIF1a9tKxsO+Jl6UWWiTUZInTzitLTP6HFhPPfdVe6yV+6Ju6M14sj5k2ROwj7z4rtvZc7GJ7WTjmoRa2wnvLCQ4e3wA7+RHPjihHXXT8tY21npuyGmVsmqPCTrZY2HMjccJDvaIo2bTZ5a8WR35EvWcVlYui7lJ2YIP22SL5wBn5IOWzraYrQN4WnNQMHRZTmG99ZTcgJ8BJeDgp2Mv+9B908EE5eij9vjpk7F25s1kPbbWfQXsuf9J2dAyLg4DuBwCGCuLI5vuF3wYz08vMKZwf/xE47I3LNQhOxbdy74so38OEoaW6ZoX4xM+aGDBhDcOHlhIL5u/KW1w+IbTc998rmzq9/uw8Pjx4yX/wgsv6PHHH9c3vvGN8nO5/OQwG6+zZ86I/PPPPy++JUN7Pg3OITaLdLb+oMPlJwswFwBcgk4vl+bn5oX9MXjGgx6QdYN9+4CXw7w548zMzFlGWWd80MtFySsvv6pHfIj+ta9+XWfPnrPcs+uTkNHMzKzfk1Xfep47tX1m6yfnpLn5WS3tWlTP8ws9oAL+r8TLy2u+dLhk+Sdtbrc+bLOHm0iTraHClz5j23rqktgUrntjSJs1X7piQ3VTqaqzcmX6swMHaD3bWyqXqtiC7NMb1/f6jYfWeaideQ1N4MvygY+JbZWNtaeB29aqbCcpZQ0GM+VQqrHvAAaDnsfYeHzhYKNx3u/MK4B570CKeZ1Nd+S5xXyIcF+mD99bm9va8mVRKEkKbXt84KZU+dJnbBhKMu/jTtveNNd1LXjp+6AEnc3Y12AvpNTBOzKARs/9T2zQrJWk1AHUJ9tpMh/ZwDsAfkQUPfEOr1MAH/4phzZ04CciRD4iBO6WL3aZJwD4tMN2aEMeWYAPLvMAHFLKoE0KHmNigwcQsFIOHVLmEwAOQB468A996GzaFuiDfrFZ6slH7PCLDJFZRFi+Us6p6DVbT/QREdf0PqVLm3nPAeYNZckyJIXAlg+n6QN+Rva51EGHNuThCTzeI0XRIe+Ug8c4aU//zHt0SbuxbRI86sY+jOAn2ninH/q8bL8CD8gGv0kdNEkpY4yUA9ADKG9snynlncOVlZWS4q+gCS/4uMT46h2bPnLkBr397W8vOoY+POOz8Gcc+vD/o21cWdPevbsUjqduuum4PvzhD2vE4ZpFHOF/vDFrI6uNVKBz//3BvCa+1Gqxca9hclnDBWzVc7Yy1KrMQ9/+ZtkXKp3xUs7e/K0Ln4tt92YGeuqZp7Wxtal9+/ZpdXVNQ8+rvi+jhp5PG76E5VuNTzz2iE75ELfx3J/3GjIYzCpSpVP2Vy+/+nq5VN3wZfK2L05nfSC16oPkP/qTP9Nrvuwc+HL2tjvv0U233qGnn31Gz7/wvC9VHxf2sLR7t9jo9LyGnz1/thya8MsKY49n3Xys+SIqqqz5xUVt2wdwubft2Grdc6XyOKtmoMY+csMHlWcuXNInP/15ceH6wkuvmKcX9JQvd89duCwulc+cu+iLz4ta8frxmg+3L1y8oIuXLuo3fuu31OWky77QOO33ux98QK3fl62TGcckQx8SLiwuaf/+AzaN0Nve9nb92E/+pC74sG7/gcO+vDyq2++6xxePXblYbizvIz6U/sEf/VHdds/dWvFFyNZ4qH3eNG+PNpWi1Vve8qB+6Ic/phXLu7as68GcOstzjXH1Gi0uLdkWsj1Q1lve9ja9/Z0Pa2nPHj391FN65eWX9OzTT+q8D7Jr89nLE/HN1H/483/HfnpDhw7v1+LuBc0tDLSwMGc7CK/LE19Ovl0P3HefDnotvN0b8bc++JDe/ta36u/97b+ln/aFcqe2+GHmS22fzXxr6kbT+bIzh7aEr6+iUkq15ZHtW0f2e6GhLy83PJeff+5pff2rn9OTj31ZG2sXdfTwHs30pJt9kbwwW+mv/tSP6GM/+BG95YF79O63P6hbbjykA7vntHL+pCabq7py8ZwunHxdX/r8p/X8i8/p9NmTevPN1/T6myfU69cajjeVm077Du7VO975Vr31rW/Rwvy8Vq3XtdUr2rTdbHqN63kuDH3R2yq8Vs5obm7OMWGt226/VX/nb/9tX2r+oN7heXnXHXfoYV+q3nLTTTruGIE5mjx/B/2BZnzpxrgHXosqlxHnHD9+k5DJiuc+NPHBq+6XOY2/fe3Eq/rKl7+oL37hc3rp+ee06QOXbV92cOFBPvmEnYvTjSurWrl8Ua/4YvuO227R977v3frYD32//tpf+Sn9xI/9iH7sR39Ef/Nv/XX9vb//d/Tz/+k/0F/7mb+iv/JXf6qkP/tzP6Mf/bGP6fs+/MHy4a8rnm9c0sADcMLxEXyjw7/7d/+O/tE/+kf6x//4H+s/+8/+M/31v/7X9eM//uPicIG4iQ9pnT17Vpd9IUk8RTvWIABbwK+RMjb+G4Gcs06fPmW9b5f1C3xktuULQmSy7pi3s2XUda2IKDjwgawql3FwwbpC/8z93Vd9AH6WuADZR0SRMT44YidfOfbGv9KXyWvZh1qrPjjf9JyBB/qAt8bx1sB+jXdogTuFiBB8gRMRZQyMa3NzUxxWo0vyy8vL5RCO9YT+6Hfd/mHaz6YPcqZ7hm33v24/yQf2yOdISgrxzcWJfceM4w3iaw7WKBe+zfh8KLKyLBlXRBQWI0LwzDjqunLMNBBxJbLr3M4OQfI/zE/858A2Omv/Nzc3K2gNHedY4sopNHQsb3LqOz6EVt8x2+zsjGn2VFVZ9AH0HOvU1osJKyKUchJPRBQcOeaTfcPOXiHcNslTQZTlHCU/cl/IhrUtuXIKzBOAfuqm9iX2wDBrHgZFD/Q947hwqivegdZ7ZniCpvygA+iQ0kfr4JI+wn213mObVSHB7EznQBjgnf0fcpHxW8cAnccy8iWEjAMuZeSBXl2rqSrvSbP35G5tnKaqNGv9UV/2z+alb/tKTgfILWdhGxPTTu47J2STLKNKPeO17o/yV15+WV/64pf0uc99Tr/yq/9an3XKHOn5LGnD8dayLyQ37TuH3t+se80jPW3/zk95nva+hDn9zDPPCOAC9bnnnhNzHLkuej2en5vR7sU5jXzAe/nieXVeb+Znejpz6g29ceIVnXV64uUX9MhXv6TPf+Yv9Ou/+sv67/7pf6O//MynNfa8rVNnH12Jb606UNGL33zGfulF+6fLFl0ndMKcoT/k3joGZ53mQ7zb5psD1xRJE6/N8N5Z3vIztlx4R2+0Q6fQoB6gLMIWa3zewSONCIu81bd03pZ36lE09jLlKWIHF7opZ9v9sMxd+p22px/w8TED65P3iDCH+hZdv1E+haEPvNENNOgvIoos4AEwuiKiQF1n23N2UWuciWwGtoHsNDyGcYlr5Hkb0SlSiMOtnJKYxzklsbbk5NT8k0durWXX+qwgSYWWW4mmdV2VVMW2Ok2s6/FoWxvray7vbMPJNpzkRb/sgUZelyc+twK2HZ+ts+dbW7ecxqKMesrJS25nSCkrpcpjS+q6cJpVVfVVqFwmP2H/UJWyZN4B+YF35oSzrs8FIoLXkq88p3hBz4lyV5W8adSeg9kyACLC/E1sjvA5KXoCD6A9dMhzqYeOIqLg0H9EFBtg3aIOwB7gC1h3TLbBPPN5C4OpLdM9u/fY185p1v605xh/1vtD5tbigmMpxwF9l+GrU8qqzWdj4DwoX+U352Q5hbUsyy7Bopj/nUssQnfTWSWtsB34gfeIKHi8s86y9kREoVNdpQs+5exfoOdKpZwViTFu+xzhrN70ekxcO+k6UT+y7XAexeVq67Kh16HN7U3HwZsaT0bFHpETtOUnYqdP3pP14KJrsofPlFOJDWcth7ppVOQQO2MEN7lNzlmkAPJBP+QjwiztALgA5cxHgHaUkUZY5963IQ/6RVfk8T0A7cCD9sB7Bsqy1zLaW8wlidjpi/YURMQ1viJcp1B5ribyO7gRoYgdSDmJPhgHkDw++QHvOwGZwWPr+Yi9TQF7A6bv07Tgem2BDm0B8iZf/pJvvdaT2l0owZNrOpfhD1r7XupcpLpqDHWxK+hShnxI0S94EVHmnfxEeHweS0RclYnfnZefiCg6pj3jjfj2uogodCrPX+qnEGGbt43R1w7IPKeCu4MTpa9wv7xHhKZPRIjxJQ+09ZrfXpXLDp2uzBn5yelb9Pxa5lBnXCPwahrJENf0Z7LlPaUwH6mMC5rygz4B+sJmsEHeWRsWvc9cWloqewViz9nZueIT6qpWZ/mzzjEvRxpb7pVaz7OR12zWwE3Hh8R8G47Fr3g/QFzNrwi9/toJn8Gu2N8OBT3o79u313uzeZ+v9cUHNddWV7TuvSC87Pf+7NDBQ7rB5wbl8u+228QF4I1Hb9T+ffu0uLCoJcO89zPElj37JZm3nLJjlRnNOCYEenXjc/iGpUZDr9EWsdeFSpXxevZ3jedNbfmEYztZ9kCyQHJoJ/7x2fDE6zmXyKSAnYJa78PH9puTApaE/cnY5zacn4+87yIW5mxlw/4Vm0fuAPa57fi0+DLH2/g76imP2LG9xr4FQB/IAp2gB4A85TnnYk/Uk4fOsuP1Ve8F0Cl7Cr5hes8994hvnBbZ3XhjOd+Y8z4RH7Zgn46uSwzteAC62DUp/dAfdeDgZ6ijL5uPGAv9AOQpi4ir9mY7TEnYCG2gB0RYyrZX/MHQ8SfjZn6KJ1TsFv+x5bokK0FXHzrwNPCAo0BYYclgem4khbHBB6ezIr8F3bcx2tpA3L++G3juGtdUuuvBXLFqKcof9ySRc4dhYCIjkJyyUoFk2q0YFINDqQD8a/qEFBFlQlY2PgSUnaacNE2TrQ+IJAXjLCl5CTwTEE9EFDp1XWkK2XRCMh87wUJro+7slDsGWGTaeZw7CzB1rYXxrTq5rrN9TzS0YbOAEliQMo5JodW5+1BK5jdn91sXx5Kdj4hSFxEQKrSgHTK+y5h8nXXQuc/k95zSjsE4z3uEMQ3k09U2Je+ykB+PgRQ6ADg5TANcA2UFjJqutrmGf60swDSoAHjyA08A8jDjYnzohonI2HgHItw+3LMhpSwge1Ne143l0PMmoe/N5oz6vYGqqlH2oWWuLCNfmtdXYVqeUqWwDHJiDJ1sPeap/TZI1llcBymkKifVtpmmqpRTMr7FbZnCP8AYCBrGDniYbDvOZkM4CRz12A6tLKLWJ6lJKoX/vSpf6OcUph0ulyrn/Vf9pvYGqTH0NOjVGtju+vCRk/rOz3iTPWsgnek16hsG3iDO9PuaNZAO7Nx6tdu6bmF2VrMD19n5LNkp7fLCAyw6z2HWnqVd2r1rl0qZndXC3LzmHZji8Gfs8BvTQkfJvEeEeQ3roLEOegUGptt3/5Vts3GfAPi8A7xT3zOd+qoskV9nG02Waka/TrEpypDVhMDMCx5zfOK02Ir7jgiVpyv/qrR3vnJ5uWyGB/fRWIa9pGl2vQAAEABJREFUuvaiVJXLZnluot/G9bUhu3kyqUy/1ntOSfB8bax+Z04B8oOjpj67rV8971sS22UqKfO3dn+MN7kteKSl0vwl85fTDi5j2vJBzoYXcewHOwLG3oCR9iwn6JCyMaAtMiGFQmd7Ygy9ulZje8imTd3EMsMWO4I2w8gLIAdBQy+UyLZ1/ciLJ3gTbNb15GV7BFofbuB/IqLolcUL3TLuiCjygXfekcfEemHhHXohwf5Hphmxg8fYkR3ljJG5Qdt1ByzUsehFhE6ePKkzZ85q+rO20IYHZIkMocFiy2EffVFOGXl45rCqZ5un3b59+7XbB9ccarBIo8uTJ0/p9dff0Cn3w0UEh5DwYtULm8TGF3ygVVfZqmo1GW/7cPKCln1YurJ8SfDQs4/Z3Bjq0sUVra1uuaynSI02LcvW9tOFDyNsy2NvfNd9WLd8eUX0tX5lo1zYIBfGXNdZnS9a4H3TBzETyzvlZHpJlf1Xa9+yxUWI60YO9FpJdd2o5/6Rd98XITOel5TZnKUI66RW1esp2RZmHaQt7lpSY3ks7dmtRc/rWV+QDHwQx+HyPIGc3+umscUnVaa9advgG5Gt19+R7WNom5DzpT8HdzlX7ibKIRplMzN9zc/P+iJl0bBk/mqllGQTL+sxY+AdXU+B8WIDE9s3soqo3K6nzhfDXWs+qp7qqu+YMOxX+qW8dllVNVpa3OW51rms05TOjDfLAHZQOpYKj/KD740IhXnya/kLHgEP6TReaG27wxKodho7qJTjmbrJylX4feh1ecukJ+JTksPRluSLlEk70sbmlXIIt+mgknHCx8D+jyBPfijD5rFZcLjIhid4J+BCPhGh1nMOPORGm4HH1LNPpww5RXgMBmj3rF/KaDtyQMxcIB35MGZa5q41tD0ic8ZJf5SRh0ZVVYXvKz4wp7yxDVBW225IKQOXvuCHd9LrgTL6gxfoM5ehR9mOHVt+OQuaAHjIAF7pA/oR2WSSwmlnOxuPW6+XQ9tQpUiGUt4JPsBHdrQH3FCMjzJSylYciPMOD/QJztBzh76TbQAa1FWe37xn8zfFmbaDN2hBExrYOWVf+9pX9dnPfsa277XTaygXFkMfPrPZetaXi5d8gXfPvfdo3vOOunPnzurs2TPWw9B2s63stRO6nTc3rW2ns42Nne8sgrE3dV0KRU7KOQxJ466zzSVVvZ4q6yenbFojpZx9OTQvNmvY9cSTf3Z+Trs8xw8eOlTasoHY8mXU8RuP64bDN4gPFK2avzDFfq/Wlu113QdRlfU9P7+o3bv36/ANR7X/wAHt8aXIjceO6c6773E/czrvy8aR52XyhefKlS099eyLQibAu9/9bv3Df/gPdf/994uN14oPk1OE+L9ejh49qkXHFly8owPK0QPyRw47fjDExd2WdTS0P2gV1v+2x94q+3IS3zVnPzWyLx0btocTX053qurGc2/LF3KtLq1c0ZZtf2x5XvDFTGOfOG8/8fQ3n/Ol62XPrdCp02dFe+JDdLPug8inrbOxfdyl5ctKdaW7PYZzFy+5zSVrIyn5gPyCffebPgyvmlp/9T/+Ob3vgx/WsdvuUG92XtXsnJ50H9988UXdfPMtOnrDDb4MnNWxYzdoyfHTiyfe1L/+zd/WH//FZ/SJT31Gjz7xtD71mc/pMz6Ar5pGSipgV68r6yu6cPmK1jYnunDpivqzS7q8sqWNof3cONSz7658mT23Z6+eP/GGnnv1NY1Sraeef0kvvn5Sr548qy8/+pQee+YF7d53UHsM4y5p34GDuvOee3XLbbfr3gcf1H0PPKC77r1P6PbQkSPad2ivFvbMadehfTponPHcvM6sb2nx0FHtu+FG3XTT7Tpy5GZful3Qc8+9LPzypUvLmpmZE78MgM2f8CH/aV+avvDUo9rVCx2Yn1HnA78XXnhRz1kGa9vyOnlF3aTTrGV6/x13aXFmRnffdqtj2Vpvvv6qLl04q3ZjVUtzfe3bs0sHDu533zdp5Jh5y/627mVbxkhz8/Na3LWg47ce86X+MY9zQXsP7LbtHtTy2oqe8eXEmmOKnJIPCybqRp2GXqvn+rN673vfL9a9fYf26+Zbb9fQh9NrVzZtS31tbg6Vq579zMAzJKs/mNPxm261LpbFT0wjR9bGo0eP6Vlfhvw3/9//Wr/7u7/rcV3WoQN7dcvNx/XBD7xP/aYSH6o8e/a0Xn3lRc+JC7bnda//F8R6i91b6zp16pT4f9Ie+8Yjvqz9gr7x1a9q7cJFtT4kP3rosN7+0Ft1ky97P/Lhj+he6+8jH/moIpIef+JRffZztqdP/JkeeeRres0Xvq1ltG/3knb5wv3uO+7UwuysDu3fp5s8/248fFj7bIvy+saBS225rHg+83NZ+OKm6WnoudfYvuct23nrjjWssn8ceG2fm5vxGlxrfn5Ou3YtaWlpyYdHC9rnw6Ce/dJNvrjOxp04Bp3xxefG5oYiwj4oi7WAPriYHLv/nHNZc8CVH+pZu9avrJdD4YnnPzjQbTw/AC4Zpz7bTcq6Dx5AOSm08SmkpT/Hn9M61jqAtsvLy2Ws8x5nbb8H/QXvb4hrd1lGexwrUscY+46ZkmUFwA8+DNw5z3noEb+gy575pL7KlZpeU8YNbXBoCx8R9rr25WVv7/W69tqbU1LXdmrqxnuSRrOeD01de47gAUM964N4NFIouf281xQgp6TKcpTptZaXjVWtfRiHYDmSbS/5Im4o4vmsVA7diPW7tnU+Kysk7wXYG/nereR5D/NCm/FwXHCSZF4mgm5r3XVu07of+u28RueUzHs2L4xjYr+QPWd69n/zwn7mzC/AGJBVRAg5I5fFxUVRhzyn+TnbLHW0neIhP+wB+2osZ+RKGbruzC9yJ4/OsWH0ASBz+SGd4rO2g+NiTcuwF2jSHylyzZmRG8vy9b9Iy4KQWo8fOSLj2rpmvVpz7JSrWmPXjS3f1g02bXurvmBPLu/cessxmFLWyDhXHMdfuHRZvJPaHeri5WWBk+tGN3q+92wbr73yqobeD7IfP3rksPfeM9pYW/Ul2xVdcEzxnNetF55/zoe2q7KiraNN+6FLeuXF5/S1L39Jjz36iD7nOOWxx75h37OhxrY09hyvTJtxRgohNyAiXN8UfSDPiW0qIsQzxU/WdUQU20amlFMGLkAeWtRF7LSN+FYaEYoIgSeFTagrefBpD5CPiMJXtn0D6Ae65KmXn4gQ5VN9TtuSonuAPG2MXub7lvc0rf0T5dgAH9og5R0c+MrWKX1NgTLkAR3SxvZH2vccJ0WOdV1pSgM68Dhtzzt18AO/5KmnfJpm6wNZUk/8jB2T8g4OAD32DPRV19lyQ0YTy7BVzkk75VUpr+yHe+YPfVtMighJ4LfGl3GS22RFJEmUy/LuCkxsn0DnGBw6OYesdvV6tbg4Hju+KuQcY4184UsMO/E+CZCdUOcYdMv7J76cUZnPketGbiNPmnHJjzT02Wa46874lNEmbIvzC/Oqm8b90Kf9SdeVdQLZ5ZyFjJA/eWJG5IRPQaYAdaEobVr7BergJXkAtKFs6HkIPcrwM8x5fo4Rv48Pwu/vWtqlfXv3irh60esc/bae1xPbDu2y5Ss/nfnLOVn2yAY5toqI8g4vPa+LAHlo1E1T5A6vQPaYknlLOSvXtWrjV/2eJpbVlvcT/BcNneQYuNPQZwJj9z9BZpbxttePreGWRvbJEWGs7/536PnO3mTdsRDrLHaFTLCtiBC2V7vvbB7khzFFhApf8HYV4J8y6gF9xzOtj4hrbXX1Qc/InL4Zd0QUOdAGgB7lreVJ2ll38kN/8DUFcNHD9UDbAm5DGhG2caSma3zQPkUq5YwbuyCFDm3cVdEb6bQsIpRS9pxoi58ZFbsZl/dpG119aDOFwr/HAQ5lvNPXxPZT0MP/mj3G2NrHtp5vZozpIdaTnm0ElIn1Ko8pRyp1nfFYl/2mynzZRLyqR6mjDDyAcVIHTd7ph7wxlVO6BsnjC7My/Us+IoockvGAiOvfs7JtJOWslLLxklxbmkeEy9JOfXKp3+XanFxmgCfxWC7JaXZ9MkREaYdegWw/mAv9pEhhDyONLbex5TS27WMf+Jicd/qIkPBRAO2qnFV7braeH2PPF2gyx4klmNdLjjfY0xJzgI9NoqMIxySOu0LSxLENcWrrPlMk+71eGVfdNCVuOeQ4+uix47rhxuO69fa7dOymm7W4a7fn7sC89Jz2VdWNBjOzOnD4kO64+27d5v3UTTcd19GjN5T9zG7H6LOzA9V1JXet1mMbO3YHyA899ycug0eVpzNemI9kyCWPX2F88I9M0LEJOWltF1JOSRahZCkylol9cGub6gDTbi0feYxCVq4jLhhub2ni/MQ+Y2weaMsH9ojxl3bvUjK/G8ZZubKmVZ8Z8IHtkWkpuS/LPbseiOx3dGGZ1V6H6qaRmS6+ijPYy46/z1+4ID5U9ubJN3Xitdd81ntGq76ArqrkfeYhvfWtb9X3fM/Dete7HtZ9992rYz6H2Lt3j/cc8z53GahvPznVba/XqKJ/94nMkCvyAafn/pFTRFg8nstee1qPG7kxL6fAPA37VnevOofYu+3oYug94aaYz/QREY6lNsXZAR9E5Qs6fOj1lVdeEe9nzpwR50AXL17Q+XPn9NqrryphkK0PeK6Bhda5M4Vkev5HfqPE4Enif91ha+jU+h1mJ1bYxIfEQGeldS7/n0Nr/G9BV/Ba02lFD5GcuE9TNd6kAPSA1vxNurEn3FjTRXvsBbvUaSJ5l1D3Kht4pVwn44205c39xta6+FTP0IYz9CH5theloQODkd9pz0SceLw7YPoexwhjn6Y2SJSAsCdWzPXAuDuPMyLMuCyrULJVJ79ThyKp9wA9PI/KzoIyaFBP2rmspHagncGDVmfHWlK/t57wUxjbyU8BXBxpAUVxtOQFP7xL/pduOxd1ighPOBt+ScnvQERo5+l2Ev6dFl3NR+wUMJbrgTHAayg8bpSn8lyPUwr8D2XgY+yNJ1xKqfCFbMv4zbfRBM6I4MFBGgvhtg/2h4wbOVguO2juMZKiQEjmD/rQoi1BB+/J9fRXO4AAqqr2RKzKRgIeet5w1JVt5jpojEs5UDNpU3jCZZHv1batkLzLsrxb7UxIF2DHthfKJ57AHNAPtzbFJ0DCDFc5+cClEUF5YxrQnqb9Xk8zPogfeCMPEPCxyQaWfKBYLjd9+TE/O+fL0BnNDWZEHemcnfiCy8nP+NJjxjTmBoOCNz87Ky5EF73BHbgPxjno9Ytzaiz/ys4IoH+Aet5zSh6XClTVt2R1rd7tmroW8qQMSJa/pVDKIiwVjxn5i8cVyTQL5KSUQimHwmmVkqqShheEsH2qyBU5AmG5yj4FZ1e7Ta/OPoTYgdrvVZLbS2ZJJlXa8ykpc2D+O7sEgz3X9L21XbHA8J4ijB/WbXXNWTNextW3nKYL8rzll90BF0yt52OKJMbca0z+UPUAABAASURBVHolrVL2AUNTILsuGxca4CAnZM075clM5pSL3SOfoRcyDpVY0GXbDnO9bbtf43LAB99j8zux/0lXeSUPyA9tp3MFu6efnJIXhtB0PjGennVPHX1HhFuq1OerfJJSOKU18lwb2YZH7huAFvURYTnnMn/Ahf+e7S3lLN6hLz+ddcZBP351aP88ts/sUpRApe+Dt+w5VfVqtcZr7bCG9rWtg4CUkzi43PS82fLhBOWrXshZxDe9qAPQHVoe5y6cF3XLPkilfNkL9qYvETgU56cBl1fW7PvHGtpnrK6uKSKULJvOdplT0tD0ly9f9mHxab34/Av65tPP6sSrJ7TiQ46wvXDgs7AwXw4Sjxw57MX0YsHFH0kh5LruC1Nniy7nZufET3UMBjOW7cgbvC1TkQ+YBppxINVveraPuuCOzRMynfjSGf0iOxVs+19f1kWEdh6/m1/4SSmramrZYH0GNhFyUCRLTd6sTorcWphR1mjceUPQCbpD63Biu8q5Ft+ganxRUZkXINeN6SWlXLn30KoPg4bW/XB7Yv7HGvoCQ8pKqVJEeFyTwn+H3rxetp6XnddkNt1hvuGZcY2tH+yGFHmxmeOdFCBPXUQ2Peh2DmC2Sz9j846+vCSaXPYYpNXVKz6g3ZQiKSJc1np8Y7fZFPSgxdpdUmzNMpv2y4aOTeWq5xPphucUm/Kh513OWQTeyTThKedkGVlO9m2daSA/UmiAD0CXcg5d6Q9a8AAk21XtttONOjZEAEj5kg+km0FfVa9Rtv+f8SH1/NKiGgeJbaiUUe4zDcct1qR5wsYWFxcLj9BtmsYH8/Na9Jowa98uP8xt1gLq6AsAl/HA29i2Bm8A9LLHzJjIg0cKf6Rj6y0iioxpDy7l6LS1PEiRAbTABaa0SCl3a3Oloh/KkBXwbW1t9yBBG4B3eIA2uOgD3mY9p6q8M2doz1iRB/Jlg4QOGC+pmfbfKLbR2t6hD80I7Gui6/PwDUzH1+4Ym+AFoK41jUiyfbZa90aCsWEH5E2y+LLZ2RlxADPxuv/0U0+Kb8Tz/54c9gaMSxP8v6fHtXkjz5FcdWp6oUitRt1IW5NttTFWrjt1aay22/YFw1BD27FSVmTPvRRa9saDtWSPL05X19fKIWiuar3qjcmbp06KgP78+Yu6eOmS5ny5cv7COV/+PG0/N9Jdd92pOmd1nrNj+/Utb5yIj86dO++LuxW9/MoJb3De0KsnTujFF17QH//RH/kC7XnP/7F57evixcs6ceI1PfqNR+0Hl7XmS5Av/OWX9H/5v/4j/ckf/5n4hsuTjz+mmX6tJx7/qgZNp5le7XbnleukqEIzsz01js/3zPZ11GO4yZdmb3vgTj381ns157H3YqQ9i30d3LOgfbvmNLG/X/RaMdNUmslJTTdUNbmiOjYd09Tuo1a/mdHWdquZmXnrrlGdaoWS6tyo84n1xIBteeAiFpt4LkxGrTY3toW/eOLJJ3TijVf13EvPiYvtG2+9RV2vpyu+iDt/cVkv+OD60a9/XVymP/r0N/WVp1/U82eX9YVHn9GFtU1duryqNR92p3aofpqolyV+nvWt73yXjt5+r/Ycu1VL+30ovmef7nvb2/Twe9+n7/3wh/XeD36v3v9936u3v/sdkuUzqeZ06Njd+sZTL6tLc9oeZ61c2dbylS1tTpIu+TB+xTFwVzca2R8vb2yprRoNPdZTFy7plTdP6TVfGg/tO9ddd+rUaZ06682d6y5cXtap02d8cb0tvvl53pfG5dvCybYdnTZtD2eM8+QLr+jVU+f1zAsv6cr6yDY/1Orqulo7pLHlyCXBiteHtlOhd8Ybxz379mpxaUFsvA/68nbNlwy33HqH7rjrHvF/z97oi+YHH3xIi/ZhXA4+/M536kPf+wHd4oOGzvuw7//o9+n7PvR+3XfvPb5E2NTYY+TDCS+/+op5uKLO68zYF6ophcK8NvZ/zM1Vz4WNrQ3t3ru7+MpzviTc8nqOf8f+K8+ZCpux79hY3fDl4yNat99/4+RJPfvcN/WXX/iSXn7pVV28cFlXfKm65QvVsWUXlu3K8qrOel6sOmb44he/pM989rN6+uln9PE//EN94XOfV46kd7zlbWUMuxYXtMtzbZ99+xHbc5VD586c0sk339DJN17T4489pi9/8Yv6n/75v9B//v/4z/X/+S/+C/35n/2Z7vMl6cjrz6Iv9J55+mm19h+3+pBmyX792I03lnjksUcf04nXXtcffvyP9cLLr2rkuJN5Sxy1uramZ555Wq957m95noy9xs/PzujeO+/Ujb6QnR8M9DM//dP6x/+3f6S//rM/oxusm42VFa1evqSR975j63zsvW/PBjs3P9AttxzT7bfdove952H99E/9hP7KX/lx/cAPfkhvecu9+rEf/SH9p//p39ff/Bs/p4ceelDvf9/79Na3vFV9z5P1TcdVudPQe+nKgXhYX55YdnP/f77+O9i2JDvvxL6Vufc+5vrnXdV75V2X6eruau+ABrobhgBIEABJkOCQIIfDcRyKMaMIaWL0l2JmFKGIkaggKWkmQowQGSQ1JEUBJNAwDaCBttWmqqvLm2freXf9cXvr9+V953U1htKptyr9ypXL5crMc+8NpTZpEbvs2DcyvseQUkKOIX8qzhX24WP4kFOIJjmeMF0dTtOpwXUT8Lu9wd8ZHKONeSjp4AkY5S8Koh7yGTlAv4tu7OxsocMb7EMTfHWNnDd048a1Aj32YN8BTIlfRP8p/N/Ep24zZgxvWvxk54io0JVY31gNY+q6KmmPtQ+GQ9Xs9eLjtXh9A/juNutogmDra0Sgxx3rSzyw38RfbGgHXXQf66v3FOcnyNC8mOH3nY5Yn+tcdszBNIoI1jOFT61mrN3jDG6f93VqcH+PdZzrPsZpcN7tbpv3cRzasQdaVh0G7jMORCunrArZGcxf45pgZxP2D+uQ95M+fBn2e6qRPwLg31gdMb/PYN6XvVebJ+ZRRHDO6uOvh+UM6na3+Qu8Ppf26kZOa+zX0GC/TpNCnt+0OV9Bl+Vvemb49BEPkBvY6xx2Kbt+RjzjNVkWYPByNaO/ee793HxzfhN78pgW3keEBA88l/kQ5COiyA8y0KPNIgPTbfobfJL4eH0tPDQ+z7dv3z6N0e0tHjXMb9Ph1HyPYA7GWA/Onj2rr/EQ+gd/8Id6xV/Qefllfe2rX9Mf4Hf+GN/hP/Uy4jw4xje2PGb7XGrZJPSzQTZizp3tLe3ubOsmF3pjZNOiv45NmEK9QU9rK0tqkM8QWTkN7KvGV/lM3aszPq0rZ2q6lLjCa/J6rM+Oj513nfGZfq/T6Zizguu8NkPcsZeIPZ133Rw8xuBxHpOh3Xxyu+vcZnDebZ7T/QQulw1zeY3hq/OWv3nqce5veRhnGcf/jNtlp+4jeOZyRMC2ljPOqIDbDAy5q59er+siQp7bdJg224/4WIK4toLH/TwH1UU33M/z1FVFXFKV8abP7abbeua8+1kPPVdEKNM/wxfxMU7IJWeqO3X4Vss15wSNPXxaoxrZJXg+b5vhx6acpSOC/h6zB0YyQ7fNK4PXUPDT4NRlsizxh+PeW54VvHO/Mytr7Fh8VaE7wNq+lT1dRw/rulKCRu9Lgkk79sXAOnGS72Jb1hHong26qmqlZE2WptA3Q5cF7UGdocK/Ou0KMcL39jTk3FM3jTLxzxQfiGfVmPPEDDvdJvYZoZOGHXzAOmc+X+Jfu3Ydv7uJrMcaj6e6cvWyrl4zXNXNWzd0+/YtfPP1EkObTvPEfJpBTyRPjgzA71yiIudc5FpDX4+9wGBZu2wdrO7I0f08pgOP62xPdcOa896aZdnRwWtv4afXOSVtzSP4kO7gaambYrMz0kQ9/xgFTZQtB8MM/plmy3KKj5vi+1yeg8vdfA3w1wg8zmlEQMreQr124zJ4jFP3iwj543aD691ucN7guWybTq3nTsUw8yEilO7M6/GiLH9od+I2Q8Rehec0uM6p8XtcRKD3tTJ657aUssxbNF1eX2KOjHwiQh53F3ckpowC7mOY93MfBfzE4DyH5/L5wDVuc98IOlBwu/E6dT+nXvP29jbxxhY6Nio+oUNeY2KtEXdZTm2XLfHGjL3R+b10rO3tTcDjdjUh9phha04NHXqQ0t46OmQ9p+duaoWh3m3eqyBPLXrQIecEvTllGayzLI22Vo6RZsQaHXtEYmyV4GdOquFZzb7rvTWXsUInpCol0lCZkzVBDWWBN0gDtoXcljwGPBk8iTGupeHuv4i9mkIr9tACgk53SMhGtFuGLWueqYXcjlBy5uri71bYwxYXF5B1lnk0w8+18HNCHGuoqqS64YzLO9BovKPtnU3uxLY04ZxhEGdvtw+GPU05d0/YQ+oqs98tlPOJY9El7tj95Tn/JqrDxMwDYurISV6T7dr2G4n54dvC4hJnnPv1FOebp555Vo8/9XQ59xw8eLjQa500XzzPDvGe9WMb/7jDPm3YRS9GxO6GMXt2hzy8njE6Y9lPWZfXuZdOJHji9gx/7WcikAR00ACPQkHGvJ3Y/xEveF8ZOVZD1i24O/idLBc6Nvgtvzf4/LHCmWOJ++2lpUWtcN9ZgX9zc73osnFMyvhWEaGKcfZ1PeK9Br9nqJsGvjfyPVauK9FRU+YbocubrPemfSvgPEdJ7iaWdYJH5pMnT+rkyXt14sQx7ePhtterGIoGIP+uwFQteAw++1XI11DXWU5zTqW/kLf7RwR+oSr7Yq/XlDzLVaSQZSj3pyKAzBrNw4Y7/lz31EUuX2zb2NyWv+R2lTPymXPn9BYPo++cPVPuQnwG/A7nuRdf/L5eeOFFzl8v69XXXtMPiNd8FnvhxRfLb0r83gsvKEWE/OkQkKFlQTMMc4YQ9sq2XPcA3BdIEJZylonLVSUz2+B8ylkpJ4l/4hKlQ5lbFj7DINv3AkrSESkbWvKet7uT2qFNcS4G1xco9LQ4ylalDJ0KqaXeyuMDimEHBXYdHZWgky6lj5XDgemMzaasz2skP0VprIhzmHqDBuyc7Kj2Usz8Tn+XO+Y0eA6D54CRsnMoPPG88CmntMejnGlzL3gInz3G/d23ok3wodDKmDu96NIV8Frm9HoD8/wud8YDOv9z3lDyeo+8yLreIDNLP/phhvdU0JlS0O8uLUHFe/4Zj6FU0RbB/yhEkPLPbXOguvyLiD05pCjrER/32VvXdM9Bwtu2GFCr7g5vOxyu+7SkFvUcZlzwTCczNqCZRrsT+YLM6YxLEcOUSzMDaFhJVk41vK/IJ5k1kClylAV0CiqhjDYcB/lkeu+A4HHHxCmF7CQNNkbLzRuQg+H+HediJ+XLbR9CnB9yIWhntbK0pGXA+QUO3QvDIQ+eA/XqWjW24/Gu82NoU1Xq4aQ8n9saNrleVctzeXPLkVRFLuPcz9BveqrTXp1pc10ZC35vBD3oyzkpIpRC4p8i4g5QDkNQhgWsl/+Tty7M9MMyAAAQAElEQVS0cj7nkMfXdVbT2NZJe7Vs24YO+44sGeoefL6Td7312n3ExYvzHXquoG+SShneeg7zP0Oc1+25mqZWrzjGGhF0BRCN/OmgsegGAbVtgcbCjzpnZfiDyxG7MQf7mWYElzNsWeiQ2zze/QMcc8gRRRY+zDdVrZySEkRW8L6pG9qaUudxe6BSdltmTtclcJjXHeuxbRo65nB75T5lYhUdytDYQbv90dT+B3BQ5oPziINzor1FeY3Dvsww7+c6txmd64xjlw3U4z2f23KC/pzkfItNJcrmZQM/G+TWQaOhqjKbYQXUquqknBPyrWXd7aGDOYEDH5xZmw/sESHPKT41fOm8Q0ZWrhpEk+5AZQ+uAHfKWQhE/vLLFoeqsXGhPwKvaLd2tYGouk5j6JyZLnAjbbokcoK1XZnT83o91JT6uq6ReS3zI4HPfOi4cLBMIUQTgglfupjPTjdur3OpPtqTa8olzZE0xEYdTI0IsEZcYu3yKLvBBcs2l9g3btzU5cuX1SGLfr/R4tJQDCUAWNXqyh4scMDbJpj2T2iZFpdXV1eVU9IMenbZi+byy/Ajo1NeR11X6HePi45atl9fOu9fW9O+tRUtLy+qrrOMr8UvVvCqZr32e5s84m4RqJSLP/iGWvOoMNGIgyIqpTG+b3t3TDpD/vCWDjOgBWb0D+iqwCXLEtzbBHaiDpeqXfZBpcy4kGmfYDdT7EcKWbfHBHut5cS4CQGTA1khbfHZ06dKmTV2zDNFpw0uV1WliGBNNfrVlHyPYCYiRFf8+KTIeIwMPKdTr93jve6IYAYRIO9qQiDt4C3BkxZBO3Dzg7rTMW3+hq9SKHKSy26bQvMGj2LGGxFlvvVbt2W/4P3d+jHChmxHnnMCHyxT9zcdnnwKbre57NRtEaa/K+sxf+z3vV7TvIS/92XiKrrgvOt8ydZgVwb3d53zhrpplJCD64zf8/R6PXms0wF6OuSxfpHA1/O4zrBAMGxc1jvXO+j3eOPxWNdHRJGf2+bgMR5vej2vZbTMBf/+9/ykjnG4ra4rswC9aGW6vHaDx3pci324bNl4buu7eXnr1q3Ca6+vx/pCwRr39GA+v1PjcR/jMr0G88r0GGr01TrlOSwX0yA+rvNY4/BaXPZBpUMv5nXJusD6I6Lo5oL3Xmw256QOuhtwD+Gt+504cULGY/y93gDfsKAV7Fx8Dh06pHvuuafAkSNH5IPXMR5OT913n/yT8CfvO6kjRw5reXGo5aUBK23heYXOp+I3lpYW5QOh2CvFA9zqYk/7lgeqYqYpDwa76GfT1FpcXZAynpFDn9oRD5OM7wUqPZZixGFlR+oJv5G1urCsxd6qVlcOqz9YVX9xQWsHl/WpH/uYHnrsfi2vLahqKg56D+snvvAT+ks8inzwuWe1wgXYYGlBKVc80K9qZXVfucg+euiwPvbhj+ixhx/RE489piMHDujY4UM6Cuzft6qjR+BPv6/91O8/cFD7GPfJj39C//1/+9/pv/7f/G/1Ph5ur165pFscSAb9AQ+DU424QNjBtmYc9DIO6vL5s5px4M3dVNevXCBu6TSb7OADK+1fWyUu6sk8nOJfHuaB8/jBfXr68QeBB3h8fUJPPHqfttdvFr7NRtvszSK88ME71MNerAOj0Y7GwJBY6wD6bH1q2XsSUjEdgV9ewz630c8BenHs4EFt8fh4YGlRTUgL8Gy0tQ7vKzXFn7X4nlHxsbv4Bu/R12/d1Ba+8xqPVNvMdZXL7NfefENf++Y39M3vfFsvv/KaXuNx8vU33uKh/Q1993sv6o/++E84sN3WyVP36dHHHlekWpevXdUV9pij6FSDnflbrrafbfafbfYVXxL24bnPN/ZnU/yq9ydfFjofEWWP8m932OLyvq4bNYDtz3pcs+c7f5sHtU32jls8PGzyGDyFB03T51HuHBf5r/NIelFnz57novGa3nr7bb355ps6zQP7D37AwfHV1+SHym9+81vlcbKpa3ThEA/w5/TVb3xH//Rf/zs9/4M39K9+60v6yte/oXUO0Kvw8mOf+GjRvceefEx9LjJG421d4zKzB38r6N7mEWuZR8mF5SUtkh4/dpyLz3VN2XMMmLFs+3XTyHKt2EdWV9e0sLCIL+rksu3QtuW85bz/wP5i5ykHfdrif8zHdR5hb7KfT5HfwsJQO1xsdMQbOSfmm9BvTEhSlS9QRUTBbX9jvl29fEUffu45ffDZZ/Umh+jf+e0v6d/+5m/qqzx4+NvK/pbybXTJMfgtHnev8IB9Ht5d4QH3Ig8mLTFdpaSlwYK+9rWvyd9s9jfA//bf/tt6lMfkM+fOyt94niJb+1Lz//Q7p6FxR5cvXtQbb5/Ra2+e1gsvvaqvfvM7evWt03rjnTN64Qev6KXX39DvfPnL+tLv/a6+9e3n9ebbb+m3f+dL+hPm8U9/P/3s++W/Lfxf/zf/jf7X/9V/qb/4K7/Mo/an9bf+xq/r1371V/XXfu2vyH939n1PPMbaXtF5LhEyZ/SOCx1CEG3dvqkxl34dsrty8Zweuv9eHr635T2zw57NQ9uddW2CzU7wZWNSn98n8No8bJCf1zXAHi0nlxfwwaWMLqWU5E8uttYVmXuc92bXeWxHoLCFfjs/hU+Wqef03B7v+rEvpujnth3irhk2P4aGxB5g/IYd5D6lHhHLj6h7F/47xEtjYKRt4tRtHlan+K3I4hgxVQs/JpQrGOK6TKw8bbnk4qAxg0+9BulyrtmBT/Y7LX3X4dsWF1PO+1dEj7nYS1XwsL9ZYHN7Qzdv39AGfsa4trgA9Ly2c/OtYx07rMFrnhFvlfzmJno6KXS20DRm7imXih0xWMBCpxPqfDcSrNnxQIXNGCJCLftdB17zwTxzGhFy3uB+lskSvtFjbXvmr+vFJ+VUfKxlYjwGy5mmgqOUoTUisdctKoHbsjKebXyZ1+W1uJ/B41p0yHUlf4e+OX73Nz9mlhcdLEevwf6sI57NKcm0hfiwrhl60YHDMfeE/cb6mRTsrxPOA2O10OaYzw/wfoRFZPJcPfaNheGChv2BEjhb4l6fI9xmcF3dNFpd26d78d3PfeSj+sSnPq2Psvd97ic/r6PHT0iRJMbucIbY5jGni8B9haq6oTqTl1popGPJWy/fxbZPY8dT6Or3hxqPptrc3OJh57rOvHMOX7ilXWL5TS76zKcx+m267MOc39zc0LVr13Sbh6NrN27IX3yyT4cQ4oSZzLsb1N/CN5ln5qf5Z5gxp2FeJz7vzc/l07BuA82a10UEa0qKiALyp/P/WCP8jwjN55inHjvPu+c87zQi7saVRZ4uW6/BNW+v67roVM0ead/RIDPLxrisY/YXpj9ijybP5zanBsvQ/Z0ap3mzi5w81u3mhfNu8ziXnbrNfd3mMuiL/MT/3ccQEW4qa4ZJRadSRubIe47P4+fgMa43X02P55jbyrzPhD2wyAw99to8JiIKvz0m0DWPs19wPOC+Lnt8RBT5eIzb3WbeuOx5xcd9XSYr89S0zPlT8OuHMnQ/jzNu4/FYg8e63r7CfmI+/ujRo/r0pz+tX//1Xy/pvn37it9wX48xDuulfYLxRARs21OgMjdl93Ob08xZz7gjoqwrwv1VPhHWQwB+iPoWv9AplKuae42eqrqR41xFwkuytzSVErFBrlXSVvh37qbrJstfAgn8akV7U2U1qULMYEOOuHrZv5gXpisiiBum2Ocujzc7xS+Lj9u8Bqfml22+Kj44q25qVehxhQ6bPp/HJ/isGXo+xQ+aL8WfplACWusYbS1AUZGkiHgPqHw8l8dF0JZSac/on8Ed3N4S6xhPyYNvhv07HxFym8uef8I512mhnX4eb3Bf1837OTU+p+8F13neyuvkfOGx83HGYQgW45TlFVojoBtwX493/4jYsyPWY36ah80dX+TU5Zo5jMe+sUW6ESF/5vQ4HxHyfBGkd8D4IvbK7tOiM56zZb3G5zqD83NcTt3H4Pwc3Md9DWU8mQBySqruyCDnPZmIT8tdhHHYp1j/fV61Lzc4b5gQQ82Qg+syuriyuqT9+/eVe6EE76bs8YFCpgRC1t3iKyfEXCJfVQm+mYJWHbrsxyiWCp/3+ibGR4TMk5yz5nx0PqWCkHHofPwwT4UHFxyJ8e4XCuo6mgAE6ZL3JsHDkqfVOI3fqcfMU+cjJxnE+jA8dQxKKRWeeUyN/flebm11VY6V7V/mPA9omPO9rqpih/Zz5uc8ddzkfc915rfnFp/EWPN1TFxoefV5HPQ8KysrxP5rOnb8uB58+CG9/9kP6IEHHtIBHkhX9x2Q4QDn4/upe5oH1CeBe+97SAtLa0p1j7hxpE3iU+/9ntNgv+u5TavXZhqssxm7cOo1+Wxn8JoNrp+D+891vcKfVazVuIzTYH54Da6b51miPM6pfYvbPW4+l9fqOxWnTVMjrlYeu8150zyzXs6sS8RchKvK6jSg3+KgT3zU45xec+au1VSVmrrSgH24qSol8Smy79TDTvetreoe7lMefOABPfTQg/Dyfp289x4d4S5hdXVZA/AhcmKUXc4526QjaJnK+lqDt2kq9XrMQ1pTrtCHjK7knFhfUkKOBtclbMHjrP+C3r18V3zyhH0U16oRMd0m59/LV6/p7dNn9ML3X9I3n/+2vsp59evffF7Pf+e7+t6LL+mNt97WmXMXOEed0UsvvaIfvPpGyV+4eFWXr97Qu/7zbhcv6+z5i7p85brevXRNF969rIuXrnJ2vqHUsll08MLgfItz2UthNAyysFx2ewexdL3zf+f2wH3m0OK47dw70g7c7hERMMBM+CFEwE7a3cdQgl1vLjCgY15Bhydy3rBXhgrXGxjrgLg4rUgCG0JlHnKZck65lINy6UfZfZPbgES9825P0DKHnPZozPTPiTx93Sci5I9pfS+4LuJH2yoUrMbZOzXknJXA5b7zsRGBYmSCmbqAldrwpw0lIspY4zCknOVPC4+My/mIcFKcm3nmQsS8ThwKZxjNVB7zXujg4xyHFdHj5hARijDs1cz7RbgulFNWhhY7tJzSniPMiTrnk2oMoIEH/V4jw5BLoQUuLl0/B7fvyYTZWU+LEU/ZSBy4dJQ7dMj0zrCIFloNHSmiZ4AKfeLTlQrtlUN3PugKzIBc+BeKFKJD4ZHnGHPJMcXIrBs1Di4pZNwCf05Z/ilg5yvybuvVjVaWlrn026e1lVUtciGw0B+QLnIJONACF7WuW+JS0+mQtj7Oxo6sh4MxNO9JrRfGnRM8M5iXdYWTqpU9Z4SsQ30c/gIXQAbnmzqrdt8qq4ejc10PHtfUZcYkoDDnztqrKivjGXMOlSY23ZYN2DAr6UzOd/C6YjNuwGnaUkpKyWPibloQhBTUt+Z5hNzP9RGhCnnvBYczdK7VlKBtzMa1Ww6ZO2w6hl0uJ3flQ4J13TJosXmDD7tzmJd9+N3mkFkOycjM9R26ARmFT1WuVFc1fGtIq6KHFmhx9QAAEABJREFUObPmSMpAREBelIccyzmnzLikRL3e80nwqUE+XntmfETIa3N5wEWQNyBvfK6LCLmP8y20dPCiZu2WA03q4GVHXQqVfqI8gQ8zLlqsH2WjoL/zqysrsgzrutIAWWfoMG7xMW7zyZuceVVwpqQeeuW5TW9EIL+2rNF9JmyG3lB6/Rr+T4Ax/N7G/ifqoSc9HgYt9ym0CF1wX+NKWchsAq4pvGFyaA4SoUc9+JJYzHx+pqSlKxcUtqWWIJGK8g9TVUd01CmVNJTVdklTHvomE48RKJOC+pxqJSAbcqMUWREh0xOxlzpvsAwsC6+5hnfOmz8GFVpDmUU0tLk9R5bp9jivo6lq7KaSfcuIiyrbtwNA69+Kv6WFbXueVR4JHnvsCT3y8GM8Zq2oB6/N1x68W1tbVY2cCs9wHAd5WDB+y8dymvCo6UO6+JhXvaZHELws02y5jHnkLX3vpM4bt+kz/iE+ZIXH1EUeZXKGZwTOMEt9ZFZhm3CvBAnGrUgSA4N+O+Dz5WmHywvqzeuWF9ItLg9H+NM26JjgLXrdklVKyKQrFzEjHjH37BaJUV/DPyOeTbtioxFReGC85nUPfuSKAIq+PnylFIoIuS0l0zwtNBrPlP18mUe6NR6KXY4IeY/b5nKt4IEet4uP6yfYiANi4/LYXR5itgn0xvbTzGOf44cEg/tug8fjzEfzHzSFjtFolwulVg201oD5P5+/QQ+sO5m5XVfGoLQdOmQ9hkSqYCR6LyDnVGhOzF9hm0P2MKeZ8SnBR+zfea+HgeWf8dsv2V9ERBlf1ZVM/4hLMT/6jrDTMbIx/3epM1iWA/TQ6zaYB15XC30TLlZcZ94YvyfyNx7nfdxmXri/ddCp+5k217t/RDgp8nJ9xA/l5r4Re7Qap/lr6NgPPd5r9eB5ajrcboiIEhA7774e79R9OpTS6+7gZcpJKWd5nd4b3G8H+WbqM/VD9Ny/NrOPvzE9Ax6QF9hnzUe3G7/HtOwrM3jXEi8k8GIa6je1GuQT+KKMX8vUt+hTQ2PiwmRx0NO9Jw5pdanHg11Df9G/04hHHfG4Jw6fvlDpY+ej3YmuXbmhs6fPyV/W6vBnZ86e2wu2z58jOB/ptbde19kL7+r67Q2tsz/VzM0/8A91373HtG/fsg7uX9Hi0oIefOghPfjgQzrOg+uB/at65snH9fGPfEjHDh8gdmj06COP6MEHHtQhHv+WFvpaXezrxKH9uv+eo7r27jndunpJvRz61Cc+rsfou7ZvVad43D3M4WSLy1aYqqNHj+kmF6ff/u7zuu/++/Qsjz+P8Sj61FNPyn/b9Xd/90s82rypazz8nb9wjkugLfmT0OHeoNFwaaiOg8m+g/t0+OghrR1Yk/P7oePZDz2royeO6pd/6af0hc9/Sj/9xR/HtrJ+8IMf6H/4H/6+/v7f/7/q3LnrSlpUVS/g89a4HJ4IF4QkQgmba3igHiMvf2P1a9/4eqEV1dIY2379jTfKNz1PnzkLLzc5mG7r3PkL+u7z39D7Hrlfn/74c3r6iUf05MMP8ICclKa72rl9S0MzHJzWMSFvMdsCPvTee07oOg+Vw2FfR48d1erqim5cvqSzzPOP/8f/u07xEH4f/Nq4el2LKenU4YM6wUPd0bVF7W5c0/7FgSp04uql85rwaDrGPqfYYOd9jHSMn9/ZGQnTR++n8oX3ZDLTlEdK1+1iq11q0LrM3jvRhPoZcOHCRb3KA+uAh/Dvv/ya3njzLfh6osjrGJeQyzxkLC4MVedKTdPTArqfU2aelv1zwlwjZexEfGxbU9Zuv1PT17yeFR/WasT8u/hO02ieB75LSMd6PGk7HnF2de3aTUWqNBwuktZwLml3NFHT65d85Fo1+QnrHXm9xF6pangkfkPneCy88O4lzaq+Lt/e0e1J0tnLtzSGP+aVNNUrb7ys/YfWNJpsa3N7nUfWG9jShq4hh6uXeUiPTlXTaIC8fvZnf1a/8Of+nHwhMWY/8hoXF5eUIhc98p7A0goP/AUnXyAn1nQB+zPPe+DxmAFx2tGjR3T8+FEuR1bkX0W9urqqx3m8furJJ/XYY4/wMPohPfboI/KB/8TxYzp86KD6vQYfPdFt7CelxDxTZDnVCN908/oN1SnrkYce1iNcptx74p7yd5Sfe+45pKDyK59uXLvOxUJfTs+hw1fevahBrvTFn/xJPfHYo1pZXFRiAdd5mB3zQPInf/JV/c//6l/qN3iUXUI3D0Gzy5bpAmvADLWLT+nYrC9wePffEt7AzlOuNSZW9t8J3kK+ib16k8d8/5TxrY0N7T90SKtcvI3YWyb4yCs8trwLv199/TUey89qOt7VrRvX9erLL+uVl76v1199Vd95/lv6yh9+WefPnZHj7OuXb+jqpSt645VX9PzXv6arF8/zoLqh29cvIbtzunjhjLJCQi8CXTKt3i1vYI8tNmifMeVc0SATy8O26bjGZfM25UQMVcvliCi6PYNW78UJ3m+zp+fMDMg3IpDLrIDn8J5gfXdqvDN8vfcEj/Vci/DZqR8EI0J+eHKb57Itmb9u63MW9TjP43bPa3C7aXG90ynxS7BW93Gb53Sdx1tPR8RdjkVus3bbWwS9AePSnY9xub/HmnbjMT2m02WvxeB60+R+ntt54/HcxpGrShHsdl2njN9jGhlSTlpZXdXQfoM9sG7ol1T6mFbPNeeL53RdBa4Vzh1r+9bw1UsasDd27H85B7LJyKZSn73Y9a6zH01MNsbH2b/NcDb2LZPxDDtpJSVk1CFLMW8NXaGUM7hqZVLx8ZoMXp/nr5C1L49n+DBQM9Z4hK+cgmumXc6MO8RxE2SgFBL9J/S1zI3TfDFfLVfrl3kCBcykMl7oovF6PvPSfHD/BB5DHzvzuAE+zv7DNLneuJ0KPs/QS8fst27d1rvvvqszZ87oe9/7nvy3T7/61a/q93//9/EZt1U3DXyYaYTvMr1j/G/LeOvsFIZhJqZGM+oSfkGR2Bd2Zd86nnTseVvahbe9waL6w0V1KdOXPvjjGbHHTBl+TJhjKsfcU9PFXNv4En/hZoJPiMisHcEj28R4r6elX8f8e2uZyqn9s3VgQmw0g7cRQXV39ydSbH+3b9+Wfa7jzgS/zGun1lHDDNs3DvNnrzzTGHrm+Ql524bbI6LggjgZxy5+a553f8snoyNui9ijxXTbbxun2523/Br2OY9xX8vO4HW6j+sNXpflbIgIRYSnK2uMCHkujxkQG0xnY+QyU4J1Lfu9otOsnWjK2bjFh1k/x+z9M/SuY1ecmZ/I0Gs3bZ7LdQbXTeCn67xG8888MHSMMc2mz23iYxpm+C/XUSxnJuMx2G95TEQU+iPCXYpeu76F/57H4P6lDiUzroi9vqbH4Dq3u5/zRuTUZedNR8Qe312OIA9X3MflObRde9dGPXaXs+U9xKCf/exn9cEPflAnT57U4cOH8SfLRRdur+/pkGXkB1XbqX3OwYMHy9/De5L9+IknntD999+vQ+xbw+GgyMY+MSMQzx8Rct70uzxPPb/XbhnMYYLNzfXSbVPiSvebQwevO9ZlaLGJFn/X3VmTcVhO4pOYM5CX2xps1f6hzxnSdFmGdCly8BjL0rhc79S8zOiy+zi1DtrnRiT0L5DxDB7SimPAUmUf6IoWvRH0ZJqqFKK3XNehh1zdqc4JX5pl/AbjTikrpaTMfCFkBs1MUuoi9speu3lhaGk3jQVYd0fZ4LL1xAB7NP8Yt8Fl4zG4j1ODx7rNqSEiCi2mp8YHRQRL29MZz6E7n868B+Y4IqLQ7LkiouCwvzGeeZ1TQwQrBfbycIk1RIQq5BSxN9+clr0+oX/fJ2Kv3n27O7xwv4gotET8sN20vxdMt8sdc+tPfbw2Q5EDOPJ7wLKukVViTGc/cgdgkgyW9wyfPGLfs15537F/Tsh2yF61RGzj84F1ak6DdWFALNMQB3q9oGZqNBzaTJ9BCBUyCl/d33w1OG8+19xL5Ly3Xo+PCPqat3uyMw7jrpljDypVdYJPobrK6GZWlTJjSKua2KEhnhgUaNgX5/OYbtuCU9cbV85Z/pife2uaKaP/i6x1MOgT0yxgMxNtbm6WPcRjDO5vsF7bbm2LxmO8tlOWXGzU+mpeXr16lfPpOXBs062D7kpNXZPm8ljr3yr1oQ99iPPCMzp16j55v4mUNcNOt3Z22Z835d/e5vzVGzf1NnGAfzLxTR7frly5pp3t3bJuy8m0+07Lvs5gXE5dP0COfe54vYaIKLIy7V6H1wNxpc5l0+7U65vgy5y6r/sl7N58na/XeO1fHdt6bvPAemFeuy1jH5ajcRqHwfu8eWN9G3NeiAiZroxMIqLwz/R4Ds9VUW+wzKuckHlSRla29QFrWlpc4F1khTuPfTrEveihA/t5K1ktZ58h/rNmvPW8sx8GEmN7xKvFt5LCDeL1sfwT3XeB+M820OEbW8Z0+A1hrwyVELLbdra35B9muXr1iq5cuSSn77z9jl72GYfzzfe//31997vf5eH06/qjP/5jfe0b39D3XnxRr7/5pnync56z2jnO5U5Pnzmv02fP6xKPppd4PL15e1Mj7kFT3VfVG6ruLypyrzyi7zt4lHuSe3Tk+CnOXce1uHpAKSIUERhHUmbB7wUadfeDgYoN20IReS9sDqX8p+o6Nnz3Jz5RUigH+N8DrkuUS0p7yVPOKankSwpttHXM28JIg+c3wEu53DJPRMgO1UpkBXLqddhArZBWIvGxUiTwepxxGKhWRMj1HuPUEMHcdyHd5c3/si303o9xGn9EgDcVvBHOR+k2b3cf5yOCflH6GXeuqrtzRYTmH/ftWHSHMnXmNWnBQZ0VS6Vr6cEQvADl+XDzz4Gb+WAwXwxlPLicGjpwdpQNEaGIkPgnPhGhiCCnQp95aeNrmro4pqbCOeGgGsD1hl6vUQ9D6nNgsVwMC1yezA3fgVaPAHlhuCAblZeyw2G6Q9YpheykW4xoRoA7I7jtCGhTDgUn+JbgdzIdMWSmpldxoMnKRB6ZdqeJNJKgWXKQnMhncOaUcBpNmc+02gEavFn5IsM0LePM9+/bx2PKkoZsVgOgz8Zg6N1Jnff4XlWpyVm1U9be5Eo5JXQ4FBJTd0oSa0ll42kq+t8BO6Uc8Z522sDRh285gyNJye3kc5VV1+BmLqoQOTJGVra9CFwR+SJDeNcBzhsiQhHMwbgEHkNAXyTqSFPOyuCtmDdo94F1zEX1CAfrw+w2D09+lDFsE0DvcBja2toqh8Ft2kYEAE7X2fC2kJ1/5dtNLqX8jVnnfUE2h42NzbIxljJ93X8HnNvkDcbry4k5+NLMm8hcZzvWGLFHd4Zu62CDPBJ0R+zVJ68JcLtl0qtqGcyTMl5SiiT7C/eJiMIf8fE8JHK9cRtXxF57wK+qruT6Dq0ruKgrc5MqSZFDVZML5CpRlhI62fCwaR1NSRyGR9hErZXlBQ24sKhpXxj0uOAfasXSHw4AABAASURBVHlpgcf5obwBLnCR6o1xvhF7Mza4zToqPj1sy+WIoKTiD3NKBCBT1KKVeecG2511wTR7bV6X0wGPFR7fwz6db/Gz6xykpxwg0Sgl1pNYm+fpCP52tggqaHdws7mxzgF8o1zK+xv+nsu+lnOnpmxA/qb1mMuWlgvBjgsBzFjistXpjPapH1dHM03HbYEZl82ev8gJOgL1Tgol1pYjyfk6Yx/IU7TPCDDcx/tMTkkt9M04lHTeD2j3Y6m/MNFy0ZDBs8Xl5M0bN+TH+Qo8wz4X5gl5skYHFW3b4sd6unTpctl8L7x7QRVzGSwL88AHcEjRlEO41xoR9Mny42pTVeo1tczrgwQSy0uLMk66YLdZdc5cuDbyT5Z3jtIkZeoiQiNsyr/CzpcYHrOI7FdXF9XDD8ywRdt9n+DSvqdiHpcb5mrQffPAvPDap/CgguY+cu2hG1P44QsBByOmccxl6i42O0a+48lIKSd0rc+l/aBArjJ1udDdIijvETPzExq9roq5DSH+o87zDwgQJ/gAz+UgzXXWT5ddbxwpJSVk5Lz1ZHtnSzvA7u42ejrVcNjD1y5o//41+NdwGN/FP9daXByqwo6K3OCRcdpPXL9+XbfwMc5vbG7IfsK+w7zzPL7UMB19aDMfFvDnS8vLhd+m32BazTsWW2izLEwbYoEXC+VSwHJnqXfb3WZ8vhxw/4hgeMtadqB5XAJQ25jp2OERxvkpMpngS3e5eHXQ6rLX4Tb3myBf65/X4vld53m8HtfvIC/nN7E9p6bbYyfw3O1eu+3Rqesyum2ajatCF0zviIcQg8cZv3EY3MfgOrc57/oI1oXcXTZd21vbcmr85q/Xbh63nY00lHLGJlp2Z+HfsGfGRsrl4n/T/p2geBcejKbwiL17Lz/isDLFk86w3QmB+KKW0PsBet2hnwl7tK0sDZc0aPoa4qOWFxaUGWH/NEV/O+KCyjor8VgxUxAjtPBzwnyojYb4VZAruZ1x7757nuJENWOstymFnnrmKflSaHVtWSdP3avVtTWtsfffe+9Jfei5j+jAgcPawHcsr6zxQLpPizx4pRo7rpqiJ4JXKyurhQdV3aN9Wbdur/NYdU3nuYBdJ/+D77+kF77zXV25fE07W7tcyp7Vdyjfpq2peppykeqfgDu8b78a9OWDTzypn/rsj+sv/Nwv6C//0q/oyrkLWiGYv/D2GW3d3CDeSOyjt/FVF3Tk6GF0dVFT/JzlvX//IVnWFy5c0veZ94//5CvyPnOSi69eXamGGY4vBviWhcWBLM8GP+Kf6NziYfn27Zt66aUXeXw5rcuXL2p9/ZZee+0VnTn9tu677zj8WNJDD56UH4VH8Pnypav63ndfwgZabWxNeMRc55H1VUWu1dr3R8WjojRj3l1feCGLirk79oKIQK92sZsOX9dXQyxo/bUu+qcXnvvwB9VrKq3fuiGQqcZXBwcrVEgZ411eWJS/GGP9BZU6fNb29oYu4rs3oLtrW9ZxhjWs6zAPxGMeYb2+Omf5wNaA73vf+qZucxDbvn1DTTvSFz77cf2ZL/6Y/uIv/bxOHDmgjFY7jmjR6d3RVFN8d13XrEKa4l/Nv7nNNPDR0LZd0f0R+9+YfW7MurexY9vM9vZIiFvNYMhj9WE98/5n9RAPdcePHdUEH8Gy2L/Hsk+3zV3nMc92bp7M0I0M7favtsUJl+0RIdMTEfigKbinhTZFojyGxlZdZKWqUooa/Q+FEn61KW0jHkon0LjLxTxL1NbOWC37tRgTqdKU9RoGw0W5DotXrrIuXb2md6/c1MY0aVovqGsWtMOe3PAwX9eZvh19LpNKi+jZvSfv0QB7/MAHn1EN39dvMZY48vb6hm5iB6fPntVxHiqP8tDd7/WUUtbi0p5e93mITznDlylrmtKWkOkm+AaKlHT5ymX5oYOsesRUW/jKPnRcv36VMRO9+uprwKvlp0Jfemnv1+S26EZEyJ8hZxKfAcxHw0EuA05Cy0MPPKi/9R/+h9qCxtdfeVX+8wC+OLlw/qLeeeu0WuKYY0f8E7Vb+ta3vs1j4zVNdidaKXq5pa995Y90kwf7Jc43Xdshpwqo4X9A11Qzph8TMF3m4X8Hn9fnnGE/bt/k/m+/9abWb97SbS5wBL0T9ss+9jBhb6mIG83XY8eO6DCPsR/66If1sU99Qo89+T71udjYwT+usJ8eRq9WiUeWlld16OhxHTxyVDdZz+VrN3jk3kEPFyRs9eT9D0qpz2XEbe1sT7SwxEXI2n5t7oy0jpyGi4t65/Q72P1+7n3Rglay+/feM8HnZuRjtdmkb4uNmq8RgW3P6Ed/KsxbkR3z2EKx1M/QaduR2xICtF43deNm2oW8J5pi1ymnks44o2b8WH840PLKinrERaWdsRGhHr6l0AJxlrFxR4RSJLneZUNVVeDvFBHMMUYezIM9u4/BNNruRsglgdv0WU/c5rJTy8t4auh16vqI0HvzHrfEntHUNXHOkBizLnSIT0Qop1R0wrgNPXTf4PwC+51T64Prct7ra5yuc5oY38GTjvWKT0Qo56yRfQl5r0N83Ne8dr+IH9LocoPfMo2ew/0tA+P1GIPn6sNnr8Fl9zNExF0eek63ee1MV2hwH+PxGtxmvI5nzH/TwvarKTHBFL/hsutRcyX0MVjDLr6pS7UmRthUysi26vXURatOM0xiqsjoCPcA/tX5FecspbbEksJvT8Cdc4APOhmTyOcq0dJC90yOrcfI1+C+HXpbMY9CGhGv7LK/OWabWL/RlwrYo7GVZZ9zLn5ozL6Q60YtBrDNxeoIfz9rO81wqC1pIKMGuudl83jM2twnsdZdxreMvXHztm6XX7EuTdjPO/ZIL7DtpIgE3eITSs5TZ96O4V1V9yTqxthJB54J83pNXl+GyR31LboNF9hXJtjvtIDQmwQnW3xQC+MjQhEhqlSjrxV2Jj5um6/b+uI2r50muew0sUZDBOMB511vubq/U+Nx3m0e1zSNzFOD8UXYfns6fOSwfO49eepkoWMLn+L5DR4XEYXOiL3U87jN9uo5DO5nvE49p+vcbv1zXcTeWNPiud2ngx+ms2J/SzmJgFJ1U6nHnuI602vo4JXty/rseS3PiJA/znsu591mfIYIuN91cluCV53zyMlzO+/+Bo9xu+czZNOCDBku17vv7I68KvSxh14Zh/RD/O7jNtPq1O1OXfY65+W9sWgAtHiM8bvNfdzmMREhpznlIgu3uV9A06tcVv8b/xr8r3ylXF77N1q88MIL+s3f/E3963/1/5a/cHDp0qVy2W1++dJ7nQvqc+fOlS8hzdO9Pre4T9girt3UjZs3yhjvhZa9ZWZem0bDjD3DfJynzru+Rc/NP/d16nanU2xpRpv7GOb9xcd593e91xkRZS+wHD1+Fx8w1xvT4XV4DObHaOG/puX8OcW+XDHG7zpv/2C/5zrjjghFhIs2L3zDrIx1X9PdoVM2PLSOpFOgi1VK6jW1ckpK8N/0mf8552J3xptoc9lpVVcacK9hf93csS33r+qGuT1G6J8k+xUFOETZOrkHEaEI5jKANyJobwud5oVpder1z8Fl0xERIBY4O5kWw7w+pVTqI0KmNSIUsQcue13u73wzp7uqi9653ng6nOB8Tpedr/FR5rPTiJA/xjWvMz6Pd73HOI3Y6+d8Acru816IiEJfab/zv4goa7hTLO0RUdYasde/Q2azYpsz5DsFZvBvJn9MS9P8cE05p7I+056RZ4Lf8gdbZCJiy5k21tfL+eX1117TOeLj27duFf8d9LE/nxJHBWMytug6Q1NV6sPDAX6hpMSUS8SDTZ2Vk9RDR3qmI7MebGICDsOMPa6lbHyGGv73wFODz7z2vbxt0TpQ13WJZTroEJ+Adq+hBnfDGIPlYEi0OXW76yMCnnQssZP11HGH7zn9ZTCXfQe0f/8qe/gidtLqJme/3dEO/JYq8E/Yl83jaaG3ZXaVNs9j2my34rO2tsq56iF99KMf0Re+8AX95V/7S/qFX/h5/dk/+wv65V/+Jf3in/9F/dRP/7Te//736wj7zZg9+/yFC+XLUt/97vd04cK7nK+vcGa/ynnykk6fOas333xbr3CWeIvHuouXrmgE7zrmSpFUp6rwfQi/+5xjG3hk+7VMOmzbaZKQQVKCB64bcae1xb35DH+WUyqxoddhXpnvztdVrRoZ1OAzfxwTGuxbDPbT5qt5HBF3Y1mPdb1xjfBh9qW30B/H6/Zn5pXbml5T5jV+z4NgZH3Y3NiQaRQynqfGmVOS5zI00NRn/IA1G/roXIUui491xusytKwvpUBnBpzxG3neiFBOWTknOS340B2vyTphWCT+7YHfXy4yPdc4J128eJG945z8BfHXX3+NO44X9Z1vP6+vffWr+qM/+kP93u/9nr71/Lf0zjvv6BL3ADeuXdHW5jp2M0L3s4bs5WsrS+Whd21tRSvE5r5nXGKuIWcK/zYrf+Fn3+qaVldXtcDZcI306NGjOnXypB56+GH5N5IdoXz83nvV7w/Rg6lSquWd1B7wLoSku8CC53nd+bh8J3s3KUZlpt8BN0T8aM/Sxw1ARDB5KpBh/hyKQBGQUzM3paSI+CFoL+/+bnc/9zFuC2/CBaOVxOA6g+stUNe53TDPu97t7ic+EXv4I340pck6pYgfrY8IN90F4zEYp3HPcKwzFMl17hQR4OlwJm0Bt80hklTjLCqC/fweSDnkNqcJhQzAeadgAl+L0+mgjRkCKKWODJBU6iNowO+YLoPndDqHOX1ODa6fH3BAJxuIDS2nJBvGmMtZtwdTOMLv2Og6HEZT1ShsI7lMoDjFQY13R7Ih+BHD5VDgdHoo9aBASMWYF7mAWOLAnlNmTR0GlqjPaggmc0ryEsQcM3jquXK4vVaDvjhvPWiqivn36npVfSdPHfVNTUrfBvBGs8rlumERYzF4w1kq+YHcvgwtK0uL6mPMPcbW0FGjq3VOqkua5bpMOVNOEGhw3vwy5JSU7kBEyO0RUdYS8Z6ypJBKu8fVdS1DyokL5xkOcqQJlyNeux9FDC2HyQmXyTMelTMXK+KwKAuEm8ZIILNgAKZXSiFPUMSFjU7hoTcCX/BtcvG0zqZ96/Yt3eahzPkfAR7N7IjthP346TF+OL2FY75Ff9f57004b9jmosfg+s3trfLTqD6MWkujygrWVMA0iU+EgnwE6R2wDkaEzMuUkuYQsWc/breOzrAt27JhQjDrdTloblmj11sA3JwvJRSZ4XfTDC11VRVZetMzhG0NEPybcbAecxh36nJLoOSLFZedn3Jx34HTMqrqrIgowVNEyL6parJ6bC4LC0MCgyUtEtB4M3Sbafca5vRH3BkDPX02Jo9xX3+Lyfkl9NDQQxdzTuhGBe6G+aZyu3FXrMd9PK5KGRsK5VzBu4zD9ybWo07QVrOpLUiCl9jpDDu1PQ8HQx05fAS8PYLniRbYWAb9XvkJjrXVFdr2cntwAAAQAElEQVQO6+jRIzz2DlRYFOKDVNElP2C0PDC2s4mmXAxMuVCccZHsfMfNcQvs8iBjHxDMKebsOOC0yMzQIUe5Hrl1XN7avs2jGfUtfZ36IOM0IlhTgsap3Idl+J9ySnvqT3vldUt7ZakEbT1ksVcf0E9fSa3x41PsExo2cvs0PxzNeNgNsHruFMzFhcUOj0Ita+1zYdOhC3u/ZuuqTOuRw4e1SvAWEcVWr3LR7IPjmGDJMMMPtsw1JviyXVsHMvgrcNfIytR4LR34EzrVolv2O8tLQ6icsQ6A+l5TyQ9EbhugCwvIx5fAln1i7gkXQ1P2QD8U+AFyxnxNXcGb0C70jwmqEngC+gNeZ/Iu5xAqbu9gje40RZY7XNyaJvsdX+oHtHYY0hiclsMUmc64TPZPKLguwf8GHuac5fwU2Y44WNpveLwDOJdLSkBsH+ZfX7O0vIA+DtC7msvRBS0s9Cn31PQrTbG/KRdlTa+WfQcL0cLykobYQxtSDx1dXl3lUeKAltDRCp64H2RiIzXjp+VScQrvDRPk4MOx6Su08MAxRbah0PLiUqHb8YFhhzaD27quK7rmeucX2RtspwinjCm+dHu7zGff4H7WD/NFjI1IPJhNsddZAdd7fvczn4yzY0F0VUqZh5iWh6kdjXjkGKP/2zx0jKBzRn6GnUxJd9mDWwa0Xatd9tgJ8vA8ddVTiixUSWNssQXvDg84O9tjWVaWxQx+7KKbE3Sl1+sxfrdcYkREWYNpcqDfgXPKpZ9/0nV7c1sdtlnXdQmIfbAxnxvGV3WjKTR1zGWdmYG/61r25gpaovjYFoL8RY3hsM/4Cn5Oy0XV0vIiOj2Q9/4a3Ev4Seu357zNntQ0Ffbbhy9J5rn9W0bHZthox3w5Ze3bf0Arq/vU6w/Ro4EiVRouLOnw4aNaXl6Vf9L8ifc9pc/9+Bf0yCPv06GDx3Qfjwdr+w9qyz99xj7mRx3vWwuLC2qgcXF5Rb6o9BoP4RcX0Y+jx+8B3xp0LOjw0WOq6p62eXy6ePm63r10QzUPnlUzVG+4pMFwkTWanzP4vlvo94F0ht/bZcwOjxQbXJxubmyVR5ob16/rwpkzmrDmW1cu6ioPvy98+9v67re+pVPMO8OfDvsL8qOrv0xw6fJ55LalMTbfRwYrPCzs4zE2RaWbN9bheyN1WR949gP63Od+XJ/61Mf1cz/70+jFRJvMscW+H5JyTtgcj2Ho0qlTp+SH5QceeEBLHDJ8yD3G49ZJDhEr2Nm3v/U8D6yXdY7H3dvEDG9zqPSvuB3Cs6WVRS0tL2lt/36l3GiM7m6hc2N0LPDHu+wJdb+vMXpAB9lmUCctr64gq0UdPnIMbxRa4RAzGC7Ay75ubY20wbiFlf3qLSypYv2+XJ+mpNsb28p1nygo1Bv0GdvKPmWJ/AIPadFhQzwMmz895o0m69bWunbZo158+SXsa1MwiUejoTa3bun557+uyXhLH3/u/Vpd7uuxh+7TAWgL4ivYBC8DHe+45G41xo8k1mTIVY0+DAX7WNNE1hlMVLs8dLauZHDXtsoJm8RGUs6lj1Jd0im2klJCZ6UOv59zkOk0xX9GZEZLbh/hSyNC9qeGFpyOR9yhxm5a2loKY9srOmHfNQH3jDlt5xV9EjHCBP5PbTv0n0KoaTR0SpohkC6SJtTvsMYxc4w9nrLTAowdAxcvX9OUMakewNcdbeOf3D5ljH8t6pTLjtXVVS4kLukqh+BbxItex+nTp1VBRzBPBw23OLT/3h98ufyU5hEe+paWVvT4E0/Kv3b74Qcflse47wR6dvGDocCXtviEAfYlDspbXDptyn7t0UcfLXHWiRPHtLFxW7eQf85ZpqOPHzly6IAeffhB/dmf/zP64LPP6NCBfVpeHOr+U/fq6affJ1+s7Nu3D/oqmaebxK+//aUv6dzFC3rhB9/Xt7/7Xf3glVf0TQ7rv/vl39dv/tt/q9/53d+VL5XfeOONEj/7sD9mj3zw/vt0//2n9Pmf/Jwmk10A3aDeeCtoOkLMECnwP9taxNb80zk1dnwvB/ST2Jt/cuf9Tz+tDz/7lD763LM6deKw/upf+RX98i/+vH7h535af++/+M/1v/ov/lP9nf/sP9Hf+Tv/uT7/+c/rYQ76Dz74oPrYgH3E/fffL+P51vPf1vd+8Jr+4GvP6yy+app72nf0HqXBsg7fc7+O3feQnnj2OT31gY/qMz/5M3r6Q5/QE898WO979sN68gMf1qmHH9dD73tS7//IR/XAo48XG0Ul0NGZhDx60G19nKGzHWcOYY0RUfi4zDlLfKqqQl5t4YP3ng7bsGw8boqe0gV8UzXEEC226z3EeHaIW3bYi83TiHC3gsf2YBvxePd1H+v5FP/q/Ar+0HO6zXONiTmcv42v3+Jxxja0ge5Nodkw5OznuY3D4L57uheKiKIPxmf5mW6va4ELGJdd77FOXfYeZTBfXJ7iA024+RMRLKsT/78bf7as3+swjiV0wanLptt0eKzrjM94nffczruf2503veaLy57XdBqH+zh1e11XyikrIgofXe/2CFNk0jr8gOVqLHuQ0VfvvZ7fcxtcZ/D4iCiy9vor/Ixp9lwRezhNq8d4Hvc3CPkbcq7kMcbl8U5rcKScy4NahX/t9frKkQu9NfVN1ZPPOMY3waZsRz10ELWTz3Tr2L6Yuq4r2RcNiBNN0xTfVze1hpQXOJctIPMBe0OvV2sRP7C2b1X9YU/9hZ5q4nzcm5pBr9CxvLisXeKoFFXxP5ubO+BW8ZWbO7vaIdbKdU9R1eqzfyXWoFxpTIx88/aGtonXhvi2WRdiwWp6+C98q/3UeLLD2qYa47fH+Iope5R1ckL8u7OzJevrBB0Zo6sz/Gsr5AREhOqmh93MoGMGjk67xILG47jW/KEbeMf0mdLeKsM/g+stB88zgw6XI0KWW86p9DPPbHeGiJB5bDtJkRTBOgQdyDEilFIqUGHnlrX1xfmIKOMiAr4P4fNi6ef+GVpMo2n1XC10RMQereT3E88U342MjFN8TLP7TrApj53jcZ3Lbneb10V3mQanXoP7OF8jG/eNCFSwK/O5zbbj1Dg93rx0f+N0fUTsrZvUfUz/vL1D+dwvIlxVbMh0GCKilOdzGrf7umNEFJzGFbFHT4cPncPMugC03EekzAjueSIJuee70PQqua1psKUqwec+ceoie2QP3tdq0PkBe0Kv15CvqO/TZ6Aa+4iIIusanhgst4WFhRITik9GRhUyddrDxtxeM851hkXOQoPBQOaHx3n/3E8M6D7+Nfw1eOe8d0xvHs/L3R3dMV9c79S8cbvbPGdEQIWKnNxnl3PLHnA+IiZyX/PY/T3e4LwHOW+5Tbg781j3NXgOtzmd17v/Xt9J2aPmOFzvtRlMj9fjNKdU+GYeWDdd73yGVxFRcHiP8V2acUVE4VHBw1j3NXic6wwRUWzU/V32PM4Xm8funZ9DROzND3+No+DC9zTI2HJyncd7nbC54G3ZtD0+ItC5BE/NV/EJaMvUZUnBvyTh/CJcdr/gDiLU4csIuNVk9AhwviXOdxr4tcQjbZUqRjJm1oFcsq9IMr5Qxh8aKtIaWg3OR4T8MW2m2bTX6KzX5HIEc9+xL/eZEn+6v/u5TwtvLLuIQKfrAq73WPMxIhQRrDH9CARyiPhhWwTzwCzPIT4Rcbd/xF6/eZv4GPcccg7lbPwhL7zlYbLYLnFwh+36bJKS21r6haoqQ2cmTXfTCtut66ymqdT0qtIvJHzHFB8+wrfvcJbcLjDiLmfGfmacHfGS58w5g4+xTcPYXKBBP3rsEctLSzIM2fuaulJiPR360LKvWBFSSBX/i05qiaEy7X3wLGDbC/hf5+uEXGlrHetjh+Y75Imhe8BY40JUpZzoX2MPFRARRQctM9MwxMc439zxKQucIYfswR0E7LIPbhP3zW3He47Plv1eo/3E5w899JAeIM49cGC/lrgLWltb09raqlw+QLvznnNCzNcD/+HDh/T4Y4/pYcadOnlKBw8eKrwQVDoe9Dn2lVdf1ZtvviHf3W1zJzCejFlKCz+zKvg1wH96Lvu2Q4cOg+OgvDeZT7vc/Wxxnp7b+23O175/8xeCbxNv7hK/zuCz+dGDp4ackmbs5+bPEP4u3IlFzOcleOOHxGV86wL3sk1Va4AMDT3yvjf0HeqU2GfKuWhE/LG1sSn/QMb1q1e1cXtdE+INy9Zz7Hg9xAUzZOf5csoyiI/pQuUVsScf+0SvY4RvtXw6Gg0RUXTGazCOBr0yjzM6FxHyx/0MME6GRH1Few+5ec2uM/653qScPExT9Ng+fYu4/NatW7py5QqP2Rd09uzZ8gVYf+nG56rLly9z/3CptLnO4L4eZzrWVld1BFkf4576+PGje3nOlIcOHkA39mmVM8ESPO3By4q5e1Wlfq/WEnq3uDDkgXWt3HcvoYv7963pAOCxhw8dlMH5RezHd7oXeXh/45VXtX7zhvpNrUXujJIXZzBTC9gJAF6wQe/5ROwx7T1VJRuxVx+xl8JJRQp5gSnBsDvVZrTBeA2684mIIsyIkPv/+yDiTlvOyjChRpjexHoYiyHlJK/DQrEieC2JuS1wQ0TIH/fxQd80FijVxQvgA0gxZrnuThpJMrivaf7T4PXozifCA/cKnt8bt8F594sImSaD7nzm+EzXGOOfECQaXHabu6U747zxlHXXDUFST1ZqzxgmGNJTJOWUgeQaJTa4TF2VMxebDQJf1DKXggYfIpqq5pCS5N6lX0qUwQaujg1KONvQ3icXvBncGVYQ6uEcvC4biOedEfya715ngt7sOe04MCTzf4bjmLI2835G6nICdVNV6tC3uRPZj2Ns2GgMOSUUtQFqDcDT1JVqcOPSoVOlfugHBaBXxlSlzsrt/gN0w+3eEBYxAhvM8gKB4qAv86RX14WHzvtwVkNLgnMda2uhN+BBLvMFtSrrDpxLmT8JGkIV7Zl8Ql/svDw26FpBew0PDMaRqeQfQQnMha8Ct8BlfE7N7/dCRMg8JKHrrARnLXwSn4iAnmBYVyAilHIWlXfLlo11qOgUwfiYR4kxfN/FAe/gKLdw8JtsAps4MKf+NaEj2jtwCdoNzhtaELeSWugt8qXdsh6x6c1ME2OgRHQjUB+UA9PyyrI61uj+Qf8a2fUtD+TgjcNBeYUT2ltjMF2oqjJQARk8fQ6xy/IGtohz6yPjlEIt8zEd+t/IOCe2GQKW1geQkLoCnUsFTFMwLuWslJL8aaHL+teRuux609HDrpzOwfURUcY577U4ra03QETIda3lKZV+Hmt/1IDLfd1uWdgP2Olv3LnAcZ3lU/iIPCbw3n18EeS6CXJy+3shMZ/xChVq6lq9plGKJOvtAgf41eWVcgha4QJrmU3jCEHDCvY+YPNYXlhUnbIyDKkY0xDQtmyuLYFRBm+H/SYJ+/HhfFoCth104+aN67p29bKuXrlUfgrI8m4JDlm4qRNZawAAEABJREFUKvB5rUNkattaYEPxRfSBA2s6eviAjh09pCNsbocO7tPy0gK4K82QV8cFdcVkvSZTl1lDqw4dbdlUC/47csnIzLxumkZOIQ/dqDgoLpe0Qx9zyjIvRUA5Y7wP5hHBKqMoQwaH+dqC0zgMEbSBrMLeG3hj/lFEtwie6O8xUwL2EQGJ5/DF3D6CNNf7kdQ/Uen5JsjNXxTxQ9M1ghhfYI4IMncIBOf4drAxl2f4FPNqgaCprmrZFhrWZZwQyr8WmhEsfqSPr0spOCxXQJb/vtbONpf/7YSDjFRlY5+pQw5NnbQE/+3Paxp64F6g7HwFjo4LehLlJJm/U/xA+ECOEnWFZ2MC9R0C9S0e33a5KBrB26QG2xTX5TN4Kvp6RsOYy3rzxumYQG6Dx6C6bhQR8voMY3Q3paRVgpuGNXbIyWN75AcE5wMuqDZ52Lh+44r8bbOt7Q0eInZ4KFhXrpJwklwgbWi40OOhbA2dHqA/y6QLxbc4oLU8ljgg7ODHZvDWsowIOfWhPsMLH0JtS+7jwHyCn3A5IpRgypS1tfiTGfWm0WA73OWg4n7uk+hr/B19/dNwDfSZ501OCnQqImnGIdJnykgJ2VgfRxrtbsG1VmPWTrNCEqJVpn+L3eWoVKWafbkPez2mY+2NMEM1gwV1USnQxZRreDOlHJoYF5jsbm4RsO+ga+a16TbfI6LEQE0DTvoxI/+HTuZM0NZCr+scI22jly57neITEejBuOwz87acMjrWFbkO0Vvzyv7IPHZbhFcldCvUqyt0ulavqbXCo1qirbPuqZN10e01dYGdT3ioF3zf2drQhD1kyH5ccOMbxMf0WUdzEvTjG8AzxLf4UNKxhrqqlFhTO+3Q27EEnVWPC1dseYC/W17bp1MPPKj7H3pYzruOrrpw6Yo2ecicKanm0fPEPfepZtwUhl65hp/jQfOt02/r1dde1Vf+5E/07e98V5cJ7P3rWF948ft67dXX5X5vvfMOD0Q3yrdUr1+/pevXbjLmDf3RV76q3/zN3+Ix8zaPOVvyr/TcWt+EP0kt/l34FMt+a3NLln1VNVAS5fDTr2s5hqhCGjSVTtxzVLNuoh428Pz3vq3/z2/+RjlcWPfvf+B+Hh8Paj9+1r759JnTOn/+vPyriN566236XdArBPq3bt7WjDjGB4vjRw/roQfv08MPnOLQsKJVbOfwwYM6AAyGA62srjB+o4B/MsAPPCklVci1Q4ara6scYm7p+y+8qXPnL2uVB87PfvYzOn7ssD7wgffpr/7VX9JP/+xn9PGPf4iYKOHnJ4h4iu6OdePWTXlfHuMXMmuemg9K0H9Ix3govg9ZPfPss3rqmWf0vief1r0n79MjPNocued+nb2yrlfeuaSvf/dlvXr6XT3B48499z+mSWo0jloLy2s6yGFnhT1viTjBejMZ76jDV6Yc2uaQa7tvc1KFDm2NdyX4G72aNGOfM81yR1slX6ZPpzsK9G1Cvz597A/G+PkZemc9E3SP8HtjYIaxZvZRt02waZenpBP2VME7pyN8SY0vcvwp+k/YU7a3oAFbuHz9mkb4lZZIZWEwhGcjTbDpDhyFYTCtAn8CV1VV+ORGGZ/QQkuHL4gImb5d6Jvgl0fgnpa2UGLOFEmO+Rzb2Qca3F84IuOZcFkfEfKnYy+ICO2Cw2vzeqbQaxB45uUxl2Rnz1/RrfUNqJa2seUJdhsp1IJjCjLb2jrt1jHvx2NwOvZpsM/9Bw5qc3tXY3jsL+Vl1vUyD5TvvntRP/fzPy9fwPpB/8EHHkaXPqEhcc06D/csV/YLXnv5CdGdkSICnvR1/PgJeT9Yxu/0+406bvdyJY3gy4UL53Xr1np5bHXs5UfP3/qt3yo/SePD+C0O707ffONNvcqFyp4dresah+TXuFy5cOmibjG/f8L+LI+qP3jtFR5X39U6euVfWX3x8iVd4pDPzq0h+nf/Qw/q2ImjWl5bpjzUxUsXVNeNvBd671vEjx45coS4dkkn7zmpw4cO6d577tHjjz8u/1ruH/+Jn9BPfOHz5adMP/qxD+u5Dz6jxx6+X4vsmTdvXNN3v/Ntvfji9/TS91/Ud779Hf3u7/yO/uW//Jf68pe/LK/LPw30ta9+TV//+tfxQRsFzpw5oy1kcPXGbV25fls741avvvGO/t2Xfk9f+r0/0B9/7Zukf6jf/NLv68tf+Ya+9Ad/rP/2//h/0j/8H/+xTr97RYPl/UQCjV5586yUe+hWJe891qGIJMskJbH3TIjjZppi5xFR6jsEZ92dsUdP8UXu2xAHuBzozMR+kT5jxrif9zGPMVh+1o+Ofqmu1IY0Yd+4vbmhrd0dOSUK0hS9Mz5UT8ZhqPGnnse8f2+9bcl0r3CxYlheXi66s4CeRTABnU2L+xiMxzBjXtM/h0I3fX2OcbxhvBEhlz1vRMCPabHXiFCPNUdEoc88MHiM53B/zwG6orOe3+0N9pJR5HmfBhwGr899TUNEyLwyLuMw/wwuO/UaPT4i0MOaGGpRdVMrIuR6jxEf4/CcHuc1OHVdxB5P5n2dup4hnBF2il3N6YgIVSiCoc5ZmbJTxCeUQc4POAMmD8ZKjWsOptUPM16b7WSNewDLxvWmoMUXdewbPqvnSOCqiDlq2T8O2cP7dYP/nJSzgcctcP6x7zt69JgOssd5PZ6rgYdOEzhcN8UP7XAZad9ifTPvU2Rimf6ejZ48qZ/5mZ9hj3sWG32s/Irv++67TxX6FeAw/+peAx1ZQTnlUFv0eVL2PrYL+N0oaNva3tImZ6rJZIYeTyXH4alTVWW4MVNiH4J9yuDosDjhp41PMZPxDBeXtLiyqt5gqMhZu8ROE+L5KTBjv0qcBww+Y83YBwLdaRWaEt90pIok10XyfMF21AGtJsS/I/Ypg/nQYk8TfPrGxjo6PFGP9Vk21gvL3nzLOeN7mwIRUXRwgi2bf7aRPV2KonPmkfVwjsNj3R4R8qcBv78A0uOM3zS1IsAHR3wR7S+H+BHA/Uyb53A+ImQcnmtu+6533mDZOzW9Hmdwu8sd6zOfe71aM+LRXfawKXuh1CILeATfW/TCZffbS0Net/g4rZG/wWvpodPWw4i99bjd9eaX123/4L7WPfeNCLnNedc57/ObyyVfzkgD+N77EbBtuL/tw6lxep4I8GEDOZt287wp49zuMSkFtAd8FbqVaWtYZ75bjgj5k1KirVfA43y+Mu3OmzbP2aHb5ntG/sbvcS5HRNGBEXuu+xiX6y0f9/N4y9jrc5v1xOD2iICequiKZRYRRa88LiKKnI3LeENxZw19YoNhOQ/a3o0zglbA+UTq/sZvffYa5mBazEPT4nW47DHuLz7uFxGa3tmzvCbjidjDP+/nse7r1Gcmg9tMq/XNY+ZriAhkkH4E5mM93hARmn9Mj/NOh8QMBtNsWi2H+ViPiIi7/DMet7lP6YtuppwVET8Cxm06zW+nEXvtrvca3puaBszRVYX3xh8RRd4RUeZ2u3F1+BrnwaYcWYn/5LpW9Bdngk4irk20VblWThU93C/THx3I9uMtvrwt9T4nuW90idhCcpzbYpuBjYIInCDGbp2HFNaou2C6/zSYP3PY6x/yx2s2mBcG5yNC8/ERIdcb3CY+8zQimPNHwePo8iP/PDbih/3caByuNzgfESUGsO+zfaQUyjkx94z6XWLgHU3x1643jPDbE3y168wX+7PJZCTDaLRD/2326S3S3bJX7/Cw5rmsSwcP7pd/QMJnStu5dWZAnNnDHztvsI24r1PDXJ9Tzuqxl6Zk2lrk2iKLTqxOiTWkjDyBAbpr+zQuj51Dix+Zskd1kirjyamszz+N67tPr938sN573/B4zz8/H5w4flz+8qS/AOk/ueFf0ztPHUvfe++9Zd/33n/w0P7yRccN7l63uS8a4aN2eVwc744146xlmpYWlnSI+1J/ifPYsaM6yEPtvn0r3DstanllUb7HvPfeEzp16l4dPXJYfqB1n4P79+kAMIRvdZ1VcT/kNOcoecsupZDQUcvGe80Imc0498Em9oFekW/HnjRmP2+JM6WuyLuDR+YPgzXDF42g2z7Gj50+T1mWvm8cU++7kR3udHzWqnIu8UhCGrvI27+9CYRaGAzkO2I/3jZVpY61B8gr4o+m7Ltinim6soNfXSD+WWQNuUAGp+k1mD6EzUgpIoqNZOS3B7mUxWfGGr0m07zOo/L1Gzfks5zPoa7z2csPpq+/8Qb3Fa/otddek89n/g0Hrt/7jQU30QvfSVZaIWY/wtnJMjp16pT8ZdGHH364fIn00Uce5bH8YT3BOep973uCu477deree3QPZ7GTyM2/meueO3IdDnvwJ7GMFlpFLJk16DXobVfuC2Y+i2RpgfuCIXdTgRx2udO9wfnryqVLOn/unM5yprp+/Srx3KbWN27r9vptJRvWj4CDVpyf6zqUvaQggzf/f/9FRGmPiMJgFyLCiYL/imKAx/jmMJvNtJefIeuWwG6Go5gWgbZ3lMooAmVMKGfJh1F2Vje1KGAkqaqz7ADqplJGmV1nSIxxQNqhyHPYq5MCnAXA14FtxnwzhO8NcIqzmnHwc3mGEu/R2ELXTPP8PO3gkcHKBSpWCm7wlbz/B4177Th98jIwV8tcM4LPlrk65tgjtWVDSUpgKXsFcpChk5wWPJSdur2uapSCNaPIFcpepUzZUJECGIwdxaA/wDgWZYdkOYCttLvNdT02XKd2VkOc3xIXbUsE7naCdqQt9NoAbMwem5krIgo/5gFHopxp9N8GqqHH4bovnBv6DmyorDsA96lox/vCipnqKiOiTimkHv1WV5a1uLBAvlGf8pAAewmaVpeXcFpcnO3fL/+k3PLSIhcMAxR+oEXaDf1erR486dUV46sy3nWDXqNB01NJWWufcsWtpTdkX5CzHchQIYQG/TF5HRv2DNlAJLwK5CL5sjMs2xB56iA60zmnpJwSUpPM35AUEUquI41gVKfycbvBhYgo/SLc3u3xE72zDk7QDafuZ4iIPXzg7JjXv+5qrpsTxrTooft73Bx2uZiz07LsNre2tcPmOmbjdd+IKPqwCB99cD0AX71RrXFpulzkv6ilxT1YXlqAz0P42ZR19riwWqTOsjIv+8hoADTw3TybMkeGxhVk6XZWh7hn6tCjnJKqKhcw7zrzU3ufqqrUQzYNm6vzdV3LOumy804T471OQ8ua5/0iQi7vYdqTg8vmdUYH3c9jI6J0cZv55/Y5ROzhcJvBHSP2+huHaXBf59+LS/i1UMCbjK7kkgblFrue4Jh9oSjsNlFn6PCxIanYa8pK1OdAhwC3uW9OSf7VEa533dSXt2x+OSX14E+ib1M3zJVU8ENDoQk9C/BVuZIDpCGXRA39l5dX7l4aVRVBLDwJcESEMn0nXABvbGwShE3kdeYUWhj2VWMPTZ014sDZYRMLyLmH/Joma4AeDCj3sakGW7VcVeQ5VV2HhoNay8sDrbCd30AAABAASURBVK54Y+6jb4EfarS40Ghpua/9+5a0tragtdUhc1WacAlesT4MQSiMskiwwSYn7DpT7goEerSGP8iei3yvqhTkLc+57ntvcL6ua2ipix7Zlw3xFeZLr8/jCzzI4I4IZpIiAkh3AIzwcpeg690L75a/meTNfZdLvJRDC4tD9Vh3BBf2PJy5Xvi3COMItXdswH1Mg7g4mc4P7MxrvTYtlo34zLDhiFCmzbod2vu47L4++AdrFBcmAVTsafZdQTrs1QRKPRUf1+9pjaBjrdjwguw/hdwWFwbY81ABjVWRbQPPe8AAOfYK9HqV+sisRt4rBJCHuOi173dg69T+3zqy7QBtNGGv7rTDxfgE3fQ6vZYGfjv4NZjfTiOgElvNyMn2Y566P9XwWhoTXIq1ea0V61/kUto4O8YMhwNZv9xWg9vjLWfj7uHTLeNd/Jxp7Fib8QwGfVRoqhrZCv0IbGNKnxGyE7xbv3WdZMS8mxqPtzTjAWWLy/GZbTRlyq0SejgEDx3Vq7MGvRrezbTLI/AEW6i4BKurjE43+DKk0UlTHhpsI8U+6qSWuTN9OrR2QsArZGz/GKy1Y/8XsstJ0LFb7Gv91i3tcNk2xWdkZDS3616ZW8zf8VB3jYPmSMvwqAF3RhczexlkQ0uFXg7kQ5R1rVy0zUaacWE0Qwecmkcd/JjhmyKC9Y+RQaiqqmInlqF5WTe1dgggc07grTVBn92n6CbjrK/um3Nmna2W2LObusKXdWKIeviHIQeMhWGfPLirhByzhvDyyccf0T70axFdPX7kEP07LWCPfdZZgc/7yZp/Fcu+ZYmHEe/T9993rz796U/Jbaurq/iOffiWZTV1j+B/Vw222B8MVNW1rGcjeHjm7Fm9e/EicWVb0ndOn9HpM+d4wL9FmaD44rva2NrRkSPHePhY0MHDh5Qgvo/c+1xObaMvN8tDzG7hjR9W3nzzLR5ILuvEPffquec+IkQJjSTIf4b8+4OhGvRyE18ayLffqzQFT6ALEy48R+j6Boe6FhmModHQeT9A1xfwp/3Fvt46+46+/f3vSv1K3+Ah9fS75zTJrY6ePKbcz7pMEN/Aqz7ty6uL0FbBW/NhDH/6sn9r6h509MsBOiEv+9AdHiF2NtfRoxl+odEtHoym2K5/jfFNdM+/MvvK1SuaohtXr13jEnbGw+mF8rdFLl2+oq2tTqOdpLffflevv/G2Ll++qh40DPpJ9506og88+7CeeeoRVVmqWHuNXo6wFesxy1VVWY9mapDVhDkiZY3Z0y7yGPU7v/v7evGll/USD2sXLl0uf4/21TfP6JvffRVevKFvv/S63jx7UacvXBIItNtKG1yCHzp+TA8/8oju5eD01//6X9N//Lf/I/29v/t3oOMJ7WxvFt7kXBUdaBVccM9Yn5SqHg+BE6iU/EizywXEFvHRLo9OKSV0arvwtNdrVDFejLXNjInLcs6shRUiM9e5nCLJ48THqe2ErCpwzcAdPO7WKZSBpq5knMblh9Dbt9eVc+BnatnfIC5FhFrwt/g04/I889T5XgNd2Kz42GbqusbOW+x0yuU44At7/I3tYMyaJtDdqYUPE42gx7Gg6xLzzvCJ28hpd7LL2AkyAeg/RjfK/Pgq7r9Uw4ubt27rq996Xkq1ttGn5N9isH5T/jXJ9ne3N7e1PZriL4dK+L0UCV+1qrrpM++UB4CJWGwB/y3QLfaSHm3r4Ppn//xf6IEHHyJGWObh/oL++T//59rc3ITXjXa4BFnngda/auu733tBv/u7v1sO31/5ylf0W7/9WxzGX+ZB8fd5JH1Jb775OnyYqOnV2r//gGp4Y15u8DgwZP/vsQ77kSmxhesq+FihtLc47Fcpoedb8sHfXzRYWF1WzV6f8GXrxCe7+NJ1fPQGFxctspxiuxn8KWdcQciPjDdu39SZC2f1Nna8BV9X1sDR1GqQ2TKPd1XKunD+grbBMyK+SMzZwyZO3HOi+KDFlWWt7tuntYMHdMgXAMds933Kh/XIE0/qvgcf1T33P6JjJx9Qb2Gl+MCnn3qqXC5b1h/64Af1F//CX9D3X3xR//Sf/FMdOXxY586ewd6va/3WTb3Og/AEPzTFp1/F3q/wIHyRx+zXXn9TP3jlVW1jVznXun7ztjY2d3Th4hW98OIrunz1ut56+4waeLjNxQ/uThs8EAke9OoGaXdaWRgSS/TVobe68zHv9+RYYVe7RTYz7L+dtYqIouvmgeXUwKN+3+M75F6xny0Wvln33cd7/Ta8H+M7jbfDsTj1VCP0PMNb4/D+5LaEjAbsC57PYz2H+xpXRmbua5ii457DuNzmsZ5n5H2bAWNwe/x8HTnlQndElLRuGvR2SR5ruxIfz1XO+MTWOZL6dUNcOFWDP6k9nnjDvANT0VGPte/2+r3HpWTcKvg1/zCf8Zs202N6rb/mh+u9BtPoeuNzm+vmfSNCICy+JSKQU0cx4HEt66Dndxqx12Y8Hu80wy+nLps/xu9Udz7msfnlOucjosgwpyz3tRyG6I5pquFBBp+Hmm7jrbCjZ555Ro47+8jsHvZYf0niADZ8ENi3soovWS761cdeVjnTOO5YGC6UuhXi3gXuLQ5wKeqxBl+4Hj9+XPu5HDVPHY8uoqNVndXHpldXV/AR+7k8PaTDh47onhP3lrgi5dAKtu/+t9gbzd9cZfbDs9jueWxkB76prMtr3UVPtomXJujlGNswzNApWKCMHF0uZwQubmrmtg8wn8wP89vrNy9m2IXBbTmnohcNumWeue8Ka1witreOGOxPDEPWlOi//8C+sp6mbuQxKe3hGMD3lLP86fifYcb+MkMHTWOfWCxB5wz/1mG761wO2j/apzvd2dnCdrcZKfbPlrhxyn7T4ZdH+OhtTXno7rxJ2OvjO+AM7Wxnnftsa4u92L8pYIP4gy7K8HIXH9TSHuTrpqeUsyIloZzEk4vFn5k3a/v2E9OO9uZmT7OP3YXfM+h3/4iQeeG+BueD3s6bV9Zp617TNMrMkXMq6Zw/7mfeelxifuPN9HO9y+4HmZDVglVy2W1OjXsfD/9OXXYH67P1xXnL1WXbjHHN8Xq86bGPMFj3MzYx5Lzj88+AGLTHPlU3NTpQFYgIebznMa2muYcd1HVTbNep28VONIK3psHzR5gbuvtxncF9DfMG5407Yq9/x6JdZ/oMzu+tIcmp1+S1uV9EFF9iXBFR6HxvvftZrz3vCNl5rOcyuN74nLqf7nwm+E33c9G4nB8V2xoXfTAer9Fj3O7xEVFos3HO6xJ1pt1zGcyzAf6lQR8M4mP7NB6v03y13a9xzrD+ROzxwzg81rJ2u/vZ9lxn+g0RUfTEc3sOj4kIyInCH9d7HZ7Le0qhWXvtkKGIQNaWeV30zHXu735z8FjnzUu3ew6vKyKwQ2IszrruExHKKRd63tvXa/S6Tbf1KIJ+6LtxZFJDROjuBz1w3u0eG7HXFhFyX4Pp8doiovDfdeaH62acff50u9vEx+0kBY9pmpfdHhGF9hD/kXebwf33wF7MIOaMAnSDzy2+Z0rZtppKmpL7iE9L/DHSNv5oTBzcci4WcbGhIw5uobWlzj7PvrCkxIkzfHmHX2xpn+Gjne/gS3enrsiIswwTlLV4/eaX0wL4OEFcRJCEu0FnV9ZnfHNwTGQeW6+sX8YREawh3cVrWToeNtgGJsTqnn9uC273nMbj1Lw0Hutj02vw3WP5i//+ab8rV67Ai+1Ci+db4F7Bd8LWe+u5cXh8RBQfs+LYlD1zAfvxHu74pcVOW/yy+Hg+g8cYjGNv3p4afJX39ZIS49nXud17T10TG7J/1sTipmOFfe4wcat/M5If0Fwecrb2ek234xnz6OjRozp48CCx16L2s0/4ge0jH/mIPvihD8lfTrRO1fWeLWX8a1Li7JXLGdljH+ER7pln3q8PEDM/Q+zx+OOP6pFHHtKTPMg9S/nJJx/Xow8/pAfuO6WTnDGPHT2sQzxCH9y3SiyywDm6pxrZep4ee1ifNTpvfnfoh/XFID7mi22uoj/sVNPU7FuMryvlnLD3rMEdv2+eLLBnLy8vapm7Ev9pw93Rtsac0WacJdtuCus5SxFPNL1aFTFF06tY14C71UVwV+wCLXv2Dv2mwEx9cNfMOd9fFpC17d9zmRbTbN1JGIvfAnqspa5raMuSsbHfWk+tay163wGun2EbE3TQMtlBhtucCQzOGybERLuc327fvK5bN67r6uWLBS5fvKCb3GV00zG8HOreE8f18IP38yD6aOH/k088rscfe1QPP/Rg4f8Jzvp+wN6/bw1ZryGHAzrO2ejUyZN64P77dBxdWCQW7KBni7OezzU+95w9844unDuri9z3+Ff/Xn73XV28cF6XmP8ydde4f7h5/bo2iHnE2CH3MAsD7lGAOuGDiIlG3PGOWJv1vN9Usg7sg46FhQG6N5TllCKiGHfED1M4V/7ZTXUwsCtK0RbDN7MNrvvTUAbd+V8Ho2c4pRYH5RS3YXH8CMzbJjirCQydcLgrKeUZTssCU0iQBpBJgDHQNsV43d8OxOByRBTBz5U5szF00D5F0BaoU9NuLDOPR8iljsOg6wyg5/61LZuSL5paHCT6qqaquSDoqY8yVtARrK81nUCLAETZECAISU6TVAyX7uhcRzPBGPSYJvdJNFhxf5imQr/r3MfAQLGsAmCArgmbgWGMPGY42RBo5H7ckpG26sxzaJqhBC0y6KDNF5IVRmxeWekn8MS8YMDdfxFR5jf/bHg2Jjs2G5Txm8ceE7HXz/w1rWIxpq3HBWSDQ2kIUiLgAGuNCHm8IZF3f+crZEOxzOd8ywYVEeoxdrFczDYl34PfA5R72Gu0SKC5srioVQ4TSxweBvRtwFNx8OmR1kCvrji01mpIe1VWTV2Vk2wUKaTExpmgq05ZbjMtmT4RoQjmx4HYwTTgrqpcaK+qqqR3+sLzVPpGREl15+P+7puZL6V0pxbOMV9XAPmjHwlC3P7eFFTIrZMdkzfwiW0BML+NKFJipHHdgYIq0AGslENMxUZRcYjJqVKKrLpqWF/Dwb2nQT3Q2tKKBsimYqKGdQ05PBmaqlIOofNTTQlUW+yiB8/NP4Pzg7Lx9WWn67J5N/RmWtfU9eW8dWVAnfXFG6TLTl02NPAzw+c9PnRy3n160OG82z3e4HrzZ752pxP01WPdt4Jm88Tl97Y57zqPNURE4anrDRFR5BURHl7yzrjN+G0bM9Zvu58RIIiDZodvaPEBBpdd7zr7hCTwuI99JMBk1AS8nBWYMc7Q0WZ6vEavLcJ9WrpjNdjm7I7ue20RUepb23DZMKeaYsd+GBmzkToVD3MpS9s7m3J+xCWf826/zcVmi+37m21bfkBnE7tx46Y2uMCfsZZ1UgdQvsD1hYz7TOBtRMg0mv8Nch1zsdzhZzO6anz+IoH8sIH91FXSoFezYSc15FcWF7SMPTp94tFH9MhDJ7Wy1KBXY02Wm/YaAAAQAElEQVRG68AGm2WtA2sLWlyotLLYaB8PqPfec0j333cCOK777z+h48cPof8j1XUl09Cghw4ozLfFxUVZ7gbrkwOsJ554Qv6W+AoB3hLtQ2hYXF5SylnKCWo7bXExGJQ77M+H5PIlBHg+hUc7HDjNg11S+zbxSbYzTMrfVjcPzTvzyjIyjojA/461yaNaxww9/FIG/8x6A8zASxdV8LDUE/iMwO9fxTHmENnC0wl27QcG609d1erhcwwVeJyaFo/t1Y1yJHnN3tyXFwdaGDSF98PiE2sNezX8ytT14Fmllvla9qQZfn/CvBvr61pfv6Ut5D7j8MAUWsCPrhEQr3FZtLw41LDPWHyC/UCNH4kU6g16+uBzH5B57PXYJ/lCZYeAwnJZWVnRCnyvm0pbBE++wPOatrggNt82CGZu8lizTur29Y1b8mXKaLytXXRrhm14fVVk9aoeDkjq4b96VaMqKi0NFvBdjbpJKzyUgpvbUGaNPeVUYWdJVVVrhk7PsB/bLiKW6TR47jE23Lkniw7WpZQVVaWpOzKXGN/gs2b08aNDSKrgQ6/XKOcs24L3gh5yqJHnqVP36X3ve0oO3h595GGd5PJ7iOwCfO6zuLCgwBfbf6ytrGqbh4Ad+DHiImprawN+LenhB+7XT33+8/rkJz+mg/vX8NGJdUZ56M7YVhVSr6lVQ0eL3XfIsdewXnT2Nvzc5SLZODNC8b64CX9b+iwix7rJ8t+BWCb4hmHowhSYyf5jOh2Rb2XdYpmsE5zgmGD7XuMqFwf33HOPHnjgAX32s5/V3/27f1cnT51UbVqAT33qk1rmgfMEF5PmzSL25sOM+eLD16HDB+WAcsU6tbxIfok5MlO1quus1dWVcqHZ79caE5guE4Ra78bwJrOz0UXbG7e1srSgxznMBOtt8X/b+Dj7tK997av61jf901brGrNPGabQvoM+dvCfpaALUy5ZdnWDgP3MmdO6+O4FreAPtnioGfshc3cHn9Vj/ER/7s//eX3hC1+U/z6Xv9W6f/9+Lu8WZPufoU9VnRi7gCwqguVB0Ye15RUd4MDmi92XX/qBXvjud7QKT44dO4IfOikfxHyAu+++kxoO+mqJaQNbXF0aaIe1zdD7HnJdYo0pRcHZIfNV+LU07Okzn/m0PviRD+uZD31APeS5Bk//8l//q/rJn/2iHnr0QX2B9LH3Pa4v/vQX9QwHwO9970WNRxNNePSqqkod+8wGdm5bHCNv+5ZtHqta6nNKxUcfO3RQfthr0ZklZGi+NXUD3ybq0N1ebyB1WVVuNMH2Uqq0tLSMPFe1uTNT6g3RiYH6/QV5TvE5e/Ztvf76K1rAJ129dE5Lw0bHjh5QD31cZq0LyHrGo1uKXB4Tui6hE422eUjK0D1rO/U5ONpWc66wuwXaezy8WXezRuNOTTNkD9vSbdZ3/vw58rfY/zZ089Y1ffs7z+vF77+os6ffRmaLun3ruq5xSdAixwm+doKedOOp6qjwIBmfgucetwroCCXN8EVdJylleEAGXs3wNytra/LfuB3jt6fgEk0RIdiED2nlX1m8jY/dZY4Rtqqc2BE6+afnEuiEr08grkNqqkrTCQdb9nC2THXg80Pi+vom3kfM2/IQt6VMX2agjGa0AmVWgh6vYYe9PNAb62cLXuu9YQIup64f8ehjWu0Pd6HNPLD8PXYH/d9lLcymBllZB5peLcMMWj0+mKuDohk6M4ZvU/yrgemUkc0G/gy1UN3r6cd/7Md0+MCaHrj3mI4fPaick0zXJnJNMAnKNdkZa4M96PatdW1sbLFvbinBi5Y5BuzXnsO/KrrfH+qb3/yW/sE//If6B//gH8iPpK+++pquXr2qvfPKFD0Yyd9w3kGnT58+rXfeOY2t34CvUy6HrqGjS9jqAnqZoQUusoaMvUUEfm9CXUanRwXfDJ6Zpz3W4f3ZPLK9BHRV+P6mrjXCdqf4oXrQ0yyJB/ypxuAMcPbYQ+t+X7nXCMRKObOurBn8GsG3DkEGcBu738D/bPCIYN975swZnT1zFl+3KT/eXjh3Tv712b/xG7+h/+c/+Sf6b/8P/73+g1//df3iL/+SfuVXf1X/u//9f6ff+YM/1A4v/t/43ku6eGNT1zcnOn3xhl545bROX7iGn7uoKT7Aj3UD1uMY9Z7jJ/TMk0/pM5/6VNlv/pP/8Nf1X/zHf0s/+4XP6W/+2q/qr/yFX9RnPv6c/gzlZx5/RB/74NP6ic98XE+972E9Rflnvvh5/cqf/3Oa4Tc3eRzej/+eIsubN28qw5sDXHSlOst86+BJnZL6Va0VfMrywoL8MY9b+Oe89XMNezK/vd/4sma+hwyx/aZpZH/ifk49NsPTKbY5wr5QJ3X8NyYvbCAKJCEuzefI6J9/resIHfcXTCNC/hQaUWCnGZxunxKruc3zOHX9EufK1dVV9oFhsb+adZquxNqcN12m3Xhq9kTXu85ja3TasUNEKGIP3K/CZtzH6zIYj3Eaj1OPdb37RESZ12WPtc1ub2/zYIXfQF8jaIfX1ts53e5n+zB4HebvgJjGuKGi4HOdwWv22i0vpx7jdIzP2NjYlOey3/D+4TbTsecbO/R6Vr5k4DlMc0SUuoiQy6bHYyfgGmP/TltsIToR/4/VIscOP298Iy77IezueM9148YNnT93Xt/59rf1h3/4hzqNff/2b39J/hvHL//gJZ0/e043rt3AH8MLZLd/3wGtEIPOyNu/bOFb7BcuXLggf+nx7bffxj+8ox8w9nvs02fBd/vWTfaGm/iK68QAu2U96/ZNt2/jZ67pHPP7NzvYRl1v/l/i4u+3f/u39Ed/9Ed6+eWXdeb0aU2J8Uf4Vq931z6V9cyoS+ik11zWznpRzGKXZd3EouZFjqTZZCbzwLKLQKbopvhEIDHAfHeb9ct6Yr20fpgm/xS912ca3DaXqeVtOXj/Nz9TTkUuEQFmlfwMHXKhrhsNsDnbn3HbLh3/uGye+pL5xIkThb+ed06Lx4WSgv88l9fv+a1b1mvXRYTcfw9YJzHP1vYG/B4h7ylts/KFnQn8ipwV+BD7k8BOupSUQhoWH0Z//Kh/dSEolbGvsR9sIytBv3/7QUedx3mM2L8q1pxSkj+mZ4r+tTiOKevuoLl1A8g66mZuazt8Ts2esagG/2O7MQ8G+HXzxXUeknNWRMi4I0Iumy9OXee9MuKH9eLj9Zs/tqkR/sjlGTrhM1LEe3nUYgodfGkLf4SP6/CZc/Dakv9HfUvM1nK+m3COmxJbuux0jI+eEl8F9wICfEcwJR7pEWtnDhQtcfSMsR2xZut7Bdpa+GU/YvlFRFmfaXR5Br9Ms/XI4Lxh3n8X3Xc/9++6rtDvNvd1Oq+PCPhbwQ2xtplCufR1e0QUnpt/5mVEsDdPSp1lYJ3yus1j502TcRs83vOaBs9pMH3uExHyx+3Gaxlm9mvHPrdu3dIt4L0PSbZx941IhUb7Pvsixx22M7d7viJLYh+32w7d5zKX8LbHixcvEttsFPqNy2syzGk1PYYI0wa/KLifKHp9ps/9I0IpZWLfukBG77wGg/XZa5mnzpsvKSVFRNFJ58UnIsp4t/fZC6zX9hUuGzzWZe+7Tg3zPs673eC5DL26KXJpsBGXPU9EaE6Xy8brNtcZXGe+WSYtdqYQa0t36TIur898aNnTnEaE/InYS103Lxuf87YPp24zRETB6/accsm7XnycGjfZvX/0ddlgKTg1fXNweY7f6d74mfbiiw4cc7DNtmqxqaljRL8jEH/5POq9b8f3boD3gQ4/I9bf4bsSGLyyjnJLfed1k8co1N1JTYPpoasi3FtynSGjD+abee3UZa8b16AJ81tXDbYL4zC43/3336+nn35aH/nwR/ThD39YTz31lOzf7ff37dsn+3v3cd79jdNrNw0G5yNCTl02XoPnuavjtHtcBP3oZHrd331sM07NPfvxirjKa6jrRpETXsktXXkg27d/X5Gh7c12du3atbJfmz/2yabx3nvvLfcUfmhdXl4uemheQKBMj32uOWd9bNBZ+wfXm2bTZV6N8ckj/OaEu4SOvahDlsHprU//5cUFra0uaf/aMvdqtXp1Fgc24UpxrzOVH2LAj07Z2ybs/xn/POwPOO82bEMtMcq2fN8nZOrHvVXuDfatrsl9mqrmDalX+i4uLGo4GMr7TQNP6qpWhYxnxDT+lehev8879lnmw9bmFvvoWLZV/6Yox9CrxOW9XoNdVcVG66ZWi2+3v9vgbsh3bRCvHue9pqnwE6FcpQKDQY/5e6yxUbISwYMd7qnWfKdx5JCG3AtWrG3HP2jAnlMlaYa+m1+B1KbUjVi/68bsCTvcA96+fUsG30vN0y3OPrdu3Sg+ckS/lFL5wZ5Tp07p2Wef1Uc+wuM3j9mPPvqwDh06JPPDeLeYd4uzk+O2K1cu6zwPou+8/ZbeevMNvf3Wmzr9ztvkXy9fDv3+i9/Tt5//pr75ja/qm18HvvY1ff1P/kTfoe6VH/xAF8+f5z5uQ/1ercOHDuh+7rYeevABve+xx/T+p5/S+58BSB+mbt/aqmr2jD68PMxD/eOPPaLnPvRBfeCZZ/QEZ6P7Tp3QyZPH5Xuehx6+X48+9hD31yeVIqIob0QU4w3tfWwILcbeslnOlbCUqbvbdifv8r8P3P+9Y91nD/sP/3+3jnncv2Uj78DrcVYqBx8tjicpVCEEK1uQd92MANXQOkjBmUzvwISAfl5fpaymRtlQ1BRg2bNbdSj6jHGGjvmsS26HIWYKMzALPDF9dgRjHOYY/DZK0yk+VgpDRMj9DFTf/Tcvu48rXfZYp0ygiEC5s6qqKqn7dRipUNTWARBBj511R3BFV+iiBUOZUT/hUDnDCbSU93C20GDoMKYWmBXHMoZuK/DcoUSE7PRnGGwZx9rbOzx3KuZKIZnP5l2SMKo+jyALPIgsFkXv43Aa+LlIQL7EwXllcUk+yIcso1z6DNnE66qC9zUK3CvjewTJrkvQUNc160lAyPmIkNCBDqjAXdeVzI8MjoyDiYDH0NkSNCZozCnAnVWT2hEkeGZnV+VQv6mgpypOsFdlNXiBAjmpJm+oSBuMxbirqpI/nttpw/ocVNR1oxo6G8oG590/IhQR7grJ3V1gAdAs2lw3o76laiooZ51dST0qoHUPOkEG9FXwrAaa4th6dVbNmhP6bpoiZUWq1HIImKCzUw5jAltEUigxh5Rp7zU9NXWjcoDP1Z5zreuyhgp8fbezlvk6EvgNEaH3fmbw2fPO6zJjG/Bafs2d8Z7LY+cwx2m+2dm77L4O2BbQEQfIrjevjc/gPj3wVXUll43Lde5j3ZxwmDItTq3HTk2T+zk1mE73cd71czC+qspy2bjcx+B+HjNPnXf73MZn8Ndltxucd5vn9vg5eJzbDaisXO8+7uv8PH1v3mPm5YgotPlQ57W5Xnc/LZvmiEu/nTsXHCN12GlElHnGBAKW2Awb3iHAXj+CVAAAEABJREFUzylZC+SHlhpZzThwBUT5AW3kC9iu020uwS4T9HfINjHPDN5O8SG9umbj39aYTXG0u43eVWIa9KhSbeXEH22zqe3yaFHlhJyi0ObLAOPeoW17ZwO6JrKv8gbeb4LNcklrK0MO5EM2ruM8NDykJx57UI899gApmw+PqEcOrRG0DLW00NOhA6t67JH79ez7n9LTbGonT57UAnrjw72DJuct08RanTpo9MWeDz0+HM3whf1BX2sEhw1BQGRorStNWW8nKarM/0Ij1u1fcT1i7T7QT+w/4ZXlNca/b2/taGN9q8D21i7BkbCjHmlXLrVu+2GyrHlLDlR8SPXeoTsf42ihpcVHWXdSJNlurPsRUeTpC5hbHOpMvy+CxuxXiTbr/oSLqATBvZ7tNiOLjsuoXfknZcYEfx14U0iW/YhgzjL0Q3dTJ/V7jVAUtaypQ19a1m6yml5fLFEO0GCIGhBU4JmhR7usZcoewUDVjJ9x47OJrP2Tab/xb/+dvvaNr+vKtas6f/G8xhzgBzzmztAvacql0La62S4wQn925WBqxpxe9xQ7ysgg5VCfoM382Ny8rWDuZYK1QI79pq/VlVXZZ9g3SQF5M9XITfTrs4e0MNcX2rmqWPNEXduhg7l8087zDBzEsq9EMBZ72MIeRqwrYwfb8HXCJfSUR5OpMl4XfuZGXKtrFpXGM2k0i5LmulEHkybEFGSUU3YCLT0ldMc/8ZCoG6M/Z86el2W3StD9PoKx+9HVKhLB2qauX72mdR4ORlz4L/b7PKJtYAerZe98nAfYDzzzNP3W9dZrr+rm9WtqCU4tv6XhAF4si6nYAyrmnqplnxdyqln7Cjw7cfwYh6Bj+uAH3o8dPaJHH35Yx44dUkcfX6RMCG6vXr2sTYLXDrs1zMAxY890m8H8s58SnxmymsIzB+2vv/66fBG5zeXtCy+8oP/HP/7HunjxQuH5DByrays8qi2WB1GPs4/O8Nh5wXvLzHo+HPbpt1QupB9//DH5m5+23SGxwhpBaq/paRF9+E+52P+bv/4f6EOs5RMf/7CeI/3spz6hY4cP6K/8pV/R3+QR8XOf/QwX+r/I4+rD+IxHebz5rP7SX/hl/dzP/LT+4q/8sn7ic5/RX+DR4Wd+6ovw5Bl9/GMf1tLiUI/C50MH9nmF8hcATvPI1tQZu5jIvxa3ykn/lseLP/zyl3Xt8hX98R9/BRsbF5k/jjyf/cCzPCh/Uv8RDxB/+2/9Df06tHzm05/Uk+97XPedvEcPP3i/Pvj+p/UQh9SDrOkAvFnj8HWQOQ/sX9U+yo8/+oAeOHlCf+7nf0qf+cRH9MxTj+vBB05qd3sddnWFLv+amBZfsTDs6Wd5KN3PuDH61QyG8pdAVsBdNRUPOGPd2ripLexndXmo0famKnTCspwhvwF6dvvWBnU1+lorZckHxTEHRdtDYEPeMy6cP6u33npdNzmgTrGRshdgZ5k9QKnW9ZvruoXvm3bBg6C0w0PthYuXNZp00DNWNNKVG1fod03NoJb/vs1oZ6S15f16+L6H1Y6lo36s7cblJ7hTN9FkvI1OBwfMHfxEq86XCp2Uod+XkDX64C8yUAVfklrbIGvaZt+iAn/QYQcz4ZZUQysKiWuYqSHYy2mmfpOUc2jGGcEH8WD80cNH9OwHnpFl7iEVc5lXPVWqWFuFP8htUoNPiJnUTlr1HHM2Db4A3PiUyFnB4BE+r8W++ActM9m3TKBvjM/smMs+aMxeMkWOGePNjHNdylmes8UXz/CFpr9vPyXJMmmaGt5M9Bv/7t/p//Y//U/6/T/4A9VVg17syLITB9uaNdbgSRElZt/FpyToD3Cs314vOjuBjs31DY2xfduycW9v45Pxe+NRq441t20uD9djfI37mO6mymUtHftERb5rhX8MpcS6I4mlqcXX2h/OiDfHu2P0bhef32o4WKC90y/+2Z/Xf/af/O2SfuoTHxdikPGaXu/P/mnTazySrG9uq2UNfni8Ca3nONhexu5O88AxwkcP2J9q5h2yf/sn1Q8fWNahg8s6AlTsMztbtxWa6dqVq7p0+aqu8Siyy7prdAdlUJfQcPiyxd595OgxYo/90B7y5csHnn0/Fy/3qfHehiw8X4anu9Z/L1KSdZEEVJ1SkizvumnKN94rbCNyrcXlVT306OO6l0P4fcAKlzgRAS8GsnJW9G+Qbx8/3qWsS1eu8/C/q82difrwq4HWiCgX9wP2tYb+LbZQ50oNc+SckeGkxDy9XqOqqdXlpFvsxa+9c0ZLa/u1sv+Q3r1yTV/6/T/UP/sX/1p//LXntb65o15dI5epTr/9jpqq9gJKnS9frDOGEb5jd/2G3j3zljZuXFXGWGe7m/rkhz+gZ9/3qJ57/5NcLDyoT37kg3ri0Qf00P336NTxo8qcQ0dcsNy+wWP1sK8WHu6i70MeHuumKTxOOatKWQPWnyOhx5USjJzgy6beT6VS9l7Rom89+o3gv1PvDeZHVVX0EnY8k3kzB9uV8Xis/UWA12PqplGkKDZpe7ROZ+iYEMO5r+cxRETBu7KyQiy6Iscaxu39yGcSz+txEaGIkO3aZYMv6tzX+Eyr5zCY9pa902t0v4iAL9ga+hSRCv1eU2250M99TIttL2Kvr8caIkJOvUa3T82zO/7FdR5ncJtp2yK+sW1FRIkrTV9EyB/P4/U0d3Stw/pNu/HX6JPXbnDZfU2f1xXw0evyHF6bxxhfRKjpNYVnpsVt5n8D793Hc1kWxmUajc/gdtd1yHrK+t3mvhXyMaU+n3Y4nNGdtbq9yIeH7I6Jjx49WtZ26tQp4ptjWl5eozyQ6ZvBm0MHj1C3rNOnz2pjY1vj0bT41B18lPesyJWa/lD3culqvL6APczjf50z9xDDPT0lbxpTJPaPrCBd4HLTdV7TEBsd34m3D7Gn+UtmR44e0X333yfHQntrtJ/sZH4WeedU9MB0Go9563W77DV26If56Ph/ii+O2NM3tyf02u3mq/s6dXmejwiZt9Zbp4hWvtNxH8/l1Dg8X0TIqcHjrTfuGxFlrXUNf9BNt+ecCl+tV+5n/KvIwTwoa6JfukOb6bStRViKUkRo3sfrKjRDmPvnu/wN1dh2DR7xMT0tMpyyJzofCDylLPtcMbZg5n/GZ9kwRO6HKpU9Bzcv72ORE2upaZtpBi73+9H+nXbZW8bo2MR+lhip6Q1k31zhzyv8pKHPXp8pS0kN5xGReq4pY6qqUV33NGH/K/jhQ2ZdzpvfFeuKiMI/r93yNj/MQ+89ezqSi/30mT9sZ2WNAd2tPMZ4jM+Q7uCP2Gt3m9fu1LCHe0GmwWOn8NHjIkIea/9ovjmGt7zdx+PbtpU8bwiZAdBR1bnIzrQaTKvBPtH24jrP5zrjjogyr8uHuPC2jRqcd/8DBw7I5fkY02iZu7/BvDEPnHebwbSJT8Teek0vRWiMIut5u9fu/ua3xxtMk9utsx5ncB/Xmy8uG1eFrjttiQ/neDzetJR4jLnd37jcT/DIeEy7aR6xT7nNeFFVdGFS5G1avFanHuc+Buc9/r3geT3efDp06HCJGYx7FTuzfzIt7u8+Cdm0+AnjMngdBufnEBFFFhFxV4/cJyLwk70SQ8ztd8C5y/i95kIrfUzPDH4Yn/Nu8/zOmxcGt0VE8SPWBYPXa7rNG+PyOIPr3juH1yE+xmGcwZooln+ex2MMxuG+7uO+EVHkHhGKiLI2D4rYKzvfsm84NczHOR9BH+aJ2BsHC8t493G7obuzZs/leuMy37xeg+siwHMH5mXTaIgIzVO3GY/H6//Hx+0G9zH+CbGJwXv8DNvtiK8TOHPKaupadVWDP4psPU/G15hH5pXB5YjQ/GManI9EHf9c9jy2feutfYHvfM6dPas3X39D77z1VomhOxzcoQMHderkKe7m7tOJ48d5yNzH4+G+4pNuXL+uS5fe1ZUrl7hL2MSP7hAXjbTD3cAtYm8/ju4Ql445X3rOOa0Ir9hGWR9rbdn7dzjHef2FTmif949ATgjJ/Knxoy1xpX3UjH2xaWpi+DV53z1x4rh8F/jEE4/rA5zLv/jFL+q5556TY4ND+CHHaGtrazqI/7Hv8rp9n+F5zbuUVWgqNLB5RIRMr/3BhP1hlzXtEFP5/nO8u8v5fEsb67e0tb6ujds35TtRP54uL/S1urygYS9zDm3pt6nXXnlZL/NQ99qrr+mVV1/RSy99X6+88oreffdCkeHhI4fl34phGiMC9nTFPm1Hi8QaC9hmhYxNy4h7vzG+ZoczjM92mxsbnO8msm607G8z4mjzVdYZhQKX7voJazA4v8MDfqKtqRstcIfgsTkRk6D32YyA3xHBWXIqtoNi2z1iOfM/IvBt4yJ/f7HKurPph8zbt+R4RXwytK4sL7GGhphrBJ/WtcmD7a2bN3T50kWdO3sGHXtTF3j0fJvHzhe/9z1951vPly+LXr74rhY5Gz30wP16kBhq/9oqPNySf3r0rTde15985Y/0737zN/V7v/s7+gYPoS//4CW9zh2ZH08vvvsu/S7rFnfY1sGAlj53vEPwDYnTGny836GM+7kPflA/9fkv6Nf+yl/R3/t7f1f/1X/1X+rv/p2/o7/5N39dv/qX/qL+3C/8gn76iz+lz/34j+uzn/40d0Yf1Yd4KH3uuQ+Vn4K1HiGooutVTlpeWtABHvgXiBOaqsK3DrS6yjmCM0yImB+9nXD2HgMJuhjrbQL+wmznrPBUuomkkxV+XufUZStAh2ANdGIw3T3edQivuwMzFMF9E0IOuhh0p4/THEk1wW8FOLXQw30hxONaDNLgeV1vJQjxYS7+z9SdUkpFMWw8Dcph597jEOAyOkIfFk3/nBMBU00Q0YcpwwLuVyOMnEPua0gp5LLTiK6Mn3KpYqYVo5Roz+Bq7kJd14WGnHOhJ6VU+kRESV1WwCbo8FoK3/S//HRsFsljUqZ7APSBFzklVeBuPA9pRTnRmiPJfDT4IilR54tdX04YnE+M5/aZS6OpGvjcVPUezxnr8R7j8TZIgw23pDh8H4ZNq+fuoUB9wGvNOcGXTv5EhFLKOK0JTnci97ccMnRGuC2VgNLjDZaLwXgMrvNm7TGGXq8u/Z23oTeseYFgtKmyzJ8ZdCEu9XC6iwtDHmOGXN4OCFL6pS6npJwA5q+rik2qKrKpK9YNrrpuVJPmnOQPIlGE+1cKUpenBNMisDa4f1cccWZcTz2C8rrugbO5C5mAPCI0g7YJFz1TjGuGzrQYW8fFtjA8WXlJOzYzkdJdsn5xUWS9arlAa+nbogPCW1r3Ugold6Sf5sDYjn4FyBvXlAvvmR85GCeg5RLE5Q7cBpcNgoZiv9AwT7uuUwTzpKQEZPhmmezxKDPENvCePu4LWL+sK4YOO7UOJYV6da2mqtRh+25rSQObf68ezjjkTNkI/JBkOrx+BwJOI0Lzj2mb0+Q0IuQ+8yDa/Uyv25y67HbjmjKv83P8zkuBUpAAABAASURBVBufwXVTZGVw3nUGj5/XRUThh/i4DwnyZl3wa943ItBJOMz6PW7idREQjNkYvfl18DmlQIYqkMm3XLx26IWQYSDrjrIfVFrGCR3wpr6zuaUJmzu3ZKoZk5BbRtbOu9+UQKbf1PiEpHkKJaqxkSoltejD1vYGwRCXruihdWU82ZUf4BIi9a+NEPhm6EyuksboawtNLeUBl5qdJD+g5iQdIlBZZhOdcomWoGN1eVH7VpdLwLPEZpPhQYZGpmYT2tD581fLg5FpaMG7zYPdTR7kbhOINeiWL/+H9s+pkr+EscDG38MHd+wZM+bo4EEFTdtc4vmny969cK78SoYrly9qxlqm4DS//Ghx7z0OBFfxPWM22xsEgRfln4b0ZbwfSzFboZJAqGLOumnKN6PHyClBcMCrgHbxcRC6ThB1+/ZtAohd5MoYfEbOlVrkiNg1Q84+AO3ft6amVyunBK9npd0+LbO+GXqXU2a8CqTIqrngMlT4jT7rdd8JNFiPW3BGJPV6PaWUFBEaczHkb9vPfJBvhZxrzbqkyYxLAtrqphGi0AQ9mKE35kfG7vvoRGZ8TkkZuj3ftA3oEzwCEYI17xeR8dB9QbLD44x55r8B54dmP17O4IcvTjp4E4VPWSln7fEzuPAfARNNzRf6+tdGbqPzPfz0yuoq621U17X6rHtxuKBFHsbtfyv4UpuuqpLAbWiFfwkpMU8NTZGSxBqcB3X55/2nZkzOSYkau8IOvi3xoNnkSjW0JWwp8DNCj3rMO4NXs0hcx4cCXav6AzX9Be1y+SZl9QaLquo+VpCVck08sFBigwY5LC0uqql7asCzvLKC3Ft06woPjpd0/fpN7Ar7RFfrJI12tggm39X6zT29CUljHj5gjnqpUg8devjBh5BvpRUC8qZOxU6WFwdCzXXk0AE9+cRj+hAX/726luU3hI+2E7PI9jMjmJ4w3yYB7hS9eYNA89vPf0u3eJTf5WDjb0j729JbHAx8oLAuW1ettwb7JoMgzmX3c7v92DYHimUeB5z3I7HT9fXbeuihBzjAPKND0PfCC9+VbcPfBhwMeviRka7xKGf+TNHR/RzOMjJ48KFH9MQTT+jEPffoYx/7hH75l39Zn/zUp/SJT35Sf/bP/qJ+modQ/zS551wlKF1cHKKYEw55F/XS957XzvpN3b5+RaffeE3/6n/+fylZFyRFhCqYtbKyjLa0ms5GWl1b1uUr7+r27Rvq1VnCf53k8HWA+hPHj5SHvR/79Kf0+R//MS0zz1Eeak/de0zHjh8q/D9/7oxu8kiwzYEAtujq5cvl0PnWG29pHV+1Rf3K8qL8aD7D59gX21/f5hHcP+1y/eol7Wze0um3XtPVi+f1xmsvF3j7zdfkn7I9uH9Jjz50Sg+eOqaPfeQDeurJx9C9LYm9ueWBu+lVZR0V+nD27Gn5cbCH7h0/dlxPP/1MWTsqzfyLGmLvly+cJ2UMurWyvIJv6TRBF1p0fobOd2iyMIxchab4yQk6M3YswsG2os7fsnzs0Yc16De6ce0KPmEKjla7HOSmPCguL61ip8uaTVsOXDPoqbUwXBQMV4qk3ckmM4y1O93GxCbATA30XuHh6I3X3hZvqOrA4982sI/H5RYaauS3u72lKXtcRJRHPUVmjk4dNI+Zu89j2hQdKrQyt/XXch/j2yb+Jitzj1jDNg+3rm/B5S+ydKx7tLNLXNsW+k6/9Y7GxBQbPNhdefeSJuTZYjXDT5iPTif4yhYezfAKI2TgxZmHk9FMIw6jDa+rG9cv6fbVi1pEPtsbt7TNPmS+7poeaB5Byw5074J/gq+fQUer0Mj8Zq4ZG8UucklNrZH74yO3GDtV0s54qsvshZm2Xdb8xltntMnj5/Ubt5XrWqvYhPX34P5lrSw22rfU1yH23mEOnTi4X7PdHXSgp9WFJTm271UNB+e+lpaGWljs6wAP+hk7rOBp1Qy0O+60uTNFhH0e3na1ueUYYFQuCzJM2WSvgx20BwfjLfnLUOvYfrCG1mtjrTN0qA/OpcFAdSf4PeIBfUn/6B/9I/2f//7/Rf/sn/8L/Zt/82/Uq5ISe3c32tICdL/0ykuagry3tKgRPNpEfpvo7ls8+vnv45w/ewGuhY4cOaaT957Upz72UR3ct6x7jx/Uj336g3r8kRN6/KET+vDTj+pXf+UX9XN/5md1z6lTuv/BR7SfB/M+/jMPaqFimhDLdWDbv++Qjh65RxX+fIcY6o//6A/18ksvqO7VatD7GfFwQOcC+8YKe/g2+gVp8ImLC+q3dtYZG7qKfXznO9/VhfMXdfqdCzp/7iq2fUYXoXmTB+Jt+JaQa4fPCQk76nD3bYGo4FNvFboGmk0rdFKqmkXN0Ptt9GOrm2oMf21zfXiacwXlqeyXNTrw0EMP6m/8+l/TX/8Pfk2f+/Qn9PTjj2hQdepGm+jluxoSSK8Nax1dXVCMd+Tf+PD6m69rhrJfv3ldz3/neV2+ekU9/PTho4d18PBBHeTiaZOLmgX0ZoxuNjwcGMJzp0z8N9G+lZ6OHV7SsUNL8P1eHeFRO2Ev++DV8YOHtOC9cDjQIfi2BO6lxUX0lXWCo88e3+ZaHTDtVD7JmxealdDdSNKAmGN5ZUlBfc5ZLTxIjPX6PWQKbyzHSEluV4Tqpim4psg3wpwOdH0JXIO7fYynz37pMRGhFrlERDlDLvHou0Ds4bYGXN7ber0eqENj9LrFPiOCvaUq/CeLDWwUHJBXUhPgsabBuI1jl9jc/iQiiuwn8HRE/DPDN3ku+6kZ9uN6l43D42as0WW3t+iOcbrO4Hr7U5+FvR7T6byhqqpCs+lweYDeuI/LbrPeGJyHJE9X+ON5XOis5GTc7ro5eE6P81zG1cNvGLf7mV7DhLjD9HnMDDmYZvtR7+Hmw4S1u919jcvjnbo/zFFJmXvOO8/pMXvz9Qrf3TaFX3McHu+8daLxxZllWDUK9CVy0lns0GP27dunVGX2pdAEWdo33yQOu3Xrli5cuCBfwPlvqJnuCT54Bq0+V0dE4afp8JdP/BsCxvjmFj5tcV4Zs+Yx+lETux3nsnmbGHlj4zbznilxkJixRc+8D/lMNcAeVpYWSpyxQB6VV0L3nXfquHzAOpyvoL/kEyWULCIKj4zPcrBcLWPzp/AAnpu/1q8pefcz3U7d1/ycsve4j2me593HZfeLCM0/EXs6a1yuS9BhHOa50y1iSMeBO1yEu49pmPebIaO5zCNCbnc/z21bYsmIvCv13r+Nu8GnmR8d/mmGfZgu51v037R1pB17UU4JnU2yD2jh7QrnCOvhDfztOpfL9hEuO15w/JMT/EPmHmv63O40ItTCV/PGUDG/05QrGa9pMh6v1XkUwcMKzabNazKvvS7zb4bNduhFREBfLr7C482veV/3Mb6OeSNClp34GJ/54vr53LYd9/fcBuNwu8d0HLBGxBVT4iBYAC8FzV1JIxLx3vQueFxEKKWs+cc0ea0FsGXrk/G6PucMrrbADDnafr1O02h6jM9ly9+0GmdEOCkQEcwVzD8pXwq2jfmsbB55nkX2g2XOEXPdNY8iPCYVG4+Iwj/T4raE/Jy6v8F+w2WD+7wXn/MrKyvlSxRe27yPx3h9xiU+c7oTc5mnLbrltUVEocF4zYeIUManGo9p9/xOK3Rkb1wLz7uyh2T4ZvwRUXRkRMxgHvlRyTzzWNNn3J7L/HT9iP3AeY83X0y/aXXZdLvPLrhMs+sMHj/FR5mGiJDL4mPcps/jnDde24VpMG1Nrym8NS7Lw/T5tw2M0CWX3d/zdShVRNA3AVnGaTAOz+V+TsXH9PTYMz2fwWWqC1+cGjxuXj/POzX9hohQCuxUex+3RUSZ2+Pm4HrTbhCfruvurj0iypwdzsX9DGT36ujneRhSyqbdODr8SUfbXr4rOj/F9xQeUB/oXmgPr/v8aTAejzfe94Lr3NftxmXbbudz3UkFce5neG9fy8FjDB7vNuP2egzmhce4zm3uZ3k47zqD2102uOzUEBEyDkNEyB/nfdeyS8x95dJlvfnmm3r1lVf1gxdf0osvvKCXXnxRr5bftvCObt24Lt+lfJbz8t/4639Nf/XX/rJ+6Rd/UT/3sz+tX/j5P6PPf+5z5S7gxIljamr70SlTdMxJwr2Tz2RiT0xl6k5TfOYY/d9lD7EdbLOn+P7gNvuyf7Cj6C4+HcFg04t6+sn3yQ9a/inFT3Ff8MlPfkKf+cxngE/rE5/4mI4fP8ZEnfxl8S3OY97DJ5zJNzfXdZOY12eW3d1tpRzq9YkTkjjXbhebN6934MEG89mnW2bW5z77se2mwr5Ndh9dHw4aLQ772scdwjJx79rSghZ6tfpN5p6HuW5c1Zl33tL3v/dd+cHvzbfe0OtvvKq3335T/i0WY+5YhwsD+W6ix7id3U1d5lF6e2dTmTN4ysJ/jjSG9vF4l+Wbj22he8qdrWP5C++e50H2XV27frV8SWyLeCTB2JyTVrj/MN0pJW1wF2Q+2gdvwd+IKHYVkoruEL+07I81fm44GMj7ptfo9Wb4M+LeaBfwg+g2uHa5BzpAbG8IdHlGDLTD3BN81DpyO/POO/r+iy/oO99+Xi+/9FL5LR3+adEzp09zPjpbHjxHxMWQof3gefSRh+VfmXyY88cm+N98443yGz5+7/d+T1/+8pfLn2lxfGZa9xHHPfzww3r2/e/XRz78YX38Yx/Txz76UX30Ix/RR3g8/8iHnyP/Yeo/qk+hGz+GbvwkOvn5n/wJffHzn9dP/sTn6P+R8hOmDz14vw5zVl5CDoOmVr+p1AMswz7lAb5yARm7bjYdc8+9pc31Wzye39IOfLTeLi8saBHo4MP1q1f1zjtvy3LZ4i7Ddjwxb+DdDR6SfQ/m34aWopPsYO3ApxycDR0CCBxNjqQqZdkgnc/kE/VubzEWj2nZlC0w4aDwISDryP4QckrKKe3VEZCUvpISdRGBMrUo16TADGdHFW1Bj04RAehuGeR3yylFqa84ABusuCm5r9THmAYc3HxR57QH8+o6E+DUBfbKFYZWlXJdV3cCpEy6B5kAPefEHIa4kzKBoMJrJY0IVRjiHDI0hethRNyBjs3cillh5BXtJAqcjnzpgPF0wHvzHTxI9KhTVsWCclDyfPDOsnK5oi0DwVxQwz+cFxtwCaLvBNtuytBmSCm5WDanls3UdaWC/3kjcN0MeRom4BlhPA60vFHbSB087+AUd1CeEQ7Syu++O9TZQRlcv0ublW1jc7PI03XGYWN3aiU0eD6D6agJdA0OkIbDoXocdF2ucAA95Nag/CknZcpub+hfIa+cs1xXlXKteVo3zd36utnLd6xzyvocxDqdwmOvwWA6puhwwOe6bpi/r5TADf4E3zp4P7lzUPF6JhjRe2HMAW3KhcMMnHRVyklVNR8fijDozseUAGGRdchjWvhknsxhAv+nyHAGvaatw5jpzXjGoVMlz/hIIUMi9ZwnWb/5AAAQAElEQVQRKrZExztzomXI2jgiaKTBeaNwyZAUygFv/xRYz9zm1PY9wS9MCMrsG4QeGkd3JzWejnk6ys7bL7R3/EdK2D1txU+QdjDoLtDf9HidU/jv1Pw1mBduc1/xKXgY67o5uM0QsbdOjzEOg3FYf627Tl02Xw0eHxHwfqYZttnB35ZULIpqJRso+ZJQP0XezKBBr1ZdsR7kTCJvuAk7zjBpmYt61429mVM35sKzqTMoZ3C4Va/Gv+SkCboyxrZyglPMi1NU7Tb0xXxzgDCivWOtgoYJc1e0Nb1aQ5y/9XbMBtxxKE2gN/hR1OkWD6e7o215w55xSQzr8YO1qjoxR1LTq5SYd9aOSzoYNOh6LWkGtPBjRDpTpFYVi1lgvoWFobyhDBd6WmUT///S9d/xll3ZfSf22yfc9PJ79V7lHFGoAqqQUyN3o3Nms0nKQ7FJipQ9+ow1oxE99mfGHkvyx39YtvixxoqUTOpDUxTFzs1OyDmjgKpCAYXKuV7O78Zz/PueVxcEx56LWtjn7LPD2muvtNc6977NmzZpx/ZtGh1dow3r12mvg344QZQ7dmzTfieENm3e6PlirSzWHX+OlHeClhaW1OZnFRVrbmZBkxNTWphf1uLCspMaDZmkNmgtJ6QmxFtex2ywp5yowcCiv0uWY643O0HDNU7ZhQsXdPToUb355ps6e+aMx5tX5v1aNu154x3gJwmL5KDrZx38XMHQx5Ei0zQzjeM4UQhBK9Zbyw7KNy171EfRapsQR5L/8Sa0TLteB4VrPb3q8YExiks+9GeKPEbbspormJ9yO0kthTjVvB2TJgfiEKutSHmUKPN1w7yembky728epMi4JKVUbRMhhCD0XpqmiqNYaZIKB6jsIGYSJ4o9p6JES17jsnkNWvQZp5L7lxKeRwUNMgdry7aB2ME0jsWYbWQyRMYx05wTxshGmibqscPQ50NwxXNkTj62HFCqrzQdMFoUb/q7m8AzVy4Zv5ID9CXaKqhuvdiyHHdYn8d2lUhgYwdYX8P8y8+NRFGktU7I8zcNhh0gKSWJe6j4YBdy70XqNSObXJdKJWEPaMC6y7YJrIFxkJmO6R0ZF9pTclCtOphKX1erZQcpGN+qaUBSspRY/szTiRFsWwZ7zddBxtC2F1ktwPtfrVQ15qTgurG1gt+YNzb9CHq3TRtFsR33WTu4K6o7IdtrezVx7YqTcFdVs2PeZ8c7dpsN69frtttu0xbz6147iMjNRsvOjINCly5eFN8ojUNk3l92oH2lcESPHn1PTz31S7XtZM/YicamYnc7XmvLfIkNRW6wuXyLdMX4Nsy3K+Yz1g3QtmkHOgTz4o1+TevujjcxhCCukRHoBr2hKf1CCCZrbn1QFvXQHpoaRWWm0fDwoPVP2TQZFHXMC236e/vV4yA6bzJevHRZS8ap10m+mflF8ROm//m739cvn37aCaSWzp2/4CD/O7o2PqkNThbWnYx66623FEvKbD97q2XVyqkSS8v3/+LPNH7pvO63Iz01Na25uXmt8nnJ17Oq15d01geaM2dO+xBzUmOjw7pp325tWDemTRvWWmYS3XHbrXr0kQetvyo6cPM+O9yP6xtf+4od8fv87Ba3XaPNG9dqy6b1hSO+fmzU7fZ7nH265cBBDTmpdeH8aV29fF5TTn7VyomTaosadDJgJ99ItfO/fes2rV8/pn17d5gOJY2ODGh0zZDWDA8oCbnX1ZSyhhad7J03pNbFrHXRB8CO5b3pRAiyOzs3qyiSypZjnPnx6+PmqXG16k0nyqqqWt7qPkDu2rbFyazMerWtvmpNo0PDKnwP2xISKVGIfd9W5v2OnXCp1hLr1WVhV4yI5hemNeXk8ZrRUcVpyXRseo6Gx+soStrq5HVlzohiA2If/HLbhrJlaMW6ZnllSZWQaqDWp6G+IfeJzE9NS1mmtBRrx87NiuJMI6ODWrN2WGMuH773bn32sYd07z13eqSOmvYBOnmsThZrZWHRpGmoHPnefJNaI5SiVMhFOS0ra2eKo0hRKWjFeqbRkqKk5nESQ/AYcvIyVzv3vRO4rXrb8tR0n0QjQyO64/Y7nPBvSsbwYx6PgtubfiWPW048dqTYPJdluSLjAd1O2PYszc06sbqgC+dOK847KsWRbdWs7bfHTyJ1LBPsX61WNQ3qrjcNrU+WvK/zTsJ37L8t+xC67INX5r1BaOZ8kF+yrPItmVK5ajpHCrHX7r3iG5UDDhQCe/fuFT/D9cD99/lgeUi/+7u/pV/55hf19a9/UU989hH92q99XY8+fI/uvueQfvVXv6ovfOFx3X//XTp8yy06uH+/9u/bq80b1pk/ytq5fav2793lhP4O8+guJ8sG1ddbVSmJLRc14cMkcVAUDKZTyWtjrVXbhYZxN3ZuG5TZn1ixzDUdKED2Iq+1arp1rN/Re2W3H+jtUWo65aYNB/TJCfOa4dyZ83rlpVf1/LMv6O0331F9ueExywX/yB/0CDaewMCpU6eLn9IsV8r2ESZVSlPt3rm9kKk333hNvC2Prp6anNLk9Qkffhe0ZF2zuLis1G09nD744AMdOXLEe98oAr6ZeQ591rRebFsntr03LevTjuvxI6oOMlC3qu9iyfwZoqTAE/04OzPr/e6IN/w7tt20rZsZO+aZzHbLhdrew4Z5FP1HGbk/Z4Yl49Wwjm563la7IfyRpuc3swmcUuu8tvHIjDj499ie9Fmfxt6Pd958Sy+/+KJOnjihi+fP6sP3j+valYuFXtm7a7v4Kd5f/9VviG+8sx7eiAc31rtu3bqCBsePH9df/uVf6s/+7M/0l9/9np5+9hm94UDIy6++qn/xL/+lfv7LX+qf/JP/i5586mm9/c7bDvpc1QcfHtf169eKt+wvXbwgOVBGIGbBPsPM9Ixq1ZqSKFJ/T5/6enrV29enWm+fSr5XUtayZZGkMS9XLVlntKzbm7a5cRypaX5p+LpWqyguJQoxEKtlGrRNyDxEogSKb5BZ73Vsd9OkJNkJQZSa3jtelMtDUGK907GvE6yr2Mc4jgVwXfG+4tvUTNOS/Ql0AHvAeoCFxTktLs17T+a07EAX903zN3ucxKl5uaSO93T1OlXiPa1Ve8Q9JfaLswV8JX9aXhs+Ffvd8Fmpbl+Ts3DuZ+AUef1WxJb73LorK3gq85oj0zItlYrkMHgn9lVCCMpME3DuAvVA2b4Q7RiTZx6+WDPPqKOfFBSCITJQfgLgEXCmndlX3Bc4WH7on1qW5U/dPibPgEXrMtbVMR+zxhWf+4k1MA7r5Bkl9bRx98KfYFwA3Jivew3etKMuSdJCFhiXuajnORBC8L6roBe+ZNs2E5pfvHhJ8w7OJeaPSQezkMNqT4+iOC5+vjaKYyWmI+Nt2LDBfNpjXTEr+CF33CW2nstcsmcdy25mHlMe2R42CrzhmSSJNTIyrH6fe1ZMC9bHOuM4Um79x/jYVUpkuWW+hB7gHXv+yLRvmSfAl2UgAw2Pk5uJGZu2LfcJISiKPKY3g34hhGI/qeM57VhH7ueZeQKAB1LvFyXtRm3P+cYs/cFTQcWY4EYb1oMMhLA6NvX0AzKfjRifeVgf88gfxqcPbXgOLswdRbGfro5PH+aLi/VGksenPyB/QghqmQbsadu8k5nWkdfK/BXzcQjB9M7s87bUsn7GroID4yHf8MSUg/zoafp1vP8t0yw3HToer2ndGpvOkcf0dIIP6Fs2XwTXhRAEjqt4RwVd+RWEzHsQQlDsPY6Ne5DZzPTlGtxCCIVc0A86+LGaXge4QQvuKeF32nBPP/qHEBTFscAzhCBoGIxjCKvX7Adt5U8IobBbzME4rAmQglgTEEJkXDoFLCwu2f+dt+6wz5VaJyqSDMwLzYvS3EkJDcAZPBgTWnLNmMwlz90pZKAh+LFsPy+OI4/dthysiLU1ravpU7SXxBzQgLMJe7LoOB/7360juQq9AfoBPKMNQD24RN4bgPEA6EHZBdrRj/5t7znz075kPQn9YtMXQA/29vaaBjIfWa+aJ+jDOB3zSDGG+YoGyABtoTV7RxvmZUyAa4Br9ATnvzGfCfps35gbnOiDn7B+/QZt3bpV27Zt0w6fBYhL8O04+oIX7cEZXJkvhCD0wKVLl4oXPNgL7gtaeH9pD47cA1xHUVzwRmRacU/9J2nYHR/dw3XTNgccWT9t6ZNYR4QQvL9JAd2xWAfPQwgF3bhmDOgFbeIb9KUdssYz2gBc0wbgGqBdd076hvDX44YQFMWxPkmLEIL4hLBa0p97xqLknvG455o6ruXm3fGRYdqAByXPge49dQB1lNR3aYNNDiEIeoTgQWX+sdx021IC3bkpuWecLjBe9xqfgWtotdo2L+jKNdDt62kUQij0EHPLH54zFnvH/mbWQ9QxXhdf+oewiifXPA9h9d5DFHNRMiYgPyra2b8ocHIZgvfE5ZJltkjAzc65WfCZfthn4fX2tUs+507q6Lvv6Vknul575VW98fpr4oXtY667fv2qYuuxrY5pbN++RcQDkzgSNjC3DYFN+3prPjf3+/ydKstaho54ltkHDNa5sr7J7f927EdHRrht2Zyxfh+/4hiKk70t8/C6teu0edNmUfY5vkC3q1eu6Z23j+gXv/ilXn/9TV24cEn8Gt28ff/E/gPyWvGZKjIS8EccxdaXLZmU1mVNMUYUrcqAp1XdMVZ0F9CxPSmXEp+Laqq4tAK0e5irvrRc/IIT36jkb3tOT17XnHFt2BeywfLZqaZdu3YadunAgQNFvIefUObFLb6hH0IobEDba+3t7VFsGWBu9tXcYbuQquxzTqlckrxfTduy+fm5ImE36dgnuK043zI5Oa5ZnykX7e94SKGrKWUfxNthn6aq/v7ejyFNY/Gs5TgSJe17emrFfB3r0qmpSSdqL+nM6TOOO130OWuigNVf+Jss9NT58+fF2YFfKOMs9c477/g88U6B20XHXa9dvVrgtGScVnymLZdSEeu6847bi4TmvffcrU89cH8Bjzz0kB55+CEn5L+i3/iNXyuS9L/z27+lv/O7v62/5fvPf+4JP39QDz34gO7m26H791mvbtHOHduLn9Fd60TsyJphjTrmjD/Waz+vYx5i3kKH+ho+mpoY9zrGizgwcoQ88byraxv2x1fst87NzRbnm/NOALOOGcfkJh3fGb92TfzC0+LCvJPmy5p3u3OOL506+aGT52ccz14oYnXMw/mWxGnH5+JAfMB+RNX2MwohKAqR99M7qtVPZkMEdGycuiXXAIIMUF+AOZV7eoYQ9DFDm3lgIDYzTRMzk4XZE+eGzELFRiOIQLcus1DmHi+OI7cHGC/Iw0ohL8ooCgVDlbyBQNlOWemGkU3sQGMQwDPx/BjbHh9Oe3yg6vEmECylLk1SxVGkzOsLUnGdun0aJyqnqUp+XuJAFcU+vEYFpL4u8dzP3FO5gwYFeC35x9CRH8grFesCjG6hVIJkOgfTx+AFRZ5fujmNUQAAEABJREFU/uSW+Mz0pvSt+wW1vUmsgXuA5zAHa0PBck97ylYRLPW8bkiftpmLNgDXtFmFjvVER9TRjrqitIPLWF2gDmjdcB5hxm6fJSsYGBRcVttnhcLg4NW040Vd2wKL4BMgXFpe1LIP1MCig4ELDjbx5sX0jJMpvl7yIXbRSaC5hVnNONjIfdNBBw7iyw7etEzjKDFvmogNKwdwDqZbCME0XZ0bmoAPOAJcAwhUF7gHeP5JaFmRtrzOzPvXMd5cL4OzA0nLhiXjPD8/q2kHIGeMMyXCuKroVsS6gYaVc9sGIzfvSkFxnJhH4fnY+x0phFAAew7E5jVA/uTefxdFO+q6EEWx4ihS7LZJEvtwvzomPJ6aR6mP/Jy+0IUyhLA6jtvzjPqOlTlzhBAKHGQckXcghCA+PO9YFqARNFux0mHfuaauC7ShbdHHPLu6ZpsGrwG8wIk56d+wcQCHbn0IoZg/hCDGoB3jhBCUGacQQlHfnYt94po96RR703KArF5A7vbQJI4ZE72Qiz0k4Bcij+oAUEaQxQHlUjkRkKSmpYMusaFaK4vEI33QKx32/wYwX2x+MzpCv5TSRB3LlEfVig0HuIAXtMGRRZ+EELxPUeH8sq7c9Fh2W9oB0AKgjn48B3jWMd1DWF17pVKVFDxvSb0+JLScFKo3VrRsXmyaT91MyFdux4/DATDqgzSwd+8eG/adGhwcED9/MTIypGHD2NoRDQ8PaWCgt4C+/h636dN6Jx0GnBjg+dZtm3XgoAOxNmQ7d+1w/zWF8RpwIGF0zYi2bNks3kiD3uPj13Xt6hWdtJG5YieIw8bWrVtt1Gta8mGvZQcpMf9VKj3ek2DcGxp3AuXSpWuWo1knoxZ0+vRZvffe+3r7rXecDD2iDz/8SPPzS3bEhh303SeCgRxOPvvZz+ozn/m0vvjFL+jBBz+l++67tzC0tVpFHesG3giHrrkdizRNLCPSOidW1o8Oaf3ooDaMDTvh0G+dnsjK3sGxlvdwRfW6SwffrToVoooDai1N2TFbcQB/3rzfMn0J8GXmI8WRZDkj+dCRP1Hs/yUiKdByEKbhQcrlShEMg9dzP/UWSnnQonUfzxumyWogve1+mZOUdaFD2t7f3DbPwwvaYi8S6zvuc9tJrsvldNVRcqKu185qT61iPku0YkerZZ0Ijyam97wdsdxyUbZz1rJeg8/gm2XrsKaTIU0HCkuWhd6emnmoIw6bbesG0O3t6ze/9amUpmo5UFx3EmdxaUnLDv60jV9QrBwIpqPXH9k2ttu519G0/u84qdF2QLSjunUg/Wbs/K2YjoxP4FP+WCRUMZ3iECn3vNjYyAtNPSd0o3Qzr2vFfEOwwLh4HS2PmVnXICuUyAvtVm1+iUvj3iO+zcNPwPzWd35LX/7yl7R//14n5xL1lBKtMe9vWrdGe3Zu0R23HtCjD9yj4b6acuvtlvV9vx2hkYEeDdjp9eQaGhgQfAxvsY5arVbMs7y8UgR7ve3m1wVdtQOGDoGmIw68LZlm4DU1MeHg3byu2+mccBsc0B//5K/0ng8lTz31ZPH3ANc64A19gumx/+abjf9uy9hmRaZvyQeDak+fSk4QM1fDQd26aRHiSJn5qtEyJ8aJyvZt4qTsfWiobd6NosQ6NMjkMo+UDRUDZUmVSs16pVKMn3szKh67xz5RCMFtUvdvW6bMF9ZHg4OD6jNPwLOTduZXzGuLlm3seuT2ECOEYJ6Ni0MNfzMoTlLxbbgXX35F7x49pqnZeaUOaL977H29/sZb+ujMWZ13wnVmbkEn7ci/9dbbmp2d1aHDt3rdm/ToIw/pK1/8nGqlyAeZWS3NTWp6/JreNc2Qr+HhERG8qHnN6Dt+8met9/RXv/1Nbd68Xji9Kw6Oz89OKbduWGu91WdZmZ0a1/i1y4UzPD87bR1Y1cryvJ3lac2ZT5Gbl154TvyczDknc65cvCL+puHlS1d13Xu3e+eOIkEbQ3sfEPkJnr7+fg0MDpimJdO6rfXr1xmHjdrgPd3k60qa6NAtB7VsmZyemHRi9LrXtOJxtjjROurkaMX7lKuUlKw3exQkHwIWnKioesxUke9zb+Ks8c3sCzaLF2hyRcaBhEMUEs1dm9C6wUFVSrFaaiqUEzVglk4iq0Of95pq2Iey4GrRfNlor2jYSc4HHnpA6zZu1L59B1Qu1RRHkSLbyjTNFQL73xJzBwWP0TG0izaZ5RDd0HQSPLPPmJmHZB5ALpHxd997T3XbKH4efPfuvbrv/gc0smaNlOWqllNDyeN2lMRBpTQW/VaW6+pYF+Reb8c2ljpkrmMeRNZbHo+Db+4FBePZvlHfdlvaxNaV8gI7hrITUzOmNwmreR94jxw7pqblJAteXxKrbn8k+Lrt+UIIiuO44HlkoWX5koL5JlKnmWvtyKh1QZ9y1494n0eGBox728nIPt1hfu2rlsXPpNesW2QdXk6DYlK85rv+noqqXl9kXsmMPyj29VVtm2Lt2L5TlWpN/+pf/5HefOuIRtesFXYuhCDWjTy0LOe9tv0r1p/L9iH+7D/+qd468prbv6Se3sSyMqI46aivN3bfqu6557A+8+mHdMehW/W1L39Bv/Nbf1u/9zvf0T/5x/8nfec3f12PP/op3Xv3Ye3evlF33XaLDjhZu35sTD2WjTEfUAf7+7TBB9bbva7PfeYxfd1jfOvrX9FD1pG7d2zV7p1bdfP+Pbr33ju1fcdm7d6zTUOD/daR/SqnidavHdOYZW3ThvXFzzfl9tUYs+11yB904jrLBUEGgg6sl/Vt27ZNmzZvEXvOT/4uOsgz54TdyMga8eygk8Pr1q3V8GCf6bZFH35wQu+89ZbOWEYX5+bVqndkl00ms/VXSfBL23wBlH0m9NQFTQn8QlPoWUrTj/c99v5XqhUnTEasF0s0V56bBwx9DuJ88Qtf1qFbb/OBfqfWrV2vfuvDUlpSxXq049btPJdNoJrWu0DH/XwpSvi1bZlyXlap5TKxjJbKZWW2zwPmpUqtKjOEItOvY95NfJZNbbdHhoatA2pqrtQdyJm27arqZvt1jzkYcd/dd2qTA03wXH1lQbFl9b133xREgL47HNRdv369BgcHdfjwYXGPjKDnkyRR30C/7r73Xt1jH+rz9qe+9Wvf1u/9/u/rS1/5sg4eukVjHjsPsRrNTPMLi5JlJU5TbdmyVZVajzZv2aJtnmNmdtY633rU82yx37dt+w7t3bfP/uNB88eOQuZ7Tb+RNWOq2YY1LEPQJFOEFMuqwzSpWh5b6unr9XVZDfNKx/ouMp4lB5ia1jXUobealqHI8tul0YBtM2vCDg0NDGrUdiGNYgXjXqv1WqYzVas9qtiGlkoVeVj7oHXXd1R3QAX+QNbgO66jKBK8AcCrK/Z5MiMJP6EXGtZ3bW9s3WXseerWWfi5DfsOdY/319Awb1QUm69y7zO0Z2xFQVkwOV1f8b6XzXOx911xJPa/0lMT6+t4ztw8BV5dfgUfkhaMBUQey908pDnMuiY1veIQKyiSp5QyORDUUsN4sbaWg5OZdab8oX8LP9Ryxrisl+Rew3qRZ0V77wMlz+csYzwDH8aAhzyM6Zmpix8ldbShn4x/7nVklsPM+w5mcQjWqS3bGCnYFsAAPpYJGYXGbetj+rM27qFBiIJCMESRtarX6n6Zxw7mA1+qbR2Djm94jsJHClLutkPDw0K/lCxPTa+LNcofziq84AbtMhMqt0/Lvi2Yz+fm5jQ9PaPpGcPUlObnFzRnO4LuXW9b7pHFtxKq3reRkRHrmlS9Pb32yfsLvTE4NKhBy0Lba4a+0DKEUOCfmfmYxyiYNLki4wgdoxvPuYYOqeUshEAzrfJPriWf+bAH6C/GZlzGo4TurA2dyfg8Zx3sV8e06XjPaQNduWZg2vMcnqaefpS0Y1xwA2gLwAM8o2R89mVpaUUN831mxTs/P2s+aCjxnnTMi9Sv+Lyz4GAk0LYMQ7vc9KZ/x/QBMjbQE7DajnHNTCPABDLNJPz93M/TUknICXqzr6+voDF/EmTt6Fihs6vWw/A/44cQ3J1eKmisIPV4j2LLXG6+4Z71Q1M/cpvV9rlxYW7ahBC8npY6ph33RsHtIq8vKXiVsWhLWbVfWzJ+IdwYx3OEEIq+9GeOEELRlz2GrvSFlgsLC6Zho9BF4MQeAuwH9KYOejXMv917ntEfnuYZ9QB14EpJe2DRPD1vO1r3PjGv0SjwAF9wCSEUPMy+AVEcadn7tmSfiThI5nNnuVJSuZKqVE5loVXsmEkU+9KCG0dBxEkrpbJITHMt03HZ54M65yPLZBwi+3mJ/alMNm/KvcdRiNkG32ee3zQ1/Vb5r1nQI45jVSqVgtYmZ7EXxXOfr5fsv0IjSmhR0NjriCxPrB3gmjE8gbj3Y+UeCF3BPdf0Q64Zh5KxmAO6AdCWtgD36Afayp8ubrQh2XHm7Bnx6xr8HeVj9jVPnz4t5JV5wANac90F+jGXhyr2A3zL9glSyz51mXWSTCHm4VxWs62QP7QDuuOEEEy/VDWfSXlRBN0DP3bH6s5N3ciaUa2xDz5svciYjAMNWB/XzE37EEJBe9qi4+AV2tAWWwedmJ+2rIu+IQSFEMQ1z0KIFMKqPFBH0hmQP8g0Y4UQxBg8lz/0A3xZ7Fm3DfdcU9I2hO64q3PSp4sf5ScBOnefZ1n28biMRzuewSPBg4cQxPjyB5tPm9XnKupDCH6y+o9nnwTaFWDepp6xM8tB5vui3rxH2b1nFOZi/QB0BKijHbzRso7kmj7dMbmnLyXAsxBCgZ/8oc5FQXtK7ju2qfDviuP1M7Zr6IMVnycYkzbFnMaVuinbvFOnTjkmd1ok0a5fvy50FM+QOb60QGKNpBovcY9PXtOVq5d8plwwbduW81hJmpgnE99nho7Jm6ls+WZ9AOtlTnOIn+fibICPUrevtWR9ePH8BR1976jePfKejrzzrl5+6RW9/PKrLl/W66+9oddefd02+JywP8Ql2l7fuXMXXf+aY4sT1qUt2f22L1nRrOML7x07rueef1FHj7+vCxcu2pauqOZYR266zdh/PX3mjD748EN9dOojnbtwXhNOko47GXfF8ZpLjm3yAs+069ARbe8JslR1bBYoW+/12r8dtR3atHGTNvosTby1t7e30P9z9ieIi15w0rH7a2GTjgddvnxZ1xxPgN7o7qrlG5mENugY5hwfHxc6RDZlIQTTKisgNX2RSWScvuzNavJzyvHUGbFP7Dd9GQNgHvaeeO0Fr/EDn59OnHi/0FnnnUi86nVOes3nz591LPcDnXj/mE5Dj7OnHf84q47PtRs3rNOdd9ym+++7R4duvUWc8daOrdGWzZu03mez/r5e+1sDPh+N6aZ9e7XPZ8uNGzf4rNRrvNseoyV8g3Ip1UB/f6FjoCf6BHxZC3wPnS9dulS8wMm3VyeMF7wxYXpcMd2uXrlcJEpX7BMR881to2S/ounY+Pg0faMAABAASURBVLRzM5cvXypeUoE/3377bb300kt67bXXRDL4xIkTxZrR1Sf5qeuz58S+oMOhG7SvIxuWB2SnZL5Ft4YQxD0yg8xhRzijYFcvG5+r166a7+qFPovjyInWBjIZ8b8blXEhlCEEZK64ZmO5YWBKJmNTKYHYRhAIIay2p9ENCCH4ahWpEEIxTwjUyUTuCMICjB3ZMAI8ZQHMG0eR4ihSMHPhhGcWInnRrlE5SYVBp+QwFSuoakZPjQ+OPG07NsTBSo32PI89N2XiMZMoFpDb+QeYL/LzKETFnInHiQ0FTtS7D/coh5Ln4Zpn4P5JkD8hBI/h8eNEtKcdG0I7runbhRCC+IQQFEJQ9zltQwhFf9qGEMQY0IaSdkAIq/W0KZkRuvPJH8ZYBZkxurB6ODFZPlG3+qxjWrRN42azbWemXczHHN35EGq39L61/LxZPOee5+AFeFqFKKjpQzBQGFI7Ch1D284zdRxYcWxhZAAHcGpyUijyq1ZoKAOuUQgYAsbggL1ghw8hbFvBIYgI5bIDTigX6gHqAISUkrqGD5W0p9//L7QKXuwYt4YdUARswQeCJc9F2xCCurRFYaIAe3wABpCD1M5QCEF8QlgtP0kProHVfYCRaalirxkX+gJcs3d/DXExL89yD5uZQbtjdOzwgxtrZO1LN5xN1ksdjkFmOWHNvAlOHX0Zq9gH04/+jANkdgAyt89ccs8z+lDSL4RQ4BvCask4IQS1LF8dO8/yJ/KeU0/JQQpj2XSC3dWiLjN9c/NAmsY2tKmC1yMrxZLv+/t6lDrgFMWSnMBqOaHOdZJG5qNGAbmP1Znbd3yQa/vwZi5WZoVa956xxo7HBlDCrAGAHgDXrIVr1oXDisKkjnv5E8Lq2nILRhRHxjkqgizcQ0f2Oo5jy0xu/m+7x+o/1soetC03menXNm1pC6RpqZBfWoJDCEElyyjj4Dz39vb40FcrHJHcawGSJHbzzPNk4s3INQ5UUnKwP+SAKQnFe+65WwcPHnCgb5uDZtu1zoZt7dq12rRpk/uM6eab9+vzn/+cPv34Y3rssUf0mSce06cevF/33HuX7rnnLt1x5206dOtB3X77Id28/6bi7wCuc0C1t6eqqg9RNQeLBx0w3etAXp8PsujShg3O5YsXird0lpygyxzF5G/wHX3viE6dOqmmAzj9digG+wcKvdxwQm5qcsaOU0d79+zXgZsPaGR41AHkUW3bukO33nqrbj7gANz27RpxImrUjv96B2T7BzC6JU2OX9EzT/9cVy6d19TENWXtusvrZpmWA6wDReD2oU89oMceeVCfefxxPfSp+/Sw7++/87C+9oXP6Kuf/4wee/A+ByN3af3oiLbZARhz8Hjd2Fo7Aus95xob96oy833DQaa6dUTTvBwCTmFu2UsUIu+3ObXlvZ2emtHKckPtZkdLC8uKFKuvZ1D0q9uoh0iKk0jwOnouLSXFtcznURzcrq6CTy27DQfmmk6Ethy8QhfWTTv4A4iiSImDZLn5MDM/devgG57Br+zJiAM78DCOXo8dxWBBi82f8AF1VQd/iiDr9m1at35Mm7du0NDwoPqH+tXnAHrbfIpzkKNcDC3r/E4rV+7IXxwlAnLUlZ+FECl3CT5N02LFCdcVy/6yadZ2fcftclOkYZ0/szCnhgMp4N1wQIBS/hDECSGoZJsIP0W+TtO0CEpRLpu/OpZhY2B5b6ltOvFN4hknvKZnprVoHdcwnSqWn8jjpV4ruic1zfkZ0dM+EJyzI8hPyLSM1/DgkHqqJXUa86rEHaV5UyW1lVq/7Nq6SRssV1vXr9V/9Xd/T3/wX/9v9atf/Yq2b94ovnW40Q4yQbklBx7HxycKhxzHFFuTlkrq6e3T2PqNeuiRR/W5z31ahw4dLF4wSMsljVmObr/7Lm3fvVN3OgA+PTdj+5KpWuvV7t37zPeH9eWvflW/87u/o5v27fc6MzVNS/aDw+yGTVsk8wB1mWkL74UoVpZLlJVaj9Y4GTI0NOJxc8WmJ3uT89w8KUfwWySROtLi4rJ1dNvBCtPTextHqcpOaFcctEhLaaGLoD28hb4CB/asVqtpi4PnpVLZc7R9GHFwXRK6Dr6EP2mfeY84MBPgnnUAp2F+BsfE/Ra8X4s+zPHt5jkHeKZmzBfmsaPvn9Crr7+pD06e1OTUtB3by2pYHgjGpEmqfQ7MP/DAA3riiU/bUR/S0kpTbS/+mvfhu9//gY740LXggPala+O6en1S3/3BTzS9UFel17LYiVTqHdA20/n0xWvqGxkzOUrFt8RXPMeMD0hvvPqCD4vTuunAzVpqmDadWHPuPzk+qQtnz2rJgVRoctnJynMXrurJp57WxfPnip/FZYyxjZv13MuvKS6VxAtgqe3XvoMHVba84bOc90Gl5UNinGequs2oddvjjz3qvb7JB4oBDQ0OF7pyYXZB2I0kTVRKSpqdmzV922o16oKnqw5o1colRdYfHeun3LSNzA9V03bAOvmCDwVLpnnHhx5ewojiSCFEWrberddbipNUDeuzWeZxkCuJSw5Udoi36+RHp3XWB9jF5UUtW0bnvVchKylrRk7kdBSHVDIt242O54+EnAUFtW3DW07udmyDwb3tJEPDvKYQa9uOPZqamdeEdf57R4/rj/7o3+kp0+6Xv/ylnn32Wc15fcGzLy3OacUHaHgHmeeFjU47V5TEir2GFSfu4TOu0yRRMB3x/YN5IDKTl10XG5fM6zZz+rkZ0/8S65Jl9INtkHx96+HD9hjy4htMi/bl4E30V9t6r22c0bkN6zExlvWs/GmZnxtec7ORKVaiTRs2aevmzU6ELzi5WtPFC2d04tgR06RjvVWzLRv0nvYUSdaxNcPFN0HX+bC5Y/tm3XHHIfENwuGBXo05mLXWMjtlfufN6rRUNU+HQqdyQMc23mIe4tu0M9PTmvOB//Kly0XiEFmFJvgKV3yI4+d0TSZN+xD585/9ld498qZ+8N3/rPfefkM/+Iu/0H/8k3+vZ5/8qV546uc6e/K4os6y9u7cpIfuv9P28H499vAD+uLnPqP9e/baDts2OIm23snOnVs361b7DbfefJN2WD8+9vCD+tQD97jNJo2NDqnRWPL+N8xDDS3b/p85/ZFmjEOjviyg7oAseG3etEEbbcd7rSP37z+gw4dv10bLzOjoWm9LWVu37rDvcqt5v6G3337HsreosoOKBEmSNFHJMvP008/q7LnzplFHmXmtYjlYXlxQ074egZilhaWi//LCSsGv/CS+vCtxnKptnkwsT2Un09Y6CUpin/mxmYn5AtnGNkZRZDrPada0DiFYBze9l0M6fOh2xVGq/oEB3X/P/fqDf/jf6Q//H/9Mf/jP/pn+h//+v9e3v/1t+1afN20e1O5dezTmfd3lkr+pOGbfoupEXogjEYyu9VYVHIhesYwt2b414T3bz+vWZfykftNryyJZTpsFHqcdkEUHVVLbEfNMj9c95eDW8089pfNnzmh5YVYjQ/06eNM+3Xn7rbr14H7jsEPMvdm+344d2wv6XXJg4oKDOZM+UxEgm3OA5wQ/C//O23rGsvjc88+L+2eef04vvvKyfv6LX1gnv6bX33hT7x09pguXruiXTz6tp595Tk8/+7yOvf++nn/xpSIAVfXZp2U9wM8Ij09OCNvctL2/6IDGcQdrrjjIwLOZ2TnL3pKqPb0KseX4BuAr1G3v8D34OVYSt8H+RlKqqGm5dGNFbjtg+93bP+D+NVV7exRb7juet+UzRe5zamS9EHJJpie6warFHBCp4zHiKBb3TfsBHT+3CtWybeHyUl1Nz438u7sAWacG64DUNJfHC4wSRYrjWJFL7B36aAGdZT0RW09RV3J7ZBN9gi7hGt7inufYyG5/cOhYt6B/5A/PuA8heI64mMuXVmcd8aEdfavVqmjLmE3bgJb9qxCCuC9bZihl3MEf3Dsmbst2gvUhJw3zHfdNl52C99pef1NcB8lqNRN4AMzJeKyFa+YNIRTzx14z9KAevFhft6Qv18Vz6+cl64M5+02zPkNP2Xeb9/Vy03T33jWMf8O80jbhjaoS26gQhQKPKIot65ki0zyESMzR8l6vOIAmLy64XRRHIiEdl1L7YL3qeJyG9zNyH/C+cuWag6vjYu2R27Mni07y8O1yxgPYo8x+ZtP+d+7+keeF38rWO0laVpqm3o/ESYjhQrYXjH/Jz1LPiQ5B1kacoMDnBtauHXPbEfEpWX+lcaTEc5d93VurCvu/0UlZHwGUmwby3FzLH+gJzSlz046y6X2GpkHB9EmMS1zsN8/jOBb7Dj6UzM91FEXWhyuiTNNSsQbWXjLe9OuOaTK63bKWHTNpmU9mrfvgEZ4D4EL9otcMv3efQ1ueBw/AHOAHLdavX1+8qMtc5XLJuic1zrHMNpIFMLKvXUpi++EV3XrLLaJPxzyQW+91fIaP3ApatM0fuc/27Fsw7dAnDJJY5pfsm6BLmL9sni9XyiqlJcVRpNT06LGvyrjo68HBwWIO5IYX7miflkoCv5r9Zmxwr/UR4+rGp+Tn9KMN62J9XANcMy+QWfaBuv1I6APdGAL60g+6rVjHA3X7ITxnv8CF+cBlw4YNAtbZ3u7Ysaq3OWtAx832M8ZsSzjX9fb2quZ1DXk9lNTThr4AZxMSZLTlmvXTB97FH6c99bTptR3GPwd4RskzxqXkvtuPOcAXvlrreALjcw+NQvDum0ehCXXQh3npz1icXVhjr8+i9KfkOfszYD1eLqXylpk3E40MDxUw5nP5Qfvhu3ZuF7GHOJLSJFKw50bZU6vIQqOOdQalMfCz/GPILE/Icuw+ZfNFapmL4ljQO0lTJb7v2FawP+wde8WegHuvacw6wJn21IfgGbxG9pI9pF/qcVgPbelPPfwQhcj8XhLPGaPm/SqZlyIvEmA82nd5hJJ66hiX59Qhc4zXxk65AjyZA/mjbFtv04cSvFr26SnbXvuUfUVktMuPjAPfUdKGegAZgi+Re8bkGeMxF2N7WoUQCuAe/Cgj17E+6BPC36QNYzE28zEmsb7umCEEsVboUTM/VG/QRv4wN+3pxzzddtAXgJZd2lAyP21y62rGz70/1NOWfYHu9KEd9QDX4Ew/gLruvYKRMH4yhMCN7/2PcW10XB1Ee/oBIayuO/P80Ev+hLDaLyj47q//MYbR8zB5YcvatvmskX4hBIWwCvQIIfyNeeQP/TPzK6Vvi38hrPahjnGoBC/uu2C1XMzJXOw99MXmIxvQG7oBPKd/CF6TO8Fjl52swl+ccMJv2vw0YZ/uypUrRXIK/5H+Ibi9Fzbvs/FJn9s553bsZ1cq1cIegQ/7SayePpRLtjHUAYzRNh+37JtxDbBO+UyHDu8zj4AXvMyvVT355JP62U9/5vPjU0Vi7IQTYuBGv7M+o3P/3nvv6Zp94w8/PCn6vGHf9c0333Is8lSB+4JjDuQSpp1MZh/iJBH6b3BoSBtBQ4WQAAAQAElEQVQc39m8ZbPGrON6HQvLvLbca4xLiYZ8Xh/hCyrW0UO284nP29ccG7g+PqW64xcLiyu67vtzPj9/8MFJJyE/0HuOSbx//ITPYu/pnXeOFAngV155VS+88KJYy0svv6I3Xn9DTz/9dHEWBv8JnwGQoSkns0mysg/QdXFxUdAO2UJuc9udjmndNv2gD349v75z7OhRffTRR0Wi8MiRI3rzzTd11HXQB1qxJ6Nex65du7TXSc7du3dr69atws5s27ZVux2fWme/pCtD6H5isnfeeafuvfdex4nvES9l0h49HkWh8EMS05GzaMX6tgDb5NR6Nrd8zM5ydp3RguMSyz6jLXsP5u1jzHiNZxyfe+PVV/X8M8/oVSc73zG+Hzmhfd77edbnnuPg7vLi+fOiz4T3dsLJ1EX73cv2AfANGthVA7y95DM9L7tf9lln3nyZew/RBdgs1kJZcZwLeYBuXf6GrsgR9IGfuF+yj7hkn4d79AprBNBfALzJL8ExzpJjWtzDT4xPe+ZmniiEUCg+On8SUChxEguD1K0PwUJlAXCnQhEkNlxxFIt7S7ONXrtwZJt2OFo+yLTt6OZWKAhNpKByWrJjVVOPhZADI8GhKFfx1mLJByjqSkmq2G0zMw/9ODDBUJmVDAQFOAywgCApBOMkCUVBXcXBQggF8yHIKBYMCSUZaEqIRvsQwmp/b0THTi519KOE4B62eB57nSEELzEv5nGvwogyD21o2+3X7QsuPOsC9wD3IYSC5vTvQgge9ROQlkyFEEmiPlIUxaZ5UkAUJdKN+th0S30IoC52MKFbch0CBxQp8551OL0oeJzuGLFCiBT+/0AURQJir5u9DyGoS7PcQpNZwDlgwkAA10DLB5SGAx7Q0l08b1bQq+W9hD70y01rxmJPYGQUStMOdt0HviULDfc8a9y4JxCA0qctBxvaMGd3rG4pf8AXvDvmle4+tO2kdOx4dMyH7Rt4UHJPX0rw6QJ1IYTCUcJIIywITcmOEuPTnv7d9p8sqad/23NRzz1A4IB61g6gvLnvljynD20LcH/uqae9vH/QBN5l7YwNHsUY3otuSV+ecy8byxCCuKYe3MvlklhLiPzU+2CSCdmNghS7LvZFHEU+rCSqOTicxJGSOBTPIo+X+xAkg31X8fO2stPbcuITR7fNHjqg1vT+048AL9ct1wf6mm/gkcxrIwIaeS594gN+QLlQzqm47gJrhQ6Z15rauaUb15+s5z5olU+5Zr/g3SiKir2kbPkAWfCRFTTj0I466MNYQNMH+Nz4RjEyEAr+xXhQn9pomKSKjHvLvL7koCJ4VRz4XuskyrZtW2ysNtpobXaAa7v27NmpoaEBryWoWi3bmPdab8TWIx0lSSx5ntjzlL0v3HO91odzDljbnQRba2M/6KASBxUOLewdJUaDtXEYGnbQjQM+idTtTkzu2bOnWO+4DdEFByRP2+BePHe2SBR89MEJfejA2IljR4tvebzjAOyrL7+k119/Va86qPbaay/r+eee8/0rOvLuEb3kZ+/ayJ13YI5vHPX19+tuG9qHH35EGzZs1HYfCAcGB4tAIAaNtUKDUinRgIN+6zas1dbtW7TWybw1YyPifmzdqIOkLTsMi2qahrGZqWJea/lwjSP3ruflbamWk6fLywsOzl/ThYtndfnKRXWcwN3rBO9ttx1S4n7sC7QYH78unLjpqUlN23Av2+ANDw1rvQPF7JXMezgN8OPk1ITxnVHdQfvgw365nKjHh7ZyKTXfp+IAS1/kvmPdgd2pVWq2ax21nHxRHjmo21bLSdU4pEqj1FwXWU4S1WzXhgeHLCIdi0Sm3mpNcRQVdi+JYslynFpflzxX7BK+g39CCAohqGX+RM6Zm72O47jgv4Z1IYBubPswhQ5EJ1JSPzAwYLl2gN76jUMigQX5w/jQpe6kyYCD+rnlFf4nab3BAe5FOxEEdq9du65FOz6MlRjfJERKk8QyHpt0mTLjnVv26rbrme3kCg6Ngz7yx5h7L1KxDvCTgup+jizJa5I/rIlr1hPM77QNngddRTKFINuinaNF63/0Xtv6GgiWs6ZpgnPJPWPgqOPkcd+xLgI39KSJWziWP/jBD+zEvqDXXnvV+9DU0ECfquVUZfNk5IDN0vyMThw/Kn52dc7O35G339a//J/+J/3bf/NvLAOvCEc08doXrSNO2tlbcFAQfNO05HU1jEKk0dExrVu/oQjsXbh4QV6Kbrp5n6U515Zt2wq5YH3F2kyLBesJwqR1r8VpIy07qHvy5CnRsWO7fH1iqvj5W5KO8AC2kCBzw8meViuz7uh1Arxf1VqvEuPR4wDJyJpRpfZ1hkbWaGBg0PxXNg/UNOL7/r5B9+lRX2+/63q8lxXrhIrKTjCU0op63b9qXmU/yta3rJdr+I5vj8FP3jZVzL/we9s4tMx3dft0HdvWtp37JctYrdZjegQtLCw7odIUfBSCtX0mtXzwWHHSM4nMR1FqeZBlrq40Lqvkw3Vmol25fEUXTp3V0z/9uZ77xVN667W31ckTVSy7vU5Wl61bpu2Un750VSdOX9D0UkMXx6f1V08+p18885I+On9NU/NNvfTaEb3y9jGdvXJdJ89fMVzV6QuXdeToCV02bzcstxyetm7dogP792nD6HDxQgaHBGSdRM7BAwfEz8yMORkW2+YNWm9v3LhJJ058qJ/91U90+JaD+tVf+bplPNXDD90v3sx8/JGH9NnPPKp2Y0U337RXu3Zs1e/+9m/pm1//mvg59EvWm3/2p3+qk04yNJtLetmHCFkGO+bvzLoM2VycW1DwfHOzs+YfmY0z5X6W+C5Yb6WKFMwjrZWGMsvfhZMf6YUnf1n87ZjNmzaqYh6oO4iXuy36gJ8rX3JCNbN+WeHwah02PT0rzG6ehaI8Z54t12pacJKVZA4/SV5fbjpZs6yF2XnNTc9ZxzUMK5r24bppu96qL1kPtB2MXdLi0pxWfI9cR7ZjS+aLFevDn/78Kf3oJz8rEuVjTiyBG7yG/dq4cYPW2Ubu3bNLO3dscYJtvfq9v3WviaAQcr3sQDy0wdbOmh4dIw1vmirmM1POdMOHyAsadorDXcs2pO36Tp4rimPNzC8qC7FOnj7rZHnDMhZsa5acBGyZzony4HHyTNAJv9SqzXaoraYDdrPWgXFa86E5d5JvWQseq20+hje2bt6of/jf/H3t9EF0vdcxOjIkmyDzQ0lrR9eoav+wYTotL85rxfI+Zfu7MDdrm9GwbNSduJv1mjcqjhPNMa5lqOyDuow3h8LzttUrDkB84+vfkHIVfUIIlqOWVpYbGhgYst5Zp0cfedxJzDnNTM1psH9IeVvqtSz31aoqmY+y5opmJ8Z16oP3nYA7qXfffl1vvvaC3j96RBfPn3bdaZfnxSEe33reB19eROFt3p///Of6wfe/p1/8/Gf6q5/+WC+++ELB5/gYH310Uon3uq+/VzfffLO2+mCOz8Fhfdu2bRpzILhardr/2awF685x67QPHOg4/v4JvfHm23rt9Tf16mtvOJn3nH7045/oCN84N86R9UDLPNq07WIvMm8Qdmvt2vVqW9cs2y6US4ltdNUB1x7rtD6zQ1ClUtHOnXu1Y8dO9fT3WU2ZVrZNJPo8hHVjWXX7nhP2CeY9BnoVm0aAYXBwUOg91sDaNjjIvdEBlpplYtoJoMQ+5kfI2Qsv6I/+7b/RP/5H/2f98z/8Q33PyeqXnFQkaDHpcTu2P+BaMn4l73+PE41rnFSveV1brWt27tyhPQ5iHHCSmvGhn7e7wL+UljVo3w354Bt16N099t3QvRPXx4t9b1iuK2lsHkstm/Oqmz/kNaapdPLDE3rx+Wf14x9/vwikvPTyy/rRj34sAi0dyw1jffOb39Qf/MEf6O//g/9G/8Vv/qZ+/+/+vv7RP/nH+s7v/LYe+NSntM9J2cGhQW1zEnbUfufg0IgKu+K1VEyLxPxZ9p6m5ZKG14woM2Mu3gg6YCfRX+Pm82vXrtm+lLTXQRuAv3v1xBOf1WOPPSYCM6xth33Fu++6u6i744479MADn9Ltd9ypm27ar23mn2EHsfAH5ucXdPXq9cKWXLx4SbwgAZ/iW8ArPQ68VY1Pn21Pb6WiNEQaGxqzbsrUsJ8EXwSF4nrF+q1p3dT1mTrmpyS2Ro1i87KJ6HYt27XYdSXvB2Vi+ZQ/+epG+UrWmau6pm5bTn1i/6CHBK/1DXwFXr0Ozps8RVvaxH6WpmlBl8z6Bj4JIYh69kf+cI0/xTPfinEy+1nUw08Ac4UQFEIQ7YDYONKu2566PMuL57nnCg6q5MafemgCYBuYlz4hBKudvKAZ4/CctnEcFfjHxh1ZBn/GAQdw6d5HltkQgmmYiLbcA7RtWY475tGO8QCQx8y4RNYdcSmV7NNlJlTmBQN171nmtuhf2R8Hgkt0a2yOq8SRUo8XA66P4lxxElT8aozXWQSPPCa2fMw8Omr/p4pPEycFPeGHlnVt0zomLZVNo9w81fb6U5HAj73vwet1Y48bGxLvWWr9UCn8yQXrx0UDvP6ezyYnfH46deoj67g5+4N1nT1zRufPnzPdWmo2W+a7pqHh66bgDQLVyAj6BrkgqMk+QPOmfWjacC9/Qgj+/+o/aA3Noxu0pgRC8NrNI/RlT2dtJ5FF5DKEUOxH7PV0+zMvwFix94AxCCqvc7AYnUQ9bdk7eMGE8b9cQ0NDQh/SnjYFf98YH1ozBzQhSIlcsI4Qgv3OagHwTG48abdz5049cP994pc7uEcekUvWHUIw6SN50gKYbxWX3HvVVuFjRLGQS54t+cwyax3NGS/yvsd+Bn58a5U5oQs8CG7wNDiEEITeGBwcULlUEuuFL6ALa2Gd3GMXRkZGbGdHtdZnb/wW6EBJUHnLli1F4pw66EcJLRkDYA7qsCmMyfrAiWvq0XO0g5bUgQc0h3bgCh3pg/1E3/GyGXzCuqGD/KEddb4s9pr2sfcbYDzwxhZTz9gA49MfWaM/AI0pmROaMQcAXtACHKEd8wCMjf3ssY1DN0A72jIO49MH+lFHe8Zibp5DP/aIOvACF3QEdhea0oe+tGNs+oATNCBelEaRggfNrANy64o4jryHsbCnCnlReouV+b+0bNmtlRXbblrDmbeC+LBWxqQELwA8wB2cuI9NR9YFpNbdtAUH5Ixr1gCurBU8sdXgDL3Z1xCC9UDH+KBDSo739It1AfBVj20XY+OD0J5xmCeEVZlmfeDT3RPwilj7x88zy0Sr0DvYtrr9A/AOIVh8cpapEEJR1m33eAEYPw8dwVpZH3OyjhCCWFfD+pdntJmZnhHrZcwC7Ecwfxe6/Vk3a0AGWE9u/c6k4MtY6CLGQy8tLC4U+DIPa2NcGcUQQmF/oGu3zydL2vEMPVGM7z7MAfCM8WgPrbrXjJ86fwBNAfAOIYhr1g39Ofdyz1oYizkYD5qQ+KUNa0JuAdoxDvqHftRxH8IqpoNecAAAEABJREFUQiEE81gkuZQ/FODLmPAuNAkhFLIqf7hnTqBoYx1JXdHH9GbUOETqQqQAi/81+D6zLWNsytw+Df3RqavQcqyqXbxU1vDZijlYA3gzB/N23J/rEFb3gBf6oSHjeLYCV/oArNVoF7bMUyuEYF6Tz4Dzmpqe0OTUuJZ85mm3mwXvswdNxzmIB7ccS22av9gjoOHYMMD5rmXfHH5PLHOp/ak0TQq5AT9wBhdwbHks8GB/2G8SvRcvXiy+eIWO/9Axmvdtk0kmvu1YDvfY3PNOyp11oo57fGISjrysOG9bDi+gj9fYV0AuR8dGtcZnOOJM586d07H3j4uXA+fNu23vDy9DTtvO8o3Xt44c0bkLF+2fjhuuO3F7RdevrV5PW37Gr0/ouv33ixcu6Zr92NmZebV8huTFQa7Hr0/q1EdnHGd9UT/9q5/ryV8+rbd8Pvro5GkxzuzMnCYcz7xy+ZKukuh2DOGiz+skHc98dEpXneieMy4l66cN69dr+7bt2rdnrx566CF99Stf1a/Y5//0458WPjZ/YmrH9h3inIZfVLHfLOtPvnCEboB+4/bfG94jaJx6TPYa2jftm6AfVmG5kGHoz97wDD3BnmL/ofe7777rpPJ7guaMOz09pZmZ6Y/9IPYSm4K+Bx9sJGtg/3PTmJdvRnweGhoclKxPxq9f16RxW5ibE+cggC9KAPNe//TkpGZNb3g5sV+31vHoXXv2OQ53UKOO++YhFvG0WcdX6o6jRXFJlWqvY2g9St2+Y395wb7EvM/8vPjPddvyh80F0KYFTUolxebPjm0PtAkhqGneRb/NOFHP+ueMI7o4iv2wCKBaaReB3iRVKU5UShKV41SVtKSqJ685aEMZvNCWFXXmQwiCHHmGSEFJFCuOolUlQGlILCgoobL7E1ip+WDW39cnjAvEpER5YZhQYJQwOtAV/hCCQgieZfUfmwkgdB+DBQ5FguDxDAXQZQg2nM1vmGEaZhDuAeposzrq6v/pS93quC11HNTiCdNzQPEu2wB01Hbgn7Y8g0m4BujbMWNwDRT33iDG4572QAgopNxjZeabvFBC3bafLDNvOH3bVn4dK02T3t1DQQ+ueU7pymIs1k//zDiAF/VRFAQ9Yu8F1yo+uefN3KdzA9pFmVvQZIckd9A5M/N0vM4uZA4c8CxJYqWl2IovNh6M0/GIua9lCAVkxhUc1P0YydxAXRe/7jX7wN506ylpS9e2D2YI7YyFcsaMy7c3YHTa84w23bWxPniGe9bJ+KvjgOMqUMf49KWkP/0yrxU8uvTz9hTroD9z4RyghAGUCzihWOjDWIzD3PAwvFu2rChEyrzm3A9DMF2iSMHggV0jHydDURZ1vmIu2sM/4Aau1IUQ7AwkQpbAk2e598nViry3xX6kiUqGcrlU7GvDwd2Wg4xxHFQqJW4nK8Nlw4qnz1V2XTmNHdgOMif+Dci855mDk+VSWowZjBsAxpl5uYsXdCunpcLIQwP2vOPnXAO0A6AppYcR19COg1BBO+sQyuKbx5ZN2tAWwImifXfNIaxiAd0xBozD3rQdBG1ZuTEO83INfVb7tT0nh9t6QQPoAz2gT2Z+hj5RJDWbdR+AV9S2Q8A6mSpJIlUq5aIf5ebNm3Trrbfoc5/7rB599JHCeGHAHnroQd122206dOiQPuUA1SOPPFIYMoKMGGocT/Qa9AoheLxIXCfWr/Aq/IJjOmaDXnFSsddBmnK5rJoPLbTrrpMDFk4DjsHx48fFG2I4DPxEB4bsueef0/e//309++yz4k0t3oLit+7fe/eojh8/oUuXrmh+fsmwqImJaa+3pZHhUeueXPwNqMGBYY2NrtXu3bsK/FnTgQMHtc/Brq3bd2j7zl1a4wD5ih00DM+wHZHc/M1egS/XGBUMK3vBQZ2/IcDaqOc5dMCg7naAkYPU1q1bndjpFf15RhtotsMBUui3zUE2DO86H/wBbAY0gy5bfbCtG5eLdqzQDZTQBufpyJEj4k21Eyc+KBye63ZupqeniwAye5ymkdfd0LQTq+PjVx2fbGjd2JAGTPuWZWeJb1c6AZmbH5o+sCSWs5L1Xs3Bu55qzXKTiG86rDi42dPT54B504mHhmla91pK6uvrlbda5YJ/gvc83JBDeDizLEfq6a1ZhyaW7dRteV5ym5LgB9YIPUoY8ji2TK/qLwx22bwhf4o2DtpCsxUnhuvmYXh/0skPyqYd2dx6olxOvb8VJ11K8jJUbyw7QT2pyZkpTTrJsuIkzaoctf08GBcV7dMotmx3lFsH59YHsk1JLCy9DhrykhSyntr5CiEy/TKvvaFquVbIm2y3Ej+TrF3gEePRtm5oGCcCbFGaqGTaxKZpCME0Kxd8wNrhJ3geHkIH5O4PfnUHMle8F/ASdDl06yEHbSqmWaoQgujHQRf8RhyYRe7Qpw33Q2/Pzs5pxpARaQ+JtmzZrt6+AR21bCw6uZka98OHbtcGJ0mfffoZvX/suAYHB3Xo4C16/JFHRQL30OHD1hUtXbx4WadOndEHhgnbpd17durr3/iqypWSZu2s//QXP9dTzzzthO5rQqbjOCr2cHxyStftIL7+5lv6/g9+KH4mWKYpAV0CQPRl7GqlpuG+HvNIn5K0ZFthSkap965lPmtqYmpKsw46k5TNbGvlDwH8gYF+rXVQfI3X39/f68N8ryqVVPC72cg0ajk4tSz4aHlpRSs3gs3FN7uy3Aewth39D8VPal65fNEBw0Unndvm9chtZac2aGmh7cNTXS0nzzIn+aIo8R6UvAyv0bgsO8natK8VFDRjZxe6RyFSMExa70xNzSiKUtWd8Ovp6dOBA7da39ytD528+HMnK06dOl3oKPZ7eHhADfNMkqRq2sfjbdOmA5Ydz0OJTmzabpz86KPCib/gQw7jv2n6vvTSy9aFzwnHvoZedXJgZHhQt9x0kzavG1OnvmL/Nki2A5nlfGiwX1//2pf1W3/7b+mB++8p9vOBB+7X5z77hP7u7/++RpxcPXf6I+3evlnD/T1OYCXav3u7akmkiauXdeLoe5q3TF29dF7PP/OUnnHCs1p2m327tXZsxAnXZR10wn2/Exh8W2WNk3FrfYDLvBYOxXXvRaugW6ZgnJrGb9YHBuraK9YrUezE82lNW5c1fABILMwN271l66kV6yH8ksWlJbUtpy3LWtMJ8Nx8l5k3Fqz3M/N9q0iuZhoeGdXA4IB4gQW6kiAr2x+oWB4H+moKeVNJ1NFQv/lwoGp913YiK9GmjcOW1dR731Dq9nX7GHNzi7abmX76s1/o0uVrQo7Wja3XQe/r/v03C72NDSiXUstAph7rrH379uixxx8vEmGz5uO2/S/2ed7XmXUF19j4Feu1OQdOG6ZFxzpo2evjMDk5MWk5qJtfm+JANWv/kPbvHTumf/AH/1B/77/6+/rTP/8LRXGqyHQLCpqbnzNfzZsaUQHwzorpmtgOZ1nuAESmxcW6Llyd1GtvHdX0/IqitGy+a1u3NRWHSEd9YLTrazs5WvyU0aO29YcPHbJsLKtsXT1kfcGhsMe8VqtV1Gc+KZkHWuZd9DlvHg8MDChNUiU+Y81ZVxAcuOxDM3yKTf/hD3+gv/qrvxJtK7Y3lXKPFhda2rh+h4YGxpR1YuWdVPff/6BuPXhYK4sNXTh3Qb/9nd8Ufz/z8sWz4pccWtbz8PWC6Tdjel08d7pIyDWcsCbogA9x9tw5Xb56RQtOkGXmGw7WJJkVYl2+dFUEAH74o5/oxZdesr3MxGH/2tVxHTt6zAnqFU1OTTtJ+oaTeW/p8pWr3v8rTpyuXq9YV8/6IDs1PevxzZfm84ZlNfba01LF/k2vEu9PnJTMFyogmMbeHNUt45cdNEAHxN4ffOihkUGVq2V17UZq+3J9/Jp1+ozmfJjFvs+bngpBvHneMU+hGzLbj9jKD6APbZoenz4Ac7Q7nSKAnpj/mT+Kg3VaYv1bU19vTTu3b9OA9WkU/NTZ65rPsbnHJ2AUeT54r1xOVatVzQepgjV2avxIwkSSZaemyYkJzTlQUvJZuGrITO+ybTl+Htf4L+e8HxzOJ8cntMnBgR6vt99+4Jc+9zk9/tjD5vkVXXDiBjxvvvkmfc6+6O/+nb+jv/f3/p5+4zd+Q9/5znf0jW98Qw8//LBla0eR4K6ZF09bP169elXw2aXiTe55YSfXOmHQ5/M4vthdd9+lVZ/vQFHeeuutTnjer8cff1R3332ndu7aoR07t2vLls1aaxsDrHHyivudThpzPTQ0qDRNrA9aOn3mdCFvzFvQ2H4E57cp2y7ozpmqaX4oITdDQxobHVPxt4IfeEBf/OIXC/jsZz+ru5x43eck8y0HD+iAk9JbnPTuNf2rpl1s2sZRsCz22WexnjKv9PT0KPKedM8q8CFzZZZxcGM+ZD5EkTLvgYco/nEduS4twY+519AuANkNIRT0CiGYL0qKzU90wi/BP0m917SLzT+MzTiMRxuuKWlHXdt0CCEohFDMT13H/NcF2tEnhEA3MR7jU8eegX9uHYkup0+juaKW7QD8npknaV909P94zny5ZSCE1fHgOfRKyzqpbv3Hc65p27GMMg/rA7gGQljtG0IQ9+DDPODCNXVA91r+dO+Zj2toBYAL95SAmxb/mI+LLj14FqKgYFnytP5/VtAr99pzV6zi25F8zRrwO7CB7DdAXdW+ujuqZF5pmu7Ts/NOpDY8TqwQl5XliWwmVbdtWWk31Mo7yoOsY6Weap/PA4PKW7ljYGXb75Z6qw7EWW9XS1UlilVKEtVKNaW+i7Kg1PUeWCFyTVoSemutZSwyX/UP9GrTpo3Wcx37VQviQz3ANesGkIku/t363PsH8Jx14R8jU9TRHv6Gtg0Hq+nTsB+xsLBQyB/tY/Mr0O0/62Akcrl6Vmh9zGMh2L+zL4EOAgf4olqtFvqAb6wgW9i0waF+sR6AX70ZGOwr7nv7apIT3osOri/Mz2p5aVFJHFl2eoo1z83NmrZtb1lYndP0kz8hBJUKGWqaPrki0yuEYJvTKdqVbQcz9t10YB1BQZGfxyGyzV5Qse/28+dsB+TPWgdT8Tu6MOIEaex943nLvp6biDkooSM6CTqyXmgL7Vg/PEYbnjEHdOYZJfaa9iEEQSNoW7LuAD/6UbIP0J8S+8S5FLqjg8+ePSdK5gYH5mDO7p5GUbBct8S4jMH84EZ7zruMCdAHoD9zggtjsD7G5Zox6Nty3JY+4I2sdteGLFPHOIzBfAAvubEW+lMPeAvEXIwDQAva0J4xQ/Bemg5D1umDg4O2FWu13kF/dNewg+W7ffbnBRv4CbvDWtiX7hjdcbpj5dZJzM/5iHnBE8B3gya0577dXqUVazJ7KAS4RMU+hxA+LkMI4kM/aENf6MTaoRH7Cz6si7ruM0rahhCETuvudYGbdSklNGdcxoA2lIzDNfoJuQPgBfy+efsr9Onr6y9eXsAWM24IofA5mQ9cAZYAEDMAABAASURBVHCF/jxnv0II4hpdzhhd+oFHx7quY9sWwupa6RvCqswlljPag2cXij62Hbk1FmPCQ5QhrPYPwVrYG88c4MR6AGjCGCGsjt2lCyVjgBu+P/KH7gBvcCnOPMaPdQG0G7Bf3N/fL3iG9vAPOLStm2kDjvSHBiGs4sU1beAVrplXfgRu8Ab7CY5dYD+JP4TgRh4UXKAFfYEQQiFvzBVCUAjBrVTopBCCdU4kPugi1p17DSGEgrcS61jwAAf2kfV0Ad4HoAFrpQ1Ae9YEDlx367juAnjxPIRVXDL7CszdcU4APIHce0c9kNvPoWVm3Ngv+UN/xvkYbvgp3JfSkkgw0wZ6dPuxz8s+f0E7xoniqDiLs3cl+3j4lewxUOCdpAUdoihSztzmwZb9El7gYD9Woe5z/4p5u/4xzNsW8RO3yAn7xdqgCWMyVsuyRR3PVsdouG9D4Io+AD/kDH2MbGG7kC/6sd/oS846vCz63HPPFTEZXoYE+MLIK6+8Unx79Lvf/a5+9rOfFd8eff3110U9JYBfTqzm2rVr9uOndO7s+eIXMOAx5gd35gSYE9zYP5O+8CHBDZ2CvNOG8YhVAuiBBZ/noXsIkfgiQ/Aedrzu+vKS4y+zjrssq2O7RTxkj+Oz/AkhXvy+7fCtuv3QLbrj9sNOqm7R2Johnw3bxu2q4zRzxXUU5Y7LscclZd6TZZ/15nwmlO3pQH+fdu7YodtvO6w777hd/HrEVvv3Q/bj4dPcbWC7tJSIvVjl+1Zhy5ds25d8Hmf9rIs1doGXg1nnpH39C47PHney+9Tp0xr3GYj27Bv7w34yBmuHn0q2GyGE4oUO2lEPPRmXJO2pU6eKv/PKHlOf2H+o26ZNTkyJb/u+8MIL+ulPfyq+EfyRzzxzc/NOntY0Zh+MMyF/WmvYcevU56+W5Uch8vMen/P6tMbxd14oLdvfqfb0qlLrUZSWpCjWkv3kWZ9ll32mnV+Yd/x8UpzRrl+9pvFr18ULd+yhTXYQ/0UhUhytAoTjviipi+PCqQH5UqlUXH/yGYxDPd/gQWGgOBAyNgSh4Dl9QwjKrZRDCAoh2BikNkwVQ1mx5+BZF7iXP9xHxpJ7xoitCIyqx8G57phZW+o4AdR2AAriAwgfCqAL1Hmo4h/j8bxl49t2v8wOtNWl/2FKPKbvOx6LZxjoTtZ0UrVtJWvwQZr2jMsYjJt7PQwcwuqagm+o49kngT7de65p46bFvxDoBQq558m8nk4BuZl5tU/H6wUyl5nbcL0KmXHtQtsC1yyC6g3TxXh7fR0bo+5zrqEVZdvr75ashesMpWxF2J2TepieMr+xTvadYBD7yp4D7C/3CAT7X/UhhuaME0Io9pZ+IayuUzc+1LGvna6BcNm9Zs7udcMC0/ABoe3nvEWD8pyz4wygyBAsBJQ2XXwpmX8V71DwG/OFsHpNPXOD9/DwkHi7bMgOIIawZkFaXUfVPLrK7901/s95Oo6jYmzmYk5wAEIIiqLVZyH89bVufKA1OLNO2tG/OwdlCKuywljQoVotG5fUc+U39j/z+EGJ5SFNEx/kUgfOy6o6cIycpGnq9qWC9ozNXIxFCe/ndpyYGz6AFrSPLYPUsQ6UWQjhBh+6NRtq3BkLAGfaB9eBH4qWe+gJT1Byz3grNsqMyTy5eVqeO4SgDFkzf3as5KEHwLMksUF2Uj+y3INXFHkS3+duz3WaJl67ClpwTx/KNI2tS0rm/ZYV8pJxb7ud5zFfs+7cc4ewekgBf/Z8i5NywObNm7V9+3bt3rXLh95N2rV7j3D4edMepwidJn9WrFA5BL3yysvit+gJpDH/xOS4zpw97WTJNc3OTuva9asO8s2KcQ8cOKBt27Yp9Z7kpiNj1Rzkyo1Px+tvturuM+tg5RVdd78LF86Kt6BPfvihOPAS5CSRSsDtvffe87wXioMYb1pRd8xBZJx1eJO9yT0HBxiCU7fcckibNm7Vnj37HIB9wMmLW8wnVQdKZz32tNe8owgkemnGd951k0XSkfuNPvxDE+SCuZjnzJkzRbIWB+Wcg3/QAnmEX5BFeKxqg8RawQXAYLLmfjvLtMFZBj/4A16hD/JG4nT//v3GabtuvvlAcRDjQEx7+Knq4OLZs2f1/PPP69XXXtPbb79lel23g1a3XswdzKyZ58sKDnQsLi5rysmrhpOF8GBuWg94/gQex8mrLznYXbUDsV/33HW7Dh86qG3b12t0bFCDg4wTLEuxSuXcB/Zpbdwwpv037bLzsUWbN60zrNXwUJ8GBns1tnaN1q9fq/7+viJwsGHDeo04oZWaTytOGiaW0UImXZbMA9T1D/S7b78qXlP/QJ/lN1EIucpOyC2vLGnJSRICZbk6xbfA4iRYloMPsnXzd9MBhIXCLi0tLTiRdKbg9WA5GZ+4XvRlDviy4kASznLTOjSKYyVpSRh+kll807hzQ9+HECTLZRybjuDUV3MwqVdpHKnpAHzbiZNgOSrFQT1eU+zWWbOt3E5JLNPKAfK2g6NVlz3m7YaDG25ieSyLhE3LziFz5Z4nKaUKSayG6/g7FecuXNAlJxRmrNNxWBYd0Kl7rLnFhaJN5oEiO07of/byyad+oZMffVDIDLw3Pz/rvapqxbIJH87aWUSXMFbD0bJObsJEiZpZpDknTmfmF/XB6XM6d+manBNUJ0rV0z+scq1fkRXJ2rWj3sdesWfzDkrhiH/wwUm95STd9fHrxTzTlvEJJwYT7yc/JcObjV/+ypd0x5236+FHHtbv/p3fc2LnvxV/k84kM81KHi/Ve07eTji5EUKsJErUW6mqHKQe06OvnDgw13AAz3vbmNOS11EyvXpKidbaRo2Yv2reT2+ROqZPr+nccmIgdhtvhFbMM9NT45btyeK6bj6KzFO1alkkUTr2D3L7C3EUy+JgyBX4z/1DCHYsy+bbEfX19ZieXA9r67bN5m34e1QbLAODQ72Wm5rlIlbmpFvDSZsklWTdzIsgyHlqmsTmtQEfkEulUhHUQ8YT76Gsm+Yd1Gw4mZrlQbPes9rQsOa9jiXLJYli/mbg5NXrisxfLdt9jy76ZuZVdAnX8EHH/sCyeYXn8jr4+U/mYQ/7+weMY1mzM7PiEFROY1VN42kns+sOYjQWZk3r3LRuqL+3qnV2pt947WW98carTtBM2GG+rmXbrQvnz+sXP/+pPnz/mM5/9KEuOik1O3VdA7WSFqcnPKY03Fctxrj98C3KnPzt66mq6r2MfZBJI2nevLLoZF7bz2qWnUHL/vDgoNZ4T6vlklY8D/tAcNsiqNnpKdF3yPRDts58dEpnPzqt0ydPefz2anDX+z9hWZ+amvQhX1pxElu2kfLGtkzHhgOrJMnqnvPYseOFznzlldecLD+trVu36YMTJzTvw8aCA5/BOqZcyrSyPKWZqctOLM6rvjSlq5dPSZ1F3XHbfj3+6L26ae8WH+wW/byuZR/0GiuLktoFr9x1151FImedDy633Hyz+ntrIhG1xoHMw4cOiReN9u3bVwQIecnnz/7sz/Ts8y9q0Un9lm1gy3vZNN4E1zq+T7xfLesc7Db0WbQctu2z9vX1KjFvta07lnyYMwJK00Rzs3Pm8ZbSpKzcfLVmzZiAUZfwYF9PrwYGh7R23TqNjY1pz959GrS/F6epE3SV4ued0mpVs81M1xfqevqVN/T6u8fFN3wP3X5nocdqtaoTY73ib+VgE48cOaLU/fETepz0ahmnFfMztvL99z/Q2XMXtWz7w8EyhKDlxSXvXUnbt2y2bu1xkm67HnvUyaq77nIi/6viMMue3HP33TrkZBa0vOTDaN2y8vbbR3zof1o//OGPnVxd1A++90N9/7vf16svv2xeifR//cf/o155+Xn19FS87iHddecduvP228VY1UpFn//s58QBfMoHXOxsrbdXaaWmZjvXrGnLm9fo30uWO14SmURGW5msqL1nUn/fsBaduJ1z8ryjSIvmt7YDnVEUK0pS6wLZBmWWuYritORuaUHX3OtOrAMi71HT7ZfMl03v9Yx5L/Y+pqWS2lmuhvk5yy2PUaQQIu/TWjHuRvtlHGajpKTc9U3TmINv2XIk67a4FDv52rTt71EIQVEUadZ2pN+2vs+JwkHvOT4cyUFe8MInYv2HzJP4FlXvObwFT562/4bfdvHiBR/8x518vKAZy/jc/LRmZiYsL8hapq2bNui2Q7fqc5/5jH79175l2XikeNliwHpkx7atevThT2nTurWqWVeXTJskjrTL9aOWhfEr14q/oczZhYDOW2++qctOcKLHcq8/hKAx921aFnjxoulk2bnzZ73HQQcO7NeXvvQlbd+xS1u371Kp0mtfIC9+TQGeHhwcFDQte158QdaGnpx20nvYdACXtU5arhtbK+ShWW+Iun179urATTeLP/0AjI2OeL9r2mL/b++N4M2n7r9Hjzz0oB584D6tG12jbZs3ec2DQm/ucpKVdW/euEGb7fsQ8HnkwU9pt+vXja1xmzXa6fXvcyD9dvP1QSdF4c+b9u3R1i2bNDQ4oB7vA7oeHTk/NytzkyYnxrVgPknNJ4P9/QLfhuWLdZXNT8GtemwD27YdnVZbkSuq5qfINCThTWAq8XVsyK0X2+1My8t183PHclsyv8QFdDq5R4psY0oeIxKfzLYmMi/l3hPugY75tlvffVbyfA3bKKBun4f26IQkSTxe4vGD50rFftAnhFDUMQ7jdevQc+gP5qHMLBM855427OPIyKjt0pR944Pe97bX0VJmPDPb3tzro30Iwfovd33H8tjxtQqZYAzG6tiHC1Gwzq6qUq0UJbjCN902tOtCCEHUM38IQWWvlzV3gX668eE6N70KnIwX+KAPoQ3XNOM5Y1HHdRzF6o4lf+hLW56FsEo7Vxfrhb5L1vnICmXL58bYvAEEhYIejM16GJM66MpYBPywr+w0c2Smb2aauZv3JylwiOKooBkl61yyjpvmRR3rrC6+4BZHq+2a9qmxQ0VdXLKf2zHdPWuIFFvuQxQXeEu5bWGP+XdZS4tzYs6W+TUzjRhX/uTGJTfturjHcWy8UkPJ9jYzdDxM9DdKeLlkfzuO4DPP6ZIxQwge0c09PvRgDsoQguDDEILxzMRcmenQtPzUrQsytw8h2Ib0eN60eF6xnuWsir7CjgEkBCkZE/+7br5nn+FbaBGZjuVyyTq55jNKx+PVijNaMZ9lCBywSWkSG8/MOisq2pbMj3LflnmUswHfCLIFkgcpvoBcii1TIbKrmaluv2/BPhV0Yt6Z2VmVrfcAbAlrnrefN+8zRNO2JYSg3OtjjZH3D/DkxX7TFmAdtGW8bkk9feA51so64T360qb7jHrOttCEZz09PcK+9Pb2FrQcciIRvcXzVbs0WOBb8KlxY06eMx70LjngW7KsgSfr4Dl7MOt1QmOuwZfnzAcdqJ+YnCjOxOBDW+ajL2XDviDrAO+KfQL6MR+4Micl9KMtfUKwvJs9y9AFAAAQAElEQVSmtKW+lJYUJ7FCWOUv5mdPS8YTmsATlNyz7jVr1hTnCcYeHR31+WGDOPfD54Xte+stkUxg3QMDAwVvMg/3zMk42PEB2zVoxj3zsWbGyCwvmfmJ6xCCeAZE8IiflcuVgvZFnfc8jmMB3FMCIQQxHteMA21YF9chhI/XCj2gKc8AAvwTTg4A+FTsEc/pTwktoD/7RBv+xh78Az/xDDoR17ngsy9xJOIonFPgIeYuW37Ai/bsBzhTDx7yB3yhK7SCLgD7Bx37bCur1ZrlrqeQq6KNx8MupUlS0IA6aMsYwED/QNE+hFDIBLJitVXQBjyYj9JTCzzACX4LIRTjMTZtugC+ZfNOj/kf3HhOXRdoxzV4jNgvAki2d0vWQn/4ILK9iuKomCeKogInxuMZbQDWQB+ehxAci+nXzp07P34R5OAtB7V169aCH7ptKMEBCMH6wTyDPHyyHjy5DyFI/sfac+tM6pi3Yh4DimvLFOUnx2Pt4MU6AfBENoBuPXW0A+gPUEcb+J523ANcs2+DlgnOIJQk4/v6eouYRV9fn4DBgQHBC9AohFDoe3CGbszTxZEzLntJHfixXu6BxPqW+ZhnzD4f327ELmb243NDBEGkQrfP209bnF+wjWsUNg/ewDYSN8p8bsute91UIYQCvI2yIi94jXMdcoNuQrbgceZnDPAEZ4Drgv7eJ56xV+BLHfhzTT/qGYOxukAb6pEnZBe9QyyTBN1HTrwhf8xPG+SXFw+POa4K8JIr5wPOe+OWeeYGX9oh08gz51Zkl/mZi/WCA2OCA7RnX8ETOjAP+JZv2FfWF1jXDVoFN2Ie5pidmREvpvPrccU3Mn0PbeMQFf5bHFkmcin4v4ZtcRrFiri238KZs+MzU8s2MIlj1+YaNu9s27pZtzgufcdth7RzxzaNWVcPmIfG7PuPrRnRsGMU/b32A+JIxGN6axWN2oZVbJdk+wwMmNd6bLPdRINuP2YdPzQ0qDU+Ywx5vJJ10JwTxVcdc1mw38ZZcGjNqDZv26Ztls2BoSFZqMWfQClZdvqNV8X+fGJ7Qhm8rhWvh6QsX0KY9rp5KQ6eXr9hg2O1a83jQx4iLs7E7AN7EEJQGbms+Hxr3+b69QmdPn1GJK+Jo1NeunTZ56YZx0IXtOJkKXwxNT2tOfMxe4Y+p67l/ux1FMeKLA+xgbMFssl+wpPIAxDpxqdgAG/mJ0s2k02nDsUaQlDkBTIITAEDcC8+QQpxVBi0tFRycLikKI4LxYvTW/dmLvsgBJIzc7PFm+IYlKYNPAzYtlEEaRaAM0TCB8cfYP7cgaK8cDgzKwYfFLKWBbF9A3yocKCQYCHQ8pgwMsAacq8rMt6x8aEMIRR45VaKmRkj82EEyG+ML8+1Cp7Vz3OeF8ogFwHvOA7ycDfm7hifbHU8z5PfAOjG3ADX1LPOpukAXlxTD/BMNz5cUwd0vMb8Bk7cZ8YFoG71Pvsbc8t70F0fw+WfwIX23IcQFEIQtADYQ8oucN8FGAXgGaX8QfGxJoC5eNZtD0+gkFHAMDxzhhBMq6iYj/YhrM7PNX0p6c81c0RxLD6f7EubEEIxRpKm4gMd4R8AhQPfQFfw6q6Tkr5RFIq+H88RRcU9z7p1KAEMeb8D1hwgIvfp0pprQBYC6jIHpNvmN6PkcSKvT6ZpXpTwisw/cUy9HX/vATitrkcFn8ifKIrcNzYPdcRaaIOc+FHxj/bwfub+TSvDKERFX9bUhRBCIW+MFUIo+kHDEIKokz+0ZaxPAnNl5qtumxBC0Z621PEcA4BsqviwttXxOw50tq3wM/OivE53lUnlVpnXExlolxX0QFYA2rccGOVapiG0SdPYbSO3c41xYRzGBFhD6mAJ+1BzABMnIjZfgBvroPSE7hu8/lRdfQT/wXc4ExxktmzZIoJnBDtv2neTrw+Kb5N84fOfL4KMd915p/gpMt6E/8xnPl1cP/jQp3TTTTeJnx0750A6B0cM5jknDvnW4xtvvF78rNOik1jHjh/Vs889rZdfecmJvTfFz+W+9OJzvn9B7733jo68+7b4WbhXXnrVAbPLmrBR6TgAgHGccvK1aWPXsq6acYATvbV50yYRQLvllpu1b99uB01u0uFDh3S7g6Jf+tIX9dWvflXf+tav6IknntB9992ruxyE3b59m7baMA7YmK1dO/bxdcVJuRUH6cH/uBMBLzvoyrdVedMKpx25wWF408E8DAzXGCIcM94YRY5Z96wPb/ACe0If6kIINkArhSEnQEkgD4DuBMwPGWeum82mhmwwcWrZM+ST/eNbNxwwaLPbATac3E1eO2OsdTCeA1dqOWffBwYGin3mW7g4QeiWdQ6Ib9tmB8AJEPqzX6M25LRvWr/O26lrNFqac0K1ZbvC3HUSgp2mqnZe+LnJ3bt2au+eXabxXu3du1O7dm7VHbffoi9+4XH95t/+tr729c/r4Ufu06OP3qcHH7pLO3ZutJNa9rl+Wes3jOjhh+/VPfcc0m2Hb9ZnPv2oDt96i/fqFvEzomvtkKx3Qm6bA4U7tm3R2tHh4mdA77j9kOc4rB3btmq99+qee+72+I/o059+XAcPHtCWrVtUKqWqGMdy2TbUNCj7QAKs2HbCO5TwPnvCfkEPoOpgJAaefYIGdfMWJXs2NzOrmcnpwuGQIjVNG+qjOFavHSKFiCF9AOnROtN/dGzY+9avLZs3auf2rdrqvdnqwOqY11UxTmM41k4EDToJ3NtTVWwFgCPo3JFMIOFw9dZ61N/bZ8dtWAN9/XZ6BmRzWwTNcZR6fMjyxjqBVyuerVu/XpsdOB/2wQpZZ30A16xtNfk8ULTlFzRIHg14fBzH3mpNsdfQ5zljLwU6AWmSKjK+HQWRNM2jSIvLK5q1g8ffitzg+RI7h7W+Xi2bXq+8/pp+/tRTOnv5ilpBCvZjZhyMyUuJxh1Ur/X3KnMAv7e/plpvVaPrx7T/4K0atoP4wfvHVU6DJsev6H074T/80Y/15//pL/Xiiy9J9h86DoqjzweGR4uf9G04QTLppKpPHmpZTmMntPqrZd13zx2623xyp3nxnrvv1J13HDbP3KZ95tWdO3dou/kJ55efmd27d7e2msd4AeHeu+/SvXffoUO3HNAO64P15j8C2bVySbEy8+CI4MdR79uqDm8oeI0kju+44zZ95onH9Su/8k392q/9qr74xS/o4YcfMm8C9+urX3tC3/rVr+hb3/6qfuN/9Sv6rd/6dX3jm1/WwVtuUrtT18zMpELU8TJtyxyUIwC+ZBqz4fACge7MSXf2baB/QCEL6q0NeC8aOn3hkn723LMKDj71r12nlvcvM6M8+dOf69r5C26bqWWHlsND3TKA7uTAwP52POaMHeCZ6RkxF7yCTEw7ebBiPOD/kve3WV9xcnBBi3MzajoJuOQk9fmTHzkx2RDB+5YddtmmL1un79m13bQaFN/MTJJIY9YxzAevr18/qi99/gk94MThNsvGigOjHx5712MvOinbVM2yWzYMmJ84iAyYxxedrNy0aYPQN4uLs1q/do0DgT50NusaGugX7UvwqPVUZtsQR0GZbWXLDv6yk/5vvf6mxq9NWC9UzZBJkXgqWT/EDmoNc+ixfh3xIedR79ddd9zppMhN2rB+naKQWQ5j73EodHVPT68eesj7+Yj1jRN4v/vbv61//D/+H/W/+wf/tX73t35T3/7WV/T3/jff0d/5nd/Qpx97QF/98hP6u3/nb+ubX/ui9dVGVcuRdu/YorVrhjTvZO/5sx9poL/P8+TWJ8uqVVNNTl7VHbcdVKe1ormZqYK2Ha+FdZ51ourSlcve8yUfnuqacpC6ZZpn9m8WnVCdcTLUl8IvZg8nnChe8DkBf6Bl/6fl5BIJ3CUfyqrVsthroFwpqccHMA6DJIX46aa2kyY164LNmzbrgfsf0CMPPiw7T/a1Ml3yIYq3jC9evKR5JxHlD3xy2TI/NTOrU1fGdfTsBV237Vh0wGDGAfWf/PznIq+Ympf6+/uFj4GdGrGuIpDGQTqEIPQwtmnnzp06dPiQbrd/MWqeXr9xoz7zmSe0b+9e7dy2zfTcpiHrxLtuu10c5gki8fdlebv2V3/1V7XJ+nbcvgJ0gD655Xd6etKBsapS8+Qa25PPfuYx/fqv/4rt1JdlhtG+m/ZoeHhAVR9ux8evC7vOC0+vv/6Gxscn7Y8cE/7LlStXdeLDD03/+cI+Nlodi07kGYLXVVMWl9QJifKopGZbmp1f8llt2Wo90vKS5aWlgo4Ny+SsD57XxieKxGrTyYGGgX2cmZ3VpWvXtGQZXHG7qw5AnD533vMtadp9QpIoMi1ZX4tJvAdmVG9R8NhtRebtUetUdOT7H55Ub/+gSHo37CspDpp1EL1h/zsPuZYt21tN0yiOddvtd9ie9Xu9Ezr+/gld9F7jw71gHYweJiACDdB/8NElJzHxKRZu8EG1p6rN1qcDg/3mr6BRy9dW2+Qtlt+7rSNvP3yLZWC7St6Dmcnrxc/Fv/T8czp76qRaxkP2iXnp4j//+X/UT374A127fFHvH31Pzz/1jN564w3xN4Satj/9vf1CF1Zt23stl6w98/my8L9Nm8Q65PgHJ3Rt4prKlVQbNqwrztPvHHlXbxuuX5/UO+8cs5/5ul577Q0n2Z8sAgX4ePhyBH8ILOD7wUchWAc4kd928qdufp68Pq7zZ87qimWAujnrz4bxCuBg/56E5aD9Au9GwW+5z6H9fTWNDPdpxLRBvwwPDWi/fdSb9u7SvXdhd27WfffcpXvt02zfslFbrR+HrB/GRobV8b71WGZ3bN+ijRvXatOGtVo7MmT9lGiTdVVvrSLmqFqWE+u/gb4eRT4TlNPEPkSvepwwmjEPrSwuKrOeXFyYL3QabBPZXkCjnt6Keb+sKJbSNDLEqlRLqvVU7bf1qJfAUJqKD7SO3TAxrWPzDXSnLoRQnMW4D8HG0Y1T9+l4Ts6XlADBljo2w8+jKPL/VeitlvUU43SBttQxB+MwLv3w4dBz1FMyNs8A+gCcmYJCMTbjcbFgexBHaZEsoQ34A8Vzy0KpnHi9FYUQ5K0Uc/qyKOnPPQFSH8FUKpVUcQCLOp4BrAUcKMGNOsamLde0TUsly0ZcAHOHwFyZ9UMm1kpf2tOftYUQFHlP6Ut9COYq0xP8QwhGJRdzhhCKMenHuJT0qVm3ly0njEs7+rXs41MyPrqbeeUP99TTlxK6op85a0D3EIL5JzNtsmLOjvU7Y8ZRVNAiiWK5gekVq1arFrqoDa4FllKAV4LU8T3fcFKIFOJI2OLVexUfaIavgo6hwitUy3oOWZycnCrmj+nn8XhO+yiKPWpePAN38IqMV0+tx774kHEqFfuapCVBn/7+AfEnCrB3fbYlvT19qlmXJEla0JH+lWpV0I9rxoROlLHnpS5TorTcaz3veRVrxT4p9Gzb1rYss6w0hMy6Ki+SwFXkqVY2yrkYC3pn9tUaG5SZIgAAEABJREFUPk8sLiwVMkmdG9gvCAq2KrltPD/BOzk5KfahbJ4rmYdoE0Lw2Ikvc8+9LHdQQW/TvOk9Ri/Pzc2JJDjjdnFnvH7b4cFB+2k3ZDhxSV9ozvlv3olU5KxpnUfd1NSkCPa3vDb4AtuDHNMG3qBsWX6hOZBZgACeMS9AfQihoC/zyR/adPtRQleAsQHwICk/60Awz5G5DQ4E9/X1Cr5mXKDH/i90oS/3IZg21j3U0w6gP3Tp0oKyix+40RdagduIfRPOg33W41XzAWMzd2RZNNqatY2mL/hTMhZ04Zq23NMX/qEfPAOYSelu2egUvApeIYRCfhgLHAD6x3GshukPrbmnI+d4XogOIWjjxk3iTwZwfhl18J11sw/0B/dttuuHDtmPcvyDMz5xAXBiTtaYG5nCP7LjGEJQbB4IIaziZh7KbUNCMB/egNztYvN+aroyF+uFpiGstuniz9ghBIEzdSEEdelLe+rYF14IABcAGlF2gbhFN5mMf9e9ph3jsyesBR6GlxmPNVPHc+YDV0pAn/gwP2v4n0MIwXLZLM7YwfagY7vdsv8NBNMqSSLrjlWQZbPTaXkPO15bKCA3vTL7MPAIePbZfqNDQhQVNIVmIazyJfiDMyU4gztrh3e6+NNv1j488gfOxZjmR/rRVv4w5qLPivjQyMqczwFTjodxTR/WnpZKgp7wIvPRn/kYj7mgU3e8EEIhnyGEAmdkEF9own4qfmkuFfXMm5sffFv8Yy72m3rmZExKgDk+SevY/ikJFXCp2N8uV8qFLNOGft2xGA9ApqABa0KnUSITXFPyDF5kbvoC8Bl19OW6W9e9B3fmgt6svWR/mvmBsq8L3KxraUPbLjAO84Tw1/sYwuo166Qdc7Bu6A1vwr9f/NKXRBx1vf016F/ynjAvbeBh2qxzXG7Q51H2BTyYO7G8RXEkIISgEAC5lNrWt23zIPiwRkoAmnEProzBXJF5ENxCCOJDO+5pR3vqoBfXtAeHbrnesaUdO3Zoi+PB4B5CEOPRBrxHHTuEv2hPPWMwlvyBz+BvYGR4RKntK3MCDdtI2oILQB337iZ0UXesj+viWNCYeoD1NeoNwQ/w6JzPNfzUMPQH0IXwB4DexxYSu8WOor/hG0rOMVeuXBH+PjgQc0Xf1BwXCyE4PjMj4rskjwH6TzlGUozrPYiiWFEciZzbnM9n0z7fT/v8vrS0aB3Ysq8Y21/KxPm76TiWt0Kcf4lr9FtHjDj+MOK4UtWyIAVN2Mc5c+aCTp85r+sT0woh9RmxqStXJ/Tqa2/qe9//sf4/f/af9IMf/ZXj5y/6THNUr73xtl58+TW97vLIe8d07PgHOnPugq5cG9fM3IIWHCNYWmmI8+aHp07r5Vdf1wsvvqI33nhLx9327NnzunLlWnG+P3PmnM+6J8VZ6H2fA0mefvjBSdd9VCRVaTfjsz5farjg+BOJ1iNH3tOrzP/6647ZvahXX31Vb7/1TlHyS4+8IM2LL9B/yrFU+k773DRrfTUzM+ek7KLPLFaqbCqM2QXuYQ4ARqAkEEg90G3XscPR9uGLTWjY+ambueqFs9JU05vUcNKlQelnDdfXfb3ioCUH4CUfPgGCmCvux/OWFXkbhQ5OBg7Lxbyuyw2Zg5KZnbNVsDHP23IEz+AtDBKbHMfByjS4btVhBl+gWIMNLNc5StRalRKgrgvcS0EhxAohkhRZ+WaGTgGrz6UQQgHQh77Uh7BaJ3+4p74L3IcQhFAgKADXn+xPG3f9G/+6/Sl5Dnzymvsu2F4qMhHiOC7KEMLfGCuEUOBMGwDB7gL3IYSiPdeMAYQQPu7DfccHEPBG2VB2cYG+CDJ1rAmlw9jFgDf+B54hhAI3njFPCEF8UL5AxQcnSoDnKDjmpQ1je9t8ACip+5x5mY+5wSWEUCgsxmc+nlPSn7J7zzV9MLYzdnQvXbroQ+rVwslcdAAdWHGQu2W+zc17HpYhDHmBfxTFpouKueIb9I5Me+alpK5QqHbw3EG5B8gUXEod85+5U1GaFADfNy1HyEBHuRxrVm6nlz5yyd+TARgXCCFYueUKYbWUSZh7TNbmquIZh3Egs0zlBf65UjsBqeeMLSMdz4fDFUUS95nlSspA1Y5BagWaFIo0t8wxZmQ8aCfw85iZwcTw+mMlceQxYkOk3IcrDrsrDnx3HByOQuTnieIoUiR//JygceZAOIfXUpyoYuPPz4hzHUIQnziKlXtNcRw7UFstDoUobQx34rpqperD5JD4lsjuXbu0x0m5nQ5i7ti61QGa9er1AaKcxCq7ra22OnYq+clWyqoTDCXjfOrkhzr23hF99OGJAp59+kn95Ec/1CuvvKh3333HvDBTHBCXlxe14MD57Ny0pm1kOqYVBnjLls3iYDTkwNLw8KAPB+t1wEmxux1Uuu22W7Vr906Njg5rjZNQwzY2fENimw8I4Ll//81FMvT+++/X448/riecIL3jjjs04gAehpC2u5zwY+w0jVfpbGc4M93L5VSx8a/VKg6gDjlQ1OtAUkVrnaCLvd6ivfd5fn7WPH3FQe4J4aBymJ9wUAqjHEIogr+1Wo8GB4e1Y8dObd++3QGzNeInf/t6BxSFpOiHIcEJOXz4sPbv3184VThOkz4g84YpPzPMN2bfeedtYaxb1vMd69oFO8noiaHBQfU4KBJHkbiGP6bc9+IFG8vLlx2Mb6jh4NQVX08avyCp+ysHSZKYF0vCISJxOzDQX9yjF0i+TjuZQnI29QEJ545D5JD3Aodi+/Zt4hsp0Pj+++7Xww8+qMcfe6SAL33hc3rMCYhNdrSGfDDv66lpoL/HtKiaxevasX2jHrjvjiJZ+sTjD+nm/bs0MtKj0TX9iqOWlhfNG/V5l9NaWppzvz7z42DBp/zk3caNG3TgwM1OhN+mrebJrU5w7bBD1+Pg3sGDJMv3FAeZHh+i0V/QmP2BpugkdB172esASc20G7bDst37s9bJzjEHmm+55ZaCV3LLY9n8jFO65ERRw/Y1M38i+y3zfHFg8l4skRywU9Jcblh/VqQoUW7ZrPlw0zc4oLgUq22dQII/t4NbLSV2Dtoqm/dK5rs0DuozriSKSLDefvth3X+vE8pO4h0+dKseuP8+feHznxcJm/vuuUefNk/ff999TvrfV7yksG//Tdrq/ajUqlq2Xl20TMWWT9bZ1dsNO5boDe7NAmJPoU/ZNiFGT1SqitNYg4MD2rt3jwaHBgsHcMnjoUP7ve9rfUDvMb8F91my/9HT1ytovs4J4OHBfq1xm4rXtmvnNq13UHfDlnUaXTeitRtHddsdt2jd5g1a5wC6laDalpF2yDXlJNzCypLqToDtdlJz684t2rBxncavX9Nrb76lc04UsI7ctnGrHfY7HVx+4IEHdO+99+hv/a1f12/+5m8W173msdh6lP0F55ppUfFBrKe3V/eZVp/+9Kd1n2k64r2mDbp3YKBXn3rwXj3mhP03v/k1fdpJlNtuO6S9DmRvcGC6p7diGR3XxQvndPH8OZ0/d0ZXLl/SjINHC5b/3LwwbHrtv2mvCHaTlCUReODgTbr7ntt1y60HVHEi7PLlC/roow91weNMO3GzbF5yJtP0zk3jRa99XpETppkP6IvWhbKtSK1jRqzXOuYXnPB5B7CkXNhO+I8xmvbt0Fcl03zJycqCN510WZiZd5CsqSefeU7nr1zXSidXpX9QE7MLOnv+ohqNhlZsh1PvQRxFiqNYiXmg34HD3DYkTVKVOdDZdpQs+7kZJooiy1SuJScG6uYlmxjVHSA8f+6c5XRRbfucncaKjlq3P3DfvQrGG3uQW6e2LSvzDjCVzOtV887ommFtdhJj2+ZNut9t0RON5WVdvnhey0vzhkUHLhriW2XTfIPKaz9z+pR1Wd264ibdYjuw3gfPGSduJ6zr2p2mlky3S5fPm3d36e47b9Nnn/i0DlpHkNCNzRccpngBYdkJD/4u27PPPadxH0bKtV5Ve/qlKLWcVtTyWvM4tl0Z1Ve+8hU98vCDTk5XdM8dt4uEz31OwN+0c7sO7Ntp/vsVfebzn7GzP+eEy3G99urLum49O+Nk5eTVKzr2zls6eeKokxYVTYxfdsBxWhvGRlRKghLj1GfeHOwbUCWtqJJUdfjgLTpoWb7nzjt16OB+PfaIE7QPf0qTTvxs3bLeprauLdZ9B/ft1QHz3Je+8FmtcUIFvXDX3ffqc5//ovZ7DOS07kAbZ4K6faxlJ4/ZQ/R303KWhMj0bRUHzcz7QzJk2HKBLsQvSGwXqrZ/2JplJ1muOBkKzZqNtuW9R8H9y+WK979e/MpDOU0FT3Yso9g/+KNjBsEeLrp/bHoumu6XpmbUSFItZ0FXp2a1YP6Z9fNpB3XfOXLEMvKReayjMSdJQxRrenrWia13fUg7q/MXLuqsdcHVa9d14eJlHT3+vnXDBfsR8/rxj39sfl8ufJr3jx7VuTOnnGB7Xfzk7vvvvy/wIHDxx3/8x3rttdcszxd0wfYxNd58+7vWUy70QK1W0pZNo475r+jSxbN68YVnhS46f/GcZbSucSf5evt7tWI+H3dQasl2lZ9zf+a5F/WX3/2eZbkl9E3icUumT/BaW6bJivciKVcVJSXzWWIfVU4g5wrmOf/f+7CgkAflpkvdNA5xSeVqj0xCJzQbnrulBcsdY+UF7VOFRCo5AA+t+BMB+LuJ5RU6122nZp3EXHJyPLOfJ0N3f5Dz119/U/w9mxkfVhc97qxtV5KUNDAwqNGxMSkKKn6WyfoTW/iFL3zRe92wZAT7Q30aGBos5GPN2Kiqtp+Vak1V49vb1y+Syyc++GC1ncdbt269Blyir44fP2af6ZrmHdi4dOlC8bdJTzlZesQ647333hXfJH3xhRcKnjplfYnMP/3Uk3rm6af04vPPi5cGMtvb2DRoOclAWTKtM9M4CkFFEM76pWZbVooSVdKSSnEiPvhMDeu9hv2nyPydlGL19tUUxZFK1nUETd5972gRiPh3/+5P9MJLr+tHP179SWj8O/iYZPHTTz8tEqvwD3KydetWrbPfMOQ1LlhPzZum+N510xW84hAV6zp58gNNW1eVrNd7e2pez3M67bVPTV7T9WuX9dSTv9DU5LgG+3tM/ryASxfP6fixd3Xh/Fkdfe8d8TLhhyfe17TtT83BlRkHZhZMy7ptdLVcsp7p1dDAgP2oEd1s/dDXW1XWbpgGQX21shYXZjQ1fk2RMsU+e+CnL87Pum5CmfVEx/YkN30zxx46Pv938szy2FRsfRWi3GzUVuSDRrmcKHFd5LqqebDm9VR9JkB/IFPoEAD6UFf2nkB/yoqDkJEH4Z55oD3X7BF90DlxHHv8RJQ8p2T8ktdIH9pR4hfg09Qth9y3fSYCGI979psSoM0nnynIa8vM13VRf/XqNYUQNDc7r047K2xkCEGM1YI2tmcrpjNzx3FU4NZda+T1ALHxZh3B95TMS3/w5B56hBCKvvaxa8QAABAASURBVDyjf8v8yJghBNM2Ks5Eba+D5wDP0yQRdKM/fYAuXZMkLXS5bnx4lrg9+IRgnWLZZ5wbjz8uctt55ukC8/DCMXEn8EFfQDNwh46r48Yf92+ZVzgbzPh8zx4NDg6qv6/PawiKo6AgmV8yhRBE22B+c439Xqlj37Fpf7juMRZt94llcd0oYlkt67umkFOezdk+gAfPsGX0MyeaP2K3aRZ7yEudZy+cd7+WhmzHoBUAjSLvBfgncSLWAEAf9mrJc7M/rHdubs7ysVDwQghB1OEnQpcotsSgY7wuL6v4B02bxpeSMeHPyHMxXuy5MtvVcqWkXtt4D6ctPs+iS0MIxrltW95QrZyqt6ci/lYtvh9ztcxrrHd+bsn4LNvnaSmKUuVZULXSo7Vj66x7h+Vt99g9KpVjzS/Mat5ynCSx4iRSUkpdJi5LkoLX1FHqMdBLcZQoMg7yB5pUa1WBO+tgzbKPCQ6Z94u6FcvWrH23edMHXoEmK44/QFNikyEEIdf5DX6ij4dWxXLeZ35YXX9QCEFxHCs3PzJOy3yfWndDM/pTQjueMwb3AHyF3/LJvsyNPmYM1kw/xgQ466HL4UtwwK+hPW3lT3cc7mnPXICCinXwHLwomR9gfNYNHThHkrTkLMkc0z4jM5aH9tok2i3Y9tKfueFBrhmDtvSH12jD9aJtdI/PfuDAvmOzmZM+3DMu+EOjEEKhH+hP31MfnXQs5d3CvzlnP5w65qHttWtXRfwAH+itt992IPwSQ4nnyO21q1eLeGn/4IDW+5xOrIW4y4DtBziDD/SBx5veq6I0v4MTAA/QBjxDgKexFVkxR55nCmGVL8Cl24Zr9pP1hhAE3cCHTqwZyLv8YR3I/MxBHW0oqYNG0ABgT6ArQD14gSvtGJ9r6PdJnOELdFYI3nQPzLxAsPz6tsCdubimHhzov2ybjjxwzYsElMvWIQBzMBfzgxO4LTlhgt/ThYb9MvQqPlnuudvWEZxV592OOH3bdEMXcj9ju96xLIbYusdoZr5uWDcsW/bq9mM67utq65LV2Dk4IruR1wBAc+r4tUHwghYkqBrui/5DLtmPKAoFH1BPe/qy7qK920JH6MV4XaAd/AvNkUNolRv3tvmE9gBtGCf3fnINRFFEFWgWJc9CCGJOcAJKacn3sWXJWt59aSN/um2QTQCcKMEpBCjhRv5HO/owH7wFdK/Bi3V2Abp0gTra0YY69pFE9Lx9OvazC6t7ueJz+GIBS5Zf2gP0DSGoVCoVus7oeH8yF6tr8UVRz1zQb9bn17JtROa9PHv2TCHbPfalBi2TyCDn1Zr9qsjxoZX6kp8vmnYdecuKcaIQqVi5/TVLoOtz3+f2+drCxubek+6c0AoIIRS0BVfwAH+A69zj5KZ5CMWothvtj9vSPoRV/UNb1sveo3N4wRBdwwurV5x4RDeyPmQA+kFLaNtjPYdN6HOSkHKV/6LC/gwODjkGOCLijhs3btT2bdtELJckLTFbbBS4MTdyF0IQe8244Aa/dktwqzseQTug4AHHQNq24U0fqtq2VS37eFkelKQlhSjWimMaJEGJJ1zyeZdfdTvus+OxY8eLl2efc7zgmWeeEb+kxk/eFi/UHjtW6FjWTSKw7bFn7f9POq5wzYnKWScC5+xPLiwsad5nLO5nHZtZXqqbL6TBgWFVbdPbrUwNn4XjKFFfb79GR8e0urfeh1yOMU/5vHpRJ058aH1/1InUM46PTRR9Ep/ben3u6h8Y8tm8z+fPfmuKWE2POb+wrKnpOXFePnfuooj9kISlvHT5uiZ8Bp8DN7ebcWxofGJGFy9dc5z5gmMv1zQxPmW/YtG8lCsEZDJSCEBsHq8UkCZlcdat2N4ndkoS+54dnyHYjxCCceqxz7JW+27ap9tuu138ihZfsPril76gRx59RPy5uk2OA3E+L/vMnEsijsB1rdYj7FGf/YioaeXXbjfNlC0Tr2PG7ApWVtzzjOBGw4fzuoMcDR98mg4MNdwHxYmT2DaDdwwtO5/UoXTrPpw3DE0rr5aNTsubSJvMyOdmEJQ1B6G2hRTouH92Q7BCCAohGGWJuhzS28mBMUOgPhhPP8ty0S93vzxniUUXRZbkYPhkHdcwNSWw2nJ1rNVrFWN2n4UQFJmBQ1htQ182oO21UHIfAm2CuP5kvxBCgX8IQZ/8hBA8ZqSGDQDCRMmGdsdkDEA3Pm6u2AfCG7fGz5S4sU7aATyjBLgGF8YDwPN/Cdreq+7c9KUdfajjmnFMEYb8eC0lK2AYMvZe0If2n4S6nVqUHgqsbsHHEY6iqBiD9sXFjf9xD3AbQvh4ju49ZRdg/jRNi1uMbd30W8VPRT9wgJYAdAX/EILAN4RQ0I32n5wPvBiXtQA8Y+1NH54oaU8bxuhC2Qdl8AgheB9Dse/yh7607/ajBBd4N0kTRXGkAD+aj+FSaN+2MNMnhEjMD3BPX0oPq8i0Y27Kumnb9gHPVUo4jBhyHyaA4HFX64Jx6ni84L7B7eIC4jjy/SoOXMdxbLlpWyF03D4rHEbmpD6EUNCNfS6XywohFMAzAJpFRgIAN4B9Tl0HlNPEydGSylZYFfNLjwOetUpZ5VKqiulXsWF2U4+ZKU0j1XoqGhrqt3Ie1qiDuMN2lAetmDbyc2EkR52A2bt7lwPa9+hWB6h3+n6NA/hpHDQyPKgH7rtHjzqgu8MJkHIaK5gWtWqlmL/sda44ID/tBN38zLSuXbmsd995R7/42U/15C9/UQTEXnvlFT333LPi7ZOrDi5jWDmUNUzvATsMGM3h4TVWuH0aHBzWju07C2X79a9/Xd/+9rf12c9+Vt/4xjf1rW99Ww888CmNjKxREqcux7Rv7z7tv3m/Dh++tUhAoqR3ek3QDjmB5jUH+uDXCQfkOQCNX5/QrI1du9UxvapiD676UHHRgb0PHew6e+605n0wHVs7qrQU2yDVveKODe2SrjrgBbSsm3t7a+InR0l+rlu3TlsdUOObrJ93wus+Jwf6+weKvQcXnAvm4Ns5JEafeuqp4tsOv/jFLwrD/IEDj6dOnRL4cQhc8EGMMQcHBwWfsI5ZH2YXF5cKw83P8D5nw/7uu0d09L339Mtf/lIYef4W3E9/+lPT+zl98MEJEQBkLPkDf2OQoAfB5Z/85CcFDgQFn3zySf3oRz8qxqAP8zI/cPDgweKghYNDsnHTpo3aZX7ZvHWT1jq5PGxe6XWwoGK+q/lQ3mNH0NMVB8rx69edeLqsWfNG24cwC0SRaDh/9rTeeet1vfHaK3r7jdcd9H7NwcLTunrpvOrLC5q4dkXvHnlDsw4yDg30Oonar4Xi2xLLPhBe0NGj7+nFF18wzj8UNFjFY1ixdcD77x/Xf/iTP3EQ/S3v84yuOyFHAHZqakJXzX8knOr1ZTVta7nGQe1xAnbjxvV66KFP6Xd+9zv69q99q/ibjnwzkb+BuuxEHw70uBMks3Z+0SEd21V00AoHGzttPOfnLObm5rW8tGKnt+452uKtKnRmyUFughYh5KbNoubmZi1LmQicDtmxLBMEUaeQqxUfrM6e+sjBD2mj+bCcRJpzAm7GgdbbD92s+++9Q9udWCklWfGNtl4nAEpxrjXD/eLv+u3ZtV19fT3q87rq9ivKDuJ37EiOT0zaD+k44NxjeetVn3k0imMlaWraxcZrRS3rTXjlute6YdMG3XTzTar19VoWUrXtQ0ySQPCa8TtIBPHTHSTuSRC27etA18i6Y9PmjU5GD3qemkh+H3JCGAd6y6bN2rV9u0g83nnHbdrs5Oy+PXv0pS/wbfY7dc+dd+jgTft1h2X6U/ffr907dxX2Rf5gGzi84bz7VrFxX7CslEqJ9jsBtW7dWrftSNapCvLcPSpZx0ZWiN3D7qwdW2ix4qR3u9OwXC8UfHHs2Ht66+3Xdfz4u3Y8z9qHWLKOGTBPPKD/4jd/o/hG6Ze/9Hl97onP6Jtf/5q+9pUv6d677tQDTujyAsGu7Vs1YDptt548eMDJPsOuHdu0d/cOPfLQA/rG177ifbtbe3bt1EYnAUeGBh1Iqyjxvpetx0tpWfAIh4aNGzdbn2zTgQO3WG+vt9hEXldw2TFfLauvt0dl63robZYXB6DM+xZJalqvZuZNdEa72bIjPSN+WnR6fkl5UlIzkxqGpFKzkzokb5X3fbkY290VQij0FkEiaAbN0UHYRp6Xzce9fX2ya1j0Yd4l66W25Xt5YU6vvPS8cKEIHKIPLjpxi7xccKAHnq/ZXvUb/8jzIH8+9WnNyKD5uGR+rRVJAvh01gePOTv4CpH3ObKuLulmJ0ZLSWIebptWJT+Ki8RutafH15Gd/wvatWOrxq2nzzpJ8cf/739vXfis+Nsb2Jyrl69qdnbWybl3rGsvFoeOtuXi5KlziktV3XX/p3TzbU6Y3ne/br79Dt1+113W/bn41ttHJz/UCfPGrJNp09ev6O7bbtFjD93vPS9bH27XocPs1Rrt3rVDW7ds0vrRUVVM3Ju930BqHoRWs9OzWnFAZm5mQS1vxLGjH+j0R+d09fKEjr17QiMDg3r4Uw9oz47tlpNtWm/5b1mGF+dn9MH7xxysropraD0/M2WcjnstZ/WXf/Fd/eAHP9AzTjh9+NEpTc/Mqmw77aOAeaVsPhrVhg0bCjrtsPzBHwqZ1jqpXYpj2WERfkFPtWyd1C/2qNNsqWU/s2L/Ys3gkBpOyA4PDRV8w55j00+fOmP5uW5d17K/URafnmqvyvYVqubr4YFBrfXBsGwdlGeRBjxOpkhzi8ukczQ4POK2qXInKmo9VSHfx3xAfeuNN/X+8aPiG8AbN4w6MbRLDz5wt7765S8UCe0vf/4xffWJh/Str33WyeedWpif1hGSTa++pKXmihKvY9KJpqHBkWLMkZFhpV7n7Ydv06EDh5VGJQWfa6ac4G42FjUzdVXf+09/rEq0opnr53Tl4kdq1xf1qBPZpSRR1fyRNXOVkrIWffhctpzxTduZ+QXrx34lprWSkvIoVpKmqnh+vk3Zsi+96CRy2TSh7Yr9pdznu94ey74FNjhhVS6l1jcrqlg2KrWyorhkPSzTJ9GIA+eDw2uUh9g6uKKyAys95vfBWqRyaKq3nGrBh+CsFZS3UifEgnVAR+pERZ9OyC2nLct1ZlnvKGRt5WaK5aWmy7IWXF60XHQcZEiTVItzi2os1zW2Zp1m51aMS1W/+PnT+sEPf6JTZ87r0pVrtgNyUnm6SO7OmRZ8O7biQ++asbU+nM/o6viEllaa4tcKLly6qmMnTur02QuW7TnVVxpqOgmaWQcFxSKwcPbUeZ09fUHnz13WjBMIS/W2rlyf0ZnzV3TeuC14rEZHqhvHhuV1Ybmpsue7bHt2fXpGXp16Bge1buMG9fTVzLt9iqygepzgDQqSr+MoUpIkhU1IvT/Y5I22PX39g6Z7zfguq39wwImYNeJbzxs3rxe6KjOPkND56c9/rued5H3+xRdon4aSAAAQAElEQVRNhzN61nL2Qyfw/8W/+lf6j3/2H/Uf/vhPCvn72U9/pv/0n/9C/+FP/4Nm7bMs2XfgZSHO0aW0ajEL5o0e9Q+NaGjNqIZHRtVq52o4kLJofQeOQ0ODGhtdo9T4DthGnz1zVq/ajyb4nVu31y2HC05sbN2yRT21qv3h2ImZluat22oOaGQ+xyRJpJJl8O0339B5B+kIrHXst1bLJVMk07L5cH5uVpfOntP89Kw4S5ghLG9Buf/r2BepW6c3fR6vN5YtQ5NOOi6ZlB0tLs1Zj+SKfXYO5uHcnJrnbWFnS5Z51sCZjTKEoIzNlgr6hxA8TV605Tl9Uu9HbNkEqEstD9gcrqkDuKddFKJiPMZkDzu2ewBnVKBsew8O9KGeNiGEwmZwjS0KISiOYoUQrLeaok/b8RMpKDYewXPIn8x8wzqAOI4EDrGfg1cIq+uIk9jyZWoZj7ZpRVuAebrzeShFUUTxMYAbN9hqrnlOP/pkphd1desY/MsQgrpzMj/9QggFrvKHvtRTRnFc0NfVBV4hBC6LOtZJGyqYI44ihRBU0NXXNZ+VquafqnUMz7M8F7QEL8anX92+35KDx6yVuhDMz+4Dfk3rOnxg7JwsNx3HQDqmCbSgTNNEqenF2IseI4piNcxjbdM+M8/xwl7m8dr0cd9WpyVecs48VmoekfkM/xKaANAKH6Xt/rM+081aD1arPd7rjmGVHznzrLEtHnaCtexAHXvImiKvt+15CltsWcKXhz7xDfoxXwih2DeuU+vG2DLFOrlnDNYBHtCH8VgntKG+Zrn0UNZ3y96Hlvcq0h133C5+HaaY13qwY7yjkGjeOg/o8TmK8RPPxRxSMH+23D8zdNRwvI+xM3S49QBzDlpnhRC0YN+LseMkKdrKn9xgFpaPuo5BtNWyPY/kPfcDzt91J4GaTu40W3XxokQUy/qppZZjkMh2y/o2Mw4d6+nM/ax6tWLdja2I3DiOE8VRggunjiepWPbgHeiYGA8gMp25px7ac7+6Bo/oZ7QBoGfLsczYRKPNohPo3EMr+ocQinVRR/8h+yHQCPrDA/RhrwHm4UwaQij4l72lLWMzF88A2jE2wLPhoWGtXbtWg7Yl3DMXAA7sMWPQb2RkxDGVITGXzLfwYQjhY54DF+rAbc68NTk5qVnrZngjhFD0ow1rBJ/tThqM2UdiDupCWMUbmiCT4AIOjEeb7tjoh5Z5uGPdg78exZGgMz7U5cuXHYBHZ9fFM9aKDISwqg/MGqp4vxiTuAPn/sj7AW1DCCpbpqExvkYxv+cAB+aGnvAP9+Bf9ji0CSEohFDsEzwSQhD14Ewf2jMHdd1xoC/AM/nzybFk2oawOib9Qli9pj9junkxfgjISVOMQzvWCu1CCMWeUE97nnmEAkfW2THtmJfnlNCxWwe+8BU07l5zD71oy9whhBtr7RRjQgug+ww8izndjvmp795TMi/7veAzLHPQBhy4BrgHoCVztr0H6Mu6Y6hty39ufdgqztwNr7Op3PFKTyXZ52vb1q/Y9yDWQcwBoK7Vath+to13y9CWt9x6pWGfdsF6aE5Llrsln+fmzbcz9q3gW2gAXqy/ixf4yx/2EfzhsVar7bGzAniOvADsBfva3RfoEqJgfPMCPIxoTz30K/uMWbYfQT/qeBZCKNpwTR3tAPkDjVwUz3kGIAu0Zf5yWhIQh0iyQjR5rM2CuAeCXG1dR5lEseIoklnP9OlYF5pO1tNuosT6jvGCgm9zwUPMUTKu4AIeLeswaARAG+hWsT2t2hdFXyCflOiQLfbfDjnOcduhQ8Kfy8yPIQQxpvyhjHxfjGXb2t0Hxi3qbDs78IHtNAiDFRBHUYFhHMcfjxVCKNYDD4E3wHjs3eLCYiE7rCOK42JdrIX5KVkD7RkvhCBowDrYU9oQ00XHMRZ0YJ/BD96GZwB0H3XQB/yhL+OEEAq/CpqAG+0Yb3x8XMRL0U3oMu5n52bFc/AGL/Dp4gZ+JplCWMWPsZMkVdK1Q65Hhpq2gW3vZ8fQMP0y084s4X3u2K9d1pxpcc0x4hMffKhnn3tBL738qo69f0IffnRax53IfOfdo3r62ef1y6ee0cuvvKYjvj/xwUlduXbdZ6llj7GkGfsil5yMPX3mjI4dP+6Y0gmfZd/XR47x8ks+l69cFTHhSZ9fWON1x0knHENf8NxLPivWfRaYnJjShx+e1Nmz5/SRz/PHweHkSU1OTSryJifFPrUdu1ks4tK8lPle8ULqEcd+j2v8+lUtLy0ot68g64nInRL7XnEUFTRqm0/rjlsu2Q/DB+rSIvh5YrrZ5Sp4AvoC0G3Zcc1W0zojxOrt6dOIz6V9TvzC2+ADXdGP7B9rOueYDy+f8jLPc88/53jtj3xG+r6IUX/ve9/Tn//5n4sXU09+9JHgFXBgHvYjTUtmkWCezeQt8tYGn+nsGDet8FpWYm07KW07iCCXWQgArtsWolVoWSm2C8jcD4bpQubV5Z4lL+ozZVacmcdo2+lsW8kyTmaFIAVFcawQghiDesZu+YAFA1EnBYWwSlT5Q5vVehWIg3zmuVYh84I6xViZ5wY6zJNLkecIISiEIP9PUij668YnhOCa4EGpd3mjniKEoBCCEEYgeIPyLHiu3OvvGNq+9sZ5cwPgtrkRA+RPCKv9Q1gtV8cIhaBzvYpnx2N0irGgAdBdK+N0wcP9jX/Udyv+xvWNSsbOTZ+Pn93AIQTWqYJWnXZWzIvy6Laj3yp0ijar9Sak2SbPM4+ey0MIY5h7fzsWhLYDL1zHPrgmaaTM9SQAllcW7fh2CmcRpcKagRCC+OQ3aEVZ3HsO5uY+BPDMC2EBP56jfIAQgnEIxbghhIJ+tKEf/TvmN5QiQD1zMj/AOLRrm5875kmuqUe54pT1+rDQ39/vYNxA4VCWbIRow7iMw/xAbKFPrASjODIuUuxDjFExb2WGDisxbZsOIDQL/JgLXDDmXDM/wHUUBTEWc8VxrM4N3HgOviGsPs/M03UHDus+wNIPvGiDIQCok1bptnqtgtdYGxBFkXFqF9B9HuJQtOnSKva6VtsyTuZniTjEyEFNSvYYiGKJN1XTUqye3orKFR+QslaxdhI/AwN9GjQMO+iy1kGXHQ7a79zuwCtJvc2bHHi8Sfv37dN6HwzWjo1q+7at2uME2A6XQ4P9iuxN9PXUtHfPbrcZ00B/X/EGf8vGhW9fXbl8SVxPOBF1xMnRZ59+WgQ4V5aXjENmg7aojvmANnM2HPNOILWtZMulioYGh7V9x07dfc+9us9B6ZucGFnrINvAwKA2OZGyf//NumnfTcZnt25xom6nk5/8dO1O9xnzgSKESGdOn9NTTz6j7333B3r2meeciH1b/LTAhA0MPyHA9RUbJP6mjULwgbPpw+RC4RRyYFjjAHGP17figz/f5Dx69KhOnPigaMPzYQeylh3QnnHAOYkT9Zsnl32w5E1O3i7CsE07EMtBCGOzceNGHTSu9MUB2rF9R7HPl31gaVuvtqzfx8evm0ZHdeTIO8Lwl0qpcJi2bt0qfkKnp6dXiY1Uj41QbD5kvpYNGvzO+nljef/+/U4MHxa8yuGm4gMNc6/1PuK8JJYJ8Dl79qzpcab4CcOLFy/a6H6okza08C4HbtoO+WBIuWbNGiez1hSHLPDnzVPmI/F8zz33iAM4ayIRzDdjNzogiZyCVwhB8/NzgibQkXnlz+TkhA38SZ0/f9bPrjhheVV8S+OEE7jvmF9eefklvf3Wm0XS4p133i4Sm286qPfiCy8a15M65/29cvGKJscnHcR2sufiZV13kBajnkax9u7eq9sP3aa9u/ao1wGe4sDvgN6CcZm3Q5XEkbY5aXXb4UPmoQMacULXYu49fl9mUG0zn0/YGYOPX3/9Nb3iQCS84IeKLKcAsg1t+Hu7X/3qV7V79+6CD+rmC/aNpDZJbg6mHCg4LKxYNyw4CLloB4T9K9749N43vY8d6zt4KbceRy6W3K7lQAV/S7NsvS3r7eX5ect8Kr7tTWBn/foN2rRhk+CRDevXi6TiytK8JpysmbQz9NYbr+jou28qay1pdLhX2zaPFQH+qYlLunzxtKqloE3r12hkpE9rx4Zk7eZA+KKq5VRrhgZ0++2H9JnHH9XaNUM6cNMeJ/7u1G4nm7Zv3agnHn9Ef+vb39QXP/tpPXjf3b5/WN/+la85UfhVffqJTzuRd6DgG+jzrW/+ir721a/ptkOHVU1LWplf1PVLVzRjeZwyL8z7MIjMzMzOOuBf0p69e3TwloPiZ2tucTlqHdX0AbC/v8+6aIvYr+2Wi1sO7NdhP19rea2mSYEzkZmpiWtOZpzXmY8+VG4fh/26cOGicNjZC/j8unXTvOmJDPJNs1dffUVTE+NKvL/QOjFD8NzsqsRj45RfunJZl6zb6t6XHdaHh289oD1OflXLiSqlSIN9PSLRuc46k/65ddylC+fFt9yuXLlk53TJQaOWMvtwfBvwsBPEIyNDTg7UvaZh674B85D3adsW7du7W9tcjo6OmOdU6Kim9St8GEIQQUf0T55FWlluO9GwoHNnL+vY0Q/18kuv68lfPqcT75+yfMzZzuXqtIP1dqQWhyrrtQUfdpu+JpE9Z7o3zJsNrwudhV7heqVZN/2wMyVNTc5oYmLWyY45nXRSpKVEqZMyBGsaHgedhUNLX/DkYASP5/YjkBVwRQZ4Bp+XrZsS67PMz/l5zVkn2T88fkwLMzPipyivTVxXtdbjYGjbwZxZh+blYHxdM5PTmnMSsG1a5NadkWnxxuuv+8Bx1Otsyau0b9Cv/sFBVe2or1+/WZs2blHLwTqzghL7DFXjHWLzy9iYrvogMjk1rQ8+/FCjo8NSlpn2ewTf1ZycGnPCgsT+ho3rdfbMaY1fvaZBj13yOB0nMS77/n0fnOYWVzRv2b98fVwLpuWiDxrnL17Q0888bXx6NbpmROVSqmop0YF9u7XDMtRXTbV9ywbryBnzfape41VOU506ecL67JKuXrqkum3movfKJte2doNGnTwZdaLKrp1eevFV/eJnz+j114/ozTfekbwnE5anZeuX6akJTfv63//Rv9Xrr71qPfCe9el7et+JqRknvGYcgH3ppdd07ep1Xb86rvPnzpg36kLHLFtPrnPAb4MTcbw8ldu36VhPjZkXv/yFJ7TDif84yZ0sKqu3v9d71NT8wqyuXL6oWe/NFeM97sNhcci2H3vNNFl0YrF/qF+Xr1/WrJMpDe/okuXgA8875QPgkttZuWnFB8HIz4Z7qhrtq2jdUJ+CdeOSk25JWlGf6b6mt08jTnKSzGqa1qPD/dq4bkTbt27Q5778WfHNc17g+syjD2uT67/w6Ud07x0H1V8rmf7SByfe9R7s1FhfSWsM60YHdOjW/Tpgeb79rju1x3b0rvvuVcU+wI7t27xvseVv3vZ/wrS6pPFrF7V545i+9PnH9V/+r39b3/jql3Xo4H795m/8NfmrygAAEABJREFUmr7uZO3O7Vs0PNBvVurowrkLCiES+E/Pztjud7zMkhpeJ4c/+Vmr0/ZxNYhkAC+w1r0mWS7KlZL1UVDmg3sSp9YPw1pvPV9ysCiEYD9WTkxmqntvWqZR6qT1nO3GjOW56cB5bl5GHrMbZ42m5Rn522r79ru/8x393ne+o0cefEB8s3DBOjizjWl7nCRNFawHY9vSzHtfry9btprKjGfZc2feq5blqeE5rtkG843fJe8h81633UFO+BZl22fW3H5ny8F2fr488/m1atvSsdxu3bxFJNeDubbjOaM40tnzFzQ1NWNfo0cDA4P2E5dl1BVbT5Qq3nvXBdOhUutV/8CQZXxYSamiihPNPZb1ECVqtjJzT6woLSvmWa1PPX0DSp0ISctVByycKPcarlmPFH8nKI7dXqZ9JmR50gHAmblZoWdz78HH+Hmf8IegX9tnAHyra5b9N994W+fOnVfkudvep5Fh4xRHWrAMYUc2btqo3Xv2FLBl2zaNjo1prf3sbdu365ZbbzWv3qXBoSH12YcMIWjMz3nprMe2bsk+y7XJcb1s2/SzJ5/UP//n/1r/8l//e/3TP/x/6bd/77/Uv/ijP9F/+7//H/SP/sn/Tf/0n/0LPf/8K/pnf/j/1D/9v/+h/uQ//Kl+/JOf6q23jzgIc0bLTig/9/yLGrfNPeagzs9++bSTtt/T1OyC6va9J0z3P/zn/0L/8L/7P+jJp5/XO+++p3/z7/9IP/zxj4qf/q6bd9DzTbdNkpJ5Zkkr3vOm93jR8px16g44BqXWCyFrqpxEKttuYquHbZ+v27aWSlU/Ty0LC0qiTFs2r9PgQK/5qqM4xMrMr9AcCCGI+bhO7LeGEATt4fMVJ4PhvZb9JmxM2/tBmzRNBS9l5ieehRC8L9FqncemHc+jKCrmkj+x95++1DGXqwr/mTqgr6+vuAe3OIqLsbB5g0OD4jlz0je+MY5ZprBTLQLDlh3my6ysWQvAPW1DCAohKIfBPSn1xfq8Jq5z4ws+4OzHRVvqAcYBuKYPJW3Asbtu7ukPhBAKvGXkQgjWQW0eF3UhrOLBWhgH2nXnpBFjUh9CKGjWHY81lEqlj/GiLfc12zBkg+cA/VFU4LWKc7voQ3toR5+W9Rc6D9+DNtkNmsQhMr8khc8Ux1HhJ+WmaeJz8ID1K3gxRuRnJSdkwDsz3ahDVtO0ZNvbpziOlZYSQ0k9vb3qBfr6rTdqqvlcFaJYS4vLAs8oxOrvHyjkcGBgoKDVtJNZ8FlmB4I5mQM6eCGCF+RPFAX/X4o9F3Ut7yNtysaL9otOMjTtw7K+7jOeR1Fk36T18V6Ae2J+51nZ+j923KZUilXzNYnoI+8cUcf6NzeNMvt+M/al3zt+Qldsx+uW8cz19E/ixNudf4wT88gL7HgN4MBPcbetr6o+H+GL3XnnXXrsscdsf+sF/6L/kDPmbDVWREm/ptfFXgHgyASsB+A+hECVZ2I22T7likwb1mX2Mz07phG4SR3vZcf6uuUANZ06lpPM+8dY0BmawxNcQ1fW0LasA8zFDC3rn/n5WfuIU9YPDa85K6BiWxjHUXHN3Iu2i/Tj/MvamCeEUMg2Y4UQ7N9O6OrVq+LMNuk9p+1ln9HBAeCMMmvbSn/kjvHAjRKIvfesg5Lx4cESMuL1sybGw86yru7zwcEhcT6H16jr0pV+jN3xfrGf9GducJv3uQWgPfPBW9QzPveDg4OC71g3wFj0B8AdvG677TbHV+7TvffeK2IHu3btUtl2kb6MQR/4GFzBiRJgriiKChmKo7iwW7HX3bA/Dk60BS/qRkdHPx67v7+/0JfQyZsi8GN9IQSLUXBVXtShOxLrcZ6DJwAuAPj8f/n672jbsiu9D/vmDifcc/PLOdWrV69yzgmFVCigge5G6oBuUaRoUaQVh4Yt2Zalvy2NYQ/bg8GUScqSmhxkd7MRGqmrgELlnF+ql3O6OZ/s37fuu9VFSvZBTey9115hrpnXnOee53k8h/fiNdzfe/SaBrevQQf57iAvXsdXt0eEGtgoz+O5vZe1eTyX1/D7tav54vO8r8apVq9pHB/v8cPYh7V7z7U2zvfu67mN0xo93e55ja95GhFp7+5nHCJW6ZDleaKV2yMCnekkX2j9M1hvPKf35fkjAp3K0bNM/rjN4PHpud9Ltts08LPbLfPuExFpLdPXOLjdOU5fjaP34faIQF+7CZcuOuqxQst97eFvuVUWmYL/5VmG3S41QBFwEPs6ONBQD17UkK9GfYC4oKIKMZ2fDb4v2DNqolq1ohr897PP4iW2vlIWtFfVwFa5f1kUyrOM9QLwNZNxzLOMuCKXx6Zn5vQefO+r9y0+CWf24HaD2311H18jwlvzlrjafmWKoI2xpguX9OxxhlCkfnmWJ1paj2rY/Toxp/c7hL8ZR8/Xc6by1TGFwTLkLxxYhvxsWns+g9cwTywrnss4W3dtdyzH5mUfDPMsS7HmGXJ6jjk8znLhvsvLS5rFVjTJS5s3g43BpLeWw3qtLuM2AI+8jvflcV7H9xnMyKGfcYkIT7sKNuLcuQ8X+X0Oj4yn2yJW+0asyrL7RIRMW/f1Hn3vdbye92KbYbn21XbWuTNfbdMMtplr+/a97aDBOQfbacOFCxc1Sy7ZNtB5Nc9rGnkdr2vdHhockvXYYLobF+PtfUZE0hHjZJw9xvsxXp6zh191P/c3rxxveB9u6yFL7usxBu/D+BkvX/3sPl7PNsJQQzayPCcuX+bsPI//miEXepX4fEJXOVNdwO8cISfx9rvv6+VXX9NvXnlFL7/yGsXZN4HX9Mrrb+jFl17VC79+Md1/+PGhdH46z7iz5HQdvx8+elTnybNdvnI9FWhbzTZn/DZ+sqVl8tUuiOZZJtPFMmiwTDp2MP1s733Nswx9LuBhriyHTpwDm+SKLF8ryJjv28Q2q9DmrNimb6aR0SGtI/bfQP5umPNMrV7VQKMONODDML63VCBnLeK/eeKjhA80Ma+Mh/Hxecj+0bABf2K+mf62o+5XwabkjOnBH9vFNdvUIk6xrEyQV/JfCF8ln5ulcAj57HHQtWPtOeDod+Rn3/cxlP0bAu6EiwcEEwcMDpTN7xLQhsdC6aWIACSFlIB+/k+0i483mGU5j8zA3BZKQxvH1GNegxSKCGUQusvcHYylBdHvejzrs08mhYMazxXyux4BwhqsjsEs9ECNzbIcfQT0gR7gK+DAKwWRSp8+CHtfEeABQ4xHcI2I9N7rmLjuk91o84veDfx99Tu3RayO8b0VxEKf5qPdfQzG09CBBoYu+/UcBpnoHnwDIlbn8yUijCmkB2P23YdfWZ4p57AZkMbPPYSzB3/7pFRcBIOk8s8fuUDmQpm/2dshKVGUGQeCnPl68rf/mhxw2ySkusiEoUVg2e60WAtiggJLJwfYZd0e+87zXAWGL2MB76VJErSN0IlP34TnGhGJr9x+9l8EbWIf9HE/j/dLz+nxbrMCWrhNu8gzOUnq9Qymqa+rUCgiEl7LJHVtqFoEYp7HMmHaGi8bIF89t+dMCkRyK6BZY7BOEDeIUtZkGrVI1nShT5+0iJ/70NJXtplolYNPhhHw2D4tGS9Mkw5JnSWSlcbDhmOFBKjXNA5t6GLwHo3D2tU64PcG9/WhPgLaMO9qP4RYgaGopODQ49zX9M6hv42xn71nX93m/fnqZ8/XITjxc4DnwEBdffjXR27yTKpxqMpC6pnv4J97U/CWVxi8XAVjGjjIOv1y5LJEzgbq4FIp5CJoIGNOclWqBcnqiuiuZQrrSzdgeGRQ27dv1ebNTvps1NDQIIHcipykXXMONlKHDn2sv/iLP9evXnheLkS8+97bukIRZz3Fty9SgHnmmaf1zBe/oLvuvkMPPvSAnnr6CT1w/33yz1bed/+9euzJx5ARycbSwfzDjz6qu+++W+vWrecw15SdEOLGfuvIbIXDXFNzJIGXl1Z0+dJVffThJySJ39bLL79KsetNimzHtcCBuErCrEISrYN++jDoNv/1whKJnw4Ht3mSsqdOntUHH3yojz86pJMnTusIhVL/Zeaf/dmfMd9L8jd5LpAQPnXqFO+OUOy7Jn8igmTfpFxYcWHQPwfkbw9Z9l3g8s/Ebt++XTb4NZJ/DsJd6HLw4qKlv2Hjn9s9dORwOrj5Wzc5/Lnttlu0efMmVQkke/C6UilT0NMg6K9wGPPay+iKZdR08Z5aN5JaBw4c1A4Sk9dwFp9SEPVfjfrqQt4kjsTtvppnnsMFjS7yZT7ZQZWVCkn8QY2QQHCgt4Pk384dO+T7xCBsuQPhOQIVJ8g/eO99HYNePeaoFJUUxHq/nu8qhYkXfvWC/DMWH3xAgv+dd3TmzGnka0kOjlxUNR3OnzunCZL9cyTgr5MsPHX6hM6cPaXLly/oypWL0PsK95flfytsCX4tzTN+alZT16d0/cok7Ysk5JqanlzQ/MyyVhbbaq/0NFAd0sb1W7Vvz37t2rWXAHxAcyQbuu2uzJ9tFLVvu+02PfPMM/rCF77wWYHbujgyMgL9q4m/ppf4GOcMnnObDhEtksdFUciBqPe8jwL+Tmg/BZ1Nl0uXLulTaPOXP/6xfvX8CzpPAU/Ygg4+I8vzJBfVel0VgorZxXl1Mt5WS7WwWx1sVodkc7WSS/2WahTnxJuhwRK97anKcwP7Z97cf98D8re6pihwnSGRe4Hg6dq168j/gqoE8S0CnaHBAYKalZSAWsbGzZLId3HYP4l48uQJ+S+P33vv3fSXdx9++IGs2z4MW+6dUJgnue62allooJZraKCkkDOsbnNBI42qRgYq2rRuVPt379BGiiTXL53XBfg4hQ24TOHwHDzuo8CB/Jw5eUrnT59hbEtPPf6Efutrz+l7v/Nt/dazz+nf/cM/0ve/+3v6/h/8gb7+W9/Q408+oYO33grf5pCtQrsoet9zz90aHR2BBy0tzM/q4rkzWmA/k8j8SQqmcyQ4zp89rTMUu84ClyhguqBz6sRx/ebXv9ZrBKFXLl3W5YuXKDBNamFuHlsyq8vw6zpz5Fkmy/O999yl733n2/oO8O/80R/pua99Vc8C3//+93XPPfdoC4WMWw4e1IMPP5xs1VCjhv0MzYOTfU5jcIAC8jg2bR36W1cQkO3Zs0sjI0PKYOvs7Eyypf65WCdmXiFAfvHFF/Xaa6/JPzP6L/7Fv9AvfvGL9Jfi/vLA+/DnDPozOTGpSZI7M+zzOnw+fOiwjhEo+/ruO+/pzTfeI5H+ml55+Q298fo7+uD9j/UxwbW/TOJ7/yTM/NyiXPCwj7Pfs1wXxAKGHMdiMY8IcJZ8GG3323JcM4gN2rZ5q0YoSExcm9LMzKLuvOcB3Xr3PZpEL7v4PQfBfeKzPn6oh91l27LtaJL0bqMzvi9J7s3PzmHHV9SkkDSDPblCwa1NTNdFTt57/z1du3ZF99x1h/wXyC6snKUYOcIhdIq+69Zt0IEDt6hSVLnh2E4AABAASURBVNSniDnPIXFxcUEzFO9mKIaannmWyTLXBY+llbYqHNxvvvU2ChibVCmrOs2B8+LFy9iX6xQMfq1P0QNFxn+5HKjXOGCK/bTAu8kh4fHHHtPDDz+gxx57XA89+LCefPoZPfrkU3r08af08COPqxehJQpfTeKXaxNXWa+mOjp67uwFvf7Gm3rh5dd17uqkrk/P6TRFNf/k6KnTx7W4NKeP3n9HF0+e1NEP3tU12nrzM5qkUN8hBtm5fYvuuOug7nvwHm3dtl1Hj51At1eQ2UWSk5mW2301xjeqMjQqcSg7znpn2Jf3PM8haf3mzdq0eQsyOKQyL5HPZU1MLerY8XP64Y+f189feEU//Pmv0l/uvfLa28jKYRIYNeX9QK9mxGlLQUy6go0aIREwzJ56PE9QEPn002PJ3y9iUzrw2jZiFn1y1DM7Pyf/RWsPHza/uKxZYG65rU6U6npuEpqInEYHa9q0fgj7MUzRcUg1bKBlaBI+9ohzHNNGFsqI2SrYw127tmv3rh3KoqcCmjeh+V133Sl/UWNosKGvPfus7rrjDu3evTt9KagLru+8/RY2YxSd3Sp/sck2vixLrSCP27fv0Mvo3jXsdj9y7PJ6Pf7EF/ToI49xqJ1Fl17WP/8X/1I9ZGF8vK5NGwb1t/7G9/Wf/af/vv7Ov/8D5HCnNtK2f99W3o3o4/ffRVX6clIY0SOBMa+Ll65oigLV5SvXND01p6mZGXi4qKKsSAqNkJArKxUNkCByfGCadSnAVMtSEURpTNQHcvxGtVrBlrdlv3QBm7VAsbyHzuRloZz+WZ7jQfqsO6ca/mVsbJSEVSF/4SCjXxWf5Z9l3o7/24psVMtStYI18DeEH8hJTZF1oc2ymvgOZVKNuHOYggO91MN/mT9OpHbx+z3wWkHmF8HDserZ8xdUsJfr+PJNm9fjHyusHyRrCm3ZNK7HH30w3X/92S/r5v17odm4vvXNb6gwj6FxJS80iV0LeD80OKAWOtDhcO77DcSDQp5K9tgXdBsbpyAyrGX4OG17wnVhaVn+K98VkvI9kK+h9wODg5A5U5M4vuTAXUFPDKZPVuQawa6Mjq9Txf6S/V27fh0a5GrBg1l83yyybNn2Hm1TMmxLpVJJ5xbvPwP3IsvZ14DqZY3C4qL8KwjVskxfmmmAw8z0tPYTI3SZ/wPioffeey/xcHZ2NsUG/pLeVWKmaWRjCn9maAwNyrJq3fIXs5yQ+6Mf/ED//t/69/T9739XXyK2/o/+t39P/+f/6v+o/+q//C/0d/43f1t/+9+joP87v6Pvfe97vP+y/BfktpWX8HlvYIdOnTotf5lxhaTab37zkk5jd86cPoXfeF2/fuGF5EuOEzvOUwCeA7c333xD/9f/+/9NP//5L7QMH/wX5G+99RZx8XFs9DVitCvY0KvEdcvpS3Bj46PK80w95KnH+XOUQpftZxc9vI5/vXD5UipQLS82tYt46T/6D/+evv2tb+gbX/8K9rqLnPbVozCEqHLtc+YYluD18PCI6tAxIlNRlAkUBXZ2gEsp624JX0t42CPOMH96yObaVXzMuxzZcXuWZYqQGo2G3Gd0fESDw430ZZAMWwMWEs6ry3k6slCf/5XE4vaHNYoztXqVcSX4DSEHHXDt8VyRfWrOGnmesZ9eerZeF2UOzgW0yenfVZvzufEw+H2NM4Lxq4J/gY6KTwaOOXNVeedr94a+eYz7Gtzma0QwQgkPP6+BGz1PRKS1IyL1sax7TvHxehEh9/M48bHcGdbW8rWD7PoKKdIcdPvs6vs18Hyey3ZpbQ6v5baIwK40k1xnkaksS7ndcxvq2EDHVjt37lRWZLwTnx7rtKBnf/Wes67tYReZGsbmV8pCfvaXaW/ad5P27d6jm2/ar+3bdmAfGurimxioLvQbGxtTjs732US/33Oz1mxBUZTEzDUNjYxgKzqaI6lnO2ewbvrawob0Ec4sz9NYz2maeH3vp4E81YgdvKcafFtLAvps63vv1zQZHR2V5SjLcuQwEh081hAR8hrum7NOl3xGhyJmHfmz/W2hhx999GH6Mh+ulFi4D007+JZZdPF6om1EpHn7dOj3M+iYsV6NddAZ5vG8/gW7JXx3RKairCRYWlxBJ4Z0fWqSeTtAV7Y9S8QSK/ha7zciVMH+9dEvz+OCdIHMRkSicaJHv5/w8Djv1/mTLvzq9cxDffbxPg0R7Bkv22POHnxa45nfeWyT/JTfGQc/d+ljefFExsV4iDl8zTLvN5CZLnTspWtmHYbflYp1MMPX1mV74S/gOD5pd/vKy6oqtQFFXmIL4M/AoCrkENyvgm2pDTQ4Hw+p4P2A70nID2OXrLMRq/Q2jsbZe/YZ2/cRgb9fwBasCLFLemjZMK/XwPLhuNN5Ard5zjr+exDfFeDuPdfAYa1fid4MU5T0OjP4DNPFPuoSMcF5zltuy/OcvfeI9RflZ5/jDPZjPv/eddddcr7F6zmecD7AODiWuvnmm+Uvbu/fvz8VWr/2ta/J/7TR008/TcxzQHv37tFDDz1EvDCobVu3pr7G3XhXwK1gbc81NDSUzvvWn4hI+mU9GEDP/c57jAj4MaACGbI/dOxnuTGPYaBW+ZmlvbgtFKnvGq29T491P69rHCIiyaLlw+2ml+UkoKV54nbzwOD+nssyluZnbESkvXmcaWvaWP/dz2PMF4PHGrwfQ0Qkufc8Hmvaut33xtFjvW9DFftg3D2n8TF+nsv35rd520LuLefGOSLkvRjcb3XeSqJLRKDbJT6yDo2rqZ/4uG+WZ4leEYE+dxK0iJU8v/GUhVJSRKR+xinC+tPDT7VT/9V+9ESvjY9xjgjlWZbWiog0PuPZezV+vkYELOyvzoH/8PsIxuV5wtd9Pt/mcdVqRTVgCFs6NjaqMc77g5w7aticknEFPDRUK4Wq2LIq9r/IQyVxbKXM5HcZe+qTR2F1CbsidN/3eZ6pAHzNwMNQInfi83ka56xjyFLfnDG5ssjSHt1uyNirx5gWBt9HhPyurFRUlqXcR3z8vtvtJl6ZfgbT1O3mtcFtdE19fPU8lhffm1eey/2sw7YtEZHWsmw6h+P8wQ9/9EO99PKLnG9PaIoYfHGBczZ22+M8f55n4FUkML7eU87+K9C74JplofS5YaZZIq2RZVnai68RkegQsXrN85z5SlXYs+dI4/m/iEjtfu93lvn1xPDW/1H8n9vXwONML/cz+NlrMU1ay7bFYJu3plO2HdZB64Gvnje9xza7j8HnljF8vm2R33tMRMhfDPXcBuu1aep7z+VxxsW8MY0iVvcRESrYq9ABt3su7ykiPDTZd/PFtDbuHu8X5qHn817Nc7832N6YJz1k01fbGef8W+RzXQxvk6vsELv42X55ZnpW165e06WLV9Jf2l6gaHzhwmWdO3tex48f57x7XGdOn5X/iYkJ8kRT5EknJqZSPm+ZPEuHvAzETPmPKr7ENPZZzrH+NP5+ZnqKXOqc2pz7esRY1qEa+jU8NEiOcYw88KhGhocSpLoCsWqV93Xi4Sq8H8Bf1Wgry0KmSJf4f3l5kbPBEvHJCnaxmezAPGd/09y2fo5zxgy5sKvXrnIemtA0ODi+MU1MQ9PMUGXeYfzd+vUbtHXLNjkHNEweqkp+v1JWVcdvu1+iH7atB9363i+8whQkfDL4VOQF+68oW2OOFQC1Vh4ZCi5lWSgMIUVEAk/8eWTSGPoofQglvQj3Gf2zLFcOuE8E4zMxbyjLMgX/y/wug0CRS8rkeMhJKh+euwQ1Fiy3B+/d1+9X2ySmA2J1rmz1mnleXsTaNZQ+XYItC1mXOb1Xz2FIL+VOYTmW37mPBa1LMs3QIxjqpYWV1soRekMEewC83fSeybw+F+bqy/voEcB5nTXwO4OfKwiJhc5zeVxEKCL8Ol0juOc/Jkt49cC9rORyAa9LEOxCJ6soywMQ3bpqUfBbIThucaDqY/DzIlMGbfoY/R7Jgj7KZRCf/pokcB8RMi5JoXlepUEnBQ19Nmg0IqDRjXdtAn9uV8dgKHNoEuFeUp5lqb0sS9bOEng+00L/1iciPttrxF/fu5vn9By+fjY+lIyoaed3Pe+BzlaI2ucCCK/l927zu4hIe3G7xCQS9OrLjsTBlQ2Vr4YWCnOdhN51Eh+LJFLpmvZgHrm/DZX377l8NdhY+Wo8Db53Mtl9PWeTIpUPSx7vdwb383uP9fq+N/idoUOA4DU8ZrW9Y1SU5Tk0qKgoK8qhfWS5qhyyHJT7vs/++uy3RoKgH5lm5xdSEmhuYZEDfVeB0vu9eFdUqqoATQ5RJcargrGqIpc5MuPDu3lfrVY0QuJiGGPX63cI3ucY2tfg0ACBal1Qkrb5ZNTqJAJK5lkhoWJDPTszLxcl/ZeaNtqNgaFknNx+hsTvp5+eoNB4SvMUo2ocLioYry1btsrfZHzq6Sf11We/oq9/42v6LZJiz339a3ruuWcTPP7EIwTeHGp3bAX/AqN+TZcvX5S/HGC82sj/xx9/QHLnYxLRyzp34ZI+JPH/7rvv68jRT+V/z+wSSaCj3B86dESHKBycO3uWBM5VXeLQcI4C1QwHiUWKo1euXEmGOoPO5sccCXYXgtzvEnN4b75++ulxvfjiyxQsfqr33v2AQH8ex+rDzhK4XeF5lgCyiWNc4gAynei1SKIQAsqH/F27dmkzSchBDlJ2pE5W7aDgaL1s4rCWSBrbUThZ7wSZE1cXKMb6/sMPP0x424lU4F8FnnaRHxe/LEcuDtsJttstZL7Jkn3wWJbHu9jq4uiJEydSEst7zPMcXNvg2IK3ixR2z1HwPQqdJxL4AGNcHBxYNq0ra2uXZak6zo9FSDBPpXncN88yOell/I9Dq/cpmL5DIdTO2oVR/6yCk2mHDh0iYDudwN+Q/oCCtP8qzD8T/Mtf/lJOurlYevXqlbRn82mWhKf544DFwU0fm2U8TAMf6ufmZpJDnZmZYj8LCayXS+j3ArCmY95LUVTUGBhGxxr4wQEO/D0tL3VUFgMqywHNzy/r/PmLBBgndf7cJWRDqtcGNT+3pA5BinHw3s03g3Hw/A4IFkigDsNfJ0RL9DBDVzfixDeQ9F6/bly333KL/NeC27du0VYK3wU0K9HFeYIC//VhY6BOsfeaPv7wA504ekwtErw7tm7THbffrvvuu087KbJX4L/X89qjBJZ17KIL2vc/cL+e+/pz+upXv6Lb/XOzm9azxgbdtGenbrvlZu3YtkX++c5bbtpH8WFYlykyrSP5s2nTRnSsIs+3ceOGJKuWywMHDsjfPP7Sl76cCsdrfzW8f//N+IA8JQNdVPZfMltOLiKr/nnjjD35+To21rLgwv+bb70h7+/jjz7QlUsXNUQia3ZmEhk4oTdfe0XvvfOWzp4+SZH7kmamJjRHAnkRWnqf9os9+D1EYDZJMfDMmTM6dviIDn/ySepX9KVliuUF6y5jl86eu6Bz8M/fsj9FgHjF1OdIAAAQAElEQVSR9a6RjH377bfTPh1UrV+/nj2E3njjNZLAR3TtymUtkfj2HDXk2wUEfwEF10sSZCD9VcMAgXaLRPvM2k/0Lje1HX7s3btb/nnm0dFhArUxdGpZZ86cQJ8O6RwF2dHREWzpILJVygmNLDJZN35JodxfosjynCTxEDZ4hKvnGJfpt37dOt115506QHLCz1X4brx37t6tHbt3KRjnxFWOPR5BtnohTZBMn3XASRHPdu3tt96Wi60vk/x+6Tcv6xcktn/8wx/pZz/9qX7E9Ze/+KVefeV1vfSbV7Btr+jjjw5jMy6mgNs2zwG2440+sUaL2KPTbWlpaYHAeUEOOrMIaNPRPPq5iB+amZqmiNFUn2C02VohRuqkL2y1sUttAu3AxVFv0fmzl/X6m+/pjfc+0LtHjmiWxFyeZbJd6hLM2p5MIwMRbAplsy772frrPj3mb1GIsT4iGknf6/BnCX3ZvGmzNiPTPcYNjo5qgaTCwFBDeVnRhYtXiBOE3ZqmsD+gPTu2advWjdq8ZbOqjXrypSscBsy3GWxJr9vGnra0TDw0B47L7SWNjY9qdKShiotyxFw1Zeout9Re6ajIqxSMx7EXDXDYlA4RK4tzOnfmlCYoul26PqULEzM6fW1W1+ebmm91NQ3d6tiMDjFsFzj6yUf6+IP3VYEee7bt1KXrc+pgmyqNEehTpLimqOSO+LQPXd5NYWHL+EYNIA/L/lliDkIXOSx1iWvPnj/Pns8TH0xpEweJNgXU5194UR9++AnyWFMbOp6gOHz5+qRyfMoK79/Eh356/KT+2T/7H/UWRXZMnqKo4lMndPLUGY2OrddKq6c5dM4/XTiGfVuheLSBwusMbaaVf3J1qdXCD85ohUPR3OwUVOqpWuaanZ7R66+/IWEbx5lrZGRM/pUG63eFg499yyh8G6AI18/ytHanj5yp0OzCslog1GbOHF6MVzNVOovaOFLXSKOqSjVXY6CqdetdAN2sb/3ub+sHf/RHFDkf17333q2RkUH4v6KV5qKYWhcunEM/XtbExHX9+Z//mf7iL/41NuENZHxJE8SHG7CHPqBVq1XZPnYo2tsP5lmme++5V/c/8IhuOXhXosn1iRn05qpOnDidEtObNm2Rv6Dkv4xfPz6ILt/MHF10Yxm7d4Ri2aRu2rcdezEPTsuyvm9avzHFKm+/9S70Xdb1iWlNUURfQb560KsHHeYtL8R+LfQkoKrBuNkf+gyQhdKhr8hz/FU7JUStNz789pHXDJ1qkGgtK6Va2LMmNrPHOabD+cPhdlmpUKhf1AL2sInOWiYN7tMkjryInXd8ZPvcQOeKXAp0oUsRrMgj3Vc5JDfRO8cmsxy228TcXnd0ZFRjY+Oyj2ijUz68X7pylSLxnC4nem8kJnwW/zCorz33ZXzeHXr6yUf0wH13av++nbr7ztu0Z/cODdVr0PM2NWokBJknVyBbRZq3z14MtRqamWfKswzfPatRfF2XmKlF/zbyugJ+OT66Ax2bpgP2xO0V9MC2dZlE0iSF+SVi+7KsKJgnh6a2TaZ3UZRagXaNxiDytl7Whe3oYuY1eWfauv8SMWCLuR2ziI/pUjiuj0j0Xze2Xi7enDxxUqeAkydOaZbY9Nrlqymeoi6n1157XZPYjgfve1DbNm/TgZsO6KH7H1KRFem+iEI9DOFV5LhG8rCoVnTTgZvVge7LC0taIbb8yQ9/rH/9Z3+uV1/6jU5+ejTZpAHoN0jMUSlycZSU/7p4Cf9xiRi5izwY1y9/+cuyDDuh5KTEwYMH5S8cPP3Uk/oP/95/oD/4/e/ri194SgeJMW4iUb5/3172s0UbN6zXxnUb4OWwtm3dji7s0t69+9Tr9ROfPPdVisA+GxWcS8pKRQ8+9JD8BbU//uM/1jZ868zcvCJyqJYpz3I1oLX10fT88IMP9PIrL2tmZhY576jG2SQyKctC9XotQRU6LOMLc3gywD5ryGXd14GaKvTJK6WEzOas7y/jFJUC29bUwGBDqBp62U32todMmR7moa8F/DX+vjdUq9ge5uqiX+WNq0IU5AbUx1L3OZe7wNqANyVrGdqcYcTbAsJ38TPGO88lRFKKLtBTljOaomwP8BolsUlOQaaLn8jBuyxz+VqpFNCmrgprl2WBbS9UwNOgT4czXRccOvjwDvh1GNtmvhbXHuuLT49278d07cL3tf363npKF2VZliDP80QTP/s+IvwavvZkHfFDRKRnz9NB53yNCFbrp7F9ZNXtXtPge97I83m811xrN07L6KDtlMeV0KBarbDHMu3ReLi/4+82euz7alGqBDKYkEPQKvRJcl6prI5BqWrwzHGh/wp8985dOki8618puoXrHbfdpg34tWB8A1tr++V5jWeFOcpKhdimh/6voMMddfEL3U5frWbnBqzGDd63cfbVeBvXBeLaqRv/vmWW5YrIpBDnjE4C8fEZ1Gcg/0Wjr6dOn0oxjm2a33Xx23meKSISPc2nNcg+x6cutk7wfuPGcXSkCW4r8njTtolt8J5sw2z/QplyaFVgm7Isl5+N8wDFq+zGnPbRA426yrJA3gaU0T/PSmjQ1RnOE++9/4EOHz6qKja0UprWpfLIBJLqIVfm5Qp21fTIkSOD741H54ac+N5gutleMxrMmAId6RGblRm4oY997rvwu4ct9xeIAh3rMYf/EMBreI8dng1eV3zSnOBheXIfvzMdGKosKxSRI7f6DNqONYA+xuDatQn5V6nm8L8ZOFSQgewGXbwH078FTT2v5dD2uIet68CrFniyLL6+DR36EvNVyir86GiZc8Q8MuFxXTp1SCSX6HWbmBmUlUWhsqjCv646zCOGr6AP/rn1qckJ+cucFyiCXrp4AR9xnTmb6UzehvdZZPCpQdwzokF8vnnp86LxLuDz3r17scl74V9L9um2xx5nPHw1vbxPnztGR0e1ixzGduyy53E8vna+tzy///77nHmOcPY5o7Wzvt+73bkmj3Eh9r777pd9iAuvjgc89qOPP+asfU6OrWbJv6ytrZCMi/FqEosYB/sezzOIje4hB35v2pmntmPmqedZk3O/dz/vJbKAt70U3zXx/24vyxK7WVEOPdzH471+C5/te/dJAB99jYiEk9f0HO7rfmtX95ngnGqczVfz0DgYH+/VV/tXxxYuRNsGGa4T//i9cfe83s/S0lLSe+eR3GbwvfsYPJfxND/Na6/ttbym+bsGfu+2iJDvDe5nnH31ON34+Nn78bVAv22X3c/g9dvond8bzNc54kTv03j5vds91rTswh8/e34/GyJC+Q3dj1ilpffg+T1OfNzP4wxd4jM/RyAMvPN/fvY1ItJ+LKNV7HmJXfKePb+vFXhbAvV6Pcm/+0WszuP/Nx3sJwyVsqKS/XpcFd0uPRd4unsCjITlq5v238JWt9hHKLeBsm/Fn7c583a4iuecBXLkjf/kvIJx8by+5lnGuFXImLxgnQpr2r7bLxn/HuuZJi3k0HTxnjPGWf9NF7/7PL3dttbX48XHMuQx3pPHW2YNHmuICK3t0zbaOlqWZZLvJc7Snt9zikU9Tx/b418K8lm/iT7aVhl6xBN9Yogyzzh7lKph/0v2FBGKCDBRuoaCZfpJB72nHvJhvAy+d9vavfEziE+iDfGa6bOETriPIXjnvbnduDcoopvXfvYYvzP+3rNp4WsTvXeb5zb42e8WyQWvwiJns1W9c6w/R27D8u0+7t8hbjKtWVqe33I3MjLCuWaM/M86GQ+3+X2e5YqIVRkl/10llqgTwzoXscTZoYRONc5QVfL7Qd8ONmYRui/hI33+mCP+XWS/HXQgIuBVKSZMNGzj29b2IT7GxWAeuX+XuSSPqajG/DXWrlIIrVBE9NVtRVEBt0I5MWWJP/JVypDtLrFNi3VCWRRcldq6rGnowzfLBCjxXtz25TbTyLSy/bt27Vo6Qztn5/O1z9P+J9cm8VmznG+W2ZfHVCulasRzdcfm6LDvDQPwu0GsUakU0Nk4repcB/1bIhczPz+Lz7pETv8Kud/JdM41PdZ43IVmWWSyj/GvT91M3nIv5w9/gcfnGMcjljnzNIP2dWzEGpiHA9BrgLbV64B8XwO/LKBwH+IG+47w/wsiZMoU8oIhPhyI++oi6B31UWRa0n+BIonnPgaih8KsQo9+BM/0sDEwiDUMvdQX4vIcEcqyTDmKZfBaYs0+7ww9gg1u5U8EWAB93stAwOGr+xl6dOzdmNsoSWAfntvXSAagl5jMG9b0ulmWK+hjyGjzNYIdeS7o4aSchc5Xr+F5I+Kv8WWM+Pid5zZ0CXh8TXvmnZ8N3KZx7mvI2XOlUkEQLKx5elfgsA02WL7mPAdruL/nsGKbuRYKXw1u93ru8/mr7/0uIuS95UWerr53X/HxNSIUEemdcfJ78fE7g+fxlSZ5T34fEYm/vjeuFjLvxeOZTMbd7W4rcTp5nsH6VZlYm8vzrUFEpFu/WwOvm0Ojtbnc7v243eBni0APXnlwxOocps2awrh9bXwGHQ2fnzMiQDdScGkj7ADEir68vEJgfD0VlxwUdjASEat7tkFwX+MSsdrme/fxen1k1s8GP5tHbQe+SfaQQ97znwyWrVaroxX/aTxBeZtD1zKFs8zGy0atNqCSq2V+ESPqdy0fDhi8RBLAf6ExjeFZICGziPHxn7FPkWR2ccltzRuOwTTxvXE0XqZfm2Da+5iZnZX7spUkAzakUiR5NP9GCZJdoNqwYaN8taGxMzCNZ3EkTlY4geeDnX/a9vr1CQzXUtK3z493kOufebn77rvl66ZNm+RvKe7evVsuItQx6BHB4WE5Be9Ozjg4X0choEB2bSQdkJk/5skVkmwTE5OaJ0HrJIrFYGqKROwbb5HwfBsjep3ge17j4+tIcI8RLA3hbCo4s4a2bd+hrSRwqjiwDno+TMJ2E0mo7dt3anR0HNz7OAfsV2TpgOMgdoakjOViBnpfvHiJBOsE75r07WoFx7cEf7rovg2taVQSdPggNs/hanp6VpMUEiyzNZJ43oswJlu2bKbgsi052c0UUtvw1nxZ28/IyCh4dHEGUzp27NOUSF3EqTdX2jINjhw5xj6vUpA+zZ7fJAl7DlkGHw5gFykgz80uSLLuBXuvfoavZcG0FAfpkZGh5OjNZ/PCPDbfrNPeh+9bJEntBCNy+VvaB0goGN/x8fGE+w6Kvv6mqQ9B/lbpt7/9bf3u7/5u+ndlv/jFL+pv/a2/JRfWPNYHrzWdbBDcmE7WSQcma/o3x4HJ+J06dYoE9EW1fUhkJ6avxxq3yAKb0k/goN2HDcugD33nODwa7JSvUnSdnLyOTcrgfR16ttJhqeugh0DUSWTrQxfeWbe7tHv+hpNqJBOr1ZKV+2oSCHfp08fHFEWZaHmBxLHl0HLkxHhZVLSJJMu60THVyorIqKjI8pS0dJFgBhlwYFxHBpy8NTh54sOSkwDWiQfvf0B33XGnltHnGZIqu7baOAAAEABJREFUpylmuND/2quv6RMOladPnZbx3Yz++AsOFXRjeWEhFQ5r+JMN6MuuHdu1kYLgzm3bddO+fbqNBOcOiq498D9N0Xx6ekqDJEHc17jsgn8HSa7uv2mvtiKTDlxaBMPN5pKqzGm++i9tn3zyycR/67APuy74r6OoZ5k2b81j67RlwD/TbPm2DJnnPuD6rwLcfw2s94Z6fUAVgqUKdPEhcgEZnyfJe5UizjESyAZ/y7uH/E2iS4cpJDvRbv5eOHdeH334oU5BlxWCzDECV8vyJhK1DeYNhXLsihOZc9BplgDUP724iP20vJ0/f0HnLpzXMgWYTyhUHTt2RP5L1Cb037huvbZRBLp5/00qobNlxfxvkPQcGR5J8mRa3UoRfO/uvXrwgYdSsteF5RqB6UcffqwPSeqeRo4dNE5irxY4XC5RcKwjV83Wso59egzcT+nQ4Y/1PkWyKWRkx86d+p3f/m3dc++9KRG/0T89MjqqkeFhZeylCk/sy1b1eCkF9yXyNgJOVexoWamoBn+Xsf9tgsb1jB9HLocY3xgaUlGtagDdy7KC5I00QwHYB3jT1DbVOPhdpayTbKF/XtEA84WwGPixNv6si54EMaG/wCKSu+PrhrRt+waV1ZxEdV0VcKh6HcY5UWOwnOT4dOPtQ9cCNJ9bmCOBN6Orly9rnmJvtWAtxh3/9FN9cuiITlP4vkIioYPsepxlf21e+7OIwAZIfi8+K/jPJnq9BP/MU/dxjDCLn9hI8XHXgdvUqw+rXRvS0I49ujK3oDbOYxRbdg5ZOPbpSdY9RHH/jC6ePqapqxflf7JgJ4mlA+jlMDKxwv6XwLu5NIds9VlVauFPN27cpCvYmw523Ovv3bNH+/behK3o6MjhY/rgg8N67c239WuK1/5ZnY8+/kgnT57SUeTZX2p548039aOf/KV+8tOf6Zcv/DrB2YuXdZlif4E8zeFjlthfZKWOnz6bfn6njW1uIstmZIv7NrFKAQ1Pnz2vs+cv6fSFK/rw0FGSmVd16eokFr/Q4nJHp89exE+v6Oq1SZlGlpHjJGUv4FddPH359Tf1+htvaHpmHn99s9Zv3Kgl4qLT6NuRYycpKnTA/az+KUXVDHyqxCobNm6hAIuMBGuQOPbPmU7iLwtk4QT6OTK+nkLEEDhIK82msrLQhvVjFFTnNTc7KWFbF6Gri4Mtxhd5hXcd3s2pkkmD9Qr9xyksjolHfG9Hg8hzBXlZgefjxCgNdHP7lk36ra9+QV987H794e9+U3/zD7+nfmuJotGCFuHZysoSPO/oMDL21nvv6jevvKqf/fynOnLow7TGwEAFvzaqsdFh/fEf/aH+k//kP9bXv/astm7bon/3j/9I3/rGb+kW7GWfM8+hQ5/oU3R4kRjMdLQ9jQhou6wJCuTm2fETZ/XKq2/oN795WS+//DryvpSKoEsUQVfY53VippWllaTHaY7qAPtuJr20bfS7Lnz1Xg99cljXiHMmJ2fUbPfsYlQljvE/JzBDPFbn8G0b2UHvW9DEya2ITH1k3H+BWBR5unfSp0tidgUdbCM3fWjfYY3myrKmsLtz2IQusVGPWHMZvudZrjwvELOeCF3Uxj+s0HeZg2ubdWwb7ducOLCNapI4Pk1x3clS+x3bCw6arN1RUKzwuDlizz6JlmpZyj+l3EYmPIdkS6Pk58qyqhx5Dvawb//+ZFvsf7Zu2SLILH9RxXr+2quv6Je//JkOf/Ix+rasrZs2q4tOjo4Mq8gyzRAXD5Ew3rZtG3voJsizHDova46Dd1EUJBVqxGPb5Y/52YdmDeyk/XIPu5dlmWx7TIeISHrjvrZtXWi4Ad/baNRkH+RzQGrHbs3OzmuFGFF8bAM9l+d2vBHMmWMT3WYcUhtz+32fNbdv36Ycup9D786du6AMOlzDHixQ1PT7ocYA8VFL/iUTg8fbln/yySeJVufPn6eAcVhXrl1RUSn09rtv64c//qH+9E//la74i4LEVpPI36ULFymWzqqJboyPjWrTxvW6dOmC3n3vbX3w/rs6euSQrl2+qOmpCdovyX99ZBodO3ZUM+i49zCELtpP+P7K5Uv4joYst6bhCL7n5pv3w/+eAjpspJhqXuzevUdVzjiW84GBQW1Ah43XNPxyQjzLM42tG2ONaeVFpk8OH9Yvn39eH7O/KjZxFpnvQ5Nut8/ckv3u0SNH9cCDD6QveQ3C8/X4P8d0u3fvTPIyMFDjbAc9mO8b33hOO3duT/7/+HFs9Ecf6tSZ07oI/jNz0APZrhMLLiDnOXJaVirqIhc9ch0lzwVyExHqwme2lWju+Mb+z9Bi/FWKwnmey8/u73Hik3jMXG7PkAP39Tzu63e+p5v87Pd+zvMMOa3KemwcIiLpid9FrOLhe+uy+bNCTOT7WXSthYzSBVw76qJ3LfxYH2aU1VLKWClXsotd7Joy6Am0+23WL1Uta1IvVOFa5hV0qsT3FXLXLnbI79I9RcM+/Wy7fbUtz7MSWRhKY7LI0b2+utinQBKcW7Hs20a0oZVxjeBNSBk0Mf72+273cwnNc2jpe9PN996vE/N+10Af3G46V8qK/D4iFFmoic3y2cK0bWMb2uDgfoZVvQ72WcrzWE/9E9uO3d575x29ho/4BX75lZdexk8c1ixxWqCfLthVWadNPNTDMJqe4tPr97TMetaNJmf8Pnux5HexqcaFLshrHz4WCUfvwTj5vfdmHG1fTSf3NY18Na7WMeNXInvGe22fw+iY99vAZrndc3iM+1sP3ObxEYE9Wja2GqRvh3jF+ub+prNx8bi8LFSrD2hwcFh1+pXss8QeZ1n+me1zX+PmM+0iOtJHCErGZXkm77cFjS9cuoQNOkKMe5h1m6w5qNHRUXR9g3w2GPN5ibjV6xuMq6+2Zca9gs4Z8jzX6nrdRLdqFbmsVpPOre4tF0Ka3kUEfTsyTVv4FePXhycGzxEBrxlrG+J53c97b92QQfcx7TvIdqvZUZMzt2XZ1xb8bJGzaRKLzUzPsU4fHeyjG1VwGeC5m+jj+Tw3SCliVQZzeFbhXGn+1Z2MJT4eIW7vYwcMpqXXtpx6fLVakftmyI/n8XwRq3sri6rc7v7eo69BJ+Nd4udBSsv4idnpSTWJEZv4+jLPNDo8pEFs2gBnrvXjY/jeZXxlK11byGwHu7B96xb5SwP2056zUimVYy8r4JMxh3HNwGlN1kp4fhPnpOHhwaQ/w6zRgZbWuWnOsVPEQqdOntRlZGEFX1iWZcqxnTlzBn9yWf5nbj766CP5i9Vvvf2WphiTZxnnjrrG8au7yRPt2LEjyYv32YSn4mMarmDjbJOXiPlNM7dZpmyHLWdFUUAKpBG6MSTRzLj3kAfP4/Hej8dZ9gzel59N+2qSk6osgwaP/TxERJrTe/J789DyZFnyvF7fEBFJ5z3Wc3ody7fH+f0aeO0u9sT22zrguSJCHuO+bp/B587in7yGf3J0ggKtwXvpIUueK89X9cVtK/DVeLktIhI9/NzFb3kOg9cx/WyDxMfPa+vzmGTYY9zHV68RirQnv/e+3LZGs4gQRia9d3+P85xra9nmR4QiVsFzgLovSYfczzw1DuaTxxqMs9cyLeybzSfP73ce46ufIyLxRemzamuNn2ngdYyP5zFdPYd54Xfu47mtq753W5oilHBda4ugQUq42v94TR4/62Peew2/8/3/EnrQp5/6Z8xle55nGXakJI6pqordSzRi0gBhA4xLrtq/AlMtS9WRzRo6WS1LOXbO8lCBnuZAUeQq0VtDlmcqykIFbZVKmXDO8zz5now1xcd8M3h/xtt9a8zfx8+BXuob4fkL/CT4FSUxQCQbu0BuxXJp2qd9Mp+v5pUhIpSjh547y2IVL3A27dfAtsXvIyLJjMcZD18hEriv+sqISPbVa3lN2wrHvM7/ub9lwNDmPGMcIlj7xl49v8H89Tv3N998//8P1vrIn+D/+ko07CPgns/yY71tDDaSvY4IUI5EM+NvOXYM5qvnMs2zPFOe5cln1Ou1ZF/yPIfFxA7Lyykv7/2tYOs66GmSIwk6lIosVz9YgytCnnxtEz/ext/2I1OWF8rgT0/QijNcj3H9EG25cmRA8MC4sw3RRcGzItLapokhyzJ5b1X8hOXCNBOfDmtwUZblQOZbxnVlmncpZjaIr9dxhtiyaaM2rF+n8bERDQ0SR9A+BIwOD2oDMf368VFt2bxRWzZtkPuP0O7zzGCjTv8GBcoaOlAaLbWJXRcXF8gFzMq+cWZ2RpeI0e0//Ct4p0+fJE9+Xc3mMjgFkCUZEh/vwdDCr1lmzI8FzuuTk1PyL0S++857eumlV/T88y/gh96k7aTa1GIajSFVOWOsjfPYNejckC2mVw7PPL/pk5VlrgwltBE2o9fAwgVGEKonO2hP1GRTTRLLLa6e0H37MMt9+yhdDyfQTdBN4/o4LC/Yxxh0CSR7MKILIimIRkAUUkQog3FrIMFUON9L84pPKGIVpEwBiP/31J6zyzzGZQ383AMXr+l+RW6GMI45VtfIk5D43n1W+/cVERCmBJdCpoXn8zw98OhySOhAYM5Q9Mvol9Mv4z609lmdp6ce+Hhezx8RkLCflL/jfYOXr+5rBtiQ2AGbETlM8dXg9irGNF0xaO4TEWlNvzd4vMf46meD19SNj3HosV5EpHFr79ba/W4N3NaHoH34RPcb/T0u2GOfPSR1pD0IlnKuYk8t2rvpPkd+nCTpcUjrE1AL9YaljBW0yuSP5/5fgzUcfDVdTB8LsJ89znh7nNvtWNfA8tiB1na0Dhjc3koBXFM2WjZeMxwibejnUcRFgi3DCrLrdSLPVGDQK9C3SnBpY+91isIykCXj4Hk8t9c2eFwPIXC/SqWUjcxGEo3+Rp4LTDWMYkTInzrBsoO5EQ4O5k2fxh6yBInlK7cobQcD0FSLw51xNxhvH24mCUDXYIbgKcH0jKYBGwInVfzefQ0TJOsnbgRV7ut9Gzyfn32dn5+X2wzJKJHAvs6YcyRdThLsHj16VC4SuQjovr56HbfNkRRapMhx/dpEwtkHISe2vvSlL+k73/mevv/97+vrX/+6XExwcc3vXIDxt8n9sy9bSICZHg5ynaByUdXtfg6MuenoosxGjHBZVjCa85ohmbuwuKwlCoTXSPJdvnI9/UXGOZLsH1Cs8O+1z4PTFEWWU6fP6dKlq5qYmNb8wrLc5xTBun8Ob5YiisGJmrNnzhLUX9YSyeke+mE62CEvEBAsISNrdJL6ycENcOAxS/voR4ZQ+96yFxE4wnrqU7mhq5aPiCB50EhQRx4GB4fQmQqF33kOA+tSEdn7t1w5AXbq1Emdp6DjsS4GvsPh/ciRIyTIzqVxjcagTLsH7n+Igs3D2r//gG7efzAl6rds3q4NJKDqtQYOaEiBbWySyMyykoTweuVcz549R8L3uLrY30GSS5VqBbkvZJm0TNsBlfgAHzi9L/PotttuTz9x6PzvbuIAABAASURBVIJppVJN+6wjz6aPZc4610eQhznAey9bKMJZ/1z8swy5uOl5FnFaTqhatiyjprHp7XUKgivLpdst9763/JonnruDbk+TtPC3fSMCW9NHb2yHJPdfA++hLAvoPUCfnqrsr0FSZR0HxcCPOBm9QNFkZXFFPWx4oHj+qwzzMs8zxnSlG/ZqdnYaGbqgickrunb9khYWZ5TlPXg3Q/LxopwYW8SWgI6Mf4fgwXj43nJinSltU5CHPM81TpHGcu39+jC4l+KmD4YuRj766KPprzr8F55OLJo2n5Lgd2BompgOIKYzZ86k5IPncR/zIUMOByg+7ti2VetGR9Qg4PHPVN53z9265647tXfXTo2PDqteKSlSETRQJDx35pSKMlOjXtXoyLAeevABPf3k4xomCboEn3J0sMt+FrCZGRtcoKh9/cpl+RtjtgFOzPqvh80j722tzbhabo2bZcBynRPMWa+9rz0UlW47eKus77vAa9SBFrbgtltvlWkxQKKmBU+GRse186abdOtdd+vpr3xF23buUlEf0DLJi/MUeU6RTL505Zq68DTLivQXkKv8WNQkNkzMsbiwKOvvKYrQhw4dSnp1jGLVGxSHHDgFPOmgB/5SyqbNm3XX3XcnfXQR+PHHH9Pdd96JTa+qfSPwqtVq4H2z/OWLWq2u8bF1FFIOAregXxuw3z0KJ0tpTJ33LRIF/qnqNn6oj20pi1LL2BknrJyksKz6Jya7FDJW6d3SxPVr4D+JfF3RMsnsEp41GX+RQtoHH5BgeOV1nTt7QS2SOlMUUY4e+TQ9X7s6oY8/+kQvEwgaXn31db3/4Qd64623UrL5HMXBM+fO6TT2bgr/0WbfXZzQComgRfC0rJpflt8OcRnqLNM1Ileelfj3nrroS5dBNRJA1WqhgUZVjcHaKnA/NDSAjA9zuApVCmnThnUaGx/BJuZYz46CgmtBu/odlWWoSlVsgKLY0GBdgxSNhhvDGiJ4rtdKDQ5XNbquru07N+rgLTfJfy19gGLknu07wSeUc0DsdNuaIjlkWSuYuAPeTeydY7ycOC9D7vrIQcm7Ah3pEYv2sCN5WWqFvVQGR5UPDGsJmfo5BcsKtt10KcqKKhSlepGp2epqbGy9hoZGMQt9Lc3D37IOPru0fnSjchW65aaD2rpxK0W+qs6ePKfXXnxNly5coyDWoWA4pjPnrujQsdP66OgJTc0t6cVX3tBPfv68jh4/LeVV7dq7Xxu3bGfPo8h3WxMkjyYmplSpVFSvVij6LenK1WuKoqImsecsPnAK/3uZ4uc8hbePDx1Tn/1WkJUi+iTNFuR9+jA1hc/MyqrWbd6mWWzeUjtYI8QwirCX9M57H+vDj4/oX/3pX1CY+JX++3/6P+j/+ff/vn5ForgPbpOMf/Ptd2S/OTI6Cr2ntYA/rVi+oc0iE3V7ofF1G1C5TMdPnKLPHAXWrhZJMFbQGcuMbcocvnkB3z2/1IQO87pw+ZqWkeMhdN32bXpmQhvXj2jLlg2qIB+B1AzUqzL/FqDb0sKK2iTLanlH9byraC2qFh1tGK2r11rQPHa6u7ygCja6h3/+3ne/r//Df/FfaIRD7brhQXWW5zV57RLJw5o2bVynm/btUZ0D3Sy27UX2+69/8lNZBh5++GHZfn7vO9/SD/7w9+R/D/Xuu+9AB5rEQ2cpOl+W/7LOPso6U3Ag3blrF7LSJBZawfc0lCFvDXz90NCwHrj/fq3DLx89flKvUJRuo0O2OctLLXhcxZ8OaJB+L73yisrqkKZnV3Tp8jQxy3WdP3+duKeJr5kj1lmkKH4VXzSFbn+iBZK6F69e15XJaZW1AdUGBrXIwbvJgbuFLkRRKgNWKJI51rUudJF/8WlhU8yTaqUAVyiNnuRZnmKSBnqwuDivPM9J5JSqFIU6JOCWaSuJ7TvtFVXLXB3Ofn0O7R3sV+AzA9nzfYv2DjazRqwQCvCf069+/bLef++QXnvtTTUo8g4Re2yiSHfrgf16EPo89cTjuuvOO7T/pr0aIE7ygXsZP2Q7ND6+XpahbreHXPdk31pDPx1jO+YwngX7PHXqlFw4dMG3Xm/ICVkXQT7++COdP3eGXXexzaV2bt+qHnH7Mgn/GgfkDP9WZKF5EpJ5ZHIR0YV8/6LBNIW8jcT05qdpFxGM7WHnFxURiT6WAeMyyLmhmkuIg5YW5rRxfBRT19QSdFshTpgnvq5XcmzHZq0bG01J6xyajQ4NQs9SVc4enRvnwiwL9txlrX66grzef/9DnTxxGnlpqIneLCwuEft0VVYqyvIcuZlRk6L2NEXOExT1L1+8oJmpSU1PTmh+dkaz01MaIDawnZghthH6VYVHFcY7jrDNWUBHW8jVpQuX8EXX9atf/Ur/+B//Y/3Tf/pP5V8Eee9diqmHj8gx3Mcff4wtWNAL/uneY8fk88EUtmtmZgaf2U5ffjPdTMMf/vCHevnll+Uxjh1OnDhBouJ46nec+5npee67bDM0TMFmEpwdW7ggb7nKkbusyNRGbhvECJ7j4MHbNEhf4+zzeF+ZlrEvKV5E/ttt6Icd+OD999Gd68R2fRXMMTF5jVjgnIZHB/Wd7/6u/nf/+/9cDz38gN6jUDxHMf0Hf/QH+hf/4k/04x//SH/n7/5dPfDA/dq5cwfxwZ0awQY++tijuu+B+7DXg/j8turYOPPOdCzQFe/ZOtjmHOfrEueIec5aESHjblvndsu2r+a5+1qOy7JARmsq8VERgc3pyO8cRzmW8VzuHxGJ9qa15dJ79tV6bT3xXBEh4+L1PN59jJ/7eU63R6z26aIPXtPj3M/vfC8+vhoiy9RHLjvEMsozraDjLeS1zxwtYsUW/rVLfyf6sjxPshsRyGgryfAgOm86IXZpf5s3b9HIyBhyPwCeBSMzFVmR9KqEDiW8gu2yLSmxN16jH+gXtDENvIdKUWh0eDh9aWHLxk0qI1MJjtZB26hqtWQ+qec8BLgMIDsl4yPLE22Xl1dk27hCgSnZLl/JCfTZV5f4wuvU0Jk5zgz+CbwV+mfM08Qe+jo3M6tpZL6LvM0i9y38UwadTO9Jzuxz+JY+jK7hL0dGRsGjj4yuyEitW79ew0MjiTaOYczbJrbba0YEdKkoh47ik2cYFq5+7/lz2t3fcbftTwe7bt0zeO0lbJvpc/7ChVSoMn4eaxkyTu5jvKz3Y2NjMk8GBgY1xRnL9tXzr+BLvFZZVpKNGVs/pm07t2scvO3XKmVd/V6mDJ51sc1r81WJWTqdJvtcUh/94//Uw784HjG9O9DKzYvE5xPQyHrun/n1OawJfS2ftuteewraWnd6vR7F1xXWypL9Nw+NYxX77at54XUcKwzCY49tI5MRwdo9aNzhdR+yh0pkq0ZcYZ5UsH2e27QyETyXdcTtpsPQ0BCx35Cq6HhRlDJUyqrqnEUG8e8D9QY8KlTFH1WwpcP48cHGEDg2NAK/fe71PAVyaijLUm6rMV8Ne18pK4zPE/idn/1udHSENeqpPWJ1D1kW6Tn1q5TsoyR+qKjKPKv4a7UN+uc5PjvJcDftucu992a6mEYe4/lM6w7vjNOmTZvAewC+LadzUwmd/EUly8cnn3ws/9IEqEDPrgQu/tnySrXkDNbR0Mggtq2uLrHAQK0i+7S9u3dpz64dmrh6RdevXdE8vtT+bgNn8TF0dvPmTdqOL/Z+R8ZG1aDNX/66Qk7pxOmzOnL8hI4cO64O8VLBnmrwdevWrcqhpXXLeSjnFroI0xB86qNnlhXTwlf7qEsXLyY76X1bpswL34uP1zVPcnTJdPc1IuBxkSAiiP3HZNrYbpdlmWjpdSJC7u/xbq8gR75fa0vP8CBilXemseUsItIcvu+is8Z1DayfBttw9197bz2PCHI7G/BDO+Uz9N69e6Hd9gR+3r1rt0yb9Gs7nGWdjzNNRkZGNAjdvG+D9+H9+IvyjmuMp/s5N2E++53p5LZqtQqvezJOxsX7tL1w+xoNIyL5K9PSe49YpYv7eL0hCumNxkDq42eD5zEN1/bpe0NEJB01Pbx/x2he1+C2iFXeeLyhgL7GI5BFr53u6bNGW4/rY9giVmnuNdzWwU+5r+eICFnvTQfvzW3u5/V5Ifc3no47jIOfDX3sUcQqvl7P4HEe829e+25KdPSNV4uIJAPGIWL1PiJU5mVq99q26Qav6WeDcTP9PM5zGbyWIeGE/Pexs8alh2x5XwqJqZXhSPv4wA762W43oXNXkYn4paUsl2r1CnrW0koTm62uijKj3YP73OcJIkIVfGFeluynz9gO/VtqEed4zb6C9t5n8Ypx6hknwPj72bga/zzP4EwX6IELkVuWJdvl/Q0SJxgayK15Ylla44/bR5HpNfm0zvm9IUePTS/TzXK/1iY+XncNjIfxcV+D7+mS9Nk09lq+ZuDkMd6b3/vZ0MF/eZzBurFMzO01rae+rkH6kvjCguxr3W+R84xjYfs7+zU/e4zf+36FmMJ26ypn/WvXruGLp5Id9nwdbHREJBy9rzU6We+Mq+lgMH7iY5yNe0TI7d6T+/rqd57P+Jt3vraZ3/7SsVuf8YFO2cbDHXWIDf0FMdvZLnLfTHFfWz3sbuQZ9r8nt3mOLn37tJvGEZF4a74YB69vMP4J8IHmr9sSXsisda2LfgY4lPifgXpdQ5zfhzkjJeB+BJuyDh+yefMGbd+xVfYhhh07t2nL1k1aR5wyMjqMP2rgGyvgAH7Qtgn4S2mmZ5szsenQhZdZZMrgtZBfQxc8jK/jeuPmd0vEhUvwuY8se5yv4hMRaayfPc74m59eI/PGS5Qlz7NErA4BSS8RqK+ISAB26VDb5SCdgM33UUCRLMtzKRcL3IBIi3cY0lVSbtQnAiLDFCPlzVjxfc8rRUQSmJyJMm+QZ/6TPxGR3pVlBQEpRWcMQFcWjLXxfRI7XRJlbQ5SFhJvUHw8l6GEQSaSiRWRKSKUZbmkkD/u77lAWxGrbSaUtHofAe68dL8OAujE6F/3Zz5lyiJXRMaeoRl7iIgU9FRwuCW0jVidI2L1ujqevjxH/HXb59tz6OGxxnsNPJ+ZnQQTx+f3lUoJbQoMU6EMhTD0+z1w6alHcbMHL9f44KsPqiIR8nnoY3Tdr8thwmPzPNJ8BSeUCOPHXMwpGJZlmYybcW3eOAiY7hYqP/tqWvVv0Gzt2W3/a5BoCl09x9p9iwSpBdT9e8zz+bkstDZIvrZwFEsozDwHCSeVkqFgvy1keBFFmFuYl8GHpxkOzVMkN6acZKDdijK/tEAic5LE4SVdIak9v7yoNoplXAzG3Xh4rTayn0HfsqygsFWgJv+MpYuFLoz4L7gc3Jg/3ofHRwT9qqqTdOlx+Fibz3P63vuwUfVhx4crr7OEAbaBXTsE+d79fKhbRsHd34bBNPI6XeZdpQ+OjoOd3xu8ht97Hd97DsMyByY/u9306mBcvKce/J3hcLhm/C9cuKhjJEz8M7CnTp3WmTMQ4Bb5AAAQAElEQVRndIWihv+ay0UzF3783sWz1efjq8msK1eU5RlJZQ4dyE+Tg6qL2W1shtfzdWiEhDb8SfyAJ8dPntBHBO+nzpxO32A9euxT+d9x++CDT/Tuux/qEMnjC+cv6wTJ6Ddef1tvvfmuPvn4KNf39PJLr+voERI1n57mkAu/ScLOzixqbnaJguyyZimknqNYOUGSaYXEzCQJJt/bkazSrZvkOckaNso6Zcftw5Pfm2YtkoVN5KzLHqwDLfZkI21baZnIMhGEdZLO2fm7uO5CkvV0GZlaoUgSESlIXaK4Yl6br76a3j60+LCQMZHBPDpFonBycooxLeYN9rKgaYrGdsrXOHxcobA0QQG9hZPICTKvU2y+QEIsIscelGpTMKhy8Ny9e4/uuP1Obdu2neB8PUWgMW3Zskm333Gr7rnnHhzTdmVZLuNqnDeSoPAe1gJty3OlUsOW9BMueZ6lnxx1u8HB+AYSx95zHUfYRX8OUch67bXX9OJLv5GLwxNzM+A/n5JvtmX1ekPGe5YCgfe4vNxSzh7819fKcg0OjSq4LkCrFvsgo6PAy/Sx9S2Sil3sfQat8jxTnucyT3Luba8MDYL5FrzeRFL0nrvv0W233pYOjfY9dE7+w7JuPelge8zniFBEsM8uuLW4Fza8lL8YsHfvHg3h3E0fH0q819tvv10+jJqHPuBZpyrY+4hAFropKHLx8ac//aneIKH+y1/+Uq+QXPzggw8STZ5//nm5zX08/gp6c4FEyPHjx7G9pfyXnj5A+er1zBPPb/otkazrENDar60bHU2HJ/815bXLl3WZw+TZM6c1h171sI9d6LBEgLeEzVuYn1MH2Z2euKZzFFcvkHA+9NEHunT+nFw4vXj+LMXTKxSGzpOMnSUoXMYGHE3fGPY3/5rYe8urC76mn/dunk9QzDyGrbCN8M9mew+2abl5Az1Mc+uV9X8jsrJhw3qS3efQ60OaweYMjYypx4F5en5RZy9d1jQFrLGNm7Vzzz65uHrfAw/pvgcf1oOPPKa9N9+irKzIQVcLfJrYPK9vG3L67BllWaa8LBQk4woO5DkH/dtvv43xD+iOu+7Svfffp9vuuEObOaTTWRuRkXvvu4+iwobEY9vx2+g/QGA/Q+LsN795iSB3WpbHLgeX6ySD/G17/yXnhfMXKXZc0CVw/uijj0k+v6CXX35FppVxMq1Moxn2OA0/LCM+9Lrt7NkzKUG/RNL9OoG0dd424CwFUP/s8GF0yHMskICyfXVSysnrTz45pFPY4xMnTpI0WFSNpB0ukuLLNRIYE9q+c7d2ACsUTJeBOcY7yJ9D1zzXknWKotcSSWjrSJ9spX1IBdm1LtgOdIkbfNjKcjF/BR0L1aqFgjihzDPlxH1V6NvlkGbI+lJgO+uVkuLXolx86WAz1W+rz1xSR0Uu7FJocLCGHRpPf2E4PNDQUGMQec95lxEM17ETM8jdImtk6uFzHU8ONQbkv6JvNOpJj3vgsQLfl5M/nIeO8ykh1Mc+Ly3MaoHCge+zkNTvawl9eQ/+vPrGW/qrX/1G/9P/9Cd6Hfu0D/nqs/8OPlCRK5TpPH6mWh9SUdbkXyzYTNG0ntd08cxFnT9zQedPX9Dy/LLOnTqvE0dPauoastEvND01r9def0vPv/AiRdNTWiYeXWn3VB8aVQu7tXv/AfWLWvr54tfffl8vU2Q6TOKoTbEU0qnKQaMGWJ+cdL754O3af+CgnnzqaX3jW7+tZ770ZdWGhnUJO6+yQmH0vIz/k48/ptsP3qLbsXHm5xyFzwkKFQsrHV2amNVV8Lp4bUo//eVL+sXzL+n1dz7UkRNnVA4MagZ967JrZaWq8GJ+sUmBZgH6t4ibFmRZb2EfZ2ZnVEHORiiCjo9v1M03H9Su3TeReBrXyNi4BuBhgTyY3lkm/MSKluDNPPaG8ERL6OlVfFXbG40MHs8mfg0NVKF4B153VKtk2sbBaGx0JPGsrOTMP6x1o0M6uHennnzoHn3ra8/oi08+rK9/+Wnt2jiu7ZvGtGl8QEPVTCvEgP+cgsg/+Af/gNjgkF555XX5p6hff+0N+Sex/cWR2245oC1btkjgMDDMOkVFO/fu0zUSuHv37UVGQ32SwlVkfXBwQDXsh+VnnqLbGHbW9CUExkf01Eb2q9WqIpT8hf3eMnI2TXLatuEqRc8NW7Zq/aatCogSyFcF/Vgh7pmemdLUzKTOX7ykV157Ty/85m39+Y9+oX/+L3+kH/3sV/BsCf5e1m9eeUdvvPOxZvGP569cV4bfXOmK9zPqsocm9n15ZVHL2BChrD1lyG2pHej/lq3biDsbst2NCGg5Jvsx8ekSH+fE+NVKoQJ+dTwPuFtXh9CxvE/BenxEjVoplFAF54UqyZYtFEPvv/dO+S9CN23aoI0857mUM1fGHplaRVGRY9XLVyY1NUl8fX0OP1pPNKvg469eQodOnVQPmdhCMnf9+Loku238VAeftpIKhi3GVIhJHHdA6+U2Oj2n61cn9Do6fOToMbNFV69fV5tYYPv2vfLP7WdZBdWo6tjxT/XJ4UMySl32cpmCuuneQ/6q9Sq8a2E7FxJORZGDf85aVY0MD4ptsuVmutaQaT8PD9a1ecM6qNtTrYKNIxZcnJvRMLRy0VnQb3bqmq5fvqDW8oIK20cIe9OeXfrP/9P/RH/z3/ljPf7IQ4wtNFAtdDMF5N0knndRkLc/KPB9LeK4DrrWgTcRkXA7+ukJLXMW8pc/tu/YqSr2IVAyx9BVYq0S+axUS/CnPzZxcGhA4+tGoEEmy0Vk0uBQQ9u2btETFAS/9uxXiU3aWuNVB3vZQUERKflnxvqRQZsO8VFXwX2tWledIoL93hzFJX9pagZfZugS5zlmOXv2rJwIunTpkuynznBOuHz1qj6i8HoOXzaBv/RP1p8gni3RF395cwJbMDe/oJkZeHptUmfOntP5cxdlO93v95GhAhw6KqFLHdsf7Nk08rr+50Ha2Na+Qk1iwz5c8X4i2CzKWeSlRkdH5ZgqY9yWLZu1b9/eFLNeQt/+0T/6R/on/+Sf4ENPyUWzPM/w2S/rv/3v/lv91//Nf6O/ev6voGcGDrkOHDigffBqBt/9Cf54hHNLxjLG0ft3PGQ/ZBCfeQqoXjciVKuvym6e52kvq32Xk1z7bLjMOczz2N6PkCw0793u50ajobIsmVHKWDAiiJ3n1YHma88ea3k29Pu91M9jqtA4IuBzVxHIBTI/ROHBk/WhrfHhgs3N0P08wVBjUGMjo2ojaz18YcVFpAy8kckeNK0PNbRuI/pOMWQLxZD9/tlmbOl+6LMH2q7fvJGE1noNQ5+R0dG0d/PA+/B+7NfMv7woUkHWsmZ/s5EiwA7OJ4Os7ecKMl0fbGhs3TqN0ObYzOcQ79HjI1b3YzpNEHO6cJJDX2GfAjytO6ardX2BmLdFEjDxoa9EO//Cg/D3JWMqRZ50XL2WMuIU1FUZ8xvfjz45DJ5dbcR+D+HzmtiYnnJ845xm7NOgt5OJQ9iL4ZEh3mTyX/6Pg/MwtM4U2IFl+YsOeVhC++oSdxuvZnNZEZH4axlq2e6h95YP424dsDz11U+65317v4vkBcTHvDQ9vG/z2jT21W2WoT789ngnfM1vj68Q21luPL/XYRoVWU7MFhS+JrA1UhPeu38ObaIICbz70HVxaV7p3ACOxsPruI/4+L6HDfHctqNZFvIcthctbLmTrX3onWdF2vNqv0Ila/SxV57f6/SQa89ZrVYTXQYHB9HBXO5v3L1Hy5DB9w3yKcNDw5wBamJFlUUu5yUHBxqqVlgL3OrYygr2288gRUtfnneNVqa96eV1jbNpZtqbPs3Eq6Y66EIX+xhZht5WwalIU0UYtzy9X1paIZ5ZSDRsoS8ez2LyOhXo3oFubvMaEaGI8Ot0TWtzpijRdfctikJlWaSx7RtzGc+IYP5uijM8n6CpaR8R9C9VZZ0CGngNj/c8fu/ntBj/FxHJtreQN9NwK+cfr+8922553izLZRvrs9wp7LVxyrOMtXvpjJlFxp47xIcryMRCsvt5lpFTWKcJzpT+Z3jeIK6+yDm2hX8fwAYONhrY9UWdOHmceOyUrpFnW0E2VrDd/vLdCrzvs/9ycEi10TEVXI9zNnr3w/fJCX2Ij79CMX9cGTK5iG8dxBbtwa8eJObdvn2bduzYLsdmGbJXMo/113v3npwrMZiG4+Pj2rlzJ2ePDfK5fZhCrvdXQHPTaYFz0uzsLPuY0CR5F997jmWfl6CZ+xjEJ8sy5chwxCovaUr8bOO7rSOmscE0NS4Gj92wYYNsz0x/4+mrYWBgAPmqIFvYCua2jhvXPXv2JNp6X17TYzdjMx0zrI1xX+/HOYKNxFO+38E+/eXl1dzFXm3bto3z7Xo1sK1+b7u6DhvrsfX6AOfeoUQXy4Tx8Xrek3Pd1gvbDe8rIrQm196Twf18Nfi+jdx676a527xv08FzLGCTbcf83vtxu+99XesbEfI780V8fG98vG61Vk10KogjI0J9/udxqQ989Jg8yxmlREuv7YexsVF5byP42Ry+eS7Lg/lh2L17d6KPZcI2xvNEROKp5zD0+v2kB96XnyPiMzzd3zhEgFNfCv31x+2GPM9S/yxbvebg4XmMv/dneTB+tlFFuRr/RETSN88WsTrr2ph/+9ol793DL621e16D8fXV7RGRcIhYnWsNl7WroKeYI0OX5I+70RcTJWW5FLl87/izaVkHPLfxdyzlcVAg7b/IMiVgn1lEaktX7j3GID5e2/QzT0yDNbB8m0drcpozj2XFcui9rI1z/7GxsSTD5p1xiQj5vfi4r+XLYFoYfL8Gns/z2kavgZ/93n1t/233vL7nNESwH8Bzu4/HWb5tSz3O7Syd/nN/2xnvx7plfN3mPh5bqVRlvhssf9ZJ96tg0yMixXHGx/MbPL/HGe81XfN7g9/5ah1zLsl5KF89zjj6nft4vNcXH1/NizWgSb53u8HPhgj2DE8juAJus+8W9xGZzMMusYDtps8FzmX+2+Dzg88Kxsm5Mfedm5tLsa2vBrd9HmyDvZ9lzqdzKb6+hn2eIOeziD9rJf0wnmClLAvl+aq/8j4dD3rPQq4jghinqRX8UhefY/qa3sPDQykuMM3rjh/ImWdZlmjgubyvnODQOlkllzjAeWQNqtgjt+f43hKdzfoEC0WWq1JWVBJEe2ED8yXEyrKUoUCYI0AZ8HvuQD6jT66iBDBmRiLjvUEYn5Dk+yLPZCXr2omSTHBQaUOdiED/DoejHniIICHPCmXgw1BFBGtXMKBVjHhttT0yv0rvgvuIkPtb4H2NYCXWNsF6NjBAYrqUBNNCZQdhYexhGTyHFIrIjLIiAkJiEeW2nLaQuDeuPQLVDgGWp+yDayhTeJxCOTh7/SzLZDATrEBWcIOfDaZlRChiFdwWEazTRzjaKWAyjhYCX42noUNQ5rY+QagIcn3tkajsAi6Q5nkGHkTpugAAEABJREFUrQr5ynTML8Dz9iT1uRd4BffiPrhfxTMi0rP3Z/AexScimCtP/SKCKf7amRgX8XF/09nPxtV0XcWxz1sPWd1Tm0NNF0XrIsQGr/F5+Hyb5/Q7z+n2PjR3m+/d7olNsww6hyHPFEA/k7rQ5fOGvsvYHnvvG0DJRdY2Muirg/0mQdKKA2eSIz58uOi6SBKwSUBgA2Tnb2X2tUmfNsldj7fRdJDmb127KOJvc7so4gDUhsRGweN84PM3qs+ePUNAuSDLfTIMHKSbKHUbuqxBF/r0ECzj26Wo3YOv5m2fPfnfyo2cnXPA6fbaCvYaWSCn9Mb58UaZaRHwiQfTyeA2Q8Rqexf6t9n/GqzReO3QgzooxzAgEDLtnBA1TeY4QM6T5DJt6xiTZZLxFy5e1ieHjpBAfl0v/uY3ev+D93WIBNZb77xFwusNvfjib/QSxSO/e+WVV1LC4pVXX0mFpBdffJHCw/PpG+4fffQRBZtPU2HlRca4CPfaa6/ro48+0aefntSRw8d1+NCnOn78DMXcCZKwbfSkr7KogWaJIV7mMLOk5SUMJUm3Iq+oUqmpXmuoKKvIBBSEbkvYnXkKSl1oHHmoA72bJETb0BrSqWDf1qkWRQD/heIMCc8e70oMqfnRJsnapyiQE9SXlVxVEo0DjRrB8WqgtpWElaFSKcFnLkGXNSyrDQ4UA4Bl6urVSxTvL2hyaiIZ9y48sUxcvnwpJXguUgybpfDRwc5UcKjiY3mamZ7R5MRUKuzMk9iynPm6QEI8Cw5UOIE8q8h2tEuC3jxtklCvkhDbv/8W3XHHnRwmdoHvWJIV4+Wg3A7FsmI+V0nE9JCnqyTD/JPRdjwL8L2PYFgHLTdLHC7s7LyXCRIa/qvmw0eP6PLVK5ogKe3C9QzJ5wqOZ/O2zbr7vrt18LZbdNstt2l8ZEyD9SFV8DMdCg2bKJj5r1BQTbXwARXWb7Nvy1lkuSU//Vu/8+zROriEQ21y6G+hn81mG31qyUWmxcXldN8h6bGCbC4sLEHbtnwoukyBsYWeOzDzfk1T64T3b/C99+U+poP3aTq4r4uZDuYccPud7Zv1+b333pP13bL79ttv66WXXtKPfvQj/cmf/HP5LzJ+/etfI6/HKbJdgl9TcuBgvrrI6PG2DQaMPnJcpMBgnuSig4wZkpXmt/u6EGv74rWcmDTdnawzHRY5mJw+eUIff/yRzp4+peOfHtMJksjXrlwmKbaC/M3qwvnz4HCRXG8TejRTm+e37fJfPzsB2kTeTVuvaZz83vRwUD9PoCNs5wJBjL/1a1r6oO1D8xo+lgHjtTbeh7PNmzbLyTTTto8NLssbMQQ6lhNHtLGjc8iI6Wn5n5mdSbIzMzevWdY6fOSI3nrnbZ0mMeu/Mj1KodaJsxrBy50UOr/0pS/qK1/9avpLeP+7bb//+7+v3/u939Pjjz9OMXGHbKP62Lyt2yhksOYcxQbL93l06ySFSCd9B0l6+S9SndBukEw0v32oOnjwoDznKIdvy/4cOE2he9evT2ia4uoUxZKPPz6keQ7fBfvaum271nNInkL2zZcucYwTLIskvy5cuIjdX1IPn216dPDhbguFhkgaWLZMo0UKQW1k1GNcUDDNIDu60iDQa2iIxJFxPnHihHbs2EHwPSzzxfHFpk0bdeutB1PCuEmB8drlKxTKz4pFk5710ac58HZBvYnuDmGHMmhT5IXKsoYtyJVzb/kznywLVZL0eZ6lNSrVQnTHH3TUs+3Elvb7fXkvQY8KNPA1FPL6NRIoQ0ODqjIHr2WeWc88xrw2uL0sC9ZmjfCTUIVemt/tttEFfPN61jvrbI1DhxOWQ/if8ZFR9lYAeYICA46ZZpKuBrA7gwM1Neo1DQ8OqAftl9j39PScfv3ya8Dr+vT4aRVZQdGniW7OKn0xZXJavaAN2bw+OaMTpy7oyLFT+s1vXtWLL7+uDz78RIskzs6dv6Q//fMf6ac/f16/fP7XyQdevHxNt912tx574ot6/6OjOnriLMWwCzp28pzK+rA2bt+tkXWbVdYGtXHzNgpsm7GJd+rmA7fq6S88o8efeDLJ8h/8wR/oBz/4QfqVh9/59rd12+23p2/vt5Ap/7Tv+/jEU2fP68KVaxrHds4ig2dPn171rfhYy5b15Z33PtD/4+//I/1VKuye1ifHTqtLkWFswxZ0Y1QL+Mp+lNq6Y7cGbZNHRrGVM1pCBtvY+iVsrPWly3OLWAWWY0Owt8QORVnR+x9/ouMnTpJ4mlQHH9ftNklId1QrA5nNtX6soZHhoVQwr1Mw7WAD1m1YL/9ccKVWykk2//zPPXfdri889Yh+55vP6Y9+8Ht64rEHKZhdQBZayEaPQlmTgklTu3fv0HZ0eXRoQBkyeA57t2njmPJ+S/fccavuvft27d+7XXt27VATHZuYXda2vbdoy54D2rxzj7ZRtNq+Y0f6YszuPXuZt6+llbbqgyPqUggHPX3lK19JBbsm++0Se3WIzQqEqlIp5L8+KooiyXelUqI3BX5nCTx7yvOcaz9d7efrJKf+9E//VH/2Z3+uH/30L3XuIvtBgXrwUHy64NeDZp7Hdmm+2VVbzN3LtdyVZimcTs4t6gKFw3c/PqxT5y7p8uSsVB3QvCupxDZtZSTGhvQo9u7f+9t/U3soNo+NjZN42wDdCuT5is6fv5D8ivXZ9rlLLGNdXFlZUgMdctJ/kMMjKGmMwrKTd1soNK8fG9ZNe3fJRYCN68a0fnQYnla1jYLJNgqogjZd8J9fmMNnN6FFKdsSz2P/YT+6uLhEsbJN7FVREz+/sLhCwXdZS/i4Pn7ePDx/5rSOHT2qc2fPyMnXLDJlWZ7OaLaly8tNddDFvC/Zhh05dFQvv/SqPj12XG+++Y4+5vnU2YuanlvS5SsT8DRTpxMaGV2nbVt3aAM+aNfevXriqcd173336CaKYi7+3nP3XXru68/pi/iQp59+Wt/4xteJiUZk279r53bdTHFoaKAuWK+RoQZWrQfu88jAkjoUQtr4y0EKsvOz02pSaGg3F7Vpw5gefuAeffO5r+qWfbv1X/+f/ks99vAD6hFf1iu5+E/+q9V6mWscvdizc0eSxSXiGdPMttR8igi10Lk+AunE7Apnk6skdqeJCT6imDc1O6d5fMUMPnIJPBa4v0qhuMICo2ODFFKH2ccOfeGZJ/V3/oO/rS9/5Rnk+os6sH+f/LON5rnnXsI3tUiEKQvsY18r6Ht1YEAupgZynmNrl5ZXwKWtZeKsVqcjBFy1xqBqtRp8ypLMJ1z7fUVEkgP7I0MTvsHmZE+7HMyKSl19ZdidZS3CV0MLvxS05eiP5cXXDJvcJR4WH9v9Fc5IpksOTiyiQ0cO6+q1a7Iutrt9ZKUPzzn19cR9j/uO6th9+59KtaIW9so+0wmcJnS1bo6SsG+yX/vzK1eupvjsypUrWllpklBeL/8F8ZnTZ3T2zBn9/Oc/k79MWimK1H6BIkGZF+hPQ8Mk40t8XwN/6qvxNz1AXb463nQM5f2YZlViW4PfGcx7+/t54os6RUTPVyHeb4Oz5X8Gni9ji1bw6b72oXMBrRJdaPN6WZ7Bljzxwu1u8/oRkWhkXnjuJnQ0Hu5jyPGt7uc2r+f3XtNtflb4Tkk2HEdFlhPvLGgeubHsnSGuNP1mOReunpdbyMkKvF2Cx4ta4qy8jOwK/Nrws8d8LWzGDPFks9VRDVmr1Qfwh3UpzzUytk6j4+s0gD3OyqqG0OEG8dEIyW/HZf7S8qOPPqo777xTEZGQ20DM5SSqH0zXjBjAEBHIQlejo6NJJi0/7jNEvDdMHOUCg+M+fxnywIH92rtvj4YoiHpsBbmvIqsbNmzWb//Ot/Xd739fP/jjP9If/OAP9Tvf/l0999xz+Oun9cgjj+jRRx/BBjeQ675s0wtoZP5UkZVapVCZh0rCmwqGZKBeaGiwpgxLXykLOZYZqA1gYzPil1JZ5An6/VCGfInndqefvpDZwoZUkWX7C/POcpBDM8uE+WfeGbr4xYhA/usy38XH721buE108x797Ji2i/718PW33nqbtm3djk8eUFGU6mF7Wvg+nwumOKNeuHgeHZnEni/I6/T7SjagjsxWkek+FHBfjytuyJVxlDKWBYJdcy5rYkc68N6xBC/UQy46rNNCVmrYFOPaRvYTcL4znl7POjKH3BisC036W3eW0peUV+Q9WRZ27Nim9evXyUWlgwcP6MEHH4BHqzIzPDIs08x2xmMLeGTcjYfHW38r6N7atVJWFOBvvNzXa/snan313rzXGfSzhU0x3p4jIhTYU8/hNuNv8LPfG/IsT3hERKKz37vd/T1vDl9b7N33ZRW/Cp5lWSZ6Gxffiw9s4/+V9N5jPY9x8vgK+4gIeFnIc1sWzCu/G0afPI/HeC+2ex5nO2Xf774+q1pnfO9FIkI78Vc7KFr6rPT0U0/rnnvu0Ze++EX5l8ee/sIX9BRtzz33df3u7/yunn32We0g1vI6Fc5r09BpjrPqTTffLH+JdQT7W6JnXey38RtCJ8fWrdfo6LgG0flara5atYo81mQ8z549q7fffotz7seyHXcx1rbqKvmGOc6QoEec0MRHL5Dm7WoZn9iCL6ah5aWGbNm2ei+mwTYKizspNtoeeO+mnftm8M74eO/+GX3L3TL2t4kdMx7u476ex/08l6+SEp19736ffx8Rfkx8igj0p5XOg0v4fcPaGsbT5z/LpPE1n722z9s+9zmv6PO2YwXzzfs3Lcw/5wN8Br929Zr8RVznFzzObealwfduO+tfKeKc6n14P6aT9+q1vJ9h4sCtW7fJNHLRdmx8LNkSy5TlYRif5/sm/sT4ew7ja7y99xb6azrYDkRE4p/XMhGsR+7n/l7Leu4x3qtt/Dp01/bcfPFalllfPcZrul/EKj0jIulRib1yu9fsYE9sA72e5zVuESHbTa/tudzmPfs5IpKf9rPlwPiIT8Sq7hhPg9d2f69h8L3B6xo39zH43n0NkWVJJrxPjzFEZIqIzyDj2e0sST6zneTCfEj4cFYwrl7HV/cxRHxu/A159RxeJ3j2Ptw/Itw9QcTqfUSktd3YZf61vn42eJzBed+1d342BB3W1jFO3rvB9wbT23Snm9wvu7GW5+kgE37vOTzG9CmwcxGR9MLvvGfLk/Uh6QJjPNb08LPb/d737m8wvyyHEZFkwetb/nz1WPcxuJ/bfO9270c3Pn5O7dDD7RGRYgbjaJoa7O/cPSKSTTWfLUuWT/N9bU9ut+w6HjRNPLfX/jwYD/s9r+V1fQ1Filu9t3ny0z6rGbxn9zcOntvrGbymnwcHBzU4NKi1NQeJzR3zWJesv7bVt956K3nfO9KXAvfs2ZPs8qZNmzjvjKUY1rh7b8bFPDAYX+Nl/H01uI+vBt8bIoKLgYv/47aLY2oR+69gH1aIsX1t4c+c7+sQb3Q4R3h+89V7tC2zvTVv3eY9u82+1eA+a4Q2H60AABAASURBVGA7Njs7k860plULu+wxK+T1m6zn+s3S8gLvF9QiZsrz7DNeFtiJPnntNnLlL/q6v++97jS5vavku20jjZ9paFrt3r1LzuePcwY2javEYAX+2NvuEWt1OD+1iV98n2WhKr6Oc20XdgqBzFICzI4sR9hLBlZJHDQ4WDr5Ua9VVICg1FORGdEifRuvjyC2k/PqKMulnGJDzuQpaIK4mWgDg5I5uYhXBBJdWnvqE7ixR0VYsZSuEcHVoyIZmRUOOU2gDSHM9D7SXSMQr7p4kBf0DfmT5TnrO4DIMeJ9xnYT9MAh510VYlh4eqzZAl+DieexEZHmydiX+xrcz2utvs94n3FrPIkmucuzDJrl8hiBE/+t3vNOWu3n9SqVSmKq5zSsMmT1ved3W5pDAu8uitVWGwE0ft6zcXS/iEjKvIaXr6aHg2K/9xyeew38vDZ3xP9yf35ncH9fI1b7gAbbWd2j7w0R4UsCr2vw2l7DaxsiVvsY52WCEOPvdvdxfw/2OgaP9b7c5ve+uu8aLmtXv1uDiEh4uZ/Hex2vsTZ3BOsDEZH4EPAnLGw8+z7Ls0S/zO20iY/Hei7j4vl8TYCy+J3vrXgG78nBjAMZBzEujjjQ8V+aubjg4oQDntnZWYKmpoybwYkLK+0yRdqkgBTlOt2Wev2OIhNHETIBKEuWhwwujLug1eeN32ZBOzg7QMki+4wG4mOcvYav3gdNioAO3PQtkApFBE9K14hIV79z/wTstYMOZ1mOPBfMLykkQ5VAdIRD6cCNhIGntGH0eMu2jUyNQ6Gds43SEknrDkbTNPr000/loqj/PYxXX31NLpS++eZbeuONNyk+vUxC7E05UD5FccOG0mNtWBdIEM9iNG1UJ0lwhzL0p4qRXNbU9CzXFfU4nfdA0AmfJsa7ReamRXDO+VO9yBUkjnsRcgJliUKb99emCL3IAcyQgi6SgjbALQziEga5jyGKLJRB6wbJRh/MXIy5iUTU3j27cUj75W9EbtiwTtVqCY+XNUPBdWLyqq5QIL0+cZViyyTJ+UldvnxRV69eJkBahJ5d8O3CzX6SiaIsSHqOJ6hyaLBsmYe2Ew3onOe52uDUJTi0czHMkkRbmF9SRKE8K1l3Tv2ecS0IdgfBp6rNm7ZoE4WVPsmrLMs1OjLGAWUEGrR19NhRPf+rX+lf/qs/T385deTocX1IovavXnhBb737LnjPag66f/jxxzoK305zgPnwk491husUScPrHKpZOM0l+DFHstc42Tab1y7KXcEh2bnv3bdPj5HkffTxx/Q4193QrsKBcHR0ROMkTGCL2tjf9dDxwYc48D72qDZv3pRotEKSyHoyNTUJfVdUwI8VDh6m0QpF0jZ87vX60CEDQpZHQwcnbTotcGhr4yf8HBGqIb+WIx8kTE87SrfZvlh2e72eMvjtZ9Pf7/zcZ1LP5eSZ5ffUqVMpENnH3vzXCk7yeF4faJaxdeLjde2Q5yhcXTh3Xic+Pa5TFByuUtzyt/1HODTaV/r9ErReJuHcxK/5ZwldKFzGPnj/BuPl+Xx48Vrr1q3jUFBJuC6znvca0KZFwOKiqr+11cFneE7vfRk97KIX3hOoqYT+/iKT31knTAvvz4XwBRJkAQ2s6w0CtDGKiFu2btUWDlX3P/igfHj+zne/q7/5N/+m/t7f+3up2PN3/+7f1d/4G38jHZwfuP8B3Xfffelg/dhjj+nee+9F7kbxY53EUyc6jH8NWfdejI+DvWc5dH/nO99Jhcu77rgjJbG3bNkoF0SeePwRPUuy+wtPPq4H7rlTTz7+MEWXx7R7+xYS2AtaIYk3PTmZ/hLm/fffx6a8gU15SUdIzrsQ633cfMsBbSEB8OAjDwuV0FmSo4dJxrpI7X4zMzMyLQ8fpnD71lvyX9ifoc+5c2c1Pz+Ljs1wOL2AuOdagDdOctlGTWCTsjxnG6FF6DwLv48cPkwydkVjHD43b9mkXQRijzxKwg3530UQu2nzVm2g+DVAwNskqWSeuUBz4dy5tI6THDt37yYRtEMb1m3Q9i3b1CCpMIrMPHjv/dpHgr+Hnb5+/RoyXU1r2ddcu3YVW3NZpoHtbYsAswC3R0n2PQt9H3roQT1w//164okndPfdd6frPVzvueceigs3pUB8zfb428oDJDnrJMmW0DnLsuXEsubnNvJk/+c2y5XBh1/z1GOsQzlrQ5gUx7jNfSxz1isH/7ZvlkXrl+fJTEb1VKtXOBg0VCXGzIuM8R21CIi72Og+0MNfdrCJqDQusYcu2IaOJRvq9YeHh1IibeP6DRonMbpp/TgFogbFkAHtRgb2wIMxbM/w6HqNjG2kgJYrsJ9nT53VIoUJ41aUuVwgX2l29KOf/Fw//dlf6Uc//pneeOc9nSaJfp5kxdWpGQ2MjmmSMSAhDK+akVHsmtQPf/JT/fjHP6VpQML/zFN4XYJm7b40QXF2YmJaTzz5FMWNr+rrTso+/ZS++MVnUmLKyand8N/6blrPkjxcIim0jgLkZvRwL3anQvzqw0pPuQoKalV8xXGKisew123sn/W4L6lWb6g2MKSSpHC3n2tiZi4VSf1zuzPYnCAeLYifr0xMycXZjw8f1ZnzFynSrKiND/VcZZEjfzVVykxZ9NWkALfIQa8LDyamZyhoXNfkzLRaFFG7rWV1WkskvzJtWjegwVpfo41CRXQ1OFDTCvZlnqTXLHFRt9vW8sKSXYmGhwZ0L7p98MBN2rB+TOOjQxodacg/qz4wUCrLekCHYnJdZy5e0/O/eUVvvPeRVn/y+1z6SeHx9RvlpP08BYl1Y0PIRkcDjSGt37JTG3fu1/pt+7TSzXUIf3cYHV2mQNTEjxDuKCurJP0tZz1duz6lF/7qBQ2gc0UwDb7XMUmTxG2fIkCdM9AIMlbiux3Dzc7OpC+qWK6tA/5rI/usNr7n+vXrWo2J+oJ4SnoBPakCYxNbcKjPvjKV1UIjY8PKKqX6eaZelssy1cb3tBUqBwdVHxxWgU4Ojo3JP/Wc/nof37GAn9x34Gb5p4aNp3EbItE1gmz6Vz/6RBt19LjLPqxrxmESe+ki0ezMTLJ7tv9u9/sV5mPX2obdH2LdBnzron8LczNCLVSjWNdtr2iSGOc6cY0LrdWihJeLFBmbWoLHHXxRD3kvgr3lhaihApHitRa+qQVtlvBddtpd7v0XnS3iAMMB9tLiQFxFxo2P2H8XmbYOeO5l7JHj7R778V9Lmn9LSy3kcIrYa1LXrk1qcmpO/qcePqHI+unJkxTBjuj1N99QWanoPAWBE8eP6+ihw/rLH/1E//x//p/1y5/9XH/1i1/opz/5ia5RTLt4/qxmJiYgQ0c1eLOFwvHjjz6s7337d/TlZ76g4cGBJLcL+J4S3/sf/t3/QM997Vk9+5Uv6z/7j/8jfeWZZzSJPR4erOvsqROJVi30ot9rYYcaWpifYZ3LunThnH7+s5/o1ZdflmMn+yDbyCzLFBFqQod54pgF+Oy49tLlq1oiTrCcj+KbB0dHNDA8qKJSqkLh8OCtt+hhCrdf+fIz+sEf/gE2cUx33Xm7tmzeoDF0qt9vp3/z8X3ivA/xlbWyoj4EDNarIO+Bzc6Qzy5xVZt2688I6wyQ2O5IWGepH7kWsGe2Dbn7M9Y4W94tQxEh3/eIp9rEaJVaQzkJ8xw7VVTrckze6YcaQyMaxb/V0FEmxc8uKM/yFJ9IQbzQSyB/mJMnGbcBZNm6NoAu9MATNNVBwAJZa1Kg6XaQ+J6U53nC48zp0+hgVb1+lzj8KvJxDX5MEQOc0/FPT+jypSvq07/N2I0Uznbv2gu9tqqNbx5qDGrH9m269+679cQjj2k/vuMifvrEsWNaxI4Fc/bRUa9VliX2vpp03HHO+vRzqEPEuePy2aaFfJufBt+b3/aha+PNcydy7Lsdo1qX57D97mPd9Z59NfSgreNF35s8HttGr1I7MuM286CD3ngtg/V6DYyr29J7y9MNXaxXq8qzTBn0rhMvhyeCxi3m7GD7BI2XuL/moj7nkGsT6No0sow9uXztuq7hR+ax6XPzCxT/5jXB89zsgi4jt4azxMJXr15P7ZfRs7nFBV1BT65OXpcLs/P4JJ/jLF8r2IUp/NUMvuIsBVv7QhfHbGOtJ6aP5c3Fmp07d2rd+LoUw5jujUZDlo9h7KD7m8am3zpiZ7d5/7VqRSOjwxpFh9zHBQP/8ssDDzygO++6i/ENeW1/Ielf/8Vf6B/+w3+oP/mTP0lnVceN1kvzy3F/1XS7IW/GyfJgO9XEZ5hHWUhxA2ok2sZYcwO4rCdGHBwcRGZy/EGHWKcr8xCRUpEX2Ku6CnxTjk56fBWcHQfBBvXIGRC4yF+uLis5fVfBzxkLFuBTqVRk2Wggx1VwXMCWmG6O45rw0TISCH+eZ5qdm9EK+E5OTlAsxZYjr5aPDnbcsrWADfKzzxnWN+/L7Z/JEfGm3zeZw/MvEyd7/hX0qseGcvDpc3UfQyiSnLkti0w1cnjmmefNsgz3V5H5GN5LUSS74HHLyKr7mM6JVujCLDKyuLSQxniOIYrlu3fvlmM9891r7+bZsuL13H9i4jr7XMCg9eU247qmb5Y172EG/ziJbEeI9XPleajnGBS9l3rwrIWNacnvC/MIXMXH8xlHX42j8fZzRKS13NYmAet2uqf//N43GXMYX78zz0zfjHHWXePk/butCf8W4GcbvfdYj8nA02t6rPv04W0HPfJ6XfTXcYDpY7AuWJ9GKKr24Yv37jktH7ZNvhqfPMvx24vyfKNjo9ChRLdnsdfz5DSWtJ2YNM9zGT+fpX6MD/3zP//XevW11/Tyq6+i39c0QsyyY/ce3XzwoMY3bMDchy4RQ1/HPhinDNpJoS75IscObfZGYK5qXtDmCChkPREf885jthKfmD7ON9hm+osyBscGEZFkYYV5rAPuZ1mynlvH186lljPT1Hs1zy0Dpp3p5fU8xuO9nvdosDy5j+/XZNC06RKPgB4ykifwmiU+wWM9h/uazh7rqxP/XsfzGDw2IuR+BeP87PfGz3bG+YcZ5DECJvPSPsW5CJ/9HGeaf5ZV08P/zrdx8p7MS7e533nsqO89n+no/p7X/sbP5r/Xc07Tc/vdFLbe8xhvlk34mQamTcQqvt6rn00z79dgP+39ew8e53vbXttn+8fR0dHPvuzh/p7DfUwrXy2fzmHZtvsva3ft2iXrr58Nll3z07i4f0QoIrxUktE68Yzpap56TvO6iw74LGs6GAfbeo812M+ajqaTaWDdMu7mlccbvJbBuBo8zu0GPxv83vplevj58+98X4G35rFxM/i+RxATEcnejaCPBtPJNDBNDV7Lm4sIeS8RkfYb4ec88cV9PGeX/MAa7hGrPPI7r5XsFG3eVxeZ7WMjfK8bH997bId35rnBzwnc90a/zy6hhIf4eD7TOyKSDhhP8XGbZcsy2cavuJ/vLVeLxPOm9xrYjriv7Zx5YLn1cKBMAAAQAElEQVSc4Bxl3hgss243PkyN/W2nM4zHp77kZC5cvIyNmpdj5h6xZoezbBM/1O4QRfLcV2DHhf3uMb5Lvw7XVfAXC9v4PO+7Ba7Gw3Mv4P9sn0wfrxuxSlfT1Pt0exeaGS8/J17f8L/uY/pHRLKTljXvvQs9za9VKDF5PXWQBdNefSWemveWVcu+/Zn/qMMwTlxuWfO8Hu81DJa5AXLW1inj0AUn03SG/PQFzhuXLl3QtatXiIGvk5+e0hx+f45Ydgn/2cKH98HJMlKWhUA3+SuBTB8f0cfXen++99VgWfMavrcc+9plD21seQs6tjgDdHg2H7KilM8ZtYGG6o0hDQwOa3R8vbbt2Knde2/STTffoptvOaib9h/geZ+2bd+hDRs3aWR0TI3BIdWJ+Wucc+rsbxAfbz3zns0r88n7NK7G3XvP8kzGqUlMskQOxbBIzNnkfBqRJRldHbuCPPSVZVnyGxEhx7xd7IXHJvklTnbM7QLsCrm+pcUlLSITy8iv29zHuAyB58YNG5UND7FJklgVnFsGASsQtFIUKoEKRqBOIDgyPKRRFH50dIRDSo0grvwsKCrp475GNCK0+j+pB4OMmJMPXZibkKZvtayoUpTKMzYG9Oknj2Ks+EQE/y9FcEUJLMztdEBoy0zrMFev11eFgDPLchgfqV18MsbA//TcxKl6sz2EocjzhPcwgbaFMSJkgvodwxJBI+LGNUOgS+49dz/N5TkjMgWQZYWkUM6cayA+nqsPXn06d2GIldLr80oRkcD3a2Pc3zi4n9v9vHpFo8J3SmMiQhl08jjT2lc/i4/X8rhuoknvs/68Sni7PSJS+9qYiIBmrOFOCuYO+eP3hohIY42bwWv4va/ej8HzGg+3rfWxUFUwJP92e0QoYpXeHtdFySJW1/B4z+11fW+IWO0fEX6VwO2+iQjwzRJ4Pa8Vsdrv830iIq0ZEfLH7wwRkfjm9SIi9dGNT8Tqc0RIkakDTb034+w9W2ltDA2+97uIkPEwDwxra/je49zHaw3aIHBQ7d2Y0zz3nGtGyf387KvHebzB863qUTfxzPduM5jW7tPDia6NiQh5vQj2IMHHbtqj6ZQXRcLV7w0RcWPOvopKqaIE6BORq1qpa6A+mBIWiwvL9PNcPa2tg4indaxjq7hUFZERaC8nutUIamzgPafbrb8r6KP7m66BPFsCF2ygSOQtAXMcEnxtchBY5PA0g8FH/bVCAtfvVnByPRbucqgJDjhlpZTYpgPUDknagiT8wECNw3WDxPqYdlPQuOuuO/TQww/qwYce0ONPPK4nn34iwTNf+oK+9vVn9fXfek7f/OY39PVvPKcHSEjdfc9d2nfTHh245Wbt3rNL60jK7yWZ8jhFkYcoLD388EMUjR7XI48+pAceuJ8k1kN6iIKF17njjtt12223kuDcjn0sKLQsaJkkdLO1kujmg2OW54mWlhk7zOGR4fQN9yGcxAj2dTtJnH0kzv0t0bLMSaytyLyq40xa7WWel7Rp80bdAn433bRXN4HrTfv34oz266YD+3Tw9lt05723a+fe7aoPYafr2KqsKxU97dy1Q/fcfy9Jg3t0y623aeu2HTi2IQpA63Xwttug08N6+NFH5YT/nXffLSdnV6B5BwfZRm6dLCEukZMfUyRTrlyb0HWCmFmSKDOz87pEgurYseMkkc6nItepk6fkv5Krk1TbtmWrXEDbRLHXzjArwUvSEofvLAuNjo7gNGuyr7A8Z5nYd8g0EAdYt0WEIkKWe89hsIz5uU6yzfT0vW2kwTrWxdZY9lkqJS4vXryYgjCPc5/R0dGU+HKQYvr72fNapj1ngwSNfYb5Zdn3YeOTTz6RD3AOzn2YsT3w1bLtOe3gfTAxdPBbbjMOnsv41bADhk2bNn3G+4H6QNqbcfB67m8crN9e1/bG+/F8fhcRyEIbaKnFwboDj3xdRJ/m4ccs/FBkalI4yKIguBC0rGkDBfdBEppdhbKiog4B5wrFowIeDY+N67EnntS+/ftVY9/rOQBf4fA7S6HCe/Xh1YXlF198Mf11uX++2Qmmy1cuk4QakPdvurhtARwGCJ68X/+7aX9BYuoQdPNftZqG/uKJC5eLi4tyEe/gLbfoVoqfX3jiUd1HgWWoXpFFZB3J4O3Ie5/A6OzxY7p07oy6K4tapMB/hoT1CQpJZ0+fSTzdvHmzdnH4uu3OO3THPXfrVq45yZqR8XUSdm2QwuSG9ZuxDyPMXZHjirGRYY0ODWorcilkfJJky6WLF0gEXtGBA/t13/136ZaDN2uU+KdWLbGLhXZs36rdO3fp5pv2a/f2nSqyXA8/9JAefPB+3cyYxmDDpFeTINWyMMnB9DQ4HjlC0erMObnoNUMi6Oq1a+m+i02b4sB8nALADInUjw8d0qtvvK5TFHYPUxz++V/9lX7+85/LcueDhenuwtAKNtOHDMvZLPP5fpGgcXp6ikPFDDRZSv8GXoSwOT5AtAiiZ0kuX4FXK8jNikYoPD71FDaRovWTgPfwla98iSLfF7BrD+hOkvL79u3RvdDzEQq0TkhYPi275pvleM1v+Wo9ER/LbQfZj4h0WLQNo1m+GgrsoMcarBe++r3HDeArLTeerwtPIiIFuQuL8+p0Wmp3mmlvtglN5CJnLvcviF+LSgarC/a3jMy31MS+2D9AAa1btx67XNXY+o3Yvu0kaobkRNEwNBhfN4ot3ZfoVGP9FXxQQUFAZV0t1p/DB82TCLuM3E1xAMkadfWJmbtloX61Ihe56vC9qBQMqVJE6qiL3eqQhLO/Wl5eZA8rmpud0ezUhNr4hEF81fVrl3X92hVtwM84vrYNM323kDQq2I+ft23boh07tukukr0bt2zWTvza1m3b8C1NDmktdXvBfVtFWVNe1LRCQcBFwwUC/w70y/My/bXmPL7IBRk6CUbQ1laJnx4cGktzrLR6KrEDXjPPMmWcBQbwO5spKm3ZvElb0MPBwbp6nSWNUjSosO8+fSIThddCN+NzDu7fpccevFu/840v61u/9Sx7u6QOhXC2As8WoUFTtYGqpqcmNUVhrooPdyF1aKiuJnrd77fSv5d7B37s9ttvRgf36aab9ytvDCsbGIUXVc2tdDU4vlGb8F97bz6og7ffrR279zL3IvxraWZuQZ+euai3PzymP/3JL/TeJ8c0NT2vd957N33h4u233pLjCIiQ4ptZ+i8sNeFWJmEXaxR/nLCeX5jVIvpk+bT9cyLdOtdGrkdHR7Vn776UXDxy7FMKeTM6Q9HgOoWGTrcHP1bgQ5PZhBz01UR+LNfj8HkD9KxSnF3CVtfxW+PrxvHVg6riA8qyRvF4WPtu2ge9ltM8rWaXIk+X806pPofUTePrNVQboDbbx2R1Va1W8ckL+ujDj5KNuExhvAeOI5x1fOgzPi7EtvuFIivZU1MrK2323tU0ftz/Tp75sIJcX7tyka13KQaepHjYQE7bctFyBZrPzi5rdn5Zk3PLimJAeWUQOc9UawzLh+KM+NF2Icv76iP3A42asjJTBVs+NNRQo1ZTpSjSv8eziO3qZQEu85qDzu++/x506lEgX5ayvoYY26gVyqOtknkXObwKalaYo6xU4B/yWVRYJ8ceSC1iYH9ZzjqY0Y47VK+Xq8gbOvTJCX169KxWWsjN6LjG8Gtj0DDLS1WhoyGLQgsckmfm53UO+p05e17vUXj0T9Xatv761y/wfk49znWVLGfdvqZIuF8mSbFh4wYdP3lCV65forB0WcvNRQ2z3z4xaaNeSzZ4GTs0g+77L+CUIWcoRFktk/2pIws9YlrbIV+LMleJHWk0BrSC3DTwUdP4hfn5ReXQr1JWNERCYgB5GR0e1eOPPqLbbz2ox7DP/lWK1sqy3nvnHR05dET2jUvsa93YmFBVCrkXtYzc2baWZamIQPd7UpZLeaEC/W+SDJmemiXOqkP7Gvrb576qMeKDoeEh6N1RH5/lOQrwqWND8jyXn3uctduMbyGnqIE4DqvFcwHOTmrNzMxrhthkERyYQoMkIZI/xP9Zt0BHnsvzd7C3vvo5y3O1iEUH6oMJ5xbzR2TqMWCAGDeDplmWg0OH2H+9nnjicW3YuD7pp31LlRxGnhcCPeV5id70KbBOpOu5cxfUIbCdJJbduH6DlpCB08dPEGPM6SQxxzn8cAs/QydlbKi1vKKIUMaa3r/4+H4OHnn/xnlqagq/NwA+7YT3InGO33uP9ovu56uhQazl9pw92h6YjoYuttvvPZ/bvZZjCp8ZPX4Gmrmf3/udcfCYJXTFV7eZZgY/g2bCuYoOVatVVeA/jIQGXeS6m5672I1wR5izyHlM/Uzbtm2XcfP8tmHz0MfzZXmexnbQiQ64LrLuAsmrFeKeDvrYQ+D8JVXfd/s9tem3jN67oDQzP6dZ6LWMrLp/i3c91jVfpynYXuAs0SYR6nVK8PR+b7rpJhm8L7om2g6jG044mj4G08K0XOb86D5Nzpy+v3r1KrZuGtlfcnOaZ+vWzfCI4unMLPHsu3rr7bf1JjBDMddnnYuXLsq/xnKIeOxXv/q1XnjhhQSOZ/3ltR//+MfYr0VZvoxTBbtk+tg3jIyMpHVMM9PO7/IMvafVfQVtfDXvjXejMZjmcT+P8X7byHsXO+rxbvM7z++CghOr5r3lw+B9Gg/z1vOyDLzpJBp5fo9bW2toaEjjYyMaHhnQ8OiwWsRTts914hHP1UPGM/guFchEXUWGne0K/7wC2n10CN9BHOYvEPWirwxbxv/J/quflVJeIGe5BvBtg4OD6LihQaw5In/RpygLfHVLK+hUB76bZwql9+b3wMBAokVEqGlZQiaNl/sZ2tjEFu1VbJX3ltHPcux97dq1mzhvHbZqjKJNjXmqqG1HK8hZRMiyZIgsYx89RQRD+yZXemcaV9EN42Dae9xKE58EfpVKiR5kiiywhyVnnnqav8gzMR3bztJ8GQ8Rke6N7xroxqeHLnifPYwRvVKrn4N53dcNvn6+n2PdNjGpdXn1vWQ+ew63mz6+z/Ms7cd7zNHPDFwsG+lsgH5aF/xs23EGu+bzhMd7vVnOEGvzWy9NB+ubeTg6MqJvffOb+u53vq3du3dqYvK6fv6Ln8l/RGB87n/gAXIij8qJ/927d6frND7vwyOH9M6HH6iKfO/hvFRWKirQ5xWS1F7XePehB1tXqKcO+jpPkr8Kb51nmMZXFJWadhLf3XLr7fIXC9dho+ucLUdGx+QY7ABnx1sO3qq9xGMjI6MaGR5B9ruJDtZF64vBNviaz1zYNdtI08extnltenmfvve5ZgCf7GdDRHiL8LyiPMvTfQ5tPcb0Nd29D/PQ1z6207B27z6GiEj66H4Rq3O6nyEiFBFpbvc17Y2Lr372Gh5nMA8Npp+fvY7vfV3BvrotTcT/eW6PjQgZZ8uMeWz+G3zvdq9hufC5wVfrnef0e8/p9eaw1xMTE8SDS0mn/M5+zufP6enp5GstGmXqUAAAEABJREFUQ9aZtC4BwBpOHu853e71BvB5LooatmzZgq7WsRcDq1d4a765mOT9i09EyDiKj+fwngzWV9s989F+YOfOnXIM6qKL+3lMWSmV5Xna/wK8dw7I70wLz1Fgr5g28cZtXtO8Ne9NS+Pr996LnyNCtu9+77XdNyISTYxPRMjzuH0NcuIkv/sMykrar/Eep0DmvRr3vXv3yjrk+Y27eeH1DX6OWJWRiL++RgTeZNWGeV9rEBEJD+OSZXnSB+83IpRlWaJHDl383teIUEiKiPQ+QykjQv6fPvdJ8+MjPJfBNPE+PU8EuCD/a+2+fh662DzT0bJjmTD43m1ewnP73rJnGx0RiS/uYzk0PazHvje43c/u73fWaz87RjGvfe82921STGviU1ewMb46Tm1zUOiyl74TzYHt1Coochl4lc4rkWfK8VtZnidadx3f9Pvc0y1CWZYpIhKuXs97tm8yf+3bc8atQVmU8iciU485Eh7EyC3inRZnlBXO7/MLS7p2fVInTp7WBx9+rLffeY/45F0dI7965uw5Xbp8RVfIzfkXtS5dupx+hchX55R8pvP+l4jFrLNL2OEme1ZIBXuwbTNuDc4XtjGD5C2GievHxkY5S1aUwfec/LqvgX+XAdvc54xi6BGT9Ij3uvhuQ0QosgxaBPtRArbFFkNZnitHvyz/BXbfMmL9sq8eHR1LuVd/gWADhcjN2IHNm7doy9Zt2ky+2LCJ543kLDdt2aI96MYt2Hp/8fzhhx8mD/+UHn/8CfLwD+pW8tkHDhzQgZuBA7fI/ey79pPLtE5t3cq8zp1gH7aSW7G+DQ8PKmefbeKJNmcN43bzgZtT7uvxJx7Tw+T1Dx68RVvIK1bAPSLUR34zrnmWS2wyg6g9yxDgc3RWwcFZGUoU3pDRMcsgDk6um4jWZdE8BRsOkAyZpA4BzQpJIgdVXQ6OgtgZk+dZpiLPlWcBgXsc1joJ+jzltK+txeMqQiH6ZvK7iJAFMa0L4jYRVjD37VuyJUVk6YDSggB+1wPHPspAd0WWK3ifgYP49Cz0vMhprxEk1Tnc2giacFnuPfYVEcqyLK2vG5+I+OzZ+Hge3fh4zS6OwuCmiEhzrPbrczDpJ8NqRbcSey9+53EGuisnAI0ID0/79fqmi/Ey5Hmutas7eY5kZNizIpP7Gzyf12kTaHUSHfrweBUiIgUVNlh2cr66n8FjrGBtCxKK7PmNo+dcW6/NnGvgtd3H663BWn/jGhFp3YhIeHsvbl8Dy1jGOyuSldfKVCfYXtuj+3nttTU8t6EL79zme4PXNn4G37tt7b2fPw9rfdz2+X7ek/ezBh6/Bu7n/h6b2QgkyBO93eZ37ut742v8vSffG7xv79XgPXk+y4APjosk5hRKuhHBDZOEG7i6X5q3ryQPXsfAK3iI/iTD1U007qOXlsdKpUiHwbKsfEZz42Bjbt56rHHo9/uKCJn+Xsf7Nv+9XgTtyL77dNDfLnP7fY8xCim3nPLeqmfo8n8t5KKJU1omIG5x0Gkjd8ozVdAtXz3Him0DfbrwL7NdwcZkeY5JFragZ3VWMK9x8NoRwd6kdioMdRQRkkJtDnpNEs9d9t8Hvxb3OWttJrnrguKdFExuvvkm+S9Gb7vtFj3yyIP6EoXSrz77ZT377Jf0tee+QqH0Wf32b39T3/rWN/W1rz+np59+Wg+TeLr33nvkBLUN724S1Lt27dQgBrYHDQSGoxwgRklITk5OpJ+Z+fWvfqUPPngfJ3dFBXSxMd5EEcbj9uzZrZ07t8uF0NWgbocOYJhdYLVB3rV7hzbS9wAGfx9JgT179uogDuBBDLZ/rvRbv/Pb+sY3f0tf/dqzeuZLz+i5b3xN3/u97+kHf/yH+v7vf1ff/u7v6vf/8Pf0e7//Pf3u735Lz339q3r2a1/RF9mr93zP3XfoIYrBjz72iB5//LG0329SJH7qqSdpf0iPPvYoh51HEn5teHbmzPnkmK9cua7FxWU5oXjgwEEc00Ny8qRJ4HGdYukchbQV+LxIYn6JBFgLh7+80oEvfeQy1Cap1e30JQ7foSz9uzXTLh5RSD1DIHDy+Cm1SNxuwynWhqravG2zhseGCZqrHLIH8CkFlO5Bmw0yne644zbdfvttyRmaxw4qN+PM1q1bl2Tdzt9gGz5EUsD3Vex6WZQaHR3lgDugCDC5IVsOKrrIp2Wsw74NEQHuXQpLcxTNLqfC70kKWf4r88uX/e22WdlW+qDpbyw6+PY7FwIvX76kSZKoa/plfWK6NJ/HGHrojvGzLTB+DQ4Obvdc4mN5G6TNc9RIbJXoh/EznsbPOPvQMkOybIkDsGGFQ5Lny9EhX8fGxlLS8Kabb9add96l++9/QE889ZSeePJJPfroY/K/AXr3PffqMYKNu+6+W7fdcQdFiZu1Y+dubSWg2LR5q8xzF1M66PQ1igDvf/ih/uJHP9anx0+mwO3XL72sw0c/1cuvvMah+T25mHrp0iWK5Wf1IX1dNHWRwdfXXntN/unjMxzQz549I/dzEupHP/ohuvN2GuOE1McffYRvbGuZfc2yv9PQ/b13mfvYMZ3h/o1XX5Hh2JHDevH55/Vn/+pf6h0SXA6MR0fHtNGyQOA1ODKsLdu26skvPKnvoh/PfPmLuuPeO4G7tRe9qw8Pax6aTXAAvMI6eaWuC5euwe/rOnXynK5dmdD50+cUyO4M/FxemKdgsawGiRwfpgvkaRj5Mj8GsGsOysw3X++77z7t3rNb5qkyDlajI2pjtxwU7qKYezf0fvDBB3UP9Hff2267DZ48SnHyIe3Zs4cETE1h+UTylwlygzmiyLSCzTx+4rguX7uqS1eukJi/ToL+qk6cPpnoaZmwzJyBxj7EWi6MwwIHRNtzg+XRfyF3+PAhHT/+KTp+VEeg5fnz5zgEL6ak0gi0s25t27YNnTuYfm7SODrAdOBp8D4PHjyY8H788cflvfvZ9u3RRx/V1772NfT0dm3atEkOTu9Avlxodb8nnnhC/qlaPw9AT+tCgYwbN/veiFDOcwYNKpVSu7C7jzzyMEmwcexCTXmeocd1roFP6CUbITxHYJfbJOAqRSG6qEtCzyD8QrfdhAfNVd2HlplpyjpVbEPOfZ84cIYis5PFtmUV5MF/9Ts63NAINt8x7Pz8rHbu2qFtO7amgta6jRu1kQB/0/btGhwZpXDUV6fbV70xpNrA4OqVJNES9rGOPm8iWPe/H7dv/z75izh1kpODHFKGR4e1F75vQ3Zn0LPTJOg/ef8dvfbSr/Xmqy/ph3/+r/SLn/8MHXtbr732ymf/jvKZM6f16bGj+u//8f9L/91/+3/Rz37200QPy+Sck9GzM/ihinrYXkWhkqRTrd6Q9dqwdet2bPkOaNkABrSNvY1vXCdR4CKSUM4BoUKRoZn8OdlSZTJ/etiDHrRW0BVa5tC+Vsm1kSLUJqCCbtTg68BgQ1mes16h/Tfv09ef+6qefvJRPXDP7dq9Y3P6qdgvPvMF3XPn7br37rt0HzBMEXqYQ9xu/OEW6PXjn/xY/+9/8j/oRz/8S+zEO5qZnpX95xb8xT5o9sgjDzHvc1q3YbMirygralrA/8zOL1FAXNGJU6f1xutv6Pr1axStpsG/hyvKtERh1nbo+PHjmqawMYWO9zqR7NAkfQfYT3txRjs3r9P60Ya+9tUva+vOXWpmVbUz4inW2r5tpzZjJ6dJ7jeJkc9dvKgZFxL6feZvoU9NZWVdxunS9Rldn1lIP807TXH28tUrnFFW1FxqK3pSlhWa5XA7g51pQV/zp90K9dpBknoZ29NStagrj4ra7G+amGNseEibNmzWaGNMA0VFA+A0Uq0pw9YUyOHklWs6SSHXcdjQyDi6fKuee/ZZPUZxbeN6+NzrKKKvJv2Xl1uqN4Z5LlWjgNjGj1dIWNqvDlHQqlYrFDAb6FUmx5YDxOZNikZZZMnOpTlWWiTeQ8Z9nuJzFEXSix5nL3+5agC+zrI/Jzob4F5USuSuxnpVea0B1hkk0VmyhwK5W263VJQVWZ4HBwewA9v19BOPUhg8wBkKetRKFchaFR22Te6gw7Z/K9hM+8NWs5PG2u518fE5MZljG/dpt3rKslIZenHs6EnmyzRNYnYSX+CE4TLxzTL2tifJ8r9ErNpTqB+BKhVqI//9yNlvR/aLvb6Ug4uv1g9EAH2rEMu6veDaU2NwUAKHfRT/M+ZRvy8XpJzg+Ct82YefHFKtMawGvntgcFgufAwPNyjs7NEw9BofH+U6mOKiHryrsv8u8bPjgAJa54D5VsN2DdUHVYr14eM8SXAntf3PAXQ5l164cFlnzlxI/0zGJx8fkX+m/ApJ5HMXLso/rztN8cj4z1IwXZxbJIHdoYC4qKXlBfWyngbgI2ShvY0srqjFGb/fb2J7ljUxfV0rnRVNz02rWq8iKx1luRRFqKyWUhnqRhdKdpNdvZVkxCbi3iZ2u0cM32jUU/vw0KByiuZz8zPgtKQKtjJHXpqO0cgldICyzJM/7sPbAjuTRaYSm9VXpshC/nRIPNUtq9jgZZJGfWzVEvt4/lcUv4lr59FFx3bTUzOahf9TUy6oLSvPCy0Rz05gjw1XrlzVJHaihVxUi1LDyOrc9Ax0WdD0xJQ6xBI5OFSr1SRzTdabxxY0kcUlYhnbzUqlAo36CQawjxX6Jr4xzu978NJxnq+Webd5D4sUWv3s9rJEltiv5dnv3Z5lmTzfIPKV5sty+eo+fhcR6FjNU6W13WaICOxhGx71UrvnN/TBw/bd98vsy7rkdSICPa0kGnt+r+ek9BKFyQ7JogK6CM4Oo8MZOLSwK5Y3Q5bnyiIXaoNf7iXwXzc2oWeXsREZdOuqh+C5SN6Fv+KzRg/jYjpOkKxvoYttwEn5Zdb2T/L6F0x8bsvyTOb3ELGZYxT/+sZzz31N3/3ud/Vbv/Vb2MCD8s+1+9kx2P33349+3UShZa/qxNoRwarSFLx2zHrh/EX0dkjrN27SMvZtbGy9CAlVqdYTHTJo7/Uy5M28t600L4yvbWej0SBu68hy4ByL/2r9+o2/qPFYQ4Heeg5fM+jmsVKfxGUpx2Kmc4FPzvNMkWXwNmPtHJ5W6VOV5crjze8O+pHnufwxDWrsyfMaJ/fzs/Esy5J5CkUEdO+4uzwuIlL72OioauiN2yxnffCJCC0iy+5cxR+YdyvI+WBjWOOcvzYTC2EGk60zHualxwu8Bd49sVZXyvNSOfQyb93PtLGcubC+jM0NfFkd/aoOYAOIWUTfkv0v+yfT28vq9VoqsScVfLR5ZjyLalVZUco22ddBxnvPnrsoc5kPSa7Jj12hCA4lBaJawDYukXdZwf4Y1yzLvD0ZN9+YTr762XSwDFrmTOsMvNrEmJbXkjUq1VLCnwobk4NfAc6+9tVVp9sCOmlezyU+EaGI4E7pGrF638eJuI+hyAsZrz6K4/aISDprunn9sixl/kpwCN2x7KyBcfQ9QzYBnPAAABAASURBVNIcEavzu62FXfJ+IiL5b9uqgrlMJ9OsBw4RIRcZNxOXRgRyVuV8sPKZrbHuOLZfxj5duXhBFzlDtLAXHj+K/HyT4qp1bPfu3djSpRS/+Z+l8Tkw6RZJ/qmZObXwSRdJ/r/w6xd1/ORpYqemrhOPWdevX7uuy/S7iG/yz9Qucl5rg/vU1KS8P/GxPZij3YXQa/TPoFlf4FutKS9K6N4HeupHJmUF3Mm4VDQ6vj7dX6Uo0elJw6PjyPdKWn+GvMa0cSOuK8qK7Itz5jV9NnGm2b//5pQrqSJ3PewlaECfigKZMD4G8yhHF0dGRtJZvIS+ESHLmOXIdPJ9xGqb+/pZfMwb23338z7X3vne8xq8hsHr9+F9RCBfvUQXt3kuj2M6dKaPuPe4slEaIoL/V3pem8t/SeX1PNbjIiK995rubDnzHjyvn93P7wzG17j46j62R7Y1HuO5TCfTzm15Dv2zTEVZJFp4jOVvjjjaZ1XDubNniVHO6BpxieewLvts6XPoo5wvDT5v+ixq+XS+w/N7HYPvB/GHvo9Y1RnjZ91dQUa9+xze1Dm7u08V32w6zBD/eU3vzXh4bz10T3z8PmJVX4yzC8Sml/t47gjki37+z+ssYFf83us5pnS7+3qs548wFqs8iAjZXrtw6v2anxk0cl/Txn8xf5nc05kzZ9IZxbhFRJI5z/t58FiD23xNoL4fEz89p/Fwe2rk/3xvnHyNCHlt42EwnT4PbjN8vs39I0IRfw268XFfy4T7uGltDbdVoLvncbvp63ful0Umt0eEPN79fPU74+7+fu+2NfCz92Dwe4+xvPk8EvFv4uV5DB5rPAy+jwgZjzXwWr5fu3pug/H0Gp9doa/vu5xBOsRnhj5tXsPgvh7nq58NlhHL2ywy1yMGylg7Z99dfPhna2J/PC6Yq8gzaJGrgh2xvNbxz9aLQc7Z3qfBMWVZVpCLKrFBTWWlosLP2MJqra465/+BwUENkv9qEGP7y0sjoyPYwhGNkHc1DA0PamhkkPNgXdVaRTlnfGUip9tOEBm0NIBvhox+HiJ4l0DIguR3QZ++YrWBdwJ8juqypzb7XiGWWyB/PIvNneLscYlY+9jxE/rk8BF9QD7w3fff1zvvvqf3PvhAh2g7efq0/Asm09BtAd+zgj/IskKDjUH5C/FbOJNv37aD3MY2OVfg3IpjxM9y67v3pHb7JeejbFOcn7qb/MMBcoObt2wknhkDxjU6NppisFq1Aj3L9AVM09t/1LSTfMkttxyQC7EbNqzXxo0bEqznbN1wfF8pOa8Np7WefvopPUX+Nf2bqW2CXh8QWlw7DpJhspWySRCyRBLACm+DYSGAbPLHQtBio03A7X0aoWNSEgtuFQQrZjZOSjZYOIQMJq2B57EQ93FWOe0Fxi8HLLSezwbMOLiPn71e116RhTo4aK/rNh5ZefU/lpCdbZZlMg49ggbx6aIA6iOyPJcIa1GUyiJPjiki5HUNEfRhkh44GQ/JWCoZKbcZOjeUwbj5ebWftHoFGwIu3/ud+7i/72203e4DckQo2LMVsksysMPhOXIMS6VQWS2Vl7mCgM1tJYfq6kBVvmY3BF83Pt6n5/Q6VlKv41dui4hEg4JgvmTPfud2X9f6+Opn0ydBr6ccHhg8zlevERHKsvyz+XL6ZNA4IhRhminR0nOJj8d6zbVrtVpVlQSKkzseayhIPBgfuqf/gvnWxkcE62VpPfeNWF1HfNbG+GrZ8RhDeoZ3vtLt3/jPbQb3M5hW3q/v/38B4sL6ubIcyHJ5P5bnarWW7r1/j/U8VfbnvfrZRtQO1gY3Z2xZwWB9tre+KuhF1YAyDpBEcIKB1zI0KRa2gA5BvJ9LaNThgGDwAdT065KU6GHUrR9IXdqnZcz7M042wsY1vYBuvrqv+0REkuWEH3Js/LynCAISDF+T5EzTVxKsbesMSESeybzJi1IlCThf/Wx57qKHLeyF9x2RyXMZD79LMsn7PC9orwFVUMk4LHRJNHbQl9V7KVt1AgMNZfTtouN9iG96Sn36LtHe5a6Trp3uiq5cu6DTZ45rdn5CA41SkXfU6S4TPDdVqQUH5FJlVWq25kmSXNW5c6d06NAnevE3L+rFl36jd955Wx9QEPr002PMc0rHuPov7EYIjB8hGekiiI3xlq1b5APH3ffcrdvvoFhzx106cPMt2rljtzZj1MfG1mmUIH39+o3asGFTCqpvvfVW+YD/ne98m6LDs3r22a+mg76vTzz5BAXLB3XPvffp7rvv0a0UVPeTfPNaNtKmn/fta42Dsq9+tq6YVxn8ML1NY2mVlx3o5X+jcYbDwfz8ggz+lv00iWn3LcsKPTP43lcV2Z2fX6TPvJK9h3czOLjDOLGXX35Vv/rVi/rJj/9Sb735tqYmZ3DsNViQaW52QTMz81okQbUAdOFZVlRIPIRa7R5OuKcOWYguSV77kOB9vy91kbEZklLGNyR4wiGHZGKGXE9wYDLdX3nlFb3x5ptawHFmeU6AfV3+C8erV6+mgqdlNY0PzyD20VMX2bTMGbrYastbQBuvuUiSzA7YslqBhph8tXDo1kvLpOfyc0QkZ2g6m7YGz+d37uO+fgZtme7WqTrBua/u4zYHO766bwRyRyLS7xFuFeylzbpOCvWNIzj720snSPB7Txn9/byT4qbl7W6Koj6cPvPMM/riF78o3zsQMHzpS1/SN77xDTmp9Pu///syPP3008jbRg6Iy7pK4fvSxSsU3a7q4qUrunDhkj4meXuBg2q1PqC9+25KsnY7RS//dO89FAT9F5wHkdUnnnpaX6E49s1v/bbuRi7zSkWD6IHtwBw8aWJvfGj4FLydmPRfljph5KLy+fPnKdodR7cOpX/Txn89ueJ/E21hUQskMsdH12nPzt0aIXm8bmRM09endPSTwzpLsf3siVM6e+KkDhNMHXrvfV04fVZnT53VJx9+oqOHP4XHfZUkjiMvNYmMzoBLyV5qQ0MaXb9BNx04oPUkahtDDQ7KQykRcOrUSfkvz15+6SX96vlfIcs/1v/4z/4/+ulf/qUOH/4EWzCpyAL7nWu5uUwh/ZRQDs1w0Gth+xaR7cmJmbSn6xQ1rfsjQ8PKsyyN9f5feOF59vuJAnF00HWAgOvW2w5q1+5dyVZsIenkRNvo6KjGkHUnJQwPPPD/pes/4C27rvNO8FvnnJvefbFyDgAKORRAgABIIjFTJEWCpEhRliWRooLtli1LHltu98jjtt322P7ZI4/dtizbkjyWqMAgkWIAQRI5p0IuVAGFyrnq5fduPvP996sLgXb3RS2cc3Zce6W99lrn3ndT+knjn/mZn9GXvvQlfeGLX9Qv/42/pp/+2Z/Rpz/zmfQyxcc/+Ql9yPbinbfcrEtsFzY64bl6zRo7kauTrPasT2ud0BofH7eIlbapVevkonWvl+oppw3yBTTskCPDyGvEirxPGi9kdPv27druRCZ6xjctjjhY0jevOw549S2r2KOG5X1qalIjIw3b7W7SRw6EwE4nu6APwQec1svMD5IeDc+JzZqxMyx/0I2qZQqoeZ+EPjvs8JLMnTJ90Etkacrz7NixwzK9Jh08JyYmxTzYZHC5+pqr0i8GQGveHLz99vfoQ06Cve99d4nnXU5i4givsi3esHmL1psPHMhvhZaXXKytW7ek9UKjqm1XJc9kIqrr9ZaDrpaW53Xw8Js6ZDqcnzkvfh1h2nJ3ys7/kmUvkxluA1OrVLXr4oud9LlKV3rNH/ngh/Szf/WvJltfVHPbsTnvFVfp3cbvttvfrYtM41VT4+KnUS3UapoGuXo6feKoMvvFO+20j9QqIvGCPajYVztuvX3lpZf04P0/1JFDB7XZcjDmQ9WyD/CnT59w23nxEgZ2j0Rfx/yat92bcdBpZm7WiYNZ29HTtgNHNTN9zrZ+yftn33a6qyWPUalWTNspjU9MKC98731sk+kFvXPrx6j3Yg4o2CFeOvrxj39E77p5tzatm1Cj2lfXCYslJ3RreW4jX+qk8V3lMZrNca+/o+f2vKRF02zN6kltWDuh3VddpKt2bdJN1+3SdVdfbPpt06WXXuIk7FV6580f0O13fFS33/lR3XDj7XrfXT+m3dfepMt3Xa2xxriOHT6mA6+9pqMOwLx54IATYwNlWSHZRyjtq4R9oa4TKWE7MQiXy1Wmq5zU2ebE+JrVU26f2cdoCFsPfQf2qaC5s5l66YXnnch+2n7AYR07cSoF/KbPz5mGc8o95l13vVe/+qu/Ztv7WV12+ZUaG5+0Xq/S6NiED1pbbVsvVWNkzPfbNGl7N+ZkQ9P2bnJqlUasP21wM47wmoT+3Ox5dWx7mLtn2ev6ftXEuLiGzwKrJsdU+jxAG9ZWqeS2bcsq7PtXa1VVqlXzbVyf+9xP6E4f4nbu2KaJ8aYOHz2q++9/SM+/+JJ5Wvjgt1432p5P+lBdr3kMJzrbneXEF/QbnR54X+KesxTXefN02vIyYXyao001x8ZUtz5XKoVk76rXb6vnJGjdgWR++rnlpHXpYHIpbHVFBMszy6+K3EmGjnGuKMsrwj9hXy6VKSIXtBmfWKWqD8hNB8Y/ffcn9NH336lbb7ha11y2U+H1VypV70NTWrdhvbbZVu3YsUM9y3nXZ1Pw7vhsSrDbxHLAeMl49ZTnmSy+Ks3/gWkekrhmLmw60JBH4bpQROaa8IqMvdu2vCa+KassV8c2tmufyq6M5r2PEQCWMuVFRYo8faM7PA/B4JaTecctM7NOrP3g/od14tS0Xnp5v5569nkttrqq1Jp69rnndb99q6Pen7O8UFGtu66lPC908sQZHTt6UlkUGhud0PbtO23r1xrWea/4sAgmYmPrDpRMTEwI+4ltxWZCg4hwImHM9nlE+HwHDrzpvWuf/d3D1vsVGV50IGPdug3CDrcdaCTJxR5B/yLPVbc9qluuWqbnsmWV837fNCht6xqed3RsVD7SmsMDy0I90a/T7Ssi8/5Ts0krlecVFZbLrsuXbIdyj1urVXXgwOs6fOhN9X2eKSy/heVCHqm0nOd5qVW2D5VaoZ7lkG9rlyRzLcs33HCddu++RudOHVdmPq6eWqWeebLFvlIF+VIkvjYcDCLoifwpek6CtzS5ejz94sqRIyfVWuprasL7yeioapbZ1uKcGp5vbLRh2Qxh9zvWifn5WctPW4d9pjh+/KAW5s+p1bbPOzejnvfEZfsGLa9tzv5BUakJ+rUd90Bnuj4rRYTxGWj4oWzOiRxoKEtZ3X4ofIsIZVmWAJzhgVxWWLaqph+JS67sobVaTaPGm2fmY0z60geomA7NZjONRRvmop5yxqQP7QDK4QkAzvjoA9vOIjIVWW4US9NqWR0nzxKvObe5vMf54Nx5NXzu4+WjeqUqrhPW2bWr1whoGM/ctph5i6JQbt4zX3jsmvuNum3F68uz3HZzUps2rxcvc61bt9rra6hSQScH6pvO8mfEgaqYs7i6AAAQAElEQVS66QX+fhTrIkHDfnLk8JHkg6AL0IPyA94TCEQvO/EKPaqmIzJBXwD/pm+7MTU5lXjET0A/8sjDaW+s1Gv2/eZ19NgJ27px1U3Ppu36wDYBPODBmG3gqPnAmtARrtSxVnACV8p4zr125mJe7qF93/LLGsB3WFcx73juWHYoY57GSN263Ei6DP8Zb7WTmOP29ZA16EEZa+WnOLlnHNbLdcmJUGhAIJ57/D/mD9s+xgdPriOeR9bBLMs9XzPti2vsT/OSL38D86qrrtJVV13t/eVz4qU4Xqa75dZbxTc9qNtuW4zvd/3112tyclLIUdX8rVkv8siSDPW8LubOTQ+A+1nrA2uFHh3vv7n5Ho55RZYZh5rGx0e1bctGrfb+NzU1Zj9wtdZuWKsp0yCKQp1SahuWfd5s2Rb0lUlZLgK0jz/1pM8I07rvoQf0yGOP67Enn9BDjzyq73z3Xj388GOSwvLVT5AbJ+gAjaEb99CYtcBnZKhuuTBayo1funqqSiW3rOaWoV4CWUasupJpyfraPuvBU/gEsFbKATdK/5ADnoGIUBYe2P0zT0J7+QOv8cFpC28BF3vOgW1WoXp9xHa3atxy0W+4hkq1InDpGA/mZ50uEOOw1jkHs0+ePCnObtPT58U8yAgvCoN32/afsSiDFvR9/Y396tt27969W5fuukTPXPh1D85BnNEZe8Y+csW8v8QJyLve9wGN+ZxXHxnVhk1btWbdRk2uWmv7XmpgG9GwX1mpVrV61Wrr/ph5Pm6bMGXbXJWzgcZ1IPZrk0YRIXBBx8CP9eCfsjbkfAis55B9Q84QyH3bdln+0J57ysGVFyjGxsc1MTGpMZ/pRq3XNe9viky8SDFn35k+7qqpyUlBW2wHz1u2bOGS4ggRYTmoGM9B2lPBgzmYG76CH7xkrIhI7SIi9ed/tKEe/UX2mIf1UQZQ/3YYlnHt2y5Dc8YBuAe4Zz6Ae3BgTK5v1XvvpX44NuUAz1zph9x17QuVlm2gZz1FpqrVSlozuOZ5lmiTWWYB+jFPN+l8P/EMvvFMHW0A7kv7FFyR6TzP05jwjxe1H/SZ/Y++/Ef69//+3+tf/It/oX/1r/6Vfvd3f1ff/e5308+s8zL78ePH7ZfPJh8WekN75sLmUQeP4Tn4sC5sDXSLWOEDdeAFHvThnjHgPX3AjfYA4/NMm4iw7uWWz1LU0afrvXFY17Cfz57EOuEra4sIuqc1Yl9GRkY8RpHkulpU0xU8GKPjsZDz6elp+3Hn7C/7vGZaMQ6DpLV4D+MaEW/RP2JlXR3zDDqAM2tkLYxN+xXoJzmUP5T7IrCLCEX8JYA/4CKa/E8QEWlu8Ho7rPRZGYd76rAlAPSICFs5vYWDQulDWwA9ANijAPoxBvfo/FrHPNY4DgKN2XsbPpNQhxxFhCIijfc//o+1QwtozJVnxh4CuDEPOESsjBHxl1fKAZCnPwD/oSEwME8o61ywudxTDx4RsUIr60mar6gkm02/UKT7wjpZs26NjLDvN9I+WPE+E3bCsLulz0GyLha522cSV9rXa9bHIvdz5j1EKt2GOCPnt7NnTqdfHzt39mzylXgx5aRjGPwCC34Dicpz9unmfNZbsr+fXnQix+fzIeepgX1z/J+B/dYyBno7KPMGnEBiYtc6ptBTz3Zp4KrS64rIXBlGKmzSV2wkeyP5Q2QUmsM/6Nr1WW7BZ6zpmRnL/XkREwY3Xs5dAeuD48RvOF749NPP6cUXXtaBNw5qxrHuts9Xdq1sb7opPn3WscWTPovhH530Pse5Z+Bzhdng/bJiW93R+fNnNTMzbZ0sfD5ep4sv3qlLL9ul9RvWafWaVa47b1/wiGMnp7w/ttT3OahSoe1at1+riYlx63DudfWUZV6jacQXud71rlt07bVXK2v5gDUEhKKfnNpSFTswlYINWsKo9rypglzVzMfhGLWDCVFqFQuJMS4MjM8UCGjDGxV/g6hhx7haqa5MbiHJLBiFBSa3MOQXOpQWBpUyfyIJmfwZ2JhgJDo20igDuHEFXG3FZIMuFREWpjJB38SjLiJL4+Q22H0LPE4wh8S2HYaeN4hwIwTfF/W9XtrleabChPNwHmuQytnYS+MBDCzYAwsaBrrn4BuCRyK09Jpk+RmYsHwrL4duHDAqFfXKnhYceFpYmndwoaVWtyWCuIvLiz60d9RLYw4skF11bBB7xmVgWiTwWtJcZihrfju0vYa+11Uat9xr5AoM3Ef+RKzQBMEFKsYlyzKvq0zgJuJZCkWEaTnwevvq2ijIH9pX7fQA9M/y3O1c4X8RK318m/oxr4InpTHSsx8jIs3FMwCeHfNyyU4/8tbzYQ6e9ry+VG/8IiKNGRGp7wAl9ZoG1tSBrx5WEZFwB69KtWpFqYp71hMRb9XzDERkigjxYZ7Mz4XpwRoB+oIbQPshhNu1vMm17ZwNrLUD07r0IFmeif7ct0yvluvbXlfH6+gZx8z8l9eS2nveSrXqw/2oDWVDmZ87DqD1zefSAh8R6fAEncEFJ55rRHgI88tt5A+bNzQb0gCagRcyQTnP3PdNL9YDRIQw9vRh3dR7qDQuc2TGMSIU4XbGO60xXQfW975hYB7IwEqV2kGjETvEbHBjdkhHfPBlroEjTx7Jjr4Px7YZjcaICl8jMsvEIPHUI+jtc7JWNkTGBB/GYkPtWa7BFbyhU71hxyPrmxJtha+Vqkdy4OTU6WPat+8VHXKidHFxXsdPHNGzzz6lBx74oR7yoYrk6Ynjx1LwmL/R1TGfbAU1Yt1c7SD+xg0btH7tOm1av0G7LrpYl+y8SDu2btMlvmfznlo1JX5OcZuTJBs3bdIlPkxs3LhJU1NrxBsya3wA5aDNOuUP+CLP8AXgOSIS/SiHh5QPaQDfKEMfcKQ6ljX6wMu+acA9wDP9aN+xvEGrqoMU1LVanURfcMBWc+Xn3xo+cDVHRh3MbXr9y3rJibUXHWSl/rprr9X69Rstd6Nmbqjvg+kZJ+Oec0Lrvh/ep1df3Ss2OObxshL+8KViuWbzsyoqr1SVVx1Yi9yh1DB/S63gXKb7ngNP58+e1xtOmD3L3+pycPFVJ9EeeeQRkbSG1yRVLnZSYteuXeKwxreEt27d6ilLb5Atb2btlPSd8UZ73htqy/Zx1sni8z68nXOCdtoJsIFCVSeIe0bqrB0EvunXt552vEnLtJdCPetEnhfp4MZ+JX/gATrRv0Bn8KlaTwuvse79CueXPS4ilOd5AupW+pfC6YVn8ADa0JfxPLUq1aplv0iBT8q75mtEWG6mRCCCg9k2BwXX2DmMiOTwwNvhQYDEydVXXy3ezuRte96yv8mJuIjQiy++qHvvvVff+MY39C0nCJ966imd8brP2wnnbd8jDqjjeJBEPXdu2onFp/Vnf/4N/Yf/+Nv67f/0O/oP/+E/6ss+sNx3/wPpLbA3Dx6yXpXGa5udistFAvcjP7by7aZ3es5P3f1JfdSJ1k99+lP6/E99XrfdeZuuue4aNZr1FWjU1Om0xLcDB96TKlnoTR/A39i3T6/vfU2nndgdc4CKIFxuXvTbHecQem4+0KxxBrqW6QUHo8+cPq0FJ2AnHfRCLi5OCeArxbcPkA9o2bONhVfoHbzoWqf5GcOmfY0pJzGuuOxyfcCJ6I9/5KP6zN2f0pe+8EX92t/6W/r7f/fv6n/7jb+nX/jCz+gLP/vT+uxPfEZ33XGb+AbbSSftjzsZROB8yYHgjvlVdxJ30sH+pte386Ltut7B3Tu99p/8yc/qx3/84/qkk5533HG7y3eLt9eaTjzAw47XMpQTZAy9RcYibB0NyBL1Mi3CtArLFvI6YXu0Zt26FDgigUpg6x2m/0edQP+FX/xF/dIv/VJ6IeP6628Qb4sTZJtyH8ZCVhl3YWEhHTKbzRHrdkP4OWMOhG/atFEkxCr2baamJlPdiy++IJLC99xzj44ePeIxN2qD7SGBlYMHD+rEiePphYYjTpYj68yDrCPzx44dc/LpGY8zknSUMr51zaGYfQE6nDt3Lsk7/BoCOIPnpAMVmzdvSvqIzizZH4BuHdMdHmMDwIVkHjZ3neky6qQL37jnG6zXXXdtktctWzf7ut0BwYZtTk/83TBo3fMetuDA6lnjAF4H3nhD58+cFYHjhm0/UHMQHjqtW7tGF5u/a1avsk1fpYr90sx8Aa++9/xFDhvGrzRfRx1ga9rukrjb/8qrmnayfckBwkpII9b506dO6uyZU0kfjp045gPxglZNjmvXrotsDzJNz5zTxTu3JVqv976z+5prdM3VV+qMHf9XX/UhYf9r6ZvEx44e1vLCnEp8TCfa1q6Z1EnzaH5mxnvUDq1yEGjC8jZh3m53knXDxrWWmwkHsZpqjo9qxOUjvk5NTWh8bMR72w59/CMf0rve+U69w7R7x+7r0t8xPXH0hM6cOK1FXpLBrtpen7cOll53pZo7ELZW3/3ePfr6n/2Z/uiPvqyXX3pB9Vpo7apRjdWqWu2DxVoHOjeuX5+CU1//87/QN799j771nXu1d98BPfzoYylwx15e2t+ZciDrCiefr3Gw9mLvsZdZV9lLBw6y8ZNGDz74sL78h3+kPzT8wR/8gb72ta/pO9/+Tvrm6TDYgWxxUDptPAl0LVjmAeQtzzJFhBLvbNdpi02dt21BD8GjsL7V6zXLjGlluzRjmhKMf+GFF8S3Ke677z7d+/0f6Nvf+a6++pU/02/9f/6dfu1v/13983/2L/X3f+Mf6Hf+03/W7/3uf9Mf/Pc/1r3f+74Pdm/q3NlpTU2u1nXXXq933HCTfvqv/Iz+6T/5Z/pH//B/17/85/9MP/9zP+tk+0/pl37hS/rsZz6lm95xvbZt3qhdF+9wwvgiXXrRTpW2nYXlKLc17vmMMlKvivvS5wP5zIG8VqoVZbmtaJ6p7b1wzknxOSeBarVCJ+37VHyealguIst9KJ3RScsna161akK7dm7X1FhDG6xLY5aPrvuz9qrHxO8z2Uy3gfVooKJWU8s2fWF5UQOfX1avmVKlVvE+6/kzeZ9vK5z0qlUz1Sq5XJLa4wuPjI4p7FsX3pMJnBaVqmW/4lWFeZNrxHrszl6H11dU7TvkTsB2VWeczpLGKlLDYy8vzIpvueaVml22UnM++DccQMEO8QJAtVpN9g0bV5o+4bNXz+dT+ezU73fVMQ2zkEZGvBbrMIEJWc5K+6n4Jv1BqTAt8d2xE+dnzvtc1lLPbXpuwwtI496H+MUGgg3zy65zn475FKZ/1zpyzw9+qCeefkZ/+Mdf1X//w6/oscee1blz83ru+b2678FHfX05Jeeffu5FLSx1dOb8tI76sH/u/IwDgvNa9Jgdn4GWnMCaW1zUnhde0mOPP6lX9+7TkaPH9d17vieC1tjV3LjW7ZdklvHSTkbf8g0g16Om+WAQ1rVzbv+muOfvGyL/EWH6F2KNM9Nz5kGmoX9NX6BjXreMQ9vBiaWFlubnCnhUWwAAEABJREFUFtW2X8nfCML2t5Y75rH7kcTwfde+Xc38rdr/Y56Rkab3/1DPfmREpsnJSc+Zu09pvZjUpo0btda+DvsU/AMqyEheUd/rnzSdp7yX1Ws15Vmm3/zf/ld99KMf9v4wqqrtLe0JDKHzBxxUoW/L/K1aBmYcGOmbX6V5A12yPBN/buLFl17V448/pZMnT2v1qnW68sqrdb3t3oc/9EHxcs2d3vu3b9uiHTu2Cf0alF0B3V5b3W7L9331LUdhIeIFgb7pGJbXrjIte/0Dy1nXZ76WYyfMiw8IjzLj37OPQmCrVq+YJh3vKYUGtuWyjEaEirzqc5mcoM4tkrmTRKFBUVE/rFx57gTzKlVrFRVOPpeep4JuqFTd9B61/tR85QxbrVRVMx8iQsxbWi7kT9V0qRSFaqYnMjMYDEQd+FFWqVTEfYRxcTv6Iksdn0spR88oa1smOt73WpZTEsMAfhrlXe/Vy5ZZY6zmSFM92/eudcPTK0yDiDAduzwKemCjGSszPfk58W57Kb08smj7tTA3o55lEN9xvNnUpPe3NatWaZVl4qwDgr/1W7+lP/mTP9E//sf/WC+//LIiQq+88orwfffZz+TPHvBC5p49e8QvEWDDH3roIe3du1cH7cvgn6BDQMf+52n7ex37jdCF89fztv1zTjSV4dVkhbgObAciQomWphcyCG0AaDnkPXSjbNhuSFvoTHnEyhj0Z77CNpqfjR3YZvVtQ6CHm1g++mldYfoMn+vep3bs2JFwYB8DV2iIvzTnxA86DV2hL4SGZ1x5BrhnTnSstGxQxnNEZv5nnrO0jPdpphmfqV54/vlE31OnTuv4iZMiuXH//ffrlVdfET9jfvDIYR23j7PYWradHDgwed52u+o97FLt3LZd45bNKfvgvPSFro9ciA0wAbghV9AJ2nAPfaAfNOEaEaoUFcfCelbJgXXEuJWy7HLKy9SzzWtbHkc9T9f2acH7euH245MT3iMGOmq/9PSZM/bpW1qwbC5YbmccqO1Z/hm/a70EF3hUWO65RoQK8xc6Ql/0ZXR0VPiGY5ZDrpP2c6YMmx1w3bxxvbZv3SKuBFZ5Eb60jmJHoW1pOgPMMwSemZ96eIDs8Ew5/CTIvFLus5FxpR6Az9gXXrAb3jNPt9Ozj9kR99iZYR06ST8TLMmMlybWBESE7el44tn/KEuMM4SIEOdyzp/EQFZbD11kuXhJe/Y8r9wP1197jW6++WafKW4QvjovUsLL122b+TnKI0ePaQG627azLvRvaXFJyAB0p23behgK788jmhifSLghM/j9630OWW3/eL1jLRs2bdYWy9Z2x2ZWrV4jRaYZy/6i/fs5+6yL9s37plnH9og5+4NS8JV55i0fEWFeNtN5nUTCtPdg9hHoCp/hMfKIXI6Pjwn+cz/ldXO1+Fm2+smWTU5OrtRXqtadgVgbfIR2rJH5GBeA1/IH2tMOvnQsu6wd/LhCD67IAeNQD9CWZ8agDuCeMu6H/ejLPVBUCut0rogw+8uEH+MwHsA9/Rkny/JEI9YNnSIi2QHuq9WKx8k8jjzO4EeA/XBgf7Rr37Htc8my/cOO7TZl8t4mle4XYpyIeAuHrvfJId7UDXUfOvA8pBd0qtaqKU4KHyYmJoQMQveq9zRwZyzWg8wD9DGZjWeZ5mVNjJ9lGcXWkZZ9rVnL40LiITQAF/jCODxzD9AhIpJMYruYExxpw9y0HwLzUs48tBuzzWBexgAH1sU8PHPPOPRBRtiDGG9Yn3vPpw9zAtwP+3DPuNCDeRiHOoB+CewfIMubfRZEF3mBePv27RrSrcgL06aSeA6+jAEu2FJkl7UD4ApAY9ZGG67gOcS3tK7RJsJ8Nt6MR/2wLCJE2RDwBbgvbGPx24l54euhd6yBvszH/PATPWJO6uhHPTRHRhZ81gNf+fN2WtAOSLQwTvQFKKM/62CO4bisn/5vB9rTPyKSLNGPdtCdK2N52iTT1HHvhv5XJt1hDvAEP+biOYHjkMwL8Ewd/Pc2YTrlhizpDGMOIY3t/4EPeIEnOHAPHkYxzVt630HnMvsMRZ6pYt/Cty4q0/7JOafnvcIqKw0y2+7cPmeW7mX/Jo9c/IR/paiqkleV+TnPKsqzQjkyY8izPJVH5JJCSpApIpMUpkf5I8C6bIIFYIsRl4HnkjKFxwqP3bH/vOz9m6tDsx4mV8Zc3svxjXPfu1CDAbQdqN8rBY6Mffz4cT351JP6+te/ri9/+cspDvr444+nWNWJEyd8/jr3Fhw+fEh8WerYsaN6880D9gdf1auOs+x3nIXrc889o+eee9Z724s6e/Z0AuoefvBB3eu42EMPPKCHH35IB15/w8naWbXt63dtw/v2IyJCvDCGzLKf8utY+KKZhBGU8jxTxUYZBUaICMqP26EYa46qYacdR6cww2AuSo+yohS0lz8IEht/18Z2YCpmWebNp5aMEwahsKDnWaYsMlWKQnUMpx3GlGytVQQeMoPqTgQwfsOHx8LtSuOHMDJuAjvtfRzRPBN9spDI5A9c1rvwc2/Uyx9PZab0bEg7Prwu+MC8pCVvAgMHCUSG3YnQnqWt40NU3w6upU3ysKXrskqmaqOqxqiDdTFQ1+1SH9eRQB0YLyADj5DCiPR8qOh48+gZx16/k5yeJW/88zYEOMAY02U/d90GGsmf0lICUIZCcmW9AzuPtOmZeZRR17ugnLRPbS7QOc/zpGC0H8KwPiJSnacyLQZvAWMk+pknEZHK4SH4pbk8L3MDCBFl4MHzcA7G4D5z/8zjMMfbgfYYQiD185qgDX0iQnm2gjd9Afgtf7iPCOM98BP/Sv6XgLq3Q4SJn2pkOQhRFxHpPuJHr/IH2WCe/ALNaO/itH7WU7Hhp4x7DyIgS3Io9Yw//AUbNgj0pGY5RV7RC4CxIyKNxzoZJyKU20gwNs/QAv7AT/lDv4gQ9TU7DsPniBD3bmJalGlMcGNc+iPz8JDnrmWu4wMxNLdo0kW0AZgzIsS83IMjc0WEhjznivwzX0Sk/hZNz6s0DuMy1sp1hS/UR0Sqp66CQTT9uDIOczEndcxZs75zpRx5ohx5wyixBngC0Ab8Gj6QDWxUk/MduSKzvCjkIhVF1QED66ZRoQ3BnYnxSW1Yu0GXXXKZLr34Um3ZtFUb120Qb1Cvd0Bn47r14qA+OTauSQehapVKovnQlkWEwIX5B9Yt8AMP8AUgCmXUAayBlzRwAlbWsZz6Q0ue0Xfq6BMRyR5gBzjYD4PB8JNxaY+e0Jc+PHMPvZmL+QGeOz485JYn8IwI86jUsg8s586e0+nTZxxUeyP9FCt/45K/pbZ//+veWPa7/IB44+eYDzzgxvisl3nhE+PhxGKvh3NSxn3Hdr1imw1feQYXgLX1WID5osh9CC7TAQTZQA6XLiSoCMIt+PBTWL7HJyZFgnqjD0tXEly/eFdaw6LXwLr7DpBl5rVZkMbLolB7uZ3kLCKUW3eZlzUQcDl9IbjOxrZoW7vkeYAOm591Nsuyt2iPUwb+8gf8fVHS4wvBJw517GvNZlPco9u0h0YR4bIJkTRiTN62npmZSXiBD/SEPw0HfnFwOZgOk1/04XCA08u3+egHzVnDCTsJ4EAACd4TxGQtBPoJ8uM8EDA66OAQcsPB8JiDB2fOnkmHBdYA3y53suKDH/yAvviFL+iv/bVf1m/8xm/oH/2//pF+0Qm5n//5n9ev/u2/rV/79V/Xb/z939Df/F/+un71b/6K3nXLzRqxXvYdROz6cLS0MG+ad9VaXtDAe8CG9evEWvJKLhziG2+6Udddd10qY03QCD1lzVyxi6yJPY8E757nX9BRr69l+amZLthS6pRnSn6WaToyOqpJB89GfaBd8EGcbxzgJD3xxBPJcSKw87yDPc84MU/d66+/7kDpSR05dFh7ndji2vfe2PHeOusk8nkHVbp2fuq226Oec8T+S1ggGw5wVgqp42De/PyM4Cu8uPLKK7XNCe4NGzZqzZq1mnSAl0DC1s1bTJuGMoX6dgLhF7RGtopqRT3LFt8E5CfM2FeQJ9oA3GM7kFXmQT46lkfu6YecRKzYWcqo5xoRtms1RYTgM/zn73P98Ic/TG8cIhv1eiPJLH3wv0acQEVmAeZAh5Aj8EDOSIrCE+jHCw0kn+hLYoo3fqnneYMDGcgrPGWNjIXcM+cpJ/0YjzLoj/MYEWJ8gpsEMl9/fb+4B2faIBOsf2SkIWgxOTmZaH7o0KHEv3EHUpgHPGjLPPAXxzj18X4CTUiu972/nTp5Qs89+6xefeVldcxfAnc7d2zXlZdfrvff9V795Od+Qu+8+RatXrNODetvqdL2blp167bs8/Fzr9AhLAu1SjU5xGvWrLbtGdhPbWjLli2+V3LI0b8F25Kw7cjt987OzmixtaTwfW2krrD9nXX9I06AfPPb39UDDz+iOScbDh07odf2va43X39T93z3e3b4/0L7bH9f279Ps/Y92w4y8bOrM7MLOn/WMmiBWra92nHxdl1x+aWWv0nzvqfJiXHd8e5b9ZEPfFB33Xm7kwDv1KjpePmuS3TNFZc7sbpT69eu0uT4iHL1Vdo/bTbrIijUsD5zaN2yaZMIuD3+2CN65IH7ddiHikMH3tAGJ5FHnLBb7ytJ2UatKu8itmuT4m3Nuvs/9NCDQk/XrF3rMSd1zoGoV17ZZz42VbUSQfvJiTHju1brN2zyPB2ddmJx7cYt2n7xJdq+42KtWr1Whek8PTOngZX9hJMbz7/4sp548ml95Wtf1z3f/74eeuRhfeMvvqlnfbA5c+6szk2fFzp19vw5nTpz2oHd4yJohm1F9rhm5gn6hczyjFwi8/AWeaWOttwDdftolGHHsFkRkfxEyrHv6NDAmw3jVas109L63pdK49y13vPNyqWltoMyLe/vLevhaR/gDjjA+IJIxH7fCdh/9+/+vf7pP/0/9Au/8Av6lV/5m/r1X/87+tLPf1H/6bf/g373v/wXff2rf6oX9jynee8Xq5xk5+9cXm87esfttyU7/P/8B/9A//s//If6u3/n7+jnbb8//elP6SInWhvmec28aoyOaNT0bow21XGiB31pNOqma9+2ejHZDNZP8g/69LoD8Y34v/L5n9KXvvgF/c5v/5/61//6X+iWW24Rej7u5Da+CHaIdUMDgHPH2OSERqw/uWV9dnZanK/yaqFqrSJ8xL4TlxVnf+t+rrhN3XWMM/AZas5BzJaTXX3bY/QH+YM/BLNJHi7YRvMzuwPZztk2zzuRkZsf3daC2kuzatYLNSyPqyZXiSBqxT5aUVQ0bbq1nATp+4xl9gucBrYJy0uL9mFbPuO1zZ85db3PNBo181eq2kY3myu2smvfGLp0ffaaX5jT3NysA/cdrVm/Whs3rlNjpCbOJm3jfdIJBfbak6fOiIRu1fvHwE5/y0Hgns+ZS15fUatpzPZrxHTqmNa9QThp2lV9ZNwwpknboFpzTOj7sasorLEAABAASURBVJOnNOmEe3N0XFNTq7XO+0y3M/AWWFGt2tD46KRGGqOamlyjNavXa/26jZIyDTxpWZbiRRToEOE5vD9GWFtdTqLr9Kmz6dut9N+wfpPWrV3vvpF0tuu1dOwrzs3OW26XxF4H7ycmJoUuZLmS7zIwTUtHNvre77us0X3QGwL34BCROzDfNXREYHzBgezz3meX7Nu17JeV+GvGV9aXSlH4rlTpMccss+cIVJw5pSUnztq2f8uL81qYnUv2otvupX21Vq2qal6tWjWlxcUF1S3vHsDrkMLWbXp6xu1btgUnVEoaGRnR1m2bVTMP+tbPTrsrYOD706fPasb2Zm52UXuef1Fnz58XftQrTsDlee41LKuwTEHXjvdj/KaBdR+9n3ag/vz0rOWi71hBx3LVVuH1VGzrg+CV11SrFuo6oSTf58ZmYHlbts9EGd/W5zkP6NqT2WRsuR+kK/+rE1Ow3Ndtk5q+FtYfILJQYfzQlYz7SqEsl+fPrXJetf81+PnZhEsoN08KQyWrOCyRWW+aCv8HTRgbWWdtAM/VROOq+vZZcs9DPVfmgxZ1+xRclT5lmhdZ6DpwXlrmizzz6KUTaEXSz/DaMy+wa11YdPIK/R64LLKQDFXzRq5HZ426cq+ncII4d11hAmWOvYSD8E3r3drVq8SamWd5ecn2bEnT5hs2qjD9l20zmCMirLdzYm9GPvH72Zc5A+B/4C9h06jDp0GHacN5q2082+Ybcr/K891x55164403LG+LPq/Iuj/wtTTf22rZVmAnoBVjIScDywj0ybJMfHLTEFqDF/UzMzO2QU63uz4znrSjD/pQWo8ZK8tyQZPMbUgGLpluS15v1zLUtV1qWx6xQcDc7GzCjxfC4CF4QwtoMmn/lNgcPMUuyJ+ISLz1rfWnbv4V6Yqu0A7ciwplVfGpW/bAj3vw6Xt90HnW82LDc6+POnzbeetk3/I/ZznvGE+Cmrz8yItqz9svh/Y9lzc8Jucm6BIRb9EDnLE90AB6coVmWZ4pTIvC9h0c88wyr1yN+oh1vKHSONF+fGIs+RmjHr9re5O5D/RomXZnbatlW9g2DfFXOt4TFt2GF2uRyb79ojzPBB8iwnzupbNgmt/jgDf4yJ+295cF+3TU9a3f4TJ+UaLIQhXLrI2VcscCM5fXvUcVee49Z0FZnputmdEI24yu+VB67f103+sNUvnAMoA9Bvq2tQPbTHSPOQdeJ+U8962fUigCXAfq+Rn6ZFnuMbvGvet9YaDMuHtg0Qd8kR/KkIc84RPiWredqdqnQaaYC94gE8gDz/CMfpRzBlrjOAn6ctRB6FnLND9vOGaf46orr9CVPidt3bpNG9avV3Ok6elLPfvsc3rAAegHH3woveDQ9v4x6vgKY5otmvdewZ6R225JYX1bso61rGt9LViuOMMueA9ftn4eO3lcfHMK/x/dBTifEMd4+JFH9OrevTrhRD9jQpeufemeaVmaVh3vXYvej+YdQ2h5/xp4rq7ruPZM+7b3wpZllBgE7UjIcm2Z53mWJV3BjnA2OnXqVLIxNdvMimUTepE43u4k1YaNGzSkGfSNiLQPQT+e5Q/XvvkGbyacFKQvfid8Qr4K2zT0gRdF0ZcV/ncTf+Ej/Xhhx0NpOBbjwbOISLyHvhE/eq8LH9oNgbFpyzhcZRudaGdaUDcE1g1u6NuSzyPgwRjMi5wknCynPFNeNW3AHfmKCMtl23LZt+z3fUXmyyQfoBQRaR1DHKAFNGVc5gKHFdy0Is/mycD08wDe19su65o2HV97aXzmB8AJAFdoyhjgV/P5ZdznJ+wOz4xPPVfaMy/96QdOEZHGxZazf2DLh20iItGb9rrwYR7GAihHhqAf/RkfYGzqIsK4dwVtsa3tVjv5IIw/xI1xGJpx0V9oC16UMwZ1Jf8zRKzYhizLE160rWGLLFOZ5Ti37rtZ+sdzpVrRmPM40IIrdhP6c9ZF35FNZJHzIn3zPEu8igiBS+7xMo8LHgMrNOsC7/zCfEwEnpTRBuAZgH8RkfDsWiehC+2oi4g0D/LDGgDmq9lvYGz2I2gEzdBLbBI0pAw94jq/sGS567wFw7EZfwjgI3+4Mj9Au7cDZayLcQH6su6I8BLKJHeU0w6gvm/b0rdfxD1l4AMMx/WU/lemtUM/ABxcqPB+wj1Af/oMr8N7ngGeGZ/5AeYAuKec8ZBt6IY+Tk5OCv5yZsDPr9cbYu6Er/cc2mPT6vYlG40RNbzXVqt1x0gavm/46jLqXD7SaNrOj2rE97VKTfIZp9PqanHedHdCdID9tR3pee/t2mdijxl43yxNF/buga8D6zFr4P5/XC/Psj2SbTWAjNtUq2fadjxu64KuoFctx3u69u8jcp8V6ra5DetVX5wNjh47nnx8/Hz8JfYPfJRjjpHi41F+zvGEvnHDdldrFet712eiBctOKwHnwZnpaZ07e1b8esnTTz2t5555Vm841njsyFEB586cFT5xEZn9gEy1oqITjqXv8760/7XXlCE0CHLdmy4GjsmAaqUq6iqVipGvqmLlYd0lq7VSZRaIqhUVRtJuYEMLgHDPh+2+D/xFkatSKVS3cat4nDzLTLtSeepbmHk1B4jqGvOhq1orvEAOIHbYjcuoA4RAo1ZRpZorx5nRQJmdmdKBMSCc2IxcyovMEF5MSK4flhcV93NS1KcNM6jjA9mSGdDyRt4zXu7juszj9u1wrYCd4VwCTYA1lA4Q1IxD1WutVCpmYlVVXwuvzZqmiHD7LEFECAHveuOWQtCmyPN0zX0FKGMcIPMkZVmmPggWAA0TmMb9C4LImAMLGOUhKc8yFcaBcvowDnU8YxS4Aty/vZzn4ZjcD0H+RIQihvh3E04Dz0//IdCXezdPbSNWjA1lESEXmiTlW5sp7Ts+IADgI38GVjCMAdCzcA/rvFzTMPcQ4Wsm6ARAMyBiZS7GAe+/7FemPtCBw0Aa144Vc4NX6UOA/IFGjMOVvrRbtjPOeBGZqIsIy+CKQ8Ac9IfOESH6yZ/SiDJ2WIbZqMDRxYqIBNwDtKM/wHNEiDH4tjZGD33LLUOMlXmsng8B8icycMl8VxqUdKdpXajVLHfVFfnL88xzUV0mvDP3ySJLPGNdJFaZF2B9QnFpbqCtL4lH1A2h482uY6MYEVQLeWMNWZZ7rtx8VerDmMvLrQsHhX5qy5zLFw68y3ZocUZYT1EpxBoBpWFDNet20855lmfi4EM5jjTBU4KoMi1Kt23ZOHdsUEs36HkTWFxizp4dka54y35hflFtG3SCOYveVM872Lts4zszM+tA/Sk78fPKMnD3PJZBDq+zPhzwtzkwtgTwCeofckKGQzjGl02bzRsHD7pwxZBzP1wfZQDPHY8LjSJCEYAuXCPJEcFNEgS0pR3AM0ae+bgyRkT4kLEonDLoi0zleW78swTcYy8oz8xrZLNvmszOzOv1/Qf07DN79MD9D4mf6P3mN7+lv/iLb+v73/+h7r33B+KQs3fvazriDWHPnj26774fasZ0YAzwkT8RK7pFWduHGtbLnMO5uHJ4MmssY121nFTodJaNWwiccq30H9iOMkbHQTLGrnuz5sCz4APOpq1b9eEPfEjbdl6kRcvPk08/q69+/c/0w/sf1BtvHtRzL7ykF158SeccpEO+sKF9258eds9Qen8xqmrb0YaurAFaLnrstvkgrwEHjJ+n5mAFsFVlPsRlWW67XdPQ0Wg6AAo9qz4Q4HgMy0l24lhSxqESHaUtjgltCETu3n2t3vve9+rWW29N15/7uZ/Tr/3a39YXv/hF8c1OnNVFH0bg7YEDb+qoN/TX9u3XU08/o8efeFJ7X9unZ3wAJRhZKaoK5dYrOUB/RgdMh5blnp823LJtqy657FLd/K5b9bnP/6R+9dd/Tf/4//in+kf/5B/r3/zb39Lv/Nf/or//D/5X/fIv/5J+4+/9PQfMv6i77rpTm5xAWZif0/S5c97ruk62zthpWPIcg/Tzf48//lj6mevnn99jmTgi5JCDADxf8qG2ZmcWurYceMosa+jD9773Pf3pn/yp5eovdJ+Tei+88LyDHSMiMdw3jwp8A9M/8d686LlsYDvJWnq294WDo1WPG96neWmJq/JMme1fYbvWtr/AN5Y5yOArZFlmOeslXr/44otOXLxuuTgnHGpeDrj3e/fqwQceEIkMvgH7yksv6ZWXXtYBJ62WHfBZmJ3RC88+o8ceelhv7t+vJQfOm7WKGpXcgcBc42MNGV2FBTrCsmv7iMx1bANz652LhPOPjC14vGXvEx3zhXLsGlfK2taVgdcn+yWF14bMo7+LBMlsB1t2AHlGXl8yjuAvf3DYXn31VQF7fX3UgYI9zz2nZ59+Wg87MPH4o4/q6SefdPJljxNgB4XN3LlzpziYQ2t+Jm94+KnYD1ix/d10YGM+ZLdWq9lml9bVlm3mcrq2rTvg1HBQCl8PeUbesYUkWnFEn3dwbK+dQ3A742TWsu06Y/FiAIcxbB99cFKRG+aDZsjPSScNGBOd4fCGLBKAuPTSy8Q30AF0Cjqtd5L+0ksv1R133Ga9uVFXXHGZ3ve+u/RX/srn9eEPf0A7d+5IP51y2WW73Pdik7jUjm3bVVg2zjlZ3nHQ5uSJE+mtwZGRhuXbe5Flrmpf8dS50zp++qTmzIMlJzj5CdzpmYX0oskA3+DCPofteOGFV+wL1k2frm1ZVVmWa2xsQnmOP9pXtVZV18nKjuybWl63Ga9LncyseU/OKlWt3bBe89b3ln2+zHqAuzE/t6Bl817K1L6gD6tWrxYBoT/5ylf0re/coyefekYvvPyyCN4rKxwkXtSOiy7SlVdd4+sl4pubo04orXJyf8qJGH5m7/bbbtNnP/sT+uIXf06//Is/r79h3f9//Nqv6e/9nV/Xr/7K39Bf/amf1Gc+9Ql96pOfEN+43bx5vTY5UZRbznvG44yDRH2vfcGJjbrp1GwUmhxvauP6NeKbF6PNupNW50wDWbc3JVsC3jJNug4Kjo5OaFBm9n9zQ+FDSFtTToBUHKybdBDumutv1B3v+4DWbtqmhttu3bZTVR/ETBonmN/wwWfBOnzeyYrSPnio4yTUgu13jQOfackbq0vewxW5fYO++jgCpk3Xh6iOD24DhcdrqOZ9ZXhfRqYEUpJ35BEdqVn+sU08LzhAGhGeFx4XaS9Ab7DV2Hpkkj5ARCg8f+Y1Yw9a9jHaTtYse89qGbdZJ6a4X6nveNYQczAG+lEUFVWr1TQHL4Q2G3XlPqdMO1E850Tx9Pmzeu3VvfrWN7+h3/vd/6r//J9+R3/7b/2q/uFv/qb+zb/5N/rP//k/6/7779d5JxN4ieDuT92tz/3k5/Wxj/24fvwTn9SXfuGX9Df/1q/rbEr6dHXe41537dXafe1V6tuOmtWKCNNEet8H3m8/aE6v79uro4fe1Le/9R1h0yZ94IY26Cg2BbyxGdiVtdbLq6/ZrfGJVdrY1bJaAAAQAElEQVSwcbMmp1ZbH8ZE4OXyyy8X+jwxOmo76nXano40apaxDWpadmZnzouXcDq2i1YFlbxQ6n1kYD9/4D1h2bY0zC8C34vWTf4EAHsutoZfmxiYmkmHytL71qz27dun4w6W83d0SKaOjo2ahx0tLi34TFhYu0rP0UtQyTPVKoXykKq2xdUi18A+db1aUfgMN7BvErbTnA1HfB6tOhk8MTqiuu29VcFjdFUz37r2OeHniIPFyEhEKPPY2L2mk3jsZ223WbBMzVjPB9YHKTdepWr1pvK8Iou1ZTfTsv0g6qvVESdal8XY7HFlP1w/0KJpM+296YwP+vPeezumU9f7Scs6qixLeyB8WvR+0rH+Yr/7tPH83M/Mzujb371H9caopmxfzk1Pq21ly00HEh/oRbVWNy8nVfN1YIcI2yt/uALsZz3LjcrS9MwkG7DS0Of8bv6W9rtatqG8TJDnuZqmC2cYt1Rm2lTMaNqwLnyJg/Z58BmQM/xpAtPQbsn7CDizT/QtCz302WMvOjl8zjK86KD7oNdLwVPsFD5Ix/SrWY9n7NP33Za9iDk7nZZm7MMOyr75NjB/pUG/dKK37ZVlajvgw1q7tlnMCR7glJmmXEms1n0OIaDY8N7hTis+kjJFpSrsy4R1ZGJqUuvWWv4tJxPjo8qdABx020nPiFmMNhtau2aVatVCYdnKXM+V4BI06XuNfdsuF3vfyt2upjzLVfeeUrVcZiFVY6DctM5Nk6rp2zdve+YhfXvuu0KnMskC8jMwHUrzSv5AR8qGz7llvmcaRkTyz9wkyRzrzj32sO/wmX6UIedN+8SFeUld3/4245RlV+wTa6bGNTnWVBXlctmAl8/Ng/bSvPhWacM2oOK5+9a3hnVrxLQd8/445SDumokJZazNFAqPm5K/KhySCeXWnTnbscM+g81Nz5iP5qXlv2s/pWYawe+e14P8I1/yp2odrVkmwJn74fppFxHJ1xm1fcKmsRbWxNq79u1a3pOBtWvXikTGgQMHNTs3r3anp4r1I8L8N+R5JuSD8SNCjJFlmTrWQaMg7pk/N01ph+0cHW2mcvDpW0eRO3DK8sz7Q98wEOXD+nnbQsbre73wgPLhOrEtAAnhvmnHehmLOZm/TPq5MibP4EFdRNiPaSWgH2OWlhXGp38WXl8py1LXYLvpOspp12yOin2B9QxsJwaWM3k8xkH3mAc69L027sF9fHzcMby6MrfzyOpZdrumEWNGhMCLseEd+hoRgqZAYXmRcTEKqpn2QGYayx9ox/joUMdyxrhhOq2yTuKnbDT/Nqxdp/HRMTFGbl8NG0McAViwP0ZsoWebzzM0YE5kfMQ2nHtwYz7qoB3Afd/0NgpeU5b4Thm4Ug9NQmE+9gVPwJGyjmULfe147fKH9bNuxudKec+2oGu9xndAvxjXTQUeEbn1tP8W9G3LZN2Q/R8v2yY5U4R1Jqsm+uG/s4aadYQruHFlrIHxh36sgzJwWPTeMjs7J9qhF/A4IpLNQ+ZoP0yqcFbhBYSDB9/UyRPHxVmFOMkTTz4hXuolhtD3OogncDY74HbMhT6R4Ge8We8XmfHvd/pqL9leGifoRDuu6CAJ+/MzM9a/2bQPUsbcnDnO+eyKzUYHGA/5GdKrYv8KHsJL1seaV6AQulazbeB52fsN/bj2bEOgdYS5F5ksdpb/vvqWcQD+0Ja9gVgQ5yD8wg9+8IM+U98lfm4fmwIvoT00hY7IP7TkCm0jgmmSfDAvOGMbNm7cqB07tgsaT01NJR5CB2SWNdKOZ+gDrlxL62DEyngRIeZkXVzlD+2HwBpSH5TJdRHxVnt0FtzoC0SE5WmgYV/mjoik+5zdwHW9k+UAPGWP5Oe9t6WXjTcI24nPCP1Z+xDgCfzgih0hZgJAR9YMQDPq6cMVWoIbOHR8nkMOOafI60Dn27bXffOuYfswsP6wN4brjLw4B1aLwntGme55XrRPtjA/b9+0rskLtgmZnPQeNOY9oVqpKM9y1S0jzKkLH2gK5HnuoQeJf6VlA15AJ8oBaAnuXGlPHUPMWI7P+EwKL5HjIcATxkAWANqX5ivl3APcs276cKU9uCFr1DM+z6XxGT4zd5aFsjxXxX5E27Rb0dmDjiEdELqDbDEW4zAudIY/8ofxmA98h3WsCxmHX0M+uWmSVeqaph98Z27wYD3oDfgzXkRI/sc99UOQP9wTk6YPQD/GASeuADRFJijLs0zwCnzT3M1RIUvIFTjCC+ZJbU0D+gMR4dn+8h9ljEs7gHsgYqUdY7wd6Mkz/aAbAK5DgFZDSGWmO22gAYDt5Qp0vRd0vS9QjywPeTFI/B/Y/vSSnA3MV+YFIkIRwa1VoEyySH3Eig8ypAd6A0AbyqBHhPXaujGcB/4C4BkRab+CduhtzfokRfJn4EdEJH+H5Co8qPs8XvWZviiqyr23FkVFNSdYx8bGEx+wE8R2kBX8nkqlkIdQ3/5f3/7BwJsWL7taRF1eKuwbD1ze9V4OlN6Xee7b74U2A9fJvjztE/h/EaGIkAmR6AAdgQ50tZ8xuEC3genZ8340rKMe/kEf+dP2WdSUlEVKkUkD5w4570RWqlorrD+FMs9XWI4qtieFwd3U955Vmp5c2RfQb4DcAXsE5xrOO5xRn3Ss7mHHGrOqDUzNDioGhivAwPI6BkaYASNCMCzzdeBJuizIEBHeoAszopaABTRHGnZEYFQ7MQvCZh6r4gNu7puKD7EQyKcf06+n0gwY2Dmv5lKtIpV9H4gGbSuTDfx4Q6tXTWhqoqmx0YYTrzUbwsLtMhGgYMxqtfDcVdXcmfucefJQ4Wthh63i9XHN88xEk4pKbshMxIqqNkSVyooggGffa2O9uQkLZFkmaMC1ahoVReH1VgxVQ8XjZV5KKdpWKpRX0r38CROQPgRURuzAjTQaPoiOJEMPrWFcHpk8gXBOBhaI3H2AsIB4p1/5SURvIiUAbga5Lkopz7LE8J43G3AGd+4B7sGbq1FJ/ygHKKeAPkMB5J41gC/r4D6t1WumDKBs2I9xGYcr0Pbhh2tpeRnOkZ4vCCP3lHOlX+nDQOm6iGDI5PwTyG9b8KE1dQB92h4bGOLKPUYCQHFow5gRIXCkH89vv3Ivfxib9XGln0xv6grLCWWA/Blec/M0IhKPI0LQBHAT9c2ToQMwDBRwMDJrJLcN8yeyEGCfWDKr5efMczFfnmfK/Dyw4WHMiBD3sqsHncCP54gQelWzAwDudR9UgdwyKn8wWtwDEYwxSIY6yxg/Myph/N3Q/0JhPaklgEbQkrnoC06ULaXEQUcdB3T6NnJZzjgew/1x2gbm3aAsbR5LY1oqXF/zAZokyeLyoriG9a/toEPPxpL+ivB4XR9ardshjdnR4RsvOFhZnhs/j2V58BTqW8bhK/zF0HPvKU2b0oeNXpIVAnE42TgDOOBDY0cAhm+z8C2+P/3TP9VDDz3kAO5MGvPIkcMiwcXB4ODBg+KKQTx58oQwkDjwB11+4MCBFKhhbHBgHhwTeAQ+lHGlDPohl/AJ3JElICKSrMAn+lEGjXlmA8I5JzjOxhYRtkNV4aiscUAMRwbnnDr4TX8AHQQom5yYctCpIxIafNPsASeWSNZg5AHoAP7gBo5924iOk0EcGMBhxDb67ThFhGnbtTxmGh+fEDggb5nlszTxe5aDvgFZs/lUYZ73zduW+d12YjU3v8fGmymAMzE1oTVrV2lsYkzIfc/8PHj4sL797e/o93//v+nhhx/RE089pdde2+9k3jG96CTYvfd+Xw8/9IgOHzlmOcHRl7o+iJmKnqtq8cnTc9fBpZYdlI51j0BhVtjmWi8aDvAVlaqyvFCW5QkQJ+ZOYLvEmjjYVKzTWZalt7c4LOCgUQf9ubLu0p2hEw7c+vUbdNHFl2jDxk1OeC9r/xsH9NyePWkN9z/woPgZ3f/6e7+vP/zyH+kxJ0vPnDmvaQdoFu1okTRedmCvVOZ19bWwuKzXDxxMP+N33kH5I8dO6OSpM3Z+pzXjwy4yuODAacP7BfqBPj5g3v73P/gD0+/b4iCL3L755ptODJ0WCRu+AUhSEbkkKEX9AQc0n3/+hfTt5KF+UM6b8MsOYp9xkuy1117Td7/7XfPhNXEYQAegBcFyZJQ96+TJkyKxVrfN2bBuvTb6kIUTVbMzdsB68pwTgBw8++Zx1/YCXa16z9i8ZYuuve5a3f3pT+n9H/qgLnMQfuPmTVq3YYPlYiJdWWPbcknQd9YHoL4VqO5xN23YqB1Omo2apyN26rZs2qzLdl2qG3Zfr6uvvEo3XH+97v7kJ3XN1dcInNAj2vY8f8sH6P0OwB+1rp88flxv7N/nBOs+7Xn2ab32yss67eDAscOH9MqLL+jVl1/SkUOHhL4cPXZcLfMrwhLnPZ71MFbPTlue52nfjnDwwbxBNrDNpfFtW6fgFy8MdOzHUI58WXycNDpj2zOdktUkKKEXvCJpCf+6TtDMz86q5cDPaGNEfGO+Zgd2O29+m9aZ52svtVR3GXLL2Ngc+HzGB7e290Vwm/FBjrrcsk8d91yp50ofbAGydPnllzl5eYcTlTutIyGpTImJ4yeOpZ9CeeaZp/TCi3t08NABnZ8+q+df2KNXXn1J+/bv1TkHvGeNL+O6m3Vh0WXnND83J3wbvuHZ9v499HeOHj3i4Qe2U21xwB11sLHAJ8sz7dyxQ9fvvs71fYEj+KF/494XFk3jU06gILc8cwBgvXXLQkSum266Jf39Sn6KDBmFtvz8H22mnawq7ZRft/uaJHOlES2zSIk5bEPFtJTpOudD93EnYtnjeubbsWNH1bGjv3Pndt1227t155236R3v2G1avcdyfLWuueZq3X333br++t3pG13ozuHDR7wnDURgnv6tJe99lmeCDtu2bfU0Yb0+a7s+6WTwLo+zW7e++926/c736qprr5Pyimbml1RmRUqMHTp8TPf98EF98y++o5de2auXX92nx594Rk8/+7wOeq7HH3tSTz75VJJXvrXTNa2xvZkPJo1qoVXjY9rpeXc56b5j62Zd5eT0e++8XZ//3E/oF770BX3J8JlP361f/uVf1N/6lf9Ff+Ov/7I+/rEf0y233CSLuHnR08A2vdddlmKgLPclJGi2ZesOXXLpFbrm2hu0as16690avevWd+rO229z4vvD2rhpk8ookm38ytf+XK+9flBPPbNH3/r2PXr55dd8wD9kmTqiF508nl9Y0tJy2z5KqfDauw6wLxE08TXyTD1fB9LK1XtP2FY3HJgvrJfIMICdcRO1rQOUZ24DIPtd6+xQR6njmbap3j42/anv22YxDs+0w24hT9i23HiNjY5rBcZU2ufuOzETylTkFVHPePRnfMZgvDC9eAmlZzmgbAjYBOoG9vVK70WZZbLU8BPKTGyCrNiFg7ZJDz38sL77ve/pD778Zf2rf/2v9R//42/rt/7t/1f//P/9L/VP/tk/1z/95/9C//G3gUTXegAAEABJREFUf0c/+MEDPgvVkn187x3vETIx8NwyvgRP/+SPvyL2D+Tm937v9/Tss89Y3+dVq1dUb1TNhwW1+Jb+wqxOnzmpo8eO6PiJU97T+Db1G7b9+3X0+Emd8p72qmUSOHXytFjf3Mystm3dqptvvEmf/PjHdMO112qtA4U3WFeuv/pKVVRq07q1qldyjTfrai0v2A/rqG3/sme7aRL43IMcdHTMSf4XXnpNJ8/O6dzMojoOJg/M+/m5GevQGe267FIHI3c4sbVW6D2/vrDJSd+LLtohgJ+0npwc17p1a8S1UinUxf90knB6+px1UYpMmp+f0fKiE7E+gzaqhRM6PU00qxp3MqgWpVavXqWEm3GPkKr21VtO3BKo61jfWoawDHQv7BVhQ49vRdvCSuQu3pPbsqvk+dnRMtuLlYRDabnOFMmeg1vu9oVlOiLEFflDXpAprtilLMtslzqacdL0nAPMyEjfvg/+J3bS4qQsq+rVva/p0Uef1Nlz05Ln4KeEq/aLNm/ZrDHbBfnDHPANeR0C88jrLip54ku1KPw4UM82oNdtadGJ3rkZ+8+mR9sJp47P/LN+Zk/xkF5jN8lCx3qYZ5ntx0Cl+TawTYV25+xn1H3GtntoqpVJPuF/1/xftp2vuQ777+HTOgfWyUftHx62vTt86IiyrNDAstzxvNNOFE+fnxZnkNx4okdjY02tXjVlGzsufIeIQpXCstbqaNrySRAYWpXm06pVq3TKcgbdeFGBPefIkSNacDIXO9Kx3ciLavrbmaMTk7Zz66xbdeET9sz3tn1dC6zWrp4SPlAqt65hMzjH1O0jsQdOTIxrNX68A4CsCzpVq9XkG/PLI+yPAzOOtZJkzCyjFZ+mwna873WmPgMkKVOOrVFufvRMC/kcWPNZoUj3A7dnz8pz2g5sC5c1sG1hPuSGNWOTeAaoowxcuA7LaAvuw7YRoUqlIsqaTrByj7y0oYGB+659LeST63LL+4V5Xq0WlvURx2hGzAv39xjsT+EFrbFejfrMMe7kqpeq1uKSOuYRQbD2cktL9v/kMRbn55J+0g+eD+UVXQHPtuUM3KlDbrrmGUvu215ImdLV+PNSwYL1vGtfIOxzDMx/zuZ8Wwm6IQtL9hWbzRFVrOOF22Tuh36vWbXaGqQk19CIeeFxo9FQzTrVNE3wS6ALerBo+eEKP8EHOoZHAM8h3gPrPvfMPTBOjEn/NU7Uc+UZHLDJY2Ojwg8fdfCaeamHdwD0gAasnTm5DmnBlTal18pc4DtmetOfdQDMU1r2WCfjgK+M65x9OPSi1bLtsg7SP8ty11AbFvue8PPo4+FVlmWiD/0HHq8oCvVs9JibMcCFOvBlBHSQMp7RPXw7ymkPZLYd+Nr04Rld5H7RflrbOHFmWbLMyLYgM1ZV241dF18iXl7l5Z+VFx6XbY96loG+hzYHjD/j7NixQzvtE5EU4rwHXeER48sf5gP/PM+1cp8nPheWC2RC/qAz0DHxw7o8sNBleW5b31JEpoHxYi7WyNist2WfhnVFRBo3IoxfNyX7oePActAjsHsB8mqu3HZ4yedpi7K1xnT3PD3LTsv7zbJ9prZ1ZsE0wQ+ftW1GBpiLeTu2qVyNrvVwVLwYxVluoxN5kRlXj1EahwWfN2Z81uzYF8ryXJnrxp1sIkl2xueKkz7zkYyZmZ41ru10Pp23n/rUU8/qdZ992WvwKeBj0zKKLdzgObhW7KO3bRONfJKX896zwKvvNbStu9A8M6/lD7gU5mNerdoklMLk5ZajsbFR27mGIsKtVv61TEtkdGB6UDIcg2fGRK7aXl/XsYHSAko580EbZA3Z5h56Qb+3l3VMN2QrMx3qtuHQkCD5rM86rJFrZpwBdJ/5GJ924NK3voAfY4NHhPnmMmSKeoLt/BT5nj3P67DjIMxN25kL+2hEWH4GF6BMssL4AGuJiGSL0WfsD3IILtQxNzBsS1lEmKeZcvN2CLSRP+BEf8YBqKfPsAyaQWdwY+3AOfOQRB1rY1760B5aDXFCP6ALtGUuxsZGYmcB7BnPtKcfc9KeKzihV2vWrhFnJ3SVK3LLPsqVvhOWUXSXsQHG6XofYj7mhwboa83ytHrVpJT2k4W0H63x3j9mu73a/ulG+43bHJ+YtG0cbzbFddS2vWIeT3kO2mWmlSxH+DV9+1uSZdEOu4sSbZlL/kCLrvcg6AVPKeeZuACAzM15T8N/4760nSiNV8lA7s8V8G2yW6wFOg9li/GBCM/vRhGhiBWg38A2BNljXmgCfUbtd8CfIa+gL8/unuaIiCQb8ici0nqYF7lkXnhBH8oYl/npv27tWvtZE/Y/qgJHgH3VCKUxmM+YmWwrMix/IlxiyPLczSL5bsNxyws04BmaMTfyx30a27pOG+av1appXp5pB17gtFJXS/YC2UIOKAMX1oCMoLNvlx/WNwTqAOiGfCGn+HLUM1bN+z3jNuy70A6gDl8TOaMNfenDHNhRnmlTqVQ1xBG7FrFCC4tRoh/rBFg/wNoiItFyuIaIEB/WSxuuESHWVrWcgx9XniPiR2gPDZifNpVq5S1cKAMohz5cGRu6DvFhTnCgHeMDzMGY4AkeQ15xT3vq6BOxgjPtKI+IJG/0ZzyAti5WmXiM7etfsH9906arrm1y235lx/5mxz4x8sB4APOBJ/MD3FM/SLoFbSqer1BZggdzV0yvquTnjmNuiwstj99zvdJ10fGIRfsW+Bkd7x8RkfZ/aAPvwZV5c/sDrE/+sAb4jX2CNug2+pPRCYJSCLBoOoEKgxgLK4LEYAqpR8DF0EmGrOehByLIXqtVzLDMSPaVZ0qHsqWFec37ILgwP2vE2wq5rSxOOBDu33EAq9NZToesvpOo1Jceu+eDcNtOBYGJru9LG6CiyFT3obfuxA1QpMVlnrMQz7UaClcR5ZkNY0S8JZi5lZky+QMDMbqFyyp2+FkvdWVZvqXsbvZW3wgv2nX+vzL/L4x/7vVxn/t/4TV51arkmUbqVQde606YVkSZB/Q1xNeCCwc7M1PABFJp5wLIPHae5arYicgy1/p5eB0kQftLwwROEcHlR4B2EZHwZQ1AhOf0mKwNqNko5F4vwPism/uIEIKIMlGOLAC0px/tuFInf7jyXPV4XF2UlMDDqGN+MlbECo7gAdAG4B7gnnGYPzdN3j5HhKnpdYMPSgIwJv2GwHopA6inLXWUR4TJa/liEkPEyjNtaM/VxSoqhWWmnpQGXOhPfceKC3BPWxx8RuMg1vOhwfqoyDNzvEw/BdSy0nc5RFgm+pbRrh1U3sDpuWwF+urauWRMAOVn8wO4B3+gdF/oyRoyy8EQIlbwh1bgQ738ebue9pEly6eLxRgRkTZNnhmHsuF14HlKt6UMHlPOuADlEZ7Pq8scbMormTLrnBVZ4QP7gI3b+sohtGUjR5+Bx5Jlms2i4sRWhPu7rPQYpWnCgbtjGrF2aMoVp4O1M/eYHRo2KO6RA9YFsN6ISDJNOfwqPS5zcqUNwDOOMgDtCZacO3fegYW2zp8/pwcffFD33HNPSjoy5sA8hN5LDnxjAMEH5xHgecEHFRxerrSDTmyMGFXmY8PFiHJdZQdtuIk27cCwFsqoQ4cANmfe8OOqCx82W8agLcaYNcBX2nPP+qARxnkF50EKApH0ISHz5JNP6st/9IdO3v2h+CnUoeOPTCGv4A49WCPXZQcvWQtjs36ZL4V5m5vHWSZVqrkmp8a1afMGrVo9aZPVlRxMX7N2SrsuvURXXX2Ftm/fkupWOyiyddsmXbZrh2695R266/Z36bZ336wPfuAufeKTP66Pfewjevd73qUb33mTrrrmGm3bvl2r7IRVfUjhZ3W6PmQccsK06+DHQP4YgRHTrmMdWXBQAh5meW4MpY43NmjBA+U9O7XwAHngivxCn4hQxIrcQUfWuiJzbduCgeAh/FvnwO6OnRysd+iKK6/Qu53YuOGGG8RbVtVKJR1A68YTedzkwyHfCrr55lu0dfsOdb1RH3cQ+cjxE05sHBU/V9m2ri8bx1Nnz/nAeVaz84s6d35Wc96YF5Y8dxRa9OGXxGrbuCsv0k/+dX0/8MnR4uylGXevN/f8NSd6kCNk+Nlnn9UeJ2yR3+9///tOSLwsfuqIgxl8Zp3IyMC6X9ipOu9AY+ExSGqQ/N22bZtWr1mT9Iff83/+uT06+OZBkfwk8fScn1966SXrxesOwj6a5Ih5+Abq3r2vpkPfSqBxPsnewYMHxc8r8dNeeZbr5nferNtvu127d+/We97zHm00vTZt3qyNTphu3rrFNNumdU68oh87HMhADq657jrdfscdCXZdeqmu271bP/ZjP6YPfuhDete73iXa5t6z+CmpO9yOsrvuuksf/ehH9ZGPfCTN9Y53vMOyuD3xCv3h23vXXHuNy3Zoo5Owm53U2eiELS8r3HLLzfqox7/h+t262Dhs3rRRYw6enXGwgJ9V5ic90PtTTma/vv+NlPicdVDpkJOtr7++LyUQT58+lRKB0BwZafjQhewhg7wQFVlmfekrstDAtrVnOcYxw2/Zt+81Jzt+IJKn1zrRcNNNN4mfRyYhd8stt+jyy6+wn1B3QD9UmKYDJ2v4OeIsMs04aHzu9Fn1vB+RiDzqwDJyAc/RY5KyXHPLDvKOPKAPXMFB0VfHwfAlJzDs1RjHrkignD13Rk89/YTeOLDfMntCc/bLsBOlcZeD6qyBewIIpQUUO81BmuBKz0Hfrn210ms8dvSwMtt4todqUWjL5o1eS1X8ZOzA7dY7qbHOgcJaraItWzbqhhuu0yUX79Sluy4xDa5Rs1nXOSdn5xwQInjDPKyJxCS0xpbOO8DKvOwNrOnkyVMpgXvGAfoXX3wxvRhzzgf9GQclTpqnjAE9oJkXLPy75kjTAfGKD1sOsDuYw/7d9d48ZTs2OTVpm7dOl11+ie648926+JLtqtYybdm6USPNmtaum9KatZOqVHKNNJo664RSvd5IidFPfvJTInC+yTL13vfepZ/92Z/Vj//4j+tuJ/l37drlYHJdN914o37zN39Tn//8T9l2rtaZs2c14wD/idNntODAT259z6y7A+Xq2R5GVtFqJ9EvvewKKXIt2fHHpjz59LN65dW9OuRAzCuvvKwf/PBe/cU3/1xPPf6o9r7yot58Y7/OnjqhWe93/IzvcSex2z6IHDp0MH3z+dTJ43rt1Zf1mvUa3d732mvW5eN66aUXNWParVkzpSuvvEyXX7HLiantuvzyy5NfhJwXRdW4RMJ97bqNyqt1YbsJeBCA4uWXhx9+VC+/8qpeeOFlHTl6Qm8cPOKk6as6Yb1acBBufm7RibSO+ulvn9Teuu+0ez4T9ByQXDa7Bkr+k21jz/whEIHPZcOujnWga5nruY59YNnB97btbs+2r2U6AkvDMrfre49BdjPrpvyp2C7yzDh9j91zGxe/9a//tvYRoSzpcl/oQ5aHws+VamGZaIjzRzgOMikAABAASURBVHN0xAmqUSdZRjWeElWlqtWK95nc6IbyPE/Po27H3Ll9zXCZWWyfsWOtCZUR6g8G6R6dlkJZliu3PLAfDiJTy0GatG9Ero7X3ukM1O6UWljsmAfSmfMzOmGd6JqOvHTRdtJv7eSo1pqfW7dtkVTq2T3PpQRbYVlbclC673Hga5Zlyd6u9d7MyyjY2Q984APCvm7evE3XXf8Oz1Gq0RzzuqoK4yM03ps2SZDlxZbCeE07efeSdfEP//t/13nL4FitomNvHlDVc9/xnlv1qU9+VL/yN35JP/czP62NDpZhf6cmxlS3TuVuU82Uzn7owNiaDToz39Kc13njzbdqqxOBvCiAz4KPc+zEcR128uuVl1/Sk489lny8qsfZuWOb7vB+8ZnPfEa/8Au/qJ/+6Z9O3ya5xv7HnXfeqbvvvtv1t+uqqy/XO2++UVvt5+zYsklT4yOqZl6Q7dWU7dHSzHknD2dUMc/5BqKcrOr67FkpTH8n0urm4+LCgtssuu+Ubd2YKVImkP3KUF+5xwtzNZ1f7XeROBz4PFuz/FDOfelx0c9We9myvyTkrHQfzg3Y354TkS371wPLR9dnqrp9ktyyQTJx0Qmitv3ptMdY5mu1mqko9cxXdHV2Zl5zc/MaGx2z7yPhM2K/kbGiKJTnKzLK2BFh3haKiATNkbq8RK2z37dqatw2oND4RFOrVk16zFlNTk5qw7p1uvSSi7Rx/Vrb+0KX2z+cnBgVNnJudto6btk0zfrWqYjQjO0LewlX+QMey05ilT5LFJVMS5bZVZMTnnOd9+amFmwrjh49Znu1TzPT88Y3S/pPv671Ictz8Y2+aqWi3JsPtGJ/ZMzcdfgQWVYoy3LjVBVrj1xpb0b/2VNyt4uIhBtjktzEJ99s/wWfAn99y+YtGm16XdZrZC8itGnTBm3auEH0r1pP8VMuu+wy63o1+SN862jnzou0du069226DN0pBC2G9of5eGaPw2ZMjTc10agn3RgdaSr836h1rlEf0aj3nMmxcdXNf/jcdOAX/yPLMsHLkZER72sNbdu2zXONes2ZxbCvvu1b13ax7QREx1f506PM9Bte4T/jgAtXxquYpkBEpLHkD+X0gW7gDP7LyLX3UsZwE2Vun3Cr1a070D4u9C81Njamaq1qWRyoOdoU87EWzj/UcQ/tWRc8jYjUJz2bxtAZnKAfc9MfPgLgBQ5hDcgy/98+DDrU9n6BjvC3brkueS80VWRErW/LtqVd9ayT5aBjHW5Y7moarVdUOCY14dhSZ2lOo6YtdAE/5m57vVwjIvEfuoDPsmW5a/uBL7l8gS60w2aBG/dt292lpWXTwFruc4TM4473r2X3xX9BnlI7z9E17tiFRcfNKAOYu+Ny7sGnbnlg/ohIdKY/MJwPvMENnpEMYR7GoH9hW5bnmSLLUl/aZb7PrRPsBfCFOShjDdTDl8mJCa1ZvcZ0aXrP7qht2Yrw/O6nyEzPvlrGcX5xXos+W8sfxgjzBR0FN/gor53ylXulD3VFUVGlqIp7CvMs05htGHgP2Odtf5cN5+yPn7cfhV4//czTwl/ER+zaZtIvIrNuVMQc+Hmz9i9PHD+m9JKSzzDQG1qyXoXSJyJSe2QrIgRu1IPL4IIdq1su5A80BB9kb3FxUQveDwbmKf4J44IvwD1tuUJDxqYPOkQZz8gp/Xqeo2Xe0x5dqdjmDCzLyjxhbvA1vCfVbZ+nVk/Zvqy1TV6lDes3iHPXhgvnnVHrV2Ebz4uXY2Ojxm3Rft4JHbI/ODs774GknvcJu/UqKlVrDXZRKqxno7Yzcz5/l5GpPtJUz2tasMy2+9JyR5pf7mvGe7Oyms8N5/SD+x7S1/7sm3rQvt/DDz/mGMu9euLJp8SLYHleJDs0Mz2jOSdtS4/FnNBh4D0NOcHX69kXg1Yt72dty07HPKTN4uKyWsluRcLX3RNPoA80X7R8LTkh3DbNaA8tqUNuh3zr2d5BC2wLgM5klqmO91PGGPZf6SvbpZ7yPFNEpH2B88Qbb7yRzt3Eg+jDHBEr9dyjK+MT46qafsgBY3FfsR2NCPFf5jkjwuPbApnPrD8xwv8rzePShMmsI+CaW5fQT8bg3k2MU54gwqMZYBprZhza0H7gMZibMsajX0RwSTaHsohI97QDqGROcGUc2mAv2KtZC7SFhsM61j8E2mFXTp06lV4Ypg/0RLbBAfmm7Yz3fvQNoE0a13ymHb4M5bQBeAa4p++cz36MCaTxrGesG5zAnRgbe8SSZfTta6At6yMewvjnfMZkbRGhIS9YE+1MkFRGf2gxOTmpwjzIs0xV87BiXcrdD35kkSvLbVd87djfxuvr2aGfc8znrH3gms+FzdFxtynMotCgNM8Hsr/eFS8tdC+8iAa+nFWwydABPPqWC3AEWCPl0AAeUE8Z64a2tJE/3APgHRFeCnvLQJQxHn3oyxj0pYw5KaMN9dRxpY5ygHt4QJ+ISHq3ZF2jjOuZM2fEOOCR6GlcMrfz5S0cqIsIUQ+tszxXRCTcsKfUZ3mu3PSVP8zJ3AD4MDdlXHmmHABfrpQlcLzE3dO/3ONBiyHAU/g2vKL/PEdcwMN2iI6pH7w20Jf22BHaI1/D62hzVGP2ZZA7fEz8xNWrV6eX5iijLf4YfhBXnod9KQOwQ6Pe02rev5mHuaHFcK2sF+AZHlEHjgDPlEMD+IB8ANzDD2SGOq4A9/RnTay7sE1mbHSQ/RI+nnPsBL1kDNrTjzEpow028Pjx4ynOwpVn9l36Ug/QlvmZi/UwF/TjyvMQd+ZmDewFXIdAv4hI8hGxwhvKWCttrUxv1VE+7MeVNgBjA13HY3keDMq0bzB3luWWS6nX7Vv+Sstk4XNNXbnpUQ7CTZBNyyK6bRnK8kyl8WB/8sQ+lVmvbF8pZ01Vn7fyPPdYg6QH2CzmHvIcO6G8kqtSK1S1U1lrVNN9Uc2V5fLgDGhkfADi4McmiPPS9aGp7UPfygIGacMYWEhZtHv5uWfoJsCh6tnp7HnDBFAGrkC6v+Doq/SxOgu6u19f1KFAzOGVK/dChoKY2egxF3WAvGiewYFnrjzTz/TxpUybPHMCJQdgz2fyKUw2V0rJye6p9IE3vN7M5Rys80ypTek+wMCOAFe5vzzvgHLfI7w1b64oErgyPyB/vCqapnXBgCGOmdfBmhBC+gP0fTtQNgTK6eMhxYYeEYoIMQblWZ4p85hDiIi04aPQQwA/5qPP6OioEAbGb9tBAbeB+Qh+3HPlmfmGkHlMxqcPY1QdrKlWql5fmYB24Dms5wpQRj93v9CuTLhTPqyPCLoniFi5D0VaE22Yjyvj6MIHGgPgCXAfEUleIiIJP3KEwUhrtOLJH9r5knhCP+SNK2sGMD4E7+QxIsJK2ktAHe3oDx7gE2FpsQxQPgTGY17mZG7uV/pCJ89cKuHWTs6jkrwzJuNVLUesleeBDQQ0GCS+DBSeq1KpKsvytEaPoogQ/egDP+k35N/QuFNHGeOwmSEDVc+TWV6MTfoXsUIv8AR/rh48yVelqKQ58jwz3n3TrZuueZ6LTWI4VvgkUNhgSaG2g8IdO7GMA0CDOSctAGgCntmF+SO8ygtgAfHYgwSMj8zKH8ZIfTwn5dyzJnCLIPB7RgsOOmVZbvz6aTM4cODN5CRj/NkEzjoBhoPA84kTJ5JTyBjQCdpRhtNIWe55KOMaEWlTHbYDJyAz/oDRM08yLka/VMQKT+ALQBvGRB64oo+UswZoDQzvwQFjTfKLv5n4jW98QyS89u/fLwLlx44dcfLujLJcIhk6Nt40bk0ftlYnGB8fU71uW14p1PBhsFqtSELuBuYhtOn60LJkee7ajozqkksu1vXXX6ubb36n3vnOG0Vg9ZZb3qkPfOD9+qnP/6S+9KWf18/8zF/RJz7x4/rwhz+od7ndFVdcqh1OtI6Njajfa4ufTpicmtSuS3fpmA+xzz73nPgW19Fjx3XeB6tFH8JHGw3LuWWnDB/apMWFZdOp8AFxjSYmpoyPee660iDLUWY5yrNCNduYUAgaQicAOcYWNZ0kI1HzYx/5sBNoH06JjGuuvtK4bdWqqQnt2LFVhfe40ZGaA3ertX7tKo/U19TkuHY5OHjVVVfoyisu11VXXqnd110nvv2CA3XmzFm98LyDt08+o3373jC9ZzTvBMHiclsqoeFAyOOig4JLPuzLSeiiEqpUcy34AMBBp5TX6IM3sobsK7yKcHeXgz+yQNsZJ1qOHD2qNw8c1CM+pN73w/tVKap6163v1s4dF6k5Miq+rfH0U8/oySee0hOPP6k9e563fB/Xmw4U8Hdr+BnRxx5/XK/u3asDb76ZkqVnz54R+zV7FoG2LIskm00H53LLNvKLQ0UwhbKzDlZAW/STbx3gLG5ykpKfZIUmBC+rlYrxGUlrhB9XXHFFohkHeflDf9YLHDQeHLygE4ANwhllXNoTDCQwSfL0mmuuToFB6LH31Vf1ysuv6FUnapZ80H/Kh/UH7r/fQdZphYkKsP9VnOAZc7BndHxcBAYaDoRFRJKT3AHXPM80ZZlcvWqV1z3QCculjYoINJa2q7su2aX3vf/92nHRTgf8RkyrjhOr57Rv7yt69KEH9Yznfd6J7af4NvXe10SSGSBAQxkvNxw6dCjNXbP/VHoPYH28NU/yFLotO3CGbWRde8wzvhH83e98R3ueedbz7BUJieetKy87MfHc00+Lv9PA38wiuDbwYaswn3ID9Ct8COk4AHHq1ElNnz/v5NSyXZeenbslRMvXRS0t+N406jiQt+zk/pxla8FB9nOW57NO5kHPIsvVc1APGQSvLMuSLNfrDduNulbm6Xi8ZdubQ+kbbmdOndb582fTfFOTkyKgc9tt77buXGE5vVV3f/KTIsC8ft1akWS//vrrtX37dtuXcR23Y8482E7KAOp/4id+Qh/84AdTe/RunQP2BLZJQEMzZJJvGG1y4pJE5aj9lYhI+x7z81JE3QcUeHDKB3wSHi3r22i9rpqDhwTLZ32w79unK2wLR8aaKovQe+68Lc17nRPdBKSQxZoDwqdNnznT6oknnrQ9nVCRV/T440+kxATfgiX5jk17+OGHnQxYEjJ+7NhRPWRZ4ZvQ69as1tVXXZloSdKXdi+++LJmbP/4JjnyvnrNOm1z4P3OO9+nG51kf8eNN2liasqyddTtZq1XS07WrrMtvlWbN2+1/E4lAEdoU6tV9PgTj+mbTqp+/WtfVd3PTzz+mI7bzg51b2J8Qrll5U0nYZtjY8ZzTtB+xrQ4aHsBvV61jtVqNetFX8jumGnL2peXWl7bsnl93rgsOplKAO2HuvcH39d+B5m+9mff0Nf//Jt+/qF+YDu1b9/rbnNW86Y7SeOW/ci2fZqW5TQzD9LhxHaHgBnQtj8gP3NtOVrXbnXV6w7U9wG5yKvpvtvpi/K2/YeugxGlQuwFXQcE+w6wdiy7bc/BlTWjG9jSjgM2Hdd1fKXTFrjDAAAQAElEQVQsIqzuA/Hcc5AtIhSxUsZzy3sS+sl9WZZCD6Cv1cH9en4uLWu26ZXcOpGpcuGaW4ZGmnUnVptqjNRW6DfetA1pqFLNnSztqVKrunzEu27mIH5fRbXmciUYeH/zdL4vRYAF2rW9zgXjs2QggTownh3rf8e0yIuKarWGeZUpsopxqWl2bsHr6ol15p6l21pysm9G87OzKdB68OAhnZ+e0Wvmz/T0nBP0La8nS4CefvSjHxXJc+6BpvcE7KnJpGq1YRtpnAuvzfPmeaHcUK3Uleee33DyxElhU1oOgL75+huadBD3A3fcpk1rvL8OurrYiU4Sblc7WT/u5GXm/bHrJGJu3pfWx/B5a9yy+fobB7Tn5X366jfu0Z9/6/t6/Mmnxc8LrnXwmCAGduOsA2MLTjLA+/n5OdulRa3Y4Cf0vXvv0R/98Zf12//p/9R/+//9fnp+4YU9evDB+9O361997VWdP3/OfB+o4gzuSLPmPXWbfvGLX9Bf/9IX9cW/+ld0xcUXKQ85abBaRW4+WwBqtrlT9qP6ltdatSL+fl7FNqRqXvhomPSp6r2Qb+ZPev8ZbTaUuSL3+mgHeEjxbeGK9YDyvs/AhesLP2eeMCvMjxyeSnnF89YKFZXcD6XxDQ0/6G7N9ql6wV8vze/c+PWsM8hSzzrRsB/UaI5KHj/Lc13ufXnSdqXu5FyWFca3qZp52bFueHk+99UdEJrSxRftEC/ErDPfKtVcmzatsz2+Re9+z61pP6x67Q3LeN8JqGX7OaOjI6Zj4STrtDY7yXjLrTd57Jrqjh1Mml4983V0rKmb3nmT3ve+9+ra665R07itcxJ2+47tHn+D5XZZoy7r2W+c93lgfm4+2Zqjh45p76v7NePE8Aqv543niKYmp9S1XqPr0IC1o7d5UfrY3lLLQfYufKpV7EtOWUekMD1rIw1ttP+C3US/+9aniBB7BuPU7BvLH/aNyYkxrXOQ7OSJYzpw4HVNT5/XunXrVR8ZUVGpadOWbVq/YaN1fCzZuhnLYcfK0jUwFrI6MTmh5tio1q1Zr4988CP60Ps/pE994lP63Gc+qxtv2J0S0Jfa59ywbo3wy7ds2az169clXl+ya5c+/1M/pdtuvz29nPP+992lD37gffrsZz+jj37sI7Y1o4pM1s1CWRYO1rYMbbHuCKlWqaYXtX1rWc6S3HXtA8SgVNP7+mhjRJUsV1HQ3/U+Tw4MQ5pkWZbwgE7ISNdxGepMnlRO2zxf6RsRtkWl/D/+JRtEfUQYv6pyyx/PjAV9CNRNT08Le8vY8A57TRvGp92wT6VSEUA5ZVXLPDhzD45cqUcue44r1X3OGR1tet/oKHMnxkdW+uiG114mW1uqje7VqppcNeX7jire+5re80aaDdUtBw3LCutFfpmD+5rbICuMOQTwZj098710LKhtu8uLrJ460cFxdi2Z7lxP2Gda8n44Zz9swWVV61/PMpiZjmWZiT1syUkBrn3zAnpAC+ZYciCb5yGtZm3X2b/nrC/MDz49r4l6AH7RfogH99ANmjFmad+0a92XwrJXT3yqVmvpOjExoYmJScvYuP2esVRWKSrK3baz3PK+Mq9l++F96yDrHoSU2y5klqV+adp63K71T/5QD5+7bgsOfwl9y22miEiQmwYV6xXX0muPyFU17/MsE75p33GaWrXQhJNWq63/fMMM3uH3dy2b7Ausreo1wKuI8J5dWh+68gyqWW469kGgG7QCD/lDn4HtJThCY2gN/bgfOJbXN18Zj3vaImvMxxjwqDCO9KG/NUBdr5PneSeBwIl2PMMnnoGh7EeE9cU2y/MYSQGczyLPZDFVrVFPsH7jBvGLPpdefpk2bt6k0bFRNa2/nC0mzKsRy2rT+/WIbRPrigjLcN1n/7WaNK2qXjs4E2TmHIo8g1NEmLeVhENmOudZ7j1gtW3Qettk64TXxngDL6xt+g8iE984jaKqgfnD3wGvO3FUazTVHJ1QYdr33LhzgWZztoknz5y0fZxTmZVyd3W7bct527wZKI/QwD6cHZ90jmu4/5qpVVq3dq22+6yw3snhzZu3aJ2TxUXFc3rsLK8Ival5H+Na8ZmvsNwA1JmV9qGWvVf10roiy1Sz/4/ewiuuFa/LYrqCQ56r0Wh4T/IavAdNTk6mcvgET3PXcw4GiMO8YZ93xn4zfGUc6JZ5YSeOn7BfcV7ITenBC+uC/IF+WZ6pah4wFuXVaiXxp2Z7khk/mfFc3U204T4ixJX24LfC5xFFxIV1rdTTHjyKomIejKb9kWdd+BTGAyitUxTRnitAO+rQUeSD+SIi4cCc0Ip1AqyD6xDkD2sasRzSrvQzdgg5B1eAcnQHXSBhAyD7XM86GUcidkhj9BhAhsELnGbRIZ8jlpIP3HOMaCB84Nz8K6CnryaIdSU05TM9L20XLgMXYHxiQjX7SRHWB/MY/I4dO+az1RGl86HHBrdkg80HaMGZEryhB7TiHrqAk5R5lf6/x6Mt9dAF4J49v2oZjgjzLleW58qhv3GqseeOjWty1Wr7EE0V5lelWlXFMgCwpoGkrveDnnnFPboKbkDbNrXlvaNjWwdtBtYFaEtd37a8571n4H4ewiQJLgmQRYC2yCbxCmjA/co4A+tkNwG8gyfIN3sJvKGMtthE7rEb6AJ8ZNzC64uINCfP4MC4zMcztBsCCFHGNSKSnBWmEZD7SruIlbG4ByJCww/2djg28zAWMJRJeEY9ZfQFtyEwPuW0YS3DPlx5Rjbw+1jzEPeIeGtdlNGXeuiBfcBPfXsfcIqI5K/k+PSWKfYWdA+86D+EcB02G0DGkK+ISEtlHOZ7O1BGZUQknFgfaxoCzxFBk2Qf0o3/FxGpPe2qljfmQsewPcwJTXq27awLGrA2eMx8ESHoRz+APgD9kXV0HPwpo52nS7aTvkNg/LfAMks5tEBeubJG6iNW8Pwf1xERGpZFhIYf+jAWwBgJvJdwpezt9TwPgfKyxIYq0UXKfAUizQOdsjxXmD8D+b+y9P9LZbnLcvsi1jH2N+IVPeudXJZXKypqVXEN830gt2dxXTtBEBPickXYulbgdLVCo+AglnmyiEhK2E6BjI6D373kQNJ+uCjayh+uwMpiysTw/7v7MNG9XOV5eBOqrAhn7sUE/vpK35WxBhQIYSXQiOPTdlIX3Ds2PH07lwMbmdLOyhBk4ngYY3RhHNf3DQO3AUoTq4RIbkFbYOCyIZTuTxXAfd/Gb1g3vEJHymmDEL5d0CiLCK8t05CGjDPsyz3AGPIH5hZ5kYS6YsPFWBifUFxYe5kckczPbIAoCJDubbAZC95BE4wG98wLXkMlYEzKPF36Rx+AtqwDaJue9Oc+IhLu4DxsQ3vGABgbvCnThQ/lAI+UQ+eBaYesdC1zXcsYa2Z86mkHRESai/FYV5av0A2cmadWrSXaZJZH+UNfYDjO8EqZTKMI000rH/DHkDDvSr3SXIzNfFyhEQaIenAcWDYpZ1z6DSwbPK+0ryjCkmv5gV7DvlzBnTZZlpv3hefJjUQk3BmDjSIiszEqrVM9y31NtEXc+j4IKjJEMekYik5bcKIv14hQRKT+eZ6ncas1xsg8X67sbfShnjVFRNJX+BARSc/Ak/VwpQ00pn1EGF8J2WM9GFGgYWeqah6ABzShEe0pyy23WZantSR5tFOBLCPHdePGPMgPBhxDzgbFWgDGYsyIEOvluWcnHR5QX/XGAMgfaAS+GHnKaGN7lpzkgfnF2PTFGdi///WU1Dt06KB40xDngjdsAJw8nCycBdozJn1ohwPCvadLdCqsW+A91AmuA8tCRJhPZeIFOINrxEoZ9/TPzR/Gho7QpbBec4WejAH+Q/mhjHanT59OiQxwYFz0mXWxqW1ygIhDAG15BiZ86EwwOaHNWzZpx87tb8Gluy7RlVeS9LpK1113rd773rv08Y9/TB/72EcdOHu36y53IuRyXX/9dbrxxndo166LU1Aqc9CGn2+emZ3WkgNpWbLPhdfrA2vZ8+E3NDUxqksu2q7du6/1OJelQxlrYe3wpz5S18TkuHKvedFBr7HRhhMsIw5ccXhvaHKyqXXrVnm+cY26Lhx0VSYVNeuMA2Jy4HrUQboxJwjGfYBb52TE+rXrdPHOi7Rt6zZNjI05aTrlQ0VdJF1uvfVmffSjP6af/umf0s/93M9o9/W7tWXTZh/KJ8RBbdWqNYmfHLKXnejihQmSXPfee6++853v6mtf/bP09+Xu++EPtX//Pp08cUqLDoYQ1Md2cHiGF3mWiQ+86fjQ3nJQZcEB37YDxsutxRQ4oj7Lc2V5LguI+JSmaZZnSV/z3OWSz5YDtZ2k7ftkiDzAZw5xyCoHuunpmZT0Ry6BeR9amRd5xMnlp355U/uUgzf8nVZke84Hk4o3fZKJO3bucGDu/br5ne/Ue++6S+9697vFz76S0Nq6dYuQN8ZD5nCu0YXFxQWhF7yVRuCaNR88eDB9m5Ur/EX3aDPloO0GH4QnLHtrnRC7yMFpDikkgKq2AXXrbq1SkY2V+IbLxvXrlXvdufVkwcGhgfV8vfst+bDTcnBpygGBER+G2N/hE984XZhf0KmTp5zQnre97Cb6zjtpDV2rDoZldmpGHFTjftJJ9IjSdO2Jt/2nZ86nA/3qiUmLU6Sg46mTp1NAnr/XumQ54Jup8LHiceqNqtasndK1116t63dfp8utPxs3rde2bZutWxs95cAB3nFNeR7eyH/j9X163Yful156QQ8/9JCTb0dsZwcOEC8IPh5ywpXkFQk2no+RXHSwjDfCTzqBd+r0WR08fFQzXuOsg1YdO4lcz5rvR4+ftAweU8v6d+7saQ3su5xzknzghAVr7HovXTKvlq1b+EAkLrGx6F7TARdkDN5RBl+RL5Pe+PW5WJfLRBsekAHaYKtWbMpECrZs3brVurPZejsuxkJG+KYj35j+jhPDX/3qV1PCdclrGvcBkv7Mg53jHvlA18ANmZm3bMLXaSeEmQ8ZIkmJzeV64MAB8XLBadtAANn+yle+oscff1x8i5Uk9jknSLDf4MK8i5adWdNr2TQcG2mqkttO2T6DL0m+BdefOnPagc6WHvE43/rOvXr44cedsN+vq6+6XufPzenY0VOamlyjO29/vxM6c7ZlA73jHTdqygEf7AbfFr/fSX3GJOGK7u114h2d3+2kwZEjh/TYY4+kvy/8rW99K/Ge9V5++RXa4mD8cqujBduSI0eP6QUnz9Hl1/btT3K4Y8eO9HfACDCsXbtGU5OTutRyt96BpYsuukhXXXW1x9ii3buv1yfvvlu33XGntrvPoTcP6+iRo3r8scf0Q9ssbEbPMmIhFQfxNy17o+PjlucNuujiXbpk12XeKkPnTPtXnFC9/8EH9fgTT+j5F18QL3PMm35Liy3h9884gNuzzwYPxyfGNTrW1OTkak2uXqsNtqmF9a5mWudFxdOFGg5iLS8vOZg2rwXLa9cyyib64gAAEABJREFU2ul3hLIv2iYObNuXOw58ubwvB1etaz38cGPk845k2zi4cL/UWhbJV9YAvYFl6yk+A/sL9137kB0HM7FFEdbrUkmuO5xbzHvKhzLIGmgP0J/gwVDeKQNojw1o+0zRc6B+CAMn/wCesfNdBwgBtgCeqeObdsgB90WRmR6Z7RQ6Fmm/KR2BRhfBDZnP3Jn5arW6aoZqteY9rKl6bUQDt7VJVFbUTA1Z59pq+czVsvx0u311nWClTWabOudkJi+tjI+PanFpXqdPn0j2AhxGmg3lblOYL4V51HZAPyLT9u07NDMzq0XbmmNOwqNXzA9/l2xHpqYmtWr1pP04Aq/9ZCNy71VFtfBaCtWM75j1vGFfcGJiQmvXrRX0e/CRh3X85EnNLizr69/8C337O/fohZde0l133am7P/kJfcH78Sc+bp/jXe/Uzbe8Uw0Hj1evWZ3m2egA8sYN67XOY23dutlB/VHxEkx68cWZiSyraH5hST0VWmr3DQN1+rnOzSxozvI6M7+s+aW2n+d17ORZtXqljp04rcXFtnELvfLaPh0+ccJ6t0+v7zuo+emzWjNeqD17VtMO9C07OV3Ncl2y4yLdZd16x/Xv0E3W/c999if1k5/7vH7q8z8lfj77phuv1+X2j7Y4kThlv2a0WTffamo64bjWe8b4aEOrnJibsK6sMk967SXVLQ9jXuuo9WVyYlRrVk9qYrypgWUsz6S695uy7CvtPbWKFpxcRDZ63gciwuOPeA3dBKEVecqyTJnxrTtoV5YDNepNr3VRfGscm8ieg13tWZCwxTMOCKMzmXWstANdFLaPvhIUXrQ/MWsfr2PdnbSe3/TOdwg5WLZP03TAGd1bWlpQY6RqqJk3TeV5phMnjuuZZ57W7Xe8R5/73E9otZOR2+2T5ZHprG3t3r2viv18wmM2jCc+6HstC2ucKJ+bm7YtnPdZdpDWlWeZps/PquZE/prV64S93Lhxs/2kqnW6FHv6L/3SL9geX+9E7oznmjIdp7TRMjO1akJyCAR5mpyc0IbNG02zmt55y40p8c4esrKGJVWsD+xtueWZF1zQR3c2noua8Z6y0cnNLU5grHWAnzbnpmc0KDOxJ7d9LuNb4ezJrXZX7W4fK6asUtP+A4f0re/eq+eff1nHjp3Qn/7pn+p73/uevva1r+n3fv/39JD9An515KB9qHWW8UsvvdhrWKXDR48nO33w8BH97u/9vp544nHt2fOsZJ5Ojo9qg9cHHviWPcc3MtO9b3tU2HZib/q2n30/yx/WAr+zLDN/8gQRoYhwrdI1IlJ51b4hMhAR6YzZ9nkfe5hkwzRiHGjGFfkBBwD61W1PGo2G6ubpwPsD9fTj2rfMYgt04UN5x3aaMuSPecCTK1CtVhNedY8J3vgGtGNegDb0ZTjmB2jnJZqXmd7z7luduH+Hsizsx7RoZtJ5vbahZT9876JSac3gzFgnT5xOMtXp9CxLC0I35uZmxbcZmRv8WCfzMD9zAuDKGBO2eezTQyDJNWUfeHR0VPSFjtSt9TmlYRsZWW4Z71unWpbHjqopIVTxujMNfF4FStu40jar9LMxdl24/ZLrB+keWgDwhDmga99t297r2qZvy/xDngeDgao+a4M/9/i2XKHvwAPjf+DrLtnPZm18k2vfvn0CDh48JM7D0+enddq2En/t1MmTOmM/bNr+AnsvczB/mzOP90mubfugrBl5qnnuPM8FfuDL3AD1lAHctx3QNTrK8sy86Bt6plGXItNoWcQdmk7aVbJMHZ+pFu1bMvfI2KjWe6+A1hFhvexaDiqCN6X5DH9GR0bSuXCddRibFBGJhtAAnGjL2vFBOf8xKbiDW+kdl/s8yyzfNePVp9r39XStee+j74L3zs4F36O0rnoKzyFl7iePwZpLI0TbJePOmiPC4/USrtAJXMGFdonu09PpG534tfiW8BpaNi1XyBPnqY0bNuqyS3fp3T7Dvfe979UNN9zgPXOdWCs8xy7g+1drVdvOwmegfpIh8AG3ln0ArrSdnpkWZ8WWk1f8FDIyDD7MR33pdRVF5nEyr620DoXXJ4/XS2X1etVrKeSSVD9vH7tjmehaJt3IbSPxJs8z9b0P9VxeZLnWOME02RxTz/7Mkvfd1vxi+mn2JeNx5tx5nbWs9Uw7TyiupWlatX3oWbaXLed91/GSBrLvyY1LxfOHkA90GRuCPkD7gdvSjvu++4fHcmN1bUu75l/PvjJ16AGykee5xysS3ps3bxZyxtmNP3lzwjoBfUbHRlN5RHioAIWk99gW+DrmmAQ2gv68QLnJvvLk5KSoQ7YA6MtYdIY3XCPC9Kx67xpJ82fGFaAtsgJf6Vt6TbTnSl/aMBa4swaAddIWGLalnrbIYse8oB04A8gA5cM5Brbr4Mu82DfGh7bnp8+btQON+myJvLBW+jIe/Yc4gVdEvEUf1gCgg4wJLrQf9sPuEuuCF+ADnoxFH9pzpU+W56IfcYYpJ1SBmmVj1DSftA0uqoUKy/646V31HpVXq6q4vmF8eW553cgP8kS/utv0vFbsCzQzwqrWahppjiadB1+A9VMPzQBwA5+IEHVZbhm3fFFe2LcaWHfQ+3nHhGhPW+SPdS44bsGVdUTEiq20HJZmFDjl7g8ezMd94TUE45vv4Dqw3e947+rY/yh9cCoV1vPS+3jfvMGCSYOy9GhhOR1TozGS1sJ8Q/qCJ3SmDHzr3svBExh4HZTXTTfsDrjDA55py3N2QTYjwmqaJ3mFDtRTx/xARCR9ojwiNPzQZjgOV+q5AtRFhFc1bL1ypXzJcTLwRm6GuFJLv+EYPLMG5BIbv2i7RFvagCMQEaINY9EOgCf/I1D+dqCe8bAxyCsAP/G74XfbNgzcAGhN+wQu58p8APUAOMALcOY6BPAdzks7yof4w4chP9BR1sPaGYO24Mf+gf8PTHs/p4wx0xi1qmWiIXSdvpQxPjwfAs8A+NGPtfQsoxHmi+HtdRfWk/Zv7mlP/f/EQBB8G9CG+cCZ8Vkv99ge6gDmB7in69uvSPrbn4ft3l42vKdvxAruEcGjIuItoMBP6Rk5i/CTgfLhuNxTBzAu5eCPXmcgjwAAEBsBQTC4H5Z1vHnRCWAQrgwwJBoTMDBl1HEfEUnBYBJ9hlfugYgVRCNWrqlMEo5kZqe4yDNVfFioFIVyP4edE1f638AKgMH4S2CT7tix615w6PT2j8cfPibDlGVKuASlpccCBno7zpnbRHhGGyPKE7h5RKS+EeF+g7eAetbetUPLFWCM0saU+6437NLGKXO/qg8pJJfyyFJAF9x5A690ED1TiHtgYOMuG8xwGeWZ+L8EGeiD4MGj9nLLBrSXNnKEcAjgAiD8CDYwrAMnj5TWUnqN3HONiLRJwcOISPXyhzoUdWVN5VsKQztXi+uwDc/cvx0oAzDtCTznsJ6+ADhxfTvQhn4A9TxHhNi0IkJ8KAMvAL5GROIl62X90DEikhODAcJwRBaJZsO+9KM/QD+urJf2tOn5cMj8lA/ME54jMlUqNfHp+YCdZYVvw4eflumD853ZWDU9b8ObWMPXuttXTd+B5x4YR71FN3f8kX/MIy/P/xIPIkKUAfJnYFlCecEtIlwXb42VZ5Yr01dv+yAr0IIijCdOCfesibEYhyttMPby5GNjEza0o6o5sJFnFcllw3ZcoVmes+a/XMfb8YsIVSpVr72mCK/EUFj2Mfz0BUXmlD9DucQWoSsRIegPMBd4UQe+8KRpp4ixqnZ42OhZE2OBO+1xRmhDOTix2RGkpw1lOIYR4YN3O9ENPeLQSJvhgQankUD3Ew4y8zdCOGguOmHB+OADztCRa8+HBHBjfK7gSjueuSewxVgHHUQhqLPojR2nnDH55ilBL5PBctFLb9Cx+dOHhAKO/K5du4TTykGqYpoydmYZbjrIReCIt9t3O+HD4er222/THXfcoTvvvFMf/vCHE5A4vf2O2x3wul3vetetus5Jz0scDNy2fYs2b97gIPtqTUyOOUhW1cAJ0oXFOfUcAM8ymYe5eVi1Q9ZMUGV+68CIA+gk4667bre2bdvuvqMp8fbII486aPRgou3Uqqk09uZNGzU22tSY+bbeSYLJ8YYPujXVaqFms6LmSFWIUlHx82hdBMY2b92otW67c+dOfeTHPqLPfPazTpB+VPy9NH4e9m4nEz796U/rC1/4gn7+57+U6kg2cHjh8Cx/2MvgVUQo8z6CzMmf0jerV6/Rgg/D3/vevbrvvvscAHveSZo3tM8BVxI3b755UMePn3BC5ZywuaOj45ZJ9LdUnleEXEnhNdQEDwiOwSPKa3ZUwH3cgVZkpG6HFOC+6UNxrVbzegspz2Q/2LYAqyh/wkGElm3IknFbEAlMDtXI0LlzZ3XeDhE48RO9zz67R/uchDno4Mcx48kb8AsOqrcccG87yNezzZqbndNJB0KQvf379ztQeF7T587ooQfu11NPPpnG52/uPsm3L59/XnzT8tFHH00vHEA75BA9WLS84gvwzH5z1sm/404GLTrpwpqoo91ZByJPeL6Dh970wXjGgdYT4ifQNjigRBK6WlSE/LR9mD/rpC9XviU5d35GeWTq2EmmHfTh26781DLyz/gjDo5wGMUmTDiQlRK3E+O2USNacJDXrEi8gFbwlyRrz3topWqe2V627MPAg2uu2a3b3nOHbrn5VpFI5htZ8BYb8cILLzqQ+aROOMk6b9k4deaskGd+KvmwA52HDx3WY488ph98/4fa+/JevfTCy9rzzB498sBD+taf/YW+/Y1vuP5hvbjnOT14/3168vFH0t9tXZifNR+OJ/04N/x5FSeFzpmfcz5UceBYdgAiLA8EAywIlrWKsjxXRFiH1mj79u3WxYpyl1FfZV32GUrrImvGDrW9RmwgNoh7nGn40rN9oj28AqBPRHiOIo0HLTdt2uTA7mphY7Zv3+a9q8E0KXENzgRcDh1eCbRBK2SCOahjDuzmnj17RAKRb9H/4Ac/SIk9kjTf//73RcIVO4p8EZggqUxSlCQedcCTlkkAmUw66fFI1jLmK6+8nOSJOZkbvUZGm7Yp2HNkgsMF9CGJuveVV7XsABa0wQ5nmeXLPmI9HZx7mp6d0cGDR92m66D/jL53z31amO9o44ZtumjnZbaLOzRwomZxgUBdPe3b0I2kMklPbC0vpUilwAHd/4ETmQQe+bbdu991i26++WbxDWXk9rSTNSRNTzooueRk1dhY0/JaFfxa8mG79CFl3jhdtHOHxpx0mTl7VoetR284yPnG6/v1+v7Xk34+cP8D+gH26sWXhIyuXb9RNR+C16xZp02btyTb8exzlkkni19/802dPnNOJzznoUNH9MRTT+uee7+vP3eSa3p2Xh3Lz7xptOOii7Vm3QY1mmPatGmLE+a8qV9aHtba9jeSfYLm4N02Dflm/oJtzaxld3GppY6DotBm0c/IIfRu2OY1vA70Fljl4Bn6x2cm+HYAABAASURBVD318Ik+de9hjnlrCG0CXNbbsO9PXdVjFJb1mm0mAK0Zg/5ZlkuKxBuujNe33evYBkJXoGX/eIgT157pPLBfXppvWZ4p9zwewk+l19HRwP+1HGzpuU1me4UnV0aWAnpd25E524UFj1nacLeWuyKgQXKz5aAgegcO2Kuek2TMx1rBA71bdjK5P7A8VXPT1DM5AcK3HRsVJ7WcnF013lQ9D403G6p7zeE5yl6mjvW3qBXqe29GjwcOunvz0FKrq1f3H9CjTz2rF1/Zq/pIQzUHN9evXaVGvaKmk3sdn4l6XssZB2kJIFUqNe+r6/TsM8/pmJM4MzNzTsQfk5wsGh+f0JWXX6Ybb9ytXbt2Wn5v1Ac+8F4h5/yE//ved6fe4boPf+TDDuZeKn4O9cYbb9RFl1ycZKfMcq1au17j5vWMZXqtg76btm2VrHu8aDJw0ufcudPeE846EFc3rjWxb/KTvpc5sbRzx1bbnymRVMUerXEgvGrHIM+8dvvYA9u6vpMjnfZAS4Z+2F/J6qo2muZaJUG/NC1dPjq+yjSuKKKudid0/uy8uqZbXh9x4rWv5fme7KRo+vQhbd+8RqPWodJzzJ6fET+rvsf0eWHPC3rgvof0/e/9UH/+9W/q/vse0PzMee+hp7W4MKu1a6b0jht2p6TwzTffKF68ueP2d6efN/7oh9+vK0zDz33mbn3pCz+rd9/6Tm3bskEb1k1p/aoxNYuBpsyf0ZptgGVqbnpOfRLEc4tqO2E8Yj4hW8veE2etqzPmEzYPWer1u+p0W8JPm5uf1szseSdQ552IPKPS+sM3afvW07B+l+lM2pVZIJKlc3MzQk4B5BRQbnr2F2UyK7Mr0rcsv/jC83rq6cct932dOzejxfm2+p2BFuaWdMBJwxMnTzlhPm9aLmjTxk364Hvfp5NHjurI4YOeKzxHT912R9jiasV88LhRlnrFdutP/viPVVoPdl9/rT7/uc/p8st2KayB/MOmnzp5RqftY+x97bX08+bY8CTH1oP7H3hQ7B/oQc02ATtadyL605++Wzfd+A61nAw+7SQuScYrr7xct5sf5x2YZwx0kL0Om/yBD7xf73vf+7Tdvuv4+Hj6du7nnQz+xI9/TO+96y6ts8+SWZ4bI6O69dZ3i5cWetaRaQf+a5ahge/b3YEqNe+TJtybh45q2X7Xzot2aXJqVUpQkAjG5oErL5JmWSbuS+vjwvy89r/+ul58da9GJyc06fnWb9qkDry17bjl5pu02j75Sy/uSX4Dfg+0aXuPlz+sBfsC/5a95kajYZ2vW69GlWeZBqZVaXtVKQoRS+EczLcnoWM3yUTf/kRVeZ6r57bIA/dlWV547vkc21VEiLkjIrVlftpSBt22bt2iRq2iEdudibGmxkdHkt3hpZme7VUU5qyFim+pMS80GPYftS/MnIwlfygfGGfKaMtcPFPPNSIS/SqWJ8YJa/zY+IjWb1ij2elzjJDWVHoPYB1eioQNtd1YeS418P2S9yz0Kse2GJCjpv2ItbY3mzZtEG2hbUQkGlDPfMNy/B18K/xh6A9f8IMW7SdHRKJfRIhnfCXqhm15pg/jGeFEX8Zf4V9DfOsLXwbacgUnzjTb7f9NTk7aPq4R98AUiQPzd8n8h4e1el2ValWFYd578bJlpdv3DmZcSsPC4pKWrdulZXdpyfrsxG3HMjvGvm9bPdKoq1bkknWTfanw2BXLEusGVyAiXF+mNS55vEWvuec5cu9h+AED8w8AH/gJH+FnRKS1RphrbpN4o1DuOXLLYJrDhfRlXui0bB+5ZZi17eN5embGNmfO66vYX1mT9jv4BJ022/cZHx1TpagIm4O8d1i/ZV3+QG/moT04gV9ECJqO+mzKM/KW2l1YMzjlWZZkjvvBoEzyIPcDN9qmcuuzVFpPctd3vK0sW876ajYbGhtvWi9rxmBgueon6OGDDHoepjQdu6lf2/7/jBObjEd927gjJ9CXudo+M5GUOegYwqt7X9UzzzyTfO2vfvWrut9nDWRsZmYmvbw3az+yb53G5xofn7Qt7idoNpuCBj3vEUbIuJTGIRKgU8ga8zLnwHthzbQcdRKGa2md6tmeAy3zfcFnyxPHjgs7hq83YRuaZ7lpn6teLdRo1DxXmCwDRdmXCaJMUq1a0Ui9pgXjOOukXMPPjVpVVdsP5K9e8b1lsMjc2nJSmNZ123mbEA8xEPqBrsCLNn6a19m1/zlw27bxa5lO6FNumWItkYVa7SXxwlvHPtbAdM+LLNG9Zb1ZXJxPPOtaTkqPgRwgTxHGXSsfZIbymvULveSe89Ds7KyYa8Rn0+F8yDy0jAjP0TMdGrrqqqu8D90u4jI3OPGNb4PsMCczwHPwH14pbznxQh1j5XmReMR64A31hfVmxPysWtcjItXTFoiIRCv6MyY40Rc5oi9zUcY6Ilbaco/cUSfrIfiFeRCxMjb2DqAfY9L+7fepvdsy/pBe8Id10J62jM2VJHhqZxnnGdrRH3wZd/jMGulLP2SbpBC2FmBc5Jn10o92EWEfZyadgdAd5mB8+IOer7Z9n5ic0KTt5sBrrFSr9qlLLVuOFnwOIlGPr42trCBzpju4RITAD3yKygov5E+EZct8Yh5wRP5Ye0QIvGhPP+YvPBY45lkmyhlX/tAP8K1MaS4mf/kWUAewDmjDlXHgFfRlvpVr1zLeVtd6ajPl/sjfQH0eIlNuXeastuBzW8s2v9Pti6Rkqcz2DV3N7UMuCjyb1vl6ra6KZSxzX+YAWBPynlu3uEf2AHwceMF+zlopiwjRjjrKqadPRBg3z2o6QJuIv3yOCEWE+ESslLN2gDUDw/vhlTK5S0QoIsSYQMRKf+p5HgI4De/ffo0I2wFo2DIdW7bh7fQMvZkrwmMDticRHtv2Hr4jh+jVovdBZK7l/Qpa0S8iEg1Yd25awj/6APIHWo6NjTmuOiroBD7MBYB3hOexnHJPmbu89Y+xmAdgrmEb2vFMPWWMCT/qjXqag/VTP8SbK23pR3uuPDNu2/oJrpQzjilse78g9mLWShvav4WUb0rLG+NTPry6OPFmeGUs8AC4j/jLddKf+YC3j1F6jy1Ni4j4ER7Ln4jw/5XkipuIlWfu6QMw1tufKeN5CDwPgbKIlTEoYx0AY0RE4il4Z5YFrqwjuKcBAAEhHMA9wABcISpX2g07M4n84fr2Mp5pB7ha1AERkQgasXKl7u1APwAnYOgEDXz4pmzYjnuA5+GYPDMXVyAi0pxpgb43hdPGQpuQEg7UJchy5SZCKMRn2D+3sciyTBGUl1SJOx65FtT7xv9cXoryInd7K1hpnHsOYHBNc9vRTOtxQnXgw20olLlDhO8AP0dEMrAoHYZ2SHdoDvA8sDBFhNLH/xtc2PgR6CF/wD8z3owDVKsVYRzdPG3stEMJuDIu5YzT91gRodwGn37yBxoAKDw4Ma6LvSQcwF5yzpiPMoBxaD+8H9ZFhCIi8YRxGB/lrnhToj0QEeIz7MOVNQOMyzNXcOaetgD3lHPP2OBa8UGLe+poz+GRNhErNGZu6iMi0YR21APcpz7eXCPCznBTbCrQeM6H6LY3oSzL3a9vY9vx1XS4YDwiwsaqASqiPQD+zJUjL+YLV56ZK2LFgNBm2JZyBgAHcOE5c78szxP96M8zbcwIWdxcnos1l5YPdJc+qd7/oxygjDGZh3twYCyAe+jGZoeTynPHgRhkFeh5cwa4B1cAvWTymp1gxi9t5BiXa89OeNcbNbTq90vLdSXx3+gY18wbdzXRdWSkkTYRHFc2Eow6+MEv5JPxwE9BT9kpracb1sic9GGTxkkCeK5UqiZL6QPjcpLP1N+9wKthB4HD55o1q9MmyRj0r9qhwgFY8OGTOSmnH2XU1+xUsebl5HgvpuTCsjdM2nPFsQNf8EK3uLIWErMkw3ibkbfRSSKQILjnnnvSIeiBBx5I3/AjefD000+nZB7t+SlJvpkFXhErMkLC59JLL9VOJxZ37tyhbdu2affu3U6Y3uGA0F0Oft4gAkfArosvcv1mB8U3aN26Ndq4cb3Wr1+nVVOTCdasXa3VdibHxkbTQaBSrSrPCpM5s62oOhgzpqnJ1RodGVPDQaOak+nVoq48CmXKVWQV1etNBwpaeuPNozp5+rwTEwvi7+ft23dABO3nnWSDdhMT42kOaDjl+bdu26JLL7tUGzet09atm7XrsosT7nfeeYfe//73ei3v08c+9jF9/OMfT9cfcxL1ttveI9a+yQnZHTt26IorLhc/Sbxu3TrrYFszPoBCc3ghf0rbMhyblg9VFQck87xiOZvQJbsudVD4el122WVOFoxbBvpOZLR01EnBubl5oVcTExOWzdH00zmjpk+j0bD+17zehoZywRXeoCd923NkY8rBs+uuuy4leklWc3i6ZNcluujiiz3vJeLnS3ead3Ufxno+/DVGRjQ5OWm8RsWBqO7nER/op9asEWNnWWH5LZUbd/QIneI+IlNhp7jZHFNuW73soD7rxIHucqAsZed5sGKXvO8g99Cm7zlPHT+WktyHnHzt9tqadlCYA+GCg96sHbyGsix/0AVkvOVDvh/FPd+OZazCjiG6SnlEpGAfybTCdgpeNZuj6Wc/66bfVgc5CGwMjB/fUNnvAOnLTlqWtpul6Tdz7rwT2K+pvbQskjG8ZABevGDAmPB50gegMTud69atNc+WDUsOtp4y72eTrZVx6Hp/Rf9Ysx9Xym2XwLVmGW+axnmWp4PTIX72x4GAGQdpFn244OWlY4eP6cDrb+r8uVkddGD03PlFJ2n7OnTkmPgbs0864fz4o4/r2aef1Wsvv+pE12GdcUB52YFwNKNqfmSK9PNkbdOs3VrWwuKCk6gntdcBUxL0R44cMm+6mrL+5VlmGewKnDmUt+24QlOu0L6o5FrhC4HwlcAc7ZBz6oGWD3K9FJgZJPlkrZTDc+6xYcgTMsrY8Jh6AN7RhsNSbr6BB0Hn0068HTNt5ubmnLw/b1ov26YOkgO96LWCA+MhK4zBPX0ZH3yBGQd1gOOWORKmfBP3oINA6CXj8wLJkMfUnXQCnjrwXr16tdBD8I4I2671IqmOXBHsYZ9Cj7inLc/XXHON3vWudzmZcW1KXl533bW2O1VBw9WrV9lu7tB73vMu/eRPfk533/0JBzbeo1ud7OQndnftulwTTrw0R6xTWcXrbenFF1/RV77yNfGT2qfM43Nnp1M5OoYeQEd4WPP+N+J9DCAgNzo64kTsTl3hhBQBk7qDRuvXr3cAdK1xqeriSy7RJbbjWZ6JBMjBQ29o2kHgvoPnPSdH3nzjDX3jz/5Mp06c0GuvvuqE/cuWx7O2uZl92L6wPTZvtrVH9NIrr2jv/v06bvwOHT7qhMc5B9IOpHlOOXF72GWvvbZffCt1YLmsOlnUGBnV6NiEVq1Zq5oPVxMTU5q17SOpP29Z7VsnFx0oazsoxVrR95blMoxvxclCSO6YAAAQAElEQVS5KHKHr0tDIZII9fqoqt4fOw5EEcyjjzxXHoUP9aWU5b72hB2QP5l1ZMwJu1EHPbGZ475vjDRVKeqaNA8qToJV84qK8Dz2HWrGuYreVirJLtdqdWEbV02tVZHXVW+MqzfIlRUjPgCX1i0lu9mzD1KvNZVFYdkN61nfdT0n1TpqdVru43sH1kiatuzrtH3fc5Ctbb+9Z7vZMZEXvX8seu1LpsUgyyTjPohMZZ6rZ7vCHD37Rn3PNdQnZBbZrJkmHkI8Y4/gG9eV8oFx7CvLQwMHGYsi19joiJqWo9I4yNRlOr5xPgAX45tF5kPsfIKBExSy4zdw2/Pnp22bXhA8WrBPMu19V27bMj8WbNexJcsOEjFOuE/ps8nNt9ykiy7a4X3pIu28aLvWrV9judypNU7A8qsUu7xvXXrpJbr88ku1ecsmsWfv3n2d1liP1tp3WrNqlekaGrM9zk0LfgkBvwX9R3+ZEx3n+nYf6OzZs8IPGpgw6PvRo0cd+JpVRCSfivbUZV58afpiU8B9Za0DUbfSpifKMrcJ33VMn8GgYzlb9gq7btfzuDPp21UEenvmkZup8L7J33EDN8bO8kybN2/Sgm1ahKnDeLa5JO/79qUXlhY1Zxp6sZLbdmxnkY9l0/a551/QPu8VL728V/c/8LAefOhRPfjwY/rhAw/pG9/+rv74K1/Xt++5VwcOHdF3vvd97XvjTR30PtK2rEysXquJqdVO/N0o9jbOhoX3UykUEcpYv2mEXZXCeBfiQzll0IZngHt4kGVhqVGS8QUHdZBrdIxvLfGyG9+y3OWE95bNm7Vx/QZtWLdek/Z1OKf2vS5s+fjEqNrsJ6YXdujlF5+37vTM56YYPMpcuQpZhJT8Igdys0pVHetH1bQ9deykjr95WA3r6PzirMroq2u+8C30I8eP6PCxozpx+pTO2V/j238kYI8dPqxHH35Ab76+T5ssh1UHuWu1iopqrop9pVa3pyXv66pUpcx0yCtaWu7onBPPRbWuyAudnV3W7FJHX/7qV/TS3pedZF/WIEpBh0cffUp/9Edf1Q7b3aZ90YHpVLHdw6+4777700t0fOOOn8PveNzN6zfqa1/5iv7dv/0tvf7aXmVOKi3MntP83LTt/7LXlEhhXh7xWs5oxrbztdffEL8occYJ28P2JRftkzXsO447uYC+b3OydrPpfqn9zosu2qldu3aJvaxtu5PbL5m0Le70B2qbD2WWaXLVVNLPe777LfW6S/rYRz+ktv2Jp5560nSva8LrGLWvWPPe0/BauLL/VIpKsivc41uu8j7KHgkeddtRZAwIy1TF9rTqueVP1/KMbEVE8pn6tjkRoSzPRXsA3cPvQG+olz9cF3xm4hsP+HWMQxv8hln7DswBUB6me+HxmpaZuvnKfKNOpLKHrl+/XpTRNiJEmwnL5ojt/irbGp6pb9iXBGfGw9Z0TL9F71myrnQtt9iUyYlJmYQu6qu0oGI3M48pldaNrqzinqthenbt28yo5cTispOKHZ/rZ+wLgn/PvjJzAuhXRHjMzHtIV3zQt4gVvQRngHYD4xGxUs766E976llrnmeeu66a9wbaQz/WMgR0ENp1vAdBZ3w71kk5a8Mvpm3be9KidRxcqS+Z5AJPoRN0g1bYZ3DgijxQx4tFszOzWrav3beeZyYWeNOe+bqOe2RZqGJe+Z/Yg2pOio2Pj/rMNGp5yDTi51U+u0zyqwTVmtatWqtx+07rV69X1bofec37bE9t627f/gQvIYT11Nv5yr5p29o3I/q+gnom09Y63rEcspYs8/5qGZyfnU80Z41d10PHrMh1fnpaz+3Zo4ceeVj7X99v/2XOPtR0+jYnNCFeM+Kz/rjPIGutA8wBIMesERjSHjozPgAdKpXCaw7LSam+5QA+5Z6TvlmWyZWib9+87pl+0LS0bNE3z3NVrFe0jQg3DctXy2eaRdusJfGhnnFqVc+jEC+S9kzzPM+0ZFleNGCTe/YHeRmkm/a2nvpOfnKe6HtOcAIYD3lgbk+niPA2lQleNrz+vCi8p6/Vju07ktwVfgbkT0QoN75V2wDW0PNa0UPK0OmWfZ8lyxj4IkPyB7nLTAP6IFPobs8844Va7GfV9mfM+l32u2ral1lvX2HThvXi1xsucrziIl7cdiziht3X6iMf/IB+4tOf8nn/Tvv3a72+tuZ9Zjh18rjOeo+Y4xcSrNOl180LOBXjK/tKC05eLi7MSZaP8PMGJ8d2eOxJ+5EjtnHrHRPgZcSNGzakMxa6hu/TNY17XmNm2a7abhbm6UizJmIjmzZu1Kjxjoh0xmHN6CFrjTCP7D8hJ+hQ1fyFDjwja9C/ZTzhQZIL4wU9oRm0hE/wY8S2jHGxA9u3b9cVV1yR9gBoST3tudKGPuDK2Jy1SGDmeSbaMDZrYhxs5Jj3GMamLMsy0RfIzVvKhvxmPGTHDWwbB0mvGB+gPbizhtL6yvPA+kmfjulGG4B6xmU+gHrwQ16gR2prPaWcthEhzt2si36sDRwtSiqtP8wTxhkcKUf/8a+wC0s+O8u8GvE+xzfQ1zp+VWevA7x/jNr33LJli8a9T/S8b57w+REcGDu1s41lXui02jaAfRBaI6PYBuqgZURoxnKHDwb+4AT+XFvWAQA+s8ZF68OyeZ3qTaeISPsCuEPrLM+V5ZkUEv3BBznCftN/yf55z3sS6yoqhdDP0rajb1oAmWnBOJRDkzzPk45GeECtjDmwzWRsINw+IlKbYdu0Rus0z/AAiAhFhBh/CPKHMeAra2edbfst8rqgUbVSVZHlwjbnkalqv6uBvzWQWhfiJeH7rAzroq02xt2XIi9SvwiXG2reD0Z8vmvYHkFv5vfUb+ETERrimHu9w7qISG14ph75hO7DK7hTDlCGbHNlPQBtaUN/xoWeAPeU0Y829AEnZBP8qqYd97QFaD8E2gU0VyT+Eg9nnP8J7MulMvOKuYb95X4RkdbL3OBHHfNwD95tyxxyCLQsawA4yp88y9O8PNNuKJfIF3I2bEs98zMmELFCyxX8V+49nHhmbtoO5wOvYR313DNews1+R8t+KGUA/agDuGcuyr3MNHbEylwRK9dU5/8N20VEapeb7+AB3ZH/unUcOxsRab20ByKyH5H1iBAf6pgf4DlipTziR/tTR9sh0P7tMCwfXod1rA+gf0T8CA5FUVFRWJe9BvhjX6eSnAAECWBRwwYQlMVCZDYRrkxCufwZTsyVdhGRhIVngLYA9wD3Q+D5/xoG6nvjg8GdC8aZxdCP9p5WESFwiFgh3LBe/kREqo8I4UyLjxXdnJFsLMLPGXVZ5nZ+8D+cxswVGf+zEpQ2emFDV+SZqpWKoRD3kdrKBMwNhXEIjxFibHADD2jEFXCNe5SedmAHvp2cK+iI8YyIH2FMxIXW3sgiPLuvjEV7FAcYKkwEfQvBLwSQuQY2ylmWpTIMAxsGxgx+DnkDjigGQJ+ISPjjcFDnhaw8eyzGWymT15mJZ/rQl3KA+eQP9+DqW+UWLq7/VxARaazcwkdfP5p0ZQJd+FA+hIgVOjA+ZeAADJ8jwvhK4AX8/9n6z2DLruy+E/yv4+69z798L73PRCLhbcGVAcoXWcUiQaqKJbIlFUl1D2ekkEip1TPTUs+Hie5WTPR8mJhoaUIhtSSqRbmQSJX33gKFggcKJgGk95nPm+vP/H/74YJJtm5h1Tlnn23WXn6vde9LpmC/I7ogx9zTFhHvBBGM5x1X6AowPiIST2iXPzg9gq+xt4MheME+wYUr/MAZ0T8iBC9Yj7k93Ac4Ej/c/RmOvGP/ZVkZd+i6tf++A+Usy71+4QHhsQPvyx5LoTyzrNlRReQK9+EqZek+d3tuZ4cjkz/gklkOIiLhMwrCIiLxECd/437pC30IPEjuEFRPT81qc7OTALykUAYOkctqYbwGxm/rcFnZAUVE4mHfeju07iAjXQdifR+oMo9h/tw85z105hmasiZBKnSbdkA85SAJuaWv/IkIrxxeO1OEwftiPPMzR/iZK4E98zFPVVYJv7aNP7SI2MKNeVlrdnZGzI8cjZuv7D+N8z4qAwH5AQfoHOTnnEC8yYmY+++/XxQvCYTnXfCamZlJgTfJQhxZluVifXABcu/1jBNF/KqKIuqzzz6rUy4mkFAkkcP92bPndPXqNRFojdouXLiQgmb4wDoU4eQPPOQePB588AEXHj+sO++8PRUJjhw5InDNTAtoA4372E0fdHqmAYcd/vTlhpOGPQdM6WqnnStLyTFnnnzn+8gli1vPiYWOec/Be31twwncNSeTVtN1w4EUssNhPLfMwZM1z0vxtG/5JWjl136PPvqoSOR9+MMfTrh+9KMf1cc//olUJKVQ+lt/+bOpWPqhD37YxY+HdIsLpNCWAgS/Sjl06JATjdvF814nPLFnAwfN3qKgLUH8eRdqoPGJE6+7gHtK/Ir35Fsn0+F64EMNegb/E74OZNeM+xnT/Pz5iz58L6diX1lV4t8rnHCBgW/pjfkAPuvge9ZJHIqcRVlqenbWBZIjmnfSa3p6xnjt0JzlYmZmViSqWAsZOOHCxjPPPCv4upQSFhvm71WR1JuanRFAonZrLwN1rB/YE2zIpg8PK6urWnBCrm3etN8OpEa4961XESH2hF7xfnTlvuOEJvh3rW+99EWGLV9Dn775suHkCfKB3pw/d1YklfGxyD00AvpeA3zkD31ZC1n2ssluFEWplg+szMlBmyt7J7Dbuh864T7vROCRVIymGPrCCy+kQmnXcjewPJ6zTly+cFGrPhSfPX1auSfnT1Md8gGzMq3Rx8s+GPHL1nNOvi640DT0obmsKsnRO3/m7+jRIzZBQ+tbU2VV2K9uiG8vr62uaNMJ8J6TbAvXr6u0H1pzsu8K/46mD0KFn9f9/qwLqecvXEpFqCXjgSzBO+Rn3f2uXbvuQu01rbgw0XaybWg/jK2AF+y39jP0gZYhKRwzRESiEfSDjgPLqg1iwiHz+4FtIraNA+Bjjz2qP/zDv61/+A//of7+3//v9V//17+nxx//VfEnqT/zmU/rYx/7iB577H0+bB8TBY3Dhw9pZWVZedEQ+oUtKIo86QF7ym1rwG9gmY/YkhH4xjvau2/LGVfoMcIR/DecKFg3jdgbQTl9mI939GMe+TN03OSLsnxr3YYPq+yTvsgfNGEMwBzY0aFjCOwDa/C8f/9+86qT8Kbt7NmzqeBBIgM9x+/QB/vBv5dKgfQjH/lI+mU9yQfWYk1wQu+mfZBmHnDH9k7ad8zYLmOTX3z5JduBJcHvFctFx4cACj4//elPdME2YJeLCcdvOmZ6zmlmZkp33X2H3v2eh/XAg/cZv3Ax9VnjdkGTU2O6+fgR7d2320WFSbdd1sWLlwwX9b3vfdeFrGeE7JxwMQCZPfH66zrx+ms670LR0tKSNjc3dPLkWy5WHRV7wQedO3dB/FnpVfN0147tutVFq7GxpmZtW0iaTUN7/AAAEABJREFUTYy3nBhcdHJtXSueY8MFHfpiG5gTPpm0lv2mCiczL166otPW6SP2U/ypVZJLf/k3f1MfeOwxHTywL9EAW3n+0jldu37FOK1rzQWNroumyy5wrbogt+7ixMbaZrLxJMgotJDEmJmb1bST++OTk4rIVfdrFcpVZD11nISWD45FlmncB6BJJ/nblrVFJ6VX19patw9Zt91p86eoXERasW517Zc2bQsaxrssSjXKhosztYY+lHfdr+HDd5lXLiL0FdazUKQE/+bbf+Jv3Xa85zW3bZ/Xum1k14nnjn1cFplRqZUXlSIr1B864I+QjBvgp7SGGyyDPcfhXccvQ8cJQw3dtzQeAycEeraf+LIIz+d1+radtEkhGbIsT2Nob3tddA6Z52Atf4ZmDLqQeV2uufVlpB88Y/vpAyALQKNVqXShumzkxrtnvDqOUzuyuVKjmakedG3vBvLy8rR+7ttPD9QzrQsXnzZNkzXzctO07Q9CYfq1O31FVigihB2S7VEDm2FbdP7sGS1ev6bKz0sL1zXmgn/bdrFjWX35xRf00gvP62XDkvtcdN/zp0/p/NnTOvnmCRfONpVnsn28nPwte0L38N19+w9owTXJ6uKS+11JPvDUqVPi0zXOFFGxQ3yZYtGJ8XXLBeOYC1hxIYY23nOlrcxDLSfxS+NcFkWiB+2F90O8OWZ7NDXRUmkChf3FuP0U367P8zLxt9cdJlrg07FF2BBZvkhGHrBdwo5cvnJVJPK6TgZ3XbB27VATs1Mqxxoa2vfIOHSc3FXkmpia0ZT9/4rlm192r/q6vLqu5dVN69iS5HWXeHb8xJ+EfeKpp/XCy6/o1RNv6qVfvKaXX3k1ffkB2cgtI4X3BH2QC/bV9zqDYV89F/m7TqjnXttbM8oD76O2jHS9r76vffWQW4P/Ux3hxH07+eGirPT6G29Y1jv2tyuJ33ffcVv6dzvnbCff8/CD+rVP/or+0uOP64OPvl9333633vfe9+nhhx7UHbffqv1OhN986IAO2/bVg7YG3TXralebG772B5bDgYb26fCIX7x+/etfFb8IDSO67lir4ziy2x0oNy3yrFRlHRsaSR+vlUWW4p8VFyMXLSfYaW9MZaPSULVajsNaYy3t2rVDO3fMW3y7WnMSvWOdv3DhXLI3m5b5gWOdvufsWVfbXm/JNlWWz9xCynrnz13SpfPXBQ96lova7ZeuXtHPn3na9mkj0Y9/AxJ44/W39D/9j/9vnTx9QVVVqr10Qffs36aHj8xrR9XRYP2qbceaeVtrz749TtZPqywL3eIi6S4n8Wd9fjm8/4C2b5vXdcvShnVqzfh0TIue5X7ojbdtX5Yc5w29/6KoFHlD7d7QseiCfYJts2O/zDjy7wUPXMg9fPhgigmhTeUYCHsx7/NHWZbWh5bwmxMuSnLFH467KEAf5AlZol/DupHnuacIy8zQMtWzHNXpGZnjfWae0Z9nrhuOCwbmMffo88CxBXIJDvRnPvrS1reMFkWmafuIOfuL7dvntNN8m902o7B+FlWhhm1MHxtkXCJCrLdiPSdG5MzTNX3KsjI9S/FhPfp0bGN7ljHWaXgs95yB7rnnnuQXLJAqi1JvWM6hMfOw/0nTpGlZ8o6FHnlJy1ahynOQEP/500/rrZOnrCsdbTp27pgva+ZX13pH7A8dR3sMhbgvrKPgBA7IPDYsIgSu0Cli655n6F7br4A/ONFXngdaMhd92BP3gPxh7sJ8ZZ1Rm5vT/PQdrcF72pkrIpIeTnm/Zq42HMsNbYfXTFvu0Rful5eWXNRbs+6uC9zBCYDPq5bHAz7v8gy+4EZ+ivVq68yKY2TuR/LF2uBqIVKe5Z5z0zgM7Rs6mpqcSbwd1pkatsFFwza5aqrJObsqFZbDrvHbdIwujx1Ydx1SmA+9pAcbthfL1uuuaZc1yhR7YBMiqzWMOv1qe9Lx2oQhNz/69rcdxwBD829gOamKQk3TcNN0WPe+Vh374YtWTQ94wB7hX1VVRr8Wn4ZlAkBuyrJI7dB2aHmNCGUGxgF960QP/O1zh9bn0mtFhIo8U2HfZG6YDX3JNqz2+4Hn2Lqv07wD61HP+HIu58tApenhAdr0Gbpv+zXWaKa4p5EXjo0qedu2uz3B09o2ruc9btrXDDwvvMJ/1HVtu9RJ9KfN6CTdyLJMly5fUt99Oa+yZ/Blr7nX5f0O262jR48K3sLj1x2/4neHxpP9eCMael3eIXcDt3Neoh1cVk1jruCBXPG+s7mmns+zPcdsQ/M5Ny2qqtCM7cPNPrvt37vXvu+qzpw5pTtcVHz8V35Fd99xh3babuzfvUv79+zWYfvkmw4fEv2P2Ac1zdcyD42Z3vvc54F773WRdrfmfTbnnwGguN80H/nC+A4XWKdc6J+enEwxNfHptG3zmItwRZbLG1LTsrjD53nOs5w/ODtAG2SAveWmD8AzeyRmYY/0ow06X3d8BF2Qi8L4ZZGJWKw23yNC0Jc55Q9fhuB8CRDzMDfAF8SPHTuqY47dKexidxgXER4lsTZ2kitnVe6h85L1GbtJXMV80J1xDKotDzyDF7zhnqslULnx5Jm9YBu4Zz7207dcsx/Gc2UM+wFy06Np+jE/Y3nHevTFhrDWNZ8llpaXhHwhV7PmDb4JoK0oi0STiBCyyF5517TMMxdrcK7b5UL4KJ/FfsmNXfd5HrsdEUmeWefUmdN66udP6aWXX3Ys0RH2+6xzBidPndap02d14eJlnT13Xpz1z54979jkmv3sNV3z+Z4vj4b1gwIne2V99geeAG21bQv84x3P7Lnjc2Sil+WavfMOmnAfEWKOcRcP2R/z8My+uvYxhWk4mgcbMuJHXlgmze6e9XTT8/fsg7gnFh0BtgZrleW5oGNuWkaEmBscWB/+wU/uaYvYojN7SPLp/UaEIgvxDI7g12y1HJuVyrNM9KUd3JF1eDi3bS7luZB73jG/VdpqNHjHN0WEMvs32W5jL4gdaBnYuHfbPa07Dl5ZXtPGels923je1XVI9hNcee47lht6vDxPluWK8HvZota1aGddwOZImXEFIkIRW33Ye98yDNSeh74jkD85tLP8s0fuI8KtEv23eNtJNjoi0py8HI3nOrQ8DOxnkHV0oPN2bMJ41qYPV57pA8/pswVdxyFD72ML6AOkfo590DFwCPMGvYDu6NDMzIzQEWjfbDVTzAfPGo6nOHfRl/cAPGNvvOcZXZqcmnSebCzpW6KXQlzh/4gGjGN+gPG8ByJCfNK+bffBFxzZI20RIeYARv0jttqYn7mQF668lz+MY/xo36Nr33SFfu6yhZ/9H/OOgPmYC1zZH/e00Z9xzAlwT9sIRs9cbwTwuPHZIjYakmSA98zHlX7gDy6sCYw6R4QiQuI/X1MxlQ5senRlcIR7SElhIGTXwsPmIaib03+0j4BFaQSBGxHheQT0uRHo/1+CtLR3yLjRXN6lIkKZQSiLhTv3PQ6Sa88Gq0bTDEMzhwPSwMFHuG8mKVP4f3KwIjGe9rCFCiyDm9J/XnOEH2sDrD8CnoGISIKkGz4RkQRB/kB4GN5yEInQl1ZiFAZAEYcWTndLc9CXe9aAttCYNeDHX3zHe+hNXy+X1qMP3wamDWAse+AeoD/PEfGOEY3wrr1X+rI287IuV9oA7hnPlTlGQNtovohguOizZTQ6gj/gNJKhiK0+jGEswFysUTvwGDrRzD3t4MB9RCTa0BaxdQ89mJOxQG38I5g73pHRG8eCQ0QkY8m8ozGjPswFgDsBAe/lD230AZJT8By0jZSYdZmbNsaM5gZXD088AVf4T190CsiyXMw56sM72iIyG7umeVM6EGna+I27oDbhPWF4txwJYxBTxiRnZfnhnvZs5Fg8P/e0AyO86MP6JpdVyAcSG2/2RTvA/tc4fJDUsjOKQE5y+cJrX7N3cJFCVic/D8RaEeE5h3bChXyb2qHD0J0A1ozI1PShCnrkdmjghQ6w7lbfoffvg0OeefpIfEdnMO7yB9y5Z/yYHT9zMNavzFsc+lCZaYBjwdiG7+HV+MR4cj7wgv6TDrBJ1keEhrYd4FB7EoIG6MWa6GdZVSl4YL6ObQrBU0QYryKNoy+4cABlrPxp+/BA4EfQxy8fOMARBJ52wYg2dIO9Ii/gwhx5njHf21CL8SdckDt16lT6lerXvvY18YvV9fU1HzxOp19bSEPlRfiwtGm6IxtDEehTmFg3/5ifdfxSWwXVvrgPhdDLIXyxbSShve5kX8fJGwBasFd40/eBEfwiMmWmJfSHhuwZgMbwY8r05BCG48b5k+ShIHLg4EFRNOKewJiggH6MY15oAa5cSdwPfaCujZf8yfPMOtBIhxL2QX94QnKx6QCC90Pbi8nJCR04sF/8koZfmlJkYj3WnRif9F5zy2SZ5kG2WZu9bTrBv+yD9dCCic5TeOlb5uH1lA9cVdXQWGtCXsKFhQ0NHAyiK2vrq+nPx5mYxrI2L5bNr2Uxx6oTghxAL7hIeMHFcPh+/vwFnTp5xofGBRftLgm+8gs83l/xIWzRSTYOpWvmWdt+FZkA2CtX9j2i/+iaZbmgSccyuebDd9uFvr6LFLWDUt7l1q3M/IoImQCquRrbTCEPtI3uW266ho4G3jMA39kTY6ERAK9Zf2gdQY8mfSiF3ymAs06VVSXaa9sgZO+ci2Kse9VJSorb586cVcfJhpmpqZQIeNOJrmecvORPE19wARy0ZmamPUfD9FsXz0d9yF63nF+5clmHfYh+4IH7BTzshO8OJ1PDyeyWg8k8z0RipapKB6cD28xMFN+nvBaAHKJH6B88Rf6OOlnAFw6QU4LTY8du0m233abHXGyicEciEvm5wwf6X/qlj7no/8u6++67dNQ47XCxq+KwZ9pC+9zXCNPTdIVGta8D6ws8Qy6hGfTMsrDaDSXLdUZ/+zmSfZtOUv78qafSv6f5uotuG07gXbLcQMMlF7W2z81rz67duv3W23TfPfe6IPZ+vfvhR7Rvz17t3b3HtDmcvjix4YQK8hwRSc7BC30CD/CCh+ALRIRp3UxBOfSABol/dS3eQzfGZZlp674dH+ho55l5mI+1oJ9fJ5uAnLZsi/uWI9YGeEYHR3NzIJ6bm0u2gLZNF2sOHz6svU6mYFOgOX2YGxuJrbzmAzlrYy+wx/xK/4tf/GL6d+fQH96jXyQQnnvuOfEnhL/3ve+JPp///OddBH1RvONP3JW2F23rFskk9kHMNTSvkI83Xn1Nr/3iFRcrF/TMs0/qiSd/5GT2GS0sXk7XXn8zFVI3Nlc1MdnSLieHjx+/VRR1zXLL7YZlr7AudV2saCvPCq07CTgwvy9dvqI33zopElMvvfii3rBN/+53vqMnn/iJTr31RoKOiwJrLtYvLCzrLfddtS1ecWJq3TQa/Rou8lDPOli1xpwIbqWEZOWExrwTYLstC7Mzs2qWDaGfO03TSesU/3bg8sI1PfXjH+jK+TNaWSSKGxoAABAASURBVLiqu++8TbfeerP48s1tvudXh4cOHrCc7XICfMpJrB3avWeP+JOtu3fvdkJ0Uvv37VPtta9evSr8EXrN4RBZOXjgoI6aj7tNk9nZKe3zWL4MQwHm7rvvtO7cqUOH9mvbzJQmxyeMY6nrnueKi9CXLl7UL154USdee11vvnZC67adfLECGVu3bqzYLiKLtfUF+WubHhTKKifM245bWi6w9G13FpeX7Ant+22oa1mOXfzqueg4VKiwvsr8KJ3MzYpKkRcqbNeV5eqa/2le0x+ZQKZ5blmW0V3sn/xBrn1JuhURjjP6ivDcRSH6R4S6PlsgqwOfN6RMQ/M+IheyjX/J81xA4QQgyRP6UZitFZ7a4DmyvHCfQn0X8PrsxfseOIHt7arf7zr5sCqxN+ukxUGlEy89J3KaZa6Wk4eryysJnytXr1k+JhSWh0uXr2mTBMZG23La9jx9+8F1rzl0wrWtIstEonmveU0RCF72TdtFJ6yuXbmidRfvG07WUGi9bpt+5dJF2/GONm2fn3Xy6hcvveiE1DUhr/hSElJnXMwnAUQyiOQ2sGxeRkTyldABmkLzoeUqwvTzmmuOOwF4js3GDuCTIsLFszWt2z/2nHz2o/dbOenjfbca6V72CVWjsAyPa2K8qcq0mZxoqWW9z7KwbRtuQW1a+1mWE+KNLDJzIJI/lG3gyZMn3W8gcO+Zp12vV7t9YDy7xhF+54XjW8/BHpbB2fHeuv1vozUu5aXqyFVnhcYnZzSzbYc2nBjvWyY2XNRedjFtGIUmp+ekvNKSE0uZxyRZN4/7TqJ1zVP8GjwfWg62aIRMDY1nLwFteZ4rIhK+vmhoeQGnkRzSZ8L+mjYSsC+//Iv0ZaahC17PP/OMfvKjH6RfXC7ZLrz0/PP6lmPM737rW8kWnnjlhPj3ktH5oWX6g4++T3//7/0d/f5n/4ruvu1m7d+7U+M+zzaqUuDMmoVpzvOVy5d15col7dmzS33rWFU15c06jqotc710X5sPA8d6hXWy2RzT5ctXIb/Y05RjLxLOa6sbKf5ad3zTM+17lvtMtVYtS2Vaq3CCfEq5eVG72Ly2uuw1huqbZ3Oz21Q5NsHPYGf4tRQxQA09naDsO+4d2F8NzVfWxP7CX/S1YV3C/lxw/FGUpZDFqii0bXZa49hcJxRb5nXtnRDXrLtI0zNNu5aDk2+ccLF6UZcd2zStuE3jOTDenfaGZicmBR0ffvAhXbKOrlm+2rYTK3zZZL2jzXatUGX5ndXu7bvVsD3ITKPKc0x4Pei0tLyq1199XW3r88TYhMbdPnTcx374UlzPslZ7ztqyYNGWJ9TQe+6aJujShu1qx36Qfcsf9so9sh4RblEqxjCecTK9t22b1dj4mKAfMRV+nNiBsRMu3EHnLMtSXFHXtflYp4T2iu0R/rdvmR4Y3EXjE2Oam9/mPY5rZmYmAb/M5QtT99xzjw4dOiTsb238sQ/4fXjClThgyrEdz5uOKVmbMxx78iYVEeIdv44da7XEmN27dmq747apqUmfJQr7oJYO7Nsr1jx48KALRzNeb1z79h2UURRJXmQBfDc317XkQkVEiP0N7Gva5iV0RFagm/xpWiYAnmvvHxygDXLl1+KKbtLOPABtvGNO+vIOHqxhTwzMBTfgFXaPK31pZ3xEJDvAGOZhPHPCC4DniEhr8wxN8yyzD9hQ27RjbgpO0Ji+zMncfesEdIsIk3SYeNm3nPIOPOdd5GrZ5hKrgk9ZVkJGIkJ5lqf4h722uz0tmHZty2PPNuCy/VC/N9SSk+jLK2va3Oiq7US6LOORV1paWrGkhZYdA1x0fHB9aVkLlp9rS6s6d+mSNoxDX1JzYlxj05MqbdersaYaY2PKPMe4z59l1dLs7Ly2ze/QlOOhqZkZjxiqLHPbkaZy25ym7U0RmfWmpaooVNiGshfoOKJFx/6y7ZgAXgLQxColaMQzvKeY03lbj7b6yrQCrMO2R5khDNC20aicQ5h0rD6bro1GqSyT8jysM1WKsbBtC9euij91u2F70rW9aJSF5q1722ZnVOW5bdtAeZaJQmDHZ3VseqfbVm0bhj7wDC4AvAGQnUu2x2fPndMlF5Red/y54fNCWZZJDrBt7N2ESrJx1bTnfEr8TDyN/soyLevjomPJBfuKDZ9/+7Z3cmwSjrwuXbxg+31RPfutjm1gz++IG65dvaiGY608yxLuXb9fXlzU2VMn9dKLL+jH9j/f+NpXkh964dlnxP0Xv/Cf9eqrL6vvfcn6trmxqoWrl7Vw7YpWFhccO17xsl0Xlmvjv6bLXvuVX7ykVc/bqPJUuL1+7aou+Bz60vMv6okf/UTPP/ecrjrWrO0jdu/YKWx27g1D0z07d4kvwGy3TR9YxjYcY8Dvhn0Adm5mZkbYGXSiax8EjdHR5eXlZCexSeQ6xh3bwgPGQn9sHjahb9lHZpgD+7nu+Tn7PuVzH18u5v4N+4wVx7CV+T0+1tL83Kz4pw5uufkm7bC+yTRmvtzymsO3bl/rm23rT0+yXFjixBcJiOUqv2+UpWSewX/WRm4BeM419xjsAUCfDfuEnvUeOWAPyDX3fbcBQ8uXyZVsa1VVZstAo/f0Tft134iwrpUJsNP4CtbEhpLrQLYYx5r4K9batCwynnl45k9XQ9s1x5esy/rQfXRdcb4GmaSNeegDsE8APAHu2efonmfibXh31edKcOHL9K+feEOXLl02XNHVq9e16njskmORK76/dn1RQM/+NcuKP7fvtLZpzNqsgZ5DW9ZhPyM/wb4iwrq/TZx3yT3whT1kC4BGyNjoCt3gC/Mhg9wDyBLP0BM5KCwr9OGethGAAzixLnhAU/jLPXgCvAd/eNGznU5Xyz40pr1jPe07Zhi1c43Y4m1lWzaiK/Ow360x3SQTEWGRzJMvZhx8Qrbo0/W8/FAA3BgL/sDQxhV5oE+e5baNuWk9VN8F1Z5lfWD6Gx3ZBFmuM4UyZVGke8ZQcOYaEUn2mFP+gBsQ79jhhpDfEY36lllwZGzq5/ERIe6HlnnaeQ/tgLQX04l2bK6XSH1vvEaEmB8IyfsYJLowtusYjPlG+Pp1+i/19TgemDsiUuyyfft2xyX7tNtns23btqX4a8z+DlvCM/LDFRuE3CBH2CLukRdg1J932xwT0597+jAPNgngfgTkEJhzBDwDLdsm6Ad9oB34gnth/wvNc9sVgDYgFIk+0JIx9I9w6w1Af8ZGRIo3oE/HcoKMQDPyNBGRaEpfAByAkT4g+2k992Md1gO419uf0fPoSnPEn8eFNiCzvEQEtwl/eMI4GsCVdQHWjdjqFxGKCLpYLv2fbUPGU0SkFyAOkqNrRKTJQZKNAhCVhWiDELSNgPYRItyPgL4jYL0RjNpG11F7+Cb32mGlG/oQBGQKERQVWQ7mdrBDX6U8y5IDJ1DMPIbNA/k7jA5FhGd0d2+4toaOQL7nDeMiuEvdVLvf1t3/8f8jIgnB6A17HPUf0Y71Yf5IsKempxxENdMQ+kLDgQ+sN46lHYiIhG9EJEPBPDASgJnsKyISjswz4gGTMx/0pw1AQLkCo7nBMSKS0sM3Amf6YYTTsw3OaB7IwDjWoQ3IwpyoDVwVyq1Y7GXgIKLjBEPXwXR69qGQ8X0bRqBnQwluNwJzjfCJ+LM9yR/2yX55Dz15BsAHAJe/eB21ebgP9f0E7H0E7GMEjGV+6AuwDvNHROIvY+gLvlyZGyfHGPoB8v7p13YgDu2gIX2Z+0acMUzTlgHazF1FhPhEbF2Zi7nBY3p6Ojli7pkLYD7WH+HCFaCdebagTpdRO+MIJHCsjJWXigixVmSR5IfxIwNMHwJL9qGo7RC6qc/QOjgwb2nv+4qxazuwR2Zog8cRnlxSBFfwqD1WCTIHJa3WhKanZoVBj4gke6wdEWkMe43YwmmEP/yA1tCMK33QAfCVP/Qb7YX3I6cy7cQMtJy3Y8KJMB5gHHyguNdyYcZTJDxoZy/MAb3gIVfmJuDBgYELdOw5uA4GetO8b/kAT0Huueee1w9+8EN961vfFsn915wsPnXqtHtmSYeLvEq0GLg456G+z9R10LDpBMnGettyOnDSccWHm830y8Y33njThbjrLpSe1fnz5/TCC8/riSd+qtdcgFlcWkx/ovWck+XnL5zTig+jaw4Ir1y5ppMnTzmJ/4b4U7sEirQBSz6oLjsps+zD6uLichrTtsz27OzhIbSMCEEn6ACtgbKqBM1xvgBt0IK9b93nW/zzQYRxvOOwGhHinjbm5B7gmXHMiVxEZKZFnfStbzvRSYXCNWWWT8Z5Gt9npmHha5hOPa364LnmhO9VJ35JSPadKNvqF4mfESH43qiampyY0nYftM+fu6Cnn35GP33iCX33u9/XN7/5bf3whz/WK6+8Jn5N+tJLL4vg/w0X/l597VWdPnNGV69d15oLJB3z/KqTyovLC7rug+XlyxecAFgwLIp/i4Ugl31lWe71wwFhbd0Zqm/7PvDhsONkDHNfX1hQvL2vvm3sFv174r7vfltaI4/tu22Yrls2k/uBNn2Y2rC8DDwvMjTim/xBl5yZUM/z0E5QSluEpdUwNj5uGpaJv9PTPqj7wCuFMr9zDKmB9doWXaVtuZnhtbuanJxwMNfSlIsiew7s1fjMpIpmparVUkWBxwnRygmOoiq1c/sOj821a+cO7XMguGfnTh3Ys1d33naL+Df4CBL589r8KVZ+oUcB/JZbbhG2DrniSrKLxNpOF4smJia0Z8/uhDOHrJ4D2nUfStFB9gW92Sf0ve4iAFeg42QHOouO0y/LMkFndJp79LXlRNjc3DbbwfC7jXSdmprQkSOHdOjQQW3fPm/5mdYBF+v37t1jOoxbRmWo3XdL3k26dD808VhX/mR5LtYonAhtVJXyLMzHrmqfCqBr23Lgbh4aigjvrRAHYYUsMz3L2pr1f91xQkORSUv8qSuCTCcZ3njzhGXyVJLRBcvR8IZ12Ru6knt99sw1874B2rFvXBkDLaAlMsd72tJB1sk8bB40XrfMMw+4Qm/4Az/Q2/C83PNrfd4zLzadNuhOopNfo3/mM5/Rpz/9aX3qU5/S448/Lr7kgPwuOdk2+rLJVSdxLjvps+oiYkSkX3zT9h0XHim686eAKeLBawreXMEXvCMiJTaQgZ5tGPNecgKOP6nes6yAf+FD4M5du0QSmAMh+LKXqclJ2z/bWifs+UWenLjwtsSfVoeWyEDDY8uysL7kYi72eP78Wa/ZTvxhL5OTU54ys152tOQEYL9XW5566g7CSY++VlwYWLNtX3IS5uTJN/XUk0/oFy+/IP5sZNvJjLYTeEP7VnS5dDJkyn6/0WhYLspEr4Zx+OCHP6h3v/c9uu2O20yf7YLuec6aG8IGYv+QP2SL4u2KEw8Dy0ZlnaTfrJNyfR+e8yzTm2++kfwJvD/oBDa/ZL39zju014VTvsHatqxBL/49QZIXhcfwZYMD+/eyxqRNAAAQAElEQVS7GHuLDh04IIosvEOO8qxWo8xtLnqanZpIhb+zZ07p4oWzTlAvKCOGsI8hoXnEBdiH3/WgPvqBD+kDjz6m+++9T9umZ9SyHSqLQman/WFbmdeEB8gicr5ieVkx/ZCZpZUlLfBs+3/+woXElzUnYPIiU89Fqdx6NzA9i7IhX2QzqcxzTzoeaNheOa8qvukNPwEzL60XgS6W6X52djbRP9kJ+/bRtWG+0B95K80r8MTW1B4LZF6bNbHhhdcHlxknRRvYSPshKVNRVsqL0jLSUd/ImU3K80INir6Z3xtXT6eiCPP5iG1DLlk2i9LGwNee5Xxg6NuOdJz0H7oAO+GCx5ILTbXn7zjuJoGdl02x775t+pgTfgXruni3b98B4Tt4V9g+nT1/Xm+ePKkTb76pq7ahF62LJ0+fFl9geMaFt+eckKTQSAIQO8B+h0YaXUfvoU3PugYttjvWMrLifeW5uW/azvIe/e7b3zFmYP/EO9qQIebF5jAHffK3bVhEJH5k2FDvuchDS0vIlJSbHKV1M3x2azRK06mQfM9zVkfiX2m5zNyxdvvQCdW2/ULP58iBbXEb+vmZuRcWruuOO24Xf0KTtavE5zAPirfX92JSuge/oixVW2Eb7sf+yvQcbgvvPVOeV+ZtbVdcGHKF+ZuXDduEQQKzXYX50xobd0GnZZnviPil67gH+nIW43loPGsnrr0x82zguQfGIVKSF7rzHtrSt/YeuQ69T6Oa5mQv4DZr/Z+dmdacbcvkWEONwjjVXa2tXFdnc01zLhYWHpRbcBvWxZNvnda5Cxfta97StGXrjBPx1x1jPv3kj7TiMWu21RsuzAwTfrXKqlJtHq04Hht6x5MzM/abBzU9NaOO7VuXGHezk5KKt9xym98dcoF8Q5um/8B07JsghdftuN+2ue3a72LXrj171HQCif3ff/99euihBz3XplYt5+E1hq6Ald7H5sa6/WZXXAcu2izbNoTj657PoOQJmsZNtgvjjlFqy23Pa27Yzw0ti8jwpGMMeHrZiXj8x87dO3X81uMiTpky/jt279fuA0e0+/BNur68rvMXr2pxYdmFzVfFOYB1P/Wpx3XTkYNauH5Fvc6Grlw9b1619ff+2z/Q//T//H/o7/zB33Qhb4+qqlBmnNGPtvV03Qnl9Y2O2r52bZ8jy5INhP98MXNonhZVKXS1lnkWkWQUG4+PwwYvXF8QxVT895nTZ5wYvqpFFx+uXrus64vXtb6x5ufFBGv2dasr66ZVx/Q33bqbongDCLmJofWm0PTMpGZmp9RwnNewjt105Kj407kt2yh+yUVstt/+Ap86ZpsK/fg1p0UoyWnfvEEu0SfiXb4chI/ni1ILCy44X76kM46t2QfFhZdffjl9Wee67Q88WHBss2Iftrm5YTnu2la2E75t+5Fpy3BRFOmLVXx5dH5+3gXaScvlmua371SzMaYJ4zRp/15Y9/E/tQbatK18/a3XdeKtt/TWqVO64sR6p+t269zYxIQLvfPCVuN/K+s140lARoTYH7rEulzZJ8DzyM7VluMsy6z7+MJhwhsaAB3LXNfnB+65Mh+Abo7GcM+a5IqYm74RkeZjbtaJ2MKFZ2SIOQDmpDix4ZhtYLnmmXbGgC99Ae7lD3MD9OHKu3GfDeAXc2PTAO4Zwz7pC661ZZL+oyttRZlbVkonglvGt3CsPGP71tDuPfvVaI1bBjeVZ5Xanb42nDMoyoZuOnarbr3tDt119z3JLuzbv09Z5PbhQ+Evs7y0DuWWx5a6jqk2N/vmYV9SYR0p1PVcve5Qm9Zz/H3b+rTpufmFcd85p0nbtGnbIc488HF+dl4U2rEHa7YheSZVRSH2OT09o4ZzE+OT08qN25RjBehRlJVscA252rYtm7ZPdqfiF/DKC+M39OtMmSfLzPuI0OhTVVWy0w3LUp7nxjkEHWkvbAOmxie0d/cuHXBctde2DuCeL3Pe6jPR4YOHtMP+dOeO7eJLbzffdFRHDh8W/zY5Z6Y9PlfNOrZotVo+n42bTqVuxGFgH4sshO2yF9eIzxGh3PvOjZP8QafQuY5l1I8+e2ykuaampnSQL9sZN74cud24zJieyGhZlqZbw/asVMP7LMtCmdfJs4ylkk9jr8hJ5b7EjB94//v1GZ8HgE984hP67b/8W/q//Xf/V/3hH/xBOiNwFqRv4Tkq06c0fuRy9/vsddutt4j9jzlf07I9nPO+t01NasJF9duOH1Pbcv/G6yccS87q9ttu1w7bhPHxlqbsu8BhxTbnzOlTOvXmW45P15Ub1+vW/+ecC6DgypeAsD18SRPdiYhEU/aKfSHe5uxy0H5ph8+l9Elnedsr6ByxxduIMF2agufQcpsLIceOHROxNGcieAVdGE+8MzExbl+4X5O2P8S2FBMoQEWeaZfPz9A9IlOW5yJ+nZqZlrwGYHMjv1AemUrz05TX0H408/tGWZo2Y+KMM/s2z5rNZtrTllyXCtMZGRjhKn+gFXICfug7e3OzMvcd2KYjKwBtEfGOTDEnco0/xX4xD/ujb2lc2DfzIWMA86e9Om7kedOxBNBzDoe5advw2QiovVHmo40+APMC3AO8Y84R0IZM40PW7OvBBVi1T1mwLHC+5B3rMZb+zMc9wD2xKX6VK4Ve+rAHcAEn9gXtIiL5B9qgJ1fohezAf+gOTRkP79Er+Lp3795ULJv1WQO9mpubE/50t/mOj2Mssoe8AYy5Eeg/ojdrMQf9R3MwhrknxidsNzeTXrM3aDSwbQBP9sI9++JdxzFx1zxZdUx13fnFa44jrhsWffZaXF5K/9wFX1Ae2Ac0bXfKqlJZVUnf4Tt8hi7sP/JMhXlflpXtxBZAL6ByW2aZYn2Ae2gnf8AF3JqWV2gAnQDowv7YU8t6zXrNRjPpG33TvMaFuRjPPNAd4B5gLYA9j9q9ZJJv1mdsRDiOr5Ntpy/9RsA45o4I0X8E8JV9A3mWy+FpGp/6+yGLTOgbforxrJNbpxnHPUA7wJpckUFiOuwCtmnBMRH6gBwByCXvkXPuecf60IHxHdtzZB755x1jRryXP6wJ0Jd+ozkiItkv6DvCr+HYHBmD9rRXIzp7b+AbEYkerJ+gKtNzxBYtWYN+XCNCrBsRGn1G7aNnM0C1D9KJfr7SHhGJpvAR4B3x8ejd6BoRnv/Pzz1aW/5EhM3nFtyIB/dARLiX0lojvNgTMgZwTz/epY7/hf+zDc6MRJaIwAAIxmCYwz1X2tNEPpQwGRuKiDSOZ5CmjXv5wz1Ae0SY9G58+z/6ADzW/N8NQDtAU5aFYCrA89AHOOYE5Bl5HvogMHR7bSWPqNV14nHgJAP3fwaMZqWhicn1z4OXcfsWIek5gohI7ez7L7ZFhPzS//mq/+OHfdd2Blu4KtGJhBWCCW1RKPbAe4D+EbHFAztIaF5Y6TK34TBbNjDjNmJA0wJNwBGeHzD3lUmqstz/L+Mkz5MJngG554kIt4dGH9ZjXYSzb0c8tOB2fagjSdhx8I/RHLpz14dREhBD873twx//XuL05IwT56VqB7p9H0oyr55H7u14fpO260MKfyIUJWY+jMPW/aadcN/oDrdwicwpIimyXNA4IlI7xgDoGg9oCI6sD9AP2rAv5CL33kYQYTkzTQZ2GAMiXxklPzOG/hhy5Jlnv0prwgscE8A7+kV4HssX66a5PB/9Ad6zfkSk8Y1Gma7gBs4YX+6ZF/yY07vyYWMsAc8jeoJHWZZpz6xDf660scbExKRpZZk2PfveT54V3lA4sdDVuotnm05S1E4ehXIHU1LPvGg1x5MDa1pemKPvAxZ4gVNIYk1wiAg/KQUDvKcfDfQDB57ZS4e1nYQy+1PfoeUEiMhUm9fgmueZIrbmM4K+zzxVGKeheh7LXENPUNkwj5wgz7Tn5l+WZR4T4goNIuLttYZJhmlHFjo+UDOOfVWNKh3ekQ/WoJ09c5U/W+09bfhQHhEikGG91dX1dA8u7Js9loVl2ZvpG1fk9BcurD3zdrDNNx7RQ4L5jHmTrRmkwxgyzq+KTpx4Qy88/1L6hdHlS1d0/txFvfrK6wpl4hs8JNlZ20NNs1r10LSCdkXlIHci8Qs6giOBEfdG2bTr6ZoLejhNcCWB8PTPn3ZC/mUXXM+KJMW6kyRd6638gZYRYCnLzdC2sCucKWOh4YQDd+YnMBnBNgd0BGe0ExhDw8L0iDD/zDNjqoh4B5iHdbxcoj+4Apn7jNq4Qn94AX15LmzT6Dca27dONSwPMo0Gtj/MS5+WkyEccMuyYpj6DuTZEomh007Us2fmrG05Gk74IAfjE+Nq+rBV+GDHOxI3P/jBD/SFL3xBf/zHf6x/+S//pf7kT/5U33MR9WdP/VzPvfCiXvUB7PTZc04iL2jNCa1Ob6DaNqzjQ/O6A3wOzWHZrL2vvvGDhsNhT1k21ABGGju/SnQG9y4Hehc6N9Y3te4CyqZtZdvJRHQU+ex5H4zj0IM9hD5huecKzswPDEwX2jy9kBnaeA8taR94ni06NY1LJBmp62HCg/l9k/gytF/MjSB9K/sL+Do+Pukxheo6U140VJRN9Z0oaJoPSWrM75mpCe3YPqc7XAR96MH7dc+9dzlRtS39uqCocrX8vjKtc9OmNdZyMD2WknXXfEBtO6HBYeX8OdP18hUnPTqa90HhtttuFUkAgnz60Qe5ZI7aete1nSdgZJ88c62MM+1t63wojHOdEhQE17wHkOFJJ844gDScuODKQYlfBZ8zDiSImAP9YV3WIAgl8bzhQ8PAtrG0XHI96wTf6VOnxAE0TPy2ZeCCiw2v/OIX6UsNZZG7des/cAzjBE2hL8BeskhUdCfwHarjA0ptmuaZezs2yT2mZbvVciJgYHk76QP+888972TiSSed1p0svaCz586mP130RcvuN7/xDX3h85/XT370Yw1t/9eWV5I+sxZrZ5afiBD3CSffo+O859nLWRyGoh99AN4hV0Yy0ZR+ESHaeU/QDB0Zw74ocENn2rAP8JCDDu8iIh3W4AWwx8kX1idZ+uMf/zjh/qd/+qf61//6X+vJJ580PTqC/gTv2FnWhG8cxIbWKRLBeW4amlYb1kl4y7zw8hfmA4cL+LbhwzZ87rnIUlVlsp/oxaZt/aXLF10wPKNN83d9aU0ba9ZHw+nT58SfwV5cWtHM9Da9/9EPuAA4q8XrS5Iyzcxs04bX5MswP/rRT9R2oi530gz/95Of/FTf/Oa39J3vfFvggRzNOLnR8+ETOYUWufWBQx8JsXkX6peWlpNebFqO+uZdxwcckiWzfrfbdJpxogN6881lxt1222265557UnIRXQGg87IPtmfOnFRrrOF3B504XnQc0dSxY0f0wIP36tFH36Pbbr9VFCaZ7+rVK+6zkr61PufE0v333y+SOYddzJybmdWYE87Xrl7Xs88+pxdfeknf/Pa39cRTT2nPvv168IGHdNNNx0QyR6o154TQJesA/orlIAAAEABJREFUiR9+MV1YB261XTh+/GZduXJJt95yzAm+ezVu3NZWF9Vpr+nQgT36tU/+st7znofNl1w75rdpOOhq4doVPffMz/X0U0/quad/rsvnz7mgs6TDhw6IL14U5juy03TcctPNR/XBD39IJBmPHDqs+ZlZ3Xnrbbr3vvt19NhNmnNyD1uXGx9ifNn+dTubWnaxbcXJ0iXTjCQI98jbop/XXXRNNtT6OHTCdXpqhmG2UT3lWaE2sdRQ6tn+c686TIJI7VXZ8B7q9K5juWB8s9GynR2m+GRgmz2wj4gI82Yi2e1QriyK9B4+oj/IwNLSkuVsQ9y3bdsy6zDyk1nWOKzKn9z3+MpjN92k9z/2qB541/161333il9Fk1zdbpu6e+cOzU5Partp0XLM13Cxgz9LTrFjxsnQVnNMWV6KhPPS8qrWjfeJN97S5SvX9OTPfm4b87Setx/kXeli7959BzW7bbumrQcN++Cm4ahlYdwxaF6WOnf+gq65eNNxjHTRtn3ZtmgNHbPOXb56WSfeeEPLTlj1rcf8e1f8MpU9oqctn1v6trXr6+vpF3/oD/oCoD/swdtOdmzZyZuI0Igu0HZoX9ZolE4QTggZrL1Gv9exH+7bf3XNp4H5Y+gPlezZsPbVvHGRPcP2ZvK4THwiMsvruP1WSx3Tf3FxUUvW1V27dttW1uLfqWPuzN1ry1Weh/nZFXLGM3gM7INXXdBf31i1DAwMPY8dJmDPXdsF8I8Ij/NEXnjCdCzLSg3L98DywlzNVsN2pu35+1JWu29YZypflebK8yxdh95vw/4N+fCUon3G9qM0X3LvT5x3674aeS706Z477nBCtaWJpmME+9eW4ySKdIX3snvXDv3ar31Cj//ar+i49ey//bt/qP379piOPW2ubmrONiOK3NGVtOSE8Yx5V/fa2rl9W1q3NgJ9y3rP/mvddvia6YddHXidS5evpi+r8UU07B7xLD4hMzFPnTqtl2xvLrhQCy3GxidVlN6/Y9dJFzJIGHctW5evXtNJFwbXnCSfmpzR7bffnvSl6b3gf9YtQ+z9vO0S+jM1vTPxcmi9vvnoMf3O7/yubc68OBcXpk2RSbXlp2/5r423LBsDr1O+rWMRIfArXXBt+6y7sLqsResLX4LpDTN9+Zvf0T/5F/9KL7x6wommCd1x/DatOrm4tHBViy5aPvvUz3Tu7Ft698P36W//rd/X//A//F39vb/zN7Rr+5ROnXhV//yf/hP9yX/6Dzrx+msuXrdV12H+5paZoWqF+KAb3W7HNK9VOj7YNj8n5Zkcpqm0HkKPq1evCn+z3fo+6ZgnM02RIeIb7MeEY/uyKq3DsyqKUhHhNQZC3oqiUG7ZQA8rx1VD0wr+sTbtkd41VVaFm4Zep2O53PT4YYp9Vq3XxEjocm36ra6spr0QO5WWwanpWTXGxuU6tgbeH3F0WTTUsq+ZaE3a54yrVY0Jnmduj7xUZhynZmY1Yd5P2+ZM+x5b0/R+oQf2dGA9AcAX/l+3PGIfsB8blr0VF/atGto+t1P33H2vcW6LtsuOAfiz0zJFW41KRZlpcnJc/Po0kAmvv2nd37C/52pDrcgy5WWhsqoEbU2IRMM8z5MNr+uaJoFLwi/RcEvv0XlghCtXOo/6jq60Mw/zMy9XniMircWYiEjrMwbeprVMB67yJyL8/7Ic1ebPINkOdLs2PgPHGX2fQ5DzPCz45lUY7RaJ56oht6QzIesiS0wUsTUfNI2IZIOhdWGZASIi4dYaGxP6PO4EPbgNbAP71hd0ENzIGa37zHN9Ydk2ftm41dbbjtY3u1KeKbLKclUr83VmZrualovJySmNTUxYBmbUsc1cWFx2/HtJS47bVtc6tsW11ta79l09j29oZXldDcvPgf0Hdeutt+vWW+7Qcevjnr37hVwNh6E8r8RfB5iem/e5ZacmLVvjtpXbd+/R9p071ZoYF1/k6Dh2ZB/YsFXLUd/7adjGsh/oDj/bPs9c8fn7rH3fdePGn3LfcFvP9qNvWwJ9KtMWXg7MI3iJfmVZZtw73m9P2MG2ZY35aOeLCRGhN13YP3XyZOLfmGV+6PHXfYbiL0OsOoZpW743besWLfOn3e/NN98UNg9/xZyF5XLSdmB6etr2r2nb1EAo0nzwFnwiMheRx4W9hHcj3MADnsFn8Fpz0WnD68l44WOYe8L+anx8THyxZL+L3UePHnVseJMOuqi4y7Q8cOCAAOLXm2++ObVvc7zI+Ywraw2tM9Aa+qK3APfXvKfLly9bPjbE2qdOnXIcZjmxrFLEalsvsdGVbQSyu+wiWG16I8sbq2taN3Ae6pgXVx2LHDlyRI86Tnr3I48IXClEHz50yPJxi2655bgOHzroWHZWkxMT4q/77Jjfro73i21g39dsWy9duiTwAx9wXHKcxpkRmkNv6NWzr0pXyyrXiBAyEBFJr2gDoCGxGrRp2X/SBzuJnEwYB/iGrPFv2R43fhGhWedhOGsMvE/yMchmUZaJn5Xt0rILW8ydF4UGw6GwvVkWqq3jPZ+fAd4D4MuXntgH8sKekMF1x2t8+ZDY2WZa2L6I0OgTng/ZiIhk55CjLV3oJnlmDujFGvRjHGulfqYJegFuUti3IY51wp8xyBl7iggxFl3hGZA/WZ7Lw1L/NJ/3tGK/w1hkWf7Ql/vRe67gAtAODE0PeSKLXrJB0DO1RWbbkKssK0WE4/r2Ozxj3I34MF/HZ3fot+78GjhAw2XHfNBz0fI4khX2z7sNn/OYA76Oj48nfWQe9jD6Mij34Dw0/xiHPztz+nT6ElREJFlifGUfhG4iR8zFlWdkCECegFE/ZAo7gNwgR/RHNsqqFOORO9aFf5uO1zeNa8fnUXjbs0wPXMiGJxHxDt/pi21EXvCpFFKJ6+Fv1/37drxAz9e2bel6e9N2elP8+Xb0vihKEXvgN8AT2nS9Ztt0hd7gNNpLw3Z3BPKH9+DFGPQHfcF+0Qc60Mae2Sf3zA/wjivzeivm/yDZYOg9sH3l6ukT/+ENNAASHdiTzyj0gRasxfzMBT7IwKbtEn3pA260Mw/PQN8+BDoD6BhKwFwD6zRtjKEf7SM8uNLOe+TtypUrKbdLzoN75IyYl3fYJAA5gj+sz/zMAX705R0ySj+uAPe00wf8wRkZYE7mvrEdeiDzvBu1F7Y50AL5IheEjEF/6D1an32NgP0AEQFqid7wm3kAxkT82buIEG2AFIlvzFWbUBGhCMcPvsof2tn30DRVSIyBVyN8IjKxNv3cXbwfQUTQ9M77iEg2Qf7QH2CsH1M7vGduZApgHt7TDxqOIOFjnaY9IyE1GsQAJqMDV9ohJMgyIYpibHiVFI/+QEQoIlI7zxAP4J5G3oDIXwTmGrXRD4igN3fy64Fvhp679nqD9Fy//Y1dum2NHZoBfb+r3WeYgmo2NgL2UvtgXNvC0sb1RkhtJgZt3P9FItFuJN6Znz4AWEJwBCSCJ/A1DlbcZDhsYLo2Hj0flHp2DjIOY3auLRsPnGHuMUCRZSrtTADu8yxTancbswJ5liVjeyNN9fYny/PE/CzPVNghOrNgp9TTwMGuzaMK2nP3Cd7nXqvy/IWD61xV2fC8pSqC7Sw3/XCAAw1NK4UUzGcIr58KFlaseuCox//1bIj7Tj5hZOQPdEBeULLSxpTgHqXveu8Yiy2AT6GB5+g7+O94jo7fK8J4FHZ2pWdScnSMg3fWKfcfut27sbMMZcqyQqE8QZ6VGoF8ArV9txEdmNzeAD3Yu6FyUqGyo4Jn8qdv45nm931EKGILcvfNs9ytEnymD8B97ndZlgmICI35EPmObliG6AOwBu0Ye4WEDDGG9Vm3frsv87I/ii/Xri64a66BT6VAWVSanppRRC6LjtfM7aSbisgUBsZRAExzSIoIv284MNuWroV5FbHVFhECB9iKkx28vXfa+r4HuI8I73lg+vU8Ye1r17IE7TMnXGS+bPGvNG7wGGeNsyu8FvuDPuwd4Bla9J3kGppvzF9Zzhgjf1iTcQB9K/OG8TzTl/fuJtqQBZJ1GPuIMEGVDipdHLSD6qHpST9kTwrj3U+/4rpy5WoK2OUPjuPChQvewyAFh4zlT9SgJ2WeKXdCa/vcrHbsmNc9d92hI4cPWT8sjxaotoPvxcXr4t9i7LnAvO7k7IbhnIsw165cF84nJWG9dt9yjSPa3GwrzCfkIHfyJiKU+5pZfkY8gxYHDu7Xww8/pN/+7d/W7/7u74p/X/Td736PPvShD6V/Z+++++7XnXfepSNHjqbk6ZyTnvt8gDx44LD27t2n3bt3iaQVsH//fhHEH/EBg29GkqTneffu3ZaL2RRcoaMAeMifiFDEFvjR9zKEeA9N/yI/eKYdmqPTESE+8A++8w65Zzx9eDcaA18ZQwJgMEDWauWmSdPJX8b1HJh1TF/4vO7DJFfGwFcOafPb5zXmQx59Ad4DrMMaV520f+bZZ1Lxhl/YkOR900WrBQfAAzvgjpMNESHG5l4XkMIy0U1+o+33bSfe+taJoWW22+mr1x2I/uA2tCwURSagLAtfC/V8kOjajg1s0yIsR543Ilftw73jKw28rvxhH0MrLcnWjuU2K3IVjUpFWSoixBpNFyonnQxHZsbGmkn+Sq9XuW/D643ZhpV5pmZVpGT6hPuUmdQsc8n2nsv05JgmTaPxVlN+paH3suIEWNd2Ns8L5bbNyCb3ey0vRy1XFIFuOnZMd9x5p/g12j1336XtTqw2nWScm92mnU7ek9y/5dZbdOvtt1ket/o99thj4peI9953rygGcYjcZVlD9phz+/YdSU8pwjEv8gkvM+vApcuXkt5wqHjllVf0wx/+MNktvgmMb0GnCAb5EgGHb4p0XNFh2of1UCs+cJFo5E/m/uxnPxO/dHjllV+kK78yRiZ3Gx+AgDy3/Wb92dlpYUQ4MHftnykYdeyrX375Jb3xxuu6dOmCTp8+afyWfdDvmIcD28F+4jW6y9rwnfk9keAteyrL0ryUCPa4L82QhnmcZ5lI0l9zsWvBCeMXX3xO3/nut13YeEI880uaqfEJcT3rxPMlJ507th/8+7EnnXjZtP2BfwTMyCY2l/2wNj6WK228A69GoyESN7RxD0SEbfsw0RgaRMQ7+2JPAPOwp5mZGWFPsCMA9OEd80NDeIOOjznJxj7ZP8nyn/70p3rFvIRn/DLlspMdJEhmZ5xwNU74K4cTalSluk4ybaytanVl0QnpU+nad+KeXw+8+spLOusi4sryoq65WENyIIwA4+QkKYm8nm0FvEMnZb2qLQ/LToJQREemxlxg4hv/9913n37rt35Lv/zLvyzsIfLjqZz0W7AfaNs/rKssCoHzwsJC+pIK11Mkeawz2HKSWRGRaIIdGtEPOkHjwuPphzxy5eCx3bYKvWEt7BttkxPT2rZtXocOH3HiZ7927dol5Oaak3YUanu2JRxW+EIIeD/yyMO65dbjuunoYe3YOS2yqkkAABAASURBVKfpmUk1GoXlfknPP/ecfvzjH+i1V19OiSDmmXVCa7t1Fb5c8cHsT/7kT/Xtb31Lb73xZoqWZqenxZ9X5FB0wImxNcsViYCh/ee169f0+uuv66mnf+a4Y1L7D+yzL/qIsAUDF2yg8RUnwa5ahklYLS1ec5HgVXVdyNy/f68+8uEP6o47bk1yTnF1ftusMtNsfmab3v3gw3rvI+8WMj7lJOCK7XGu0JTjpzUnKaBb7bi+alU6aLwa1hl4eN048YWma054XbBOXLu+6IR3brtYaHZmOv254WM3HdXdLiDx72sddnF2797d2r93r23WdvHvUM3MTGl6elLYsqaLMuwV2mBDLjgeQJbxNdAP3uGT8yyzbvSTvqBf8KV28ASfAXSl6STowFmpwnFLbzCwVFpC80wb9l99yyKJhcWVJV13Mbfjwzp/3r1rh5DZjpOAKBpVSu7m1oWx8UkdOXqT9jpR3HCh9tSp0yLBV2S5Hrj/XfrUpz6tj33sY/rIhz7spGBT58+dsT3qJQBnuyrLclfoVM8ySwKHvbaNC0WKus6NV19lc1xRlLrl9rucwB7qkuOjr3zt63r2ued14eIlvfr6G3rNcMYJ5FXLxtB06LhwtmT/MZA06eKHIhOJJejQaDSU54WTrvNO6rbcQ4owHSRB04hIBRn06ZqTxdCS+6vmJ3gD9HN303sgbEllejI3+GPjkAvojfwNLYdhXQ+F8G/wZHOjbdkuLGu5u/iN1yQZSwF0MIRGHQ1dbHSz+4T65sHIjkV4NvN1w4kSvmywf98++9VpF3+8LyNVeq+14zlnMG2bQ5nXNYs1Zr/okeq0123rB65nOl62DmWer2H8B+Y3kOIc+9/JyYnUb+j4ofZ6eWH8x8eMl8cmHHvq2P8A8ie3n4Ku0AF6YPuR24hQz/ON7ne7QDBn+T6wZ7d2zs+qt7mu61cvGZ+2Wo1chw7s1X333qNr167qr/21v6pPf/rXFTHU6ydesf27apt3RiTMJOYdbP16Ng91bVvX7FvxR0vXFrVjx05tWs+Lqul3A/Xdv7CcUkTbd+igbrnjTn3sk5/Uux56WPd4vaF1uWu/yl8YkPlF8oa9bTqZhy4V9pOF6bTNMUabmMtyWpQNNTzntItzrbEJoS9/9Ed/pBdefFFNn5uxVYE8OnYad8KSxD2F/CuO+VbXV5IuYfvnXEjJ6OekYcP+d7fj+SyMhfkIL4cuhrTtW5FFAFno2u5yPtzlYvOE/fDM9JwuXVvQ66fO6sL1ZV1dXHHyv6NFy+2UY67c2v7Ye9+thx68T//9//3v6bc+8xvau3ubfvi9b+rf/Zs/Ut9n/69/9Uuq8lp32H4vu+iMTp5865R195yumqZXXHy+7sIC8r9iO7HohPni0oKuulC74AI/9F1ZWdN5272O97zbvuKBBx5IOsJzYT2GDvg0AJs+PT2tosgVEUJ/IkJZnpsDUnOspQF2yXK24f3XkanweYx+FskUwwwcq3Kf6Oc1scsbtgOsB9+wlegvcchIJqEdUNgHtswn+cP4EW1p5xk5Rq4jwnFUX33zA34OvWDf61KYyvJCpW1Kc2wsFdrGJiY0PTuj3PKya88eTc3MaJ8LOdw3qoYG1rmW+YVNXfV5rG/9Wrbc9npD61PfNq/nfUkTrXE9/OADuuX4LfYbM5qZmtZ2+8qpiXHlFo7CNJq0TPEFIvw2NAFv9jCwvWD/fevdCHq2sQPbfGhy4zvaRrppMiSbNmqjHYiw5fCeaa99pR/X0TPXzPIbEYLGrMkzYwHejwDGMpY5oG+j2fB+6wT8+op3ufdGf/DkCs60Myf3AGuM2liTvdeWcaOQbNSS5XfT+lTbjtbWbdZjDHEB8gZexMwbLtis2p//5Cc/EcWars9Fly5e9X1HG5sdnwU62ljf0LUr13zdFH9J6ctf/orOnrmgTRdjy6Lp9q7WXUxdXW1rY62r7mbt4kff9lOOLaS5ue0aH5t0DNBSw3yd37FbFiUt2Efhe/nT6osr61r2HJevL6nj/MO4/RZfTCiqlkkWKspK2JTxsXHP1VJp2R23fszMzGjCMlfZNpWWOejAc+0Ns1/kAX3tWjegV9MxJvT1a+fQKuM2J+Llw4cPizPHQccyY5Zl6HPTTTfpr332s/orf/WvGu8xy2ZXWVFpFbpGrtzynJWVZB0I63Zu4J95WDW9lm0HVizX8CC8GLjBP/Dp2c5uWke39LRt3eqJfvQnt8ba8B3+dy238Bvc6c8z+6q830nvm3kjQmtrK44plwQvsUsLC9d8Pt7wykPZvKjRKO3vG44HxjVmuuV5psLnVGJJ9HjbtjmNWZ9I5P/s5z9P/6wJ/2zR97//fX3jm9/QH/+bP9Y/+2f/TP/pP/2n9Ev1ln0htgnIy0L8me6OfdCTP3tS586fs/xsWn42xQfcKTzz17rwScRwP/rRD/STn/7IZ7ZTYl9ZRvyxahybyvPcetROOO/cuV2l5x+fHFfLfIE/nFf5guM22wNidGxq03Ei8yxa7tkDfuXNt960H72W6LvqAvyInuCTecERQE9w4rz6on0XcRx2cY9jUmSDuS/apr/++mt64skn9eJLL+t73/+BKNwSF3GO4k80sz59mRce1rZ1eZYlGdu1a6fgF++R0bANAw94C0/hNzJLG+PrYW3+tU2HbrINjEHmI0K8jwhZMZK9Yl/IFVf2ArA+wHzyB5oCikyZ9URZIeWF8Clt6/y6/Tz6PlDteGWoFB8boVphe1Ibj56QFfIQXfOZeXkGuo6dera52PLIM1W2acjE0HMNTIOufXXb+od9aduXgedoz2F8JK/h/UKDvg0DsOXXQuH3g0FtHg4SdLt9+4legqHH5N5D0zpdlZWyLJNHaPQBR+bsGt/RmlyRhQX7bngHD1/3GQq+v5RyCW/oimOGRZ8BLjnf8dapk3r1tdf01sm33H5F69Z9ZOykz5qMefkXL6cvnSED/AWKt3z251zKWGIFZLHn+AXZ4AyDjJETwSaBBzggq9d8niR23un4EBjJdWGbwn6GpiP7qaGp/RjPtEd4x28Dz+x3JFOjZ8ZFRKIP76E99gaAHsgOdpR4BF1yV4EffpkrY0xY8enbp7IX5sROTqf4pRD0go7PPvtsyuVAV4rWzJ/GezD8YdwI3KSISPI9NC8jIp1LyGMAO3bsEFfySwDP4Lh9+3btcJ4KGnH2hm7gDXBPG3EB97ThD8CTZ4A2cG/Yfjccu1S2pcgP+LC/rmV0aJkm18x933m62vTPrbN5lqmwQc2zTHzYH/uEpoV9UtN2iPkozkJfeAwNAe6RCeQAIC6jnb7MBV1Yn3G04w+Aaz6HISesMzQe9IWmzEfb+sa6GDcC+EM7V3iLPNCfsazBdQSM4T1X2njP/BFbcpV5nzdCbts8gow+7hzxZ30jwnK29cxczAnInywy065IoBs+9OOReaFhWZapD+tGhGgHmAc8oTVj6Iudhp/wkWf5M3TMTD/25cfk50fvR3MyHvCzDaI3yQIRkQzqaDAL0g6AFEIAQWE6BGVy3gFZliVh9oTvIHxjO31Z8C8C7QDtN165j9giZJblyowjbfQDL+4jtt7nZgqbR/i4Bzf6jYD+N97zDNBvC/oaWLG5Z+8AAXPfSsChuMbgJOg7oOtq6HYgTOjMEA7iPYEA+tZ2BkMb/dpjZIHNjSf3AxSJANoQEWlP4A1tgdyKFVkoMdBzZn4uq1I4lf6wr3a37SBs04fenrIyV8MHu0aroaJRpj5Znqv0mMwBb+3+tXHLPB8KO1qH+9ICFhHJ8MgfaMZ7rravAuLt9izLBV5lVQhhK8qtK/fQO4vMzqgjPsyLgcEwTU5OiuciL3ytVJQV03ou45rl2nJq3pOLFwMHvGOtCQGt5rhCfu+iokkgKZO3YZxCQzvCtotnHIYxEshh33xzpyRzWZZpaHoj+Lwb+pCWeGp+DLxGbbrThyvQ99gR0I+xRVE48GoY51IRIfox3wgiIq1FO3M1RwbPvGZ8RKjjAHf0HjoxlnVK0511+u7LMzAwvgPjJ39w1LRhnCsbZcZyz1zsh/VoR5mZy0NMk0Hac27eR4SmJqcED3gHjNZm3syy0HKwEFnmgKab9sbcQESk/Q7tiHjO80yFA2Q3i0+Yz4NEQ3n/hXLTCRwAaMAV2hWWv7IsPLZQ5nXSWGWKyGyIGsIRVVVp/g+EgR444GE9YABdrDdD02Todp4zI+DRQh+75r0fnSzqaWAdzCTfd7S6vGy97GnMvNj0oXrggK42rhs+iEjhdTZ11UWMUy5UEKR0/b4qK0Ut02Bomk2mby6T7N9wEQ+nU5iesz5c4Uyh504nlNgPDoxvDhG0TExMOrjd9vaeqiQ38IZ+XEngNhqV5p1YP+Sk08GDBzQzM62yKnzYaGrHznk98sgjTkLfIWgYEXb4u3XzzcdEguTuu+/WAw886GLrI6kYQKH15ptv1uzstsRjxmD8K8tKRCSZRWZYv02xwocsaAht+5Z16Jp7X6NxDTv/PM/SuML8zP0uM88AniNCfLhvNCrRznwRkfhblmUay/zMzTvkFPqyHvPRh3e0M77hNbs+1EHjiNyOe+hAv6uBddtsTwdB5IIx9B/NjRx3bP+wyZsO1kvLGN+cHVh3nnNh4bvf/W765dilSxdF0Mn+eylY7ib9YB/M1XHyjvUHtg25bVNVNdJeIkLoGoCOQEdwrUzbRqOpaSdgGs1SjWZhKJPcgEOeZ+JXJg2/K8vc9ChsJxvm0ZR2bt/mQ8+46Rbqe89hCzjhw2fD8k8RotUovWZD0zOTmpqeMB6Z+oOuui4qFVmo2Sg0ZvtelpnMmjQPyVDWHNo4mlXaf2C/PuRCxu/99d/Vpz/1l/Sxj35E77r/fhEkSqGIELaYwyIJSOSHQv1v/MZv6H3ve59lcKcmbDOQ8xUnJM6dO58C+hMnXtfuXbvFN37vdLHi4Ycf0T333KMHXfin0AMcOnRYJAl27tyV1iGgW/ABFB0haIMPEeFgek3nzp0zjwfa6QD/oJMMzI1eHT9+3DL+gOAJBaXv+8D9/e99X08//XQKpPlTkwAFLQ4WBIanfPj4xte/kf5NYdr4t37Qa4JuEn3IHlf+dCuydH3hejoIb/rwEhHCLly5ctmFs4ue4ymx165t9muvvSoOul0f1goTvCpK1baHHfMOuUAmAWwW8iV/kCnW45qZIWVZqWmZKT22Z1tW23lt2YGGeZiLZ+Yus1wty56ncOJiWa/5kEVBGBo2rCO1fVVp/UIOmZ+5OQBM+8ABLrucXKVg/d73vlcUyDggfOITnxAFbX7R8/jjjyfbgn2AtswxsH0Fb3SRe3CMCA1sG+hDG+uAE7TiF6bo1uLiku3nVTEHgfiW3awtr4VlnT/H1vOBua++ZXJgGV+zfnLYHbgQIxecKCrIdGyyLys5Nra0/kZEmjMirAdjwi5NTIxrenpGU9Y3ZHjayfXSdJhwsof9Q5sIa5KHahJbAAAQAElEQVTpAy+gMftBLnimL7hzyERukAkOG8gHRUoOqPz7UMja1r6uOGH/gi5evGDbs5H4s+Yi79B7WfIheGVlObUT08ATaD/p2KZv/7TiBBf2CN2KCHE4Q1duv+02EfdUlgV4ga7sd6GMw/Ppc2eF/EZs7X1rzpbQTRJwzMmefurC9Ne+9lV97zvf1je/8XU96ed1Jyo5lM1MT2n/vr1eI9eCC45vveVDuwudHHqgxe3WV+TiZifwDh04mPxcx37t/KlT+uZXvyJ+7XDNRdF9LsIcOLhfZ12cs7nRLiebZk372rbxxedf0Oc/9zn90ImeJRc/Sd4cPLBfFFLv8vwcMH/pYx+1vB3XmdOn9KUvfFE//MEP9NOf/kRXXaQbt50j0TY3v802ap8eevgBvfvdj+j9739UDz74Lu93jxNIZzVmmSgyiT9j9ysuyAwtXCS67rjjdtu+po4fuUkN2+nrTkqsWA4nxyZ07OhRTToROrBeXjHfFtK7RfFv0r7+2ivW9UuOFzrq9zraMT8n9nn08CHde88deu9736MPfvCDxuMDXvMB82y7jrqQucP+fXx8Qg3b+q4TFitOYC4uLrvotJTiB75ks7a2LtrW1zct+6XlYtN2L7fNL30NXbt6PekDfmd5edXjOlryHE0XidCDTQp/WWG+lcoiV8ex78LCkpOWa2neixcu6arnuO6iMXx84okn9e//3b/Xf/wP/0H/9J/8E/3v//sfqbDd2O1k2tB+j1/Qo7d2DELeQnLh/ajuuP0O/cav/7p2795j2z6jsakZ5U4kn7t4Rc+/+JL4tvkbb53UydNnteTE82tvntRlF3iWvGd5/k3bvwsXL7vfmvV6KH6Rc804nbLsUlhFt/u2GWtra6b1tWS/wAOcaUem8zwX9gR5Rjd5xxXZvhE4xPPcdrxCnMEVm439JtFU2170nMBCz3q2p2FBHbioik0ZmAaNZmU+DwR9e47rsF/0KW1fijIU2dBUGdr8DJU7Np2wHcGGuDH5pVOnTmr//n3W+9rF6I7nqc2bUFkUKbbOs8yy1FUeoZ4TI6ULoWEZbW+uy4PUKAvlWa7auHTsXwb2I+A1tP1wo5cZ6qoTaXkeqt2WW9b9X4qFSYzhW9gXNMNu9Syzm7af7B1aQFfeQ2t8QVWWmnFcil2nqLtz+5zmXFCd2zatfbt36N0PvUt1v6NP/NJH9Su//DG1nIzcf2CfOp73mgt1V69f0l3Wg5tuvkmNVkNZnquyDnbxDaYrRfTaSO7euVuZybp4bUnL/KJ/drvWXfRsjE2oX2daN63bLlpdtXwvrK5raW1DZ5wk7phGlf1f1Shswydt11tqGodWq+mYaFrjExNqWncr60SjOaa2eXrR9uIKhUUXIbu2q5XPKNutj/M796hyn/kdu7R77z5NTM+k4siYiyN9+5Xtu7Zr+64dhp36ueOFL335yynOwB/+wR/+Lf29/+7v6AMf+oBy73HMyXMgIhzrr7ytuyE+Q8vYRmdDJ60HG2ubajXGdejwTXrwfY9q2XK5uLSkoWVwm+n8f/n9/0b/y//rf9Zn/+pva8fcjF598QVx3v7S5/9UhQtQl8+fUdOF7CXTeo/1tLDMNS2j+ICDjv8z5Rp6j23vFTnvm+Zdy8xme0M9823RiVmKBWfPntN//twXlGyv7RIxy3PPPKsN26AJ02/G/vFWFwePOAbDr6I7CwsLaV/Iy8D8xB8PVWtgX9lycaNrGZ2YmlJuGcpy4+F90w/bAR2IiYf201x7Hs+f+Ov6nJWXhcIywXXSvqdp227yM0RDz4HsIqebln+uaU7rDx14HxECJ+RiwvzHf2ZZptJ48J7+zIGMo/cd2x/sCNe2z3yM5R5bQgKZmK9rfmCr53y2on3oPUKDzL4iy0tF0VRRjKnVmtZwUOu6z3+Xzp/V5saKiuhbl9fVKjNVpk9tmd1YXtHFM2f1/LPP6M0Tr6ntGKBRFrYtXdXmUeb5rcKSeTwwTXwjcObKXrhnL1mWi32WRanMe4yIZAfZI+/lD1fAt6kPVyA3TzxpaovYGgc92Tu0bVsWoQVz0T9zn4Z1F5qyJvvnyjx5lqvRqN6hMfRkHABeAPPyzJzgQxtX9pLAtOF9u7Mp1qf/je/lj1FQbhnft3+3du6Y0+49O7R33y5NT05ozDo/Y51plJV1oqGZmRlvDztoG5tlLpJuqvCe0Uv+CZPr1xcsJ33TfKhup6+OYX29o+v2TavL61pZWtWmi6SLiyu2ZwPH79f0ta9/U+cuXJZDFvuwBb124i2dOXte+KoLly7rrG0SsLK2odK0KoxLx7YL2V5aWtKmcwSry0uiYHzJ/fnrVRZp7ywz3+oEtXUiIjdfcuVJvgpFZLaLS9pwXFVvDUg0Ij4GoBU0R8ehL3zE/73DI+vHpm0AsnvN55Nl5zDwq/jDJd8vrqxozbh17WezLFdEKM8yFb6fnZrV/j17Ne5YpWW/Pjc7J2LQyekZbZub15yLA9yjI4s+jy15n+CSeTz8HOEWEUlW4UtZlj6Ht03/rtfINN5qmYeTGnj9JduVc2fO6OL58471zugtFxZPOZY86WLPGz4nnnRx6Kp5t2QdIrZYc94BGlvtVFQNQ1Ntn8WX7SdWHTtBro3Nti6a3j3bwjXbtI59y8D3tWmdmzYR4aLqDhXgZXuw5rwOtgibBoTp3/WcxPZvGQ/i/NXVZcdca46lFh1TrTp2u572ExFi75xBz7s4iy1dNq7X7XOQ64b91bjtY0SIK8BZBGghw7Oz4tyFTiD/0Asb1nC+Kc8y5ZZh+MoVfnO2+Pa3vy3OcxTJ+GLvpYsXdfLkSXF/3fQ8c/asi79nJK+JbIAffAHHzc1OOg/Ttm75Yt48C6+Taco5p9L0gS7yB3yGphl8BYYm7sDAXOCbGb+hbVbXfhYZoA2A3wDvgbSG9zG6Zz/0Gz3TF+DZy2pgX8J8AzN5mNYf+iw3FLHzYBCq076GUmTqWzk3HOuO/hT30G1DZfJQv6utNx3n8Qa2s7V8XFb4f/ikiPC7TduBjsDHzR7jNWyPu7b/He+p7StfXOSLBzKNgMgzZbZJma/IUlmVqhqVmuZl03LdsB2gPSLEHrCrbfuZru3CwLhGRPJrrIF8bNrudn3WGJqu0IQrgF4b44QbslJZjrLMaxvw0ZwHaWct/FPb86y7WEXRuGe96puGbft+ZLs0fsgTV/bQtk9asl264nMaxfmzjr1POlZ99dVXLDenbfsup9gbeUGmAPziknUd3p+yfgLXXDzjWf6AM/vlCgwGDvAcyyIvXdOyZ7/GPe+4Zxx4gDd0QLbZs6fSiA5pDjewb2Ro29ycOE+hH/TZ2Nh0nL0u6Mczcw9N4zS36cE12UDjiT5u2HZERKIpc7Ie7xd8Fl/zeQN9ABdwYiz9Adp4pr/Rcdw5lnQWnOi7ZLowHnyR4yRP7sj9lGMi7CdnfHhG3mGn81ScyQ8dOqRDBvIrvBv146y+Z8+elGfDNszOzIjnoz6bkmPjyjjuuXJuHncMmmeZap8DyGVzlu9broo805hj5PFW07FnJfdQ33JBnJFbpsknEce3bG+AMcswctW0HGOr8P/YJGB2ZstW0YY8ss/Ma3qr1tmB7WEvyTZyAL2gG/QdAbSEV9CRd9ANGQKIL+k36gM/I0LMD0BrrhFbesUaADQfWncA+UM/cEMPAe6Lokw8591ojohw763/IkIRkdaK2LpnffYAvvKnsF2En1wjwi1Ke71xXebnGbzo0DIt4T+8h+/cQ1twZv/4CuSHvoyNiHfwAE+AdiBDOEEIYAEQYzDAZEzKRGwYREGEPvSlnUlAnkmlLSNEHzaqtz833r/d9M7lxnfc3wh0Yt48zxIRecfa4AZDucJ02jMLDDhCnBE+tAERwVTvgOPid+654S0CnABrbiNT29BZ+uCGLP1OSA1t7G18EAq/H9gYknRlfQB68K2AocfXnpRrAtUKR+HAVjDQVx9lsuHadHEAaPug23Px0yvY7dVb4HlMTo/13vNMGOTCgQU8yLxXaDziTZ7nDpwbCVqthg8QTVXuCx0KO5WyLJKgMi7PsxRgQ6vwAtAOyDxn7nmACL/xs/w+zzOFFToivBPvxfdudmBq4a8KtcZaYnzfgVAE4wrlRWVjNmEcml6rkaDZGkvtkeV2amMSfSNT5nXaNihDM6WwMoAX87E3eN03nbkH5A+0Ri7hPTJLH2jhV2kuxtKH9zgI2o24WdlPt6zHGqXpExHJmTJ3RKTxSp8wzmWC3DShiT6sBz60gSv3zMc9CsgVICDkHePAhys4ghdjOwSOliHaZeTgK0bFt4mWrMU8jBld2SfAc4TpbGBu6MY45tp6D96VwCciUoBMO8DarIPRpX9EJLmg/cbniEhGKM8Lmk27odmVua1Oz2VZqeUkB9eqaljuKpVV8Q79wIt91ZZhEl9DF/fzLPf4YYLS8/YcIK/YwXWcOArP2jCdcSoNy0ADmSXDah3EoTSqQttmpjU7PekDcKldO7brwL59IvGeGdcVF4FIQMBzHBuOcHp6Jjk6fhFH0YhvdePgMJY4wl27dyVarziori17yEPhtQGCEoo5fDuKYAVbIyNJwQnAqW6fnxffQH3wwQd09z136qZjR3TMCaqHH3lQv/LJj+s3/tLj+tSn/5I+5qTWh5zQefSx9+q973uPfskJrt/8zU/rcRc7PvCBD6RCF3LFIQr5mHRhiz2AT+XgDKcYEQ5INsxLH3SSbo157xOJx+ALHZp2tPRnHG1NJ6SYB16P2kb8kjfTdeDobSvzPetCAwCZiwhFxDv8RJbbllneMXdEJNoNHRQxFn3smJ/oAuDXSa6Yr2vdjtiSM/BD/prGFdwiQrn5zrzMQ1/GwKPRe+Zl3KQP523LyqnTJ/Xcc8/qlANLEqx5nmnFQScHKgpu8CqyrfVyz81BfUQD9s/9/PwOMf/k5KRGwdG05aXpgKaqihR4T01N+jA3p23zMz5gtVJicM/u3dpuvlNIuPWW4w4aD4lvux45vN8J7OMugN+kQwd36cB+J/jmJ8yjQuPNUk3LVaMs1DI/S8t23wcA/AfBXZZl7rfFS/Se/W7RwoldKzZ7KIriHX5AC/rJH/jKYZIiEX4cWUWOyqrUTS6kfPzjv6xf/dVfTYX4T33qU/rN3/xNfcwFkHvuuUc7duyw3jZ0zQdKCk8E7hddiCZwZ54U2PogR5CxbdusdW9aZZar6QBu0XpLcEViC+g48IOnud/n3h86Al3LsrLtGJh2U6q8d/Rz2YkC5AnaR0RKfnLgBx/kiH1gP+kHbRiHfDAW2rB3cAMYB60mLRvMGbEll+CCLPHNRmQiFKaWkq1nXM8ymUcm/uQT/0bRTUeO+jDXV9O2jF/OAU0nKkrzDNojs1yRzYhIBwNwoi23jHEPXrxnIda2oVNlOwfO604E8CckC/ednBhX7RiCceypto1stZriiwFVVZpWk1pZWfI0Q9W2m+PjpB64XgAAEABJREFULR06dED333+vHnrXA8JmUCj72Mc+Joqnjz76qMfOKyJciLnmq/XB9vCHP/yR+FOely5fUce67iWdaHCypD9Uu+OAug4fTKWhr0VRCVqD9yh4Rg6QJfgMsEfo2nLwSSzCfjlwcSgsyzKN5x5+1DYsQEQkvvdcnBrxB3uGfKDj9NkqMOWClvSD75ddGMQGj+SQsbQj5wT00M0EMn3qlDQBF2wye0AmeA++zPPEE0/o3/7bfyv+jba3nMxA5y46sZHl+dY33n14Yy3sBvsHJ+bhftL24eGHHxY2gz7sjX4rTnTt3btH8OGhhx5O+vXggw+Kb56v+8B39coVGTknBDtO6CzYVp0Sv5IfmAmHDx/VLhcGoCM0Zh1kgV/04nM4FLNfvmRwxx13mu/v0sGDB4UPY5/ILzJ93oktfgHOl3F+57O/m3Sbwi327nUnuJjn9OkzuuKE1TXDrvntutcFyjtvvdX2aY8ovjSahfIYauHaFT3786f0TRdvT7gY2XdSf+eOeb3rXfcJv3Xo8AFFVot/x/fkyTdduHhK/Dn8f/VH/0o/+O4PlNuLHDxwQHe5iHdg335RTLbpctFi1eNCCy4QgC+/MvjZUz/TVReAd+7eKWWhLM/Slz9I1H33u98WdOk4kbDb7ymw7rCvf+y979YnP/EJfebTv6kHrQMUEd7zyCOiqHrvXXfr+E1HdfiAbbCL2B/6wGN698MP6Zabj+oDj75PmxurWnRhA3jChd6f/PjH+uEPf6yvfOWreumll7XoAu0ZJ9GXlpat1z3YppmZWR07drP17pCvx3w9LGKG4y5ecDiGH9MzM0nvkOeqago7ia1inxcsXyRU+VPhly5dEv8GKbYN/eGKjHFFjjpO4gyGtU6fOqNL5hP/nAZ6sOLEcWV7hDw/6wR/4TNEaT9w1oXvixcuCDletayRnFlwInPZRf+yzFwYPy2KyHx5AHngC1nEQPfd/y79in3BZ/7yb6nrWP245WD33r16t4vLBw8dVHOsqdb4mCrbPeZm3aWlJfuISlPT0+IvJgxsOzacHKEQhBzynr7o2YZ9sxS290P1HdtmxnXJsVWvN/ABfpDoOnC8wPiuk6D1MFw86ts2dbWyuiLGMx+/olxdXXICbVM9+5XCtgX9yLIsyQq0GzgLF37Gh246OZtlhcUtzL+OOIP1nWwbEDsaj55tT9fnK54jck1NzqjhvfbqviZn5zQ5PeeEelvNRq5hv6uqyFR4bueYPFct1u470eQFRPLDJll5FO47UPh/WYTHlo5/KxGPdO1bMncuslCRZyoNnk4902fVelBaj+AP++B9w34RGcIXIWPYsW1zM5bBKetCQ0WZad/+Pel+bW3F9rrvWHBFc/OzOnhwv/ouAh537PmRDz5mHfll3XbrzTp68IDx6+ra5Yt69dVfaO++veqZBnmRJR+Bbbi+cE3LyRf3BHMyI1mY9zLfFLn53tL66ob4UkG73deKi4yKIhUzZ52wn942r6YTuwO3tfu13rIOyXOcsO1JMb/Ps2P2XQ0XEicmxxzjjHnOUt3epvrmS8cx0ND0izy37I0luWtyRrTP7ZjeG+2ehsZjsztQXjWVl00vX2nDceiFy1e1utHW5etX1TbPNlyUoICwzTZu3PHzffffp10uLJdl7mLHqm3Aplas39hm9jnmdcZdkIQHLfuzI0cOGbeGauthqVx8AeK5F17WV77xDd19/z36vd/7Hf0v//P/qN//65/VzUcPamqsof/1//v/0T//p/9Umy66bVj3zp48rTEXiI8cOaylpeuadNGw9jnfxNWFixf01M+eFEWJCevYjOOVOScdZ7dtU55narYayvJaXcv7mHlQW0+aRUOXXCTqW3/QNexFWZbpTDq0H1mybnI++dznPqeXXnxJly9esu4NfO4eS3vJ3RfdkXnSchJvzOuiw23H6ehIOsllIQGShtYp6OFb2X2ndTKPzfOcpmRvsFcAcgM+zNF0LI/vplOFLNtngueojTkjQrwbwHfW9zUiLJM9o5cl6Jnn9KE//rvvc39EGJc67anjcbxP+mG6TXmdqlEJH42t5X2W5+IDziNgvo5liQLcum0F+wx3qs2bZlWJLwgNjU/XdriuhyZHJBhY0dHTgfGS6V3Y/ra83kSzqamJce+nSDAx3lKzKl2cbYv3UxNjahS5ZaF8p91DlZvOpXWrsA7Wtj215weGtlVD54IGhqFxGnM+pfA+Ks/JfWYaQBvZptRmzI0wNF6ZZC2ShrbptZ/LotTQ8pOZd4XvI0J8smyLlhFhFS9oEv2Zj/mxW9BwRHf6D2xD5XXhJ8+jfvRhbYCJdu3aYZ9/i+G4+CdCbrcNwg5hl3bv3KHdO7fruM8je/bsVs+62nfeq2qUPku5/dhxcS6/3f6IvyhBXLjf9mq7i+QzM9Oa5hw2v819t9nfblNtHuUm6MD2Axmskpzn9iUD1d5b3zhbjS1bA+WWxwXrSRce+l3Duj5u3dvus8+unbu0fftcOuPNb9+m6emppDe1aRwRQq53uB/yNj09o6mpKcvhuNtbpl+piEyT1nHkEJiwjpV5nnKEVVGoZ3m9Yt+fe669Trpnvj7pWPQbtinQjXkL90NOG8aT9bjvWxahMzQe+B586E8sju4t2oe88cYJFzVPy1MKnzO03DCWcXlZiD02fE5j7IinvINe8Iu9MCdrolPrPucxP/0H9vGL9tuXr1xNv4on9jdJfAYe9/7HVBrnqijV8vzgDcxOT6vhfFDkpf15X2u2zeuGjs8Zfc/Xts1uW78atm1DMyfpoa98ea3VGrO81o5ZBqiZ2i66XTh/SWfPnNfVK9e9XqVWc9z6Yx2zL+h6TuIHCo4d+1poxPlzlRjCsTznA+Ljs2fP+Gx5VhcunE9nhEUXlYn71zfWlOWZOuZP28UcaLLmOIp9cqWNK8D9pou+q473Nzw39IHOEWG692VhVG2CQsOG6VFaFsddlOW+6z3TH71hHmKkUy5wYcs5Zz/3wgvCbuGTiBnfevNNnXWBlXWRC4C9rK6uqjatiOuRoRWfDYmROqYn6+FHkFN4Cm7Qo2/bydq8B7IsF1eAeeFh03bsnWfjzR54zvNcWZYliIjkU7AN7B85gW7I0sA2pm/5HKJvtmED++G+Y4yh760EMtKmzNA87fu2FrbO/6ehhYn9DG2rht5XFl5L4fx6aGAb1jd/8XkDy82A+d0vjM+mfSNfBiptg2fIRzj+md42rcnZqbflvZn0srBsemH70q5jyk0tm3fAqnm8hpzbX6+5oNn2GYOce+SZ0Jm8yGU0RI4J/8Z+2St7H8HouW/6DozXCL+h76EJcog8MXbd8sJ9ZtzhBX2KohDxBsUwaM27iDBZ6iSPzI+sMFea3/Mmeskf9zOVlJs/8A45Yy5kLc9yMTf3tHMPbgC4Mie48Jx7PLymT2UfU1aVsjyzHNeOd4fmj8FP8LZn3oKHshB04hlgn5zpNqGh/RZ6yH5Zp3DOA7lFzslNYbPYO+uyJtcsy5I8QpeIEHgjv8TB8gc5Yxx0jwiV5ik0YX72AfAOgGbQe9Q2mjPC586FBZ/vFkWslHIV9gPMg06hZ/CZe648Mwdr3AibPu+sr607Dl5JMgXu7ANA9xmzZh0FZ2ht9BURGu25YT2btn1ER/kC/Pbt25MtzS1v9KdfxBYNIjJFmNYG6FRaXhrmzwiK3O/NG+EDQ5YFr/N2HNG3/nXtV8kzda0rQ/sEvvSZ5+F+mWlcJdlLubzZWcfjE25rOIapEmTmCfIBPQHoxDOgtz8RIfk/+QPeI/qP6HXjON4zlj0yF8CzhxqfXMg/csgVWmbI2A3z0y8iBF4A9AAiQvCY+eUP43nv29RuS7N1tZ2hjblH6/AMHoylDV0hFwUQRxb2naM1IuKdtZkDiNhaW/5ExDvvGcP7DEEDECgEeCSYCAmCRhv3IMEAkCjyPAlLxNaETMaG/Jg2ciMBuQd5CKAbPjyPgPc3AkT/LwF9wAN8wA0BhpEwlXUAxt2wzH/xFsaBL3gD7AumILzcZxbAiNDQQovCyPe5BTu309mCwgXRoToO6Pruk5kJhY08CYQ6pIHb+jaEPZyBmTo0RLZlsJgvLDhD9xlY4MEZJCPCy4TYI3uANuDI86gPOEJ/rhF/1pc+9I+IdwQ1zzMVhohwWyZZCekHcM8+gfAb2jLjFxHi6q6iPSIUwVhJxrmWj7++DqzAKCzfrOvb4IJT7f1g3Fm39n6ZGyPJfOHh4Ew/1mq1xq3ADbdmxq1M146DD9+4vUqKxj19Ae4jIik/80ZEkrOBHTrvt+glhXEdgZ8U/h9BzUjJR30jQigOc9EGRLi3Adyhj/zJLecAuHON2OoTEQlH+AJEbD3TB/DQZHh5t4VbnfCtTSPWzEzDiK256M8zY5Dtkf5FRArYWBu6Qkv68ByxNZbn2rT2NtP86AHjI8KGcyzRiz7sj3XAhXuMBzCad/SO9+/oQJap78CoP+h4L23PP7BYOIEUMs+ytH/GgdfE+KSaVUulnV5pPWlUhVpOojSqXPWw60B5w3OsST5EhvWiaV0ZcwHBZHAA1VNmumR+yLyXvp1z7T55lomkx4wPMTN2RnM+QJNsIplJYvnTLg59xsUhikWf+MTHdeedd2pmZiYlNQ8dOqR77rnbcI+4J6FIYva+++512916z3veo3cbDh0+JL5xJH/YC/SHBjMzM6nIhp0hwH355Zd14vUTDs7PpaAHm7iwcF2nTzsAPn9OBA7Yo57tAfzBeRLkUtTloHjkyBEf3HYImuNQDzjxzF4o3pkoPqS0EhR2sHme+cDWVEQYKyUeVlWV9IIgqvK9FOqnYLNWWVaSn8Oyjw4BPCN76+sb4jCQZbkK8ya3PNOOzew5sOAeiAjzp5sA+eDwiRyhN9ADGYOvhXnL+9EY5qMNGeA+M8/oO5qbvqNn5iJgwc+w/sA8Zh768I716MszBw++xckBCFrTRnEz0dPJqrvvvseHrraT4S/p+9//gV586aUUMDG/hVQz0zMpWOAAAp35td4+FzAIaOBtnmcaONnXdfDRdxBSOMExPt7U9PSE+TSnQ4f2+YB/UPfee2e6RgxM754Pz5NqVA2bwnDfKY078bHpw9mqDzgELrOz05qZnRKFh47n3txcNzpDHXRyk19DfeQjHxHFGWTxjjvu8FrbBe2g8YaDb+ggfwrLAbQZ2Lb2rQ8A9/JsvKuq0uMq8zS3TPGNuN1ONMylX3hSXLn3nnuN91Gxd3wkv/b8+te/rm9961s6f/6CZWIzyTGyef+77hd/GnQHvwRxMnJyclIHDhwU9OKA+fTTP9eSk/V8s/atN97Qm4YTJ074kHpBA/s3ktUcUkns8W1b3nFohH/IAcFjZt0mxkBP2Bd7zbIs4YdMw9+ISDxEPqok4xL9sGkRke7RMZPHMl/aBuUiWOdbwMzLfOgc6yGTrENf1uUeWaIfczZte1admL7kZHNu3nd9CGA4ecgAABAASURBVKwapa5cvezi8lWtufiJfCgk3g9Nd2SWeVgnIsQaAM+sAyC/QJbb19tH5nkuC5oGPnxxWCCZedOxY9qxa6dKF+6nfSj81G9+WhS9P/zhD+n973/MdN8j7J0cSAyd4NxwEvuakwpnT59z0WvJfN5h2Z7SmTPn9O3vfFf/5t/8Oz399LN6882T+vnPn/b1Lb3xxpvpeu3adWVZ7pii1tC2tWZDRjQ3XuylZxsAD7EZyB6ywhW7RzsAfz1E+FrkMMszzzVMtoK/EEFhpW8/AZ8A5qQ/a5SOl7ZolJtfpXHJXAiw7Lm4C58puMOzmgGGcSd80U8STdhtkl7gs+bDTM8H7crJmGazZf43FJGlOWvTKXcSp+ekc1U1NT4+mRJp/ClS4rDM/G2Y33lZCNzXNtZVWH/WfV2zfWz6sMMhDpnDH3LP+hQzAd6D5z/4B/9A/JqbP2tNG/L0ku0O8scveLFZzz77rK5YplpOjh85esg2YlrQAflmbWzxSSdUkBHoxDwf/ehHjfN4StZNWvcy6wVF5C996Uv67ne/rzdef0NnT5/X91209I713ne/T4889G7dcvNtam909fRTz+oLn/uc4fPpz5uDP3izhwP2M/x6oMxy8WvSXU5K9m2TSsdxuQYa9NoKX48eOah77rlDRw/v16R5gJ6QkGI/fLMeWTlx4g3xZ6d3zM9r7+499pv7Ey7veeQ9mp6atv9vil9IHD9+q2ant+m0iwvrpm/VaAj+Qh/szN59+1RWlXXtqlVjaF71bMsaCcackGyYH1YvFwXPucD7tPf/mp5/5jmdc2GYX4984fOf0//vH/0j/eP/9R/ptV+8onAMPTk+oW3TU7bPY441OpqdmdT83IzW15b1h3/7b+n2W2/RAdv/d91znx5933v1sY9+WJ/6jcd16/GbtGvHnAu09+mB++/V+bOnddmFygtOam048XLmzBnxJ7auuPi74eTbJRf50Tu+AFCVlcYmJzQ1M63dThLfcsut4s/zf/KTj+tdDz6sm1x4feCRh/WXPvUb+p3f+aw+8MH3C/+f57n33Be0aTtxSPJo4cIVLVy+pmF36CRs3wWajpQVcr1RWVX4NldhogzsC3KvG6ZfbhhYZzhjdJwU7JmXa5urTip3dPrMW3r5pRdc6P62vvG1L+r73/uGfvrE9/Wzp36s55572j7gjO3pqlqtyoXep3TlykXHMFcULqzX6tvGbBN+rNEojWtHa6bj5csXbPPPqutiGAknEmehobJMhvR/Pg/1fS6qtWn9XnHhYtNFUyC8l1XbsaJomD+1/WfhtXI1bANJxABdJwCW7UdL6ylFy6FtytDx4tDSE6ZZ5tgjLyrjM0y2aGjb2HCBbeiEHLzZsA2vi1BNFdTAGYV3Di3TesO6J9WZC4hrLibbBmUDjc/usN7tUXe9rWb0rQ8bjivWLZf9ZJ97nhvc8iLTwOOnpmZUlSR/vee8UtuJv1UnW9njemdTAAk/fEWWZyp9jmw1SpVRq/IcY46JM8urX5lPPYHfjHVHtm3rTvqFZLlY19T0tIuid+iRBx/R7bfcrjKrZFJbLtY9V6ZVFwbvufMOffCD79P4dEt79u80LQtdunRel21/7n/wfrmjJuenNDY1psZ4UyS36zrX1Pg2Fzf2O/bYqRUngRZXF7XhGH+tvaG1lVX1TYu6M9Da6rpeef01HXS8NeOk5d133aZPWZbn57bp7JlTWrx+XcQEDcvhqdOndeXqdcn7xVbmvhbeb0LaiOfecO3r0MyICEWWS+bFwPEDfCyLUhFhG9DSzMw2w6yQ62Et5X63YlxW1zZUe0zHCfWybEiRaXJmyvI20NjEhEjsDSXfjytz/ETyLDMO606G8SWpifFxVca1yHP7j1JZlgm7xrVj2fPkmmiMa2Zi2vZr1sXqOc8/rfsfuF8f/cgH9fLzz+jv/sHf1Ne++mVtmG6v+kywY9ucdhIztSZ9hgktLyyrUVTq+1waEdpmWuEzf+2Tn9Tv/5//T/pvfu+z+u3f/JQ++Nj79LGPfUS/YXp+7GMfS39O/fZbbtGjPpMcO3xE+3ft0fT4lC6fu5DofNV2Z8VFoZZt6ZwTYWuWldq0a5SlCu/DZBJ7gY5zc/OOL3aJvxZy4NBBPeaY4ogLWa+/9abOXjyvawuLpi3ckDrWU4fhykzjoW9SEts6K3/4KwqVbTFxOnRlDa6btjWDulZkmWVqQwuODZF3D7FeDtRzgYN72sCJ2KfrttpjVox3x3Z0zYlt3tFv4H3k5gnvWy52zbnIzPkJXkVEkgvikdJ7jYit2NU40Eb+gbiKmI5nrvWwZlqxJnOHMuPUV5tfe1lfNx1ns35lu/rhj3xI/Cp9fWNFeSH1HKf1iLmto0Pjy37l2DUrC+VVKeWZxTZU+vyK7x63TLVcDCqKQvjuPM+TXIWU1i/93LTM4ev7pkHPZ4KuE9DYzvb6qu192/ZwQ4P+hjTcNC8HylRbloaqjceUC7OtRqmJVlMzU5NqlJ7fOtQwPo2yVICj6Te0rYyoPT5X7XMN83tSDe0vupubqtmXY72heay3P9A7zMOGZQqA9lxLz1s1PLc3URuXwoRpuM/ANIF3aS8+M/Vsb/uenzmbVWG/te71NlT4rJTZjxS595HVmp5sOT4YU7NZqvB8tXGtPa5rvZwYa2nC8ca091mVmUrb78MH9+vQwX06uH+vbeBx3Xv37brJsdSxY9aL/XvkTacvSBh17Zib1XH7cPz7Lcdv1s3uc3D/Pu1yAXfWsfW0/fP09KSKItc5n9OxjefOn9Ul+7KFxWtCRtft5zlXrNr2ybGk/EGGOi5Wsd9r165pybqHzNAfumVeHGDv7p5klGfkAfmddBzXsixjC/fu3asdTqCjF9euXk32nTiHeRg7YdvVctxDf+iMXPGeKzrQcMyLXI15vunpKY1ZFqA7eINfx/JEvyzP05luYHngPTigGyP5BFeANbmW5jMA3gDtzFNYlqVQWTXUaLZU2NZWviozj+1zIy/tC8PW3JIaua+hvKxU5rmavo5bH2YmpzQ7Na3xsXEhP2O+pvm8l8rzVt5LVlbqW1XxsQOvt2Y/OoxMG84DbhqGtFlGllfXtGadRTeR19zymLlfz/KIbc9y42Es2tatgWqjmUvWWfSYXx9fd/E5K3LxTGxQet/jlrnIPM66lPnKWYT4lCIQZ8qr5lOyJeiXdaZr3e1bhyJCI74xDh6NmXeT3i/XPM+1RT8pIizzTT+XaQx8qapKDetSszWusfFJlY2WctO38Lml8P2gDuVFpTwPDa0nRZ6pKgsh87VxLc2bwviWWa5N0wS5RA561qeB+V6/ja8HeI7caxcJD9ozjwPYB/tZtw1GnnlGHgDumYd7+ZPnecK3ZX6BN8/yh/f9t9djDPN1bNcB7APv3U21acd8tXGXceM6tF0beG9DX2ufkYOOBu5lPuZF5ri04XVL5Vmuln3QNsfYO61DfJF9ZnZaO3ds17Gbj+muu+8Sf8HtuGPvYzffrIMHDmn/ftuPQ4d0k33eLfapdzkveNcdd+r2W2/TnbffpttuOZ6Av9pz0H337N4pYPfOnZq3zdi+fV78wpB5Dh48qAOGPXv3iNwTZyp0etL6DS9q76lrH4ptgA/YjIgQMgZAb2gBjaA1coY9uXzliuPt646r1zSiF/2gFc/0Rf640hYRiY+8o1/X8ggwb0SosIxERIoBwIV+rI0s5uYh9wDyh8yCG7gzjnt4Szu2iL1xHbdv4x39IrbmRkfw4Wu2mVZdgRu5g7ZtUNe5z67l8MzZc+kvxHGGXVxcTH2Yg7Wnp6ctBrXAi7lHAG7sC7AopPf05562nn0afViPvdHGO9oiglvH0sN0ZS1owxmWLymQmwLnTdsS8AEv2nkPrXjPM19sZn/8EhgeAfTBJsA3+EEfvvRMjusMZ8OLF4UOrtlGIfv0AZiXeAQ7wj+Ng38BL2iMTeYcCC2gdeVYAh6xt6oqha5hS+gLX3LbrogQcRh94HkC619lW4p+QE/mhwARYbvT8DxNMc/Wu6F9Q9u0H1iO5Di40Ph4S/jGyclx969UWO+yTH5vr299rf8c0FYbh4EGPquk9W0PwQdeRITgBfsAWJOr/OE9/ZEPrjzX1huujKcNfvWsRzzXb8dvEWFc/gw8lfHfwoOxzMGatDMugX2CXcCf60df+kSEwAm6ItvQubI9jogUq6G/xABcmQvZhP7sBRxpY02AOQHu5U9E+P+ljI0wAQIHIAwILIOZhGfaERCe2QBIABGRNsxMtEf42Q8swnjmwbEzjmcQ+ItA+wjoNwLGjoD3zBkRiSCsBWFGbRGRmMncPZTaxoZ5GAfQLn/oz/3oHc8jJYAOGIOBuZHb4SrPfOjuJyc8sGDJDjpz2xbkyi3kGBRPm/5jrhGwBuv2HMAC3KdO/j+cBrTL81xQi76M8yvRBmRItRt4B4DbjfNEeKSBcczNfgD6La9uJmHycBsY78aCS5+hHdeoD3PxnnWA2n0A7iM8tzGTHTt9RjA0DfgTbFme2dE1FJEl482aZVlpMKjVc4GnKEqvO1Rhx4/gZm/vRVYS2qB3x8aXMeDDuhGhjmmV56XC8/JOCmVZISnT0GOZf2JiSrt80Jyf32GDMApUwg5pYDCven3v3UM8VgZvS4yvnZVirdG+I8JvHbC4Q0SkfUB3d07/gRMwdDAQ4b4GXkQEF0VEAvY26kPQyBjWgN4A9zhEgPUjMkGDFGSaPvIn4u258sxPSgH+Fk2hRZiuA2WJhsbXdJDCc5Ruy32tfC0UkXnf9K2dJNtU5uemE1UYU4wGa1Y2HOCKroPLyKCPDEbtvfZNv46DolA4iKtUWsY5FDWbrDlQq5l77oEPpmvi37NbXV7WphOmrNdqjrl/qTzLVRtPb8s8KmzQm+Kgt+4CxdrqioPrzEXSliZ9iJh422FHhDBeOHHw2u7AiaBlpw9FhxwYUUDlV6A7duwQ7fSDvuxrlwsTHGC2ORDat2+vi6nb7Bwamp+fE98SH/OBjbU3Nze06YPlpUuXtOgAG3s24aCIhAdzEzgRROHkoM+a8eUAdur0Kb348kvi37f4/g9/oK994+vpmUB93ngeO3ZUDz30kEiyP/bYY6mou9OBGbjBd9ZZdfKlVm29qbzPwvSIBOy52WzasY1r0gc/HFyeh2W5m94zBzzL89zjtuQBGQvzF5mIoG8vyQj0iAjLRCH6AIyXP9jwdQdA7J/5WBdgDq61ec/9SBY8gUfJeje0PG2k+XnPGuyli4x4LTp17QRZi3mRd/rQF3lj/a5tMWNopz80gb4LTsZRcMO3IHO0QSuS+Pz7mV/+8pcFfPe7301/OpLCxeXLV8SfYeK67uTs0tKqGj6I3Osk+a984lf027/1X7ng8Sm9732PWU7mBQ7gBH633narHnnk4SQbAwfyQwdoJqOKMheHFf6U1cqq5dlJxXUXSC9euqA33jzh5OuSsjxLh2C2VYkjAAAQAElEQVR+/UrwRYA1ujI3foA2DmIzMzNi38govwgi2KEIcf7cWb36yi904dw5co5qu5jDn+3cWFsVMHQgWnqdwn5m6ECp6UMzvIGu0GbgNgKOvu1kx8mkNR/+sTk8P/HTn+qLn/+CvvXNb+oLX/hCotuf/umfpn+T5qd+t7S0JILIp59+WvyJ0//8n/+zKAA999xzLsqdcSL0qq4vLGjJya41ywnAmEsXLro4dFnnjTO/tluxvr/80su6fOWyXnjhBfEta/6c0ZNPPqlTp07ZJph+1rEnf/azVLj93Oc+py996cv6gfUGvsJnaLPpgyABLPRCJlkLOrLfNesdtGW/k9ZP6AhwuEE/aV+1PiHP9GdOeEycgZzzzFz0A6AdMsc94wiC+XLEogN9xoEXQfJpJ4TBgzkYU9fDFGRBf8Yix+ghQFuWZUk3IsLqUlu7LUZuywvrd2577EQSfzqwOd7UzNyMKvNzanZGU7ZTx265Wbv27NGcD25vvnVST//8KdPrG/rB978ngvhRsLdj+w5NW562OcG4x0mZLM9d/Hgm8RcduXrlaurPvtgLeALcgy+0QAfYP3rWc2w02l9EKDO+QG0/CNCXcdyDA8+Z5ZFnxvbsHyonA6ABwFjW6Dj5wZV+0KZvWSX45wqgH13LbcMJgwI/5PUcLqioStmhaMx+gBiLJMqKC6cXLl1Mv160WXp7//PW25aksK8eJL703w7qwbHvwB7cWLvndZAx7Kr8KRyPsH9wLcwbklv8ipRD+JyT3XzhgF/w3X///eILDsdc7H73u9+dfEfTPnTd8njq1Fv65//8n+srX/lK+gIHX8DBRzEfYymy8mUe/Cd4YB+XnLQ2u7TDyXZ09Pjx43r/+9+v4y6ydU3HS5evikPZv/gX/0LoJXhDc/bA+n/jb/wN3XXXncmOTU/zi4xMJ0+e0Re/+GV9//s/0tWrC+b9og/5e3T85luED5uznKxYN5742ZOigIzcPPzgQ+KLESvXfbB10eDOW49rfmZa0xPjGvP+Bk6MvmU79+aJV22T1lISh0TDPsvbfffcq1//tcc148QYCcHZmVnBd+TtrddP6jsu5nPQnJ6icLkm9HbTB0uKLAf2HdSOHTtVORF3xckpZbn2Hzjg4uOMbnMhaNa0B8cZ43LNckwB8+rFS3rqiSfSn5O7/dZbhezs3L1XE1734MFDmrPuPPLQA/plFyIeuP9uy0ShZ194Ts+8+LyuuuDy8U/+qh7/9ce178BeH/y6TvRf0X/8D/9Oay4+1b3a13WdO3lKp078QhsrV/TwA3fq8U9+RB967CG996H79Pu/9zt6/BMfd7HjMY0b7ztJwtxxh2657Tbdcffd2nTxc211Q5v2PZPjkxqbnNCibWtpGTtz5qzt+6suVj6vjn1i5aTiT598Sq/zxZOLF5L/JsHDl2kefvgh+6hHhcw98OCDuueeu3Sr/dORw4e1e9duzXi/m+2OVmzj122PF2yrsJOt8Yn0Tft120+KHegU/ZAnRaaO5YqkY1FUTgjt1tGjR/Su+9+lWyx7uxwnjTkpZtVL/hx79+abbwobvGK7j+5iB1e8Jn9qGMDXdl1cGfde9+zZp6M3HVPDOjxvuzQ3t12V73PH7JV9MGuWZUMd91+2X161HGw6TujY5qza111fWlTPh92W5W7cdEPvV1wg2/A+OTeE5aP2mQObXnieoe/zrFDu+Tfs7zZM+7ZjiShyNZ0MlfsP6lqAbH3RH3QH+9c1/TedPMEuQTfebboIt7HZ1YL1Ej+G3Dft+y+dO6M3Xn1J42Ol4Dd8iIgtG+M4AdvCn6Csh7XbOt5fO9l77E7tMxU2IHcRILeyNxzLRUR6n9lWdY0vdjEiFLajzVZT2NPCfXPvA7uwb89e8SvsMevijh3z+uxnP2u+r7hgeUYvPP+8deGCuo5JHBYm3Rw4EdlsVFp3MvRP/vQ/aodjZJI2+Pdt27YlP3/Gscb1pQUnpl2gaZSad/LRCCjPSseWQ81Mz2EZk229tnhdF65e0JqLwbkyFX3j6nPcpmkejVwPPHyvbr31kF75xdP63ne+7MLMqprFUL31RUV3XatXL2m2VWmvcZ8em1BE4bgxVOWVwjQb9Iaa9Llt7/5D2uDLAi7o9nz+y5w4zcy3Is8ETcYtF5ub61peXrKebbgtE7SP8FxVJegMbyesA03LcdP6uW1mTtvndpremWWrVlSFkJGBfXfl4k3tws7yyrLfDxWZFJJXVDpjcZdlXjtCi5aJ3B0y3/ctv0PLad8F0dLF7117dupLX/y8vvPNr+jBB+7TLfYPVy5fEjzA5i/btgzti4Z2aJlyNZsTjo+uqG/ntc3n1DXzaZ8LQ9tdBN02M6OD+/boXXffbVm7I+FywraXX67zy9IXn3lGL/z8GS1cvKzFC1cVPanhhBlyjR143vLQsP89ZhyIh/Bl+J9jx26yn9hm+7hNnPkmJya00/rO2t//4Q/182eeVtd62BofV2OsqUarqQ3rHb/YWXJMt2L9h9YD+07W6rwtt4zvug39wa4M7NdrbX2G1r0Z72feMQyyzzj8AsBcEaGIkP9PUlgmhgnoW9gPl2VpvtSK2HoHL9gjwHj0Bv2hf0RYbnsiZmP+1RG+5lGeZ5aZZU1OTiYZAS90HtxXbMu4b7UmhG3CTjWtow3TEJiYGNO586eVZeBZm6dNQytBZbpXZUNAYRuURS543HVBlsIsOE5MjOuQk+3E+fxpac6umXFlbnw5X5w97oT+QffB9yHjnMcbtps7d+9SZZ3nF5K0TbogM2efOLTs5mWu3DYCujfcp6oKlaYZ9kLWm0nbvwnzkS9vtsYa5nnLtO2LL3Fy1iYx2rNf7/fbanfWtLG5InibRwj8THjVlk/umXNovkaYBvLsXh9fAH/wF2VVee6harfDY6A277eubtdAszOTqopaRc4cfQ17ba/XVqOQdbjjM9uShv2OcsfE7c01xx2Vcq+H/mfeT8v2bODibMfvOu0VnT75uu3fG1pZumJbeN1Y9dVoFubxmOxq1WyV3nOllu3OzNS4piZa2j47rT22c0cO7NdtLrDe5yLsg++6Vw8/eL/uvvsONas84dcyPfMsU23btLWH+u17+ROWs4H9Y+37TPj6nv3G5kZHQLfTV9s+pNcbCOUdWu+ZJ9y7bz1BZtER+OamJNvcE3PDT6DvWJV+tDcsh8jthPV1zrEb9htAjmirTPvCfOeKDLAoczCO+VmLa2Yd6NimDu2PZGTQm2tXrmnx+kLyE+lPFfpcBo7sGXy4AswREYLfeZaLtYq8EHrCfZZlYj7GcO3Yp4/GyJ/MY+RFc66Wi4H317P9oC9yVeS5iIe5jsbV7sfc7AMc2CN7xp7Q3hxrecpQa2xMlQuwmfFptMaUl5Uouq4459T2mUOWp57P8cQZ2Cnixb5td17mqmy7ez5TN23rWp5vdnZGyV46ntu1e48LCdPa7jhm3759Isd0zDaVGJpn8jfoLF+C5x1tnD0ppo3bhgJN8MqypBs929Yb7RYxVcexNnvrWS64RoTYN3vpWW4Gtl3ypzB9mA9+Ywc4c+RZpoZ5PzE+ZpnNLLulyAvI/O2az9CRMZX74Kexi6yfey74xn55Dz2Rq3nbaPbOPtjbzPSMZuyP2A/vWRseAIxnXuTU6GnURp8bIbdc8p490Zd9cmWvtI2APtxz5d2NUNsG9W2natuQLAuNeb87d+3Qnt27nb+bt12Z1tzcrLCzpfcm87YwHSnadxzfLfhc0XZ8TFtpGcmyzPjmSXbBG3zAKyKSje9YdmmLCFVVaTvUEF+44AtiO3bMifhrn/3znr27tGPnvOa3b9NOX/fYVu/du1v8Yv6g7ctNjqtvcVH2nrvv1iMPPyTyfu/xmfFh5wHvuvMu3XzsZiE/+1yEPeD+xPXE4sAx+2rkaodzmfAbeqAr4AlfI0IRW7ICrpxd8WEAdAToxzv5ExHeW5bGyB/akYUV+8gN5zzZM/3zLBf6Bm/lT20Dtubc05LPL/hU1gEHv1JuWtOXWAI5AtdZy8tenwl3+kw3xQ9cZmaSDu3eszv99Z6jR49qdnabbefANrQn7AW4Mh97ZE58MsBavKed9/CKK7jynr3yPJJF8Kcv/B0B70cQEYkGrBER4sPaEZHaIyLZMNZlDd6xJrSAB8zJ/Oy/x9nBthKaLDgndv3atVT4Rscituwk+MAz5qI/9+yH/pyBz1BodZ4ZHhCbk+fkLwXxTznxC3T68I554At4Q29wYc/cg19EWOSH9qF9YVfBG1zpHxGOkzcTndkXfAd/cIF+yADAO9aJgBZbtGEO7D1rwV/4OT09La7oeMs2E/3IrJMAMcXQdnZgOzfw+WNoPaxti7hHf2Uf7uktg3WCOr0f2t4Nk32kvx/8X52ewbVr+w2e0K1tXQZv8JQ/4AdERBpDe99nMa5D2wx3EffsjT1HRJLZPMu9fiR6MTc0Zn76srfdb9sV9sw8jEf+RzDqz5f04C3voSG40Z95wH0EPI/auWZ5nieB4wHE6Mg9mwG4p52JWYAJIkI4AfnDM2O4+lFZntugFWIszwM7Dd4hCBF/RhzaAAjN9UYYzccV4B1zAQgZSg7TEQae2QPCgXLYTyeCsj7vIiIRPiISTswFsCeu4MW+2F/fyYiISOOZkznY/wjkD/190Wi9iEjMYz6CFeYEwBtI7Q4waGMeGNOzUDI/+DEP8/Ge/hGmrR0V7+nfszPm3da4XjJUPPMu4cKGDdyPgPkiQihg32sxB3TeAgScgHGQBNW7pXu6Tzdv/x/zR2zxy3ZXozX7VqK8yFU5AIbe8ifPM4UVD4MDLQliBlaoMQceYXlQlqnngL3vICL3wWTDykNAUfrAwrVjA7ZhA0aSCHnJstxD8kRjeFy5X+Y5+qYjNKMN5Wj5UM0z++YdMNqj0fKelHjJWJMo0Y596e1PFpHuGM/+mIu+EVv7pi/Ae4C56ccg2ukPVFWlhoN0eEk7vIrYmgPao5DIF++Yn77sgXmYL8vCey0MpWVpYBj6VebDwriNj2+VJfqPcMhN09zBA+uyZpbldEp9oC3PUWfW0SKBfHDIFGo5AGyUlXo2ZLRxXxWlCo8nOCyLwr1CmXHnniv4ezmNjzeMT2Ucc8nGs+9AFV5vOLEHeIjb5X7jDlK3JyBQwwmPDHXLwTF0YM9bdPPaXhPDjYEjuNvrAIRE96OPvk8f//jH9Wu/9qv64Ac/IAqjPcvyFRdyLjuZseiC6JITdMxFwRR7wHjWxBFSlOBbRPyyFMChkbzmyi9uKKiQ6HzhxRf12onXdd3ztR0AU+A4ctNR3eVA6fFf/3X92uOPiwTX7/3139Pf/Jt/U7//+7+vz3zmM3q/E+MkMvY6mGD9PM8sX107t3UfHlfMi75oK9AVB25h6iCfHdN+00EO0LNuR4T4dRfAe3jsrv6vtvwOPc8gBQK8y7LMepFZPpCRgYbma4Q5a0CemA/Zoy/rpLdYhwAAEABJREFUqJb5VcnnYC0vrejs2fM6e+acC2TXdPnSVZ07e0GXLl5J/9YbyTgKXDh9/jQmv2akUEYB4atf/aqgGXyGzgM7NL61hfOpjQPyPXRbjqBY0eAx76E1v9yiEErBgMLez1xoI2m7aX2HHydef90HvnVxMD1/9pxef/V1XXYyqYjcCblSnY22XnzuRX31S1/Vl7/wZX39K1/XN7/2DX3lS1/WFz7/RRcFn9Arr7yWCg0XPe4tF6f4NRVrgANAcDPaH/SBTsgN8ousALTLH/BacoB5+fJlkXAmGIIn7A1aI6f4H/rRzuEXmjR8MKadoPKXfumXxK+nsU9mrw9xu0UC96yDrHNOdPJnmq5euSJkAj2zpZBsLwvzd9yBDAH+DAHr1HTS2SLLFeZl3/LCwXhonwruyDi/DOCZPfArNHDmMAd+tI2CU+4jwvK5IfZ3ycHeU089lYqi586f15sn30qJ9WS7batHgeFrr7yS+rz00ovp+sKLL+jlX7ysUy4+Ii9nzTNou+iEf8/+kyTfPffcnf4EKocG6P/aq68JfYP3P/jBD/SCdY7E4I9+9KNUSGI8cyE3B/YfSL+wvf2225MtgS/QmH9zDBlH1tgLe+eeMfRhv6yFrrM3+Ms7bMAPXcx97rln9ab1/JWXX9JzTi4id8gjMkof8GOO3DIMX2XuYKN4jjCHDCTy6yzSv9E2OTOt0Z8e6lvBhlY2YGD5X3cium8a4vs2fL/khOvC4pIaTuTNcgiZmtWBgwe0z3vN8lyyLb/ZBbF9Bw5q7/79bj+Yik7j05Oqve6yC2SvuijzpIuuyOVIftFzcEX32C/6ueoDEnSBRuyfPvRHXuRP7vVo4xl+MRY5rezDkF8O3CQVSCJwpY01mJ85l72Xzc2O+k4eF2VDRdFQVTbVdYKpKCrRltmnKMv9n/dmOpokWnORtG3bl2eFgIHpc+7cBRc3ltwj1HcCn/nBve1E72Xbp0uW0cXFZXFtm46j92tOUMMrnuH91n7a4ksGufdXlqX4FfBuH/4mpiaVithOpkxMT+m+B96l0r766sJ1zTn5tsf+xmpnvViz3WatC07aXnfR9EW9aFnnT2q9973v1a+7SHfPPfekA8dez4tPg2bI8D/+x/9YfEFhxmt86EMfcnJvTHv37NJ73/PedCjHT6Cn3/zmt2yrXlHbfmx++3ZR1P3oRz+a/Bx2g0PrdrcjlxRZkc2OE3gD6/uxY8f1V/6rv6pH3/cB/dLHPq677rxbreZYst3PPPusC6zfF7SDJjMuxr1uWX/zzTcETlmead0+R7bVzzlh/8rLL+vVl15W5gPSDuN80+EDmp+Z0tCJjbYLGmdOnTZPK126cEE/+N4PdN58Orj/oPa7oPbK87/Q6rUVVWOVkw3bRfEW/bFoacEHz0vnL2qfC4It+7352Tlt37FLBw4e0TUXc7/u/S+vruilV36hy9euaHltWXmVi3/7q2nZ2T0/r/07t2vOcj/jghv/Pt/l69d13TL3yqu/0JM//YnOnTltn7Amfkl6/Oab9LGPfkSPOJExaT7zZYQ/+pd/pK/bX+HHkJPT7p9bv6BNx/azsmzMeH6up11Y/fKXvqh/4UL5//a//VNhJ15//TX1TIdOZ0PHbjosvrW+ub6qvhPE73rgXt1++83atXuHE4SbWr56RZUNc+F4qOOie2ZJvuj9v/ziL7S8vKq77rrHcrBHz9je8IWTJ598QsgLX2R500WUU6dO6s233tKFK5e0aro3nPSbc1Jn/8H9STbe9973WYbep4986COa3TYn4pv3vu893vt9mp2ecpJpTONO6OeOodYch6Erly9fE7b05Zdesa8/mwr2p7zPnhOcTfsofNXY2LiG6G9RCn3hOSJT0wUqrugUtm8UY+NP3nThFX9NIuDChYu6al6jg8CiC1bEAm0nq9DrzAoVxinKQoVt3rh92ezcvCrPPzY5qaFtmhd28mVO+/Yd0LTltayayrI8FXmMmmOpvm1fJmxJnpeKCItYpq7PCm3bB9YFsF3of0QY/2bqRww4PT0t4rKIUN+2RnmeClwt4zAJDk7e107w7989b3kb0/R4S2/ZB54/d15d+zGSuNiRYWRSlomIvHQcl/l+ZXXZtmJVXdMU24gNzYvMS2Sq7Qsq29KyqjwsS7F0w3Q38n6fp7a+EwOZGyLsV2wc777rLtNiVt3NtmPBDcvcbt1xx20p5h0MOy4ijFsmOyqrwvMPtFU0Garhc9Etx2/ZmtPxeKNRWU5mdfPNx7xWYf85oU3PWVgXx5yoDIXt8FryxaO4Zui4re9zWafbFjH96Jkvl93hxOCXvvLV9GvG7U48T0+Oaa9l/6ATjjcfOahjhw/pgO3cnbfdoslWQx3bGPbPFxGYJ7NuhCmHz0ImJy0HW7Tvu2/bOrKc8CF5QbyRm0dSLaMpPrVpgzxxP4KiLLy3XPCmrEuVWaW8aKg1MU1KVr0Yamyq5e6Wn0FbS8uXNIy2OoNNF4zXk+2Fp8N+raGLu/kwU96XOitr1vENrXeWtOmCTr+9rsHqhpYvXtObr76qosytc9Ner0g0zZRp3OeZIrL0b62ed1x9yfFny0l/bG44TuDP+07PzOg//Pt/rz/6o3+pf/9v/lhf+sLn9NUvf0lfs40iFtpwMnjDPvu6bYmDfW2f2aZtkzOqXdStLYfYrfHxceF7OH/gS5rWKc5IyJk36thyRfiPfS4M4JtW7R9feOFFnXjjjZQI7Du2JBYZG59QozWhtguC0DYi95IDYRvWXaDo2wfn5kFRVpqbn9OME6isRfxQFIWQ/YhgScthvcU7x/ER5rLliDnRic7bdgAZgH88085A5qCNOWkf3XMluUsM07csMxf9h5aBiFBlfSrLMuHAPViQYwAv5sJWZXmmMF+yLFfDOjdm/uS+z7LMutozdMzjfpLzPM9VWC8o3pMsrDWUzDPmY52qrNKa4AVO2JqI0Jj5y7x95yLWHdMgtwC+OiLSGPlDIXXPnj2Wlc0E7L9nnlbWWfCB1nv37tfk9IwiK0zrbb6WtumT1vepVByvvIfD/FWjnTs1sF3Jy0JjExOqfEZoWSbgNTHaI4884nETpg3rF9qxY14HDuzTvn17LReHhazsdZyT7OLUlGrzqm9fmGe5/VhH65aXdceYXcdYuXEPxwl9x2rIdm59DPPA//muFjQP04lrlmfGOTwiM+lK772hEd2qqrRs9VW476zt7YR9W5jG2AQKRjIOXdvxynqVZTJP2pqZHtPszLjtXO04q+lCyqSvDeUu1A4GXfV6G+paL4tMqp3Urd1W2MYUnrdZZmpVhWOvpjLzpra/3lxfUc/9uxtr0rCnhnHKs0wR0sAy1rXNQ3b6tn/Iat/jBr6H54A35j1VQpby/G1dMd1q06c2/qmPCZNF5vkGIilMAXPJSXi+7LriuGV1eSW1s1fkCDlgrcx4sB5+c9W0x8ded6zDfdt8oB86AHS9F9rIT/a8ft++a+jYbWA/MrBvI0a96FgZW0H/3PLUNm3bzGNd7NlPDR1DgmeZF8ojUxM5VJiOQ5EP6rkfcoBObtiOsz7AfKxJO/jSxnXUxrXnGJX2tm0Ba9JGH4B2cISWAG08QwP6QVdowZV3rMc+aQMiwqIyFPdj1mcAfhTmR2EaIqvcE9swRwMdsa8bmD8N5wcr20pizkXHKMu2s1dM4wsXLyW7uPz2F0nAGXzAlXWYJyIEnuDINSKSHGCLC9vC8Ylx6+mkZmZmku5Vtk+8w15yzxyMYzz7BsiBts2LddvajouirNc3/yJC9GdtWcsiQqwRsbV36NL3maFrHkEb5gXo7y4JT+6ZI2JrDHRkT1xLx3ngxDPyJn+gI7gTJ+GTp6yj2FDusRMHDhwQxYf/P2H/AW7pdZ1ngt/+wwn33Hwr5xxQQAUAhSrkHAgwgCAJgkEUqWBbDvJ0nJ5xW56222HGzwS7ZcuW1JJNRZKySAIMIAgm5Jwr55xvTifP9+5bB4I8eqYPsOpPO6y98l7r/Oey96Yt+GSWHY7M07Q8hRAi3lwzPxCClUtehfWCuYEQ/qZ7bcm+OrggHmXZ8owdLph/mRWcL150OaZomz41y3Hbso4NWTh/SL2OQ+qmH8VU3nAnJwK0nJsGB2iOHmGXkUnWzhqIfQF4xDoy239kqWjesQbutT/Ee24N0LnmvCB+etwyBOCf4EfD+wTsSNP6OOP4nzffx0auqGW7lKeJ8ixV5mMhT1QsZI4XSrZvvd4TLNLa1auF7e53nJomiW1yW03bH3jd8pplPEIIUe7lTyHLY3yb53NHeMV+AF7BI/zNqlWrxJd2Ab64SS5lqfeq8HGRC8LsLQH6LHQxlz74KJ4zVo9loGBaMAf04Eh8DU0S44h84yebxo920JHnHGmLfHCNnCHbtAO4B44ckTnaww/GyLLMq5NCCF5yO643hLlzxgDkTwghPgMv8IHHVesDR9qgw+z38NPch44A83MEOKcv+NGGfh+FznPWKj4WUQ7MCc5A0XYTnGlLX/K24NAZn3OeIVfQC3mDrqydfl5oXCd4ACGEuC5wYgyO8ieEORpwDfhWbAed80JBeZ7Fa3ANIXyoh+DK/OAGMAf3QgiatU/ARwDQiiM+adb69VF6gEdnHYzFNcdgGYBnRe8zcnypbXAIwb67EWMr+oArsUHD/rVpnZV9c5KAX2J85U9LTfvuhnWkYf2p2x4S/4NnCME+vq6693hxHMtZZ+6W7Q1tPED8n+chhA/tZNNtWS84QBPoTj5loWMnYHBo0DTLY1/WCnRkhT4AY3Csmk48gy7cU5BxbopnHQCvDtAGSBgdYsPoEIJCCF50Eo/cAzEghBCFgEUwCJ1ZHMfOBJzLH9ozJuDL+D9tg894BnE9nDyg2nZ6/kemtwmTeMGp8miEgtJEEXjeMrGYFyLInyKFIQebSeJGvmZ88E2TJDKXtjxDiBEAngNuKo4d4BltchupPMuUKNBEIQTPnUQismbW1unDNWPTl37c5zmBvweP9GPtER8LHG1DCPF+CCEKHowPIYh28gcawjzWx/ghhIgD54wPcP5R4B76Hrxm5kLZUeB2yNVZU8sbKcZkfBM84gA+nNOf8YLmeBuCzwzct0+3U2h5OW01rtKeMZpWkHaQUitzZoVKzCv+Zk1iBoYQhLOuWRn4thjt2BA49nRA1FbVAXrNygM0PSZ45HnBfM+NV6pJbyxRcJ4VCgVBW5QCwPiCV2p6slae0z+EYOpJ8Jt+LU/GfdrNQRZpTCAJ/rRrWeY6Y821SaOicE7fOKCdGW04DyEohBDXwByM03kGjuADQH/GoA1zhDDXj7b0wVnyPE0SBwQ9Ea/gCYL4TxGH6ekpTU1PWEZmVCzlpk0wbdrK7JCDg4+mgw6CkBkn36a9SWjaMMFL2Wi1/Iz1jY9PRLlNk1RF0xFa5eZXnjNeJj60A0IIkc48S01b1s9akB8KoRgiHHfRujYHpejUGTMEaH9poDYAABAASURBVNKKtGeNIYS4+aD9wEC/SHASdHK+cOECLXbhcWCw3/2LMdEFT8veGDJuxQFwX1+vN1BD3kD1eJyiLjnB8N577+mdd96JCUJwoy20xQkA6Ax0JzAgiLjxxhtdfL1HvPVBggFHhvzgxAkYSEqQHGcD+rGPPawvfvGL8e9KPvroozGpzZsjO3fuFN82Jjgh+IBeBGcUjHBCAIEaSf7Tp0+L6/HxcfOsRtMIyEAI4a+dg3u3g3DWDc7QPIQQ5aBzztpa1llZAZOrOgVtMe7wK02zSG/a6+oH3H7x8+f1fRccv/PtJ/W9p36gH/7gaT3zzLP6hZPhzz//gp5++kf61je/pT/6oz+Obyw+9dRT+t73vhffZPwRz771LX3nO98RPwVLMfV9F7yOHz9uHlwSPOCNR57/+Nkfi0Lr95wQ+voffV2/93u/p9/73d/XH339j+J4v3jueb388it67933RBL3lJNMwLGjx7XfRc+DBw7pg/f3+Pn7OnzoiN556x397Cc/1U+e/YmedbL9kIuroy7MwVc2O9D4shO3589fcMH0WCxwjo6OWhdbcn7BRZBpy8bZKCMUIZAV8IZWIQRBc8ahyAavhl1EmXUgjj6GEBRCiFSE7tgl5oXWIYSoQ9xDH6A3fKAxSbR5Q0NOtq/Tzbt3i28l3nv3PXr0k5/UKhfE5g0Mau2q1fHtpu5yWaeOH9eYi/U2qGo4MG85aM5tN1lA27xOzeeCdZN7bS+KnzkcGxt18DMbZQpZAoe2bVLLtgscwCf4hGsAPFlTRxZZAzRwkw/XyDi0xcaedaEEmkBb2vImEffHbTtIlLOxH/Nmk+Q5SfQjBw/pnPuwOWlbNmnLfIwZgn2aN/n04S2Lw0eORp1A13bsuF7LXSDs86YBfA47wXfEifnz3vzDxyRJIo/AG9xCCHHdvAGL3NEeefv6178u5HLMdIEW6HXZtEWP0O+Kk0sl2xJ0C3/IuKVCLjNRVy5dcGHolK64aMHPq41euaTJsREnfrLor/CPjEMf6AUe4BrMlxC8NvusJE3sv6rCRo6ZLgBrhw60hf4cQwjxG9WtVvA6qpZTeQM1TytXrtICF8qmp6tRn1595VUdNk1PnTqjqpOmI6b7aW/y97jwfNSF6tMuWHywd5+OuBBy4dIVXbx8RbP2q9ADu8dc8CaEEHHCHkOXbidM2bhgg5ERZAb6cG/AyVGO0AgYcoBJH9ZBG8a47rrr4iYPfqALPAvBazKtGeuK9Ye/s4vMJGlqW85bLjNKzMeykx0FFypDCDHRINMPGeGZ/JnyhrNqWlqMNWAdIbkOD5M0t6/oNd26lebFuM6mZWz12nXqGxxQpbdHvLWaZLngMzgzJmtIr+LA/ZJxXL58uVgDsrds+TKtXbdO2HI2l+CPfXjOBX1ox3r7+vstIs047kIH3tABvUAmhqzj4Mf1H/7hH4qfyqZIh1yCw8qVK/WAi6H4HvrRfq+LfvDmZz/9qb7xjW9Ee/q8i/n4jnXr1ou3xC664EWBARsbi2svvCjsI3qRFwrim86fe/xxXbdtmyo9lai/p06d1A9++AO98ebrOnL0sE6fOa0lLmqsXrsqbqDvu+cuF93u1sb161zUvKgVy5fo7/6D39Dw5KjOXbmgC+NXNGXaL1i0xGanpVKeqtf6smCgR8tdwNvqgsj999yt/+Y3/6HWrl7j3GM98vaazdeIN1tPu8j0xutv67Zbb1df/4D4mfwNGzdo4aKFuvnWW0Qif7436CQd3nnrbR2z3GLLn/z2d6Ndn3TiGR6tWLFKmzZt1l1336377r9fJG2gXcG6Ou2YhoTREReBX3vtFS12AmDbtq161L75//o//U+6/vptutc4LnYB5+yZMy6yn9Nrr7yiPS56TzshzNzXXbvF+C7XmtVrdatxvXHnLu10snnQugd+881j8J+cnBY+nEQzBYrrr79BN+3cGWWFuKPcVdCx44d1+PABdXeVNGwbcvL4URfRxuwTz1m021q9bJHaTqTYqGue5Wixi/P333ufPv+5x7VowWJhY4edXLnppp3x1ytWrlopvmCyyDggv01vOKed7L00Pqzztk0nTp/QvgMHtG//Pr3mwut7776j06dOxV8PoMCIn79oPzhmG1gqFVR2orDLMt9l29fd3esCyAINueg1b/5CLVq0yDFUwb7xjNdwONqa045V+Hb0cfujmpNz6IMUYrJ/yrG3/GE8EjBsRLmHXUPP4BO6hs5gfwDsA18MIK6ddWKD9rwpkRULCtZ99g2z9neTszMad6xac3w6OjGuKfvfpo3A1PSsLly8pPMXLmlickaTM1XrflM1J2fbSm0/6/Yj08YqiYAt8olpHxRC4DTGzOCIneE5NJq0nYG3s94UQ+eQpGq2E2E/7F7Vsh70lMv2y0c1euWyE8pVJ0S7PF9N3T29SrNMfCGGMVlTED6g7oJmUyGEWNQetF3CNtRdkCXGgJZ107Tp/RH44Ccjgm6PLWl6v4NfSXx95fIlzZpeyPaM+X/40GHHvL3RBg072btt63VO9l5WtTYt4sWaZWzhwvm288H+pGEcWiKB3lXp1qgT9mXr8TXXbNb45JjvX9DI6Ij7X1HTxbGm8bli38G4rAW+zrcuhBBM80lttn6XLUuFJFUSpMTJTQWJhPOL9lG56VRvtL1HyOQtiAu+UxpwMrOnu2wbkihz+80u3vZ0lZygL9in5mLOuvleM6RpotQFj4vnz6pleW+Y9/KnaXr44HHzCMgVNIx7aD/gOdeAL4W9TZLE628pBCPom2fPndGw46ppJ6enJyZEQajh4nHBsnXZscrI+XMav+JY0QWSlmMu+jd8bPp6drYWx6p6T4rMzExMaWpqwjI4bl8zKeKE9kxNE1dGjH+mkmncNj27yhWNukCS+xp7dvrkKdMhs40oa8OWjcrLqZCpovduY07eX/AeBnu6fuVqLV2wyM+u6MLlC3rl1Zd16OAB2+orEVoee2a6ptT7tMSEzkqZ+gd61d9dET8BPeT91CsvvaS9e/dole3IiRPHvQ+oGxqWpVnxlumbb70p4i/szqTtYd1rDWlie91n2a2LX3xITDtkt2Tbkdp3kszt6+u3rSiK2GHZsuWqOZarWkegLb/AM2OeARPWK45NK1HDcStyDe1mnYxDthizbHmBl/Knw8Msy6Oe0ha7wX0/FrxNzNPM+gYuxCscQ0h4HNdW9djMUzdO9GUOHtKPGHzEewXiTopRjMv91OOFECyHTWVeI/fbTrQzfrfpOTdHsC2fsAw0hT+5ZssWrV6zVsVyl9ruG5JUicfJnTwdHJqn+QsWaunSZVrqgjU8Ag/oxJqYH5zGx8c1Njoa9Tj1vHyBAL5UKhWFEESf4IZJSCO9+QLM1NSsfXyP+dNWsVBWn3kx5PmImxdaXhr1pmZsJ0vFspYvW6GhwXlauWKVFs5fEOPIQ7YdAPYOWgwMDMZ54Mmkfe6k7XqHNx3dLxaL6uvrs+5vin6b8x4n0sGPuBF7D8DHDj3hUXdPRX39/WpLjtW6Ik+7yj1eW9lz9itNupQYZmbaajUz26AJXbg0HN8ah671RtM8l9dZEPRpeyTmaNhuzu15xtyvoWD9DZaxFgnXZlUl++KC9cEP1IxF0VQ24qo6T1KfnVazOq1WdUYzjumnbftyF19LaVCetNRTKWnKMVBXLMzUlXjOPEkVzB9jo7rtEH6qydH6gkwCXGOvsRep20IzaOClW2Zagr7IJAB9uaYf66nYLtOWa4A+AM+QQcaDriGEuKcY834C2WYcjsxJe9q0TQdkOMsS2fpbptH5Jo/l7qZHU6OWuQnbGnAkzzHkuH7RogUiBsDW9/b1Ot/SJZ6HMDcna2ubzuADrkmSxudcyx9wAHwa/0+SJPKsc6RvZ4yWk+Jt23Z4ZrILCB67ZXoaYfPU+DoZXrOtbdiutFstNf1s2rI5ax9d8z3oSGGC8zih/4EHAPiBO3TgiD61bA+8eJGz7bF+lUuWQduZQlZU6v+ykKlVb9lfVZUmuUdLLAczunJ52McpzdpP4DfINaC/2Mzz3pNeuHBB0BN96gC25bzvX3YeAp1mH0wfnnd4Nml72/CayDGhZ8S0ntTyjrZYXL1maCYFZXlmma4odw5b/oQQBN2L1stKV5fK5bJCCLFvatlj/SEE35Nq3gNCqxkXrjl2wMMIWtWNA0d4M2vbOeoCIL/OAK7g3DDdQpgbG3xpG0JQ0f7gozpfNC5AzbwBhyhLjm/BhZdeavYJDest/qRYyNXDlzx8RD5YJxBCENfyh2sf4po4AkmQ0jQx3o0IsqzPTk/bho5o0v6cOVKTr6dSth6bv6aFag3VpmaUmJ5l87vmmHF8dFyTtnXYYmwwtCkUCppnO9pnO5dYdiccd06aR+gXMOM8a9UxGFAzTaEVtACgKbFLzWuHRhFXj8HaoQlHxodeRe93KfQwZ82yTP+CczndlS719/fap5asVwUVCpn4IkNQELLfdixczFMtc050/bq13q+s0GLvpbq7yrKBse+ru2VbJa+j17RF5vnCQNHXnCNni6++aYesgRc4lczHzH6Lc+QIu85zzrmXmoYcu3u61T8woCHvcbERyCzAOWNzn3wB/oD5uIaW+KY1a9eKQjB0RabQHXxPzXTkXgjB6y18yHtwgv/QhiM0hxcT5jGA/YNv8ABagx9r4LwdpBD8jyT6tsx3xvmbAF5Vq9VomxmLeQDu0w/A1nPd6c+YHjr+zz3aw0uO8Ck+8D/cA8epj8qN5afh3A1rBl/ATSO+zM/api3PyBP3oX2nDTjQhucA41fRKesveH4UL/p2gPs8b2FfTYuaZZS+HEMI0XbAb/gO3aEl8wIhzNGR/qy1A8hv5x54MRbXnXVhmxiHI/d4Rp8QQuQx9zryx/pCCJEGIQTrdxqBNvKHOZkDmnBkzEpXxU+wbTXbt5rq9iVV0xZ/0WkHTtCrbhnjHnQIIVhPGh/ymzasfbnzjdc5jwWsX78+xmOjI6PiBRZsOPRmDXFS/wNOnWvwZ62d9XDedk2JOQFw7rQHh49CwoNOI48b/w/hr4gBEUIIYhKgwxQGaRGA2DjXzVAMX92bJwxs24F2y5s4jmkib7BSlb1hy208CoayDVDJG26uUzfw8Ca+lPgkTRLPlRqyCImv5QCo5TFDCJF54Ny5DiG475xzkD+pDYkPog3EZ/EtC13E0XhyH4j4+z7PWBdEy20EwafzLMS5Fcfq3ONIf/qlNkwQHWBOgD7cZyzG5Zw1hDCHZwghGoWGBYZxGI+xOEeAOsA14zFGBxirA4zJc/oDXIMHhg+jh6EHCDZCmJtTQVGwQ0iMQ8vBcM3HtjLWYSPNnMgCwNgmezxwH4CWbKLadnodPDiyVgU3NbCWluUCBcf4gBf4+6l9RFt86zuCnaLJryRJHUgUjFeuhoV20sZn1k4phKAQgmWnIBwBhqFtAwIOqfHtjMm4HQgheJzU4+UfAm1DCB4Tm0QfAAAQAElEQVQriUB/1tJ0cAeuWZZHw889aM8xgpELYW486ApkV2WLMeiLTNGW87bb85xv56RJKgxxGhJxv+A54AP0bHtDQXue9TtxQxCYKkQelMu5evu6LPdtJ1KmzJ8ZFb2JKJULNgglZd5k12ozNh4z4l5vX4/vV0zXpu/NKkkSQ3CBYEw4t6Z1sGle1Cz3ExOTIqDCcc06yAKHEILbJ+7fisC6aNt0vxBCpEvJupo7+Gt6nFbUwbZCIrGxaXmD2nQxt+nAgOuuSjk+SxxNF92vt7fHiaeh+G351MWjaTui4M447WXelK61UyaZSbJ7pxOZFDL5e6YUQpc5UUxym29ObdiwISYj77rrLvETiNu3b48J802bNonnyCvAujCURQeC/d70MTbj3XnnnTHpzRuDvA3EffqSDO9zsAVAO/nDOqED4zEWDhHHj14jg0maOoZvKUlTVRzkDM2bFxNeXVeDYIx5x5EhD8gutgXgGrozNvOEMKeXU04GMWer3ZBcMAfalnXaRPqaxkXbS/Ah4D937pwI+jl+8MEHevmll/WeE8onXITh3iknYPmmNG+D/tRJfRL2x48fF4E/NLp06ZIuXrwQZYT2vCXDpoIxO84GnC47CXfRbaccuPNm3dvvvquf/OwXesHF0oOHjzoBfFnnLl7UleFhJ3xPuUj6gd55+x299eZbev31N7Rnz14dceGMAsRBF0nBgcCLc95mGvUmkDm5T5EIewEdWDuySqAGX6AbIH+giQ9Rz1umV5omltNMTcts1cFIcOKuu7tLBLJlb6DHx0etG9Pu0lLb8opdIgCCByQ8oSm62u0N2aoVK3Sdkyq7nfy+eddNeuRjD+nLX3hCf+tXf0V/92//Lf2dX/91n/+afu1XflVf+fIv6Z677tYWJyO3XbdV17ofQUHbdsCTCT5d9uYLfTObbcdS63iQ0Y2Qe3PcgTQJxr/ujfWMSCrUvUlp2D/Qt+qgAp9a9dratrst61rTz9JEcRy+6R3Ukrw21h4090HOoCVXeZ5He1i3r2b9bctWYlvRtE6HEFR3gFIz/eqG6ZlpwRdkhf60q1i2sQMmrZoeAxkqeExkOrUeVI3jhDcr0BKc2dgjVyTu4SH30H0ZueLVYL/uNTLPJScb604Wd3eXndwa0wd73tOBQ3tVcDKy4ERW1bglSaY0K2hwaL66Kr3iLabrtm7XuvUbbS8H4jN8Sl9fv+Y5UVwxL9kEoNclxx2FQq6UdZputasxCmtr299AA2we8oXuFm07oFfqdWHL0V/uo9MdWoYQxJqZh/YANGUs7kupm2aqdPVaNsvibwg2XQ25dPGKk6F7ddqFKYI7ZB99OH/hYvzpcP7mLLpEAnPWeM464Vs3j9gQz/gcgMbMxebGk8TNEJse8GR++MsxLxSUGE/WBu4UcbCz0IS1hRDEs7r5CaDvE97c8PYwb5OfduEF3JgDGWB8oOBx4X9eKJhfE5qyvDD/pmuu0a6bd7uAdas2+xy72Gt+DAzO0zxvwucvXKDUMlO1Lyp7o5mkqf3RiBP/o+LtqUtOckzbzjA28/T3D0YbG4IF3Tsq1js4OKgFCxdp/foNWr58hebNmy+Sjnfccaf9wFL19va5mHDFxaMjetM2CJuC/cEWkmTGjuMvCLLxKZzPWnbxlawXeWV+ZAP/QDv8x33336fbb7tVbHZb1pEzp0/qxRdf0M9//nO9/MrLwtc0zKd333tPCxct1obNm7Xevmlo/ryI56cee0z9Lr4cOnzIRf1zLv69G5M6agbdc+e9XsONumn3zdpx/Y2adsJpj5Psr73ztp53ofDd999VuVLUilXLXSgblFy8mJga1/jkqBPoI+ruqajk+ODAvj16+43XdOn8GbVtI954443408TII/552EUjCrCy7m/fsUO33HabC9oD5sGopp2QOH78lN58413923/zb3XgwH5dcoFr5MqwfvKTZ+PblLzd3z80oNR+feWa1TrjYsW+ffstzwdikfmDD/bGAkzNm8G6YyveCiA5vXHTRvHFpU8/9qkYxx1wsRD5+uEPn9a3XWh99733hXwtXbIk4tM/0K9HHnlEv25be60Lo9iNZ378I/2Lf/7P9Nbrr+mpJ7+rd99+R/xN0FnHE4tdcL3XBdZu02DzxvWabxkh0czP3D33i+f1igtCTz75lC65SFW1Hz1u37h3zz6hB8QCK2zzAfid5aljlT7t3r1Lg4N9TuiMaPXKZeruKuqajeu0xAWtthO8xUKmBfMHtWLpYq1cusj3FyhxbHTFPvWQafemad/TVXG/bo2PmE/DI2rb9qxesVLXuuj10IMP6iEX4T/20EO67957dN11W7Thmo3aaLnZYHqtWbcuJiuwsfxE/DkXjoftK7GjV+xTjh07qkv2yyScZqZnNGvf0LSONCyDZq+yLI/2fnBwSLt37dZnPv1p3XD9Dg30Dzh5vlyLFi5Wv/UrhNQxwJg3pC2VnIwcc5EIe01h/9DBQ342qiknqcbHJmLykUT+gMeYT2HB+seb9D0u4nb39pqe/SrZ7pYNTfN/hrffQmI7WbcJSVRwMaDtgia2e/mylfFaCTG/VCxXImDjE9+rt9pqKsg1PNvQHmED6y4qzFo32r6PHWk5mPaSBc+Kttkl+xVsI7Hl/Ks+oKur7ERW0Ym2SaVpJooSo6bjKMlrJ3JrtaawS037z0nTcNL3qrYH+IVgrHP7H3yBpxQ2KklS4aumXHS74OQq8UrL/r5lfWt7jJILbLRPbduAEII4cg+bxnlbchyQSvblbctM8ODXmzfIf5oGUcz2Q61Zu1rbd2xTyTFM1b4Av1np7hL2Kbc/q9lnLlu61PjUHe+Pa9++ve5b8nyJGAsfcdH+Brx5+z7LMoUk+HnqWO1ktP3Ms8C2mZ/Kq3uOpm1bw+upWVZnbKeHFizQuBOXM96ryYLFF8HqptPw8CXlHquYJxoa6NO5Myc1fOWCssyrSRIP2/Z5qpJtRdvFj97ebs+biKJqxTyBDp34omF7Af+6K92eoq3E/UMIjoeaH143LdeA/OF5l+MR+pS7e2IsnpluqenfctG+4QLLhIvVqdfTFVKp3lYpK6qQFqyjUn9Pv3ErCNlJs1SJ+3o660Aj0rLmdUPjtumALoxbJ8bGRrXWe5V5jvVJrI+4gDvY328bflmDXv/bb72lgmUw8XQTjoMu225WHbegF6l1kVjIC1KeJlq4YJ4WL15ovz2gLEvjGA3LdsP7wppjIt6gmvAa6qorK6ZavHBQO6+/1sXdMcdeUyqXEr333hs6eGSv6q1ZXRo+p+OnjuvNd9/RhG3BhPfPrK3uAkeXY59SMY907+/p1vXXXqNN61bbbi3VsiXLVHbxrlTs0uDAPI/bpcS07x8Y0t/7+/9An/vs43rwwYd00027tHr16ihT+MzlLrYiy2ZOpBl8aZiHvbYBdccSXKP/HFumIYBO0QYZ7ECapiZJM8oheos8mL0KIUQ8Qgieov3hvpT+jMMcxO2Z+ydp6ljqVNSJoukP7xrQ0TxE7uFj0/aauL9tfaNYM+EYx0PHcd+2H8Gu9PYMmA+j3seMxPuZedawzHEseNxLtrnEJmddbDl+8mScD5yZD3vCPOwlWVN/v+XCvgZ/yR6mat8Kf6u2XeA2QdHePJq1nZnwnpyx6y76rN+wMf6a08KFC7Vq1Sr74ANxD8Fe7ujRo0KGjnsPxx5vzPbrzJlzattOggO2CPpvtv/o6elV27oKThzThL1RS2maiQ/xIUf4As0Zi3bwvmE+Qt+mZYfrEAJN1fa/rK3k4g/rpLACvVeuXGWcF5iHVUP9Q3koFApKssxxeiE+T1Jrp3FizkKeq2z9pSBvZjue71a90ZJCpmKpopAUHeMt1cJFyxzfLVESSsoNpayiViNoZqqqJo5Bqe1Ll0rGCdvfXelST3dF/c6JlAqez3bHVkTdlZKOHzmsYfNwyro57ZgBGsA//AF0alpmGoaW6Sl/WlflFrpwDo1pxxH6VG0DeZZ7LZnXGcKcrDZMP9oAjA9UzWfu04/7HeAa4JqxGAe6MaZREPojU95Dcxnlsmn73LIcJ0kQ/IEnZdvTQcc8S5YsUqlccFx2JsrKpH32jH13276YlALHLEmF3jBXCEHxPx+blnUAXAD5E0LwvxJtwY/5OHYAugBcG02lIVGaJMoMqfsmvglkaaJSnqlY8B7ONlrGX14HsVvDx8w+o+29K/tdaJwkQSEE8YE+0BD6hRCUpGmUsSkXxeB5oeOfLaBt86xguStaX2VZC8Htk0SJ1xxCYlIG920qXrt9ye3owxpYO8BaKBROeR/SAfR01nYNHBqmU2ocMvOdfuCGDrGvgM/gy55pbGzUczU8VxLpF/tkmQrGF/zAHT6nCc9zpdbNxOfFYkHdzinxnD7AX+XKc9Ow+OFz2sB7dKnjD0MIkqHotTE+awIv6AqwBjewrtZiTHTFdoovZWGnRkZGvHe6/CF08hfQZIHjAGIqxiPunLH9SjwPdG6Zh9ByyPubIRfnBly477ZMlgq5CvZvRfO+7HUVfZ2AnqTUJ5npyPqAzLRhPd1dFcGT6alJkQepmg8N2yLe8p60zRu5csmxxqn4peiW/XtuuvHlPXhGjFS3/4QfQEeO4dOI/TVr/eg6WR82lX0f8fSJ4yfsS07HL+sfO3ZM2FwAe3vW+Tb6wmf8B/aWojq2+fy5846TR4QsMBf0wr4wNl/4JF644r0Xe6kR05g828T4uMCx6jw3NCXmWzB/gZZQHLUu56YZ9ZSa87RNx2LQhNxLIS+o1/a913FPlqSatn7z5vuM84c1j0Wswn6BX0EaGx2LPGaeuuU3hGD5KyjS2XayXLZdzXMFy13TukMRvuZ2yDu/bEGMPOJYmfMoNyFE2aNQtWnjRpFT4P6Y+ULfpu2MWRvnwAcOWBbwScyHfEIX+AyNkEWA8xAC3WLsVbXfRl7Bl7GhDQ/p2wH6AFx3jpzTLvFamCP3uoD0qoxxP4Rg1QhKrh6ZAxnpzMM5fOPIvG4tPsxBG84ZhyPPuceRa9nWcQSPEELUe/lDX4C2jMuaAebmvptEu04/myTZbMVrxv0o0Da2cQPOyWExDuPSLoQQ+3HNGpBTgDbMRRvm+ugYnDMWx/ZV/GkTQoj48wyAngXbVSCEIPiDrDMm83HNGLTtXH90TmjW4UMIpupVSG0b8rxgfiRxTPBlDNpyZIy6ZZ955A/8ZKyadZz5oSfzAiEEt5DK5XIE5A25o++oZRhdR+faltGqY+Rp+w/ymHME9+p9v23fn2e591Bl7znn4gpwYQzkm7Vx3pkvhBDpRBvwCsHXLW/oQBokGzaMLTu2lh1e29rb8pZWTt6ERHaDTdUdmDYcpHAvL2ZKcz/wE54yjiJTolgoSVhg2/i2BRIg04G2haJwlUEcO4TS1U8IQR9l4tzzEJWB+yGEOCbjdICuLRuF1ApEe47Mi0Bx351p4kMwbknEC4bxHAFEKGAQr/ZAIgAAEABJREFUgVXLTjP2kWJbxuEaYD6Osa3bcc18EJTzlpnSAS/T88iCLh9DBI9oHFIhSODoKXx/jk5z/VvREUOrltfDehEShIN5oFcHmJM24AJ01oLBZ1z6kDTq6+2JRs5YqGX+KiiuqzN/Z32d6xCCGDcJiR1falxzJUka8YQ2CBfPO5AkiUII5kkjOmro2rBhhq6+bV6m8bmClJo/IQSP1XLbeoTG1UC2YaEGMKqMzRqQTcanH0f4FEJQZkcKHbjHM+jEsXPNORBCwjARWE/bTAGayLrpm6ZJdDCFvBANOvPi5Br1hto8T1IRnHQ52UTQkPqa4DQxDvRJFBTBO1iOFSt0n51dwYrZcnDNMXOfYppHJeW6UuoS98reCBTdDmdacsAxaAe02MlieCZ/GjYmFALmzRsSTozNLInJnTtvdEJ5vRN+A9GpkdSH1+4io8XBulr3pqUsgiASJv39fXGdSRIsX3UbsFlvCqe95moEWY+LxdxtCuZ35nHa5if8qbpt1WO2ldoAAtC6aP3tduKsr69fQw4AeNtio5PcN924U7u9Ab/j1tv0sQce1Kc/+Sl94uFH9LA35lw/cP/9uu+++3SXC6Mkqnft2iWS/LxVyhsROOnUMlJxcoXkBYHcoMfvBJl5nov5ASNl+anF6ySZ02n6Fowbz0MIMWjB4VM8JAi65OLN8PAVJ6DGnCCbEsED8gYg1w3rdAsZ8eBtA+elcpcw0JnnRv4Yb07H2vE+OPMcI899jiEEoY8dveQe58iehzV9Q9QF+VO3g2i2LG+elzbM0XDil7ZN40PfQy5G/uxnP9MPfvB9J7h/6qTyU/FtU95Afe21N3T61GkRAFF4oSAz6oBt1gHW7Gxds05sTkxOiwRnYr2BNkmSKstT5YVEqflqNDRLwcab/6rbo5NN9NG6ybHgAJ0+DePTsFxDK2DWSYJZJ464Nz4+YbqOxyCOwPGSE76jdmboVGqeJuZRCIGpokzRZ9YBFEfWKfsPAgWg6g0r1y37p6Z1FV1o45cM0Is2tiKW3ZrxnjXMeMzZKA/QiyCybXqiG6wXW4TDRrcI9K51EZSi6QNOZn/m04/qK1/+kr721V/WV3/5K3r8c5/TF554Qp/65CdF4b2/vz/qEQUdxmJM+ATeIYS4ZjZROG2CbH4+l7ffCMaZF3kMIXhjX1G/Nxsdfa9409HlhCMbj9RkCV4bkJgOHHNvNIuFTBUnCthUdfs4YFzK5blAOMvQ02A9nUs8hhCUpYkS0xmag2PT/CpYHyrWVWwE5zAA2tCOQLrt+WhP0rpsvRscGpp7U9C2rNdJMvoxVt28yvNMBYOnsvx6riAVPX5PT7eKTt6VSyVNuIB9xAmM9957R6dOn9DExJhqjh0yF0ina9NK8sT2qeZ1lVR2HFH09Ya1a3Ttlk1O7PVo6ZKFGhzq0+KlS7Rq1Wqt37BB2Ic8z+Nmjw0KXxCgKE+Sk0IIeBYtoztvvFFf+uIXo32Z7w1KlzdorK0tCXnFn8zJcN132qKPTyxH9Q/pWLfvog8yNG49Yu1VJ0VCCHHTxPNZb3SgIc+45hwZZzzkZNv11zsptFhLl60Qf9Ny0EnK8+cviL8nmSWZGk7kA7PWUXQ/89oq3uRgh2qen5/ZW7psqZPqayKO11yzyT5gqbZuv0Ek3JAr5Bj+MidrgJ/gA8ArxgJv2rAZREa5Bl/0kzGK9jvIBLSFhj09PVq5cqUoJJJExd+wri4nwPBBW7duFUCha/uO7br//gd0p205fCB2Onz4iHhTgrVe8ibyijfsoyPjlstM2HHseQiJ0Q3irag777zbydo1wt+Cd8VyyliLvbFkXvwXX7LhSzSrVq2K/q4jj+gab02jZ/BqoH/Avmgo/s2a7du2Cbng76A+6OLVnXfeKX61IITgJOUFb5zPat/eA7rgQvayFct14003qs+J8Ybt8EoXLs9RlHT8+/0fPKm/+Naf67QLBnkq3XXHrfrMY4/ql3/pS9p543YX21aIDfmixYvcv1/Pvfii+DnblavXaOGiRS4ItXXo8GEhv9dff4OQjc9//vP6B7/5D/Txj39Cv3juORf8XnGB9X2dPXtG46PD1olcVgnt2rlDu3fdJGQLwO/AH87ZrGNfSbCywX7w3vu0/dprtXHDeu3euTMW6XbddJMecCH4Ifvee+65R4ViruGxKzp15rS++a1v6mcuNh4+clw//NGzOnDwiC66oN3rItuG9RvjpmLZ0mXa7I3z9u3btWnzJifqzqplQ/X2vg906MhRNa1UJcvFTTft1t333mu52Kaly5dr+coVlv2FIuky7sTSEReR8V2HTQeSE/Ln2mu36sGHHtbf+bu/YVvTI35WdGR4WMgkPwH+h3/4h+KXBuCxm2uekzWrVizT+jVrbBNW6abdt7i4vFCz1sO33njdtqSsUyeO69lnfqz33n1XZ51srtiW9fb2a+OmzfGnuflZ7t7+Pm3zeqr2W++8865+8fPn9LOf/VR/9md/ouee+7kLx8+5GH9Qle4u8YWuzS7QFu0fRy3LixYMaZ2LEUuXLXYh+4r2eJ6qk7PnTM8e2+Y0SRwLttR0AujypQtasnCBtm/fplp9Vvv27dNbb70Ri/C/+7v/MfrxZ555Rs+b/4ft20dcAJqeHFe3fcKyxUt0jRPj95qmH/vYx/TpTz2mO60nu26+Wdz7ku3bnXfcoQ22iwsWLdT8BYtswRPV7a8nnVgZdQFowkn7U44JeJONLxIcOnBQJHLG7aOJD4iFLjvBjG2o29407OeTJFWWF8Q9u051m35l4l7b9DGPOebEyRTjj46KRNKp06c16cTXyMioTp87G2MtZHLUPLeaiQQPcVt/f78qXZXIWxJjB71e5h93MmhwaIFSz1nwPLPmCYXUarUhEuxVxxXDTgrlWdGyW1KWFSwKQdiJzL6PRGDqY27bWbV95oheEIPJCFBQGbf9LtuPyfvWov1W0b4qVbDMDeqsdf/y+LSKffM04wT9tMe4cPGyfVXL9AxR76ZnZgVdi47V0TvmKBaLKtnXFW07uU7SxG1bxq0daecTNRyzhBCiv6Afcjpu2tc8h2/b3tXFOXZqqf3cfffdY5291zwa1pYtW7Ru/frI16/+yq8Ima06RkzzXK0gtW0/+dIpPMK3EO+stM6Ne63oF3OVTM/Mcst53XsZ6IONxa/BE77gxh4K/Lded51W2gYOmE8mjVasXq0D9t9PP/usJu2fsrwofGeBdZuWaZKpZeUPSSqFJNrQxOdJmiszfWe9byHJiUwRSxDL8sWVanVGWZaot7dHTcd18BH8wAncsyzXDAVRx5fyB7n0wbS1ofEJdEQ2m6YtdoJ+aWocPBZvKiWeN7Esn7cd4O3UCyfPaMmipZoam9LE6ISa5jExYGI9lRdKbB+8H+q2z+vr6xNy2oGK/RD7sYr1Edw7vnNgaCDacJ43jOe8+fM04P1JoZTZ7x3Slmuv0979B7V12/VKklQXL13WXvuZvXv2RHtx/MghjV6+qCtODM/MTEU5YD3maqRJ6vVQzA7GsX9oUJnlrq9/SLOOyfNCybQIWrRkqa655lpRsKqht9aBLuObmN8Xvb+Bbl22y+DY9nOSR1OOyU6fPKb33n5Th2yLDhmns6fPqs+FxEULl2jXrlu02bjzha4/+fqf6i+/+W29+uJrOnPirEYuj+rS+cum47iKnmORC/Dr162N+za++Mo8uvpBFmtOdDcdd8IfaBRCiPmEEIJCmAOaR36ad7TlnFif9h2Yu9cyHdGvtotr82JCt+K1dcYmruG8YLlDz5MkcSzXEGNIbf/XMs0a4uck22rF+Wu2KxTSiEv4Kfay93fHj5+Kv6aAvznvounU1NSHscaSJUvE+NAUP8oRecGX84x4CJ0F3wkX7GjLeQjB/G3EL6IUXEi5ePGSZqz/dfOEt/Inp2cVLPMtpTpw6Kjeff8Dvb9nr/hp7UsuyB92EfX4iZPCBo3a9l6yvb7seOrnv/iF3rXvooiAvTtx4oSGh0esV30xmZgkmckbHJ+nkXZN+wX2YcP2r9AFGoUQ4hdyqsYnhKDMMlS0fiN/8IHrEIL4BPMomJLc63Wcv8K24nrHtzffcrPmOzdRrc3YPlQtozMadXwxPjGqEccxE5Njxuty9BFJ2vY6pjRtf4nOIyf4E94OHLfdgj7YLHgzOjruOH9YHIuZ7X7IbL7bSpQ5NupWUK5WK9P0TFNWCzVDUXXDtIut9aSodl5WoadPeVe3Cl09mpyuGvvE3E+iDWCORr0p6BJaIcrKX8lgO95vmEc8r9XMP++L624vMDC/QjA1nBuSc32Jz3PTLu/ct1FmLKAjAxxrtt/oJWsHoDs2jHPu017+wBvkmT7cgxdN27VOG+63vU9s2ga2PRdfoG215+S9aZ0Lpg4J44ZtUwhBaZIIHMnbRfC6+PlmoFQoCPvATzrH5LL++ofxwA+cit6nwn/kI89zcSy4P1Cy3OBXsyRV27LWtL/h6BSyGta1JCTKTSPa9Dim6LW9LTumSIw/eAJ106ftdRWLBY8d1HIcnqZBFImvvfYaXX/9dtubbVqzZpXlvFt8wAed7+CTpim3hV3nJIRgW1AXsga9oSv4MF8HmuZj23iwRvon6dwY3AshSGmiLM+UGH+n+CTuSZaRplLfCyEodR9sYEhCjE2mnbBn/CRJBIBnoZDHmLpkOqZJIguk+GR5QTyH1vAAHIMfZGmiovuEEGy/LPvuYzTjOW3dRLSt299xrHlvXjfPc/OmaH6AU2pbXTKdS/Yh0In9V3elEnNWBfMO/5+mmehDewUphBCBMRkbHSUe59ehiN+7Xezt7+8X44YQnHOpxjXjV1kT95kL+kED5AeoG7+2aS3zWF6IVyWIAN609axxLPoU81zIZuY1yzrW9rosCkLOsiSNRcQR28cx27M0yZ2PKFqH6xGP1LwAB2w0foJjt/fV2GrWD59y87NtPNrGA2CtxCMzLhJP/w0w5eIL6+sAtpT9M/Ez8S72izUCnJ/3Pv+y9wvY60u2+cS6Z8+ei/tE/Atw9uxZx9AndeTIEccHe8VLEexjic3BqVQsi7U1Gi3VbYOgE+NPTEzE4i3zYvsZi9wf47F/wp6Se2+aZhRZoRO/ZsOf0Dp+9Ficj18NOnXytM6fvaBLjndHhkc1MT7p+H06+qoZyy90YE7oWbOMXbx4USdOntS+/fu1Z6/xdTxDobVo+YJ+Net5zTwGR3hYdQzA/Tn6d1tne2PcxL5+xYoV8Rw5pS39kOnMvEMuc/M/Me/RCwvJh/+HEKJs8iyEoI8e5Q9jfRQYswPQtAPgBYQQ3EvinH48DyEIvArGIYQ5+UYPeAa0LDe0p2OSpALXPJ/T4dT4c82RtgDtODI+NgjgnDHAjSMAv7jPPYBz5uWcMZKr9IAmeaEQcWSugs8BcOaasehH/xBCxI++4PBRYFzaQHt4BnDOfYBntGc8rgHwYC5iHvKiK1eutKHnd8gAABAASURBVH1eImIhckfYBc4BrrEV2AL6gAP9PxzPfgg/wZzcB3+OQAiBw4d8oS/QwYG2APdCCB/KAbRFJ9hrkzt45513dPz4cetPTSXbQPgSgvnrWKyQm2dJGn1j4nuFLBM2p+OzGpblpmUaHIPtVtKWeCbbo5Zxb9nXAtg0sAWShp3WDD+V4WPb4UbbFrHto3xMrwpHwQ4O5AtmHPfkDwuD2FluY+b7MNK34//cD4HhJYgHYyAaR/p9lNmMh4BwDCHE9rQBOuPwbA4S0RaQP4zzUeiMH0L4kMDMzzj0B0eOAGPADJ51+skf2nvp2HtD28qb+C54zZ237VHbbdnw10TxofZhkFVwu7m2UnBffQghBIUQ1JkXPADoGUKIawYHXf2A19VTj9GOQF8cQcXODCHFSPW4aIfQAggyQBueNVpJdC4hBDu+YgyyGaPhwIxNPOPj4OFrCMHOqBHnCWEOV+gCSCHiDU4A9GlaVgigGYs2wYpOYMEzNoJVB0YEogSg0Cqxw645wOJeCInHyw2ZA5KWZqumo6FuAa27TcPHhgWVc3jLpoYjYyfuixwhGyEJ0VCEEAReIfwVHRt2JAi5/El8nzmltubA/zZbkpUCAxZ8pE00nj5vG4p5Lpx207gQmPINv7o3HYm7cb+QZcpCKr4ZlXntsrIFz5UqqJgXRKBIoRQF5rrg8aA97eEN87Em1gK/SI4vWrhIGJ4eJxpIWpPM3rlzpxO2O8VmDSdEQDB/3nyR5KZ9nuU2qrkN2iJtWL8uJv/6+3pUKubqspPDsY6NjTqJNW3etrwhzAy5dSiVEHL/W7DuduiHTiAPBC09ljN+RmmFk6ObnLTbdt1WJ2lv0t133BkLo4+6SPrpTz2qT37843rIRVPe0iPBd8ftt+vGG26IxV7wZUzGZ20k/0mOI78EPLnpEkKIsgc94Ct8BpArgHMghGC8s8hz+gHIb5om5n+IkDl4zPPU57Js1a2jM/GcDYe7K03n2nEOJOYdAI7QAWBcrjlCC4C28AqHAyCTBFMETQQzJ0+eEH9zkaCTt24IkKacZKw5oJiZmTaPCpHuzA/I9pVEyqSLTPE4OaH333tfr736mo46uJqamJRX5WRbTYcPHdH3v/cDfee7T4mfxz129IQDoCsOzM7p7LkLujIypgknOGds+Mfcr+EkV8ty2LAct0KidpKq1Q6GxCDxnETylJMFk05mQnfoBn9KTsBxZP3QHPpDB+gCndI0tV54HOsndKhaJ+RPXpzjS0iCsjyL6+W86Q1fq910kqghPFFeyCx1bdXqVfMiUbmrpMQ8gY+VSleU/5LlNvU8zIcedwB85A9HeMGRtjhudAMHj3yBPzqG7FGo52ecv/CFL+grLpL+d//df6v/4X/47/Xf/nf/jb76tV/W5z732fimM0V7+Mk3EuEh/IOv551UITgmaKYoBC7gRnD9oSO1cMyfN08D3mCscnCxfNkyB6Qz0YHXcci2ReNOhNRdHG47KdG2rWjYPvKs6kIANGz5HnQGb4ol6Afnme0Mc/LcS7cee1wHtpxDnxACp9ZtEgBN+USJeZAmSdQT+jMuMgxd4CNjQb+m8SpY/8rForI0UdE2useJw15vPAgq5KAxTRI/SxVCSxR8yy6Glgrmb54oCQ2Z1Sq64Js5UdJyAaE6PamWi6YN87fVrmt0bNiJ1nMisJ60jAcF8a3KNCQa7OvXkGGAtwnPX9IxF+GOHDggZ7KVtxMVk1w93vjBR2zGTS4MUVDjixjbtm0TSS2+hNG2g4FH8JC1fesv/kL/6l/9K33961/XW++8rXHr4YyTKTX76ehXbPvrpjf+ZsZ+B/ozBnRmHBJOTcu3/qsP7Tq3oCn8SUwfeAUgF4wTgtfoAnTVWR4S3hQ0Rl0QIMib9Kas6jnLLoaTFJg/f8jFqg0uFA0JX8E6N7todfvtt+lXnER/6GMPmp51JwOmdDImzK7oxPFjTvodiwV8cMD3szmBJo899pieeOIJPfroo+KnzH/5K18RhUTalZ0Epw26wBv6/P213/iN37AOPB77PPH5J/Rx23KSZATJ653Mv8MFG4qAn/vc55zI2CHWiwxtNI7LV6x0EN0fScKaJmx79u8/MFdwM31ph5/Cj61atcr+YKNuv+3OyLfb7CNuvvkWrXZhbMSFmSnbyNzC1NtT0SYXAxcumKdbXET80pe+IJK2q1av1Lp166JtOX7iuEgetiy/O7Zv150eC98zb3BIBL/12YZOHj2towdP6KyLPUePHtYZF7uwV8j9ksVL9cjDHxfrveGGG21Lh3X6zBlvEvd5Mzkpsy9uVq9zYXKgv98F/i1xbnT22LEj8e/dPfmd74ifRucNRwpDiTs1bH/bjhdWr1gViyFsNu5ykXmNCxNWTGFLli5ZHBO0bK6f/clPYlHzuq1b45uQHkLHjx3VkIuGsy6qJdajd19/VTXH5vAP2alb9ymgLbONQeaQ0zHblhOmyVNPPen+x8Q3uGecEMgsm8ePHbPPeF8vvvCCnn/+eU05kRl8v8s6fq+L4E984UvasHGzPvPZx/XJRz+jz/t6YN4Cb/JPCVnGrx3w5pm3XLGJbSN54tRJ7bx5t3bfcZuudRGmYPtx0nR+6ZWX9eMf/1hvvf2Wnn/heSeFP9Dp02fUtK3Dvue2NRs3bNSXv/xlbfDRIbT4meP/9J+/rrGxEa2yjKB/IyPD5sOEVqxYpo9/4mFRZLr//nt1h4vhK1euknOfmu9Y6eLlK6o50TDpjf+ok7F8Gxsbs3nrNbrNckuBccWqNVroYsryVas1f8EC8zaoaP9ip2i7VpAUnJxboxt33ih0j3hriXnET68OO2l9wUmRHzz1PR0+eEgXnQw5efyE+VEVbwTmeUGfffxxXWM56e3tVt9AvzZv3uiE/5AWWX75xYDzF87qjddfj3+TbOOGdS50b9DaNatjgXv+0Dxt2bxZN3nu23bv0oa1qzVjG3nFSYt3vQl87ue/0A++933L2w/0uovFb7z1pmODY3rqqaf0wnO/UNU6E+xbsaPdPb3auPkarVq5xutZq3XrN+jWW2+Lb/fu2L5DSxcv1pCT3oUs16j1jYTMpG3RpP2/zWe8hxxNm5YkVmqW5aI3nzybdGxx2bRuWLblD/f6+vpFkQwZLLhdat9R8AY1hEQylEpdKuYl0zjXjAsGJ4+7IODi7tTktNKQGveqKuWKC9bdGnNyaNyJnNNnzjqWGbXujTr5PaupmapmZuoat1254kJBw3a7arxmHXPM2JcClZ5u28Zp7yGqQl5nZmZionDK62raPnAPm4XvTezPChTyXNQte+5RF9cKXb3KXUyasa/Juvu8Tyqr4GRnw32nHB+xFvpz3Wg2jM+052kphODYpex4paTcdqvtsdsQxtENdoZzfkYwhCD6y5+C4+yy7X7LMUDNcQF7sJrjQ9rv+eCDqAvMScxNkRhbevnysF568RXTseCYour5a44jS6J/pdJtvo2LL2pkjpeaxg9c0jQxDUfUML9CSJyEvkFvWH4YG/0At0nz/rILM0dtb05YpkedlJwcH9OE5S9JU6tHou7e/viLCsOmk1LPX29rcqammsOMip8tWrZC1227QUMLFytz4q+7b9B24RZt3bFDi5cs0yBfZPL+tFTust0uqK+/Xy3TZ8Tyd9nyhHzltglZlik39PT0yOQSifY0MQ6RnvI6GpHm+PYQgikp83zG8X1T560r04458M0t72unJ8ZV9Fijptu+D/bbZ57RoYNHTK+60jR3n5aMvuk26ns1NcyLtnEKydy4cXD/E0JQoZAbCmqajitWLI9ve3U5PjptW8cXdI64KDponYeP+PJBF1TRoWDcR02zUqlbSnIppMK2bfX+aet1m3Xj9q3KnJmpeKzB/j6vt6IgWfZKKtqWpmmqWrWhomVlxnJy2fH9ERfUTlg/Rq0/U352jp+Jd5H28pUR8WsVE5Z3+jUst+gA8uEh4xq5P9DfL2LjeY43VqxappWrl2r3rTfqE596RDt336hf+uUv65FPPqRaY0bV+oxlbdrJzx51OWYAN2JExshMQ/blYyOjOnXylOXqTdv7t82PacHHafsd5oMfAP4KnOr2ZdX6rGY9dr1RVZonnquqxLFjyzYMYG9QNM27igUlRj41T5IQVHdOIIQQ14KMdFl/Q5Ko4RgtBI9jGrFe7iW+Dx6paViwvnWZhs1mXdXabJQh1oIcpWlmnzOu45b9n//sOfvGl8UXJpSkaodUs05ej9omnT1/URwvmc6TtmMrV691QvmMRi3D0PmKdYh48dVXX40/5z9lvTprP4GM4OOhEXTgizHoNbgFparjt6ZmjFddbSWWw7Z1b1I9jhubXte9994r6MZa+wcHou50Wd+D8etxvLzA/q/lxfBllGCezDjWnLLtu2w93nTNFpW8lxoeG4v6OzUzq8T90DViEuLFNE0VQojyXTaP5Q+8gjZN6xHP8V9Nx/Qt04/7nk6lPNMV+8U+47lg/nyPIeOJbgXleWqbWLQMFyw7FXkKxzoVy12fKpWSsHttF/0q5l9iPhUt6xXH9yEJUX6YHxx5Bk7wGr6OjlrGvTaZUtOOX2q2mWma2D9Madxx0rhtVhPLEtpq2WY0LC9Vy8T0bNV8rLuQO6NZ60W95edK5NBUJrHzN5kKSVGsM8taShNbhnbN09S8rqaCkz0Ny23LuS7f9D25X8M2eMbUCkpNi3bwPQ/Y9rxN21++PNTy/MFzpZLnSMR51biAW+J1h+BOfgZNkWHW3TRCyDn3QgiepxmB9fOcY9NraNvPyEC7zPR2U6+nZcrI+AUxR837C8aiH7LHMYQQ+UK/zjVHfAJzs4/OCwWlZho4Zs6jyB+e0U6eIbPOIL+0JYZCv4DUuKfew3tpaluXZV5AM3BN08QylqvosfMsN60Tg/G0Lw/u0GM5gueeKq4X/NI0jefc55xn4+MTLq5fjnJSdLyxYvkKYVNX8wVcx198SXLXrl3xXgjBNqNuuWxEoBCELjFOCEHQkXUxFziwpsS40Ia1cp/nEewf6Ae0TYOmfUHTfKAtwDntOIdHbfOdsdqWB+516N/yfaBk29Ztu99jcCiiQpqoXMhUML1T4+Zuxh28m0qSVGmSmaZSElJ1V3qU+Bq9gTZAw/gwRwjBdC74eRLlAJziWkxncG9ZZjiCVwdCCJL/T7z2zD4zgnnc1dUVx6EdY8gf+Mx8qXnDPfZCbdOmbj2rWR+xhTGm9F6beIb5P9onhGD7kMfYDPxb1pmG9zJN6wpg0ipxG/pxn3Vx3jb+0LgF/XzeMoBX2/3RqQnbUH4xreVr8MaelE1b5mBMaFN1rFiyzIAPsss6GbNxlY+MJ39CCKZ1W4z10XshmEh+zj36wGdoxhyMGUKIckY/7gO0a5o3Decc6oZGveVx21fHb8fz+Nxt6Fc3HWZtI6YcaxM3Nr3OJCSC3qwDWkD3qmNffCx6C3A+6xzSrNcID+K5rzkpz7wUAAAQAElEQVQnxoMnEWwjac99bBRr4IuGtOFt1hHH15cdT5w/e15nTp/VxQuXNDo8pomxSV04d1GnT57RRedoLjnuoAhLHvKM93bE9qwDvqRJYr9WV9N2EDzAG36Ql4E30AUcWIfJGeUBXnAOPtyHFtC5aZsSrxmEBoYQgkIIYhwA2nDsQAhzz0KYO3Kf8ZFb+ARwzj36cs1R/jCnD/H/EIL5A79aka/cDCFc5V1Lbcsi7Rm/YJuGr0KuAMZkfJ4BjM8xhPDhmKyxsz74yTpZf+SN9YlnIQSmFfNw3QHaNkyb+ND/dMbyaZQV5gcfADy4jywyDufgAk7QAaAN1wDn9Oc+seKiRYtETAsPWRs85P6SJUtiLmiz967YYHKv/QOOUfr61N/fL/bRsZ7h/ozB+eJFi7V06VLv6a/abedE1q5Zq40bN8Xaxg2uFzA2OKJXALh08AJv1s56uRdCiLyBZgDP6BtCEPKIXiDbHFl7ktinWN9px9h9xrXH+42KbR3XiWUXgA/0QWdGHeMxBvYIMQwhRBsVOWNDHW2T9bZlHeZclosEIkJAJoXwTAhwDvLyJ7URBWjLpH+trYMv2gH0AyGOCEAI4UPhDyH8NWXgOe3oF0IQYwMhzAke40AoFJNz2rVtwIMUBQc8GAOB5DljgTPA/RCC50vEOc8A8Hb3KKT0h2EICgRlfdABSJNEaZK4f6rUDgZomVimId0NwWPIxZqqIDZjd/pnphVjAyEEt5VaNvbg0cGNax6ATwiM1ebSY7b/GnAzhCDGZjwgz7LoOCPu3iwgwADCTnKD9bAGnsufEILKTiDx7RwC6aIdepImkS7MnyQh0j4oCKMoH+UPz8C5bdx5liSJQggRP/Cfg6Zbtgxtj5GL4BLHXbfgNmxUocu0EzQ4Bqkdx2/6PmMBBG3MA0jGIy1YSdpqmtYEQbG/HQxGuGkjQh/5U7fRSYwL8pImXosFmucIdeLnQPAxTYKKea4uB+5FJ3uc81eepN7MGkKixHMaLSVGPDefC3lBBT/v8gaj34Eeif4eFxULWUGsgfm6rYDQGZrC69wGteixCw4YoT18QFE7Css1z+gDX+QPtONeX1+vMDbLli110nidltgAMS4br21OslKcvO22W7V96zZd603SsiVLTca2+KbxZb6BbDrklodBG7P58+eJTQ6ysHDhAi1fvkzr1q3VSicCFntc2pCoYF0Ab9ACfU7EkdS7/dZbdd899+gTjzyizzz2mfhm3i858fnVX/5lfe1rX9MXXJAiCX+v2/CWD28LUeRd76Q7Bpb1eWlOhHqT4+QmxgijhP4i96y5A/A78ssKlZh/0DVNU3dvW75a8i3LfOJzNhUN608jnrcdrAdvmuSAfe5csV3mYDTPs3juQRyQ1j8E5unMAc3zPLesZp4joanHbce24MaNEIJCCJxGHUH2SITzzTF+Nvftt98WBVOS6PudaOacb8KQEAavaSd3Ll++6I36MSeTT+nll1/SD3/4A/30pz8RfRkLHHq9KW44aDrppMSeD/YIeN9J1NMuls46OVIplFxgOqZnfvhjHT5wTDUXCdrNVGlSMF5SmhWNe6rcshdMu8zrKjoRWHVwy2aSBTB+sA5kltGm9SdNUq8tUeIjwDLhBW2zNFGXi2XIaxEb4YchBEGzkq9z07dUKggouwi60ImZpYsXamhowJvlitKrPJAVqtlqWo/rShjTG3vGxCn3Wqd4yxo9oQ1jd+QmsxwXrafzvUlHnpCr1Xa6mzdtEkUg3pCjkPapT31KX/rSlyyTv6KvWja/9OUvWjaf0F1336UbbrxBi4zTtAsQWZ6qr79Xa5yk3rBxvdCJYFqcOn3KvDmud997T8/++Fn96EdP68UXX9Bzv/i5fvoTXz/9Az315Hf1zI9+qBdfeE5jo8PiCwptb6qzNMgW0AmFy+btaUX+79kTk5fIw2//9m/HIl4IQRSiWAOFj4ULF4oAJ0mSKGuzDnjxWegFP1nGEcCXAU3bTzPXvE4UQrD8t+I38qERNhF+wbc0Tc2PUgRox3WSWm/MA9pmWeq+DUPT81Y9Xts2okvzhnrV011QljaVZ031dGXqqxRVcfumaddXKcvGWrK+ZV6zT5TlibLMY5sODSfEZD00ORXifG4RpIb1uaVg7UyctAyqWb5nnZjyXsIy0qPRK8PRvtad4Kk6OXX54iUd2LtPp44d1xEXLM6fOqPNLgTc6CLXbbtv1k033qj777/fxZcN4sOaV61apU9/+tO6++67RYGVxCZyBP3RQ6Mh7O+0E3tXPN+5cxc05iTXrG0luJB4qjmZpZAIO8+40Kqvry9u9pgDXkR9SdNIW8YHEvOP+y37RI7EJxzhJ+NwZN7TTrh22U9s3bY9Bpe0pyhA/4WLFoq/YVRAp9JEM07aV03z/v4erXQBadXKZeaT9OLzv9DxI0e0ccMG/fcu/v/mP/i7+nt/52/r137tV/SVr3wlFkm3b9+uFStWxETj2bNnxRto2JcxJ9KQBXDhywE8I+kHHgStGzdujP2wz7xhBu7T9tO049ux2LSYNOvrsxi2xRueFK6feOKJyI+tLqKhmwTI6DQ6TLHzM5/5TNTLZU60HzhwSK+++rre3fO+Xn7jNf34Fz/VX37vSf3JN7+pP3PB+6cvPa+nnvmh3j+0V0dOH3fSrUdrVixVVyEx5E7WHtUf/ec/1LPP/Ejf+c5f6j/8x9/RtAtIJFB6+3rUZ90eHx/W3n3vuYB7zHHYjJYuW6xrr93kAsJW3XrLLuPytVi8W+OiLfaDJCV0ePrpp/Xkk0/F4l+5XNR19q3333OvHnzgAS31ZgG/v3/ffj39w6ddwDoqNpqlUlmLFy7Rzp03iWROxbHXOm8IFjuxeaeL3/OGBtV0cH3dlmuMS01vvvmGeHu6OjujlhMH/G3Vm27aGTcoa9eujfTfffPNMYa87KRsYj3bsH6tLrsAt9T+OrUu3Xfn7S6yrTEPgjZv2qLdu26JxYG9e/a7CHxFzUbbipeor29Qt912m4tzG8WbIkNDQ7HgPM8JforZd951tx5//Ant3LVbRdvjNM9dhDmi5194UfsOHtVT33ta/+4//K7+/X/4fb30ymtqJtJUdcbztk3L67Vq5cqoU4tdaOzp79Pb772rH/74Gf3i+ed05tw5DXvjMc/Fk499/BF96rFPa/ctt2rDps3CHlOcx2Z9/OFHvPYB8/I74m/OImcXLl7SyOhYLIYRr9x3371xHmwm9hJ/yc/U/+IXP9ef//mf6xnb62MnTunQ0eOq2raErKihBYuUmzfLVqz0nNdo2vQ+fvKESPjt33fQdDipp77zpN596x2tWblKd995ly5evGwLKa1ysTW1jh89esx4jAhdOXBgv01fM66dQvh1116nG6zHN+y4wf3XOJ4sqmjfTDLi2y5g79m/T2PW4ff2vKc33nxN58+d9nqmHK9t1Je/9IT+9b/+f1hnf02JbUfLthO7X3XyY/GShTFW4hcn3nvrLR22HeyxTLXsv7dft0V3WKaQ2wUuAnf39Ik30UrlshYsmG++NzR8+VIslKO/F03HCxcuRD6ccyIE3UP2fud3/r34ktfIyIiIbxlr/bqN2rH9BuvH7Zanm7Xcurps6QrL/XItWbzUPBoyD3qdNJ4VScxuF8SWLl2myy6ADQ+PatKxCXZ1wsWGmuXdYmq7WbEtrdjnt+znumzf+uxj5mmbC0i7b9qt7dt26K4779LNlr/tpuUtlnveeu7r6zedpUEXlnscD61atVYDg0Oxf8MxPTFNqdwV77EnaMufYP/iSfv6+8XzQct6jzfG8BFb/Ijj18c//7juty4vsS4P+Tl0XLpwnvgp5qLtLn0Wek0nzl7UN779lP7oL57ShdFJYeOx20XHIZ5JrI8jY4eQKM1Sr7FuX1oXPiMrkOxs27+2vI62nzXisxBCTCxN2weFEJRb3xr26eCXJqn6bbtS63shyzU6Mux44pKTpWXHFCfVZ5vb6/XccMNOLV+xSgsXO+Z3n1JXJe6Lcste1RXNNC1o0nLXNJ1yj1NnH+5iRZf1++Spk1FGzrqw02P+vfLyK0qM//nzF6I8YPdZ66FDhx27DNvfJG5fF/uHigvUZ86e0TnvLxYtWy4KpVmpSz39Q5q/ZIXOXxlTOytr03U7lJa7te/wUV0en9LEbF3HT5/TaSfdTl+4qCMuoF+xH7roQtTyVas14GI+tmJ2tqZJ++NCIY90Qy+IVzu+tGXeRlqZXtwj/p7yHhAbMmo7w7MOf7q91m7TxRLhsZpqOWk8ZT8264Bj/uLlGpma1SknCCdcjMHlNy1A8LTXNiy3HLQ8V9V0w1+Ou6gPXvBsbt7paJvh1/lz51WyTFx08ba3r0dnzp7WhPc4bc/X9H6Wvy2Kb92xY7uOHDnqYmTVvAr2V7P6YM8+gfcH77+rfXs/0NLF8y0ns7JYqGJ97uvr1ULrdMnjw5Msy8zzRSq4QF2tNVSx7k+7WNYy//g7vtVa3euUsrxoGWvFgtGU5YzYg7dV2l5TpVIR6yAWQp5Z3/nz5zU2OabN116j3d5TXr/zBo1MXNHeAx/oD77+v+u3f+e3bVcPq+HYpu3obXR0RMPDVyybl20vL8Zi8hkXdE+eOK3Tp87q4qVhzTi5GyybFCJnXMRJ84Lq7l+zTNa83+BIUavmdVS9hqb9Vd3P4rmZMe0YsOFr+JCYIKVibttaUGrE8Zl1x2xpmslN1Q6pxl1MHhkbl0yLJE1Vtr3ky86pY1H+dqbrX1GOW+Zp5ueMkyaJEvM9MCa4eUxkCUAez1tWp2eqtv9jtnGXI8zJ3FT80tqZM2eEPp2zLj355JP68bM/Nk2uxHaTtoXICrxfaR9JLMT1pOUbm1uz3+dLdN/4xjf1gx88LfzOyZMnddk6gT0bmjfffCzF9TS8yJp5G4wvbw6NWNa7nXtIvFZkolQqqd82j5hr1cpV2rhxs7BrJDOXLVvm+GnI9zZpuff7U8aLJHahUFB3T4+a5gUywNxHjx61/DXEmDX7GvBlnrJlERrJ0fuU5YTnyBTy1Lac55bLpn1uy2MdOnTItDkqvnDUMK2b1oFZx7CTFDfHx2wDZ10ontHU9ET0hZn3DtXajPV+Qi3vDZkTGlctP0DtIzyBbpdse7gHTj29FdG/6L1poZA5Hi8qy1KvqRHPi9Zj8Jt2obVl+9d0AbTucWuOA9i/sBeHDvKn7bxSlDfTutUKastCYfpybPuqFaGlpv10yyBfIyesj3UC3Gt5DdPew4U0Ud3F5tn6rFqhJaVS20LIr/opkSyySjKOba+7EXGmbwhBqfumSWLfkMXztmns3uLTNI2Zd3Z2RtChafrOPffTtltZx6uOIaZmpuynZ8zPpkII8WHLeAcFz9WMfaumBWOxbo5Nj428ds5T60liPOT+HEMIyuxP8jw3fUuOBXo8Tt08rUcfl1kO0sSL82wmj0KaKPF12xccOwCP0jTx2oKSUn8tfQAAEABJREFUVManbns6qwm+QD47ZXrUlVouisXc8yVeQ13kBtjPDDmWDkG+14jz1uu1OHfDPmHShaFR2yZ8GGtDXq64wN+Rp4bX11lj23QCX2wgLykQJ/RYp4q2tTyDn3XrKONCE5PWeDaNm3mpuQ/tAMb0g7mb/pd7PkS8eMYY4IPOMBbzorNzsteO44LzmPUa+8D6eBZCiGukP2M2oj2UZVDii4JT9mdVx1ljE5Oa8v5n2Gsnxq2ZJlXrL3MDrINjZ0zGSswX7tVtV1qmS9X77s59noFjav6HENS5pj0yx3350zDNc8tCT09v/EJe2Tmgon13yXrX092loYF+9VTKEfI0CFssy2DBuYJinjnH4HvJHJilkV7tlukLsQ1BfhYSpQk63Yqy1ilCzpo3+JOmZatthbL58fNG9HlVO/RG23JuHk9a9y87HsY/8+dzxu2bx22HsHnQ+or92KVLl6JPZC1xrfYrrB96YI844oc4QgPW3TnCz879zj3oDb/pi6/lCO+hXcv2gXZ10452jNUZozPOrG1epz2qnyaZkpBGEavbX7Zsq1LzpmAbzjGE4GetD3WC8eUPa2FNnbW0TFuA58wb57f8cA507nPeAe4B4NYBDx15xVicAyEEwScgzwpqWlZn7TurLgTzQh652bZalt26gp1uy/Z4xjZq3Do/OTVu3GuW9Zqatmc9jjNX2FetW7dOxOnY+oirada0rLKuEIL4hBAUwl8B99rmOwB+tOfIffp1IIS5Pp3rzjGEQNNIT8aAvtAZOoZgOiNobtG559M4P8cOJCFRZvnutGGMJLUcp6ky20jG6jzjOkkSASGEeGTeEEIct4N7CH91DW9YF+3kT+fYtGzxDFp1nvOMMZA9ZAronCOjwEfbhxAiDuADRNyNH0ds40fx7dyDP9hR9p8LvCfF3qJnxLZtyxy2jjgCO0scRFvWDxSdl650V8RzgLE2OK9111136fbbb4/8Zw30rTh27a50R7/T570Q7Ts4Mpb8CSEIvEKYo5f86bRJ0jk6QxvWjP5P2WeALzQJYa4P9ELfObZtX6ApkJgO4ECsBZ7wET4zH3T5r4+0DyHM0ZOHdAg2eCyogwQTf5QJcVILsPwJIYhBgBAsfCYmz+kLQgDXjA0CHeCaubjmXP7Qzof4P/c6z0OwobRSIRgAuDBu04pI4xBCxIF7QNNtwT+EEI1ACEG5hR0cmYP10E7+0JZ7nfkQINqFEOKYPMP5dNrxLM/zKPghzI3PGjr3aM/YHJumBefR2TmQ4Ry8mAtgrBCCOh/uISQII3jAQI5ccx9gLvoxPv0YL4Rg49T40CAgNAg3tGKtIQT1Dy6Iik2fzEKCgCOgPRZs5mU81sj4zJk5SHW3v7bOto06bRhDCjb4iUIICqmPlhnxCRJCzDghBO5EaFnxwWtqajIKP+NTsG37fuJ2BFKFPDWf5qDizXHJyc0kyHGwXajljfOaA9emjazcL/e8TctAy8FEy4F8lxW1r8eK2uXAz86dtQGVckllO6JCnim3cStkeUz6VMpdTlxUnNyvqMtJuIL5ynOAc+idZ7mddk18oEu36QXt4Enu9qwTgIbcR/FoU3SAUfa8OIpBF5mGHBRyXnQAkjq4qIBfb0WLFi/QkqWLfFyoSnfZtAvePBfEOL3e/DA243Js2GGlXjObJopKABs3jnc62frAA/fpwQfvF+cPP/yQHn30k3rMCc1HHnlYDz/8MV8/qk9+4pN66MEHI/CW0de+9rX41gJJ+ccf/6w+9rGP6a677nSieKcokG7atEGLFy+Km9U0DU76TWpsbDQGI9NOTBA8YEQJUAhkCSTAtWRehBCcTK5bLpsmn6MlO1c5WoDnLW88ak7SztrBFguZMtOk7YKNaGNo087Qsg55GPeXEgtACOHqeRLlKE1T30+iHCbJX90LIdhRN6NeNG0PQgixTdtyxAAh/NU191qWbY6MAYQw9zyEEMfn2YSTLGddqDhw4EBMRPFTJyTkeZZlmc2wRNAEXZimaUccQuqNQ12j3vifOXPOCd1T3nyecBL5A/GTvPv3HxQ/Lwmcc6Lm1OkzuuhgLwlJ3Ki/9NIr+s9f/yP95Kc/9RhjMcGROPirW/5nHRjVHaw2Wt7geONYbcyq0a4ryaWCN5weQmmWRvlGFkMIynzNOWs0ORVCUGoaAvInmE1pmgj+9fV0aYkLPiT2t2/fqttuvUX8bbfPPvaYPvnJT+qrX/2q/k//8B/q7//9vx/fnvuii+xPfO5xPeZCymNu89nPfiYWuzinuPLZz3xWn/3sZ0UB9PHHH9cv/dIvibdFKS489NBDokDz1V/9Ff3qr/5qLHzQ5zd/8zf1j//xP9Y/+Sf/RL/2678e21C8X7p0aXTIFTtc9ApdpBg5440zaxxwYE9wttXFHr7ttGPHDhVsA0pOROCUx5zcI5lAkp5vkx8/fkzjyLXtU9WbUzZXyE3dtgUew3OK6NiwspMN3GPz9sYbb4qf8iWpgDxQxENGaJOarthg5KNlOa57Q5AkiXWpS122DTkyj/2y7Uos83wzutWoqcnbnL5nw2feBCfvCip3FdXX16NCMTM/S7YPPZGXaZr4mIn1Jx4bOSwUstivbdkgqA1ZUMgTKfh/b/AtAvF5fMa8fmRUlMofy2zEwfLVtL2h8EcCbMaJz6oTk8GtqtWmQuJg3wNatSzzTY07mTvrTUHD62w4QTHrhNrYxKQTKXU/b4l7HlrBslv1BoGge9abw5qDb455mqvl+VhHIS+oy3x97fU39O2//LYL2k/qZ5b/t99+y0W5V12celPQm59Pfu2118TGacSJaIoJU8YD2ssKiL62jE/RG2YKHk0jC//LtvvgX/d8DSNVN1jsLfMl27cpFw7Ghc2tm1/YN3jYdF9wS9M0tqnan/OsYV/EmMwB/UMILnIsED/1tn379lh8zPNMyNN1267TnXffqS9+6Qv6h//wN/Vrv/arLmx9zsWM3W630cWqrbrztlu0ecN6rVy2xMWwQXVbTlyBc2Ix1ejwJe19/z1NeXPIT4c2LKcDAwMi6YBM53kuivUkz9ALcOQNawq6+/fvF/ixWaGACo1eeeUVFxKf1B/90R9Ful52IY9277zzjujX398X5WrUm35km7caD3icw06gvfnGGy7yvqC3XSjc8947mrA+Tbgdfpa3QkeujFqOve1NCt7wNpXmXRpxIDvs5Nxl69k5F2RmvAmuNtoam5ixFKYqlrst591atXaD+Nn3BQsXOyF9RG+88ZZt4ah6+wc0NDhfXV3d9j+ztqUnnZAZ1fjksFrtmhrNGYW05ULhDt11961asmyBkqyl02dP6Pvf/75ediHhJz/5if7sz/4sftEBfT5//pyC9aLD76MuWr/79ts67kT4+dNnXRA7r/7+fmFLBl3caVhmkCX5Mzo67gTWrJPL53X65ClNOclx4thxLVu4SJs3blDicXkT5YH779OD9s2rVi7XqlWr9POfPGsZfkPX79ju9Qxoi5PafLFjybKl2r5jW4xJjnr+wf5+VR3v5CHV27Yzhw8etC0oCjnHziBjvG2MLV6/fr2Q9REXy3iL8vDhI5qcmNJ5F03uuONOlSvdOnDoiAumR/Tam29r7/5DGrU/23/goBO6o1q8bKVpfod27Nwl3lRdZJ+fW2/4Kd9Wmii33TxiGznm5ERmOauh65Z9vpX66KOP6uGPf0L3PvCgNm2+RsE6MjI2oX32be9aXrGVr7tI+Pxzz8W/c/Q9F9KPOZHb7WQWthl7f9Pu3errH7TatvXiiy/qpZdesl1LdPjwYf3iuV+40DNiXk8I+i9x8Wvzlms917Va5PMkL2tsakajkzPW4W69894H+i/f/ksdNr6XbRcmXWBIssy06zJfNsfCXqlQ1GEXS4lbXn7p5agHFB2hX7/lPjHz8IEbNmzUV7/6y7pp504VsoJpOqmD+w+Y3ye9lrN6/vkXxM93nnSivdDV5aTXtO686y49+ulH9alPf1L33HW7lq9YpDHr7lNPfld79+6NXwi64447fNxqfEs6fvx4tBcDA4O6/ebd+uJnH9fY5WHlIVHd9jE37ksWL44JRhLFp0+fVrmrHH9JYe26tSJew59u27ZVu4zn6pUrtXbVGi2YP0+L7L+xB2x6S+bhGccX/P2mM6dOC3uKTr9hXQYHNr7YB9rhsyqWmWW2Qzfvvkmf+sTHowzfa/v1pS99SXyR6RYXyne5KMoX9Qb6ek2f1Pyp2201rAvj8Q3eowcPaY8L7i/84ueW+x/r3Tff0luW5QuOdQqWo5tvvkWPuLh+6y27jfuNWrxogUqFVKkTMBWvMUlMA9vhimUFvAp+tsht+KLCQq/vrttcCN55U4wrVq1aqeu2bdOyZcsd+7X1wosv60//5M/11jvvKrNP6enrjzpyZXjYyfxJy1pLU/ZBU/Zt3//xz/SdH/1Ur39wUK++s1dHjp7U/n2HVXOM1bCcp5bpCetL1XJPYi+xv0qSzPM045gt2zF0AruaSAr+j/0NPoJr9pDoctsxbQhBmXkqr+2iC9655WrCRRfe+N63b79eevllvWUd/eGPntYf/OF/0v/yT/+5/vm/+Jf6D7/zuzp58oxt34ztctG+taFCLKjWnZhqONZ6TN093Sp4rcj1li2bxVvzs5YhbMGJkyc8ZWLfeVDEPsQpo7bZDfu2ESdm7TKVOzgoW47xHfHtVF+P2N/gK+u210UXUzdeu1W8yTtTb+uwC2r/r//td/T7/+mPXUw9oVPnLun46fP62XMv6cVXXtO5i1dUdT/eqjx36bJWrlmr046Dh4YWqNLTo4bjH3w2tqttBKB1CEGztnvgwL00y6KewP88z+Ma4EcIYY729vF5mjj+bom4uVIpC14XXXxsmLbffeYn+tkrbyn1unLHFSaaipZtbFrLYyR5ahydpA9S6nFCYNy2aVoXOIAje3hwIcYsOI7s7e1WoVjQGRebe3t79OYbrwvfkRnXsufPC5kunjvnmHJMfMlm6dIVxjvzeDXNOnYY6O91vFM3rxyrWUBqLsLw6x2TLkLVLe/soxqWlczjIUPD5tMZjzfh+DTmFRyzzNj/s9do+By4bJ+6fPnyaEugFfgiB6xh2H4BO5xajvk1iE8/9jnNm79YT33v+/rjP/nTaMOOHD2mg9bXy1eGTYdcs5abtvdkeSE45iw7qdVt39t1lRddKlj2sqwodIEi5Lj9jT2+iBUnXOys18yPNLeeJTEGbDvh3bIsAGmSqd0KqhMLOlasOcmfJKn1qS3OkVfwTvNMwTiznsT6Iu/TKAjwc+I16yLJdl3VNfmTO77MPE7bckVeIPhewzH8uOk3NTapGfuJpvFqOUZN84JmrN9Thryroqb7NtzXKF7Fo2FdmzUtMuW0dQGi6DXXbQ8KloF2W+ZnVcgsug2tiUXxzy0eBmaXx2oaC0W6ddmmDQ4OKoTEtKwIXmdZrkp3T5yjbLmc58Jqv30Butj9o8sAABAASURBVPaiY5YLFy+LN2OHHW904MKlK8LPveTne/ft07HjJ9SwHldsJ5HVV159Wb//e7/vPebrjk/OxZhhxrYO/YGWlx3rgQf2vsd6WCqVheysX79BK1ascDF2o1avXCW+oEgOpWC9Q0dT+8U+JzaXLl0ibPCWa7do0aJFjjPOi/2C/KFdYl5VnMNJTVPmpM3cPEWlaeK4Z8hF3zl/n5q/PENeaTtv3jzTpktz1wXLXsUx96Tj8jHTq2b5mo7F/Zp1pua90oh9/OjosOWmqmKxEKHLvq7geQpZUKKmilmuKxcvKjNPMtM+KMgiEMEiJXQqGOfgZ3Ib5m75QdM0TZNUqe97OGVpUNv7qqb3ab5tmtcl83qO35KCRJ+m27RskUIq1dy24es0T1Sw/yrkmZJEyrzpSuznai6EtV1sSD1Bu92Sp/fzoAb9vA9sOlfStMy1jEvbYyZukHgAi5+vPIvnDyEYjbbXUbeKND1GUJp4cs3dR17pM2u7im3hHEhNe2ie2c7IH2Q5hLk+bY/LWuiDLtZtl2jPfdohb+gg0LC+ca9qfBu2x55cIUuVGHLnvKz68qKUpKmyQq6ic3v4qt7ePvusHoUQzL9ahBkXCrudZ+MnfW+55WbHpbfoxhuvV5IYQe8ULl264P3JEceDY6JgNu32+GZkGp8GcB2SIPCVP6w1LxSiDhYd+xWyXMSfRce4PGtd5XXLuNOnA9CtZFnKCwXRjvvQKoQ5GtEegCaeJvKAa+jGkba9vb0i/hoaGlLFPqhiHxTB5/2O8ecNzRNtmIsx6NfwPiOEEPFnXiAzzvAK6HJf8JI/+BP4Aw70hU9RViwvTfOs7WPidhYMtaMctSxbjSinDV/Tnv4cwbsD+B2ec826mZdjwzyeGJ8QvpA5aRNCiDzkOVOFECRJnT4FeG4aFvLMOpQoTaSCZaNkXuRpQUAhK6qQF03nTGZD9BnIUsP41+tNmUWW9xC/pIOcTVtvZu0D6n7esKzSrsF6fV40X4nFmL+Ff/Q6kQny4uA849zluOOaYrGgNWvXaIMLOvCn6H7IM20SC1wHWJMXGA8yFjyH1qwdgEY8pD1HnkFTdCeC52Nc7ktBIUkVwpwMFfLcNquoJCSaey7TLYv34HFqnWE+5mAu+ATUvFaO3OsA19ynLX3kTwiezwBuIcyd+7ZatjWdfrQHmJ9+AG060LnPdQhBjAXIH9rSF6jZHrNOzrkPMAeyRIx55cplkXurW4ZoOzk1oRHb7kuXL4r4p96oKkmlQjETRdi8kEadapuHiYLlJjGkliFDltmGZgIP8GNO5uLI9UeBezwDN/jR4Q3HuunIs9jGshSPlhfa8msjHBmLtTBXB0IICiGYbwbLivwJIYi2FhGl5httkUF0G8iu4sw5vC1a3gDOucdzjvShP2OBT9P2lXNwAFqW8Xi0onC/eRXvzpF7PDdKEUfGZUyOIQRuRzxZN0A/2gMhhA/7gEMIc9chhNiP9vBz2vHEiRMndMZ732nvsWkLrdAx9It4g9iea3SP3Cn0rjneg+a0Yd6mAy5ipwsXLnh/czLSrVQsRd4WrJ/YRuwkNMLucY3txoZyRM8B6AjtOmuE9hFh/xPpYQOSJmmUlxBCtIHgDR7g1TDPsRXghozwDLw5Z0zGpn8Ic3QIIUQ6hRA8g6KcMg9rSjiJnfKCCjZ8ED+1QNCSZ0zGRDSG6NwHYfrQlj6ZjSbX9KMP0GlPW4B+3GM8gPMQQlxkp33nHmNCJIBxQ5gTVuZvI7FS7Ec7gPshhHiP9uAVQphjTKFgI5VHoB0gfyAkTId4zMs44AkutEFAUCqIStu6g/O6FZD74N85cu7h/hpRaVf1poR+NW8YGJ8xGZv2PAe4D0A31orAIEAEvANOmHKO4PCMdbWtROBTszMJIUR+MXcIIQoJAozwdsZmPQBzzjj44D60qThoQUhDgK4EYYrCnGd5pCH4dIDxITn4Y/gZD8jSTEUHHGzCixb+omWg4oJD2eccKw7Uu32dBcUNZJYkIkDv7elWMc9VsFMtFjINOok134XHeUP9qpRzDfT1qNeBfpc3IBUnlbsMcpK/Zvwb5gHjFG2cwL/P7bodpJSNBw46s9ymSaLcz1E0FA/gvGg5KBgyP5uDXNCCtYQQPlQQeBRCUNnzFrwmoOjAkOtiMVdKMJwGdfdUtGz5Ui1xUXRgsE8Dg/0amjfozeqQFi9ZJJI8K1etELDc7Qb5uZ6+3lisvOuuu8Rbdnfeeac2bdqkpS4SLXYik7c47r3nXt3sJCP3urzZw8CkprX8AVdkY/26ddq16ybRn+TqPAds/NQob9Usd3J20cIFAgYH+jXkgi7zb9lyjee+TqtXrxLfABzwM3AiEd9jnuTmiZcdNy6eKspz08Edcly3DDcs+00bnpo38xMOSPi2R92BTQNH6gJpdXbaRdSa5I14CXq5sFo0/dIk8XBzW4DU/CmYB/AO5488hhAiH0p2MOVyWTyDP/CBI9f04Zz+0CCE4DE9lZ0Lsl2zPnBERmnDWugDcI6OYyABzjs6hC2hPWMzxrSDHxJcky7OzKC/XneNNZsO03YGF5y4uDI6pik/G5+a1kUnIC4PjzixPyUSCQ23M0oxYAXBooPGVatWieTxrl27REEQfR5xkgPbg75v375dJMcfeeQTuu2ue7XSCfKq9fzEuTM65aT/ZG1WNdP0shNf406qzPp62rSuetMV0rYKLqDmhUzBZA6pHKB3W3aLKhQzB2aZA5Cg1PLKXP1O5mQpwVvD8t6O+kjCdt36Ndp63bWxcPrIIx+PxUt+ZvRXv/Y18aby7bfdJn5KZ/dNu7R+7TrL1JBYB7K4bu1abXMyc+fOG+P6duy4Xtu9JoD7BKyrV6/WIm++kWk2zWzgkfXNmzdr2bJlmj9/fpSBGdP/uJPhFHyeeeZHLva8ov379+lp3hZ96rs+/lAvvfSCXnjhOT377DMubr/vBOmE4DN6xM9YUTRaZZrDT4pD8BpZkj9Fyxj8vugN9tT0VCyKnD9/PiYFkI1xFw04YkPpRwDIT1F++9vfdiH8PeOy37AvJlMIBNjI8c3zl50I5W0r5v2aaXab6XXx4gXjNum2s+IboU0HRsg88tE2r8xizTqhE5x4UpJJ1vFiuaKKk4GFUkWtYGaGoJA0pFB3AngsbprzPFFm2ym1bPObUdaQ+3Y7iE+SJEpTT2CVSz1REoJq1brxqFun5UTRjJMUM/E4PVPXtDfaUw6Kqt64UGCcnqlZnqfV9HjTs3WxsWl6nKmZqiacWJqtNjxzorzYpZBkbqc4dmeD02RhxqHP/qvS06PU+s5bR0MLFqjPCaV6u61+NpJ+zsa7YPu9yMWR63Zs19KVq3SNiwNLzb8zF8/rkoPwt13kopBA8AbNu7yhhO4khg+4KASPCcjgWWYbJjsr5Ahe5nkWZSNYOaYcBJZdUO138SbLC052NASuNet4YnwLxrNmO4K/IHGEfOcer267h13iHu1CCNarYrTZyBoFLXQDHab4Bn4kplbbzmL7e2zzG+b9xMS4Dh464CD0lJNcx3Xm9AmdPXfKMvyuE/h7dfzoYb37zltO/jhpcOSgjriIxt9Xu3zhvOVnyonb1/T2m6/r1Iljghbvu2D1zjtvW0de1c9//nNxTcLhwIEDludzhrO6MnzFMlKXUdb5C+ei7rzhMdjETLjAefHSefG3QU+fOelCTVFZkroY2hQ/UV8xrVLTDf+zd89eHT50WPxs3Z49ezzOS9r3wR4d3LsnJpPffPNN/fiZZ/TDH/xAf/T1r+uN119TqkT4jempmgP4THlW8diJWo1UQUVVZ1vemLc0emVKw1cm9Pob7+jPv/Ft6/XPXegbV81F/MmpWa/1vN546x3b2lFduDQSi7BVb8r4FuOadWu0dfs2lZykGRsf1SHTrdxV0qbNG7V23Wr19fSqr69fPT7Cz6ptOLZ3ggKJ5X5iYszJmXHlaa75g0PavfOmaLuwS8W8qC7r4dIly7R+/UYtWLBI5UqPkIPFi5dqxfKV9vmD6u/vjxvFxLR6/dVX9YH5QtHwL//yv8Q3hZGh9cbzkUce0Sbb9lnbnR7rBTI87k3llG35B6Yjb8shZ8edID144LCW2i42Gm0dcYH0XReGQggu7q51ovS1SH9+Uhc5wAbPOlE/5qT2gvmLnEQ978Jsrwt+L+mkC8OXrozq+KkzLvjVNObC48pVa/XpzzyuZS68tUOuA0eO2aYdMo+k3bfe7GePapNjhXYa1G1/scxJVuzmwx97WA888ICGrMNXnJR97mc/tz3+kX7205/pR8/+OMrhW2+/pStOcmIHp20rFrowTixQsH9qOFbAV2zZskVvusj6f//X/88otxcvXRIFgwuW8zQJQgfvufdu3XXXnVqyZJEK9mMT1h1s9h4nkI+7gH3g0FEXAoY1bvngzb31mzbrgQcf0v/yv/4z/cqv/KrWblgfky+jTv6cdQHvfcsqX8B41XaaQmKPk8/X2t/xZvv119+oNavX6Lqt22yf+pU4PnzhhRf17/7df4yy2DcwqP0uNkzYRvLTwqvcFp1ftnyF1qzdoC//0te08ZrNen//Hv34Jz/Sk9/9L/rJM0/r6e8+qTdcsH333ffF22rvv/++Xnj+OR3av1fj9v8lz7PSPF48f6Gee/F1/cm3/lI5OmdajY0N6+zxI2rNTKjLZn3HpvX63Kce1Oc+83HHxl1auGhBtOVXLlxU2XLx8Tvv0H27btTdt+zSYKWs+syU5jmmXuKYcuWK5Xri84/r+m3btdnJoy9/4Yv6X//pP9UXP/95LVwwX3wS+5P5LsBuv+F6rXcsYC3V+bMn9cZrL+kbf/p1ffsvvqVv/Mkf6+kf/kivvPKGi35v6cTRI+rzPmK5/fpNHnvX1m36tGXki595TF/6zGf0lS98Xp/6+MN64J67dcetuyM+046rZu2L3rI+8/cBm44dVy5bpLtv26X777pV41fOqlGd1KVL55SkiYseNfUOVLR6zUrrzhqFVl0jFy/p588+q1dfelEvPfd8xOVp256DlmPk4Z339ujSyIROubiH3F9ygZpYbXy6pq7+Qc04ATHs4tWRM6eVWQ+L/fOV9sxXu9ivmVYuFSpRrpr2ecQADSef4P2w468Jx3yjYxNO+LWtL8HQVs1+sWXfyS8tNG1fal5TEtpKQlNq1ZS0a6qUc7Xbdfer2+c31VUZUjspqR0KSvOyenqHdPTEOZ27PKmDJ4Z18tKsasWKVOlToX9IzayoydmGGracuX1S5j1Iozaj1SuW6rf+5/+LRlwonnLBaHx8RpeHx1Wyj8Qfjjhh9fxPf64e7yOOmT7nz1+w75/WtO1Ft3Wgz0ntLEmNS+q1tJQVEhEfFr2f2rx5i+3FlC64GNrt/cE77+6xHTmthYuXaZ5t4WLbxaXLV2j+goXaeM21Knf3Knis2VpDZfv0lnE9ffacTjnp8u//w+/GL3NcGhmNXywkjNRjAAAQAElEQVSYNh2b5gM+uuH4umDfm1kfkiRR28kPqS3O0zQV9wGuWXvd/rhmP60Q5uIc0bqlickJjU5Oqeq45Z39R/TuoRO67PhlwuNXHXPA89Fob2c0PQtMR1tTLOQqeb3Y3m7jjW0mVua6q1zWYsv32NiofUi344VmxMdTOu5qqN+2ny/OjNv3GGVVTdfcD1vG74rt2su2I2Nj42JJde8NkiRTmiTu63FSr9VxQTHPok/BTla6K15WcGxSl2wLlUiZn09771uzzxs1HvAVHC95fPDG1kIT4iFoyj3iXfwC9MNf8SWlW2+70/HFAb380htet+z3ZjQ6MqksK7tgNe29W+JCalvFQkkVF8QAS7mgQ4/9Z818rTtezfOC8W/bd1fFOTBjW19zHFXwfid4fSGEuA7i0qYToi0TIITEYxctXxkMcxzQcg6gYCjG85p1p+XYMS8WjFNBZpm4ZgzWl5oe/t/3mpJ1q1DIfW6dMH9ph4zkhYJWrFypm12MwX+wb2FPAC0Kfibj1bDc5XnB+/JVosi/cMkSbbL9vuaaLbEgzS85UExcsmSpgBUrVmqeC51Ab2+/Bvq6VSiWJSVKslwUZ5ttWaaq6uru0fbrb9Bafr5ux/Vas26DlhkfoMfFyMUe001N34rSNFOSZKZvl5IA7WdcMJx1vNYwfVsqGF9A/kCDzhrhR6FQVNF7GdaRFwoKJkxIEo2Ojen4yRPq6esVP3/Jl6DOe3/DHgUaEhcjIyEE+/z9Lk4di/uan/zkWf3sZz+zP3/a+vmB7e8lnTp10rjU1DK9mHNwwLaokHvfMC0jqC7zaZ5jpszyCW4K3G5GHZiemVEIIeoHcc0i61BqXXYT61rBcpNZ1qYtg2PxmvwEQMHG3ZSmpm0izXc+pbe3x22KplNJPb3dpl2X9bDh9edRJ/NCZnmejeO1LAtN60nTx2CFLDsHMTo66rbFSM/MMV16le5tBTUsm00j1fR503YDcI7XciVDy9BQyeOXi7ly45SlHtX0CG5Pzol50pCokBeU+F7mNQIF86fLieFSXlDB8+UczaeSeVbIcyVepEeKtG05t9U2eEbLfEt157ja3u+7idrWG3kdBfdNC7kqpkVWgt+JEl83/cyDCfmo2eYEr6GQZWrZ1zTtK5NUstM0vVP1wz+vo+j+ZefW5vSnqZZ1LkmTeORc/uTGEcCWdI4hGGMrZdvtsdnM6ab2SU01jW87aSvNPaFppETeN5qqHldJkNFSy31boS0xjp+z96rbljMnc2DTOIdfHNnPkz9gP4WNY2+1ePFipUkaeSkF83zWe/gZy9GEKKYSI+KzO+NmpkUIweLajDQKktI0FesCipYP2vh2fC635RrdijR3W9pzL/ItSdzE6/FaQgjxPIS5Y8IzDwTu+IEOoHPoA/SCbnXLJjiOWVdHHVNwTl+eS21xHsLcHNwD6Ne03DE2uAAhBHGEdvShTQhz/bgGoEPb/VhLB3/uA0ZV9OHIONzrjM+Ynfl4Tjuel50T7eruVpfjJvjS79ziwMCAFpO/tB1duWqlFvvIPZ4zDsAYrBNa1C3fpphxtx4kqfmRec1p5FHd8jA3b9t60FDN/rFhHQCq9p/TszWRp2hYoFr0zebGaDsjAZ0AxkAXOE8se9CU9YcQorxUve9LzVfWQxvas/6KfT84d3gP3pynSWJc6paz2XiEFuAIQK+PAvd4bvGIa8qu4tfyGuIz+8+G19G0kZl2PgJ/KgW3TSIviIugUcMyEkIQn5b1DaA/gP5xP4TgftAvFR9sEf0A1sSR9gD9O4Dedc45QoOPAmP9TdBp81+PJ8tsCH+FK/Myf9U5UtYy7X1TBGJ/037Ce2/24OgqcMHFNL7wxX1khP7wDx4B8CmYRqybY8m2lT+Rwq9C3WAfe+vNt+jmXbvF8RZ+zWznTm3zXmTLNdeIX7Xjl734hSF+CYc84wLnofBHixcv1EKfD9mH9fX2qs+xcL99dJ/Py477oAE6jN0Cjw5wP00S034OuIYmxBXQk3NoFYKxvQq0oX9HppBH7A/APaDgdWW2V7SjP32QoxDmdDreC1IIIYL84V5nTuYFuPajD/H7aBtoC2+g798EPKM/7TjSl7E45x78JM7kRZJ9zsuSezt16lSMF+Alv3wBcI+4gxiVPAfPiEHI41GIPbD/oH74wx+KvCp/toYvlIIP45MXh+7MizxUnTdABqALR2jEkechBNuPNPoDaNkB+NfRZ/QCW8v4rIE1cg6wLsaC/vRhT4QNYBzmg5704Uhb+cN9cCjYJ3P8KCR+Hv/nJoNiQACuQwhiEAZjUBDhHAQ58ozOtM0cVDEBk8EEngM8B7hHe8YBeMa9EAKPo6FifID7jAVBAPABt9jQEkaAx1gQgsVDBNqEEKJR4hljMA9tGAsAN8ZI0yQygXPaggsQQoiCmlhZgh+2HOQwBoSftXGYtTHgnHv0Y44QQuwDDVIbaY5ACMEjyPRrGlpzeDl4oy9zeRnGIYubixDChwIBUzsAU4GynRjHgoMx+mKMELoQgkq+x0TQB3wQRHCEjhixdsjj3LPGv+pNJHjn5lWxWPD8acTdkYSP8qGlPEuNkyFJHQclShScEJiDYKQTO7LUkLSkPCSiYNrtzUWXjUFvV7f4O3g9BGsOrIqFzJuPXvV6k1gu5E5OFtTXU1Glq6RCFpxwbSsQiLkw1DKkidym6DbdohDY436sLzE/WDfAGqHhjDeYrHXWPOFaVz+cc49n3CqaPl1OLlS8QSSA5B589fKUFzKVykUnN8oO1Cvq7etWX39PPI+Be3eXuo3vwEC/lixdrFUkyFeu0CInnvq8YQEWe6Ow1gUlNmAUknbamFM042cF77rrLj388MN67LHP6PNOXj3xxBPi3gYntYaGhoRhJ7m4Y8cOkZhf6qAEfPO8EPWh6rU17Vgzy1WaJGrbsVqYHIQ3xM/YTDuBUHdxs26DA7iBaF93YI2OyPziHJoANW9YkQnG5T5Qs1wESS2cvJ09b9pMOAHAkW+hzXqjzDiJeZ2aaKlxsdgJGYIuOKZOIFzzvPAHPiFnIQQHTZngH/e556k+/D/LLP8GcBvxpgeDiwGe8Was04h+jIc8w1OAeTrAM/rzHOC85eCFI2vFUVe97obXx5EAJvUGJ0kyjXudp51wBi470XPJxVHgjBOwBw4d0gd798Zv/16+ciWuYcCBIw6ZAjRFwJXeKMPL62+4QbffcbsI/knQAmwGSMpTSGWDzoYAfpOILdtZk0hChzlfvnx5lIWmE3cXXJw96A3xKRf8xs1/md6526fFggqWVaVB/IxQ5oRaX1+PFrkQuWjBkOY7eboAcIJ0noPcfsvnasvrnU60fuzhh/Sxhx5wMvYzUQ6/8IUv6Etf/KJ4q/Tzj39OH//4I7rD+PNWQ4+DSuiIA8IhDrsgM2beTDqhPe1CwMysk1BXZW7GOsi3znjTi6CIRA/rgjfoYCdAalluLQpmaTvCqJN87777th3q9/Xkk9/Rj3/8I33wwXve3B/RBSfVT506Ed+gefPNN7zp3xeLFYxZs5x35kBWKGC+/tpr4i0bCgvYRTZVOHzeBuL+008/HYsaB12cwvnPWLYKdoTIZGJaIh8A60W2WDtH1kEbrtngHT1yVKdPndY5JwgvXboo5oI+AO3b5h3tSKJ1lYoa6O9TsZDaPue2aQWzMbHOFFUodWnJkhVasWaNli5boa7uHilJNTA4T2XTvuqk1JQD0BnzngL99HRVLfsN8AbHKSciq05Iz7joWbVc153IrTnRVfU9zpuNttU1CL2A7h7c5y2DaW+7zXWS5ErsFzhvNt3W99mk1OrtWIRIvQlI86Jmjcvo+KQ3xi1llr9Gs60WjDS+bHRaoq88TKo0LygvluI5BYhiqWy72q1llu2y7W+fdWedi+e984ZUVVMq5qoFKRRyjTjJecmby3NXLum0i6i98wZUclA75vsXnTSEF5d8pLD6zjvviOI1bxbzluEFB+OsM3cCoOSkaI8Tv8Dg4KDQ11K5pJAkTsZ0qdu0Xu9Cy67du3XNluu0yBu/latWCl1daV3u7u4Werp9+3ahk+h6xTzpjI+u83bWr/7qr4ovA/R4U7nI9h9bHkKwaW7GZDVycPTYsSh3FDffdtFz/4G9etsyz/mePR/EjV2lUnaRnKTSuKYmJ3Xl8iUd3L9fJ06cEpueK7Y7bMTPOSHWZf91w403eDNZ0/se75233tARF2f5lntXV8Fz182vWctXpsxJ8enZKU1Mjen8xXO6dPmi5XXYBaiLMppae/Vbudgr8Gcd6CrzIc/YL+5nts34MuhKQEybVatWqUOf4M3qZRe897jAOmobQd8L1t8Zy2+1OhPfVJt2wevy+SuaGp/V2PCELpy7rImxKc1O1ZW4eFGvNtWstXXuzEWdO3dRw8NjunJl1EW5cVVrfmbZbIfMm9mai6zDmnGCfGqqqkmPGyzHMy7uWwVckDuvt110/PZ3v6tvfuu/6GUXfSaNx7x588z7cnyTvFQsOQHXI/A8dfqkE4NTajTr4gs0BPnf+MY3Is/anvO6rVt1z3336aabbnaSdat2uOi2YuVqDXg8pYlOnzsrfnaL5CUbqWHbtP/x//w/xreOFy6cb/lZJtkmLFgwL9ovCmk/+9lPtc8+5awTla+/9oqLbIeUpNKChQtUKBY1aN1Ysmylbr759ljQWbF6nW69/Z4YC7zpgvVPXRi5YHnHXu1xgXvSxYOS9WzcRcNZ6/+zLmyePnNWY76msPDee3vVNo3SvGS9DjphX8fbd+/v2a+urj519/Tr9tvv1HZvSidt2193EfyDfe+rb7Bfa6wnA/Pnqbu3W7MuEvzIdvSIi4psNk8cP27aTWuTN6w7b9qpBx/8mO66517Nsy9at26t15RKlg10d8B6uGPbdl8mYjN14MC+yIMNGzeI5FhmWhbRW+t7V3fFvB/RM8/82Hx4W2+++ZamXCSaNm4lt1mwcKH6Bwe02cnvTz32qO699x7t2L7dseKAJkfH9M5rb+qbf/KneuX55zXjgllwIctmS/Pn9+vaTRt0rdc0z/M88vADuubazVq/caNpvkCnzp7XU99/WoePHNf8hUu1YNESmZy66KLc/mMntPn669XMM6XdXZpq1jRhH1jqKmrQhbg/+IM/1Asump4+c8q0lroqJRXss3uNb3dWVMmxMUXlrnKXli9dpm4XtpZ5I7/EduMbf/anQq/K3X1avnqtem0jLXouulWtyzPK8sS06tKw7cLPXLB+7uc/s198WxTbZ237+YLDiPXv3/+7f6MfPPVdfeOP/0QXzP91q1ZrsRMFW7dcq/6eXl2wz1rtosATT3xeM1Pj+oP//fd05PBB8asm27ddp+XLFosYYmpyVOMTYyKu7XfhcbmLvTc5tlmyZLF2796lBx+4X/wU812OKa4x7ZqOF/GJr7zykt774H399Kc/1VPf+55ef+NNUVjft3ePjhw5rMu29pexMAAAEABJREFUPxcunNO4i07vvPOWXnjhBX33O9+JP+P93HO/0KTjWGKh5S7OlW2vF5s22KTExgqf/Zp9PP6QX/LALlH8XrxosWnTo+uuvVbXbdmslcuWaIVj9Hn9fYK+vebVvIF+F//7NNDfa7502YZMO/Fedcxf0oCTy+wLkjT1/VnH/n3iS4Z8iTOxUiZJiLah2WxKaqtGos/7QeKBJjZjfFyz3k/VnRwcHx+zjo96fWPK89T6WhWFgUIhU+79VM2+PM8yVSpdlrch9ZjPT37vhy5k7HEieFLjTjCNORblrXHWOWvhI1a/ZPvP24V1JxWVKNKp4PFbvqbQlwZp1HbnvIukx0+c0bnzl3Xw4Anbux69YXvxrn1l27FwbbapvFDWvPkLrdtDXuuA+l2kTWxXG46L+UlvwoH+3i6tW7vctCpa9ofVCqnKPV2Ozd7VuBO/I46Px1y4rXs9wXQJ5v+A5bnPSjbDfftwOUl4eN8BnTrhYrXlf3BwvmW+V2st3/P7hyxnvu4pK/X+D/qkaeL4pmn/1VLR9rnsWNfkjkUZZGLSfpHYZ9ZzVm2HMtMRvpWtX8W8oDzNYt8p+wMSrrP2GaOOkepprpqJNm1aEj8Tq8yYV8H8kOdkzNS8Z8ya9y1zb03U47zxnueC78w3Zt9Wtp0tGbey97ZT0xPCr1S6SlEGxi0LCxct9LCJpi0LxSTVfNtyYpCi7XqeF1VzLJUkiZcWtMR6de11W7TUMkvhltjRQqYkJI7TmkrSVCTxmB/ZKjueXLl8qZ+31NVV0rDlIvNYhTTR0qVLtGbNGtvJKfO9rBusr8s8/ooVK7R69Wr7/ZH4BZxv/vm3tM92/9KFYdVdmK/Zb46OTujihcumf9BZ+9+LF0ZULlUcH6yNYzJOalyglRTUbrdFLJRlBdumzLh0RXyhEfwBQghKkjSC3Med/H9bIQTRLjHeqcfkvFAoxGeMK39y5xCSJItj8ixJGGeuH3IxaNtfKuTWr5r9ZS72rOBDO553d/eov79fZduQtnV1bGzUujWulqnOeKnn7e7ujryD7n1OnrKXW+p9N76La56XzWf4VrKMgSfn8Bt+ctxk28fejr3cjh07HCPcJPZ47D2wE12OdxuO2YuWma5Kt/r6B4TdWrl6lVaZV+z14Q/5lEnLS9O2ZWpyWrkL2f1D87Ru/QYttH2bb3836GvWhD1kDSaTWta9lvdU0PvE8ZN67933vG+6oDNnzmnUfpAEZtNtpKApxwiT1qELjhvAj73R22+/bXmsRftZ8hoB9qZ9PT1a6XiYc+ZjHf22VdBqwjYKW1Gzrkx5PMY5Y1+DbDSco2h6vRzBEdkFP/Qos75VHENTmN6wbr0Ye9mypZbbpUK+kF3mn+/YYfPmTVq5coWWL19mHpbN57p4Bs2Jh0eth/KnbnohM/CG+Xwr6m2xmKvuPWJeyCx/iXiGbwkhKM9zgUtqe5FYBunfsow0XdhogLvtZJP9jenWNDBHZnnJbG9yA7moPscOIQRhe/Hn/b7esH69dt24Uzfv2iV8LP52wPf7e/uc48qUJsYjzaOdKhgH8OgcwYOxmSPxuFaGyFuOoS0f+CcohEQhBNsaisYzqrcaAj/4M2Q7M+RcUo/lulIpmxRt06xo3SxZjxoqFgu29z3W24aMimmSmRaJFFrWiqaSVMryTKw1SG7XirJRM5/hIbSAVkAItFDEC9ybrZr75lISFDx4SBMfg7xoca40SInbG+IxSK2k7d1fS+QwSs5ndPdUlBcy45QJ/b5u63Xacu0Wx0B1x2OH41wjzokgw037ve5Kt9vmqprP5HegQ2b+IGMl630jyqLXZXyQGXSENl5apBnyynnRco+u9/X1mVZdQmaRF+SN523/wznjFm3DC1luupbi3InHTi0b8LID0CrNsii3jMOc+C/0hiOyyxoaXgO0lD8hJOZRM8puzethDIA1cOzMwbHTh7k5b1pGPYRoxxo58owjz5gf/eM8hOB4pBFpSR/6A5zznP7QkiP9OrynDbTFHoKDjG+w/jSsL3m5S0maK7PNmrVvaysoyYtKTaeyZZFfiejp71fvVaj09FgWi2I8N5Us4IwP3eFTzX6aeZteV9XjzTqnUbMvrzs+qTXqmrE/nqpZ/n3ulYg8REuK48ED1k7/MccgY7YTrB1aMF/nOGBbBtAWnrSs88udn1i1apXWOIe7ePFiYevgO1C2jMD7EILSNI2855pnzBlCiPQHZ9YifxibthyBEIJCCJH23g4KYN4kpEqTTEmSxudpmgn7n/heux3i/SRJxKczdghzY/3VvbZ4BoQQuB3xQX7gI0dwa9lX0Ob/H9A5hLkxOO8AfegPdMbrjBmC25uPXEN7aI4MATXHWvQNISg17ZI0jfpHu6Z1QP6wPviDvmDLgA5tkUfGq9sO0QfgHnp05swZHXJ+9t333nVs+kHcQ4Ef/nm9fczOG2/UnXfcqQfufyDm3x968CHdc/fduuO223TLzbt015236WF+Fe/zj+urX/2KvvqVX9IXfP7pTz2q+73nJ+ex2bkqbEOaJAJHcA0hKDGEEObW5GchhMgDUyIem5Zf1t0BrqEb1/InhBD53RnPt+K1b8cj6+Aez5ExAPqFJERbwXgA7Zr2X/HoObnHPBwB7mNruAdwjyPQ6QdOIYS4ls4akRvoDr05p99H28EreFTpqgj7iW3gHniCM23pA9AfWSA+Ri+xhdxjPehRCCHaJeYCaIteAsQwwIz3E+BDP+ZgPuSE+ARdBbDRPGN+Xf3EOQqFGG/wRZz19tNLnO8jlqAv84NrR6bAEfzAAVwA5uXIWmjLmNCJvszHujvAPc+fRAWE+L4QQCeOV/GKQsJgH177hAkAGNbp2xmYvoCbRQFhvDzPo1CGMCdMjAfQN4S5e5zDbBbBogDmYCzG4Bj7UIDDKnkCFse8HEOYG4c2fyPYqLiLhceG62pgw5jc67RnHsaDOLkNXGIh5jl4wVCO4Mm9uT6cKdItaO6/1P1ybzg4hpAIVFsO1Jp2Qpw7krBSJhGYK7cD6uDB2MwDDTgyR+bn4IMQl+3EwAHHTJuQJAphTihhcJok0Wi1vVYMEcLCGInXQRBOAK92OwZVme+xKWsbqVRtpYnEPc7bNnhtFzg51p0YbXgz27KTS9y37exl0+f12ZpadnpZksZ+iVr2kW2lCiqBsyG3Ec09T6mYyftnpUHK/U/uAK5YyJT7ZuZr5mR+nhXy1LJiMB1RFIwkho3z1OMliWeyIwwhKE0Tybj71MFO0cEMAU9qw1NXsKEvFnM7yO6YIGKc/oG5zVaXN8VAxQkOfl6k304fRwv09/ULpVttJ7tp4ybt2L5Dt996mx7hm/dPfEF/52/9bf3tX//b+tIXvugi1cd06y23iE3VZm8G2CQxVubACtmFhyEEBxIF45oap3BV30ggNM2HPOLMGtg413FCNo6JHWpq2UmTRIn7Z153miSxf+Jj6uu2eeHFK7csp2litrY8diNCvV6NNOBYNe9IfAU35thwEsQkU/B/GAsKph1jwjV4g3/qOWrw2ZuXhoNU5ks895wclj1fOzqyEydOxFf1+VYKgLNDPmt2hJ7SvMwi0BcA34Jx5jntSOLzbZYjR47EcTBqIQS6RmMLPnXj0AGueQiOjJXnBV8mXreccJqOCaqGN0mZdTDPi6ZPwbi6iZJ4nlquQgime1fcfOMUag7WwIU5CLjBgfHZ+N5tR/zggw+Kt4vuvPNOUUygeM4badc70cobN2wG57mQyVjoqvzp6HJnXN/SUm/ckRXaQQvusdGlTdsXU07QZXYCfQOD4ht/g/Pmq+hkSr/lE7q37UCb5kUK/g7y+7srmucNwfz+Hg25uNpVyNVtme5xQLvMiZbbbrtFDz30oG52ELFlyzVat26NdaHPCcRpFxUuaHhk2LO2VfZYfHGhr6/XSeL+CIUsM73ymAQMkpoOZLE50Igjb5qwsZ7yhp3zKy6GTTqJXXPQ27aNHhm5oqNHD4sE6ttvv+XA531RUPjBD36g553wptBEUfS8i0X8/S6uKZBR+ESOKKDhA3CuzMf6cYSrrJfwgOLWWicnKt6sQ8M9LupccDGHjS8J4AHr+pQLcufPn3Wyc9hJqEuqe9Oy3HTpqXR7E1P3xn25EyFbo3xOTEypbhs968Ce4L3qhHX81r0LOKOXRzTuQs+wk09Tbld2wgXnzNwhhEgn5mJ+3kJ6z4EeP62IUFplfGhY1gZEIe8OyxByc88998Rgj6IWSQaTWNhroGbdmVPvYB1omV9VqZ2ozht7TrzUbYOrtr8z07OadsFhdrbqZw3hY9DvltsxHnpbsw432JTYVgelSuGrN0FJkqllO9NqJUrTXL2Wo24nAUoOlLqcmOrxdYZu2Q6sXrPWtFqhNT72e1MS3JdxWkYyt3z2WT4r3d3ycLro5P+Yi+8jTmbtP3hAJ1w8Omng5z8PHD6k9/bv1esuCO6zbJy3/J11e97ELrr/hG3VsdNntHLtOl1z3bXa4MQVPz2OvpEoxIanxgeZabXaUZZJJnRkA54sXrxIQ0OD1u+yZbdb6CZ8gp8nT55xIH5UR10QOn/+oopO4CFnF5xsGvUmDNlmLvR+oZNZBesiYzMuPCMoy2274BfyxzmB4gEXQSfGJpwsXiD+NiNvgu266SbbnZbgxy0336ZrXcAt2B6dPXvBifQPXJw/6+LRqCbMP978Vci0cPEykUCr2UZnxo1Nf80+4ey5c/Hv/JLEOnvutJIkRJhxoalmWQHPLEvN/0YMIHkb5S7L2Vd+6cvx57mhITYHmzZgXq2x3qxw8QJ71NvT6yT6Oq1cuVIk/dDB/V4Pf0OSbw/ypQT8Q5IgJ6mTdme0fNVKbd2+XYtMa3hCP5JkfAlqwPLR5cRGX29F8wf71d/XF7901WUb0+9Nde5xmsY5S9rqsR8uZIl6eypqSy5QVjUxOWN9ndSUk+K8rZ1lBTWsl3aLLjLVLLO5k6RVnT5z2Ynid/Sdb39fL774hl5/832dPHXBQX6/lixZYX1o6cfPPKtDBw9raHCeE44X7R8m/WyJ5rlQOFudNQ0TJY5BkjRRwZtncB9zQemFF1/Sf/rPX9c/+5f/Uv/sX/zL+POVr731pt5+733t3LVbd95zt26jqHTtFhWd4K7a337zL76pJ596St/7/vf1/nvv6cCB/fHN3ZZjMWizwQF9n2lRta9ZtXKVbrlltwu114gE0maP8/jnv6BPPfqY1m7abPqu1/xFyzVjnf34Jz6pu+66W9e4ePnLv/xV/Z2/8xv6R//oH4kvbkF7/o7r2g0btMz8vDIyrh/+6McuyJ9Wn9c8Mj4p3trjDdQ773lAjz/xRX3hi1/WXXffY999WUeOHldvb7+233CD7rr3Xi1evMSJqoY2eDM5NDRfp11o3HLdVvMmcYHmLa/pkNa4yNvnPkMuUp0+eULvODn7wft7tXDhMifKMl12MXeHi6zbdl2vkUFZz/QAABAASURBVLExhTTVlm3b9MDDH/fcX9HuW27TAieJk3ZLxdBWrTptHI8al1O2v4n6+hdperKpG7fv1uL5SzVvYH6U6Rt332i6LNNpF8L5W9d7976vb/75n+o7/+Uv9OrLL2mPi+n9Xd3aYpuxdNECVcyXL36RNzCHLDMNLbXdH3Jx949dxOTnn/FBL774ott1696779XmDZuVJ4naFrQdlu2brb8kuiddLGk4/vADXXFhcNJFwSknly9dvKDVLlz+hvnxmcc+qzvvukvbXXTv6unWqPvwBnXF+AxfGXHR4qIO7j+gE7Y7r7/+umOUCS110UMhKLHebjJvr3FhkCRRxfpY6enRZRevLrpwAg2R/yuXxnTF9/jyVl9fv+Vwp7JCqpnZSa1atUKPP/5ZEZPkeRblGlsxPT0tdJ746s///M/t82a1csUypZb5t954TU8//T3t37dHF+wj161ZbVqUtX3rDn3m04/pYw88FAsrGxwzDM0bMO6HderUUR+PaNo+cNA4bDatt23brsXeqH7ms5/Rb/3Wb+m3/m+/pcc+/Wldv2N7LL4mSaKG9Z34EToWCplWrFihay3zxCo//tEzesUF6br9VNs2PQvWRa+hbL9SyHIVDa+9+qp4M/74sWPR/vDlpvNO5u/bt1ej9h/bt25xUvsGDTgGqk5Pqj4zrcnxYcOIYVRN72WyRJJlrpBltjvd8UubA319ImnGXJVy0XFQrp5K2TLnPcBAf0yQr1u9Rg/ed7+Ipz75qY/rk5/6hB5+5CF97OEH9cUvPaHtO7bqgQfv047rt2nXzhsU/97t6lUqFgviV2uarbqmHBcRH4yPDevMubMqOv4oOXZrW7OyPFGlu2xb2auerqLUrKppnobatJrVKQ3zhRgXo0dcOMcOj7pgMmmfcfLUaQ0OLjD/6+ILOCfs2yYdi4272NE/ME99fQMqlLs1f/FiLV+xSg3HjhRr5c/U1KTMFi2yj9u+dZvWeo38XDS+8Pixk5qdqenSpSs6fvi4xkbGVHfcBG0nJ8c0MTYafy2h5aLyof379J5ju8z+iJ+qXzg0IORohWVstcfkjf61TlT2VbpVsf1f4UJKV1fJcc6k2o4RibVbtu3YyJZjiab3ycgLsgLgj+uWHaOspvWy4diXPlcuX45vI0GPmZlqjL/aHqdWm/EetBkhS6RWdVYF07iUSiXbmmnHpFXr7+TIqFLvV9MkMS4zczAzY1rOzhUT7HPH3O7ixfOamppSX1+vC46nbJfGdP7sWfU6VulyDHjFPLl06aIoDlRcROsqFW3PZsQXTy5dvCTWRfKq2/xu2A8cPnrE8dFlnTl9SiSLKMijr3meWzerLNN0v6Sz586oq1LUlms3av2GtUqM/yOPfEz333u3Bvq7Xby5UY9+8uNaMG9Q77//ntuf04x1nb1Yt3Gbsgx0GZ+HnDT89V//dX38Ex/X45/9rD77mcf08MMPiT/fcc/ddyoNcr8ZTU5Mir3hAhfcJ+1/L1684qJRt3X0WvFFik96rhUrljuWmqeFC4fkbspt1+ENX7otOk7KjWRiezbpuUdcXB81cJwcG9eU7eGIeTZrn960ns9YTtuOSYP1vW2+tsy7zPFO4jiUGBxZQDcST4TNGHVsNuKiysjwFfM6U8m+uu4YCXmQsRlz7DXtWHjSejFlfpXKpdim6AJ9MI/rnqNgHGu24+VKRWXzjr6p19AyDk3rRld3JX7ZIS8WVPYeqtLTrTTPtMQyO+R4od/F3L6BIXX39qutxBA04fV0mbd86a3XsXPwXIxb9vzQv2iZb1uuU+/LmuY/z4A0zttSbGO8CpYb+k47eZjYPpXNu4ULF2mhi/TEVugQX/ojBthiW7dg8QJlxUyt0FJaKFq3pXZIHR81VXXs3/RegWLErIvmDa9v2vuDYrFLVccT0GDC9vvChYvii3qnHW+fPHlKI6MjloWp6C+IKwYcxy30nrbmeIUvj5KfYG/2zjvv6JRtD3paLJadwygpTTNJiSqVHsvIQvX1DthmNDXqgj325NjRY47VXhVfOmp4Hzll+9OyLQaYB3rA0wULFojcS8U86uqq2EYE60VdmzZeo5t27lalq0fFUpfjgYUaGBjUIts26DQ0OKRFi5Zo1erVGugfcAzYraJpP2SelUzbonmaWjYrpbJ6bN9bxqHcVVYhLyg3vYOxz3wEj5b5hE8oWcbcRUbCYxW8zkzsLdgL9Nlv9NsmTDi++eD993X8+HHVLVvoAX2Lnps1lC1n6Da2olLuUo/XNNDXb1s/ZB8zGK+519fdE8+7/Zx2ufFiDCBNkjg2+wz2ecgPMgW+NetS1ftVrsdHxzVmXQNmZmY1gw+0LlZtA1uW76btNVDz/hxo2CdybDnXh+7n5iG+F/10aC70uWUd4xo9TaxnLess9EhMGNYFDswNYJ85QkOO0KNuew09W2orBFPZEEIQawghmKaFWNSHF297T/jbv/2/6V/+y3+hf//v/51eeOF5nTh5XIeOHNShwwd1zDRuW5aZp6NLs94vTlnfp237qpbTmn0FwNzyB94jp/SDN74VbTK4hxAiXVlDT4/lyjwD9xCC0iwV94GC9VP+wIsu6yV9uY+dRUaYj2dc97qQzpHx4D2AHKRpGueacGxMbgma0AcIIXiuXNAUujAeR2hosnnmuf9DCNEHdp5zl3EBcKI940b62N7xPIQQ11t1LuND+ti3MQbtoBM05Eh77jEO5wBjd12V4YJ1iHUzF8cQrJseC/oTo15xrErsMWUbNmN7A9QsL3mhpH7r6pB1O3eMVW/X1fJOIcmDlLbVbDd81RA+VEFqGHfwaFpmkZ+qbdisx2MNTef1pESzzn3ULPsNy3SapNbPosCLfuQzZ+zLOW9Y/jhnfdDXKEe/S2x87NhRse+HZi3PKX9YO/LC+uTGjME9P4q0ZxzoyJF+nWc857wDnWuOcxA8XIinnTbgxhoAuwirlb1KklgWMiVeE+1CCD5PPgT5w7zgRX+Ac+59FOgLhBBi37ieZG5+/R98OuPQLITw/4M34wK0Y36ggwP33cH/h7gentWsk/AAHeWctYIPgG7BN44A53lWdFw7qP7+fvVYn9Af9IjnqfUIvJiPvAo2kT8Lw17uySef1Le+9S195zvf0bPPPmt/85o+eP8DHfOe4YJj6Mveu112TDbiPdSk928zzp20LWMF+/je3h7b9oXavGmj8/m79cD99+nO2+9wPH+Tli9dZr9TUaXcZb/S47iootS2sumYpWH5jms2Uhxb9h0+jf9zjpyAK+fc5NiCAL6gPc84cr9zDCGIdUKLzD4J4DljNSzP9OEam9ayD+304x7QuQ7yfx4rhLljYtkCfKUQ/K9B/oTwV+f0B5jjvwbGdfMoT+AXQojn8AU7iG2ETwD3Om109RMC8yRS2/9/hAYfnY9zZAUbyXqr3ncQ+2FbLl265P3vlfgFQWLMjh7Gdrb9XEMf5gWfPsdjQ45hkCPWDRrQEjwHfB/AVnPNfdZHf4AxOUIDjjwDN66RYeaqGbe5Yy3uGTyHF+dZ6Exj3/CVIpFAqgNMBnMBCMWRZ5GhCBCEMrN4VrzqlBiPcUGGQWkfQohGCYQ6z2jHvEAIc0rIPSCE8CHjec4YhTy/anCSiCf3O8A8AIvn+FHAATMvBAkhxDFYVwghNqMP48Q57ECLdh6FzE7O6wo24PC/5c0eYBlW04a9ZYVqXb0nBTuutv8N0bAXHeQCjBcCz1rRwLAucAAXnATXKAX3oEkHuJY/9M+NR8HrJjjos4GBa604d1NdDhDb8MBQNN5pkogNSNsOIvXSGnY6aUjU4wC14iC/aOORGZ9iIVOeBaUeLE2Cn3e5iNLnQLjHm8WKrytOTvRpyI6wr6fXiYaSCLjyLItrDP636mBmxhuKtnFJPGbKWJ60VCqot6ei3t6Kyt48l0zLsh1pwQ3yLFHJc8fA1hu/HsBBSpf7lIqZwA8oFHIHW7kq3tgUi7lkF0yBNM9T3ys7CKs4cJ/n4HsoAgn0hQsXfGiIO0odQlBimnR7/RjGVU4ar1i2XMudzFrq5OGyJUvF3wrZuH6Drr1mi67dskXbnEDcvm27brj+em3bulUknwmg5c90DNy88Y7B6sRVRQrK88wylZrHLQdOtXjMHJSlaeLzthoO4JsOXJOEtnnECZmD/x42XnNsmm8AzwCeIxPIC0euaRdCiOMmSeJ5vbGyY+B5wwZXtljcz3Po1o44MiZGiEIEgMFiLAxPT0+PaVqJG9AQ5vDLsizSnzEwOKkd2bR5TdGTgunevXvFW2IkJHl7oAM4twMHDujkyZMO7scijoxBf9YDjhhMDBG4Mj8FDxJsJPQxfvInhKAQgnEomNc9cePJOEXbF/owDt+25W9OsZlhvAXe/AG0kT/MxzpYe9EyWLEMgAfXfhyDMNa2YP4CrfZGbKGTSwTEQ0NDYtMEXlzDe4xv57poHICC9S2EEHlXsL7LH+YDTwCccATwjvvQjWIFm1LOL168KHBhDnDgJys+9clHnYS8Xzu273Dieo24P9/4LHACer438wv6B9Tleesuqg27/zCFIB8vnTmtkcsXNOMgYdQb48ifl17SCW9ksQckbki2vOLEM2/2vfb6Kw44XhWb45OnTjhpNKFZJ7ZnLNfIBs7r2JGjOnLosHgjkzEO7tuvPS4oULgkSDnnIs9xB6Xw/qmnvh+Dme9+97sxmPnJT36iZ5555sNz3hJFVpCPuSTYrDfboy7qntdxz09gO23dgh7QFhzAl6TTUheh+YbRrl27RKGIQhZ8HPVmlo3x5Piorly6oAknXdasWqU7brtZy5csVMMbx3NOvvM33K446TXlpA5Jnup01c+atmcl9fcO6vrrb3JRY5tWr12vvoFB9fQNqGC7GkKi0bFRb+pOatqbtqZtKQmhbtvDJQ6y+BmrWdvASSeHzrrwcNC02rt3n06eOKVZB/x1B1t16/yg+ZbbnrHGt118+PnPf+5E9tPiiK7wTbthJ5+Q6RBClEvWN+1EYcPJkZnpmqTU98tKnXDKs6L1tVddlR7xVii6nuUF5ZbBPMsVJNvYkgpZwYnFoDRJlToAlD/Bvix328y2AZ8mf9DDqhMts15f1Rto71nF3MNO3Nbt50isnjt3wRvaky5EntSly1d0wUns8y5eQxdkK0kToTf89B1J2ms2b9LOG2+IcMP1O2xHr9N1O3boY5/4hD7+6Uf1uccf1+e/8AV9+Stf0a//+t/So48+qiee+IJuv+127TKfb9q5SxT80NniVX1DV+E/bbduvc42tRHtA/Z5swtAO10AeeCBB/T5zz+uX3Ih8fOe45Of/JQT3x/TZ11s+NznPqdP+PoBFwpuuOFGwb8dtvEbN24S1zffcov6BwaEfFGs2r17t+/fYNm4Ts1WI27ECPC7e3q0b98+7bUNPHb4iC6Y9yePHdeRfQf09mtvaPjCJU06wVd2sokk4I9+9CO99dbbmrKDnTt1AAAQAElEQVR8lyxX/dbhPsvYxg2btOWa61wou1ZbndTG/pEw63OyBnlA9rEh6BkbQK6x2fCLYwhBoyMj9j25E04btcW+K0mSaHfB7blfPBcLFYcOHNS0ZZRYYMpHCjsU+3PLBMnQM06oQdv+gX71eu6Fixap5E10wz6FRGKaZ+JNzKo3z3xphLHf9HpGnGivebPU3dujTZs2iITvV77yZfEljg0b1mvjxrXasW2L1q9bpcHBbscqqXq7i65LzWhi/LIqXZmLGkUlSdM+LLWd71bBc5WdAKt73KYh93Vin4nvbzvWmmVzPdNyQXq/Tp2+aE+XOYnYULHUbRs2q3fe26PX3nhbr772ug66kDpmPpScGAMfZIZiyN/7e39Pd999t0jc9fX1xyRqzWu77GRtv/l/3wP3a9XaNQpp6o2+9J2nvqea55bp9eqbb+iE6XXwyBEnJ2tOEJ4RX4IpdRW1eOkiJ7/Xex09pscma5YcC9SjD1zg2OQayygF+YVOLEQe2tdjP7Bzf+6N4Nf/+E/1+3/wB3rx5Vc9x1kXSFdq1DYthCASqqnxwV4A9EdG/viP/1hPuYC7aPlyfeWrX9X/+9/8f5w0/6w2uHjbti73dXWrx0nl119+Wf/4H/8T/aP/+bf0b/7tv9WV4cv/X7r+AkCy4zwXhp861N3T3cM7sLOzM7PMvFpGMVqyJYsMsS1T4sThxDeJ49ybOHSTOLEdNMayDDGIWVrQarXMTDM7uMPcM83/89SoFd3736+1pXNOnTpVb70Mp3tw9uxp8vE5Fm2yGOgdQiqRw1DfKC6cvoy+3hH6VzOwYNEyPPzYx/C7f/Al3HzLbdyTwZrVN1FvFrHIdDPmU2dOK6+ive/A1astFmaHPtrA8CDKmIQeY3Ll7XcO4Mknf4jde/chwaR3QD2lb0A/8MEH0NDQiM1btuFuFo0//6u/hq3btiPvONC3f4fGhjCZSaK1rQ3PPfMsi6YHMD42ymLeKBP0o1CBK0b/Uba5ifZbRT355l03urlOArJF11uuU/aOYd/+t6m3+rB8xQqIxqL/nSw2tF6/jib6hPKjJcN5JkX17eG39u7G1UsXcJ44SjEhOZf8UD2tgv7hAvqorn1BIB4pQh9lfffuPXjxxZfw2utvkBeSmMbiYhlprG/nyo42NTaRrwMoabqdQbp0UoIJT+nbaDzGAvzz2LvvbfIy+YV+fIa+7gThKKHd37JtGx595CN4gIX2okgch6lfXiC9Dx85wmT+GIvT69F+ow2vvvYqrly5zBgki2ss2gyQl8eZtB6iL5Bh4lQ+YWtbM+XMIMPifyxahI889ig++Ssfw4plSzCrsR4zmJzWN16f/P4P8LP/+imOsPA7wCJIz412lJbGYEyGRZckXMJXN70Gd9xxG5YsXYTExBhOnj6Bp378Q3znO9+yidBh0n+S/YsXLYAKpyrKfuYzT+BLf/j7+NXPf5a6vQ4fuPdufPHXv4B7774H07n2zu07Iblvb79uvw0ZL45hZsMMzJ07mzpyPop5HYkE0N9W6u/vJSxp3CBsZDdMjo/C5NKoKI2zoDeTfDkLC+bMRgmT57XVlWji/ubPnYWA8YnGpoh/tQkWFlrpI3WywNVzows9LCwPUDbmzpmDDevXgcKLG/RzkrTzkpfdu3fh8OGDLGKdxNtvv0UblKIPl4Fwbch8SRZAFyycj1tuvRVNs2bD80OMgSK03T5KCH9JRTk86rcQ9atD3ea6DnViGHPmNGLZkvlYs3IJNq5diQ/ccQvuuXUnlnGuOvJSNX1U2df6GTMxzMT5yZNnMDIyhoHBERZFejBJvZjO5FFbU0+QHeotF/r7kMPU9130D136AnH6LVGuu4R6aBFtXqwogpZrLehs62QRr5+83A+TN/QhkyywjUP6doKJySrK8eqVK0inu3DfPXejoqyMujyEEvLu6PAQ5WcGqqsqqfPmsZhRgjztRoK8N0gezNP/aWcs0E0cjo4MI0d/Qj5KivDmyOsjlOcxjtUvBOgo/w/8ONQBQRBYO6Rxxhjydg6e56GkpJgFlSpr+zkU0qE6Qo5LHlwjw//lsWz5MvrxNVhMHM6n/G5adxNhrbe8UMe4z84fo10qLkaIMWgQCcMPArjUsxH6HBWk1ejoMHwvjxyTJxMDQxihHzROXy3BAmSczw3QpwyxCDJOf+/GwBhKKmuQpb06d/EMXMbXWZNFuKQIw+S3NvpNQ8PjtH1j8Ol/5Qiv8JslHmLxOHbs3IlHH3sMDz/yMLZs2oCb1qxCPBZG/YxaXLt6GZ2dbVi+ZBH17wpMJkahl56KuPbt9HkepG+zmPZfMcp0+svSi0O0HXv27MHzz8knfwF7dr+MttZLyGXHUVNViltv2Up63oaPf/Rh0vY2ylecdKxFZUU1Juh7yi7J1ihZmWfxu6y8GLNmNWHb1s1YsmgRi7o3QS9U3LRmDfRLAcuWLMHqFSuwYN48LOX5rTu34+577sCtt+3EqtXLUVZWzFh0Evpbaa3URUPD/dxbHf3tYkwyYZ4jHlL0QUfJs9IDGepA6SrDtX3Krc/cQY7J9yRpMUa+cR0PjvGoW8MsuiU57xDkkw5R9wivgyNDVqeKNyb5zAjnHaMfr5f9IpSDMPlfdl+2dIyFp0nKuOKaq7TtitMUo+XpJKfoh4gf46SRnouSZ6pralFfP5P2ZCWuXG1GlLIlGQtH43DcAC55yLgOfMq6aKF5SkpLIDqL7+RL5Ti3fhpf12H6KOBH59FolHvy4ToudO04DvS8muQjTjj0wp++EStftbGxEbXUn2VlFSgtrUA0WgwviCAai8M4PgL6oSnmaFRwHWHBmWqCBViDPPE31e8hS7nv6RtBOMxn4FK2i5FlzgLE9xjldoJ4W7liGel8M1atWkV9FiHNUpZP0oxR0vomGVvHu9+QdQh7NBqjjzWNsloDxXBFxPcI5SmTTfN5n4lR6hsWVMbJy2NsE5PjmGQMqn3mKBuKffbt24/vfvd7eOGFF9HR0Ul9m0U2myc+QJqnqLf6mGQdwAX6uL2Uzy4WiYNQGKVlpbjllluwYP48zGCuZ+uWTeT1O/ChD96Pu++8nbZhDnVDNSrKy6l/4+TNMnteShqVlpbCD/lIU4+FCPM05hVEB8mTfHEl8WfTPkyjXnZJ5zz1vnjIMQ4GmKzX/TxtpI3nqI8Mm3STjoHnMzYL2RaiHxSl3omTn9RKqE/KuHYN/W/Rs5jXPse4pFMoFKLeK0FRUczCWlJSQnktpt2YgzVrbsLGjZuhGEK8oP3OZT5rEWV0zuw5qK6uof9dSb6IE++R95rvBxCMZC/icgJZ2k/HNaARoNxwB9y/+C1HucwyrySZzJOPHBjypgdu+71m4MBzfd7RXYf8G7LXruvx6MGnvhOPq0nOdK25x8lX4Ee+uPw47VlHh0Ap9tHRFY4Jg/RdR2cneW4C6pMt4KPUKSn6IBPk3TD3Wm3vJSmzFC977jMPpz1oLjuevn6GvK31tX/DtQRXEEzJrfpHWXAZoJ5XfAVOJJjzPEr2IuGIXVPjYqSd4NA8uq95BJvuFa6lM0Q/3dNR49V0XkT6q98PAqjPGANjjMAkn2fI7xlLI82lPWhee5P/E88V+nRU033pK50bY+yzORJKuFR/mvpV53pWY3XkVHZNrVHAkfq0jxz3bNmX+Nd4Owf1subQnrWOntEehBvhIxaPWV6VHBXTVstOFpcWo7qqmjJXiwh9sjR1wMTkBGOoJEUjB3DLGcbYgkFzCs4J5hsT1NmpZBom58Ax4jnqrZxBln6EXiYfpR0eUZGaLUkboufV9AKI7gle0bK9vR2KBWQXxHvCtV5OVL/yiPLTdU9rgx/trbBHzaG9a15jDIwx0J41h47gR/f1bJ56i6gCUQ6iDqBeNaBMvPuMeEx0dxyX86jfgZ7TeuIxwSCZeP+amidD+VOfmsa7lAmHfKvnCmurXzDqqKZ+3Z+gXdNR12q6Z4yxsqE59IyaMcbConPwY4yx+zRmas/q17NqWfp1OoIfQzg0j20cyy5kGdsKZuFQ4+w9jivc0z60X90vwKZxxhgLl/Yn/BZopXM1XasJj5Ir8Z1kSNdaU/lW5Vf158JeVw6ScdGuN9/Evrf22bjkxRdfxA9+8AP8x3/8B77x9a/jG9/4Jv793/8d3/72t2lnvotvfetb+M///E/s2rWLfv5h2Hwl84ya23VcwkYepEBklNtjfC1aQx/26aBxasKVYxyOd0lno1vkhzx0JlzYDv5P49T0jJrO2W3/6TpNuksGtXc17f29RlvivssHmtMYA2OmaJjhc3peONWcanZSQ5YkQ+XzeUtr4V5N940x9nljjB2qPj1faJpP86rp3A563/+MmXrOGAPBoyaY32u0BQV4jTF2LRQ+BvZaz2iMngn8AAH1ouRF14JHa4tnEsylyWeTbOtc/XpWuAnTVkbe9eX1jHhNeyjArPlkZ2Rjp0+fTh+lEtJbelbjNZdwoqOe0bl4VetINnWeo5xrvHgvQl/SMcbYTRszpXT1oDHGMoA2ZMzUuTHGKvXC/SAUWMNlzNRzOXKUGvjRprWInuelJZie07kxxiJM5+oTsHrOGPMeHMYY6GOMscynczVjjH3WGAPXcf6f48GPMf89zpipcyFZ8AhRWldHNfUbMzVGcOiejsYYaHwQ+HQ8wmwhhOjUSHDVRAwR2RiDwseYKXgLzwsPtpGBtBaQt0Md17H7UJ+IlKSTL8Mhgit4yFEI5HSRONAbYnkqJVAz+64Ln/tWEiRC/OeYINHf4IpGQix8FiFH58BzDMIM0HU+yaJImhX7PJW59iUlLSdvjE5Chs8GgUfnKmq/yRbmHCHOGSEDFtF5jJA5Ck1MJ0azDj4ZW/uPcJzGB2Ra33fJ8D7nKoKYOB6LMhgrx/x5c7BowULMo9NZXTkNUToNSpKGPBeCU39byHMAn/8LBR4inDvCgCLKuWPRCPkr4LblODMwBuzbpAoU5ShKAFT40jc8VqxYgRVs85g8nDN7NnTUb6arKKrWxEBDhVM9t3r1KuzceTOUcL/9ttttYLB161b7Uz16q3/16tVYx4B7OYPw+voZkGNNskLFgiQTannSwSGO8/k81IwxcB0H+jg8ep6HEHESIf58P1C3NSpTPAErQ6Kz6KHnddS15ECD9XxAPHjEkeZTM8boluV38aTjuFamRM8J0lhwOYRJTXPS64AhSHmmU5R0SjBAaW65huvXW+ybWNeZPFQhoKWlhcHMAB3TBB2uFBSc9vb1QN/86GJCaXRsGGkmMgcG+9By/RqOHjuMfUweqXC2m8UgFVIVcCq40D7EWwo2dJTSkcIRPNpbknzoOA5c8rAx5FHSWYGD8CR+kvOsAKK0tJR0D5OfAutYCh/SJZpHONTz6tN6cnRl6E6dOmmTpXK0e/Tm0eAQk0wjEAxWvri278sA5i3eBIfv+yg00SvG4FU8rvUbGhptgFLBRKbWFOxaV+PUd79jZQAAEABJREFUFMSIl0UUwaH96Rih3Eixaoyek6IXDIJdcGicmpy3Hia3hCcVR2T825gsPnf2LE4cPY4uJrY8BrM+m2HgUl1ega0bN+HWHTvxofvvxw4mYxvr6pnMLUKMQWMtZau2sgrM9zChOMYizpDlV4+4PnfuLJ2CN3D+wlkoObxn95vo6uqENUB0UvWmlgqmdu0Tx5g8PYRXXn0FP//5z6FCqBwKFYL0M4+vvvIqjrOAooLokYOHcPrESSYUT+PU6dNMyp9lIv0qkz2d1vm4ymSEEhGDLPSID4QLrVkwROoT76pffWoFukwweSfciL7CjXA5woSVCjj6ds0zTz8N8Z1w1nLtGk4dP0FYmFhkgrGvtxf79u7B3l1vQkXevu4ujDGhMsTkaL9wTniGB4eQpHOpeZVY6WWyWE5PnMmQciYJS8iDWeI9zeJiUTSG+pkzUTO9FqW8V82jaJxJZ5HhmCAIM7iNwvV8+/OaSp73c40MDW2efD6ZTEE/XdrXP2j5UXTXiwxZ6nTxhPYvPVHDRMi8efNZtFuOhsZZCIUjnDNAWXkl8saF6wdg/gC5vLH3AiZHtGY8XkJZCQGOR3Y0lqdd0l28HQQ+hNNxJir7+/ugpLrwqgBDb/UXMQlXVlaOGiaFyisqUVNdjYULFzHxzYQY9eQHH7gfH//YR3HPnXfirjvvwMc//lH8/u/9Dv7sK1/GH/+PP8SX//iP8Td//df40pf+EL/OhPjv/e7v4HOf/QwLo5/CZz/zaTz00IO47957cPPOHbhp7Rps3bIFO7dvh/7u7uymWaipqkFxNI6QFyAaKkJGyVU5pwzU4ixSyGasXLkcmzdvxhY+q+LHHSx+qBilRNLtt9+Oxx9/HB9mwXQbCw56c79+Rj1qmYgoKS2BgjglO1SEmsuEiuxFvCSGuroarF27Chs3b8S6TZuwYfNW6CeIZ82fj9r6evQxgM4ZQN9O7maBvp/6r6OzHYcOH8J+FqQK8tvX30/aDmCIiSZrH2jH4TpQQla8FWfCS7blk5/8JB588EEIxhK9LUe9okSM9IvjOFZmLl+6jBMnTmDv3r3WgR9ngqGI9jKgLSBhbeBujKGeTkNzS350HGcC0GG/ZOYSk0khP4BssGyK7HaGAc8ki1cRJtaaZjZh7qy5qJlWw/xYHoN9g+jp6kERcR8viiGgLhkcGkIvi+ShcAgubZBwpnnUSikXs2bNghJ4JaVl5OcJaA8LmZifxmT7BAPjLibME2MjTG71oampAfp58Ucf/SD54wl89S++jN/7vd8gv/wOfvu3v4CHP3w/5s9rQt30aaiprkARfZC84GUxIghc2lGXNmmIhZ9Jyus4C9ndSKcSSNEOG/J4ljZ4gglsydh4YpzyNwhqeOhvSQ+PDdog3RhjcWdfBGCxu4WFNQVa+qnREgb5tbVVuEbbqG/+5piwVeH4SvM1/OdTT+Kt/fsxf9FifOCDH8Tnv/Br2Lh1C/QN0L7BAYSo6+PksQtMcE+kJqBvXJ84dQpjhGM9C/AqDEnGL1++inLiraF+JhKk6alTJ6BvMqiAp8LdlcuX4BhgAQvPHycvf/nLf4Tf+93fxSd+5eP27VjhMCAPHDt2FJc5NsH5uSXK6QLK6WL7wsBf//Vf4c/+/H+Sl9fDBAYt15upBxxMZ6Jv68YNeOzhh/AJyu5nn/g0/uiP/hif+9znKJsP4YEHHsBjTNyLz/Q3WP/rpz/D66+/iTOnzuDA2/tw9NABHHpnP48H8eMfPYlvf+vf8KMf/gDt9CPeoh3Z9cabeObpZ1jQymB6bQ1qmSjRT8ru27UHxw4fRRF1VGlJOXXYNKSpL1P0awdZfG9r76Q9uoTnn38JL730GmbPmQ+Pe7xGf+T7DHJHmCS/9fZboUR4mvzg+A6L3aXQz+n5jos66qv11CfF0SJcJ02ly6+zWJNlDDLJpIuSqa7nWbpLD8p23H333di6fRtixXHo5YmFTDImaGeUOK+qnIb9LGT2MwnrcA6PfDWDOmTxgvlYRf2zlonjjTetxXwWY2oqK1l4TtmCDBkTly5cwCnawcCnvDg+4axCOeXrEotzS1csx81M5jqEOUTZShM2x3hI8nj8+AnUspizbsN6XKftX7tuHRqbmlBeMQ2/8slPYMfOW5Chr1nGRO8BFk3/6q/+Fn/xF39JfTNEXOZQRV0dJ/9W1VRjgIF+HfVWEPKRJb5usCCYYbIwRTnJMRlaRF4NaAsCyswW6tInPv0p6vwqJrtiaGm+il/+/GeQzfw6C+z6pnGEsr9o4QLybQk2Eq6FC+bCAaTaUBQOIL/YgbEFxqeffQYXL1/GPOJq5syZUAHyc5/9rNXzt956M+RHL2Oh9uEPP4SdO3fg2NHDeO21V6Cf+V/FxPwvuPa3mbzQN03r62ZidHjE2pB/+5d/wT/83d/it7/4Gyzy3INf/7Uv4G//9m/x5S//CX7j138DT3zqU/aFl472VhbVR9DW0oyZ9bX4zd/6Ip//NKYTL+P0XxNM3Ifo+2WIiwnyVSVteEVZKaaRjtMqKtBAH38N6fvYI4/gLhaGb7/tZiyYPxczZ9ShlXO+8/bbGKB/0MPivOynXmjp6emGfA/5njrqzw2cP3/O+tIdLHa1Uj6UyHn1tddx9twFGNIfbMJbOdeuoK2tou2rmzkDLmErY19jYz3qqItKiqOYVl5Cv85FZmKcextEcVEI82Y3YXZTI1zj2MKA9HGWvoDjBphR34BK8lxAeRP/j4xOYDyRpC6i3mTCJ8Wko09/u457ncMYafuOHZAtfYu2Rn7a4MAQ+WqYtudt1M9ogCGPSl5LS8vJj5XQUTHB4UMHcfnSRbz88ov0H4fQzRihuDiGUOBBcWaa+l9+dIJ4LqduXEX+v/3WW8gzIYvTTeT1BfRxZLccx4Pv+wiT14wxyLNlGa9kkYdkPk8ZJMsRFt7jeUD94FGms/SbZNvGmGRVslyFMCWa8o6LvAHyMNB1lnxvaL/mMv4cYrHcCxehqnYGHC8E1w/D53W0pAR54jNHHOXZxNMer33SxBdsoYC2NIDjOqihflMsKH95YiyBbfQZSkrKQBfQ+oEhyvcYi1RDvJcxDva+9Rb358GlPnZZUA3HosjTVxyeyMIL8xwuhOck/Z0ZMxuoC2pRFIvQFl3F+Uvn0dPdicMH38L46ABqaRvnzGlCdU0VBgb7cZq89vzLL+FFJglFb98NcOH8ecivHKEvEqVezDAXIB65ad0GbN++A/fom9Tk7Y995BEWkm7Glk1rGKPHWBSPovX6Zbzxxks4evQATlCXHTx4GH29fYhGo5hJ2ORnfeELv4r7PnAPFlIvhCM++nt7McRC+ekTJzDQ24O36XO/tXsXrly8gI7W6/Qv0simJnHi+DG8wELua6+8jHHyxYy6WspeGeG5Ew/cfx/kX37h138Vf/ilL7H9IT75yU/hTvqba9feBPlt81iUjbFYUVQURuA5xKkLxwEGuXYul4eBg6GhIcZ7o1Bs1d19Ay7p1X3jBnE1iDxAnZiDR/3nkaZ+4CNeHIfreZSPcUxSLyj3Ihuh540xmDZtmtUtM1iAa2hosHjQPfnrk4wljTEQL6pPfCp+FF8O0u/nchgeHoJDGNLkQSWx1ecQaPGneNPwXOuLp6upp2LxGIrYdK35XNdlETSGQHmEoghKqB/ke5WXl6OissL2y9caYR5HbYw+IEUExhiE+EyYsl5GPafiVDF9UPlo8vH1spH85vnzFnB/87GYxe6mxlmoYyw5ncX30rJKzKF8FheX0O8aQ1dHB33EXrQxX5Chb5uiX9be3gaP8hGORJBmX44FEW6HMpeDEwTI8aK6phaVldXcQwmSkxn6bYO40dlDfE9ggsUOvUQk3pKMCfbhoWH6kgkMDQ5Rr0zRcZh2YGyUvh4LYkO8P8qCiY5hxgUZyuo45V/F/vPnL2Lv3n04eOgIfbCr6CbfqmDuhwIWWXusby1eSYwMoYV26sqF8+ilL29YtFkwdxaWEwfz58xGU0M9ykriKKFOqCMuGpoaMZ+6Yy75r4J+VJSxYcC1SxkvlVWUI0K6RIiDMfp0jutCtAM/o4y1pHt4yrwK9zsxqVPIX89Sd4m+SfJQivvSeZ7+Rp58nOWeksTNZGLC4n6YsWyWysUYgzj5X7QsLyPt/cDmwdLUG/p2sPyXE5RBxeQvPP8C5fcE4/su9DAPMmTlYgTDjJ0Fq+IR7U+tuLjYJo/FL7pXWlZCekUpXz75CDx6PObhBx55Ge+1PHW0WpZFVz2XI/zGGLt/yYf2ZozhswYOeUF7zhDWHPeoeDqXzWNyIomiSJT6IIEE9aVnqLvZLz2s/ScZm6eItxTxVFNZJU2plBYC7j3MGKGI+i1GfSq/VfZDewjRjghHS0hPxSeS2yrSLSBPCs/Ct+RKMBszBVtpaZmNXyKkq+5pXI77cWk3dK2m8ZFwBNqXeHWUMqe5YABjjG1aQ7ysZ0XnDP1c9QnHgkn6S/wueKOM6TSncFOYU3hL8xljpvCoe8Kb5pOu0Jz2nPcLMJWWllpe1Zxaq9BfmFvXwot0gfo86jv1aZ6p9dLQT9trnUJTv2A3xkAfY6b0nPCSJ15EH5COnuNCTb6IA4MQcSwe1RjRLMP4XetoDh0Vm8oujVNWBE8JYZcuEx8KL4LTpQxpvIFj+UY4MMbAGAOwz7zb2AG6xfBcH3rGcVzovvqMccm3IRgetRdjHEgvel6AMGno8xjQBsdicea8Y3wOlKUwn/E5Lg9jjD0XPB7xpSbcCscFWqr4oibekl4to57VvTB1rut6dk6taQ0PDP9zIBhd7k8tR/wl6f+rZRgTCffGCE7DZw0Mz7Wu6zpw+YxDGTLGwHEM1C94BJ/ugR/RJvB9K3/q132Ns8/B0CHKc5QOU0dj2Gd7AGOMbeBH8xhjuI5j59L8xkxda67CtcZNtRy3ODUn+BHthXPxtPhVMpIjz+jZ9+DhfBxqca19F5rGqWneFHNA4hfxiuRNTdcpxjMao/kka6KJ+LqwZ8Gn58W/Gqem+XPUuVnGRJIv3ff9AOI96YfGxkZr68WDgkvwK187QR0s2mhOrRGj/hV9p8ZkbFyp+Y2ZooloY4yBIY0En5oxxu4TRk9NNa2vM2Om7unamPcN4M3Cszy1/oxgEm61Z+1VcAgmHXWtfuFXsOpZNT1rjIHOjZmaP09q4d2PIVDG8P9s6jLG0EfK2n2JbsK1jlpbLUscCq9qOi80wa8mXGicnhH9NU59xkzhR/BZOCkfOlfTtZrOBbttjmt53iXfv79pH4JTa6lp7kJ7/7XWFe+Jd5RXb73eyprHddv0skR3dzd9gl4MML+n+9LlgldzaH6tY4yxeBN+ZS8l2wX6G0dyOsXzui8drDqU/FSdO0KMNiWG0gBNLKDAjzZkzBTheWkRLmDF3Ekafj2rMbqnzeVJMCU0dG7MfyNSQGpe9WusMVOEVJ/mECF0T9e6X2jGTI0zZmWVmFcAABAASURBVOqo+xqnZ7IUEAmKrtWvZ4wxFhF49/P+fmOm4BEDFmDWfTXBp0d0rr0Xmvp8KtUIHVQJ7/ubGPr9cxXg0DFJJ1N4mpSjTiWQZmAD4sZxHRoBB67D5oJdORhaASOlw/sB74cCHyE6qyHftUVRgxyymoNz5emcB7wneLR2lgZ4nI60nKYQDZrwKObIcT61LIVADK79iCFEZ51rjPYqeqtf+3IIk54X3Bqjcx1zWpNza7+RSBhaVy1CRzJgv86LmJT3CVeOcCZZ3BsfHcHI8BCdpVHmm5JQ0TTPRGWe8JAMU8qa62nvOeKm0PKkKbgeWRYuB4Z8HwGbIapEByWJK5kA0ZuEMQZ6MtxB4KOeQc/WLZtx1113MWGzE0pg61sPa9ashpI5q1evwqJFCxk01JI/DB2jSQY8w/Y8ziCmtLQEOmou13W4GnjPgTHGGlftNcS9ui6dPlpK4Vb4o7ZEnriW85Cmcyy8WtmgEziFv7RVUOoXLh3HZeGliIY9bGVJ/aKRMQaaT2MKTWs4xFGhSen4xIWa+vSs6N7L4GGQyV2tO8bimM5vMPGjQpaUx9DQIAOUEUwmJ5hgGWOBIUanOUIHexBXrl7CiZPHWSQ9gmPHj+LwkUM4cuQwdjEo/uEPn7Rv7vzrv/4rnvzhD6G3eQ4eOoSLFy/SUe+xTesLfjUpKGMMXOJI5yrYKkA1xlgnQDCLFzUW/GifY+RdwW2MsTzBbhuAqF9jhUOdDzNZqLUGGaxKCaqYoSSWlKH4t4mBj5zoGiZAC3gqotMqRShnJ86AspgBovq0hnAt3hX/C171Cb6CPqFgWnqIBhqr+4JXsKqpn8xh96o5pDv1vJS4Ic1EI62ldVWMEFxaT3vROL093tTUBO1PNNJ+lNTqZbGPjIHRoSH0MRnQw6TocP+Ave5sbWNRcAQejJWNLIt048OjLJyO2iA0wURORXkFVi1fjgc+cC9u2bkdG5m8uvWWmzGbwaJgE+wq+gi3SrZkKW8K2ORAqHiuAuVRJjtPszjd0tJiaSz4egiXjqdOnqIx6iHcKduGKeNdnR3o6GhnwNxr+Uw0F520V/Go5EL7LFwLj5NMYgsGxzjciwONkaMuvIoGETqmJQr2KOMGsPdVJFUxwiGvCJbz585hgMUs3rb/NF9/Xz+TQL02mLxOQypdVl5RyaJKmi2DBIO0QcKsn6HtY3FxmHwlfrJ7ZUJIdDh/7rx9XrgSf0m+FNSPjIzh8tVrOMvgvXdgkHvuwHEGsc1M5is5kGEwrNZ1owe9Pf0YJW8Pkz4jI+N27dGxCeJoEOPjk5TFtG3qm2AxyCYYWPBKMeicpF0VrXTMUL8n6Ni5DByi0ThCDATEjwpGBd8kA85EIkGOMPAZAOqe+EsBZklpHEqk+LQjjY0N2LZtKwt6H8Sv/drnWUB5lMn4KkSiEWzYtAGfZ9//+KP/gU898Uk8ysLLnbffxmTbRuhbOcuXLYMKOrNZRFvIYmMVE03lTO5MY1KnngnnahbRZtZNR5zJhSzt3ij1zfkzZ1jkuIYWFtS7OjsxTLkdJa5V1Da0ARNMbrY3X0fLlavoJ76aL17GjfYODNmfFbyKg/v24/VXXkML8U1BhPgioJ4XjaWLleyS3IvPRDvpAo0Rj91gQaSfiZgRyoP+VlqKPN7BxOQFJoH3vfM29h/Yj3MXztpk/sBAL2S/orQBi5csxnwWXBUUykEqZsCV0YskTKRfu3IF11jIGuE+qKmt7RBvFNEGSt9UEidJrhOmzlm6cgV2sIgwd8lCxJickX6RjhBs0p2SMSXhr167BiVBTp8+DfGd6Al+RD89E4/HUVpaCukONQVvc+bMYZKq0tqPkB/Yn52JR2O0XXGUcPx0FuT1du0I9y9bmSX/BBxXVl4B1/Oo/xNMNvXgIIvCKvpN0l4Xk5aGvKNvYUY5l+CUTHTT8RRv9VPGhCMlKDZu3Ija6dNtEL+B5489/jjuZrH8lttuhQre9957L9ayyKVExzzqnGHapSMsyO16/TV87zvfwpM/+B7e2rsLR48cwI2uDkiWZ81qwKKF87F503ry5UO4845bsHPHFmxcvxabN67D6tUr7PnCebMxvXoaE15RxOIRFrz7MDo+ihEWTRNM8tXOqCG+i2jbQigtK0YsFqKti9L+pt+zKdIJHUwQHmFx6rnnnoO+Kfk2ea2HiWEVpEaZ2LlCntOeFUyNMIGnv8msQuNLL74E0S2ZTCBaFEJ/XzeTjW2UsRjlup8+Rcp+O3b/gaO4dPk64PgYpczXVE/H7t1v4Wtf+yf84r9+iXQihbZrLahkoUI/HbqFeCwKBdC35S9cOIfnCZcKTWfPnkYzC12ypfJh9LO+H/vYx+xLX/Mph+KNG7QRh2iTX331VeibQ5fIo1nKl+yRAkb5PPpJ+eLiOCQnKgQpGdrKZHdbW6t9OeACk4tLly7B3ffcBX1rUPrhIx95DH/5F1/Fr37+c/jwgx/ExfNncYhy08Fn9PJenolI0J+Lkd+HyB/tLGQWXsjpZxJvkn7IGBOgxZEizGShZ978BfjIRz6KT3ziU0wGT6M856l3tuCJT38WX/j136B/4NNfHKPu7odkWvvZy2Kuik23sKi6eetWNM5qYsJ1gvbCwwD1fGtzM/k/TN5ZgEHayDSD8GvUxT28t3zlKkSjccpFCUqJ5/r6evuyz2uvv46cAZ784VP0d06gq+uGXbuquop8ksKyZUuxjQVz6bVbb76ZdieJdtrd6yyqXaBdOEq+kV/TwuL7lUuX6bHnkWehqn5GPbq7e5mYidOvSmDW3PlYs3Yd2jo6cYPJ/TDt2bGjxwAmUuQrJpgIbuO8E/Tpq6prSdP1mM7Caojj0kxEvfzyqyyqNGPFqtUYp44foy5TAkd6L02Z1bfpe/sGaG/HoBd3umm7Orq6kKR98ynL01goVKJqFnX2mtWrcfddd6KxoZE4iZIPmvGnf/qnOHH8BH29I2hh0XeQOJtROx3LFi2GfPCerk4WKAZoq0Zw6OB+toMoo48sf1vJTvliKb2MyQTmjpt3YtPmTZY+6zeswxwWnBNM3pbEoxhjHCBe6SN8e/boJa4ORPhMEeOIHJPw8m9uZmHv85/9HD5w733Qt9qEy1dffgWSh4uUh6eeeop68ji++c2v46c//hFefvFF7N71BiKUmZUsxv75n/85/vlf/hlf/I3fIC8stL+UIr2qX97oph8sPZZJJ0G0UEfGaIsGqENKUFIcQ2V5GfnJ4Z6z6GCRwDFZHD92FHqxQfcz9OnLSkvRyCKxfv7rkQ8/jMWLl2DDho3US2uwgMn2pUuXoZa4E77lawZuQDoDk7TrfcRrM/2QE/SbyssqsWP7ThaTj+H06TMI015mmECO087ceecdhM/DsWPHGA/m7UsS62+6CUuXLML8eXNs4aqXBVzDWDFGmcsx5pB/uXjxUlSxcCE/Qy8oeF4AnwXVMvo8ZDXCkCT/0O9nkTPB1tLajrdYHL5w8RIOHDqMFHltMpWGdFUoXET+KEaSfkxF5TSUMXFPVQLm85n8TiFgsTDLDvvimeOwAHedrmoWvaRtY2Mj7WiAK1cv4/DhgwgCD/0DfdznSVynrAghGfJLB4sYbW2dtF9RJOgH5fMO0lzA8314gQ/5za7vUkzySJLPR1mYkJ3SLyKoaDRMfpLM6Nq4DnIAZdDY8baA4ehZsJ9yST8xy/mvUNc2zZ6LHsrLgcNHcPFqM/oGRyhfbbYNDI5ikj6U4ugJJnvlY47SV5GPOs7EeTPlwxDfxcXFmMl9RqJRjFPOhOPi0jKM8Nke6p+9xKuK572kued5KGec6oVCLNyVIEU8p1IZytQQ8ZmjXI0TyDyGqSOrp1XBIT6lszfRFuhFnFYWr8Zp2+rrZ6CxcSZaqa9lk0a5/wxpUN8wEwuXLMXtd9+DDz/0KGbU1mN2YxOm11TRDq9HbV0VqqfXcM+DOHD4GJ5+5mUcOXgMfd39OH38NM4eP4fx/lHMrWtAjGvfSh9wfn0tRvu6MDo8SFloRU9vN4KQj5vWrcWtLIg3NjXgJtr2Bz/0AB5/7BHcd88d2LBuDWqrK+GwwFI/YzqqplXAZ8Fz3tzZ+Mjjj+KJT30SX/7TP6bt+wf8zd/+DTZv2mjn00sVrmNw7uxZ/PM3v4E/+eM/xl/8xV/g3//j2/jZL35Bu9cMYwwaGhpQTd1cQj+qrKQUKnKtXbsWs2fNhvwh4SwIQkyIViNCuZg7dy4++9nP4E+/8if47d/+LUg3iTfjJcWYZEwuvhH+yDaW90Un1/PhuJ593g8CFvsmrT92nTatl75fmrSTHyTfU+caL55N0E9XM3z2HGOCHAyKyQ95HuWvp+nL65kM/ULx5gh9CflWScJhiPMR0rKP8w8NDVFWBmjbEkgkJ8lbE+SRLHzKBLkY+kjeVTzVyz+KCbRXveA5j37A7DlzIdtYQR80yoJfUSwK4zqUCdAWjWCQ6/Qw1mmnTm9jrNbO1kYfSC+P9dF2D1NXa848dUtlZRnmzZ+LoeEBylWWVM0RNy7qZ86A6D+bPl2Yupvgw6FCVfzmOA4yzIlk+IRH/KnxIe4BVsYDLwQvHyAIIsRxCXLGRd44APGeN4YF1jFe5+krjbGIOMoiWxHtbgb9hE30SlI/LVi4EHPmzsMc7jVP/ErPGc7j+yGEqe9qaENra+ssH0wm0xCNYsRFJBKFcFdeWoKK0lJM4/5mk4+JHUyMjRC+UQxSf2UZt5QQb0W0TTVV0yDfKcG4q59xnvS4z/6S8nI0kb+qp0+3ujteUoIU/aAYfasK2ls38CE/Wi/HGN+Dx+sI4wP5acqJBqEAwpUxBq7rWvqCH52rCU7RIUmbk+QeFEePjydA1Fr/coi6Ypz6KUlY+RiSjP/FI5WMw2KxGLSWeF1yof4Ux4n/EtRPY4xFhc+ed+N4xb1aS/yvZytYHJaPornijIXkv5eVldpcFcElDrO2Sf8DebsPx/Os/tccWuf98YvGSVYmqSfFw8YYu2etoX1qfJ4bC4KA9I7Y+bTRYtLMdzy41Ns52sawH0aScpbnuWscLp0nTBHSPGDz4Tqwx6JIiLY9DtEvxTUv0qdtoc8G5RK1tmOQIR/h3Y/wI3st2kiH+KSXbgknScrnJNcU/iWfwluauJS9LRRGHfK89h2ifjfGWDzoeWMMtG/NozGiq85TpKn2q2c8yrXuabxwoTZKOyN7o7HGGMpKYJvGSXeIRlpL80heRU/hW22S+zXGQHMbYzSt5QXtS32aIyCcOhe+da01c7S7alpTsBWaMQaCu3DtE17wo32JrronXrNzcazmShO3ykVovsJ5ijhUmyAPj42MQt/u1VH8qJypeEE0UBNuNWcRbavmNWZqH8ZMHQWL1tFRLZcHYXRs0xDd0z6m4HPoX4ThOK6lix1P+y3YcnyQp0DegFOQ5fIQ/jLMQWuePHWg+qU//cBHUbQIpSyWyjdvoC2ayTajfgaqa6qB8Y+SAAAQAElEQVQxjfq2qroaDTMb6XcuxrKly7F61Rqsu2kD1q1bD+WfFXsp1zdv3jwo36eXc9SmU4dIx8SsrMVQzNxkMf2LOPlfLcp1RS/ZiTzlRHQXzSX/gle00H51rnvy46xvTl7QPeFBz8EAmsMhv+a4N7zvozGFlrNImbqpPs39/qY+zWeMsXpLNFILhQLLa6KlrgWz6zgwhgtzOs2reZSHEFyCNU1ZsH30Y3RfTde6p/1oHT5q/xkzNY+9T30nfte4Ajx6VgO1tmREOBVddIwzHyK+ClF3C07ZKo11qAuED8EjuRtmrqSwrku9rLkK8qJ9aQ7xpuSApLAFTsFTgFNHNc1tjCHfObaBH/ULRjWdv79pD+JJ9XGo5UUdC03PqOnaGPIr5VU6TDKVZEyYJj4y9DFy9NdzxGWevG2Zmg94rgflUAW/Wkjyzz7DvYMfrVlovKRuz03ti/Nob5pX+Ck04VwvXth7zCnpqOf1rI7ai/o0Xkc1wa57habrLPeQJbwar2s9b4yB6KFmzBS9wc/7n9PY98+t5wv3jTHUA67lS9FITXMRoXZfgl18U2jS75Ij0V65FcWHncxR6ksA0vW6j3c/xhgLm/hCc7qOY9fStfhEa6mJfwQjxzjQxxijw3tNN3XBAYQrbwEzxtijNqYJBKgmFrF01HhtUvf1vJ5Vv5oxxs5jzH+vozFCjOZR03WhaR41Y4wVTmOmntd4za/xKRo5HXWt57S+1lTTuZ5Xv5qu1STwBXjVL8Kraazuq6lfTX2O48Kn4+C7Dg2WQ+Qatqmjx8DBowCKR43JgRByrAMVRcNUxhE6CyHfZeDvo5jOWg0VcEV5Ka9pLOlM+nye9OF8hs8CruPA5T5dzclzYwzX9KBrNcGko5oEXPsQUbV/CY0UCPgxxvD///1P48eZkAkxINY5uFqOwucRBj2vuXQM/ACeG0BvjYlJtH/hO8uAwOX+XcKlBn4cwpejEk5TOSZZqEvSacswYPa5X5/jcjRQN+i0t1y7CrXB/l6kJsfhSuI1H48uwfQIq8ejcJdnf5oBxQQLsgps00wAqM/es8YgD9HbdR0mymJQsFlbW03nt4y8lWPSdIz8mUYo5POYoRPaCyUNBwb66eSk7LMSGiVFL126hPPnz0MJxra2Nibzhq1C0Z6SNErasxQSJ4YcHfW7jkP8uO+1gPQV7qTIoywoR4hf3/dJTwfGmPfoZoyBPprD4RziNxlHCbOcNt3zPA96VkdX+CNuJdiSMzU5IXKCtRcpgIJjLPjPnj3HxMVpnDvHIgELYUePHGXS5jj0t+J6mNzM0ak0DhiUt9qgJUOlaYyxictrTEpeYIFUTeftpNnY+DhkhP0gQIgJPsGlgEBwOq4Lx3Uhfis04UEwi1+0xyznF+zCtZLXopnjuKRJzuK4ME5jRhnMSYmNMIEx8W6RTfyspnlcrqU5jTEQruV0lNHBUdCg4GEZiz1yXOazEFLDYqpooaaxDnEtmN8/lzHkJlpFzVloWkc0IUtCz2g/IRogrW2MsTJojLGwC2bRTDQp7ENHPSPa5TmJroUzwSFnUfAWWjmDMiUF1q1bh61MEi9dutQ6WnNYKFFBeDmLoQ0zZqBIuCdPTE4mmDzuY4KjjQmsFibqL6Gl5TqG6YDrG3CxkhIosEnRUIEGU/QSvatZeKhmoiMaDbOwUER+BIPZMGWlnPtxea39ZOlMJjDGxI14a4SFRrUUZZBYAqjTxhOjSKUnEYQ86FvOQI4BzgTGxkYxMjKMJGnmGYMw+d53HHhsPuFO09jL8Es/KLIOeT6ny1M3etSFcRRJVkjbEPcZj8ZQVloKPWeMgfhF8qGjMYSE9Mpyf9JvckRF99mzZ3NfMcgwKsDUMcEA2HUD+EywDA6N4vr1NiZGOjgmwcTzKBSQqo2ywKmfmpykw5+jHhRNb7B4JHkcJT8mWAzQfFnqHMGgACZLGPKERT/nKefVdX3yQx7ZvIEh3hNMnirJouR3mrILuOQEBzk+p7HgZ5w6sp+6aJL6Jc0kTZoJQ60zxISKCiOXL1+23+7tZXFHMIkvtb54M0snRMcUn9F+baO+VZI0bwwd/yjiJcVQcF/OpEEsFoF+Uq1qWjkqK8pQUV5mk1E11JcKluN05KexEBoEPmk5xuRlknozQJgOcjgIUMRkb+BTJ7kOiqgDlMjNc18p2lzpxRDHJMknk9TV3Sz69zLZq2OKtqA4HkVZaTGqqyr5bAAls0OBB+n7Xo6dZJI0weTSKBM93Sw2XG2+hj1v7cGuvbvxzsGDuMCikPpGmTyQHEueRhiQ5bh+N+kknKjoIvwoyCkl7+iegl3JTz2LJ0WRCHlzEkqSKogLSKMGFj0qS8ugn2m+Tr13jkntxPgIPJNHWjShvQFt0Djh6uu9gdqqKqxZvRKVZSVMwBdjzqxGu68wdUMdAyLx4YIFC2gi8pjLgKmWCcVJ0ucGk1ejE7R1xJ+Kpq+ziPMyCwT62fMEeUDwjzPILCktgeRfP8XlUG7GuV/d016kO0fIi2p6xhgD13UhPVJFuEKEQQHa9u3b8auf+zyTqg9B3zqLR6PQp43Fmg4WqMeoJ3qYMMrQBlQyUTSNzzY2NWEaA0F9+0NFGiXllKBT4LeDxY2l1KlrmLS8+5578Mijj2Lrtm1YsXIlk2ozrcwVU+dMI23rWEwPyAeCJcp1tQfZhIaGmdi6dTMeeuhDhGkTtm7ZgtUscKmwM4tJ3wSLlvp2+AgTRM1XWtDS3Iqzp8/hAu3xjRttKGWho7FhOhpm1qG+rgYbblrDuR7An375j3Avi34f+MDdLPx9Ak98+uN4+JEHsW37ZhgW90L0PUIhFxOJEeZRUiRlyuo6wSXcJZkoGWUhPzGeRCZlgFyA0ZE0n41iaGgSE0mw5TGeyCKXc5FL5ZBLs6WyCIyLayxC9HS1Y0I844I2MID239Q0CwsWLMLq1Wtx5513wSHdFaQNDg4hTX5SEw+HGNiNkh6i+eDAAP7rv34G/RT68ePHbWErm81jO+l59913sWCzwTbpZRVKn376aXz/+9/HyZMnqXdHbPJVfKBvbH/xi1/Exz/+Kwzg15E/Krhnz4773ve/BxWN9ZPs0h0LF81nMWghZtTXYf6CeXj44YfwOAunc5n8riZvSKeMkvc7O9pZVDqMC2fPIEE9/8QnfwXfZzH8f33ly/jiF34Vn/zYR/Gl3/tdPPrwI7iHCf1+JoXPnDqFCeJW3zgvlTwy0Hv9lVex681dOMIixjgLy7XV07F18zbcfPOtUOLspRdfxl/+5d/gZz/7GW3bdUgOJO/iJ9HrBothb+9/B2/u2mX1wpGjxzFK/GWoO5UwE3zl1HlzaDv1rbscHPT1D7Ko0wzhcvasudi4fgOLpCswODyMEHVCUSyGjZs2QYmOeiZHKigPd955J5PI89DNAoK+Xdza3oq//pu/pi6+hsbGRsyQ3mDCdJQ6K83EUY50mjV7Dn3QOEpKS6xNXbp0uf0GbmVlNXbv3kt/7BwOHjgM/c1hFegT9L/HKfsZ8lJFeSU2btgEJUT/65c/ZwHqMF4hLjrbO2mPkyzydqHl2nVbJB4aGsIcJrG3bNkM+TgVLNLIX5WMO56PVDqLuhmNiMZKiL+FqKubTh4oQRXls6XlGn3CM3jttVfJD8fJN4Psr4KKrBX0Qz784EP42Ec/ijWrVqOEyRzp9RHyrO8b+ssJ2oVRJKirB5nYTtG21rDwk6JdV7A9nQn2uQvmIl4aJ4+nMUE7sId0Okv+/MVPfoqXX3gBB1iAv3TpIjpZREvSVmQZE/iUjXr6N/rpxVLSbpD28HXC9+rLL9PPGUA1C3nr6Bv97Kc/4fMHaJN86Jn77r2XBefp5G0Xt7DQ3UQdpl8pKCmOQy95PfXUUyyS/xBvvvGGpZt0FJ05hElz3+ccrkPb5tEehch7UUhPjpGX8vRV87QrN+8QX+7AnXfcivXrb8KqlSsxc2Y9+vt66TdfRzPjGMlrZ2cXzpw+iz4WzQbIa5LxMeozwCUOS7F501Y8cP8D2LplGz76sU/ik5/8LO697wHUsuA6PDhMmXkMO3fcjM62Dhwkb+tXA86cOQd9g9XzIywuJBmXXCYPX8O69Zvwgfs+CJCvh4ZGGMu0s3hJeFparF2TzzI4NIQh+mEO8dpLXN6gHW6+3sJCWq8dOy7fbmTQ+s7q9+h3nTh1Frv3vo28G5B/AH2rMxyNIQhHaPfj8Fj4yDGhnckDk+SvFH0vxYQ5GOqdSeJkwPo2CSrMMIuwGd7Xt8EDnkcYByX5TCbLh6kz9UJJnvDrTyDoRbMKygeMB88PwaWfOEkfTDgVT+vbA9JBtlFXp2xsmaRMTKKQzJFPHaWtydJvU3FpkuMcM+VnGdI4m88hlzcwjoe8Mbhw8Qqut3aAIKIoVkxcjRA3/Xav6ouxL09YZXON4XNsIdpW+bWKA4t4HiKsk+T7Pfvehv6GdY7rdbIw4dMvqqypQQULfhPJDMoqpkF8l83nWZROwxgD6XmXdnuA+t7hteQsVhSmHY3g7jtvxyLq4cBz0Uu/5oXnn8NLL74A6eNJ+iNxJllvdPeR/i5lcRzGcUivNH5C+frKV76Cr3/jm/jhD5/kGn3k6Th6em7gxo1OTFJWpSe2bt2CJQuXYIQ6/NL1yxjPTeLgscM4ePQwTp47jb/7p79HO2Xz6NGDWLF8EX7ri5/Hb/3Gr7Eg+QRtwwNYuXopC3yj6OnvwujIEPo5/1tvvoG9r72CxGA3uq5fwpYNq/GRRx/Er37+E3jiU4/jq3/5Ffzh//hd3LR+NVatWY5lyxejirHIqlUr8VHqmsceexSPPvYInvjkJ/C//if38E9fs994Dci/7W2tOH/hHA4cPAD5TPoVmp/913+hk36MdFYl/VXxQZh8GvgBdVSGOrgYn/vc51mU/Wc7/1wW3YTrMRaQ4nHq55IS+02EPPKQ7chS3gPa4RzZc4I4JsUh2gvfauKvmbQLsinT6eOVlJbySUC86riupanmcHnukX9l18Wvxhjq8yQynF9jjWPgkF4Rwuq4LmBgrx3XtbJoeL+URawsZ6+gbdFcgll2OkkfUvOMjydI7xQkB+LzFPvH6CMa46C4uBSu69HO5YiDEpRwnyXsq66qwaym2WiifpxBPTt//gLajQW0DYvpay7DHBYEZ9OezJk3FzOo36aRdwWHS98pHAmhiG1kbATV5GuNDTEOUKw5RtvlMzZYvWYVfccq6qI2FhOzcAMfYY4JRcLQfpO0zWn6PHniQ4XFDHVrL+3Hje4em3uQ/cjDEAdhgDgIR6jzaGOG6eumUhnqrH4MMXYrisWoe5JwAhflpHstfc2q2lrYGIt0s/hgYjdKuzW9bgYqp1WjtKwcQ7Tz4g/p9Wrm2xSPyt9UjsrnelniUL5ijrZojHrzOotuDoAI5dwnPcUzsVgcE9RLCeqWBHVQhvrBvkDb1YUBxsjaUyqXhn6NpH9oECbwIPj8YvykWAAAEABJREFUIGAMVgLpp4B4DLMo4pBG4r1KwmJcB2oZ+uKTjKPyBtRDIeha5zAGHmFIk4ci1KNp4jJBWRadxQNZ9oMDVbgy5C3HcZGnng4C4d6DS5nQSy85AB7PhQ8VAzSv5hJ//98tR1hGKNuyE0HgkZeiqKur1SOkUQhhykqU+1A86FFPGWNIZ4Mq+k3TuCfFWo2N9D+ok7WGWpJ4M8ZYuZKvoDUle+Jv7cH3fc4bJuzEDHUl+BHfa4xkUXPkyTccANd1uZ5DeAyPBkDewhWh7pXOUI9LusaZXwV1/xj3UhKP2eL5ZGIcIC9K+UvGwuTRFHE6Qn3YQ/2tF+OuXWuGYmiH+BRsWt8jDUKkZbSoCMXkr6JIEX2qMkinxsiXGit41QSfxmvP0gXCtzGGvtaI1Tsj5GvNaYyxe9C5ntNReNCz2ov4Tk22R/2O40LwcLvcM6jr0tYOyvdVh0u8BIRRTdeaR8+pX9fGGIs79XvEtz1yX4JTa4MfYwwEi+A2xrBn6p/wrzPNp7Eaoz4dda3xgi1J2ZDNVp+u1TRGx3yOUs45NYdwUs78g3RUnjRKUJeoaQ35+1HyjuDOkb9z7z5njEGevKHrHHlBTfNmmAfJc44cm67VcuThPMe6jgOP8jbFp7Afh306yVBX5HIZ0gBs2mve4icIfPKVY3k1y3VkX7RX7UvXnucjRB0ehCJWJ1y6fA0nT51BC+PrScYCHn0Dl2Py4IcwW7kkbbSfEHWK+KecvnY14+0ZM+qpl2fRr5wJxd2SnXnz5kM5zNWrV2PFihU8X0r7Pw+zZs3GgvnzqbcXvddkk9TmMdcwn/dmMwdWU1Nr448i4tAnnYUH7VV0VpPs6WiMgUf6Cx8Gxu7ZnrMf736EY2N4l+3999Q/heec5UmdO5Q5zee9u1eN1549wiA4dK4+TZ0jbQSXzoUnzadrtfef61rPGDNFe+3D0sHyRU6Pv9dEI90XLJpDx0Kf5hBPid9KGZ/pKNktY95Y9BA/ijaO41oeyJPumkt4Er6kszSfzpWTkd6aYAFT62jPAemqPTrOFN/kyH+6lyPvag85zqfn1XReAFr3Cs3eIw/rfqFP54WmPmOmaKFzjf//a+RpwZ2lTEh28lzXEMEOn5PesOektU+ZiFKHxYtiiFN/xWhbIuJp0sp1HBgj3nDhuY7Fh8M+tQLc9sh5C7DpqHWFb53rvsYbM0U39f3fsNrxlBc9o3O1LHVz9l3a6hntU019haZ+NfWr6VxN8xSaxgoG0UZ0Dbgv35uS68IzhfvSl0EQgktZUJ+aYA+oS/Ws9IfB1D40r9aQ7RVvFI7qk/6SvZKvqaZ7TmGxqc1lrdLOMcrQRGrGGItgl0KjBdV0boyxgqXnC5uY6gdyZBJNrjnVNOb/q+m+1tFRSNI4HdXUr2vwYwy3yMZTu67Gp+kYaZ00DaTG655gUBOC9Kz6NY+aztWMMXZPuq95hCgxpK4d48AxLptDlBom5RickUk1p0cmy6QmWRRM2G+LupwnHPIQocMR8n0EvgslWqPRIjpUERriuHVyixnwK4GtpoSvDIvtowIUAQWr4AI/OtdaxhheATpXn2BLM0GlveqG+mWICs9rH1ISuqdzNY0t7FtzTNJBzGRyNKBZ0jnDwHjCOuoaq/mkJAS7jHpZaSmM4f65d+FY60tgc1IcFII8aczb0DV1JRzXge97iBaFueeYPbquQYY0ylLoaRkBSvhkkgECcZjVHJzbdRy4xkGeQuVwQtdxQKSDK5POGQadUSxetAhKxK5cuYKBwVwal4X2GzAKFmWIamqqraMxziKI49DBpFJzOKcEI0QhkSIJU4A83gPvxaMxzGfQpb/pMotBRzmVrDGGsKaRJ0ziZz0v/Ik3jDFwBBdA3GVsUKZkvpoEapLOvcZpfJ6yI1qqaS4+AmMM95K1uB5n4KDxOeIxQ4dex3Q6SXqk2JIcl+YaKfQzALnMooLeVj98+LB943737t1QUv7ll1+CkrD6md0TJ07Y5M7xY1PHyxeu4OqVZlw8fxn7972Dl55/FW+8upeJ0ctoud4KJWb17Si9dTvCZJIUgRzLPiZEJ1gY0x7U8iSq9qxmjLF7cF2Xya0QEy5F9hr8GDN1j6f2nzGGfOCjwJuaR/iUUx6WA0x6GGPs2IIusYqJwa/4TPwcjUbtHFrbp1xpLq1tjIHm07me1VgdNb/6NGlWfERaGWMszXRPcxhjIJpoTvUZY+xc4Ed9xhjKvCHuM6RDmnTIQh/d05pqhvOqT/hR03y61tpaQ81xyX/v4k6wCfYiOuU6Cl5jDBOPE3Yd3VfAruS6ChlyrqoZ3C5ZugjrN9yEjRvXY8mSRcibLLq6O5n4aMMQk90ug1qPwVrOMZikbI3RqZ3IpjE0MY7zLMgdPnYUx44dx1UmAJWo0n4r6NAFfkDZLEFpaSl8GhOPwVGG+kByMzw8wgRdAjkaZs91iIMkr8fgcT+SoRzxmidvZ6mDNEaJpjT1SY7rO0RCEY1zqQKPcBECGm/Xce2zBvyPew5Id+HB5XwcbmkhnIonhBc55nJehcPCGPHDOJMHBXnpZsJpiMlDPd/AhIeK6CpAy0GKxqLUlR7hTsMxruU/zwu4DpjkSGGMyfwx6gc7l3SXgCZcBA+u51IXJixdRKcI+dTlDe0poN4QXEqE+3SiYtxjKBRBljTOEh9UJ1NzM1me4bXh2jwgRbzyH7IgLnkySRpliMMcb2Z51LnmzSPPuXLvBtSG53n7d3pS1I9qWd7Xtx7HKZsTLFRmqTfy7IMB+dtwb6QTiztjTJpOshiYTE0gnUkRplGiKYMszwcGe9HR2crk/ts4ywJJEPJwyy078cgjD0NJrhiDzxBtmHRRljrJ0AtLM9ifSIzZ5zPUTxPkLUIHGj5MMhgdGx0ir2S4BgiNgUN+KqUeLa+ohBIBCTqfY5RpJTHOnT2N6y1XkSb8ba3XqJ8uMunXgb7+HnR0dyCVTyPvGVRNr7aJkyXLluLue+5G06wm+5OzKeJOejbBICwgH4lH5CDrKJ0lOVTAIodZa6oY7joOE0MRVJSVoZaBzOJFC7GC827ZvAk7tm+1395ef9NaOOQFFXjHmSRpv96MVhZ2W65eZqL7bbzwzNPYv3cP2ltbbWu+egVd7e04d/o0zp05jX17dmOUwbvnO2hrv46c/qOsBhEf4VgE45PjLKqchvSrvn2qfQh+wSoe6GdCXi+b6OerBbf6wI/2GovFoP3pGckNu6EXgCQDKrAZdvQyIbCbNkF/++OXv/glzp87Z4P++UyY3XPXXdA3RfWNwCc+/QTuu/8DWL12LRYtWYL1Gzdi3Yb1qG9sQA0ThnVMus1dMJ/Q56FgSEmSChZtpIclWwpChGPBF6IMSPcJXtkOyZOuBadoofFB4ENjXcdBDZNy02umY+GCxZheXYeG+kZ88P4PYe3qdbhl560sxt2HLZu2YcO6TVi+jIm6qmoGrRMsYLQhSR6MEw/NpMmRQ4exd/cuiAYDvb3o6+tGz40bTEazgDRtOkzWQSyII0AYM6pmoKa0Co21M9HUMBMKQOvq6qzdSibT1EthSG61J49Od4Y6b4CFjp7efvT3DWJkeJS+QJby5Vo9LR2YoZ5LMRhob+ti4a+D/NxGfF/CxQuXCGsrLl68gDeZaD58+ABhI3y038KL6FVRXoFVa1ajsZFJJ/qCI0ywyL4LlyoyDHJt0XiYPPj000/jf/2v/4X//MH3ON+b0N/AFP+Ew2EmQ5dCtBFvCL83uP8nn3wS3/nOt/GLX/yCY69iiPqxiMHSggULoZ+WFg/oTxro2+We5yBP/8ZQd4mnX3vlFfzwBz/AMJ9R/wYWsUqo32ayULZj2xZs37YZc+fMAs0Mjh09AhXLLpDHXqH/8czTv4T2Vltbg9//g98jDN/Bl/7wD3H7rbfiztvvwM07dmImkwfVLNL61A0XL1zELwnjO/v34xcsIr/w7LPoZ5GfYk89kkWGtL5w/hzltRxz6Zvpp8DFO/OYbLjt9ttx66134o477oSSDuLHRZTnuhnTaeOuwA1c3H7XnXjiM59F3YyZ1BmDaG6+Dn078emnn8XuN96E7KvwsXrtKujXTWT3rl69ZpPCT/7oRzh/+SLaWIi4Sv1UOb0GESbnptmfTg1jzdp1UKHJOB6ovkF2wcDgEOi4wg15UPLzxIlTLFxeZOGwm/FBBoEfsBCZYGEjRX7oI1/1sz+NbtLsheeex7PPPgchdjqTxBHak9rqWizgXpsaZiFBW3UX5XfevAXQryJIdxw8+A5aWq6RhyPEzxzq7dVITqbJD7Us/qe4bg9OyAc8eQpn2E6fOAlDJk+wABwJQtixdRuSLH41s0g7OjwGLo7jR0/gx0/9BFevNuN6cytarl7H8qXLKLsp+o9nUV5WjFtu3olbb7kFc5nA8b0AK5evwv0PfBBzmcy5fO0ann3heew/8I7VTSnq6TbifVppOW7nMw899BBkn4uYbJeVSJHGcdqaY8eO2QLy2NgIzUmaexy1fHuKBXl9w/kAeaSpsRGxaMQmMBVT9bGoGaHuuf8DH6BcOniWcvIv3/xn/Ou//hv00+ias29gEFXVNUysV6GGSabS0jKIzgvIK/NZPIhFi2Bo28boQ6nIVcEEn4q0X/z137BwdrNYJJv0wgvPYdeuNxhTTNjE18KFC61edRyX+n4cixYtwR2334V16zagpLiMdibKPYzj/PlLVg7/8R+/Sd47ijfe3Is9b+3HqdMXsWfPPvzn93/IefdAf5P2GnmvsrwSM+rqMTI0xkLxTLheCCOj1H3tXWjv6qFPYHCZtInGS+C4LmTzPMqS9EqIuIjQxqSyKQzTzg7RDqmQOsxiwgAT/I7voqqmikXjEG7ZuR333XcvFKP0sDg3SR9ugoWLvAlgvBBGJ7imisQXLuDsxYs4c+48bjAeGBgaxsDQEGAcrjHO8xH0DwwhZzzU1TewiBJD3vHgkX89P4Sh0XGOS7B4l0BiIoWhkTFcbW6BXoJQ8nGAPubuffvQ1tmJLEC+nUCaejVeXGwTgo4xiNKPNLQbCcZUk+SnHL2LSfJNgjA6roswiy9+EGCQc3XRH5zgOJ/+cIp7cghnhjzPegP0zCT9UxWB2jo6oG8I69vb4pFRxmDDlAuHun9iMoEc/5M+dbiu8Cvf1uVatbRdk5w/RN+oqLgUy1etxY2eXgxx7aMnT+P46TN458AhdPcOwCVMI6TDIHk6IIwe5V8+XhlpPMRC+MqVq/DHf/Rl/MHv/QE+8vjj+MC996CRxaxe8lyUvnxAH2L+vDmoKC+lrui1seK5C5e5z1EsW7kSGzdvxgfu/yA+9OCH8eWv/Bn+/M+/io9+5KN4/NFHcd89d2HZ0sXUuTuwZPEiLFw4H77r4IXnnsO//8e/4gr9lvb+Ybxz4jQypNXG227HUhbqZy9bhjHuvWxmHfKM26+qWDTUj+LiKKZRb8+eNcvG36+8/CL11foumxsAABAASURBVC8hnX/u3BnSdhytLHwWl8SpfyoQjRVhgPZuNuEvI/xZJq0TxGv/QA+uNV/Fbtrtt956izbkKHVMM0Yop5FwQN8rQ3/rMlITw7QZ2/HwQ/dSb2zFjm0bsHnDGmzdshGrVq6AirAPPvQgbqYuWrtqNXzSbQVhf+CB+4mnJP7u7/83XnzpRYhmWfnN5Jv+/gH7Z0pa29ogmg5RLmj2EKLcjDLupSJAUTQGGFi5KGExsohx2jDHXaAcXKQcdJJPJTOy/YpVXMeBwzZK3pEvKv9haGiI/DBMnSmOhr2fZj5qYnKCMUCaMpyFxuW5kOO60DxjEwnK0hA0xwTPR96FJw8gIB8J3rT1ww1cz4VxDIwx0NowsGtJ18qX0Z7AT4p+jTHGzq/19KsL7fRVr1y5SlvYQl2W5Nwh4sjnaId0LaZOq0BFxTQWz+rRRF/73nvvpu8eRn9/Hw4dOYzT585imLoyRvksLi2BfNUWFh9bSfshykCSsjvA/d+gHzrG2EoxkWRXMCWJA+Wrcrzw6A8GpLfHvTiuQxhcuwftP51OEWbAGEM9WsT+HGmagorGiv2UY7nedp1rt2OQei3NONcYA4d6cIC0kh0eZeyVy+QxRL4KXM/aPZMzOHvqNE4ePwH9jHmG9xPEkUPeiZDuGRZDu250oL+vB9XV1eThqIVBMPdR92VZQC2n7KpoHY0Xw/A5vTwRIa9rj/JBFO/ESooRpn2bZAFR58KTHwQA6VTOInneMSihnfGpQ5KkaQ6A43twfZ/NQ4axoGjssU96q6S0FCq6KKEvngzT7/M5NhaLAxwg3gAnT02moHPxk/gzHI7YaxA3ug/jIEUaJKgDw5EiRLmHcFEMRbE4SssqEGGOxXguhM8w+b6KONCzikkrCLdeunUIu0+4iri/CAuRrmtInzRSzN/1kObC0wT1sk/4xLeSH/nZaxlnbNiwAfPoMyi/oeMi5vAWLFiAWhbENUY413PCh/gG/GiuBOUmoD6XnLLLyo6Owo8xWl9+uQPtWS1Hf9ZxXCxbthTVLPDG43HUMaapp1+VI38mOV+YsKdoQ0SjFPlNz6iliZ8c4+kcHbo06QeeO4D1SbLsy9Dfn9QvRnEe8bv2PER+l03Ikm4F3E/xcdrqkTHaAPn32osxhrydfw/WArzGGMpigAjthPBQxtyM9iuZLjybZ1zquq6VFWMMHMcheQz0EexaX/DrWnjUWGOm7museEP9Ya6hmEx4EY30rJrlO85vzBROpec0n+bVfc2n8Zo/x706PFHc4HK8zrPEXZZ40bXrUKbZHN7Tc1pXR82jOYVzHXWtpjXUAGP3B350Xzyv59SMIe6QJ/5gecA+R1oXjhqvJpzycTuPIWBZ6ocM5cxzPSsPruvAcQznKOhn4UiaFjBG51PzC548dZUxhmvm36NlP+1aS0sLzl84D70YPUJ9SBcDqXQW/f2DaO1ox1XqxCtXr/L+VUjn6uXlXupQ+WPtnR3oHeijTzSK0bFR9Pb3opNxhlovfdph+m1jY8OMeROUrSxhAu1vHFW0v6XUBaKbjor7JDczZsyA8oQ6TvVNh+LbpUuXYjULsnoRcSPj+y1btkAvjSpHtmz5MvoEC1mgnWWfnV43HZJLxfixWMzaRNFMPGOMIb6EM8fi1HEc6J54QTyqpmtDnApf0heiic6NMYR/qrnkLcd17Rw619yFpmvwI5yLfmo6pzNpccBbpFduSm7IZ5pffY5xLG20lpr6dNR9Pa95xMeSR9kONZ0nxhNIU/496jvtV02yJ3i0rxh1RhV1Rw39vRrGDXrxRXjXPjW35s3Sr8gq+OOizvv2maecTt2Xnc9a+LOUF7U8+YnD38OJztU0p1rhvvrU1Kemc+FdTefq+79bYU2to3uFufSM8GvMFB2IMItLjdMY9lqa+LSfPm2acOAxL+CyOa6By4Dcoy/qBy50JMophdxbfqrluV816U0dwbtas9CMmZKfAkz5Ag4wxU8uecI4BvrkKEi5d2X6/3UsPFs46hnwUV1rvPZU0AE6t416O/cu/qXzxQ8p+oMab4yxe3ddR9Og8HHI4y7h0nWe+1Gz51NqgiicOjHGQGPBj/Av3pJ+0Bcf1OzP/Ao4AaIB9kjGUV+hGWNgjLETSZjCNPBiQvAjIDXOGAMRxhAwwFhlJIOizcj4aO7CWAFkjIE+evb9R23KmCmCCBa1wnPGGBgz1UQjNRG1gFDNZYyBo+bwSFiMmRpPjJDuebiOwyPg8D/fDZj0CCHkh+EYF6ADRl6B4X+u49l7ERYH4nRAonQ4QqEwtH+Hc+c5MPsunrgEBLea73sIEz9qHoVXe1WzuOFACXGUjoyuPd+3isrnUdfgfbz7MWYKB9q7unTUemIMXasZY3Tg1vIo9GsudRoz9XyeSMqSuXQUHZTMz5OJZQgTLFTo71TojekJOg1ZGggDPkcGF/whOoVizBQdDTXNwcVgjIFH5iuiobbj6Pz4gQ+XAirnWcEUiOYg5CNSRJzxXp4BVoqBaZZBb57z5+m4KLGRJx41Z4GGcSr3uUwGywjom3uLmMiQEZlOJ0zBbVlJKQw3OMxA/zoDdTnLb77+BhN9u6Gf4tu7ew+OsPh4kQFRJ4PoXga/SkKrIPnqq69iPxM1+pm/w4cPQd8IUUJQ9JGCFU/nCJuaFtHejJniZQmOeJhLQ+ONIZ6IW1D4hN8MlX6KRYcc96U+IIcM+UOGPU9F5LrEGRUWH4PH8widaxUYNb6PyWElTQ8eOGDhe2vvXryz/20cPHAQJ44fZzthg4IzDN4vMNFx+eJltFxrYTK5h4m3BEYY2HTf6EFXZzeGmQgWSoMghCAIU7nnaPT70UKHIEkHXN/IUxJcTpt4ToZaTrtaOZ26Bhap5PTqzSclf2toYHRPfKujjLCcY/19WRlsJWrvuecefIBJLiVu9S2PHTt2QLSTUz2LAbnwmCZ+hD8dxas6V38xg1gZMs0tudA6PuUhT9xqbIa867ou5KgH5Efd07XooDkKcwmvmk+0Ub8xwrcLYwy0z8Izoq2dl46g5tB4HdUvOjocr2utXzjq3BjOQzgEg5rg0LN6TusJDuk6tTx5wpgp/tA9Pa/19UyIwXyhaR7NMUm5kOGXvhSfDTNI7KMz5oV9LF2+BPd+4D489PCHcesdt2PNTWuxiYnuDZs2Yfb8eSiuKEeIuqm0sgJVtdMRxKLQG7UDgwNM7p2DeGucTlwXk2XNzc24zGLrja5OBtcJy5/ChQqNkv9cnkEKdWCSibYsHYcsDVOaAcVEYgJ6G1Z70XjtJ6AhFs2WMfl637334fbbbmMiZ4lN9MrJK2cAWVpaapNkGifaCJ+aQ0000f4Lx4IOEA10X/jSc+JJ8YVwpmvh+wYT0sLz7NmzIT68lQn87Tu2YwF1hfgpQ54Zpz6bIL9rT8bxoea4OnrI5fMs1KTYkmwMSslvgsNxHGh+7c8Yg5GRUVtgVYCdJ14mOZ8C90nycpr4SRM/yWQKcqyNcTCZzEC4zPKe5wXcruYzSDEwT7GgqpZlb5b8kaZuUMvxWqZaTqkSKBn2S0dnOYeOOT4rOmTZn+F6go2PIEXncIKJGDAtmaeuEf8MDw8S5kFMMpGlPgUxnuvAcwz6WXwaHOpDlAnq6SwWeJ5DlGcQjUXg8FzzSxfl8jkEPnHEoCRJvsxTb3MKREI+bRwwxkJQb08Xkolx6p9ODJLPctx7PwtCrR1dOHn6LM6cPcvkfhdhGUGK+IlGY5wzgGizfv163EE+/uznPotHmQiUjpDzr4S1nPsSJifEN+IN8ZroX8QkuGyA9JECCcdxoHviKfFGlvSWfuulHhWf+NxPXvhKTmKcsqRfRtjz5pvYt3s33qZuPbDvbZw6egyd7a24xALOGJM0fd2dOHnsCHa/+TpOMJGkvx3YzeTiCIPnIiY7a5WYpmx5xGWC8lTNhIN+2raGxb8KFssE+4oVK2zBS7wgu6JgKggFELxyzo0xVo+J16QXV6xYASX2pNum9F7wrn9B4wkgQx2lsSPEueRBbYrOwxhnQm+QCUPdn2BCQ/2S0wh9D5/8nKMd62PCQwWrayx6tFP++7mXWhYVvSCAcT0MEjelFRVwOF7FbyWEp02rRg11vuyh1tP8ogXBIc+loHUEV5zJmYA2TPc0JkWHNfAD8lQW8pXKKPvyHYYGB3H5ymXapWH49ANGmGw+efoEXDrsOk+Sj33aqpLSCpC9sWXrzaiurcf8hUtQV9dAfTKfSxuMM0mxkMmY+2ln1qxehVmNTbR7w6TZcVuYUdJjnMl8vUUeJb/l6eMIBhVQQHmTXbvvvvtYNFmEmtpKBpW15H36fW6WcIGFmyJkmGhJs4VCPkhmZDMp6s8e9HR38V4S8l+STMilUlnqhRR93DRlwrNFDtd1IZvp8EF906eVBfiuG92E7Qjeps9x4J2DuHDxEmUzheKychaym1hk6+f1JFRMvXTpCs6ePWdxLF7SfEeOHkJzy1V0dnVgz549TGg/ix+w+Plv//Zv9lrJncbGRmzYsBEV5ZWoqKgkLKWcM0nYUjh86CieeuopfOUrf4qf/OTHfP4ZrnEWCuBnzW60L+zcetvNqGcyvaGxHrl8hrip4v1hu85Pf/JT/PQnP8ELzz+PfvKa9rdm7RroJ571zRXR9W36Ke1MOp84eRKtTN7OJDziZ8mtCvlr16zBDfa3Nl/BrTt3YMVS2oimRgSeh37y5+jQEIop3xPjI9A3xPPUN/uZeP/Fz36BfSxAXWSB6sXnX8Fzz76AZ557AfrmaP9AP7pZiFXCf9ac2SgpLcWefW/hX779LRahbqCM8njnnXfbb+vq25dKMEin9Pb3sBiaxc9Z1H3llVdw5sxZJkku2m+RdXXfABUlmlgQGCAsxnctndo7e/CzX/wSp8+cw1oWz/76b/83PvTQh+G4AS5evoQjJ47heRYbSspKMZtF4JkzG1FNGYrHiikHUTQ2NlAmJMtpzJxRj3AQoDges/Zy1apVqJ0+Ayt5jEWixFMHrl9rhskD3/vOd1kwfIYFzTLccdsd+M3f/E0WhBeQvsWQntM3lCVzbW3tTOB0WL4Rz8fpP+uFzeLiOHziuIm4XrRkERqaGki39chRLoZHRpGlXenr64dHPeDkDXL0/asqp7HQXIltWzbjE5/4OGbW11Ny8uggfSX3k0xMDjAZ9M7+t1gQvEiZHMEYdUiIvF9eWopHHn4Y8+iTLGDxcoD2YISthP5dBRP217gv+eFdnEv+bzXX6qXPKrmOMtlZXBRlQWgpfNqePvrs0m2rVqzCr/3qF7F9x60YGk7gmedfxJf+6E/wwx/9hEWKHPwQcVlczGMIbhAibkrw+7//B/YlgoUsKslWbNqyifIwiWtMdileuYmJ3k98/BP4kz/6Y9x79z048M47+Mev/QP+7m/+Ggff2gcfDsK+D/1t1Thhkh1xjYMP3v8Afv0Lv46///t/wKymWbZA0dneCdmPemIJAAAQAElEQVSfMH26GtqBZUuWYsH8hdi2bTtc4nUe+WG6fn6StiJN/BYTVunOLsqDQxpLX+3d+xZ2MWZ5Z/8BXG9pZaKthwk36cxm/DYLb3//j19HV3cv/cCVWLd+A1asWGGTsPJ/lLiVXZlWVWn7162/CYvpL85sqGexJIZQJIDLhfTTre20dQH1r5L4QyzejLGwPkgb0j0whGEeR+njZQGM0ZbkuN+RRAKsP0DF0m7ySRtte9/gEBL0B0cYNw6P8T55qLu3H6fPnkdza5sttPbwup+x2QTjvBR9mOS7fo/L2NkNwkjR9yKRbXIxa8CCaoJ8NIZRxjCDAwPo7rph+TvLOCpDG56iryXfKEu/ZIR2t5tyr6MfCuhPlMLzQ/SAgLwh8IQ7STvEZZFTh6HvxWvp0jQTrBzBpX1IBkQH2U2HzxjHAdiEU/niWtcnrtSXpW+VJBznL1wkPvLo7O5Bw+w59mWK5uZWLF+1BuFonC1meTBvXEwwXlYLWLjMcB8hHs8RR//yL/+C7373O3juuWfx+ptvsMh5FSCM8gFilFv57IoXEyz2Ns2ajcVLVgDko3cOHMFPf/oL/OjHP2WBfg8OUa83k1f0y0MvPP8sXnudce3b+3D2zBm0X2/DAOnlOS7uuut2PPShB7Dz5luwcu1OVM9YhGh5A1pvjOOZl99G1q9AZf1iVMxYiFlLN2Dj9ttx08Z1mL9gHoqiYXR1tTHOvAwVUEtKYwgCj3ZvHGHy1fLVK9FI/7uIuZEs+WDh4iVIk2EMC/RXrlyHvlFL9wVzZs/Hr/zKJ7FpwyY0NjRCHxXG9ULwT3/6Y/oFAwgR1+P0C1TMmDOrEYsXzmf8uAmPP/4oPv+rn7V6C8hTj+aQp6+3bfNGbCCvr1i+FJ/+7KfwJ1/+Y2zfsY349zm9g9279uK555/D9fY2+7LpOHlALwAEkShClOlIUYxoNxCu5aMYY6w/mSavBdTPTU1NkA4tYlxljEGKPoF8zDQ3lKVfVWSLSxGE6WsZxyDPPvGT9LEagbB8VugzrnztPPGTgdjSp37R3LFYDA7p5FFPqyn2o1pAKESe5pyTXFcwZegYpcmDadpGYzzL847rE/4M4c4gRZmUH5Wkr60WoqzpBYVK6ti51MeNLJSWMU5MUQbs+qHAwqFrn7h3PRee67K4WkqffRRz5y3AI48+hvs+cD8eeexx3HzLLbhp3Tp7XLZ8OXkggR4WGSSTEfrE5fQhY0xIG+JikryfJo2EgxR5X35l6l28Zog/6axAa3I9+cjWrkxMQoVr3Zds6lmH8lhWVgbpcBULdIxGo6QbuN8kjwbRSASyd4bim82mMEGdlSWeSqlnczzmc3msXb2GY4Hx8QRjs3GcPX8ep+nzTzK+8RhfF8WLMD4xRnkegH76uIs+v/RCEWmbJ18jZ5AYncRQ/zB11BgmxiY5T4K+5yhGhkaRZEwoGll9VFpiv5naOHsWGumXeKEAldOmQUXXCHlJBRD5CdpXlHgLQiG4tHfReBw+z32OV+E6Td0poGtpOyYZg0W4zzr67QHvVzHpL1zE+Yz6xa+inUc9kSPPSG+qL0KbKj5TGxoaIp+kkacOzVI5Crcxyq3reMzPRaGYb2hkGCMsFIknuugL6c8HZDgergOX9Jqgnz7IMTkAaeJW/KY8xTXGFvJF5O9Kfwp3Q1xPdJ3OoqZeCtu2bRt9l8XQcfPWLZaXlrD4o7jv/vvvx91334WVK1fSf56H2dQpS6hLdNTzpfQr5EPoqKY95mlDdJTMuNy35FhfLNCvG1y/fh16sUr8pL2L15RzFF+OUa/KDriuC4f8pXk0Rtc6t3JE/s2QX6VnDPfqGO7f8RFisToIF8G4PnJwkKJdS4j25BH+ozw57KcugEFA+QuTZhnKQYh85JHGWZ6raR21FHWScCQfXngU7nRfTXvTUXxVONe1MZyb+klyIFwozyI9UoBf8qNxekbPjtLOK9cnnu6nvCqO5JbsP9chvOQXwSI8vr8VcKM5BKfm1bkeNMbQd8xaP3qK71zuGIyP0lTfWbi8D86bYuytY8gn7qjf5IsaY6C5Ba+OglP8LZ2go0NaFu7pvmMcGGPeazAgD+dtw3sfXefYl+P6OasTdSuPPPio7Rd/iKbah9bMkH+FJ9tPnVToN8SJS1i1tp2DfAYY6z+O0ecRLjzPRyRCPuDkol9fXx966RMMMs7VeSdza+LBK1euQH8ioIM56Hb66Lbv6hW0tl7HAOMX+dLjiTF099xAW0cbdU8H+gd7MTgyQN9o5N02ijHmWcS7kmvx7jBlUHPpVxU1t7UZhHNK5iPWJoWoSyLkP+nGCuYFK+l/ild01MsMTbRv0ql6gWYW87OK6/SLXsq7S0dVV1dbX1qyIf7QvoUjnQs3jmssD2TI0+ILNd1XE14LLU8+0HjXdaGPnhf+1XSuPnufONdahXUKR43TfTXNUTjqOa2ldQutMJ/uaX3152h/XNeBYiHRzCF9Nafua7wxRsMh2RPtlFdU6yE9JTeSH93TWjnaEj0n2MSr6k+/a59z3GehaayaxqpPCxgztY7O1dSv9dWMMTDGqPv/aMaY9/rfP16D9FzhqHNjpsYaY6A9qk/PCAbRSPAIbrU0dZteWtA9jVOT/gc/elbNJb3URBOfusunDPv26MHzXbieAx3VjEPZp+3Vl+TU0pkkJS8HohqG94wB9wG4jgNPfoYa59c6xhjoI1jf39SnpjE6CkZwVmMMZOd834f4PfADqOnafW9O2DF61n1Xn3jv8peOasYYwmSonqgzSDvhRzRVE44KuNGaWl/NGIPCnJpD6xljrL7R88Kro03oYbz7McZQAeXtYnpY9zVYRzVjDAS8HElNqmenGCtt+9XnEmFaTPe0SKEJKZozoEGQwGseNWMM7HNEiO6pT+MEktZWy5GZAQfGcbkpzzZd59mfJ0KydBRzVJIZW9DKIC9BckDEurZpPmOMpmTLowCLy/lcrsvO9/4Z48AlIQSH4IzQkMZiMRs4x+iESFHpXuEBYwxcx4ExU7jLER6tp6OUnQikJjwIV7qn9XVfa2vPMc1Ph0t4MMa8N5dwWBir8XpefcZMjQE/1KVkjDzSLII4jgvfCxAKIihi8OB7ITAiRiqZobEBj0kes1CCXoluJTPGGKSOj41D8AnXml/HEJUyMcW5c/ae1jfGwKHTnKNjn2GyEXQhcsS1ggy1HIGxjTjQNYdTwYeY6KuAHMFyOvXCX5g4jRC+MJW+HHytpWTDzJkzoWJeff1MuMa1b/IfPngAe5gI37tnL5RUfOXlV/DM00/bn4d7nok+9Z04eQLNzdfsTwQpwXfk6GGovb1/H/Yx0Dx3/izG9O2t5ASGR4agtyv198L0N+suXrqIa9eu2m8pyPGQkz/CJFGChmycDlg/C1sDA31IJMbINzka05BtKgZr78JDNpeewi0LpzniQ/TWG/BdMq4tLUyUXEcbEw7Xm6/jLANrfZP05PGTOMAkymuvvI6XX3yFxdNDOPD2ARw6cBjnOaaHRaNxJjoSNOQS9DSVN/hxHIc0cAhL/j1hNsa8xzM5yoTGiEeFa+G1koGVvpFRXl5q6SADKudW3x741Kc+xeTZJ/DYY49Bzu0dd9yBO++8055/5CMfwec//3nopwR1fPzxx6Hi6VY6yEpSrlixggWEZdBRDrG+KaxvgchYKwCQMznOIGeYBYEh4ZTJmjQdGPEIAbb7EJxhOp2SA8BYXhP+xPeu899ypWu1HHnLGAON96goxaty4lVgcinLaup3HBf6iJ81n5rL+7qno8O5dVRTn64d4+gRi1utVWjq1H2NE7w6z7OzcN8YY3VYEPgwnJe3rNwIVq2v6/c/K5hFGzXNp+CooaHBBhPW2Zk/F3X101E+rQIKhmc0zET19FooABwaHYYTeKhhsDJn/nwsWrqcY+ahdkYD5i1YitVrN2DhgsUMNmNou96Kt5kkPHH8KAaYCGU2Ao5joD3LECnprXUrKqvpIIMtD59yL5hEE40TrNqn8C3nXcGN7qVpmOXYvfbaa/YtcH2zpKW5xRaIpPe0dz2jsZpPe1UgqTnUp+fltMiZDrMwI4cvyoBZz2hNzSEcl5SWMkFebgPTJjp/i5csgfRGc0sL9LeNjDGQk7h4yWIsJz820lmMUp8mmVwYofz4DG4iRTEmiGIIM5kSUPfEiktQFItBwawxhrRzIBg9z7N8FaOel9yUlJRCsBragxzEGw6fCcHxAhg61pMMfCepd/PGheYtinKNSAwZRlji8yyDV3B+8H6Oii7D6xzvqSlWBfsM51XLMkBLsVijZ/K5PHkQfNQQNh/Sj3JGjAHyTB9m6MBMTI4jMTFuncEUg90EE6J9TKSp8JFgobWfycmJ1CQd8wTHJTHMYtOBgwfx0suv4tjxE2hhQi5EO+HCIMd9aOYUxztuHqHAQ2VlKW1ekdV1DrcufXTp0nkcOPAO3njjdezZ/aZ96WNseAgR8r1+cnPNSuoD0qeaCV7hs3Z6HdbedBNKyirQQ9gmJlLoYGJWb/+r6VuZ4hsV+cUL4n3pD/FCjPQRDw0PDUE6WTpaY48dO0rYm5ns67Trv/bqK7h44RyTKWMYpJ5uJV+cPnEce5iw/NnPfoI9u97AEdqQI4cP8fxN7Nu7B3rmzdfewLHDR/FfLDS98NwzaL58GUnaCH2DNkX8SVYC30MR+UV8Oa2yCrKTGQbCkqsS0nrlsmUsEu3ECh5jtN8jDKquXbmELHX1gnnzbOFYuvSJJ56wxeMVK1fCdV0GVAPQz6pnqAvVtE/ZZDnwkjVjDIwxEB40XoFwoT/LICZl7UzO0k16XbjSPHp5qJJFNcnDAOmvxMINJkeU+MqRc87T1vXInqmAzKDuEgudXTe60MGC3QR1MxeF5FFJEjUFbJOTScuDrutRRgKMj09wzDiG+gahN+TzTKKSJTHAwPL6tRa0tlzHxfMXcOb0KXR2tKOEBXKf/DHCZM2MGXVMkM0gT4UZ5BSjiDiTnCmBlGJS8OixYwxek9SdeUvzFHGtt25lW7QXvQB1mvPqG44z6SOUUjco6bKeRfpbmPSbM3cuZrAIJF3ZxrWFA80h2x0OBwiFfLie4dpRPPrYQ3j8Iw+jfmYN5sxtYkJnBWqqq+A6jk3YSe6bmhohW+aSZg775UvJz0qzoGootwVcCGedne0sbLXbZzP0RaV/PD9goiFrZXlwcAgXLl6031Z+++23LR6vXLmK80zwCUbpYt/32T8O0UJ4mUb9X1paYv2nmppaaL/ixRby+K5du/Cd73ybCfrvQgmtXbv24KWXXsGPf/RjvPzSy7YooTmEFyWu9OLJLCZWd2zbgq2bN6G0OI5LFyjPLIgefGc/Th4/hh7yQhF1sfC9dt1N0Ddqm5gc1K8c7HlrL37M4urJU6eg5Olt9BO27NiOyqppSJLfu/t6qPey5BUPly9fwdNPP42XXniRPJpCMf28733rP/D2nt3QJzv/fAAAEABJREFUz69tuGktHvvwh/HpT/4Kjw9iTuNM1NdWo6K0mAn4RmzcsA4V5eX2pYGmmU2YWd9AvKYt33WzCNvM/b/2+uvQtyLf3PUmzrHY0cV+fXuknnxRxGTjuXMXcJVJjYDxRiUTCqtXr6Yuj6CCyd/Nm7dgy5at+NCHHsQq9j/w4IPYfvPNmNHYgMVM9NVQb4leanopZ1p1DeTHfOe738M7LIzLf1m+YhULo8Voor3Jkt4XmaRN0tdxXQO1KiY+9QLAzTt3QjSYVl1BGxFgel0tdu16HT/5wZN488UX6O+9hettLE4mhmFyk9jGvd9FXt65ZQuL+TdYLHkZ//tvv2p13FB/H3GzAbGiGAyAWCSMOU31tq0g3IsXLsC2TRt5PROOyTBR04ynn/8F/u7rf49X976JBH1T44fQzaLUkiULmThvRNW0Evhezh4nJkbtNwe7+wcxPJnG86/vwnn61UfpX7e1NcPFBGZUlWCEhelZtTWYTjtqqA+6KfN73tiFcDyGE1cuop92d2RwHFcvXSfPVuLhRx7Hjltuw+jYGHVGEteod66cuwSHtnCIaw0O9jMp1YkS0v93f+d38NAHH8KVC9fwu7/7x/jqX38NJ85ybDiKmZTv4spydPT2QkX8EAs7dfSD5s6ZQxnL41vf/g8Wmw6QVyZx9sIZ1DfOwBIWGL/4G7+F9etYWKX9+dnPfomvfe1r+I9/+1cM9ncRjxOIR3w4lOkhJlJyiSQ2rL4Jd995F+Qf337nHdC3GQ/SfjxPerUzQdbFNk59FiNv1TFhVU44GmumYe6cudi8eTP+/H9+hYn85fDdDOrrKnHTmuUoLilC7fRqrFt7EzZv3IJ4vBi9THLKt/vEE5/Ap574GAvnW/CRxz6IP/kfv4etm9ZhWkUJImEPR48exaHDh/H2OwcwyMLjeGKSdj9t9WQoCCFLH8R3fVSWV6CmZjpq66bTfldiKRPTWdqLZia9JdMzKWe1xNfsufNZCFyNu++5Bw/c/0Hcf/8HcPvtt2MO8atvJYH+R5Y2xqcf4LGVlJYiFotDieKA63V1d2OcRRD5VrF4CcL0eYznUz161AFAkrp8kjDliF246ssjlc6AygEudZzD5tMmuK6LIAjgOy4iXgDQB3Jo91z2C275PUVFRZQn17YxxqlKePUPDkD3B4eH0ENeoFMLl3B6oYCnjk2yGMphnobJ8x2AR4IBNccFfNr1IORjkv5OmjKRYcs6IPyG8/hMbA6ijHQdoD0PR4rQQ1v68quvIhyNobqmDipGd/b24e2Dh5BhzNvTO4BJ+psTTCLrRbsk9zpOHyLDIrrv+4hwjjHyvl6auc7k6gRtaueNbur5FIYoK+ID6RTNUcMiSnv7DfYnKKcD8JnEL62YhkWLl0GFrtnkMdm8mTNnQnpd/sUtt96GYspihvJ08eJlvEC9q29tX6EenkzmEQlVojhWh9qqeRgbc1FVNRfIl+LsuS6cO9+Dp595GwcPnYJ8yiEmdMO0lZFQCHrpt4o2KM2iTg4Z3HrbLVCBLknfv6FpFuoYsyxmgW1oZJx4D9A3MMz5LuHJJ3+Et/bux8uMa3/45FM4RL9znHHsq8ThN77xT1ARoay8DDHqi6XLllKHzrJ84Loufc4oWxES1KWyg330K9SfJR+LN8aIL2MMRL+ammoWAUtIgxxtzmX88Ic/hPZ/9UozismzjucjFIkjWlKOEPk0Z1wMk4cc8qVLfyhPf1z+TY78Lh+ks7MLV69es3Z8mHIm2iFvkGFBE/ykue88jykeRa8Efe4s41H1eeQp+fw6z9Cvk00fZw4hqQINr3U/z3Xlyw2Sr0ZZ7JBNkV+hdXSUj2fXIE85jiFOCSmPxhggD+S4lvCgo3EceOQtwcFb8Ekvh/HLKPHc2tYGrdHT3YsE9bOBgzH6/2o58oiSkiPDo6QD73MPk6RvnPoox72WlJYhnQP6WSy8dKWFfEja+gEC8rDkXr7AiVMncZw24eChgzjDIn6CxcoscelzfYIOEOY8Ae6nn9ncdh191HNRyrFkWbAHgU9+jUN0HSU9S0tKrU8sWms/Q0NDEH46Ozuhn3mWHZb85EiHFHWL8BRjfKCfjJ85YwaKomHiinweCaGoKATfdZBmYhfMT4WoEwLqhqKiMPTyaCxWRL4OIxBv0NeR/3Xh4gWEhD/yH4hrxXeucRHQVnqOizBjyHhRMYpCUdRV18HJ++hs60ZbcycunW9GT/cwhocnyVuTGEmkyI8e0lQowmeW+K6hzl2xajVmUF6ixcWIRKPQy6Ul5NFYPI7a2lr6oTMRYh5kGguwys9EOWb+/AWopu8RUEfGYnyGz3qeB12DtNJ5KYvO8u9BOINQBKEI98c4NxqPw+Uehc966oq4fdYlDqLEUZHNs5QxLisvr6S8xanDo9SLIeRh4HkB1wjBdX3yXN62ctqWEvqi5eVViHJ+0bKkpIT+fQltWRzyg+JcU7KtuE58IT933759OCzbRT9T+QLFAd093Th/4YL1fYeGhlHBPWdIW/E2t4US4qWxsZG2rAYq8MxfMB96+SxEGkl+UowLtHfhJET6gp8Q71WzECTc6RnBp5jKo1waBduUHY8y4xN/Dmnskkckd+IlrSu5U9M5p4PDsbqXom+boC6S/tJ9Y4xuW39Dsi29IdhzubzFnfAH48DlOpO0BynmSXMmR9vC+yZP3sggMZlgXD5ijyqSaY2JyQnqmYydV+saY2DMVBMsorn2rDUV1wjPgkm4EFx6RveFB498nON+84RU91xeR+iDl9On1n1da5/GGLseh9m1dMxQV0nvSt7GqKNcx0FhfeFL8+Yo61rv/U39GebhBZ9aAa6kcEB6JakHC30aq2e1no4pyrR0kvrVJ/g88q6Ojju1vkM4jJk6V78xhnyZQyabZt6KvgWxr37Pc+gbpHkva/eWoS3WvFonRzsvGLV3Ne31v+/lbG5c+EoTXsEkvSh4jDE62GaMoXx4lBUfWk/waS7Nr2NhTuNMwScaSa9JH4tuwq0xxj6rZ4TnG4y7rjEHrV8sUV5E7QpjlxbGOa1trVCeS62tvR03KDvyewaoW7sY28sX6unrheL4zq4uFmanmtZUoT5FW2X3xGMBPvFzH/0X60tRN0umpG8kN5I7+RY1NTUops4QvxhjiOOc1RlZ8ofgztEeC3fvb5pf99TAj+4JH2q6xy6LN80pfrSNOi8cKrJfvCil3EtudV/8Ln4Tjo0h/vlP82oezatjoRXm17XuqakALdpP0L5p/8ZM0UN8KNsiuoi+ejZFeosOY7RFOopG6td64jvHcQU61KfndV/HvPSKvQPyG/mHMqe11fI0hGo6V9O54FPT+buPWR7VffXrWLj3/nNjDBzyv5rruv/Pc93Ts4V5dFQTzGrCgW2UUfULP3naRz1XaJrbo97SUU34Fx3CpJFoFaKO1X3/XdnUuZrGFVoQ+PDZPI9w0gc3hoSjbGYZI0/JXgaqnbi8p3WNMRYHgl17VgM/xug5cKxhc6y8aC3BY/kjRBvFpj7No+dFb9FU9CzMo33ovhr40VFN/Wrsor7I6sB1tJax5/qf5lDLktfVpD90rbV0NMaQFq59zlGnmjHqdN4D2Jipay2qh0SMQtO1EKdN6Vn1awM6ql8teBfpxkwhSs+oCXiXSJbTIISo+X4AQkNGzVJYpQANaJfYDAUYJIPD+y4c14fnBfCDAC6J6bjqc2HIZFkqdxFKMKSomHVUEwIEI/gxxliiCQ4ZMAmD7htjrIAHnFdN8ItAxjgwRojNw/A/n2uKqdQ0hlNCc6mB47SOmFW4UDOGT7FpDTXBozWNmYJDY9UvHLvcS5jGzg8CTqV1HU5vSOS8bTk6ZGkGpykm2yeZEKBNQD5ngLxDA5C3LUNnRGMAY+kYogNYgDNFZaH1tH6SQZ/GCmeUd+I9x5aBYNZ9jdWetM9QECLOPTuf4FQr7FPj0sR1ngqEkBDOLBRMGNeB63swpHM6nyOIDhR0x+l4yYGMFccRLorQeYvQCStmcqvSOmTCud5we/vt/XhH3+Y4cICB0SW00KD00oC0trbg6rUrtnUwcTmeGCN/ZACTR57rOFzX57qOY8hHaRuMaT/qk4KWsZBCUJORCLi3oaEB6FuspxgcXGESvKOjjUXZq2zXbOvs7IDuHTlyBHIK9zAZ+MYbb0Dfgn3j9Tewd/deHGVC/vSJ0yyGHmQ7hIPvHMKzTz+HH/7gKfz0Rz/F0794Bi8+/yJef/V16Bn7Tdrde6C/JXb50mX005ilSZ8s6Sd+EO7zJIzOpfB836djG1gHVs6qClJqCiZc17W0cxwH2t9UK7LnJcR3HZMq+omVLVs2Q98c1U8mffazn8WHmcjUT7E00LnXnMKP6K21JJO61lFwiC9kfGVkdBROp2DLIUMlk6GSnGAwNkLHa5BBkJqSZuoTj+h5Y4zdg9YoNGMMBLf2q32oscv2BZQDjRNPZGi8tWaKvAZ+BJfGip/VBKOuNZfg5xDLy3Ik5LzIUdDzGqdmjIExRsNs03PqFxyWl9+9pz5jzP8x1hhjn7H3eKZnHdexMDukgTEO9RWgczWNE64EZ6GlSGtjDJNhSfJpCtqnaKCxwpWCcwMDx7gIMTiSrgtoNERvvZWqYGHR4sVYuXoV1m/YAPtzHuvWM9hYgzVrbuJxNdZt2Ijt23dC39aM0yESjAq4KI1wKJfvb17gQy85zJ47B7Nmz7YOlM8+j7IkuGroVFUzSBFNCvQXLOIRwax+8ZpkSrTJg2qJ/CvaGTO1T9FQvCknbRYLonPnzrNBkuYwhrs1DowxmMFCiN6Cvu8DH4B+3nHdunVQwmj79u3YyaS03nRVYnrhwoVQkUMB1mwmUhtYbJ7HgGsNC3dNs+dg/oKFWLZiBQPURur2MBzXBYz0WICAtikIBQgxkJYd0hvUSToYKSbWJhnkJJkkVMEMNEJ6q9XAsTQVf5SWlaPOBqYlSFEfu17I6rY8YTeOizybkhmjTKKMM2GWpkzn85zBoT7kGIoLMkwYgh/xBwxP+E/n4l3h0iWsCoAz9tk8HIewsznOFI5c3gfnEp5dOj6G10kGDHnjIJnOY2Q0yUAtzcRYlvrYQZq2o5vJvo6Obly71sqk0xXqtNNM0B6DClRy8o0xNpkxzMBW8nLp8iX7zf0TLEpK750+fRr62Uw5+fopmyHKufh4GhPb42PDcEwenmtYOErxHFByQLwjnQEYiIemVdVgWlU1xLuinX51QIlAvZn8wP334+677sQ88qDeau1gAHFKa7Pw+fprr+DZZ36Jl196kXZhH64yEX+YSZw3Xn8Nh3iUjlbw/uyzz9q/tXXsyFGcJbxXmUjsZzJpmMn6MSbG1FzCIvoSXIjGo8PDPCaRYKJTPwmlPallqHMS5IPERJKBTDuuXL5GWc1ZexV4HpPwfWhhkWEv7YF+RYAGGJ5jUEadW8s9tl5tRg8TQXkSXHKgpoJOXV0dZlPGwJxiTFwAABAASURBVE+MySvxv4JIranknXQFb0GBkPhNTr/4QoWZOBMVCjaUbBH+KpnsFU+MjYyiv6fXPiP6PPvsM0ymvoAuJgZvdN1gcVMFzmYM9w/gPPGignEVEzCgPq1koVMtIF7Gh4ZwlQVlFaFaW9vR1dXNJMhR6NtTe/bsxZtv7kJraxsEl9atq51O3KWhb5865B/pBMm4dK6OhRdr5ENYvUZcKHFV4B8FM9LRbUz8DbCwq70JNyr6aY/SdTqGKK9K1Gzfvo34j2P71m0sRmxEdVUVVCBQEzwZzj+T9kw6Zv6CBdCvJkhXrFm1CstY4E8yuZ1iwmKIBam+3hs4fHA/jh89hByTbinKvX5N4dFHH4WKt5Ix+Qlhri2b4DoGafvCwjiTZqNIMEEp+AWzkoEJBmyAgzQDVoeyDuJTutHOEy2izGdgjMH4+Ji198KRZINuCxzHZYJ7jP5GM+XyFISPS5cuQL5IDwuEruvApYwX0WcSPsRD0ouf+MQn8OlPfwYqEqrf9wKAukb65vr1Vlxk4VYBuV5U6GBh+dDhg3jhxeftt1WfZqGztbUVC4inFdSTZeQH0WX37t2Wd96iD3aeSflTZ84x0VWNW2+/07ZtO27G9Bn1OHbiJN7ctRdJ4mSAhQ2feNILD3/5V3+Jp/SzuSzSTjJ58slPfYLFoUfQNLMen/nUp5jQHcbRI4fwoyd/gO9/97v49r//O15mgcr3XPqPKdxy8w488vDDWEj9vX3rdixjAcFwTyq06G+glZSVoo7JU+1fTfueRXlatXoFaqoqmYAdxjEWhZ966kc4euwojhDOg8eO48WXX8OffuUv8KOf/AIDg+Tzq5eYbO7DgQP7cb25Da1XO3Dy8Dns330cxw9egJ8LobGuHgtmzUZNWQUmqR/20O9rpu7JpCbocmYtPXv6+iGdvWnjeoRDDhoba7F82ULCWIOVLKAVRUOoKC9h8jSMi1cuoLg8jiDiI5dNoaq8FGtZiPjExx5jgaKJvB1CJOzjNPXewXfeYQHiHYQ8j4WPaain3pjLfcZZfHj2l0+DQsiC6WysWLYccSZdpceuXr2KY8dO4Oe/+BmPx5hUYSK6qwP6RMg7SpSUlJShivZ8kHpevmUnkzP61uLExDhx8Q6efvqXePmVV/HKG2/ixMkzmNk4C5u2bMeKlauwgIVaPwiguRzGQrIrW7dtx+o1a1FVWY2zZ8/SN7+GtvZWtJPfjhw5hpbmFnQxwbOHfCV9O3/ePFRQbxXH41h+0xq09nShb3wYC1cuR9Oihfanlp8i/N/81r/j7cMH4JskSiLA5HA3THoMZbEAyxfOxSMP3I0dW9YjcPPoJf95LCqvWL0KM8gb4oklCxfh1574DGqKy9BxtQX6Nve3v/0d+9JXL4tv0qkxxSGUzZKyMggnG1gEXbp8BRKMj/YfPIAf/fiH9hva3//+d1j8fgNdjAWuNzejumoahqivrly+iDPUpy0tzfabXDt33mxfAFF88LWvfQ2vvvwShujbd3V00h9NkL5RW/iRDphJefit3/ot/O+/+zvcRbvXx2TYilVLUc2C+z4WvfVyz0BfD1avWI4lixaRXzK0obW4kwXetWvXIxSJUl4y6KJ+b6ad08uXh/YfwIF9B6jXDuHChYtQomzTho3YcNN6tFOfD1D/Z1ncS9HXSaYnMTg6SH1+HedJt/4bNzDAxNxdN2/Dpz7yMJbMnYmFTXWYVTsNi2fVo6G6jK0UDTWlqK8pQ9OMKlSWRVEc9VES91FeHkFJSYDikhDKy2IIBz4cxoVp6UWu5wMsRPikF+A6eiE1IB+FmNQPM1YJoygaQth3EYsEoBvBcS6i4TBtqoMsdarsqMnnKWsex0cReAG0j/KyUlA1sxmrY4MgBJ9+XYYxiaH/JpsMBsuB58P3PDgw9uh6Bmn6e2kmupNMlk8SRhVFJ3k+Qb0VjUfR099rv90YLYnjyPETLB6n0Dc4jC4mIUsrKiFfb4BylKI/ZwgPUxA0qVmry2W3x8cTSNHGyq5L17suYY/F4fgBplVPR0dXD4ZGE7Qn4/Z6Awvs9Q1N7O/GDeoVvSBy9twl9NF/KSqK2+OuXbux7619eIdF9YsXL0Evxalwup+0Hx1LoJK+R23dTKxbvxG/+Zu/jTbGyVevkk9PHsSlc8dx5eJJ9Ha1YqivG91dndRjjAhIp1IWYteuXW39tupqyvLpMyy0nkaIdMxzY/JTFlL+M7kMWjs6UE55j5eUkqdLaAMyqJ0+Ay3X2/Af3/oOZDfq65twjrbj5LGTOHX8lLUpX/3qX9D/vAyaQfT23WBRJwL54JeZNM7SdstnbGlpIe9ewm7G1S+88ALefHO3ldkf0ab8/Gc/g+zWm2++aXXN4MCgtZnjLB6K1w+zYKM5uuR3wcB3wxgZGmPBehIp0rS/p5+0D6hjI+SVLPTLK7LbSozKbsvGRqlLNce0aVUI0aa5pJkxBtq/S93nMBYfZ6yrl3YmGMflHQcpwj42MQGyAbLkUUNbDT4XMHYLR6Jw3QB58n+G4zzauQjzPPF4nPuP2TXA+eUfya8SHkCGVrwquBRD61wtnc7QV3A4nLxLmVBfhn6qnktSZyVY8NG1Rz4PCKtiMvGd/Hv1q88lbPJLMowtBEc5C2TSheUsbIt/2to7McAia8v1Drzw0qv4N9Lzu8xjPPvcC3jm2edIlz30Uc4hHI5A82kOzac5coRFeMwSTvGM/FrJksZI9nJ0dgSr73uQfNygXUgRh/Iby0rLMDQ0xDxOHv3UhaD8hkI+POKLqBNKSDsPYer5MGO3SfpyV69esYXcCxfOoY/8rNjNNXniOoO3396DY/Ttjh47zDhojM8F1E0xlJYWY4C6W4UE+SurV61mvLwKgR+C47qQDsiTHmo5A+Qc0B6Qf4hv0TDFY5Ktgzq9s70Dw4ND6Kde5dZIZx/G8S3+RhNJTE5kAIQwMJTAj3/yS/z9P34TL738Oto7e2CoL/g/+H5A/ZbDCOOTfuqVbvJoivjL5Q3juDEUReOIsDgKGFRS5iiqtCHl1ueT31ZTXQuPc5WWlqOiooL7K6UeLuFeSyAa6ed7m+jDxBhrlDJ2raqpZe4tihRpFafvX01fYJw6uo/6ppfNiJ+ZY0xRb6lPPFjEwmlJSSlU1G2aNQfGGMSpxyQrorf4TbxWw7ka6H/LfxZssxjnS5fU0XcpKysjzceI+wEovhTvjjNGbqOfcJV+i3yHYeaPxO8d1C8qDF1jfHWGtunU6VNWzvv6+uj25Ihn1/Ie+LHyAmP7M9yT+OoK9Yl8337a3iwRlmQxT3znEO6pBriOQeB5kK2RjVALyGsh30PI9+Hz3HUdeOSJHHlxKjZMWv4Uv2s+7V1N65LpYIyBQ/ypgR/BJh+Lp7Zfz6lgKln3Ax9BKIAhHHnybI5FjWw+i7S+lEHfMIssYEA9lYHWAD8BZVo4lzxpLs2TpF7TfcGgJn9c/ZPqJz5SlC/BWswckGijbx+Ws6AqmQvTvsalh6jzdD6l79z39sgl4XL/E9QrVqZzeZrSLFSwyFF/cKC9JpgaCmN0Ztidh3CglqdgGGPgEaeu69gxxkyNE1zSy4JRe7OT8H/qV8tTl6oZ8D/iySUsfuBxLgcwOWSIpxxx5hDnKpLzAEosbW7KwmD4DDvACxhDGEhThwR32J8nXHnOr/s6ik+ER+FOenSMNiVB+y38Zkh/wZOiTEwqp0P5t7SlPs8Sx4oPNY8xhJNNY3XtEl7ty+feRTfhWngXnj2P+2Ar3DfGWDqLhprbGAPtyxhj9yOZUaws2DS/5jTG2GfE55IZFVo76KO2U6aut15Ha3sbrjU3Q/KgdunSJUjWWmhj1TppJ+UL63mdX2UxVzGh1hFOBKfgVRP8EfKLXdfiL0+0TjW872OMsVeCXSeCVc0YA+21qKgIhfk0v3CktdT0jK7VLx4XvsS30i3SH/LrpU90XUx9pvuaT7yr54yZWtsYQ9wZ0hyWP5OUfzWLW9JLxxTlQscCrrWvIurZ8Lt2TdeaUzABUzyNdz+CVc8KTsEgeLQnXWu87muojmrav9Z5/1Hnuqemc91/f9P86td9zWWMsbIovinAZYzhPh3b1Ad+NF6NpzDG2HuCyRgDfTSnWmF+YxwYFJrGcK+Uc82hcYJJ5+CnMI+FgbKko5roqr2HyR9qOi80XUctXsOW/hqvedQM1xbc6lNTn5oxxurzAo0kpsa4cNh0BBxCY2D4vO7lCG+G+ihFH0j6RHIsmB3eL8zLByy/5mgP1HTfGKNu2zTu/6Q5/ns8/V898/4mvGTe5aU0Ywad22KqgE5S+apDg9TSVBhqWlQb1IqFyXRf/UKYANB9jdU8OhdgHo2SF/hwiXTjOHB5rXP6CLCKi8GLzh3e94MAjuOxP08FmYXjukR8yDoR8XgJploxJDhyLHw/BK3rKUDyA44N7HWeE2oPUy2HDL1bwSq4wY8xBoIP7354+e7ZFOIyIgiFLMUEkfChPWWIsHx+apjrOEhTocqpVb+axmnfOtcoHfVcQekFDO4cxyVhQKWYZjItYZ2KLBPcKc6VIyPkCXeheXSMkDegrrctR4Ut45UlQbWumhwcraO9qeXIIKKHR+WscznQckw1LmX3k2JAMUF8ZBAKFxFMMZFDXLhw3SmlbswUA+vnEOwz5AcZiZAfQIbK57iQ7zMgDhCnQozTwYpRSCIMOALPh+twPs4hR3CCBifB4EJw2EZjnCQ/hUJhJlIq0dg0C7PnzoWKJps3b8VNN63DTAaRAYMP/QxtZ0cXg/x24mkU2p+ERjyTB+weXMsf4hnHCp1woSa4jTGWHzRGdFC/cKJ5dL/QFGC0MWEv43Lx4gWcP3cep0+dxuFDh7F/334mQl61BdBdb+xicus0k/NncfzIcby1+y3sZRLx+NHjNlg8w6BT7dzZc2htaWXgeBK7d+1i8v3ye/BrTdGjh4lRGa4CXQSbmuAzxkAwq4m3ZUxkwALiXGOMmdpXSUkxpk+vxTwmpeS0rly5ko71KsxlEaKKSZ558+Zi7do12L59G/RzmnrbfNu2rdDPOCg5HSaOBY/mFH7EvzoKhsLaAeVR93Wv0PSMcCg+w7sfKSuHdFefxmsejdFtYwz5y7FyqTHGGIg/8b6PntP4SQanalpL8wgW3VPTs4InRD7zqUM0Xo6Fmp7RGMGtcVk6PeqXQy0cZyk7uieFLt0hfAoGY8z7oPjvU82ltdVjjIEx/2cr3Ddmai9a0xiOgdEjKNzXUbjQXnRuzNR4n7TUPgSHjLAMcED9IDiTlBkdjTGQ3OXyeeSpF8C5tQeX8qcj+BGMGqv5dS44NK/2aYxBkkZFzmCeSsS4DoPJCejNd/H8KJP5kiU/FMAjPC5bwOTTtJpqLGTSbjb5p5SBtUceCNg0Z2lpKQOpatuEx7TViYSPsGj+JHWMfnoxwUKFw/UUgAg+JTkk/4LTIZ8IJyoiiJdS1LF83PKI7mus5OMnly1NAAAQAElEQVTAgQNMzJWjtrbWFjVULG1qaoJgMMYwAT4IOX6ifYQJYjXX8xiEZK2uCNGgz50/D6vXrrV/Y+rTn/kcdt58K2LxUlDVIk0dn0xmMcmAcZI6Tgm5LPlG+jVHfOXzec6TgWBVM8YwKA2jhoUbJe+379gJ/dTVQhZzV69ZDRV+9LJCCZPUGc6dJc85jkuqOZB8aL7/buITQxgyEN2MceFyLIxjaS39ls87gHHhB2HkeUzl2GvetY08z3OsaKN9in4wBuLpKWezCtUsWMYY6E4kJjFBPgDH67q+fiZ27NjBxO1d0M+dfoqFjQceeIB6Yy6D8zK7R43zKGOJ8QmIFgpw21joUpFF10pYiZ7STQqcRZfZTPDPrJ+BGXXV0M90lpTEuO8cm4F0lTEGY5xveGSMNmgSWcKTJf8MMQHez6TJIAtbXQyeO+j4t3OtC+fPY//bb7NIesgmzI4ePcrjGVy/ft026Ws5/OIjJUMEl5r0q3Sr7nUzQa8gYXh4iPZ2jDYjTfxmifMsactzJgRzbHkbiAGO68IAyBO/sn8ZwieaiTaWTqQRd4S+gQEmIbIYYxJA39pUIv0qE9mnWKzZ9dobeObnv8CT3/8+9rLoeP3qNZw5dgJnTp6E6zj2W4J6U1v8Id5ewQLWqtWrsHHjBqxhErOeONy8ZZP9OSwlH/TCxOrVq63Pk6Z8VU2bhmksQkQoq0oudzFgGpsYQ56JaT/iwgt5TMoOQm/85Zk8FlwKgOOxGJPdUVQymJ4YG8GM2hra8DAmqAfCIR/kNoQo540NMzE+NkrZK8PWLVuxZcsWiLfF8yoyit8bGxshPIsfVBS1xaojR2yyUz+r9+qrr7LgfohF+JNMiF5gkmmQyZMhm9RXICe5L2GxuYqyJD0i3aJWX18P7dclHXq6e+x43RcNxH8qxkjeW1quk4cm7LcwpWP0jdzhoSHCXE6btxZ33X0XlixdAiUN1HzqNs1dVzcdKrDKZsomPvroI7jllp1MTlUQvxHyR4oJngEWId7Bnl1vsKB8ESB/TK+pwm233owHP/SALfTfcfttLGwstPZW34LX/PLNXMfl8yPUTcM8JjDGpLaSVVnkmZzLkeeYGGEAmqNuCYIQSCTESQ/5cgHl3HU8gJSQ3hB/jIxorkErgx0dbSzQ3MDly5csTlsYCAuXkoNDhw5BfytVb/9LFoQn6Sx9s1u/HiE5l8wLBzBAU1Mj6slnwms8HmNgfQXPPf8sTp0+iQMsLF9rvoIEecrzHZSUlkL+2Oo1NyFHO3Ty1Bn8279/C9/+zvdYbHsNXd29OENZPX32DA6TB4aGB/HQww/iq3/5Vfzhl/4An/3sZ6hjJ/FfP/s5fsIk+CEWNr/29X9AmMWS9RvX4ZHHH8ajH30MO++4HXfd/wA++NhHEKusxtf/9T/wT9/4Jo4cOoIDb72FEywAD3W3oyTk4nd+/dfwyIcfxJLFCxGLxaBfF1i4cDHmUAeFaQPCnoNiykeatqW+vg4VlJkZTO41MJmob+Lt2HkrZdGHXjDoutGBt/e/ZXH6xmuv48UXXyTt92B8dBwXz1+Gfh3kpedf4PEghoaH4VCPzZs7H1nq+M2bN0Evgmzbth0f/cjHcfttd6IoEsNa4mqAhY+enj57fZT+4okTp/Am/cF3Dh6CR9rPnb+Q+HRw07r1WLFqDRoamwjHQeQYD0ToT2/YsAXrWQATf0guZZs7mSCRXhtmwjUxPkmeLSKfDbOQ1kVb2EWYcpwTGJMflc1A32QrY2J129ZtWL18FfR3UBfMm4+QF1AXlCAxNo5VK1bAGMf+rVMVwwepK9PZNGrqavHJTz2BX/n4p/DAhx7ELbfejgXEsUe/Mc6E7eKlK6hzAkyb3oA36Av/1f/+GnbtfRsraQu30s9M0qYWMTaQj1PEQqWSIQ0zG2zCeoIxgeM43HMjKuir7j92DG09vdDPcE7mM3j6pedx4sJZdPR1IeMaxMriqCwNYc2yufj0xx9mke8h3Lz5JiydPwsVsSJcPXcSDdNrGEvMxvpNG6GXN+TnnmEB/Qff+i6eJK8+9d3/xLXzFyH9uWrVCsaScch+KQGuxMx9991PPbfW/kztG/v24Y29+zDCeGWY+jFg4r6kNI6ZlJnly5bggx+4B2tZ9K0sLWbRfzsefvghjFBnFpeW4d+/8x38wz99A1eZAJYMh0I+pNvqmEiWvq8gPXbsuNna3g0svDe3XMXxE0dZGNtj9ZmSYd/8+r+QHlcwd8481DLpLdwZY6CfWb555w6IrwM/sH9SY2h4gMWYMKprKjFrdhPqZ9RAP3taX1eDirISxAl7GZOk9dOn2/7HH3sEnmPQ39eHZtom6fDTJ0/jOous4xMptPCYIQ/2Dw3hKO3ZNBbUli1bSdyssbCEaSMijN803/w5cyA7kqKumBwfxTCLE6wIIB4LIxLyeDrJImsE82bPwhIW4JqIv6qyYkRYwIz5BmEfiBV58N0s3FAGqfQo+V9FxW7097Yi6ueRmRhGMe1aEceX06eIRUKIRyOcO4n05Dg88ksISYScCfJCFpWxFLLj7UiPdWBeA21lWRGKAg8l5MUiyl15cQxF9G3C1G3LFs3HwrmzUERYa6sqUEecSdeXE2/TqioxnTJQUVlJ7U1fnDjLUG/PbJwFn/v3fR9pFqQTE5NwPQ/C2fAofRvaaPnCWfp/8ocz1BOg3hTPq096WXpdfsuVqy04QP3W3tnFwkon+gaHsGvPW/ja17+JF195DcdPnkFv3wBp0kEfLs2kaBdef3M33ty9B43UZQ3UGSHCEvghqHg3TB7U8cq16/j3//geC6yn0DswhBOMTY3rwXVTCHuD9M96kZ5oR2K0mYXU0+i5cRad7afR2XEad9+1AZnkKAuo56kLX7K6Rbrm6uWrWDB/PsS/40ww5wHGkqsxfUY9t+cSBwHt3hCLpS/iZz/7BQz/U/Ls4rkLsC95saAh/8wjrhYvXgS9ULZ4yUI89OEP076EaCOStN/TaOO6ue6LYCrD+qPgPMKzcNfQ0IhtW7fjvns/gE984ldw//33W32il5jC9Pf1axUvvfQS6ZLm8zl87rOfx+/97pewc8etWLP6JvpUy9A4swmLFixEhONVHEixiB4hb+h56QPpJdFINlS+o1qOwKhf9lJwgJ8MfcMMaZvhMUWaJ6nvdF/zGPEK6a+4IsncTpJj5K+LNmn2k42gJjzm6KPJ11Tc59Dnz2XySE2moQGB6yNEORd9BW/Ac+FPsAhGra15XNJW/QQTjuPaWNt1XfpISWiNDNcQv1bIb4xEOMax+BG8appHe5ykXh6j3ZNtu3zlGmn5Mvbuewdj1AvTptVy3gjtfR+ukb+GBkfsL/pEYzEEno8w/RflgsD8VEB4dB4rKoLgyCMP+a55xlWCRz6L/Dlda+00k5DC6zDta5r4knwobzZMW6TzMfpBE+S5JOETrtUSLHAI3oD6SP7MPOaRZtJ/1Pjx8THMmDHd4lC8tmXLZvJSKfGRoB/ax6LCZVxvu44wcwmaY2hoCG2tbThHP2aEzxbFo0gSpjQRmmZxK0m4U4wREumk/Qa75pcfKv6Rbl6yZIn1KxeSrxzjcJ0JOLRvESbkU4y95DdRpaKfRX/FnR7llayDcFGMvvoo48AcJidTSLIdPnAYRw4fw9sHDuLK9VbGsznaWZc0mESCuJlMZgDjYYD4P3HyDI4eOYl33jnMuGIArhPAcwMefTjGo+8RJZ8XEZ5JZLigcDU+Ng7BPI0+kY5lZeWoqqrG0NAwqqtrsHrNWixkTFtDuxNjgS1MfinlmBLaNod0dUnrKOPKOIsYM2fOpI6cjoaGBsxiwXQuaTCddmaS/ofoINlpaWnBxYsXoeMQ8Sy9EYvH4FAHi+dU0KtljB8lr5SVlUHngitDmVGcqVxFN/NljutATbHd5cuXIb4yxkB8I9nT3Mr3jJNPNK/jOBCfaB7JRp6Cothe52rGGBgz1TQH+NGcvk+ZI18UEZ4IbWfA68APyPsucQrkKUs0UjDkhxx1R5Y8oaOuHfK5YXFPR5BnNDbLfWRY7HMdwxUAwVqASeuleV99glXwD1MGhD/BawztjuAm7dSnMTnypM6FXx21F+V8jDEWF5pTfQQFaeZaNT4IfPieR38xgjhpKtrHKLfyzYRr6WI94xBnOqrpvACDcCCbLzxEyA8hypzmzxMWuykSNZ/LQ7yeYv4qQz4ttDz1AXhPOCYnkw8zFk49Z4xBYR3hQWMC2mhjzHu0AT9EAf8PO9blPjQuzbqB8Kj9GWPseMGbpd8rfKoJP7rO0p8VDfLIEuws5S1leSNJ2dQ44VVzZa1uzkNzCnfqF884jjvVR1ppjIAxZoo2WlPjs1xX6+lavFNBP0/8LHugPs2vo3CuPtFBNBCuBYP4Vs9rnOu6UL9DeqgZM7VWlvBp7BRcWSsDWks0idKG6RnBpjk0RjpUc2punatvkv7K2NgY9UWvjSslXxqvNY0x1EOTGBocYt69lfmWs1Z2m1uabSyu5zS/Wp56UfsW3XVUX6FpnzoX7Jo3IL+IR9V0LjjVr3Hak4WLOqOwN8Ej/OuouTVO5+rTWD2jfs0XYe5POBUeNLfW1NpqWidMGdZ94TpM3pV86x5ZFprX83zoOc3lkbf0vDEOXMex/cKt2v9531j6qE/zuq5j+VrwaW6toWdEZ81pzBT9BLOaxhljNNTylcO1Ck0wqWmcXsDQXtV0rQeMMSiMff/RmKn+PDlcz9vGc/BjzNRaPH3vnzFTfcYQNvbmKKM5Gil7zAFUX5TTPDLpnG1W7b2vH/RphScDB0b/cR7B45J3C03Xarr2iWffDyzsxhjoY8zUUWPUXMeBxgpnwqHO1V9oxkyNF+1y1D1TLU8cqsfAGMLCliPwKcpjmkDnDOAE9H1pbwxhky+Uou5I877GgXMaY2C4tjE8sgk24W9q/hznz0HXMIAxBs67Y20fAMHqvcs7Fmb2WQUj4ZPjr6MYV61wLqIaYywjaYKAQqIJxehaQH1ias0lwdA9LaIFLLA0KAIwQ6UghtJ8aurTWBBYjdU8xhgSMwtjtJ6LCIVCjCvlr6bzCIVDMIip1cLhIhQxcCyigBUIJ1g4hQ4WIVrHGMN5HbiOBzk/ARW44Nbagkf7HaezpqbzAqw6TingFJVOko5qwuJM+1d/ikYknc7AI+M4jkcigMYzzTEZIjyA+gFDI5eBioVjdGy0d8dxAfa7JLaaYHRIMDXBo3U1t3CaouOu9QpNtNJ9NY0FPwHpoubS+dFcappXfWrGGMLiIcx9h3yfDnsIYTp4ETrEOsoZNuTPHPcio5im0XEdhxAaOHzWdRzux39X2TBwJh0ipE8opD169l4R+4RfGBd5OAiRNlEa8NLyCpTRkaurb8B8Op8rVqykM9YI4X+IDp0KJArwB+l4cUEavgzEL4ZrCnbtRXvW0SMDq0/7Fm50FO/onoyHnBP1h+gcqRkD8kAOvWHduQAAEABJREFUOuYoaGMMPkdGhuhsTiCTyoC2FnLmJ5j0VzJtIjGBQTrA3Te6oTcYNX+eSkdHY4zdp9YXbgWTEpn6KQa9aTnKAEC0FZ2maJOD6CmYjSEgmPpojPp1FK9pvJSwHJyZLHzMnj0HctZXrlyJTUwUbd26BSqKKrG9c+dOWyh94IH78cgjD9ufIvswg1O12267DWvWrLHf2qupqWFBowR+4EPzC1bhRW0KtuwUMPy/9qb7gkW8JlwKPuFVTXtVn8ZxuOUjT4rqvT3B9gnf2ofwo3HanwyfDJoX+HA8F9THRHnetrxj4IUCGNexz2sdx3FIr7yFWbAIXjXtQetrTh11b4wOghxM3Rd8AdeIkAelK+TUqElnCP/as57RGmpaR03n2qOaxjkwlmbGTNFLY4yZOtfaappL/JmVci94fRwjftV48DwP8MD9kV81rzGGuiEHPTuZnKQuYWMwrrdd00zeZ2kMZASEE2OmxmpP4MeYqfV1rfW1f2OMxZPOhRu1qfO0lR+XeG2aMxsbNm3C3ffegwcf/jAe+NCHcNsdd+DW22/HjltuxnoWc1R4XLJ0KUrKSxk0KnBMQTBEGFiA9Onu7bFJwj4mzXLIM27OQn39vFbgpDdMPeqTwvriAdHfGGP3L7yqT020UCClQEy8/OlPfxp/9md/hr/6q7/C3/7t3+Lv//7vsWDRQhSXlkCGT8ZRAVic11UsBGk/amVMELhcU0ULFbeUpEpMJhAKhxhAlyMajTERxX0QhiIGgSMMtsYSSeg4ymLYKPV8gkGsns+SfvwHirjFJ4G29M+TtgrkpU96Gdgp8FZiUzpr/fp1TDTfzMTSMixYsMAWg+rqZlDWQsgZchBtgXEpd3kD+iq0BSm4joPieIytBI7De/ZlHyCdymKSxd0kj2kGUEmeW7ioqwRDjpKSZgAnHhIuHe7JpRzpXPxA9oB4QrIgJ1k6MM51orEYQuSBGTNmYMWKFVi7di2TS6uJnzLaoQSGqGv1jPhRMqT5JS/GAQoyIXpF6bAbLrJ08RI8+MEPYsumTWhgMq2BeqqrvQOHD7yDgyyAjgwNYGSwH5Eg4OgcPO43RrscJgzat4K5CM/9IGACrcwmIsQz4iEVhPbs2QMdW1tbrROvADMlu8fgcGRkGGOjIwCD2QkmPrq7OjDMtSaYzJ1MMJlJna7z8dFh6CfFUwx288QfUQU/8BCEAriegwzlTC3NQHcyPYlkNokc53RdDw5x6rgujMNz14fjekyuZNgfIEvmuMHEfx/twhCLGi7HSV8Kfwomx6mHrl25imEWU1qYrO5hovT82bPQt2r/+Rtfx0svvoDdu97EkUMHWCjez4T2JbRcvcwE1WV0tLeS7zK40dmOARaY+/QrDAxkjh4+BJ0PsOB88sRx+4JOV2cnRokH0XiC/G4bk03pzCTSxJNaKQthVSxYzmIyu76+Hgnyeo7w6+WbxYsW26SKkh+yL9rDuXPnWAA9bm1xjjgTPey+iHvxWI5y4DiOnV9j+5iQjzM4Ly4psQWMm2++GStWLEdDQwNx5tqXIOaxeCP51MsbQShkbZlwJv0U4rXOpQd0Lh7TtezGGOVUa8gf0DdNnnvuOezduxf79+8njvLWnmmdLJ1i8ayeu9HRyUTZFRaWOu3ehBvZsQkGarovm1rHosa8ufPQ1NTEQlwU7W0diMeKsXP7zfjYR34Fa1evJT/WW9i1H+FNc+jnc5ubmyHfZHR0FOLhGTPqbEFVSaTZ1K9NTbNY0JsLyf/02umIRUvQ092H5mstxP0EevsH+HwHRskjeslsiP5OjvQI03cK6IsVF5egvKwcjnGhNUVDChBc10GOuM8wCDDGWHsouog+8jlOnz4N0Uc0lP5zyZOizYULF6BvxwlvOqpoeOYMC6YH9lOuOkGVhF/88hmb5KuprcP11g5Mq6qlzizhmiEWaUqhbzTomx7nzp3H7t27oZ+S0jf4EsTpMPdxgwXDq83X8erLr0GFqnYmKZ975hl877vfxi9/+XP791k/+vhHWFT9HG69+x5su/UWPPqxj+KOe+7C1u1b0TCrCSUVZSgqjqOj+wb2sCB3kknCaLQYVVU19qdSH/vIY7j9jtugZKV+evTr3/gn/OA/v2+T7tr7OfKt9qokrd68VnFs69bN+NXPfQaPPfwQ1t+0Bg31dei90YVjhw9bWfoQfaYHH/yg0ItSyonkQE0841L+9Q1B7Vv6trq6CoY0mJgYt3TP0UiMUfcY6oYJ6mjx5JVr19B54waEm/UbN+LDjzyCdRs2YJDJMY96LogUoYS+byXl0fghXGCyeoTyeOL0OTz/0sv4+dPP4MjR49i37yCOHj2JPW/tw+u7diNFH3w6i1Dz588lbSogm3SZhQ3xsV7ieYB6eDqLPv0DA9RtYZQyITlDiU0mRJvmzkEjC8xd3d1ol2xcvMQC8UUmjtvRyiTnyNAoVEw8T/wp4bBy5Sps37EDsqsfpH+Qog1q5jh9U+Ui1/zpf/3CFniOHDuFF1jsOczjNSah6xvnYO6CRSzoTUeKfrQKmbffeQf5oZJ8m+bardi0eQNmzWrE2NgI2ltbcOrUCTz33DM4fPQQwrTVYfpqxvHQwgSykj9l5eQJ+h15Fsvi8SJ8/nOfxLbN61ggjMNnMS5P/Z1KTaC4JI4nnvg0PnDfA4iFivAv//hNfPV/fhXf/Mdv4Mqlq/QdciguLiU/eyAR0dPbDclIOWmhn52/5977iLMKfP3r38BTT/0YDmmVzAIOi1SlLKjNpU1PUv81NTVg/fq12LJlIy6y0PvKC89hz543cfDgAeKwH7//+7+PgMnznoFBlJSVc9xm1NZWU8fEMG/eXGtzFyyYj1lNs/Hmm7vwgx88ibf27sI48XH27GmMMl5IUqbqptfh4Q8/gvlzF1BXLsWatWvxsY99zOrXW3bebIv+w0ODeGf/PvzjP/4Dquj/VFB+SuNRFhnD5PPpqCwrRiN5Yi718NzGBhZUQ/jpj57Cm6+8gs7r1ykPNyFG3A729kHfhKqjrppHnTiL+qusvJx6weDpZ5/FW+/sZ3G5HfuZ2H/2xVdw6ux56rB+jLHIPDIyhg7ylH7dYXrNdKxatgK3ski8YskyLFm4CLfs2IlNlINGwpBlvJ+h35Jg8bOUdK2qqUId9XD1tCro54hn0F+aNXMWqinvFcTddCbXGxtmIV5cgmmVlD3jwHVc5KkDIza296mz49QPtdDLDKtWrER9XTXuvftWfOzxh/DRxx7EiiXzkZkcw/TqCsyeWY+FlIPZ1NfTWJBlJRF5whL183AzCSyd14AZ1TFUl4VQWgTEgyxKQgZeNs2hCTj8L5t1qHcNJhJpzCRscEPop2xPsqAqHTBAvyRLBy9JPz5Lfy7FXADe98lTZ3jUK0CevXloH/PmLYTPmDvGfUbom1aRDstXrobjh+lv5KDibYpzxli46KWtHWc82kcbMk69cejQYajIMMnk9VnK74VLl+mbX8fut/Zj3zuHMM6C3JHjJ/HLZ57Hiy+/igTHZejj5HPjyKRHuI8+pJNDcMwkawPDtE9ddKmGyY836C+PMfcCNMxsoC2IYw4LtzNnzKTdz0L6sbS0HA3kY88LWPQegAMXp05QJzz3PP2ZK4iEAxTHiEjSa8niBZynHq7rYDHPly5dhAsXz8HzHRZmy22xluxhZbS3r58y9Rb6WEDWS1qvvfYG/aJm6CeKT508Bf1Zn2fJl0/+4D+hb6jqz4r8+Mc/pt1qhV6+PHToEGmUgeyACqt7976F5599iXrmRTz9y2cJ4wn0E49ZFsoEjyFfqRCruEv8LJuapu8Uo78s/7eePpNsQnV1NWkGO7foKFurDjsHT4wx/D8pSxrrJMOke0A94jHec12Xe3eh8xzxofk1Rv2ay1N8wOflO+pasjJJPaCci+/61KdpjFM3ZBgTKLGpQquSno7jkDZR3k+is7ODejZL+kxCNiqVmgSn5LoGQeBD8ObIdznCl6IPkaFvJ9vvhwI45Mks4004BmHKVsPMRuJ/CDe6exFQn9az+BzmMU0/heAjSb7Kkr+zLJK4hE9FVEOWTjGGKiIvjw+Popm24uypMxgkrzrc7PjoGLRfl+c+1wPhEH5cl0VB2i35eL3URdq/XhRSv/CkFgr59PdH6Ud1QzGNfMMM9wDuR3MMDQ7gMu3a+XNneX8AaerqbC4Nw/+ElyTja5f+vvCh5/Lcq+s61uZU066r6KEX8to72tHW3kZZyFFWJjk7YAif8KSkdt4YeKRpUSxGfAY2dlJhQn6H/MIe8pVPXOcNn+NY0Vo+bZ5IS1L2xGczGxuxctUaLF62FHpZOQhCVseB443xQFFH5bRa2vlazJ4zF8plZgkJ0QvZoBRtK8izGeK+m/S5ePEKzpw5j472G+wOMMH7aQ6e5HEsMYkjR47j2WdewEEWW0+fOEv5dsgnBiMj49QBeaSZKJ9koXwikcLgwDAm6cv09Pajf2AII6MJcBkEpGl5eSXjtEoUFcWoc6sRjxdTD0zAdV2SMo/KykpMFWBriNcw9NKEXkaYJB+XlJSghvmncDhs5SdN2slPTdC/H6MPJRqnSDPHdbFw8SLr791777342Mc/ji/90R/hC1/4gs1rzZs3D5pHfrdoVk47Jb8tS+UhvpDPoLnAj9ZVTJChHHqeB9FBNA75HjzyeZ78T8BhODbH8yxjiDx5Mkdaqemct+w/YwwcR1xMjuMY3ctRFjS3Wo7PqM8YzZZHnteaL8c5p1qa2tEQ94yDjYMofYSi/x9d/wEo13Xdd6P/dc6U2wt6x0UhQAIgKgvYmyiJRZQoqlfLkmXJ3XGS98VOHH+249hxEre4SoqtYvVeKYmk2HsDCZIgeu/l9jL1/X/7Ymg6L2+IxXNmn13WXn2vNTPXsUXZel/IcoX7l4sllS1beZa5IDllvlQtY0XxQsZYo1AoinWgXc1zF4tF86aU+tEOjgB7x45xZRxzZMYts5KGZX/w7Gnt3rlDO17e7jPmSU1NjGvSeRC+cct9xfpSrYBDRewlN1+gX8N0atGX9bgHoMGUfR7rARXzknauPAOHunlU8Zx8ixUd5DlAO32AiEj7KVsnWLNgvrHHgvfdes8VYE8AeHDN88xjC6ZhQQWPy42zCWvNqavpPTfNt4aFmfWmoWa7WbEMe++WUfB/DV/3jQimfQ0Yz7zgA5SMI9fM/GIt8ox8oBdZRy6RU3wHHzAgJ7Rp0ybHjlt1+eWXi7MieZi59imczem7zGdR+vFhfOT8IsfufKiY8QsdJyHzzMsVf8QY7tE74nbyUJ1dnUn3wIXcO9c261yX7RXQ3d2d/EVXd5c62jsET8EfgCbwABqwV9rgG23oFXlw3rNXrvSrWwYjQlmeKWKaXtCIeUvIcp4n2eQ9uHBttbMGsoKcMj/3yINFTK0XfQDec4VH9Eevid85gxOLALQDY7YnXGlL85n3ufFD/iNCRcsGeMC73PhJkT2RoNQAABAASURBVGwYeAOsY/Zbhopq83kE2rbo1ma9LRZL/6p/yfss2J/VLd/ggx0C2A9zsQ59gNZ9v89n8BD+w0MAOwaNpnGS2sy39D7LlVnGgNz4co2wLTGS8AFgHb3uhZzTnuC8zMNHADxpZwzAMFssx3p1VW0riQvwdQ3TrW67BLT60zdML8CKZb2SGnZY9bRGU/XavwBxCrlMoOb4uAXwMPHFczMf4K3YJ3msadhaj3aAPUM3eMN9RKaI6f2D/7/Cze0Rxs6Q5wUxDnrRhzVrnp99eQIBdpNqum8zvA9D5JnKjn+KbWWFeUp73cjVTYuGmuI948L8UCi9mI/5a6Yde4O+4JX5ZSEqiCs96cRDrkBCyINabQx6PTCOTXONCEVMA+/ZGEIMcN/qxzoRYWI2XgOpmXCIiOR8UQyUF4Rbc2E8pgWuzUa0lPCGgAhtuw1Ft519lw8nCP/0Wnnqw3hwZj9csyw3npnYE8Ro7TE9T8hJkYX/J0HUivc/4aBx1IEAzGGOpqmcZYU0T8NOtp6Eq5Hwykz4iBBzyy/e+5LWc7PHRDLqrM8eeZ5baZiX94nBTjiyhxawR/bOtdW3YeEEd4B7xkPrdifp2m0U6AfdAcbynrUQnIIFj0CDNtagD/fMAc3BHePA3HUb0MnJCQG8Zy9lK36PExr9M/oE9PX1qscBVJsFE5qxTq/fz3VANd+Hxd7ensTXY06cbXvhRd3/wEP6thOlX//WN30IfFRH3c6YMgGHDVh7Z6coopTKpUTTvFhIgWyf5wRf6Ai+pVLRClRQZn4Vi7nyPHwvK33dslXzmhU7z7HzuFfcVvezhqGpgpWHw21PT08qLEdE4g00hn7IW4su8ov3XXZS0BKgD4Y3gQsOvKd/1/l7aFn1Aa7qg1rdSs0ViIhkOCOm16NfX1+fcKwkct/5rnfqAx94f/op3ttuu03XX3edrnIBY/369SkZTF+j4wTVqAYHB72/ce+zlugE7tAFWtKHdeu1epK9pg1EFpnKDgqmaRiJDvSDFuyJ8RFhOjUSNJs2KAZkAtlsyQX3zF3zvmr2hk2PwRjl5gfAPfzj2vACyETD8wAmsv9FAuiFzIIva7TkmCvzA9x7ioQr/cATPvRaFgD4xzyMx26MWU9xrgSg4Es7+2AstAF32pFvAJ4wf55nlomCCjlylCvLc4HvJEGjAcdjpAXkdtDQsAVZ7v5Z5kdhS2b5C3fzfE1fLXGqmkYA99Akd1AsP88sg3mxIObLcuySB2j6ZZKmPYN707wDPLOyJOse4/EFjweKxYJlquzAqSMVHJCRfh88BgYGtG7Dxbp4wwats/xs3LxJmy7ZLH4iGFjvIsjqiy7UAiec+LsqVzgR9g7L3/vf/37d8ba3Cfmj6Hml22+++Wa9zW3vfve7BfATmgSKBH4EH/1OiHFPkEhibJ51n/uNGzeKvu985ztd/H9PmpMAkuCyxwkl+Avf4BmQ5bmwL+DPPoqmFX1yt8M3+iIXZdtInhNwcs3zcCFtSEXbjF4HLz22OX2+ckC9/LKtQj9LxTbzuGgomI6Z6QtFJegfpmvdtpy1mpZV+ZXufRDsbC+pOjGiY/t3avD4ATUnzkrjQzp9/Eg6mIBLl/3PhJNpFfuCcev8hBMhow7aa+Zdw3NP0eb3gyTjfIBV5JqcqomkTp7nQk8rLgI2nEjmAJRnTZ8NLDFO7lkyBN/D82SFzAfZmdqwYb2Trlu0Zu1FWnfxWl12+aW6y4WCD3zw/frFT/yiPvzhD+kuJ8f5hhq863HhQiEfkPu1aOECzZo5Q22mlYzflAtzclHxzJkzOnXipJOR87Rh3cXpEHjSxYL9e/fpZRcHSWw9cP8DevbZZ/XwQw+5CPCwKGw8//zzuvvuu8VPsz322GM6cvCAmLPmZGpnR1uSy1IpV9E8mhgbcSLgsHbtfFX79+3RXhcVTx4/Kg58PJtwonl0eFAURiddKB11gbTDwU5Pd5eyCB86K4mX2AEO2PAeO44ummXJHlJIqzarqvm/yvnC6aSLpzUn4+veZ836WLFtxhZw0G+YBhGZwjxpehK7Vuu+nMyoSmFW+/CJzMGDSR8QR8dHNGGf2HChe8zJ22HjW2wrquLEZbU2pRE/n6pNaHJi1MmlYzp0YKdGBk/qyKG9On3iiI4fO6iDB/c4AXHMyVEKpIMad18Or03LXtWyMu7kNfYJmcemAbwHan7O+xEX+KYPGaMOjI2rJAJ75PaEiynsD/3ZtXOnkyxP68GHHtSPnVz/zGc+o6997WspGQnPh5BJy+aJY8d1yoWHI4cPa2xsVMecsDtz+qS2Pf+snn3mKbU7YVo3T+HZE08+psddHH7okYe17YUXkt3rcLK+x3Z52Im0F1/crt0uMJP85Zu8Y6NjGnUhbqdxOXLkSMKz5tgKuiL/4HnBypXiPZ9oR64G7d8oEDKOg+pSJ+npN9+2ZZHjinlOzHM4HbCdG7PdJ7E66iQB/qa9s0NHjP+gE3cV761iG37k0GEXdQ7rrBN+Qy4qzZ2zwLagzbazS5s3b07fFN5om3jXXW/X+9//vgQUReY6AZfb3sL/waFz2rd/j0ZcwCfu4ZB03XXX6y2332G7+D796q/+ht773vfr7S54YTv5G4pLjR88LZZK6unrUUSY96cE7auWQ/YMz2bNnO3kVYeKxVKCum0JNKqa5pl1h0PPlOWvaps04QRIxXJA4e6YeX3QScEjx4666DGmk6dPqGI5rFoeJ6bGdfrsKY2MDemwC/YvvbzLvCrp6PEzuufeB1xY/a6+/JWv6+lnn9cJJ9XOudjLtwOwU4Mu4FikhO1csmSJPuACz8d+4eN6u+3KTTe9QbSh+6dOnRI8hVcHDx7U7j179N//+3/Xr/36r+vv/u7v9NWvflX0e8FyQoH885//vAtLn9dDtiHzXURZ4ULge971blGI2ezCwmzTe76LLW+7807xqwmd9hPz5s0XfS93cuL99k8k3zZu3Jj4RuIC2Xjppe367D9+Sl/+0hf04P336pmnntCQE6/dXe06duSgHnvkQW177hmtcJFl0aLFet/73pd8EzI1Ztls2D6MY3PM22HbodNnTmupC1OrXVxDvgrFshP6X9aXv/wV/fOXvqT7H3xYX/Q9P4d8z3336+/+4dP67Of/2fQ/q7GJKUWWq9N+IS8UFYaFi5do/eYt2nzpZbriqqv11rfdqU0bL9FNN71JF6xeq1J7l0Y97szQsOApurV3727zsq4Jy+83vv0tF0q+Yz6d1FzTbe78eenDUbv37NM+F8xe2b1bu/bvFwWV4070Vh2fNRVqd2I8U6ZBF/1ucDF76+WXacBFk24nWyqWpWHvl/m/96Mf6v6f3a+XXUQvlcrim0SLjPPhw0dtF85qdGxKTdvJ+QsXa8sll+ktd9whYtPxiQl989vfdvHiW070brc+tend73lP+nDMZ//xH/Xow49oz+49wnbl9nWLXOjqbu9WV1uH8qYlzIfveTNn6/DeA1o8Z742r7lYW13kPXtuSCfPDupVy1PZcfVqt49N1PTFr35Tf/rnf63f/8P/qqcffFydKqjXe5zR3SvkdsL6su/YYZ22bR6xHhDnEMNcf/0Nuueee/X9H/xAfAtroYtFvTNn6aiT1Guc7L7+5pt0qeVr3oIF4lddllpv0dHDlumtl1yi97z7HZrlwuA+84Sk/QMPPqCVtlkznVhebT+8atVK++UNaWxfX5+Lrk/YVz5nmryk7q4eoePYzyzq6vf5qVwqaGDpYq11Ii03XY8fPS6KRRRd0Z/Pfvazttc/kiyXmWQOShd7nVAjFaVqjg0GB8/q7OlT9i0HdPrUcRUdNyyYPUuXbtyo5UsHtHxguY7anj9vn93pc9tvWCe/+sUv6S//7M90x21vUs1xzdTokIvSBW0xDTauW6O5jg22XnaJqSrPfdpx1agmpyou2kz4/FAyOnW1WZ53vrJDzz/1jJ60z3/MvuWJRx/REcvhubNnfB4pWFYaau9sV1dvl8o+k/b29muxZWfBvIVa6GJsZ6ldC+bO0wrjuHTRgM+QfY7fOtTe1a1Cqc1jO9Xp+w7zHphpGcHv883QkdFx6/6leu65F8W3tcrlTl20Zr2mXPQZn6hqyvZxyLZ6dGzY56O6erq7XRSYrePHTyQfM+X9lApl5XlRvb19ltl242sih9Tlvh2d3Zb3SZ0+M6idLlo+9tgTtqNnVcUm20cPJXvRdDxS1aiLzKPDIyrbPpQKxJe547pJdXSWNGu2524vqliSNbGpsuM3io4jI4NqmH/79+81Tkd0yaYNWuni/ZzZM8UHBk7bD+O3Ju3PztgOVW3r0cdHH3tcT7iAeMAyOTwykviCnozYvx46fERNS0kzyzRmezHhPQ6eG9epk2M6eXzESftMkxMN00N+lcyjTvugQf3Wb/07/fZv/yd95Wtfd3HpmEZN23NnhvSTH9+jL37hS+Lvn/LhmV/+pV/RJz/+Sf3B//v7+v3//HsuWn5Xfb09uuaqK/Uex555NBzTvaqJ8WHLe4eQ7XK56PWP6+1vv9O6ssJ7q8kk1PDohL77/bsFXfEvUykhX1dm3MddODaJlecFdfnMjd+b60Q0sT46hC2GHjxreif4nqLPCcViwUXWQzp69JiKeaa+ni7NnzPHxfl+dXd3iYXD/G1ra1dmPrEu5/csy4RtOutYARgcHDSelcRbngH44QnbOWIq/C7rc1+3jY0IRYSI3VpttIMr/VrjsH3cMz/tnH/arJPMDS5lxwdVxwMhCftRKBSSHEdEogvzt+I78iqMiwjljg3Ye9Ox7dTUuO1MPeFSKhXV4/wG4+gLbtyDF/udnJj0/FMqlEsKz7HEdnntmjXqKBc1Z+ZM5QrTMVfZwlsoFB0TTsihssrlcpq3z76t3bRE9k/53DA2NKJiVkj9Rx0DNpx7YL2Znmux516wYL7jmkKi63GfK/jQOh9UO3XqpAZsa7Gfmxx/zbCNrdqGdziebG8ra2x4SNBtynHchPWhYhpRqJmyjBMbRmTWpabqjieJdQ/YBo2PTYgXz2rGg37jjqmzyBOv165dq8WOAUreS93nvmq1piwL60TZ9GvY59YMVTW8YeZtWrOQUX6CFh4cOXZMFP8nTMOSZa/pQwMfvh9xEdzm2fO06aSLxcQIT9v2btu2XYpMdQu2u/pqecny1G+2Y5t5jnfwI23tbapY18u+kt+YtB0bGRuVIjRn3jxtth9aunxA80zLzPKhPDdmMoT1u2J8ZVnvUaFQUtm8yfKCSvaz5DAHbSPGnctsGA9+weLkmXP69nd/oB/++Kd6wkXYo+ahj60+NWUaNv1sSnXGPnjvngN65eWdOnzwsCbggfe8/8BBx3xHxRlkvmOR1atXa6GLQMgxsg+tq95HZJnx6bYt7PR5qqJTPmMOmUa58UYen376af3T5/5Jn/7Mp/WFL3xB+LxPf+Yz6UyxxjzCb1922WUixuMDocTpW7dMl6aPAAAQAElEQVRuTR80WuE4DiA3ds0116RYhHvwQO6xGQXTCDwa1tO6Y52aZUdmQNHr52G6Ob8Z5nFmCtaIrU3vhvVI5lOFe58VuW+4H/tCd5p+Jr+4p61mueOedsCPvETDw2yNvX90HLqULWt9Ph/NnTNXXc5xlgpF9VqH5vocgy4VzBegartNAanuNYuWLWiVZ7l5WrAYRNKf3Pijw9CZtXnP2ugE7VXvs2r6Q2N0h37c07fhPeV55gJbm/1eWehYh+Wtu7ND3V0dyizAfOBrwnmBYrlgyjTM93Ghk6aYsMfTc08lvWTeFtRNZ9aoQWvTJbIMciRaTLfX1OrL+6JtS+69APCKa0Qk+kFX8m70a7ctKJWKmp4Oq99MfXjWND+bYMnVvAG/1O57aMI9eIFT1XThfau9Znxb+LAe7YW8aDtVVMH+BPrDNwA+cgXHhmmIH+I5Z1B80aj1lHP3acfe2BvmrZoH8IR+2LOSbXxEWG1z077NuZFOdTveYDwyi93nPf3oP8vxKeesVatWqaVjM53bm2dbgN4tXrw42c6VF1yQzjX0oTBL7o3nFF+RtwXO+VCoXel4levSpUvTuNaVNZhr0aJFYu7Zs2cL+wMeyOLweRuc6FMoJB/As2laNBIvIkLwkL1mZlREmF9ZoiV92+zrWsDe2DP0hM7wBPpDM+iFDPOe9ohIcs97aA4+5CywPWOOFRgD8LzqOAJ5H7H/GTM/WvMwJ/3x79hv7tEJ2i06iR/shf3RxjN4yFzwMCLSntutJ4VCLl7scVquasmP0g8cmCMiXpuTeVgXvNkPwBrM/Xr8mIs5W/Pwnrm4Mi/t3Msv+gG+TTRu3dOf+f9v0GSj9nEN6wXP0ZNpaAg9qNneJLBs120TG+7fDNkaKOl8ena+D3oJQHf2wj64AhXyoIDtWMX8AGfwioiEK/fsZbpvRezt9X0i6Je7byHRkL0BEUZGSraEOdgDV5rzPHP/zE+Nq3Wam9x2BTnr9hmi3ecP5JL2zLKJnCKT3AP0zfJcWe55cq65ku2CXqZDwwPrvrrR/zJlnoM5iR8igvdZEnQmBpgQoGMLQLZFfDYNEQA2EhFJyCMibRCCtEB+gTwLAtwzt5tTX+ad7lsTV94DPOc9TKjg3M4bP9oZXyyWEs7gl+fTm8odMBRLpRR4o6y5iWHE/C/YpBwrmWEWGAdVCEmGMphIVQvGlI1d3cIlv888X5hIdRvllqBUvX7d/aRIhqJcblOeF9K8rAPO0AJhAmfaWvutem75lXlO2n2riBD962Y4Y7nyLGKalvThPfRiXETQJNqAVhtjecQazMd7eIhxggbc0zfL8/NjC163mWjPmowDwJlr3SecmulTsRJMTk4lJ4my837CyeQJHyQwMAlswDAQGCQMxKAPH2cIkpwEEtqnzI63kYLvYz68vuoEKgn4Z595Rtud8NrvhA/GhU+q8ZMrNejkbeY+aDYcyJAk8BROVddV8YGzUpl0ADxuha55L/Ah9+G4S319vQ7qu9VuA4fSsG/2z337eeXhsEQ7wGGM5CdXaAlhm2qqWCo6qC29BtA+IrxWntqYq2kZgc7QlDWYD2eAAyRo4zBAQZRPTVMsWmpnhVNkHPSVX/CEuUuWVa7M2++CD4cNnBcAb6DNKScooS90rzkoAV/6syZ7Agfmox2cWAf8IkxIr8V7X9K/iDDflfQs9XFrxHQ/374mFzRFRJJtnX9FQO+CWmu1rqzJHgoO9rLc4Zd1pmLDCaQ1zo+jD/ttAe9bc4A778t2suwHmrJHgHueAYzlCj3pFzGNO+NbwHO+7cBz+rN/6I6zhY4tOcUJ40yhMW3QmzkisrRjxJf3zAEwXwt4zzoAbVwz63bEND7sG8B+QAcORfAO+yn6GFIYiCwZWo6M54xpAe8jQjk2KUGmzOu8HiLCPLX0eh7WZB32y1XnXyRKmbPqwJZDGdcJF4HOnjunUR9Ka+YZDrPc0e6EV496+vs0z0EX1yzPRZEKOeYQs3HjRievNqdvbyHn119/vd705jfr5z7yERcQflW//hu/rg988IO68aabxN88fe973+viwrtFIZVAEJkFz4hIweO0jrZZd9sT8JxAMiJMqmlATqA5AK25ArQzF86Y/SIrM2bMTN/wothAQh8b8+KLLzih+bh2vLrDCcEhnXPikaCQg3PTwYIJqDDDi8VSslcNry18QzFXqb2skgtk5bZcxbypUl7X5OgZHdz1srY98aiefvQBDZ457jnPqOlk56pVy3X9tVdr/cVrtWzpEvX2datULglZyh181r0eBXU+ZFByohpe4WNqdk4kvZrmY5t9S5ufcbjj8NZwQqHgUKZcKjhBUbDfA4qCJ7fc8mb94sc/ro/+/M/rQx/8gN7zrnfppuuv01VbLxc/w5dLpnOXRhwEHz92REdcbNluehw8sF8nThwXhYc9e3aLpPCg7fekD8nYcP7OHe/5pDEJj2EffPnEMQcEbBLPSIBAY9p4jz6NuZjFmB07doiiCcXXvXv3ijWedwHj+WefSd/uecRJ129+4+v63ne+reecZDjiRC97R1+wdcg+cl4wzXp7e52AW+lDwnIR6CMfHBL4dv6WLVs0MDCQDvDY4JJtakTYz9fsKyaTrTMJ0sETWiMn5VKb0Fv6whfWaXpMxf69jmJa5s0O1eyDwiftzIlpubjdbjkoFpqqVcZUq06o7mS4is3pqwnN+5qLtk3zqlQuquQDaEQkf2UBk1XYMi3b2Xo6SOJDR52MhWbsmb2DH++RafAGt4gwz4vJ9tIWEZ7Heu837KFo2wvtsGGZnzHGj1KhknnhDbavvaOs0y6KVl2sr1mmTpw45gTxDr366isuhm/T9u0v6NFHH9Zz5tMzzzwtktDnnBCv2W6AJ4dFDmDY5RMu3AEjI8NJ9odHzmnaD/ckXsEjfOzWy7fqhhtu0qoLVqdD4BwXyOAnc+HnkLcRJ4MBZIx9TDru6OvrE7aBQyDAgZAx7JFxLf/3/HPPpWINMrlv3z7Bz5Y8NmzXwBu7UCi6iDR0VidPHrds1LVkyYD4edatl19pPTitaqWma66+zrFjtxjDWHCBvtAP2UH2brnlFgG33fpmbd64UbdZ/9ZetCbFIYec2D5x/Jiec3yzb/cunTh6VOM+yGVmRk9np660Tm7auF633vJGLV2yWBs2XKxrrrlal1y6SR2d5URHcD/mYvbguRGNjU5pfLyiUqndM0zzu+I4tFgqaImLL/hL6LJi5Qp12Hazd5J64A2d2pxEm7Q+VxzLVZ0d89nIclfX2bODpsNJ6/xR8ZPK6Cs+lb0WrG/IDAn7555/PtkH6IpMIpvMPWp+zfBBHnrQDm2QufTMBTmuAMmshYsXaesVV3if1ybe7Nq1S7td7IsIx2w9tk3dgtcc3Jc6VsqzXBx6LnBS4JwLuntsO/7yr/9a+w8d0gnL4kLvG92HR3xog592xMZTzONDaOxh9+5dOmlbV3USqFQInT55TLXKuLo6Slq9aoXmz5vt5EW7lrgwvGH9xnQAZi9vecvt+tCHP6jrbT9/6Zc+of/4n/+jPvbxj+rf/NZvClsD7m2OJxc64TnDfub6G27QnXfepV/6xCd0y5verJ07XhU/n8rfPTuwd58euO9nqYCILTzgAsd2FyfPOlH/4vbtuu+++/SzB+7XU08/pS99+ct6xWN37dxtH9ghiq2XX3ml5jhR2ukC8soLVrkQMM86tCrp0l13vUNvts9FF6E78//zP3/RxZiTLpQf0/DImP36hIbMi0HH4pEV1N3TJxJRyNaIi+PnXHh7yX7gMN+Id+x7bnBQx51E7e7tV60ajjNy2XDplPWcpF7dsWe3E37zFyzUnNnztG7txVpluRtzker73/uevva1rwr573VCiA9PIk/7rQ9f+dpXtGvPLsvxmBOGneZtp0rFgmbOmuECzilNjoyrZhkvF4oaMb9r45P6xM9/TLP7erV6YJku27jZtrpLfTPmatQF1C9//bv6y7/5tD7/lW9qz0HrV9X2VEW1F8uaN2O2lrhIB263u8D7pltv01U33qAFywa0+YrLtWzpQLJN6DY2M8tzTThRWu7sUl4oaYaT/cMuKOJz5VeehW3idn3eRf8f/vBHuvvuH+s73/2u9ea4+dRumbhJ2KT2jjb19vZoYGCxiCsee/zR9IGiT33qUx5zt/B/6BD+8eTJkxpzgjr32RG5v4gPsS1YoEHT/8GHHtCXv/JF2+Md1tOKmo4VIsI2qStBRKY2FxUmJ8ZUnZrQMq9n72PbNWXa9qizo0NrXfC/1gX6K7zfanUqfftveHhEz9jvIi+/+PFf0Ec+8mGNDA3qj//w9/V3f/O/9NIzT2pOX7s2XrRCxfqEstq4Zna1ac6MLl116WZtXLtKb7jpBu/3Rr3vPe9Ncd4db7lDFziJXfQ+Vvt69ZVX6KbrrnHcsVUrli1PPm5ifEynTp1IOBx23LHLNhEZOXzwkHa89IqLr4/r4fsf0MF9+3Vo34GkPwd8JiQBVi6XbfdKmjl7ttptO7t7ehLN4VtbuWSZKJmOY7ryqqu0d89+veQk/44de/T1b31Pz7+4Q/MXLld7R4/Kphc+OTMvgbJjq66uHst4Q3b3GrX8vbp7n15+ZbfK7d0an6rZHjTUzHLxAepJn2Uyn0dLnqfN55NCsaDccoO94FcdsL8zZswQPooPgxDjTTpfUTfvltieLR1YatntVzOkJQNLNG/+gmT3MvMS/8gHEd5sH/Kud71Tq2ybqpUJdXe2a7n7Lpw3V0sWLUg26+J1a7Rw/lwNO3Ytev02xzltptE8+9OJsRHVq5MqODZtK+daMG/W9HuvmTmGKRVytZU6NXfOYs2du8QxwKiGBu1bRkK7Xj3qmHBYTXWrMlnQ1GRdpUKbY4Dn9YPv/VD/8PefSvI+Mjwm9B8bsXLlKv3qr/yabn3zbdanC7TUca6FVff89Cf6zKf/QWMjg1pz4UqdPXXM/uWoTtn+trcVtd7+rkhMXSoqKxQ1MVnVi9tfUa0etg+T1p0R76Eg/EwhL2jA+o9dJ6477cT0hG3DiONQbP+g9WX//v3CT/HhqZdeekmtOHV8fCLJTk9Pp/WyO8XMI7Z5B/bu0T5Dh+krv+BTxcWzKfMYf4ldgLfwk7M4MQbyBj48H7etKNg/0gc/wzPeR4TlvWESNFU2T3geYeJ7jabj+YhQRCSc2ixDzEcfbKS7iLm54kfZG9csy5INwL+CV8S/rBERYp6K8R63jtGXMWGZYl7et8ZxPXv2XNIV1o2IZEvoA26d1q229jYVLNez587W/oP7VbOvrE4OaWLolKo+63RkdV8HVR0fcbgbyvyf6+WqupjWaX8Ifzo7OjXLunrp5Zdp5aoLHAE3NOLYp+Z8Up5lac0O9+3t7RVrgjcxG7SGX/y85DhFzixP+x4aGtKYi34Vx4Kj9jGcWU87t1RxDmjM80KnpudWSPAgzwpauGCR5s1bIM646ALkcAAAEABJREFUUx43bjnYv/+AxnwmKRZL5k27FLkGzw2LX5Bp2KdR7D1hvycH/nmeOcxv2J5WxTOrsJj7nH32cRdNm16MM9CYaY6vuGjNGg0MDOjiiy9WnmUi1hrzHsI8J4YCpmwLWH/QuPMhhzPmRZ/9VLXWtD+bdGGx6jNnXT+59z7d/9BDeuyJJ3TOZzV+or9QKmrU80065sN+8EtR54YG3TYmzkdhHZnnAia2KWyj6NPR1akFjrn481mXO9680P5lsfVz0OOgKUVVZIVC5uDgsOq1unLr4uLFSzTbxb0OJ5y7+2e4kCpVfAiquJLKB8L4O7ovvrxDL+3Yqe0v7dD4ZE0lF2frXvRZvpn+ox/rc1/4or79ne/pwYcf0fNue2H7S/Z9+20/jvn8t0cHbffPma/dXmOpbSN41xyjQ+N2y8Yy+43Ozi7zqWxdKZouNY2ad+y1w74NvJEd8g4XXXSR7eUqXeHY8gbHYbTleZ7sAesM204wL3HlfNMIXYuIpKO0o6dt1sWIELqOb4SXxKzk8VgH+Rrx+caD7F+7U4xfNk867AvK1hc5oA4LiV2LiraxBd94Bfli8J33Bk7gjaxXrK/Y/EUuVIED9qOUfFk56Qe6AHC+AZ8rrrhS0Ilx45YD+cVc3HONmNZl4uELHC9TUGYce8B2tRnP9va2RE/wqDvXjC3hnvXRfyAiBC4Az3LrAc/Lpg90g1YjjvmRoYplEV2ccPxR9RkyK3hsuWj1qVnn64pcqjWqamIgoqkpxyAJf/MRfR4bHXdOedK6MmWYFPsALzUlrkDDdGtY9qah4V3zzx184SxaNQ7YsoZ9W8N9GVP1Gafi/HHV+lb1tWJac635vl6reu7aeaiLMewvs856yvSeNoC5mtbfiNBrz/1efkVkYlxuOYuINC7zFTmC3u2WYeY4ffJ0Ol+hb/gpPuSDbSiVSj6ndSRag98Jx9Z7fb456Dj5jM82tGEruII7fOb9qHME5Ot434oh8XVHfL5ErsjX8Iy1wZ21AHIIyDHrgl+nbQP2F0g227af+BUZ6+vrS3EJ/EYf0Bn0AEBeKb6Sz0Z+0UVow/yA/GINxgKshcxAJ3BqAbQFquZNxTxs7RNeRoR1JhPzRoRVrpniAPowvlgsJp/HlTkYw5Vn7Jm1wAFewCMpxLciG5Z5cIQe0DHJsc8ZXLER0A07zTp8QKTVB7rzbNJ+pGLZYr3WWhGe276j4n2AD3tGZ9FdaAvNAeQBOoBPXigkPYyIJPOsD++Ia1iTvQDgCu8BaMFYgPuIabqwX3Cp2/4wJt17n+D4emg9k18R8TraKtG2Wq1b7UK5/UhEZnluCn9Qs09gLNea9wmk9w6YySPXWOs1qNlOVzVdQ6tY3yuOm6uiD2Ma5+cCR/AWL6sy7+v238zdgtS/pc/WW9r5sEJrXEQIOrQgIsSL503b4eZ5Pc2yLPVDHuABPEGmOzo77FdKDEkQEUJuAPSYKwBPGQtwD/1pByKm1yza/rfbPhYtl/JranIyxS2Z79PiPACYpAW8B5iQBSOmJ2PjAEQB2EgLaH898BxEgIhIitLqGxGKiLSpggPtop0VCgGgtKzNuKaJxTwQOCLEi3YIG5GlOafvc+UODgpFG3gzpmkCIwBhwxlhJTgvBAhrRCgilGW5DVzB15YyZ27PJAcKdQcTU1NVTYxP2fhPWRFqXksJ38xzNpLRnzb4rCW/IiI9jwjPM73f3AYYGkJX7unLlf2heLTLL/BCkVEwAjP6AX702r+IsOA3Enh7xrvg9QrGq2mQ26evUqT3CG0z0ULp1fB9xQaCtSo2CFNTFe+rKnjGM9ZL4H5cG6Y9uGIY2DP9MEA4i3MODjHwGIeaFa9sh9Hf0yMOe3UfVCoOuEed0Bm1ARsfHtWUEwnViSmFlSz3vDUXdWp2gAQmZQtowUFJbjkAZBbkeaZCsaCSD2Od3V1qc9IQOuamJ7hN+oADrTCM4DBpoWZf4ALQj/7IEgaP4IpD8Bvf+Ebxk7jXXHONCDjnO3HFc/rRPyJM0zyB/GLPzMfcrMOa7H/QhzquDTOCTxTyKbrrzheY3uqEzm233SY+UYdDQqFbTgz5hu8oeouuzJ9ZpthXC29w4Tn9I8KYyDxtir7gAl4tnnEPML5h2nJt+pruZZlwuNNMUJ/mtXFuGpi0NQf3NEWE5SpL+wcn5BQ8ME4A7yOQL89onUK+Xo8T80ZMz8F4+QVuyBsA7vRnXdpb/ZvGs/XMQ177FxEJH+gxOWU9tKxlufGzvMjPSF40TJ68VBRFQQIHeAndGOMuac+sDbAuBWwcP89pw3ki19zXkF3rBo4f3DLzhT2jp9AB4D3PmKsFrb3QDuR2oiUfsIulkliHeeQXz7BLNTsonHgF52HnaD8jm51pyExfQ830ZV7W8FBv1+1mEm3QEOAZwLxA65m7KUwjCkVcoU3kueeP5AD5NsmQD28UVtk/Y+HliHV2z549eoyfb33iST3nxPpBJ7Q5hIFrmB7sq1Aspn2xN/iCHoIjsk2CiSANmgHQmvcEH/SHftAjrQmiHti67/bhiefsA3lgbxFmsPtwzzgAPYmYpkfNNmXStgUbkEemmTP61d/Xo472smb0dWntRSt10w1XOwl0k95084266orLtGXTRq3zoXiVDyPzndQccGJwpZPXS53IAf+Vq1dpvgvLZTvOKQeAE5a9moOAc0Oj2n/osPYfOOAE+i7tdXF1j2Hnjpc07oRseyn3mt1aMH+25s6Zqc6uDnXZfpXaSqa9ddg4860BvoFUQZazXNBUflUte/Cg07Zu3uxZ4tujHT4UtZUK4id75s6aqSsuu1Tr165x4q1D2E/gqBOWp0+d1BNPPqGHXKx8zEndhx95SI8+9oi2b3/Rbb5/9FHtckGDIJ5AjuTAyy+/rP1OTHF/1AH6qIP3YR8iCfJJ/sIHeFAznnXLIjzinmtuWQKm7ENy+92KcScZesYJiN2796RvPW5zsZSfq6WAeu9PfuwCw4Pp54b4timyxNzIB7YRYD7eF6w7JodYH3mijXXpj92liHDIMnnWawG0IxORhVKg6eJ23TgzH3rV1t6ppjLl1se8WFah2KYsy5M9reA3zNeC5W6Gk0K9lp3MesOhMbOsB6LnAyKHZ0ubZwGzaYiIpJP0gybgAZ2QU4C21nvu/08wAsn/EkijgyOmPTLcGkv/PM+FLeMKQBuuTRu9iEh2mjbsJ/aL8Rw88c3wkCSk/IK3HOKgI/Nh77jHh6G7yMSID85jlgF+Po+fiOXvoAIPPfigOBgSOE7Z71atC6VSMfGHZMamLZu0aMlCzbMvnTVntvDX7Q5gsXMHzKeu7m5hA9D/5cuXOTk7/X7WrNnpHnzApVQsiU/WXn311elDGHfddZcusH5u3bo10QAadZhP4HzERaoD1sEzKdk6bn5mApfWJ9PxvSS+2lxYRIY6uzq11AluEn8kbnp7+xxgIwtljTh5B5/w1eg7Jgkac7Bcs+YizZs3V3xDt+JEQtPF1wEXbua5ALN21Sr1d3VphueecNJqYvicdrz4vBPaE5JlcPDcaevXHm3b9pyv+5xcOqozZ07rWRetZ9s2zJ8/L8UId955p/hZz1/+5V9xke5O8ZPcc2bPSYcweAp/4SsHaXQVOiBrO3fuNGelKfODfsgLvKzZHo47AT05WbF8ZvZ/mcbHKlKzoLrjWuaqWT/oHxGObyfF/pGRNts7JkWmkQlgt4ugDzzwgL74xS/qH/7h7/XZz3426TcyAQ/QRWRr7769woddefVV+vDPf0Tvff/79Iabb9ZVV1+rOXPnq1RuF9+imj1nnhPsm5zEm6cjR4+Ln3G8//4Hhax94xvf1Kj5wbdbX3RSbv+hgzrrWAsbg/wgD3zTHiCu+pu/+Rv9xV/8hZDXGX19Wn/xem1wknPJosUqWH9XrVwp7vkm8+YNG/XhD3xI1193o/hmCvvvn9GrD3zgA/rYL3xMb77lTeq133jyqcf1rW9908XfXS50DybZvflNb9Tb7nyb+9yieS6MzLbsvvjCC/Yx7fo3v/Hrev/73ivkY5aLhZvtWy7ZvMk+53pdat3YuHFDSiTPdQFk0oXeA/v3utB0xMndMxp3gQx9nTQP0Z9+2/3+mbNUauu0nWrXjTe9UYsXD/i+bNz6dfH69Tp99pSefPoJZXmufU4a98+YZT3q1fLlK3TF1qssU1u9XrcjvtCUZWHYsfeqCy/y2DX6qot2L2/f5uLCbvHBmlkz5+j2t9ypy7Ze48NwQ+2OV2abJtstxxRjdu98VbNmzNB8y2ruBNpL9ic//M639PRjD7tv7mRjl85aprE1TdtR9AsYnxhX2B5P2V4Ubc8Xenx/f5+Q3c6ebhXsM7pdMC5bJhaYnv39/br3pz/Vfhejn7Yf+8ynPq0vf/Gr+vpXvq1XXt6l48dO6fDhY2o3XebMXaC3vOWtmj13vpbZPqxat1a3vfUOnR4e1L0uZPPt+7279+qIbcRDDzyoL1lu+VMC/I3h3t5ey/uUTp85q507dzk5XEk8HDp72ipb0+KFCzXkAgw6coGLR/ON20Lre2dXr06fPquq6cl5gQ+ILfSzhx+534njXX52QvPmzVNHZ5tmzupPdv32228Xic6+vn612wct8jz9vTM0NVHR/ffdr5dc1G7Wa1rqJPikE/WTk6MadQF0zPzCfvX19SXdbiuXNGW5Wex45ELL80WrVqvP+LSZdnz7/frrb9DGLVtkl6BHH31cUz63brr0Mr3tne/SRz72cV207mI9v22b9u/brSWL53u9hTp59JD2vvqyhk4eVUlVrVq+RBeuWKpe49/bUdI5F8RufdNN+uTHf0F33vEWF0Ff0t/+zV/r29/8hg4fPODYY0JnTp8QP38caqjsBO68ebO1efMmFxnWiiLghvXr0jeKrnTB9aqrrtTGjesdG/Xog9aVf/zUp62LH9DGdet0sW1s0zHwsWNHLZMHzZed4htmL2x7IV1PnzqlUfvGYRcUR2xj2+3H77Gs7LPsr794ky5as0GrVl2s2bMXWO771N3bp/7+XvX2dgt9nGH5hWfYC4qhs2bNMa8WaO26Tbp44yU6dvyMZbWkzDLpY70iLyrzWbRQLqvN/qZ/Zr9mWS+lps4OnbPO7fVZu6ZCnpnWky7ajKrd/m6G+5TaO3TCPuns0JBGzEfiRn4OdNh+tcLZ2/s8eOSwHnr4Yd3vGO3BRx/W0ZMnNGY9qfkZvq3i8wexDzZ6amrKe+kXRYSLLlqtDRs2WL8v0zIXJW6/7Vb9u3/7W7riiq2a69jwks0bbf/WqKujrHHT64gLZGfOnNTwuXO64dpr1G/ZDzu3GgVYJ7zHhgc1ZN2t+wxSd5Fnx87dOmI9q2cFdZhmo457S92dOuHxL72yQ109fd77AXW4gHaLC8HrL96gi9eu06oLVmqGdftWt731Lbfpk5/4uD75S5/QL/p6xZVbXSw9Z1k5qUHnAkZGxjTpWJVNxMkAABAASURBVH3O7PmqVuqGqmlY0blzg7YjZ93vjIhTKZSePHlKZcv4iPcy5kIafgZ/1N7errOO/bDfy2zz4Kn8wm+gu6dOHfFcJ3xWnjBeXdqyeYNWX7DCa5zzWlPqdFG9vb3DvlHKsswjZRyHU1H2mItn8IC5eTAxMeF+4blqthvweizNMWp+NpwnAYgVJp3vmB4TyZfCw5p9LPzDJ4+5qMA99g9fy9wRYTlqcGv73a02+17GMB97ZL5WX+5Lts10ph/3EZFwoz940KfpDp2dndaF2QnoSzv9W33AHWDuiuVu2OfAU9Zl/FAhD9OsW7XqhDrbi5azRbYXi1UqFdTjglcxy1W2ntQsy/KrZhoUfLaJYlF5uU1847GZFVVxwrbq/M7pE8f1lO35gw/cr52v7kjFBmLzcqk90bHHMjli3u5x7HDk8GHb+EPW4U7NcyGsw7Fbm+ekADvq2HTIZ1PiHvZT9fqcl6QQfebPm69u83Xu7HkqldrU3tZh6FaeYTurhNqmb7vQq4rlHTmqnNezDssC9J5yAp1vXx5xzDrs/FbN8RPfHGxYL4dHR9T0XrEl6y++OOnhwMCAKMhXrKMl779cLmvKhVzVm2q64FNy7mq55W61z5KrV6/WoPUIecusXyXvbci2fqbPHECf/V9EJDlMcmL/OWX6FW1XS4ZDx47oMdPxnvvu1Qv2G2POn1WNF/RHgs4NDaZfn3nyqaeSrR+z3Pbaf2T2vSS8iz4Ll3yWHHdRGt8GICfLV67QQvu8OY5xia86bO9KhWKyOW3GccDnYYrGa9es1coLL1QzMp1xMXbCtGlErrYO07jY5tihaXs3qaHRcQ36jHzk+EnttA9+accuPfv8i3r0kcf1xBNP6xAfhBqbUrFQUl/fDLFGnufqs/1Y4uIvdnq+eQ+dGz5zyi/wgucjI6NJDwuFguAjPAN3Yjlye/MdYyDjJ0+eFB9iQpfbrFN9pgNrwG9kPiKEL6CgxBVYsmSJVtq3LrVdhVf431tvvUUf/ehH9bGPfUxvfetbtd6x19y5c8VcQJf1rKd7Wm9L5j+QO+Zp95ptpbL1p0NcT9uO7XasMea4tuz2EctxNENNO5vBwcEkF+wJHZ3yeZq9QQfw8vbTniPc37Yb/EesC9AEnKfjmclkmzLbMgDcZL3gHmDuPMvFC/pAS4BnuWkfETxSmLesXbadQZZZo6urS4xnHGszjs7YKeQUnIHMc0SE0M+ac1v0KxRsE/KC46qmqj431W3vG9WGmvY1WTPzOamu8H/yvgDGMDd4sT6y2NXVaX0uuLmpPMus0232b10pJof+HZ3tare/KzlGAnfGGo1kV8EXnoMn8s6zgmUnItLztJ7vafcC59uUrq39coVGhbSXXBFBVzVtC7DlZ86c0X7nUA7bdqWY188bjoM5fw+at5yLkMWdPquRe+E9PgXg+ZnTZxw7nhbv8WmcqcjFMC/AewCZxi/Be/zJSccMyDd9mAdorYltp529wxsQjojkl/BDBw4cEMC8PCuYJtAbYL+Mxz7SFz53O15fOrAkncXRGfgC7VoQEWrRkLYkA/Z9jIUHAPfY3Wm7XRV9qpYH2gH6AIzX/+XVao+IxAPWiwi9vh0+AYhT3fypW7+q9kOTjocrlj98I/ag03rLXiNCNmhqut+UbTj8nLDdhQY8R/7pC33AMdHesQh0pT8wYTsLcM+4PMuSbWIMgH2Yb3tGboJzPXYK+4Lu0s65Bx7l5gHjgYhIe4wIGUHDv/4HvvQDeAItgAj6e4QJwDPoCd6J1vZ5FcdzFefpyJl7AbmbL9k0ZLly6yq+KcK6aR8GzcgjcB6ZMg0l5ofmso40E9Qt66wFH4DURVIEfenXSPYLHGq2CzWfn1r9I6b7RDBn87V+9IVv4N/qK78iC2V5psw0BvI8P78OnFV6RYTgHXzGP9DIPPAMG5BwpNHAOhXThSt9WAto9WENAD4yJ/MVvCZ9IiLJMHzHV2U0es6EEAMwRgDMBWgDYfq0Fmjd857xrSv3PGtBxDSBeM48LWB+EEMhEVaARGqPFRbHwPsWQBDmI8hjwwDzRYTAKyISYWlj0+DA/KwVEa8xO7eQsB/G0GfcAU/VQiXzoOKgDCKnua2AWeTK3T/LzCgxRyMRjT5jDhTGxiZVcRAG8VlX51/ZeQZzjZgWEtaiX+uamxE8B6ABgLKCG3st2dGWHTyCf5bnKvse6PDhpc2BDc+zLJeMV0QkJ9dmx00b64AXzAXYzzTUrDRNRUSilfxqWCjLpXaVvV6xWErzFIsFlc470eJ5x1S0AwFH6NHaA+vUHeTUrUR1O8W6k3OVqZoPSJUEOMl2j3PWQXUHp7IxKzTlALygoveUZ5kxUFqTuVvOumnaE2TDk8y4QsGGFY/2zGMQZIILEhYcnkhScMAkkOKAuXHjRmGsWonYt7zlLXrPe96jd7zjHekbclwJkPg01wIXTzo6Opy0GxXOjaLSqAMd6Jcbxw4b27b2dmHgwmsXHChxqO6bOUMkgjLTiuLdzDmztGzFcq3wYXKJE7UddvzjDnIptFCQwsligKEZe4iYVkDWQXbgHbLPviAKfZEzaA3AR4BgvZoMYcUGp2qnWFPDwXrTSYym6hLJ/sxE5hpNZbmbMinPI0GWhaYhsxxIzN20JQUiQry45wpEhPuF16mnvhHh8ZnnytOVvej8q3reGLXmjAhl54E52TvAfQvkF201O1xowR4bxgcjX/MBoWr5anqOKOTeXdMJwWqCqo0xxcGGx2d2PoVSUcVSKTmviDBtaqrWqkne8zwX8tXpJAf2hIAaowfQjtxBe67IFvKA/KN7AOOB1l7BHXz/z/3SDgjBlRLdGCe/2BO4miAK7wW54drMTF/jV/ee2W8d2W82VPO+q9DENIUmNe+XuSPc3wDNWB88PH3iRUQkvkRE4hd9ImjLZFGQ/5+uHEzCQUOusB4WrI9FzXHSdqEPof09vUJ8JsbGfYiuao4PeDh/vv13+eWXp4Qg9oEADX0hmBtxUDHqhAL8Q44B1oZeEV7DOlM0RETiB/uQX9CGdmg9rV8hmR4J8kyZxzCPu6Z9wYvMzyMy26c2N2eWSXmvTdVse2oOzut2/MVCSZ3WaQLs2U4szfehZ5kDwEsv3aJbnCS/7bZb9CYnxG+//TbbhXfrk5/8pH7t135Nv/zLv6xPfuIT+qVP/oo++rFf0PucWL/LScg33HSzNm6+RHPmLdCUfcWk/YSXU9U8Ghwe1akz5zTsA2yTbyTWp5yUOqHK5IiWLJzrBNOFuuG6q3XdNVfZJm3WZZdv0eYtG8WHN1b5YL3UtmKGizFZXhRyjnzOMC/wgV1dHU4KdKm/r0/8HO/mTZv0trfero/+/If1wQ+8T9dce7XWXbxGPb1dKvuw3tXd4eTtDO0/sNeJiIM6cfK4TrmwCm58G2T//n065kIp/DrrxNnePbu0/cVtOuV+Z8+cStfDhw44KfqyRoYHFVmWAnt4i6xhf9ucJJiwzxz2IZBgmLazPgSMOhngDWjcybEx23oS96Pud8LJxJM+0PKtlMNOTIwiK4ZjPnBUnBQuW2+blndsRs2yfsYHEgJ3bF/d8o98I1fj4+PpoHH8+DFR5FVmvtvunXIx4ZyTqtUGdmFKtWbNdqKuvJirx8UQ7GlvX6/Q64J9UWS5CqU2TTqgBqr2XTXrXtX+paFQZrkLKfkD9l1ze9l7LhnczfLWkK2re2i6b4Qi/jVkphtjCrZLdOR9ybYpiyzJf8O6lyZphh9nHp+rWGxTsVBWnhUTyM8ipn0EtCBIhwcN24eISD4T3QE67aPmOXlPMM5afiyuQKs/93mei0PX4OCgOIwhD8gI9K/WKhobd4LCMlw3LcfGRzQ4eMZyPKFhFxQq9mV1+52mbXK6t229yEmh6667Vm90kWzZsgFtdAK3q7tT4NPuhI03l/AYtT+Fr+xhz5494uBGUe6kEwvwGntRsE3EzsFr8Ox1Yq1pgnOQ4+/n8q2TsnkwPDysZ555Rg87AU3boPdCEmWDC2cXu1Bw2623JV6TgGDuYScb+DbAYeTeMoS+dtjGYXvbOtrVsJ/sndmnYkdJbZ3lBAXHPIOW55JjLhJR0OzZZ59NCaqjTn7zwQM+ZMBeSPa+4uTyI48+opdfeVm79+7RydOnNOHk17CLIiO2ixxs2TMHY2jQ2ttsJ9zZO/M999xz2rHjFb344otOND2hV1991QWA3lRQHnCibtasWQKWOslEzEPcwmGWuZABbPF+H+Q5pEtN06AtyVrZeymXyynB0mhkyW7Wa5arSsNtldSnbh1oWK5q1jd4x33BskvCkjYO9sgevAH/hmWAXxGBLqwH35DRiLAsh3Lzst8JePD5Oxdc/8Nv/7Z+6Vd+RX/wX/7QxeRtKWZmHWwd9h0asB/4PWfOXOvmlKHqQuFZJwOf18lTp9XheGrQNodvb37DRdYR85U5oNc3vvENYR9m21cR2y11EmzGjFkqlsrqt23lZ+1vuvmNKjtReuzESQ05EdfjolbR/A3JBYGOJLN8i/5P//uf6FOf+nvTZtzJvZIWLVqgVReu1hL7j4WL5uu6G2/QsmXLNGDYuHGjZs+ao1Mu8OzZvUt7du3UX/3FX+j5Z57WRz70YX3kwx/WNS4mX+kiwiYn3waWLtadb7tD73vvu9XupPO6tRdp62WX6ELr0UYXWSmS8W1NdOEfP/uP+rM//wt967vfU/qbld/9gf7Tf/w9feELX07fGKOY/sMf/lDf//73Ew8j2EmoXOow3h1OKnXqlPWLQ3DRRQh81eGjx+wTTrtIctR24LAuWLlE8+fNdsK8T3Nmz9UPf3S3/uef/aW+9pVvqK/f8jajX6U8NMPnscFzZ9W0jEzZDlDkHLdOFxwoLF00R6tceMvqU44h+rTGeynZzqKn6Ag6OMf+tyUfk/YNyFMemfr7+0Rycpn94BtvfbMWmcYTPk919HS5pNdwcXNCR04ec1J22EW7IxpyAfO0E7Mze/s113xtLxWc1G/Xc089oTxvatv+Xfr6PT/Un/3932j3gf0qOfE8e8ZMtUWuZS6u5U4CzLRcYouvuOIK3XLrrZbJP9Lv/t7/K75hzAchiY1udyGoMjmmz3/2n7Tt+W2ampzUyhWr9Iab3qTlvt5w4xu0+qI1qjnWOGK78vjjj9kePagJ28+wTzp25KCOHz8qvpGJLpTs45BxbPCyZct11113OQG/SQsWLNJcF4Hf9ra3C1kiCTdkXzZ7zkx1d3fo9//gd21TN6XCD/I+ZX/J+ffc2TM6dOignvK+OQ9cvG693vCGm/XKS6/oG9/8lu772f0u9A3rgx/5iG654w7tN9//6u8/rb/6u3/QPfffn+haKBZcrNyn2bN7tGDeTPX1dau/r1+FYklDLnQtcDL6pptuNK7vVH//DB08dFh//mf/Q1/8/Od05tRxtZeKKrqgHlG3/pS0Zt1qbdp8sS50ka/TdrVandIFTs4CtiHsAAAQAElEQVRfZTpv2bJZRfvEedbPJYsWalZ/rybGRjRrZr/K9tP3/fRu3feTu9W07ymXirpi62W6ynqzbt0abdyw3n2KWjawWFe7/W1vuVX/5td/ReutO3UXAy5cvUIr7XsmbGcP7NunJx9/Sjtf3a3dTt7f52L6Y489Ln72mm96jTo5xjcLKTacNg1PODbCVtfsj09bts66iDfb9met/cg6Fyo3bNqstS6WDCxf7thvbkq6Y28jQpV6zZZDKhQKIrbAThbsX9HCmu3pCetelucu1nWrLZ0fc006OX78xAnT8pCUhfp9hqR4UnRhI8tzjbrIdtK2ZMjxEdC0He+xPy1YB/PM442/7BM5Cw+6wHPKxSm+LTd3zmx1+Gxz/4MPJL9x2rEd/mPMhalOty+3rZo7Z45m9nVZlof0s/vuVqnQUE93Wbk1beWyRbr9lpu1ecM6XbByQNe42N1eLKhqfNutQ+ARxq/sfQzZ/7Y5th4aGtG999ynz3/+8/qd3/5P+qv/9Vf6zD/+b8veA+JDMT/56b164qlnUnF6+8s79dAjT+rJp7ZZrmfblq7Wq7v267vf/b6+9/0fCro3pUSP5akgukQ99tG5cZiyPTjl+PKs94u/IR7AtkSEJq2XxBb4pBUrVojzPx+Cwg+sWnWBbWBJme2C3YAWzJ+lyy/dpKVLFpon7coLuSYcq05OVq0PU76fFDw0GirbX/b39SV/GxHKvXd8U7FYTL4rIsQ9/VrP6j4L0Ed+VRwn4S+bzUaak2f0i4gkK52dnWl8qWT8skxZlnuU7JtLyY8RL4BL7nXZG/vM3C8i0nz45yknfGnjyvz0GbUOcN+0jACj9pHMhY8m9mBOxuLHI8LrZmlNbBP9y+Witm/fZtt1TJ0uSsixdGY57e7u0qzZM023ThVMt6Ya9q0FLV68MOnlgGMS7FXTtu+VHTv04ksvapf94av2h/tth8ExLMvtpYJ67cfbTd9SseTYsupYfiz544KZxIcM2iyvYxMjbh9UrTKh0z6bnDpxVHXHHOMToxoaGvKzEQ0O+rnjFc6Nfb19mj1rtu3kYPr248njJ1AT07pDeeTO2dU0ZVmOyNzeVJ4XNNd6vm7dOpWMS5vzaRRrwzF30TSfdJG/MVmTfNaru1DY9FmhrVhMPKuZz/32IXXz9pDPM8Ru+213Rq0X0Js/G3Ho4CEdPXLUZ6gRDTl2nrCvXGAfeKFlcqXldPmyAZXN+ymfdyqGCftEziSzXPzFV17gfpxfK5Z9nX8ddtyJf0AfwJlv/q666EINrFyutq4OTVrmsG8N837Uen/U56QjR49on898hw4fEjavzXZ5ynZr0PYF+4WOdblAdtx2ZNu2bSLG3eEiN3LHsshExfNGhCYcO58wXc1Gy0DB8jBLkYUapgN62tffJ4qx4LV6zUX2jxdprgsHPf39WjwwoJWrL9SChYs1w3HZ3LkLBEQULO9TGp+oWAcr4tuvFzsOet+HPqA3vOlm3XrHLbrr3Xfqdl/Xb1irhQvn2Qb3ef1MExNj5mtVuXlZPM+bkmk6x3aOnwG+8cYbdf311/vMfanm2D5OOm7BdkBT7HWHbRj7RF/GsLs+o+53/EyxCzpzXkGn5vpc1d7R5njpmPDzu/fsFuvMcjzeZxvBPfNRNOUem5De21ZCW9Zpc16Wa7/9aL/pgR4eOnjQ/vdAkuMzPiND3zwy8S3pA/v26+D+A9q3d286DxBfgitzoPMt3mBjaOMcAu49PT0asGxBD/QEvav4HML+APqz36aZWLDfYmxEJJsCTjznSh/sBPfQi7mgB/aFtRkLPkk+LKMTLiIxhv7jlhO+ABQRYt+0s3bFOZO6/SJrEGNVPA5gPiDPcnH+58xPAVKONYHMtiaPpsK2JSzb6Ge7Y+dO07fT8jz9AfOSSsVC0qkOt/d290wXWM1j3rfbv8Ib8I4IRYSnbgj8AfZK3o1rC8A7lKW++lev8LtmGk8fYmLGuDG1QXPo0OG14XVXd5fgWUTYBk0lgI7QFFpFhO1Ue+qDX+OceMAFTvhJjA/tWjhC50HbPcbStzW+WCwpt90aGh5KOWzOgsSL9EF2sFP4TvwA8s1zcGCuVh/u8RW8ZyyyzzoAbTw/aR0ZPHcu7RPZnmfdGBgYsE9dKnSBfYITc4M3vG4BtAKgVevKvgDaWv2gHUAbz6BrBDRX4hdjgdc/b/WJiMQv8IgImtMYh3e+z8S14f/VDTJvm4aGbX7NcTz3Nctczfax6d4Ny1rN8goufpt0Hp4i0xGRdAbegzd7hUYAewegw7j1gufso91y2d3d7bimx/F0fwJsFR/IwJYQV5Zsv7AfResm/OSeK+s3jFvd+DBXRCR+8wxdR65bwPvWPIznnjae0z/Lc2V5ZuA6DdYEWwTJxFMBW2o8uAKMxd+wb/YAcJ/b7mZZbvpKjQYUCw/3vFlBmSEiVxiYuGHcoSP6DkCTKr7V++EZe5JfEeH5mgkiwi3yvTx/PdGbOer2vwA2oul1I8LrZYoIg/yanoN5/cbjm6qZpy15hjfoEc+yLBM0QnapBZAr5AovkG/2yv49tVgTvJkH3lZtv0KRbBzxHGOoQV133XXKmDwiEmIskiDPXnsfEeIFkkzKxiBCRCgiUj/eA/SRX5mRzfNcAPcRkZBHKEGUK4iAOILWgi4HXB0YSgPCABQKxbQG68IQDpXMydwQhPkKFkKes3EJvHIbqk6v2a6Cx0+3Te8pIsykhpiH+SpODsovxKJhJjXSvd9locyGmoCBK8UPkq+TFoZxB/OTDtLqZlbDAsPe5RfXCNafBt7zvG5BkPHKsjzRhH1x34LcAlp2gqfkwJL9lCzU8jxVO6Kqg64WTM8j5aYtY7nmHlvw/rMsSwJEH/ZVNdOrHo+TahpHP1Qhz4TCEtAVC7kPYm0+eLTZYBSF8JTLJR96Oh349ItiBJ/oneNi4dy5sx0EzVHZAShrRoR4RUTiTUSmiOk29tu0JnEtGrdysSTGNBVGwf93P56BJ1cUFCj78IY8cCDib2usXLlSBL2XXnqprr7qat14w43imwhvdDGE69ve9jalbxN87GP68Ic/LJJpFE/f9KY3CcEmScG6JCvvuecefetb3xI/C/fggw86KfWcSMhCJ2RxpgsvBE+LndSZNXeOunp71O7gvre/z4HhPFEs5e9LXnf9dbrzzjv18z//82J98LjyyqvSp9VIdGbmAY4J50MAh/LyyRMKvVdddVXC/1YnchgLMBcJFu75dDlKOcfrQ4+mg1X4jlw3beAjQg0HFk3AgYajDLlJmeU0Inw/DeAARLR48y/tEaH/89XqG/Gvn0WE584S7+RX0zj4InjGPcD7iBAyhfy8Xg5rlnng9f3hB/1acsR45gHo1/AaQMUyPzk1KX7eAiM25QMktEBmIkLIb0SkoJp2xrMP5mfOmvWSKxAR3kPBMl4S67aAvgD4lKxvXHnPPJnHRDAuTzSI+BfaRERqo5/Ov1h/GpRkfPreWuD9cPjyncwg/4sEOv9q+go+zMUeMdbsEVzYI1ccW0SoZnoyL7iWrad5nhmPUF7IVCjmvobKDjZ7+7rV19+jUrkgZMQIpWC1YhpOusgFPZmnXCwKOcM5kaSp2J4R7JYKRSexSpo9c1ZK6JOgxtnQt2wbRaBIIEAbhwQCAmxWbptEnyzLTO/cyzZ9yD3nxOKp88Ww4y70HU7fzDp79qwI1kZ8+Dvl5Nbxk6d96BvRhJOeo2MTKfELLaAJchERnk/md0WtdujEM/lVMM5dnV22Xd0q24a6aTp49fzoIHtmLu6hX0QI50qigaBzzP2YL8mSnym8h2JZB30wPuyD6dHjx20ru1Vq61SWl6x9uQt3oXoz87m77uTTuKpOwo46IXpw3y7tenW7Du7daTpKqy9YptWrVmj9urXasnmzVl+4StB0YGCp7dtabdywQUsWL3HCq9+JjE4tdwLschevSRBhN6655lqt33Cx25drng/m2McFPqx2dnQq/N/UxKRGXQCq+GAOf8dcMBh2UrRm21+w/QXGvb+qk5xVH7CmrFfQg8B5yjIBv6AF/IAeJMIJzk87uXfM+3/VBaMpz10uloxfR/oGz/Thp54OLgSGJKqZp1Kta8JJqknLUtO+VMavYj9EIH7SxQz8kdw+5oL9uGURnO0qLJ81JRn0OvgMxtbtZ+veA/ujH88nXKRq2C5GSPi1qtdhvjwyFbPcBYCCyoWiOiynbU6UACXfh2VT7lPy4bZpnKoO5njf1t6pTh/AOru6hQxxGESm8EMESbnH5XnmZwVFhFr3JduLCCMhpfaIUGa5BxjfAmw3UHdCKM+Kci/LcahhGrBHQH5FhCJCjM8L3oP9LPEROLQZ59x4oLNcAZ1/Mfe4D7FcaacP94BMWK7INHaEPc2fPyfZhjVOSL/xjTdr7rw5WrFiuW6//bbkm/gQEv4WX8Z8rN3aK36yYnnhcAZwyOb5dS6qstbo6EjSzUEf+qYsY6xb8F7wf1dsvVJLBwZS0vMKJ9mJ8yi+Do8Med9Kicp77vmpfvDD79k3P6MHnPh/+qknVXOhd2jwrNps73q6O8Xf8jlz+qQTVoc07qT83HmzPO9i7d6z08nbI0mnOdiAQ9l2oLunR6yfWyZIniPbL7/yip59/jnltn/4/fkuHhRLRRWKhYQHuoAP58rfcqJo99CDD+mBBx5wsvF4SuQed6KvYh/T4LDvOIoPUq10ImyWkzfzFy7Q5Vds1fU3XJ9ihN/8zd/UH/7hH+r3fu/3xCfc0V/sJldoWLcsgi92iHWJG0huPfXUUy6cHBK2EtsED5GHtWttR7ZsER8Kg5a//uu/rre//a4Uk9xyyy0ijlixYpllrGFoJqBIcu7skIZtJ06dOqMzZ84mmwyPkJmIaXuI/EVEOviVLYOs1+7DYESo6RgSXYZhDd+XyyUxFtwiQuDHeHiemSYN+75OJ+wqjZr2O0lw/OQJ7XHBed+B/TrihN/+gweE/d+x81WdccHu5JlTGrFN6HEhb5YTY+cGh0UC4LQT6uNubzM+y13cgIcPPfSQSJ4T723cuNGxfrv4O6wUEk65oMCfldjuAtOjjz3p5G+b+CYF8Mqru/RPn/u8fvCDH+nHP/lJ+vYThVRwh3bLli313rvsm84l+sx00efw4YP6+je/qYe85re/+x196tOftoxuS35stROF73vXu/Qbv/qr+v/8u3+rgSVLXNjarsx7v+3Nb9Z73/kurV1zkaq2u5//3Gf1xS98ViuXL3XRYqt9wUa97Y7btPXyy/T+978Psmr+gnn67d/5HbHGBz/0cyqV2rTu4o0uzF6vs2fO6fixE8lGlE0LbPWIk+bDTuZWbCf5O751x01l6xw6C2832LcsW7ZCi43Xu9/3HlEUmT1rhpY4Gb7GeN1qvb/TBb7rHFuv37BRGzdttiqHRqyXI9bnxUsWaZ7j/1mznBh1May9VHThZaOuuOJKrV55gfp6epLOAvX6qQAAEABJREFU88GCJ595UhSCoGVnR5dIFKpWd1L8lFatWiV+tWXWnHniZ3VvvOlmPfzIY+KDDTstExdceKE2X7ZF50YG9eruVzRVm1KpvehC1mzN6Ov1nm3wHP+cdvL3qJPL5xw/PL/tOfvfms4OnlGjlKvY2a5qLnW7/0wXUuc6fulp79LaVRdp0dzFuvTyK/VLv/wrOu6i1mc/90/6wj9/Tj/43ndVddI4t/yOuSDxLRfr2dOyZQO2Gwu0cuXqZFNe3blbOw0//vFP9fy2F/Tcs89p+4vbNTI6bNoudL+VWuME99o1F6bzwW233a53v+s9esc736GTlnuST15CxEo3+Azx9jvfrk2m9Y9cxOZ8UioXk55XLCfQ/t9ZlrA3fFgD/qJj+MErTfc3vfENut5zbLMN44Ml257bpgsvXKNf/MVP6Bc/8Uu65PKtuvuee/VXf/u3+vG9P9P+I8e0e99BvfDSDu1z0vigi7GnT5/QmVMnVHRRtNsF6pnzFuqCC9fpjbe/TaWufr3w8m795d99Wp/+3Jd074OPKQsT1vSnILr10i0aWLpQb33r7XrXe9+pmXNm6MzwaY1MjmrD5g3adMkl2rt/j4tr9+jcmTPq7enSMevQU48/6qT9kzpz5oTGxob15GMPa8dLL2jAsrjBxdPK1JjazPN1a9fo0ku26HKv8zf/6y/013/157r5xus1OnRW3/raV5Q1qvoP/+63dPGalSoV6lq6eJ6uvnKrero6NeyCCx8aK9hf9lkOJhwbdff0Wo/KKYm1ZOlSle1PgSMuhu/evdu257RxOiu+FXfPvffq/vsf0FNPPyP8xNPPPGeaHdQ+2y/i1GYWarc9hI/Ev9hH9KCtWPIaJeEjsVGzZ89J79vbO9RvWbx861bd8dY7tN4Fg6YkfgmGvAO+h7PlpZddqmvsR691QmbhksXKjT++Gzs7e/aMFGeVrfPFYiHdF4tFxz/VhOPefXs07mIreC2yjuJXOr1ue8k4FTL19naru7OoJYtmq1Ed1fDgca25cJmuufoSXXCB18oqmjOrS1ddsUWLF87R6tXLNWtGt2O9snp9Bm73PF2eL3PyseHi0uEDB9Xmc0aXbTv+HyCeREZHHHvyiyHf+fZ39cd/8t/0qU/9b939k3v0ox/fo0995rP6X3/9D3rm2W2OESsuoEym4hvFn+HRcdUgTFZIcXVWKCkrtolrua1DpbZ2r9kmfACxKPSBHoOONV5+5eVUpCYRzfvjthHnzp2WN6tiLhWLIf4MQdUF+KZjR5tmFUpFERPW+WSkG/BZ0JqENr7qtIsc1WpVrFFx/MreSqWSuI473mq18V7nXxGR7pin6TlbV+6ZC99ecxEQINbGdgOt+cChv7/P+BbF2LL9K3xmLFC3z6Wd+bgia2XLBHwvW6bxveDDc+gzzwnvhQsXCoBXPANvxuLLuUaEiNWGhs/a3520rHSpYHpVTKuR0SERfzUcuw4NDWpyajzZSuzTyRPHdMZxWNO+nZiwZhvacB6N8+O5s6d09PABnfSZqWT7UrNN44xwwQUXaM2aNfavPYmOJPrHxsZSDFGwz0I3V9sPrHaRcGDpEst5ezprlEqFtC78iojEu6Jj+kH7PQr8oy4klLJMbYWiutrbtcpF+VtuebPIEy1btty0bFo/JlWp1dXV1aNZM2cLekF7Yrwh24w8y5VHbjsXPkuNasJFUIqp7cWS2otlFYwfxcyy6d1hXUD/FyxYIM5hEWF7NuZzYC3Fj/CqXCxq0meuIZ9tj/n8yAeujh45lOIKfqbdaqmm48eK45qGZaLLBZh5c+0b7e8593AW51fdWLezs0u57QH8I+aZ6zPgAseY+HRkAqEreb2ISPIKXnwIeo0LxgvM/3Mu6p7zHjmDMMeg76uW6Swz3pblhuVqynF9mscyPmqeQJfBs+csG1Pa+eqr2vbcc3rqySd14sxJsWaW5yK+2+ti8gsvvqiXXn5Zr+7cKeIACjZ8EBF1LuQFEdhkufnT0S4+RLJoyWL788y0GHJhdFLh/3q7u23Li6r43FB3IX/CsnbGPurk6SPKLY/tHWWR01i8ZKEGli3RTMcj7V3tKlhHWGvYdufs0LDt6qBjkDHb4U7bsdX2sZuSb8YuzpjRZ1lreE8TsnFQp+OFssfXzYem7ULBMWubc5DQlxibPNzixYtFUWzIMnbOMSr5lH7P09vXI6CtvSxlMk1qMvnFPqFn0/oPoOsAtC6ZtuizF1eWZck/1O1T6Q/QznP6lcply3xVg4ODxncq2T7aOSswL/2xubRxbthp2k9YltDzsscC2AXkJyKSvsFjbA1jeQYwHhx49pptOI87z5BzgHl5n3mumunFGN5zRgVnD0kymue5KrabrBMRpnGX6RJiTfYM0Kd1pZ25AO6xNVyb5gf0oB97yLOQbIdyC1XRtCsoFJZbb0zhxXOvZSa4T1PlQlHttg9t9h/t1ic+LFE27fO8wJTGr6Ka6e5hHtJIdEZnAdbOstxy0pwGeUGPoi98hEbQitxk3XQIPwM/IPfe/Vb0I88Ef2iPiMRvnjc9Ec+I6bB9deNBH4DnEdO0oh/vaS/a9kREwoe5wZMrY7mCU91xNrgzDoiIRHPuweOcC6HYuaOOeSjAo6P0jwjH+iO2/adFAZfn+6zT2GZkjz7gyzkVv3rkyBFx/iK/zbxF+1FwBBfegwtr8v71eNLGXIDOvyLCeZ/Ga3g2yYmYPvSlS0SYy9wp9WGvzNsC5qLv64E2oNW34bM171t9pmf7l/9HxGtvwnKV2wYUSgWF5a1q/g47vj9tfwaMTYwK22TJsNg1zA8pIrO/LiU57+vrU5+BeCjzXKwZEUl3C+Yh7+H5WZ9dsK/4H/QEQBfx0ytd81jisxo2iPiyp6cnjUfHmAPgHt1rXVkrIhQR4r4lN/T9V2D5zI0HekCfCMZkyvI8gScQtr1qf4QO16xf2Pi6ecIvq4y75kV+DBh3sRh/CC/oIzFXqPVqWFehExARYj1wk1/wA4AetKVnufEwzbLzkNp8L89LX9ZpyVOLt7TxjLVa11ZbxLT8V30uhtbQHb2lH3RjfmQVuQbQD/ohw6xDP/kVkSXcGYNNJebC/0N/1nKXxPPVq1drYGBAGR0hOguwmQgTxTaECQE2DXDPQgAT0ZexLMLkvI+Y3gT9WSjCc/kGAkRMC1arP2NbwHhwcFdleeYDS0cKDLIsk4clZao6YGPdhpUOXBlbsPAzljlpi5heo+DggvkABEhWjqYTX96WPNxC01TVila1MUNwEJjMxjYMikxiXQPrM561ANYAaEeIap6jbmggeJ64YbDseRthJhRegyzLPeU0Y1rPwRnF63YggRPP8zwZYhiKgsFgEkNcMWwYQ9oRAvmVZ57PEOE33ljdSlBzQFvIchU8V55nvmYOUnKViwWV7WRwRGXTjKBzpg+b5VJuWpft2As2CrkKVjZwafNhqb29zW1F8UIQ66ZVnuVqeK/ct67ctwA+V+1M6V+DLnZGmecslIoqFAsiSMABYyS6fRjjHsB4XOKi6Ztvu1Xvfs970qfWf+7nfk78FO9tt92mm266yQmcreKnRpZaaOc5AYpgQwuCCWgE3erGkTaSvdu2bUvfZGkZfvDlGX2AdgfeHHxvuOGGtM6db79TFDpvcULyzU6EUZTlnvW58pPAmzZvSkrT29srxqJES31Ax/DBT2QRg4pBXOdgloTnVh+kKbheeeWVusSJhk2bNomfCqFwSrBGsDJjxgwb5E7LS66mZQg6IlcRkdqyLLMe+D4rJDnifQsiQq0Xesc+2R/APUA7QL+ISHNF/N+vrT6tK+swlnnAq2Vsq5a1muk9DXwEQQk39ARAlhgbEak9t0zSBo24AtAMPqAHvGcN+tHe6sd75ns90Mbc8gvcfHltDcYx/vWGnLmB6XF52j/jI0KMRy4IGpAh9ggeDQcoyHLN8kwf+jMHwHr0YxwHSPpDb9oA+udZJnBpc1KfK+Mi4jX9YY48O9/Hh2FoQLIgzzI1rTscqhrW6YZp3PABI6Jhu1XV2PiID7YTKpYK6naiqt16utMJaX7W7u67f5QS0OwD54Cj4EqRrerCU9Pz2gwqU8iqKdqm7CQjjJfX4XkWmTK/r/rANeGiFzRg79AOAG/2Db24sl/auRZLJeNVEjJRdTASeaZCMVenDz5lH4jCh+u60yUVP5uy/Iz44IYcZXmeaFX0YabsQ1f6MIOLXPAxMz2gr/wqYEvOg9+KNSNCXU6ktVuf6Qe+3p0KtnMdzOVn5XLJfDb9vO6gD5cjI8M+yI2r4oO+HLizBriW3K/mBMukaTXqvbMPRa7ZPug2TLO6idaMEIn5QqGskoP23HaVn4WedLCVZw7mi5m4Hzp3Sk899ohefnGbtj3zjEaGB7XYh8ELnCxYu/ZCXXTRatuQZVrpYtYFK1do3rz59nlFHw4ayRZwoFuxYqW2uvi0dMmAD4pDLjKfErw9dfKk5xtOfDp8+LBeemm7du/epb1OTJ8+fcoF7BM6e/Z0ghNOfJB0gF9jpjfywD2+BPkgcUQgzRU7SsDMnHxSFloyBvkleMryTNhxPmRC4mPJwLLpJJj9Zv/MOZphyLKCIopqNAtq7+pTodShpgqW1f7kcyemaimxwT4atnVN+5Oa+ZLlYdkpJMgLmWnr+3JB5fPfvG1rL6lUKipXKLeMlkz3UtHvLR8hqeF5mnau4Dzl5AB4T7o4L2UOfv28GZaXhv1dpxYuXJzwyQsl5XlZhWLZ65b9vObEy0RKoEOjGjbAOhgRnsOSe34N1smMh5d97V9EeC5j52vNY+RXxPQ436ZDGzaCe4A5APrWvA7QMD3keVv9kHf8XESk8REhxqB3EdNt8JM907fsgzT+tL+/P/luDsH4VnzSzJkzLWsrtWXLFsvaXCccOpxMvUDXX3+9GBcRyT+RjG04GCY43Lhxo/Bl/LwVP1e50gkxxjMncUuxUEhFJfwh85M041BQMp/arXvtTsYeI7k5Mqi2jg7t2rXDCZMJHTt62In2Uy48vagXX3jeiZrHdOL4EfFzoo8+8pAPdkd1wuP4xD9zoqcUGJHRmmmLnAIUOkkkyK+Dhw4JvHr6eq2v3p/jiynLAQcEaMZBBdrgt0nsIc8kfluHQ+gIrfv6+qw/p1IRBx99xdbL9Qu/8NEUI3ziE5/QtVdfpfe+731a46Q/n8Dvd/Fv7cXrdKn73XbHHbrrne/UDTfdqKtJjDuZFREaduKPxP2Ii1/gSNwAHtANgF8kwYgvSJiBLwBfwAlad3V2pgQRxe4+47hs2bL04RT2P+RkJ+9l2elx8YC4ArpdeOFqFz3eKn4++I47bncx9+f1iU/8otvuSLEUPKMvthPasCb0xTZwHxHWl/akD6ecYAafsm089qC9vUPz58/XogUL1WHb2+qP7OaWC5Jyp10Id2gqHzJsa6uatF2t2wdhvw4fPqIXXnhRzz+/TT/72f268ppr9Do40GsAABAASURBVDHjduXV1+qGm2/Su9/3Xl3jotEqH1TAc9aMWZoza3ZaE5octt3DbpHAG3KCEPyJr7ZYvnst/3zrKfJcP7z7blFEGnGCdNL2nkPiIRfkwJM5mBtdP3bsqJMKp/Swi6b33XevTp7Ahp51Aeg5QY+FC+frjTe/QW+/806tWLFCxHNz5801T1a50HlKM2f06fbbbtGHPvj+ZHf//u//Vr/7u/9R+/fvFT8v/Nv/4f/Rb/zGb4q/tUYyOPKC+Bum0OrSSy7RtddebfpM6nOf+7y+8+3vaNCH7itcGLv+mqt1+WWb9d5336VNGy7UsSMHdHD/bi1bukh93V3qbCto3tw+3XrLDeouNfXg3d/Xg/f82Pt4UF/4whf14EOPWM9e1ndciLp0/UW69vItWr18mdZfvEEd3TP02HPbVc9sryXPM1O3vvl6XX7NlQbH2xvWqVab1LlTx9VmPz571iyV2tuUFco6eWZYxw1tfTM1a/ESFzILmnCxZWR4VOUoaPn8xWrPc122aYsGlq1QR0+fel1MLXX06NGntunxJ7bpySee1AP336/Pf/5zeujBByX7gU0b12vd2lUqO1YI1TRwwXKtWHuR5joJW7d/vtVx+rt/7sNat3mLdh06ojH767a8Tddfea1uvvZ6LTCOS8yrC1av1ibH3oPVms4ar71HT+gLX/+GDp04oq7edh07vt8J3RNat/oCvenGG/S+97xPmy+7UhesXmcerVdkBT359FN61vbphe3bdNR+9JDXq0/VdcVll+tt1nWS+HzzeJWTIAtdkLz+6hu0f+8RbX9pl/7h0/+ol17ZqUtsF979nndpwAXI737jy/q1T3xMf/T//mc98cjDTtwPaXKyotGRCSeW6jpz8qw6y93auuUyXbbhIrXlDW3ZuE4X+yzx/g98QFdceZUOHDqmvQcOa/PlV+vq627WLS6Anh4c0U9/9oC+9NWvpb/r+vIrr6hYLIlvzfQ5ITNv7pz0Sxy33HKbzp0dVM1+plRu1+LFS7XyorXqmjFXTz3/kv7xn7+sz33xa/rxzx7S4Nik2ntnqM0FiAnHDQ0XWHo72zVrRp+WLFqgx598VI89/pCWLF2gtY5nBh3fPOg97XVxjyImsYXU1HLHCEsWLVTu+6JjsiyTLlixTJ325/xkca0yoaJ9/223vlnLly1RqZRpg23rZhceXzHd//SP/ou+/MXPO0Fa0LvuepuOHz2oz332H/Ti80/qxmuv1Lvecacu3bJRv/Cxj+itt9+qt9nOXXP1Vl11xVb9+q//ht5x1zt11zveqS2XXCLOcL/7u/9Jb7/r7Vq9eqW6ezpcEJnrhFVuy1lXv30HOI6Njgh723BMTIw8aT9ywjrw6s5X7MNe9bnyKT322KPa8fJLeuKJx6w5DZXyovgG1y4nto86aYnNOHXqtA64gP2Qbcp3vvM97dm1J/UhoTbiBD0FQHzQsy5WEA/hr4EIqWZ6r1610nQLlYvFBG5W5ofj5seg49hTLm5QyDjkAvm5c2dcuD8pCjeHDx7SmAsMDccVpSxk8qrqOL/NtnvdRReJQvpZF8O6O9vU193ptSa0c8eLev65J30/qV63rVm1ynq4Vpds2Sz41O5zTJvjpHKhJF4Vnw9y6yi2GP9R8tz4AJmSeV5I8QXvp0w77Cv9jx0/lgpP3I9PjIsXfY4cOaqHH34kFYfP2O6dcHxL/JoSdy6w1M7HXcxVLrc73u9RybF3b3+f44ouwZ+m6VLzhLQ3KlIxa1NHW496uvsl26NJx4KVSl2Z8YM2dSfamo4lRlyE4cN+TZ8D+np7tMQFlDafQ4rQ3PEUV3wF0Iqxym7PLMi0TXl/8A6A55xnIiLFafSRX03HpX19fb6bbu91/gCa0R4RYh70ZcjFk4gQcxH7UFRreO/M01oTOuOjkSHoyj1nVK5eQLltLu34RmIkaM0eIkLgD4Rxp511y46vOSvVaiZasy53U7GQa8rywjx8sy/PM7W7cMSHi7q72q27bbrAZ5bZs2aqp6tTfGNsle30Krf14JMcD5QsG1Xzrt20ZJ91x5TtHR2eP+xTapo9e3aSEeSH5+B6zgWr4ZFhjTtZO2m7WHWsUK83U+zA/sg9cGUu9losFYVM9xqH/t5ubbbvmJwc14/v/pF+8uMfO754QWOWM0+hKc810+e4qYa05+ARi0RJFbc1miHmYT7wGHUCvWrZTrQplmy1pJr9EnxmbXhMHEfeifs2n92JtfrMU/g27FhsxHDW57D5c2bbTy8WP4HNLwxRwCO2zjwrNC4b//DCo7Y3fEjopGPe0ydOaujMWdu5Y9q3a7f4RYZBvx8ZHBLrEut7SPrHPecc7MGU+dXT1a2BgYFEW+JJZAy8y/bZEaEJ9znnwsqIZZ4za1dXlyhiE7MvII4zf9os2yXr8jwX45G9sve3wnH/PMd67J+FkR2AD0+MjY8JWRx2jEuMeMxF9BOOnY648PLKqzvET8tjo3ae//My0KzkNYh5u8w31kO+hiz7446PS1lBHV6/x7jN6puhUcd2w7aVNecL0MveXut0X5+6kbPOTstQpwq2BfVG07yu+ox8Wjt27tbe/YfSeXPx0gFddc212uA4pN39axaGbvNqYnJKU44H202bPtv9iu937dqp559/Np2lz5w85bWHNW47OnxuUGdty88Y+FBTxTrP2TOzHiEzdfuJpnnatA2pVKeS/k5OTqQzGzSDB/AJmkWYD5bv7u5uEetzLRSKQoagOTxpa2v3vjrQZciddCat4fnbrVvEuoxjbubk7AK9kUli4XHzBFlkTMO2h2vVeawWoNfMw5ozfS7kPrfdiIhkt+gPzm3mPXaLa0QIWeg5n5dhXfqVzctOn/OwMfQdcD4U3k451icOoA992Qh9ANZCtsCRa0SkvRYKhXSFrpFF2ndEqOF906/pvSi9mjKiCt9n/j85rbp9HXaQD15Pmbd12/bws0JeUDEvKiLMoVDd+j7leHDC9qXi2JH3Fh1PF1JkkkKsVbfdbXg97n1JbdAbGta91pR1Cf80aLmF5tCLvUEr8Kcve4/wmpYPnrPfNN7vubaAZ9y3xjAOqNgOTRnAAZoxr/xq3UMP+tGOzsILnnVazrGr0DMiFBHinj7g19PToxbfWRO8wAGbwHz0ZS72w3y8r7r+gu6i68ga33bd79gGP4P8gSPz0585WkB7AhORKzh7C+lf654r+pMaX/c/c9l8aSbapz6eg8cRweVfAc+Zv2bacm09pP3/BJ4D4Mgz9geAe2YZyPJMmXU7IhLtmIu+8J2YMKGRnk3LS83yULV+0Yf5mBveNS237ub4suRYs8v5sRlaRVzleP7SSy8RH1bllx96bY/gB/qD/sM/dPL19Aef13A0bvKraURoB+8W8P71EBEK61JrTzzzpgQwPzwD2Lf8Yh5kB5zQYwBfnfDzubrP0Gv722OcO7q6hE0olu0nI2xv60JGyB3iqyath+DIOmXbiVKpLNaHTsgbNOKetSMi8dooGDXjHNM8oD9t0JS+XJtWWOblvm7fXDfPa9Z3+kEjgH20+iiU7ErJfiUikjzRvzWO6+uh9azVxnsAu4+vRefxd9hgbDj02mX/lrEAm2XxiEgbwoi0EIkIRURCho3RDkSEGAvAeK7MwQYB+oAM9yACkblGhFrz8BzgPeMjbHhMlKaFkLmaFhbaETDWyPMQc8AEnjVMVMZHTOMIgxBq5lOeCbDtFPtByeqeFwXN8lzMn1koI6b3HBGCDjAiIsSL+QGjYRrkNkjF1KdkoQCyrCB5AZ43bHzBBWBsRKQ1mI+1IsJzRMIfHOUXzwDmQlErdkAIIUwz0uIwxLxS0+Mqds4V1WzUGo2a+Pt5uefMXGRp1qsuwNRUd0BcKmTq6+lWn4OO/r4e9dpwct/X26VuCz/BbZ6HMArQ0lOIYDqzwjUc8OJoMY4IC1fw4Z4gjOCD/YFT6wofWkBbC2oWcj7RUDG+0BllQvGyPFdkmUwMG5k2YUDmL5ivuXPmpnv6TdpRsS5rAgjvyPCIJlzgwFlCK3AHwAVgXehKG8aIoJJv2vDthbt8eL7rrrtEYfT6668XxUyeYyRwLPAg8/5RjvkOGkkwoiQENzNc6ET2ImwsfACbdCDFGuAPXws+dGV5LoXMMkuX+2V5Lto5PIBL2cYGHNkTAQ8waCeMTrBXaI7ssgf5BT4lKz7yyBoR4VaxhHi16M2cwOvbeMZ72gHuI0LQHD60rtwDEZH0kfYWWKTVsMxVrItTDmIbIaW/zWH9kekUufmXASH6voaYpl8RkebM3AdgD0CEJ5LEPgHfqmBasc8WRIQiIukOYwDmgCZc2R9AO2PKGGnzgPcAbYl2pWLCQX7Rn/XgW9XyCM2xIX40be+su/SJiNfWVWj65TbWZW76QFPe85A5OPgxb0SksegSfcN7n+5fVwNna91GdquWHw7yDSf5mm7nyt9Y4Zp50Tz4v2lk2hPcVD2ONdkTctiCiHAycCglfZEr+oAXQTvvI0JlyxDtQJ5lKjpYLTq4zL1O2HbKh8ma559wohk+EHhyqGBd6NjpwxUHn9zjLNma9IGDAujI2KhGfUitWR7aHEgjHwA/b408tHX4MEBAZ5jjAyWOGT3i0IbeLV68SBQVcNDo4AwXJNgX9IKm4BsRighxX3GgQjs8lKaDKwor6AzBYaFYsH2s2T5WBQ0USi/4gNykvRgXPriAToMH+s1hgqAg+RcfHApOIpAMWLFipQ/AF4hiSls6vHSlQGHKATiHMA6RTeOWmS6hTAUfhso+0OVZqNN7N9ZqKxfVbii6wDqwZIEqplfRz9c6mbXSBdVLL92syy7Z4gT5eidMN+rKKy4XPw3JM4oT4DbPtuiQi0Q7Xt2pZ559Ts8+t82FpuMq254Ui7mTZ8cTHDiw34mDbS4CnUxF4gmvNeKkBN/snnJSrm5bjK2BXmXrS2ZZ4D30gSa0QXuuQLv3UnbypM0HzUKpIOhZ9HvkoODkyMCKCzR30WL1zJipdh+uSFA0TIeNGzdr8+ZLnfzfKr5tm2W5D4VdCq83MT7hQnEmebIsCqrXmpKtTCN9UKCpCFkXnekwf+u2OU3rZO7Gunk/xSeofS2Y3h7k5EpF+PSISPfsC/lAVpo4Y3fKbVeq1q9RH1wjK3j+TEX77U4nHJYuW64Zs2cpy4vma82H8EkNOsHAPPg8gHvmrFkPq16baad8sJFfmfeD/4wI49wU6wIR4XUiva+fD/AYzzzMUePwVm8yg7LIlRmvut/XjGfduthAJ5uMb4rxE8a95vVZD/DAND/3LaCtYVpFhOfLVCwW0kGJoD3JkJMi+EH83/Uu8CH/HR2dQgfwg/ILmuGTnnjiCW3fvj3NM+rkON+07unu1EsvvqiGZWjDhvXauHGj1yjqnOlV8qEfPA9Z/sZtQ4aHzmlqaiLx5LgTolO2tRNOqCVeWfZrpsm3v/1N8S3Un/zkJ3rppZf04IMPaOcRgZolAAAQAElEQVTOV1OSlX0gl1X7WfbNLz9gJ44dO2bZPpUCdWQAWzHpGGHzlk1qs1xedvnlCa+SE4MN26SyZXTScs/6zFkxHiNO1PQ4gdHHQcBX5ItY6qiTPiS6wnJ33EXeqvElEUZyc9bMGaZFWLde0IsvbtMRJ63RxyeffEKnnfjjU/b9TkYUSiWPls45wU0yMLeckmQaGR31+EzYPgqoHEwucGJqxYoVKQZhf3e6OPfBD35Q73QR9nLvgw93/cqv/Ip+8Rd/0YXPT+iOO96qN77xTanQDS2wdx22y8QpfNjsHe94R/rwGd/6uN7FR8Zff/0N+uhHPyY+BDbbct7b162tV1ymPLdcNSY1c1afbr/9dn3kIx8RH/hiHu75AAdrgB90Wr58uRYsWJASPbNdyETmWLunpyfJAPIJVOxD6pZTi2CST/9PiweWpm+hwHOLtNAni1qy09hP9BOeQGcK5f/xd35Hv/abv6H//uf/U9//4d16accr7ttQm2Vs2IlEvg340ksv6/77H9Dz214wT17UNl8fffRR7ysXtH7yqacsTw+KpN7SZQNatHih6foOH1qX+DDbbRwqsoamOHPcPmznzh169NGHdf999+mxhx7U0489pheffUod9gNTlpdiqU1vuvV2vd3FmC4Xqbts69pt348eO+w1TjhpNqbjp05o/8GD+sk99+h//Pmf6+8+/Sl1mT7rN23UL//arxqHxZYB6RUXuM44KdfVM1OXbb1Wd971bm25bKv4lvDf/O3fei/bdN211+qmG25wzN4ndKCQh86eOWXDWNOihbNdhBrQOYogxqHHOtzX3aUPuOj8URcXr3ORf82FF2jtRavU39OtK12IRbYoIK10krtpvdjxysv6iYvLJ104/s53viObHr3F8tXpgtkxtz3qYti9P/2JvvSlL+lHP/yxzjmJi/0950L6wQMHtP2l7XrmuWe1zUXwVatWq2zfOGXbSJJyyPagbL2ba3vT75h5ngvNvabXvr279PWvf9XFp0e0Z/dO+6sTGjxzWs61a4njfv7+Z4/n6fZ++CQ5xb5de/ZraHRc+128fNrF9qeeeVZHbAOQIfD+9Kc+pd0+vF659TK1FUvacPHFWrxwkQaWLNGbb3mzZhuHgy7Wg+srti0UgPfs3ecC04hlYFLYwKVLl4r4qKuny7x5Wd/4+jf09JNP6y//8q8sQw9ZpgpOSs91Ua1HNQswv5qxYOFCDVtuVq+5UEtd+LvpjTeLIt21116nSrWmb337e97fKb31rW/TdddfL3669b/84X/Rr/zyL+lb3/i6zph3my5ep7mzZpm/k5pvGq1Ysdznklv0xpvf5ALgVZo3a672vPqqFi2cr0sv2awLnXxBt55+5hk99czz6e97brnsas12sfr7d/9Ef/Pp/60f/vQevbp3r/YfPpwS210d7ZrZ262BeTP1yY+8X7e98QbVpybEtxJmzl2oGXOXKuucrUee36G7XTj9/k9/qh179mrUPrrDfChK6i4V1V1oanZnUesvXG5ezXIB8xk9+eTjWrJkQOs3bNJkVbr3gcd0j+GRJ5+1TRyxTlS1wPRfvmSxDu3ZpScfMS3tO1a6SLXSRfylSxZpvou7xM3Lli3T1quu1Lht7kuWzd3ew3bL1qc/9Xf61N//rb7/ve+qMjnms+2UHn3wfv3z5/5Rmzes1+/89r/XzTdeZ3u817LeqR77qKbPxPPnzTLNNunWW9+kN73pjfrxT+7VvffdrwMHDomff5y/cJ7+6I//SF//xld04ZrV+sQnP6bb3fdtd9ym66+9RsuM23LLxYZ1F2tg8RLd7uLzO3xuXGi+82Gcn//oR/X7f/D7tq0ftbwtFPE0MoTPOnXqpKximpqYEvF91cW7eXPnavasOY7zLrNerlFfT5/lqSuN4yww6WQTieCpiUnxSyL8dO/RQ4eTLyRmzmxQScpPOTGPvyo4pslCmjtnTqJxh/k8b94cQUds9aJFC7TEejCjr1cz+vpUcJziKEO5SrYhRfvwTGOjky6sNnT44DFte+5FPf3Uszp5/LQ6XKTEnhx0MRzf/8rL27XjpRe1w/HArh2vaty+jELP6NiwavWKslwpRiE3wD6gQcNxyIT3P+yz+rmzQy7eTAg/xV4m7a+LxWIaU3YMmhfyFCcRAyFzs6wT+PXpOKmmpgMu4iZ8BPEY4wuldnV2dqvqOGpoeFSDQz6HOCewa/ce7T9wWMMjY+LvNOKPi16DwmpnT58mzIu9+w7YZp+x3lU0w229lvNOb2JuX7/mz+xXl+V9YmxIQ4NnLMPjkmPTur36lPWamL/ouApfN+yi0ZiL2QD4YZPAFfAgNR3DEbvwDHq07tkX/GIvZ86ccZw+oZrjvqJpwjjOIDxnHvpCC2jEmqwREcbLcmI/2+azSkdHh2nRKdZhTG7ZAFizz3sizrjwwguF7EaEIiLRm74AfVkbP1PznE3bOP7mK/jxU3xF29WS4xpwY702+2FigRuvuz4V2DPPt8vFJ4r4DRdhkc1SqeAY6KzGxkc9rKk885qOa/fvP+BY7xW9/PIr4u/ijtvOMHdm+UQWIsLjzmnEtD1tn1PzmNp5OhpxNZuezv8iy1POsemGumNJdAb9aDpvVbQ84dO32T+dsX8Z8fmHs0+xXBC8nD9/rvqsEzXL6OFjx3V2cDjRv1AqeokQX7bI7G+XOTab7/Np2WefSa9hNDRqOct8U/XZfXhoUIOO/YYMoy6CVnwm7u3uVqf5gZ3u8jmTDyg0nIurTI1bt44ZjqYxVhnl3uukz2fgWvN5omS5WmA/uMx2Z6b5VsjylOfiw9RVx1XM3zA9msYbOzHk4iLA/nPzvNtrz+yfYd1upLPhSe/tjIt+g2fPiX6cu47YpvAhhSwy9TkJnhkHeM8ZGNvBOXf+wgViPuS66vgbuWt6z+jvUvtV+nJP+6ALsg3jw7n9wtUXCjnD/iAfyHGb5XOm4+LZLpgTK/b6fN/W1ZF+7Q3eIdcpr5BnjnV6xJ892Lxhozba7l6+ZYs2rd8g7PB8F7+X20dgG1gP2Tl16pRl6Jz9eCXhW/Za6AryJOdCI0K9Tvh3dnXZ1jR12HHA9u0vadg2iV9wuOrqazRv/kKVPG7SdmHQcgBM+T7LCtaxig467njRY16yvPLBjopjnCHL5q6dO7XdZ6Gzp88I3oTpkzUk8jiAzCcf9xOP5WcN61XdgACTh6XQyDkASPhaMtuMR0dnuwqFgjLrQ3t7h6Ah+o1uwCfu5zsXgC73WYYZQ1/4RV/6wTf0mPaSZRqaMK6tXBZzQG/6QX/kgqLY4OCgaVRP55PF9s999htGyeg2k1056piLwhk8Zw6eYRtYt4UD8+VZLtbj7MAXXjiLNKyTU9YXAHvG+Nzyyj02C2A++MockUXiJ30AZFUhpeeWNfoAUtP4abrddiDCuuur/KJva35oQX8gy3OVy222HYZiOa0jr8dEPG+YV5xTarbHVfOr4TWyPFOWZeJF0T/PQw3buarPkpwb0b+ISHwD34iwPakluuGr2HfTeNU8H/QDGt4HPOi0jYA38Jw25mIOALkAuG89i4iEC/PR1gLGARHhrUzzDLrCX/Lmw5ZZ7HkLF3hQKpUVEYnv9AW/1hylcsk0KqXntPOctZr2hdACfOEzuHPlfalUEnviKr9KpVLCNWIaJ8Yzf8O2tIU/V4A5IyKt56FpD1wBnreA9xGR5mUMwNoA9xHTc9Dfk6T5IqbbeP56iJhujwjxYgzAfQtCofTPfXgG/uREuUZkivBz+6TWs7rjWz5EBb3gPQC/yb+Njo2Ia8V+AnFqqq4DB/fpsccf1UMPPeDYdL+OnzhmO3VQh48cTvE7/IN36DT2u2r7I7/YR3h933qbTUVEkmVkhWfyq4UTdPfb9LxYKKpYKqlkW4C95Ar/APjG+LA+wFdyFAvmLxD2fmBgQNhe2rDn5JOwQ9h5rvMc52OTWn2xb4scK+MD8ywTtg/Zgx7IE7jlzj/DN2SRdVt4g++/QDPtj/eMASJMc28owlf/8633L7XmYE7miojURnurLYtMrWfyi2fILIAd4wo+9OdZ60obz6ATOttLDsB+hee0wZdjtpF8oP2wz14ZD1gI8DrpX0vw0xv/j2f0Y2IgIpLRYLKISMoEUvQD6laciEgb0PkXggZERGqnH0QC+Yhp5VZINQvmuJOnMAFiwgTWpl/Nxo45EDKecw+juKcv94z1NOJFW83GDDwrDkxQCNZkPvYBzggTRMvzaYLneZ7wY3zTpyOcAvthLtp4XiyWvOe25EDKDjJLxfJrRpU+TRtRrhGhiJAlQ00bUubIs9zvvU/wcjDFIYVPIU54zwRX8tiKnVDVyte0Q8JwN0wTGZd6CtCmfMCcmAYfQqveF/0Kxr/DDiP3tVQqqM3KgyPl01zstVAsKnfA2ZTEfnAaBAktWtZN24ZxhFbQs2LcoJ27v/Yvy7LkmKEXUHAAkJterSvP5Rf7B0pes2Q8sjy3e5IPQTUblkmNOiFR897afBhcYoVd62TImrVrhLIitMzpaRIfuI8IMR/40R4Ria6sCx6s23oeEWp3gELQQTDHnPPmzRfvAYIPxjAPYwDugSY0Ng1qll/2joGETnW3NcwXL5pw4hphHEwP8AOkEPhBN+QQGkJL3nOF5vSDFyhiS/bgCfiDE/uhj/xqsp6vEZHWzPLM19xr2BwbP+Zr9YGn8isi3Id+mSJC/t/rwGLnOTlMTEPdSaKGTXtz+uq9N8wln6kU3hcAbi18IsLThXhFhIIbQ0QoInynJFfgBUCLFn48jJju8/o2+iCD0ArgPc+hPVfWBqANcgTtAOgUEcloZsY1y/O074gwfRpiPDSH9twzL/1a87S1t6vkxJ+Nn3IfZgqW0bxUVORZokWlXnVc3EhzsRdwASIi7ZU25gQP8GJegPtCoShePGftqg8mDfML/c88Ps9yFaw3WZal+Ws4SvOFMeH/5VmmkvUGh9TjgxKOrNvJTvQUo803nDhQ4GxHnPCdcJIC58a3cvjZRw41yJYRNTeneV4slZIzxanUbEugOcVx9t7R3aViuaS6cZhyoDhumzI6MaaK+0Uxl/KQslAB+oCb+/Y6oEeGoTF4JTxc+CFwIxDgPcEcn1DlG2NcX99+9uwZ0ReaeMu2C1UfYiZTogM6QzsAmgJ5Nk2rFt3pg+OHvqed6D3j5AQ6x3vsP0kB5Kni/SAD4MmziEgyw3jeMx/3ueUHmvuxKra9Y6PDvk6mvv3eK8WQbuhkvsA3+FfwGJ612f4XS2WFcYysoLb2Ts2dPdeH63bbrIY4OFedDMsdkFZNo5rnb7PMhe1fsz6lanVCvF+1Ypmuu+aqVNzATvX29qjhIJ+/Q/WKk1lZnqfCZOY1djsp/Z3vfktPP/OkeVzX8MigE0Un1HCwXyzlZj16UDf+mZN33erp7fNBttvQo3lOtpGUyoslYxSqWP6wHxG+dwGqZh/TdGKyYfwik28ecQAAEABJREFUU+INBbHw/grmfbt1p6OzQxX7p8HBs6pVp1T2mjNn9CkzNj3dnZo1e4b6+nucuBvWiJMa8qthG2oR837rLopB27Iy76UQmTptrzs8t7xm034x97pNy19uufO2ValO+vDsMW4vWw4z49L0fPAQaHpigPuq9wPP69a5uudCFhQSP8F6xRVb9Yabb9YKJ0yOHj2WZHDSCc1k490fviI3jGUN5uN9kg/zGNvDPcBzrm3GnfaISPaPdt6XSiUxH1feZ1muzHjn3hDtBcsSss19RJhX+TTYR0Nj/GAEPKkI2jFWfnHPuNZ+a/bb7LdiOzPlYv+Ik55Dpjm+i32cc/KnaNqWjc8pJ6oOHTyceFBx8oCE59DgiP1lpxYvWqphJ41m9M/Smgsv0hIXolD9yuS4hgZPu3ix0wnYA7at1VTYfMWF0O0vvCBil0Mu+EMHbAE/l8m6vdYX7N5CF+OKlveDLkRit44ePSpsATo7eP4wXzQtkHmC9xkuxPChL+batm2bE3Avp8N+r5NA7Hmhkz6rXGBgbnSV9uHhIY3bZsnyh7zVLMPMudhJsblO3NMfHRt1v5MuGvHNgQfuu1enTpwQ96M+dNYtN+h0zTLTbbt76uQJy9yUda5DS5xk5+8ZsU8SaCRU9uzebVrU0uEH+9ayQ6+8/LILDk/qgBOIw+cTXzznW7QjttcnXWSesB0Abw4qgNlqW9F0bFVQqVQ0lNK69IdGfHs2zzMhE7nlZ6EPLE3764pjtPHxMfOzKujVZltEW8N2g/1D09xMLBYzy2ZVeUHWpXH19fWo3clCDgIcko4fP+4C973iQADv4A9rI5sUWPmVkHe84y791z/6r/rTP/1T/dZv/ZY+/vFf0O233a42yz8Js34nArHJmWU2j0xV61UYj07HpOW8qKb1a8r7Pn3ylKB11XErskOM2uHEdr3WdLFp0HQ7rIceeUSf+t//W1/95jf08ONP6ODJs5pUUaeHJnRmeEw1K/Txs2c15kT3WRfxH3rsce09cNC+W2p4/Z6ebvV0deplFwK++Y1v6JmnntZB8yOPXCabDh86mn7BYd++fRo6N6SCaVuzHmE7erp7ReF4hhNy+10kfcn8/IkL/w8++KDuv/9ngs/f//73RVHvi1/8ov76r/9aTzz1pBYsWqiL118sCphdln0SjHzrDJ5ddtllIsk0z4dPePnZz35Wv/u7vyv+9MR24zhpH/6Ki8f3uah70jI5MLBEFMl/49d/3cXguyyHk0mmKMjeeNNNuv7667XIdhzdeunF7br3xz/RT3/4IxeXjqjPidUrr7pSmelw+PAhkbRF3jj8rlu3Xr29/TpoG9DV2aWHXJj+7Gf+tw7u26vrnGTsdEJ4985d6eyQmYcP+nm9WtfKlau00OsVbEOmLHMrLlipn1p/auYpv+KCzlKc55vrc10gJLbaaf3Y68JMwbrd5WShTZ8sBGqzfes1b8p5rrrnalrfLt1yiXa+ulPHj59yonREU5M1ZXm7ImtzXCK1uz9rDiwbUNGxE4WuMevSqBOhC51wfehn9+tL//zP+sEPvu9i2X/V/ebVjt27tOfgfk3UJlVoK2pg6WJRhLrYCdtLL71My5Ys1XPPbdPnPvc57TKuDePBh3YmfA7bu2ePHn34Mdu5M1qwaMA2blz7XJDr6e/WJZdv0rLlA+LvAv7wRz/Un//lX+lJF3uXr1yty6+8Sr1OSP7ohz/QDywjIyNDmtHfm+xHd3eXzllmB22DeuwbV1+4Sus3Xqzl9vt1+7rt21/QlH3pho3rtXrNGh0+fkav7NyrV3fv08bNW3T7W+7QNdddm+Tv61/7qv7hb/9agy7k1ydGvUaP5sycoUUL5okPyLz3ve9VV3ePKtap57dtd2xwVjUnetHrvXv3iL//9vy2Z4V/LGR5Krq1W4/D+jrqonhEiCIJHyoZdSx08OCBNN+6DeuFffny176mu398j44eO63u/tl6461v03/+vT/S+973Id3qAuS6iy7SJuvCEhcw1np/l7qAPMd0GXISuqPUlj5scPlVV+uoE/4VG6W5Ayu17pIrtXbzVq288GJddvkVWrvmIkWzpor3N89F4Rtvvk7v/dB7Vego6amnntHps4MuiG5w8eyUi7o18Xf3hlxg+9rXv67PfPozCVa4UP3xj39cFjz9j//5P4S+btm8SVc6DhhYukhDjl+OHTvswtaomo55el2AXrxoQYr9DtmePGHbs3PHTu/rvbZ3HzdNzukf//Gf9Ijt06aNG3XDDTe4cHur3nrHHbrORaY1LiysXLHSdvE2bdm0ScWsoEH73MyHqgN7D+jo4aO2S10qFQrCJ5w5cVLHjhzVdddea3qtd6F4o4vqb9TygQHVrVvoe61eNf5SsZiL82xEaNw2n/ir3bEY9hcejY4MS+ZxG78qhc0tFdXp57lx6Ozs0ZVXXKM7bn+7C2FXau7chZo1c67a27rV0d6rei2zXJ1L35RvOK4i0Q6fAeL0UrHkOK+W/FJff5/C9jIrZI4nOxxb9qT2iFBmJW84hsut2yXbil77bOIn5mBe7BB+qbOrS8VCUVmeKfMYfA0fsMmy3O9zRUzPlWfhuQvq7GhTT1+fSi401CNTeGzBxd+a6VptKn3w4oQLaPztza6ubrU5Wd10TDhmu7rbuox9PuD4AzywX+ccd5xzMWzMdNxlO/HUU0/phRe3Wc9HvXZTjXrNPrXm2HVE+AV0qVar+b6qTse+3d1d6Zpl07w46VjhxInjGhoa1CGvgz9l/nMuOgHsm/3joyMi+faIsJ2b8nqRdIp+Iy74gDdrcY6JCOV5blyqCaApPnloaCjhht+QX1yRl4gwH0/bvh/UKy4EPf/88+k96+Pb6NOan3ugaX5HhLIsU57l9huZWKPic0qpXPae67aDp5XluZa5sDVVq6rh/+oNaNGuzo5O24GjorD6qm140zKYu2/J8lc3HeuW42KxlPZZtb8umHd8kGLEhe/x8UkNW2eLxbLayh2oqZrGpZnlmvT6FdO8YZsEz8CbubJ8mh4RoXbLdxj/k3zj2YXNY47tmpa/vp4un3va1es4YM6sWVq9epVWr7xA3Y7risal036Oe8bLr4r3hB6R4+GcgJ/u7OkRPwVOvPrqKzu023urWJ6KXr+vq8P7LqtRr2hsdMh24azox08I51lBpweH1GV5HXf/iuPyM6fOaMQxZs3rWGSS/ndZRtHtI/bR/CLLOZ9hhy2XxEhh2cW3D9hHzZ8zT7McE3dY9mf29WvposWaP3euwnTBVo/ZXo94vdx6MMPP586Zq5nuz/7GHRth4ycdd531/Hv37NahAwd0wHDa+nLkyBG99PJL6UM2yCYyknt/eZYJPeXbdxGhTuM638U8eICsmZnJFq1evVpr7KuWLl0qYlLeA+QgWteZpv98F4tpW75ypaqWh2NOQOML5VePeTRr5izzq8Nn5Qnjtz/ZRPIi7W0dandM29XV4zPArJQfxAZCh37Tl3NVuVRMY2mfa7qAx0UXXaie7k7j3eFxM2zv5ibeY4+Id5csXqIrtl6Z4rVeF3rRt5LtFXFMl21TeP/kVYYdY0w6TsXe5cWismJB5EUmfPYN27+smKnhaiqF+IZ1omYfIjUhjwq28cyZmX4yP7m2WZ/gHbztsgwSB+d+3m57XXUsNOr16pZnaF83nbj2WA7b7JuhvcnlucM2sZTibvbMM/jDvug/e/YsIb+zXch+PRDPdlv+4S90Yt6K18T2Yh/Q/27HDNCozeuhG3nm/RmfiBDPG76vW6e5Mg/0B6+K8yzMgTy97HiZOeH/gP0YH0LiV/o2bNjgOGiJGMNYAHyhExAKk6n5GkREskdNB+ys1zQN5ReX1nvaAN77UfoXEQnXiOn5eIZesxZ6387eLFP8/C861dneIehfsl0q5gX7zA5lkRmbUMG6AA8nJsaT/Q1JWRby1Iawbaypbj6BA9cp2yzsNld0ifvxsXGhM9CaNmSN/tCTfUMP+NJj3iB78KXPss09fIiY3oeXTjIF3cCJZ/AI3vOe/UVEoi9zwOMlS5YknaEv68OXUdtJ8ELfaQMncAcv8OQZfpJ72lmXfrxnTOsZ4xjDlecA9xO2NVwZyz4T/S03XJmLfUd4T43gbYKISPRMb/6P/zEHTa1rxHTfiOlraz76APRjbXDjCrB2C3j+euA5QH+Ae/pajZkuySNtNcu99P+7JnPRv37+/AgdpvlfSXEaeY79+/eLD44TZ/zQZ4P7fY585pmnxbPBwXOOG86lDxMRd9EGDNoXQGt0C3oCzF21roEn6wJpbcsgbTyfdP52en37adM9wnJcKCSbUbadKZbKKhZKKjt+yvOi5D3V7bO5lhybd9ift9s2QVfWJ18BgBPvkQ9kAT6zZkSkeKa/v19zbHMWOeey2v52YGBZ8hHIqPwCN4Axfms9yhKwB9rYB+3/N4iYpjuyD14RkcYi88g+wH3rOXPBsxbwHpBf9GFNnrEuUDf9eE7768Hd07+IUMM0wo/KgoF+FUxT8ll8QxubR6yeRUQyCGyUiUAKg4qCgySL8CwikgFHyTtMbNqrTkBxZeKent5EVBQXYGzrynOwAnGurBMR3L6WKGRzVQcezEklnwMDbfRlfa4NB0pVCxOMhKHTbY2EP0SGUFXjRHueZUkRuAdHBAZHxaL0BT8MGTiWLWRA0c4SXJlnGgpmWkERmSIiQZaFjVqmUqHgALAtOezOLhtkB3blUsmCWlCeZfIIg2QkEoRvc8+Re3zTiokjJTgj+XjWBYFhB+ITNtoc6htmrrt7nYLAsWhHnsBrFnHiCk/bNO3qalph6Au+4M49ig3toBt0ahlBlGHCxg4FTbQwPgQKEaEsz8QcmXGHZvCqBdBPfkVE6gPtWKvVP8K7M4THytem3za5eq+sg3IzV8n76HLwlJL7lqGyHVteyMUrjfUNfcGRK+tGhKcMP4GM7LnhfTdea6MP+NKBK8Ca7J81mac1H7IB8Kw1jv6MfT3QhgNuOGDlnmfQhf0C3NPGs4bp35qPNuiSeOW9cs0LBZoT0D/d+H+tcU2vwZy8Bzd4luZzENG04rqr/+89W5krTrbULTsJN7cyX9OkiQjBR/xT1QeQCesI95Gbtrn1IORQT05CekbP2/BY5mBu1n09MCftEaHM/AS3iEj05j0QEZ7Bc3rvrbGMoy/7B7hvAWNaIL8iIs0d4XkcHTGW54xDHwHkvgW08/z180VMj61bV6rWea7gIr+YTyGVXDAtGiiUKjcdLI/Qhf3XTfe67UnFYyumF3PUPBdjjZK4eqqEJ/dARCgikr1BrugfESmo4qBU9Tzwr+o5wYcxQNJnT9o0vTyxMo8hUCvbXrDXdie2i5aT8IL0xQ5WnIxuAQcxEt04WwIiHJq7JtvAPQadA9Kx8wWiPMtULhZF8E6gyFrQrtheVpv1rlAuKkyPsO7ltnnljna1G3r7+0Rhdq6Tvj0O4rM8V0v+W24AABAASURBVMV7qVnm4AG2H56gV9gVAJqDA1f68BzAfxDMzZs3P/kN2tgr7QSLzI8fYR+MBaAPdKs6yIeOAO1F7wWbwx4iZBI2E18iIt0nGpu2jOU+zzKmdUelfpnfA9ONbjYvmIs5I0IUntIeQ+ZvQ1UCEopI585oyjb5hA/ptNXN3xL08qFoxMkrDoTlckkzfRjcsuVyvfNd79Utt96uNU7YLlu2UpddcomuuvIKJ7K2qttJmIaLPE0fqPnQTNOyNjJ0ToNnTvkwfkpjY8M6feqk+HYCz8860QhdofnWK67UG990S/qZP0Wmx5980kWmV/T88y/omWeedzA2omKxTYViSVleUrm9U1mh5H01VfU6ZR8e6gpN2L9OVmoq2VdVLf+TBP/2BxEh7EFkucflmrCdodhe89i8UFTBclr2nuEdxR8OnVu2bNZ1112jJS7srFq5TNe7ELxw0RwtX7ZYfb1d4mepS2XbPh8w67ZJTcltoZLnajd+yIBb3NZM4KWVZbZPtlKMLZZyy96klCxXQxOTo+bLhA81FQWtlsmqD7VZJh+4vedSQXXo6/Vyt4XHtZWL4lOlHKLmuajGJ+4KHjDsZNRCH/C7HDhmWahg6LO8z7D8z3JAWPZe0e+K6ZVbB6BD0/SKCEVMA32MRvrHnlqHGuSVMcVSSVyBgnW7aLnhCmRZ9prcch9hHNyHOYtODmCX4D2yzPOi5b9cLqlgfW3YZuV5pjCtGt5rv5P1FJcaygSPo+DElYPk/llzhF4XvZcTp07psBMYu3c7kQ7s2m3Z2abHH39cjz32mO6//3498cQTlqmXzwf9T6cCwzEnW4adEDzhAs9TTz6uBx+4Xw8/+IAOOhlzyAl23p/23Pv27tMLLqwSUHKtuvhdtQ6PW0f48EDZMpSbUugLiUDoVbUuFYsFLXIRquTr+NiIKHZm5pszRSrkoab3Vy4V1Ock9+xZM9L749bFvXt2ad26Nerr61Vvb4/mzJ3tYJfdN9VmOuVZrlIxf+0w88zTT6c9Uqx68cUXBZ4kGgqmOYnPu+++Ww8//HD6u5vHPD+xJ3IOzXPTulwsWfe2JjyQlQtXX2C7MGndPaslCxZq2LpK0rxmm123zBzct187d+xINP3Zz34mCnHYZ9biYILdJHlasoxwaKL9hJOxtJGQwJ6fdeGlYhrOdXIMW8mHwnLLIjYOuwkULRd5XhByIr+gLX2ws+xt0MWChu3i5NS4BofOmE4zdcklm7TygmWWH2nx4sXiGywUxN7//vfrv/23/6Z//+//vX7zN39Tn/zkL+n2299i+vaKvx3Lz8j/yZ/8sf79v/23+r3f/U/64uc+q6efeMw0GFSz1tSM3hnqKHdq9oyZWu9i/NoVF2jp3PkasP1f6gLbyqWL1WsfM2KcJp3k41tOJ4+fcLFvXI2a9dt2qE6y1fsZdaLVm9JkZVL8qQuS3hXLC98KRC+J5xqOh5Cx0ZFR2y45HrHkOBiqGw4eOqInn35GZ5xkPHn6rIs3vRqfquqo5Xj/wUMactKaD6nUG5nO2RacHRyRvK6sN50uADBHXmqzf21LB8IVK1YkWhWLJSd/h4VfA3rdF3zg2Z/8yZ/o05/+tP7iL/4iyVFLt77oguvf/d3f6Z/+6Z+Sbp12UvOaa67RXXfdpZ/7uZ8znT+pP/iDP9Cf/8Wf60Mf+rBuu+3WZGN+cvcP9Q//8Pf6yle/Ir7heMNNN2r5yhXqd/IvItTh2Hnu7Dk6ZRp22r7ztww7kz3LtW/fgXQuudljfu7DH9S/MT8vv3yrnnn2WZM1tPbiDdq8aZMmXUw4sH+fwjHhIw89LPzO9ddcq0u3XCrom2UF29ua6qZ1w3r5zne/SxTr+mb0aasLXnPN3/vu+Zn4u52PP/qEry84MbtfI2PjykxP5BI96nIylm8G8s1ENetOdHaknxo9eeyITp04picefUSLFy1SIctFkaezq8+071TfzLmKQlFveNObXThbowtWrdKKFStTMnjZ4qWqjI1qfGhQSxbP14rlS1UoFcXPKOelkq6wP7r+DTfqkssu0dYrL9eKZQO6xHsue74Xt72glU6u//Ef/7H58E77zpLG7ed7ndBa7iTA+9/3fl199dUugK+3b5+pOXMW2K+tUIeLKHfceYd6Z/Vp1UWr9d9coPvD//pHauvo0re/+z196StfTQXygwf2WxcKqk2OKY+GNriYePnll+kd73ynVpiHff09OnT4oF5+5SUXo7p05dVXaJGTEDIfnnn2aRcKz2nmnEW65sabtemSy7Vn/0F97gv/bHn4Bz308AM6dvyI2kuZxgZd5HDBsaezLfGyv7dPc51QxgZjP3p6+nTAuvDwY0+kb3u/7MIg9mfMBd1J29uwLxnyHKXMtrY+JWzx/AULrEvSrFlztHDpUq1ctUZbr7lOi5av1Arfv/HWt+h97/+Qrr3ueveZrTe/8U3auOFijbhw/N//9E/0Z6bJ/fYRfBDm0OEjGrfenrQPae/u1YbNW7TMhflu4zXT8/c5AfPkk095b5/Xj398d4Lnn3tWL2zb5nhoTKudrL+Kn7m+/HLjZJk3fy5ct04XueDa2zdTL2zfoaeffVGPPv6M6Xlcr9ivNaz/H/jAB7TFdu7JZ57QH//pf7G+n9Vb33KrPvS+94hv7O559RUXaScsig319M/QvIVLdIn1Y9kFq3TAxc1RF0Eatvv9jgW6rOP33nu3vvX1r6itVNDVV27VW267xXufmfDDBuM7+FDDChdvf/WXf0kf+sCHbCf/nX7nP/w/erd53t3ZJT5EEpLO2VcMLFmqX/yFX0j6/zd/9b9025tvUb1a15gLS4cPHnQ802a9qyYalCzLs+fMdBzTJQrc+E30qsO2FP/kKdXb06N169bqQssk78f4ZmBTaZ42n3/4Rtd3v/c9fepTn9Z99/1Mhw4esR0bc5K34nXqLupVpWamefMW2rYt1+pVF+nqq67VurXrU9Fh06bNwld093RrYnw86cqg7eagdW/CPo+i1+j4hAvak+q2DPbPnJXwLdg/YauhET6s3XEn+yEPgW/rMl1GXEBoNJqIvkbtF8ZsO4h9eN6wPtQcOw67z0EXonfu3qudjjUOHTuhw7Z7x06c0qs796R1KRhPTNZsGw67bZcO2o8fP3VCO1wsPWs8+YDZmHW8Yv9cdYG6WCy49txQt/NW8xzDdvX0adacOSoUS7ZdRXFOHBwcTt/WrtamxE82Uyw8bJlGZp966mnb2f2acrGF+L/Te/GxIuXAGtYr/HTT+JO8Bk6fPmXbuFv7bW+PHDmswy6iDZ49rQMucB3cv9eyWDUN6ub5qOecsA9QOlfWjWtEM9037MuhBzwuO64rOH4hVqw4ToDOTSMQEclnYU+wvSXLz+goc04xTFmWiXkiwmuEmsZxyr4xIlOmgmOwMRdjD1vWhszridSXIujhw8d0zz336dlnn9MDDzykF196RafsW3PjUPUZcXhszDI1rJpxlF/gFhGaYR2n4LZh40bNd0EOXMCVGIg9QCfwXGC709vbr/7+WcrygsK+oKOj0zxSktHcsU9EqOz9VB334/tHbMcmfFarubDrx6o4XuAMUT9/NsgLmcdW1O84ccHCebKZ836nacn6Rctnl4tnFdOP9+ccL/ABqL37D2jKbfj3butW0XvM80xcKZyP2e9kngzajVvuwSMk72+BFi5epKXLV2jF6ouMe6i91K4ZPf3qcrH41InTpus5F1vP6ayT6OQ5vSW1m5fDg4MiFzhuOvIN1LZySQVvqsO5AQot5ABedUxJYZcPgEE7ikHdxr+9VFbV+I64sMqHjLiftJ42fH7jw6RTLlrPsp3r6+7xObRLs2fNtl+blc76y5cv1xz7DHQzyzLBN8Y3LUvENoPG64jPAUPDg5aNERG30Tbo+PTY0aM6cfy4WKNhvjcNnZ2dmms96nCeoc9FoU2bNmr9xeu1cmC5coX7TqR8AM/Bu8377DeNy8WihB2wPFYmJkVseObMWZ09O6iKbUyb99hnXe2xH2lz7MMXY4bN/ynrH3TKfV4ArzPWqSHr+4wZ/Zo3f16Kb5Evit37+PCc7dYBn1+AUrGUcGEciXHi74b3ja0CP+QDmkSEGtZp5ByANnrdK5AFe6i6+9R8vkf+6mqo5lhHxissh6MTY9p/6ID91bPib82Sp+NszgdA+NbwUZ/P+Bbs4cOHU2EenKB/3TwcNy+BFi60w/9Ec+Pbbl9AP+SYPuCHPGMreE8/8OYKf/I8F+3wh72ijwC8Rw5onzlzpjgjcaVPm2lesu4xln6sD9CfNtZHt6Ex8cdBx9ljlmXiEGhL3MEazMEYrtC403LCPFmeJd0ER0ibWRYB6M5+aIuI1/rQD15xZW/slfuISDIMjoyhDb5kkaV21mU9cIAW5DTYH7q+yDHosmXL7P9WaSUx/6LFZl+mhgtlsmwih5PWd2Jj5m3hxRWABuACgA/8qNkWQZ/X40Nf9ia/uPfF0zdf2xvPGEM7z5mLOaEfc7I2+4An7IV7ZLW1J2wawP7YG32YC7lpzcEa5HGWuOCKDZh3PufHHPCFKziDf5b/C92ZJ8/zlMdhTfpwBRf5Ba7QwWLpd1LE9Fj20QL5xR7ox5V2N6W+EdP8A2fW4Rl7b/Vt9acd4H0LeM88LeA9zxjbAvBLUK295lN5ltoca3DPGMYC3ANWbwG0AawxfXWgxQM3NGy7aEvg98wFv9BddAMdOHnylHgPzeCRN+1/oZrjv4ptGf3/z/2yPgCOPHs90J+zMW30Cfk/09DLp3/wOfGoULL/KvusF0mmc/drWq4bXrfunGDRZ99SoSCbLQ2eG0wfOD7uOGvKsUHVfeT+Nu/2sTWNjU3Y1484fpxKNIzwmlLSL2LROY6bF9qfEzMudGw1x/6g13Fh2XU2d/N5sp7GsR9oBL1onwbLi29eawspIl4D+RURwi5UHAcg08yT9u72iOm+CiV9cvfX/kVEaqMvwBotoBP3/7drRCi3jYdnyDU4t8Yjo7njFfmV0ZjZcLUmmn6YC2FmMICywhDaAIQAZWMTLSb2OWDBIDEXz+jXAuZkPEgA9AFoY32A9zxjTgglv2jDIDAPfcCRPk0LLf0iQvShjffyC+GCwAQ+eZY7gMqUe7Pso+Ara+Y2BgBjuRZ9wC7bUZTtsIsWqJLf079UKKhUyC0kmQomJj9NVbBhKeaZBTNLbX4rc9ZC2vRa4f4e40C9UMjT+zD1m4AlkT2Ymwln+QXe0A98Ae7pExFKeBWLiQ8t+nM4AXgPgCP7ybLM004HicyDI23RYXxyQmMGPk01haO34jc9f+SZEnhsZpBfrA1OQM1OPDl8j6k5SGh4XMaeila4PJMMTdOkBcyVnrtPbroV3K9g/AsOlvpmztCCJYu0eu1F2nLJFl3lA/J1N1yvq5ywWH3RhenTY/CP9VEC9vT6/UGLVhuyAPA+IhItM+Mf8a/vI0IR08C8iQfmQ8SYGVZ4AAAQAElEQVR0W8S/XHX+5aZER/oyBjr8/wOGgAPXVh/GMDYiaDY0RaDX4YCBPfAckB8nnE3GMA3pnhczFaBZOfc1V55nUtZQ3cmSmg8LNj+ib+4+ZR+Qc9M2TOvIckH7sExneS4+PZf7qgjRX35h7r0x3/lfuN1AH/AHuM+yzEP+xdiwD8AjUjvP8ywX16DRwPOG5ZorwLPca3ON+Ndz0Q+gH1cP9x7zJN84YgB5joi0hvyiL3KBXnAFkGsAmvPc3VL/iEh4RoTYE3NlecbjBBH/8pyGpm1I87w8ZFmWcOEaETz+V0B78/w+2R8PwYFPboIT89SdcARae4uIhBf9GV+0TSlkuTJFshW5r66HqGGnPunDDgcI9sTzpnHjUHXSB3C+qTLqJMP8ufO0ds1arbnoIs3xYYi5ysWSFs5foAtXrdZCJ/VxYhSIvEJidxaZWDsiLEfWYO8XmmR5nvYb4Xb03Idh7AZ7atGaa9P9oSVX3gP0iQgRcAMl282ZDryx0wDBKWuePHnSyYM9Ou6kB3NUnKDCLskv3kdMr41NLpWKgl/ch58jr7lxzIplv5v+l+dZwjk7zyvWxQ9xjfAo/wNP8Jv04SsivHc3OhEh2y4T3f+vq+EDDoWoWr3iA/OE6tathos2dSctaoaKD+cTTkadOXFSu3a8orPmwZQLq+3eZ2dHm6eqq61csM3q00VrVjv5/Wbd9fa7dMMNb9CKC1Zr1ux5TrxeoGuclL7cCeeLfKiebfqsW7tGfb09OuED6JgP7XUffkFthpN1+JaG+cDPJx33ocqLiIMqn1oeHR32AXRMZ06f1Gknh44ePewCxIQUuTIHQGMO7scnpjTpQKzsAsDMGTPTJ3Xnu4ixyAXDcrGoHifBVgwMaOP69brisst143XXamDJYifwapqarFhW7LvyTJlpC49rxgUeFMplJ6qmVKs3xSfP4O24D3a7du7QQ/f/zHs54j11pcT48888qQfvu1c/+ckP9PCDP9Pg2VOa2d9rXcQOVJ1c61CP9w/PiBPmORFPMt4iZtzHjceEmvYzckPdOpFHqGgZyCMTB+nuzi6RGCzb/vX0dBmfvlQwaPchD3+AHHA4QBbBM8lTIVdPV6fWu/C2csUy9ZoO/cZhzuxZPjBdoPaOsnqcIIcv3d2d6vFzDhYUDC5CzxwEdnR0CLqg5wlMG67yKyLUOG8XmsbbTakv95mfca27fwLLmByp0r/uA1bdslZ1opmDXsM2Xk66l9qKamsrqeA90q9mGc0cdFAMG3ayumHZzXKv6WueZyq7b4cTTgsXLLYsVy3LTUVEAvh0nOLR/v1OoN6ne++9V4NOjEAb8EQ/Oehy4CWJwCcP0R0OW/y9ySkX2umzf/9+jXhcxe9JUuze9ar4Od8lixc6gTOpl7e/aLk8IwqqZ538IMFTdcJybHREJ1woOXL4gJMh407CHFe5VFQXOmRaTDghBey0jp06eUIU3Ec9ZsjJDmzbiBOoEeFkytlUhGI/HO43btxom3JcfMqTpDuJrP179uml7du1x8n0imOd056P4tIjDz6ohx94QK+8tN36dESVqQnNc+G1z8VZ9OmcEy/lUkHHXdQ5dHC/urs6tNvJ12effcZJw2fET8iS3D/oBPeQaXDC9Dxpu8Y3BZYuXuKC6oQatvulYslFoZPim0xnTp8WhdVzp8/oWhfN+FYiMtVtOYO2o05sQueISInX+U4wUgBBJ0jk7dq1y7rSJehAwmfvvr0+wFR9AJtQyTaI2PrQoUM6dOigwIVExauvvmqeN1PblO1Xp5MrM/r7VLfszZzhIrT1N5qZDjuJ3u6C59RExX5IGjx3+ryOhSat188986yOOll84thxTfjANOqiJnq0ZcsWXXXlVbrzbXfq/8vXX4BJdl3nAui/DhR0VXVXM8xMdw8zC0asEcuSBZZkdmIn8b0xB5w46NzAjR0ntpP4Jg7YMceWBbZkiywc4QiHmbGZobrwvP/fPSVP/N73SrN0ztm49tqL9lp1qq+++mrcefsduOOOO/DBD34A73r3PajlXMeJz/DIMIgIhpk8aeO66lg+TLrFqUcuvPBCvPu99+DDH/4Q/tdvfxQf/d+/hVtvvYXBrkVoYbIgQZ3ayABYmsHDqFQgXsSJPFKhnHgoIx54aKUf6VHOpIvTDMxHpL1shucFnDZALl+ivioiR/4rcs0zPAgyz4sBJjByvM/NFFExD/kibaEF1GsV+EHcfeFkaGgUY5M5HDt5Ftt278Huffuxl/D8Cy+QJ46Ql/vx0ksv49HHHsdpJlzOkkbjTH7MY2Jk7txOXHDhxXjPe9+PSy+9HNn6Rrz2+ps4y8PoISYAaqhDNmzYwEPoFGWmgDMMToq/I66lubkBr7yyFf/xn/+FP//8X8z+zCx165rVK3HttZtx223vxAc++H6XaEhSl2WYUCrSXs/QnorXBsiPsvkKlPbR1vYPDOKeu+/GJ5jUkU77+cMP4bvf+TYUTNx87XW49MoruUcetm/fCcm87M+a1avxqU9+gnar261xemoGYRDDhg0X4vy3FbZt24aFDDKNck/1U7+SD/FpiYdyyWcQhojR359D27KCCbaVa9ejnr4KiQx9WePAgUNuzhHqiSaeF2V3Z4PFacSp8zR2wLNDFxOlt9zCpGW6DkrW6C3grVtfxYEDB+lTHIYHo7z1YJiBiSnqxTHynRIO1157LW6+5VYkU7O2ZpSJ+1gswJ6d2/HWa1vxxuuv4uWXXsKLL7zExN1TTHw+xPsXXYC7jgFdyWV9nexKCleTz2+//XYmlFY6Pv/0pz+F2955C+17I2KxECOkwZ/92Z/jC1/4Ivbs2YvWtg7E40nEuI4KfQqaHgbkuvHud9/N6wIn089RF+2nfDfQH2hjoPfmdzApR1v03e99F8eYUMlkM+jsmofRiUnsZuLzCSaqf/zATzEyNgElJK666irceOP1ji+WLVmEiy/YgLbmRjRm6wDakDJlpZfBbenz6264CRfQ/xDUM6HR3d3NYH87FjJ4vprnsFUrlqO+Lu1kKpNOooP+Qon2KEM9JTpezyTpokXLME29/8Szz+OBhx7BfT95GD9+4Cf4zvd/AP18rgJwsiuf+4M/xFf/4e9RTzy6ujvRQb8jRru8kMnv+uZWFOlXVMIYjImFPAMzfQPD2H/wAF597TUcZ4B7E9exccNatFBXyS/asG49abYYF120CQXK6vadexGj3jp67BT27z+CJ59+AY8/9gz27T8EBaDHx8fZLg8lOq/dfCUeuO+/8SYTqRdtXI+777wDG9evg4LU9z34AIy43HjTO6gbI2SZYOhikF9vT43T9nihj2tJ38uvugJzuzqpKyo4fOwQxob7sXzpQqSTIX2dHuzZtYM24yz0JZ2DBw9i+bKVuOGmG3DjO27AkmVLMD0zgQce/DF++N/fY0C6DhddsAbve88d+NjHfgs333oT1m1Yh4svvhi33vIO2oAkJsbHOF4PXn/1VfSe7XGyKvlWEAr8TE1OQ3r/QupQ/eS7+iqx6fsG2Y/FpLOZQd+Qlw9piMgPEXSmWsAEb2f3XLTPacWGC9dhxcqlyNSlKFdTOH7yGHbs2oa9B/bg2ImT2Llrr9Nbr772BrbQduqt/ANc31HaoEnarTR5Y/W6NdyXi7CaOkNfxOnifisgu4pJ7iVLltEny9AnAulbhpmhxAClzgUN3Fv5flwOZAe1vikmTvWzwGEYR5z8Iju4fsN6LFu2DOlMDZTEDGM+u0SIU9/HqUcD6pcIRjfRWF/mvpeQoA+Up89YoT4NKHhxnY/jISqkQ5k+ZZ5Btxz1Zf/QAHr6e90bh6fOnMLZ3h7kKTNlBsrLPHPNUK961D8gj8A89o7g+z7nKfEeqMtmIV4JwpD7VoMwFoPnCz9A65HPJp0OfmZoh1Um3Z+hzjYzeBw3yXWIDtq3TDqNJG11pVyG/KVJ2rv+vl7HDwMDvUwMH6FNP05fYARnmHyVD6a2Smgr8SY6lmjrEgxSxuNxyC7olxP0trN8oR6eNQLiF3JNgR+QZhEirlXttC9FynsYxlApVai34m7vGuqb6BPXumRbieXJZBrtTLK30l9XYLSNwdH5CxfTLmQxTF9N+mHOPJ4tNmzEXOr9mlQKnu/D83w318TEJARj1GE5nnPLHHOS59kiA7jcLvJJBbInWkuxXKH9nsEo286wfpx8r4RjkXsIjudzXK0zxjhdDemmLxK2UY/O6+7C4qVLyXdljFEXiMbiuTomD7X2Cv3NY0eO0oZOIuDeKXHbSfn2SRfZLe2ZeGeUyciB4SEoeZ/hntXVZ+Fxz3zfQ4X8UeeSeRkE7Fckr0i+NE8ikYSZYZgJRsEoE6UTE+OY5NplU0qUgTz1qPZ3lOVKno0Tz+npKZRZF3F9Nck4dF5aungh5na04fSJ4/TFTuLIwUMYoj+b4h7X83xSS9smHyjHRFWJOGiOGZ53xQdj9LsGeG4d5/lS5Vq71iYebGf8IEv869IZl+Aeps2Ur9nT0+N4F/wIV7U3M3jmoZ52Yw7jCkoyyceQjzgxPoEk5TXDcUTfWBCSf0rQ+X6SdcP0e4VDP+3QGSYGD9Fm66fLx8kr4k35K72nz+Io7aDatre2IEn6lXgmilGe4kEAvQHUkG1AKplCgnrB4x6IPyYmJpDjeVc4egbq4ySC0McEz8ga3+OBupX2NCJNc9PT9BH6IZlJ0qdsos3toF1y+0BdJjs5MDBA+pdRm61HxPUO0C+ZpE5SmyqUFP/keEXKygx1iGhU4ZlPIDzAT/VqZo4PgMjpPbXV3rOJ0yNqpz+RFBkgfQPfQyxZg5DrT6bSMMpoGIshDEMHmkN46Kq+ooFwKHLfp3M5t2+qUxJG5aJfnnpnlremnT7Q/GojOupsrD31fR9V0FzSR7pqXLVPJpPwSHO10b36ag2qFx6aRzKg8lr6TXWMYQik0yRbkp0U1yNZ1RhqWzhHP/VR3EjtdS951PPaNWtx2WWX8Tyw2O25cC6yj+YzM00P3QsqVByqj7gPZepOlVXBNeT/9Kw2amtmKFO3lNle5QLVqa+Azd16ZXf0RUf5fVdv3ox58xgj4fhmBq1Fsq61VdekdQn0rDHOHzOiniXC/BdB5ZrTzNy+itZqr7Jqne6Fi/ZRcqKznXSTxtceqI/2RP2K3P9J8rDkYYxypf2eoj7IU8foKr9eZ9YjR45AV/GN+ksP6Ko9lp7SPJIBgcZRf61F6xRof+K0t2EQuvXHaWNUpv1XO+Ej0L1AeIo+4olMJj1rI8nLaqN1al7hXqJPp7XqWVeB1q+1aRxd1S5HWVc/lWkMlQvUtgpGPhWNtC6B7gW6Px9UpjGqALKUxjh/PM0lqJZX72evcDItXAU697vy83iKYu/2W2OG9EM0p5k53lIfrcn3Pcffoq/KpJ+mqHOUa9G8ZrPt/fNk1OMace6jNppXoP4C4aKrQHOIrkX5Q+dwU1e1kb2Q/+CbB9/zj7IicQAAEABJREFUaPNDdzU2iMjnM7kZnvun3J93Gef5Jk/6l+lfRDzfeU5pVWCUvSJjjRHP1yCPe+aTlB7E70XGNHUm1ZdgxHPCW7wgP7aNyXpdJetVPtQazQxayy+B8kJZ1bPWU+bcur79TDy1vlxu2tlz8XuOulC6Vm1FHzODxzVqfoEZn7lenPucX6Z74XH+1cygsipoX6vzi76aSzhoLvDD5tC9p0Zm5oRcnasMoHI1UGfdq7OumlQgoeI4VFJlSAjVTgpSgqbFaywzg8YTmGnL4NqrTqByCajG0ZhmUnplR1zzZtubGR23DFQvHMo0umUSVPMJ1FfPWqCuwlkKybjF8TAGOZExXhNUBElC/Jyx8jmuQP19D2wnXD3EKAQhAzcxgq6hz3IaaY/BTt+LEBCvgGUe+4PueoWOkO95CIPAgcd7zzzODvch74GU5r/IXVVoZvA9D2prZjAzdy96SAHoqjqtRWuqkGkjCkaF63ZX3qsO/JgZ/z/7T2UC9ZmlFWlJxlSZmcEPfLixKaicFBU6iDpsFLkOIgDJS8WIpmfw2NYPAxjbEnMI1Mfns8aQ4pSgKMCpw5S+Rayfcrj00ktx3XXXMQh0G973vveh+vfAbmNg4qqrr2bQ6UKsWr0KMlzz6HyLZ8A5tZfCWev2/FnaeB7paMSF1/PvwY+ZEeXZejODmUEfrVVXge6roGez2TZm5tqb/c+r2nhcu+978H3fged5/6OtngUaV+3NzLUTTc7fOzPjnoM0jhi8K6BEh17JUc83eAEA8tLsz4OUUKwUeWArcBfKpDOVCYOHZZSgvanwHgaYR/AJ5EVqCmg+z/dZrkpTE5gZhJsA/FTO8YlwdfvHMjO2JaiNmTncfY6jZ5z3MbO3x6rWG2mjdp7vu37u3vOgq8OH924uMn31Cn7MzLVXmxjlTzKvq+hVHVvtxbfiAwdU4lX8zczNAX7UTmBmbsxqfzND9WNmrj0vcB/emNnb9DGbvTfjVTizUYmypW+j6tAtRzVHx0QGTjxpZmBn6KO5tV7hr6twNjPiMksH4WNmEO6qk26cpKOjvZQDLfktkz4qHx4bRd9AP/T2TQWADvKSP31jsUxO0BxxHp4ka0k53dQxBv7H8c1mrzJMMlJtra2QU6z5ORRbwdFANBeddeDWfRUn6UjhIFpLd+pZzpsMk8rUTmswM4BQLVO57tVHtBE9VKaxVKYxBJpL+iHNQ6na6Fn7bmbOXuRoDDVniYcV1UsXqY3WqavGVJmrc3wsNIgLKFPUuVXctF7zPEd/0Uu0km3yzCMFI8ogKSuZ4ZP6aD7hqjWYGZdm5/DJuT1Lp5IIOZ4Slz1nz6BYmEFzUyN0EFvOIM8mBsFuuvFG/MZHPsLkwh1Yz8BfIxOYMR52iwwUFujoFukAAB4P09M88BRANcuA3BheevElPPfss9DfpXvisUeggN/uvbswxKTGiy89zwDlk9DfU9i9Z5f7ewrHFMTi4VuH8+EhHvLpOE/yEJ5i8EgJHR2smWsDwxaoo/Oqv8G2ft1aXMWAeWtLM0LKaZKH0Qk6RiDNOud2oJ3l4sHaVIpBEx5W4yFAfpR9JMmcAyzdnKmrJT0iKIj7rne9i0njWyH9vnTRQrSSHkUmpvbv3YM+JqKGGdA/fGg/8kxC56YmkMtNct1TTABNooWHWwVnf+s3fhN30AboQMctxOjYCOunuW+0m34AO/dfQJy1/9or7p7zF3RvZlCdcC/QaRPvaRzd62ChPZWzWKDcllgvW1lgEE2J8Ii6V8Gq3QyC7tq1ncHQnTjCpFmaslUq5jlzhbbbQz43hdGRIfQwEHCWgai3xyWPaizx6zQdN/F3jteIdtnMHI56Fg5mJrRI0oo7gCR5kE+nSWcG+CL6EBXqc131JZliOY8SIaLmF+RJ02niUCoRJ47jky5lHuQlN5LtCuVAgwuPPB3aMm37KPdWBy/RQ/U54iXcFeSdYtBK8iEZUiJw37590FuPx48fx+lTp1E9REkWZtdaYJB1hvs3g5HRcaR5UJ7DA+W87m7U8sBcHauxIYvWliYHbQyGmBlyDF7o72X4nucSJ88wefsaEyCvvPwKfvHYo3jphS3Y9ubrDKxNQIc/7bHmlZzrqjUJTzPjfgBZBuYbGcyR824UoNMnT6CHAcXDB/ajyITpMPWmAk4vPf8CnnriMezY9iYefugn+P53voefP/QQHvnZz7B/716XxJUceLRdOkDqTdy33noLYRg6/hNtm5qa3B6aGU4xcSqaKyGhgMtZJs7Ufox0FiiBtOW55zDKoNvzz27BscOH3ZupF1APzGeCNaDcr1+7Dgpeqe9rTBg0MJDcwaBUV1cX5CcpaKyA2l7ip4C1vgxhXkDZP0m6jzCwfQw58sLqtWtw2+13YPM116G9Yy7qGcyVHhedPeI6yUTSCSZhjh87grNnTmOYweI8aTPO4PzWra/grTffdPKcYLBmiPpj6dLlqK3NYtGiRZDfJj4W7T3Pc+20B6KH6kQfPauNZCzJAIv4S9/cXr9+vVtHS0sLrmKCZy2f7373u/GhX/s1XMOE1kd+4zdgHBNmWMtExtzuTjQyaVjRlwBI9xmuLTczjWxDHfS3XFevWYl77n4X7r7jFvzupz+Bz/7up/Gu227Du+64A9dvvhpLFsxHTdxHpTiDVCIGn3IgHZ1KJJCgT++ZzwBcnjxYwDQTxZMM2o4woDjGZKexbpxXyUeBB8xcLg8YEBG3Cm8mmDQeY9K4yDHLhBwDk5XIMMVrifIVMnB4gAHNU0wyDzEpu5uJVr3hPc7AoXT9FA/CR44ehQ51otMh8oP4RvRq4wFSX8yQjN5///145JFH3JcafvjDH+L73/8+9Bbwn/7p5xkAHiOdNkC+cDpdgykGBw8f3M9E02Fsef5Z/OM/fxVPPfuUe8P5xw/cjy0vPI9X33gd23fswDImxS67/HImgW7AO5ic+bWPfJhtn8F3vvMdBmcbcPVVVzNInqL/WUGKwftJrv/hnz+KnoE+6A0tBSJlj77+9X+FgitLli/D4mXL0c4EcZx8s5gJkptufgcuZrK4l7Lwve99D0//4hfQF70i2g3xywx1jpJ0v8b976SueP7FF/HATx/C4089ha1vvIkzTDwrkV1iIL2Gtovd6KvUQm+wKBGUpB7u5FlgZGjQ8fHePXvw2CM/p7yfhv4mWyyIYWhwGCePn4C+aJGkTk0woL6SCecU+XIBA+PLGExvow80Z85crnkzXqfcHaC+e/7ZZzHEBMUYE6sTlItu4rdyxSroC2xXX7UZv/Vbv+Vs3GWXXY73vPe9uJG2PU3bWFebweTYmDsPLprfiTwTHfqbaV/8wt/hn//pa9jPsbXmbLYOEflmz+5d8Ohn6M2o+fPn4bprN+PGG65FmcHNV7e+jL17dgOUidb2DmdXzTzkGLygasMFGy+kbV3nZPMlJtZPnjwFvfF/9kwPdeUYk7V73N6/+OLzTn+Oci06Yym5IT3leeYCkdIz69bNJuqUsBefPUt/o5dJ9sHBQUjvixcl89JzCuiI7oJrrrkGl156CS66+CLiUYce7pn28cjRY+7LCRXKkU+ah0wYe57vbJt0qd7IbGtpRRf3oKmpAaP0afWWYg0TGT59opAJsPrmFhw6fhL33v8Avv/De/HK1q3Us6ccX7bSfuzauQvPPvUk5s1txwff/35Irxw6dBhvbduJumwTVq3eiOl8GfsOHEVjUyuuue4mbLrsCiTiNVixfJULqvTQD3n6qSfw/JancdWVl+F9776LCdDFTj8fpUwuXLgQ2u+ZfBHPbnmRPNmPWCKFU6dOuS/NHGabedybTRs34OorLsflF23EMuqdRdRdN1x/PaYZWJKNlO7r7p4P6RMFIJcwkSl/STZbf6/x0Ud+BsEQdfG1118LycaRI4ehxPnqNatxwztuwgrqu9P0LfVG609/8iBeefll0rsHZ8mnx2jnFGxE5JGfAtQzubVqzTo++ti7/wCOnzqJoyeOo4bJl+WL5mPTxnUYZr8jTFoUKduxIITP/ZGt83wfC9imQr8jkYojlgxQW5/GJVdcjLvecyfe+4H3oKG5nrZmGlPTBSbtcrQDdWhobIV04CR1o3QiPA/mezhFnF+nDd/62is4xUTJsePHcZC6UT95fZw8e5y4VxAhRh0v++Gx32omXW+++Wbcfc/d0BvDH//4x/GBD34QN9xwA/Rz2ytWrEQr5baD9nEt7eaqlaucPOpnzhcsWEA/MgfPN9K7gCmeGaTDKxGQY2JDPkTAueQLgZ8G+gvJZJK2vIQzJ05AtrX3zEmnX0eZ4PIpJ2UmTyu0Q/pbm1P0taogXS4b2U85yVH3TzGRN8Fk2BTPbvKdFLiucGL5V7X0izRvmWdG8UGOuBjXmuDcHq8C+eg6jwgStFNm5nwOM4PGkBxOUW+qH4dFnLpWvnErbYZo6IcxtLS1Yuny5ahnIqi+oYGykCUtfCc30uWJeBwV6p48dYy+2KsYVCPbLWGyc+nipZjbPg+ZmlpEJdJrMocAPv/zAAZCPeg/4sKEXkQlFOd8I0ywnTl7mv5vP3LTeXS0z+VcGdK+QnlPYoayI51UoE8ack3NlPuhkVHk+WzkNf3U9iR5BkGAInV9kmsS3Y4dPwbJl+5FG+2XrqqPU6eMj0+4LyupfoQJzRR1Ry0TXCH1hxJcshdap2g9w70pMwZoZpigTA4S5xJpMDY5gWnuQ1t7O1o72tExby6CWIh6ns2amprRMXcu9Eb8MdqQvfv2MvE5hBzpNk2/1fOFbwmyHR30s1LpFCa479KZggr3mewF0WeGPCjchUuc+MW5B61t7RilrRgYHKCemGYS/CRK9DWUwJOuFZ+KR3R20N4XmSTyfQ/aryDwuYdlFHjGMN6XeE7L8cxZ4py+55GXC6iQvvolgaL4hWsPKWMDTLCe7j2DXtrx8ckxTJOX41yvdLpH2sTDgPtcpt8URyIMUSDdargfodbKc1GR5yTf8zBDGk4yMSN59bmH8VjMBfvlQ+rLfPqySy/PQ8P0Hz0Y0jU1kM2dod+jQHvo+fBVnqhBA/esVbTmHnTSf5jf2Y0u+sSy80aZLfHMovaiR4XrFJ5KuoDrifhcKhUwQPkrkD4eeUg4JclndXV1PA9k6TOkEVF2h0hn2TfJa5w0a6MNaWysRzzOdfI818KzyRzyQIw00Nl9bkcH7etqbNi4gbCeeudCyA8XX4n3tIfZ+iykh8DPCJPSo6OjkG9XJl4+6WKklZlxP8rcL0ooZSbiAFWo8F7rkayHsRg8tudQMDMHuvd8H5Jxt0e8r1DwC4wXlMm/qUwGrZR92XDplxrSWRDjWAFpIRx1L1xC7qdxQD2bGfGcgspBOubIIzOUA+2pEuUnqKN1HtSaVCZdJrqJfyucVz5rmbymPmpTLddVdXnyieo0rtpLvzbxvCQcqiAaqE5tJU8kBVVA4GggvIR7GITuWfcCranItauPxtZZ9NjOMGYAABAASURBVDRtinDTvJpfeKm/mXHfI+qhkgOtXfTVvALdm6mUFODkwkV9BZLdiPqO5HL7YDY7VnVezS3QfPrVoieeeAIPPvggHnv0UegLu1q7+gqEr67CvwoxJRu5H8JTeOgqMM+oZiuOV4SHQH0Fwllr1Ni6am7VC2/VmRk0ltnsmsxmn6tzqk7tBWazbYSbxipTP2gM0VfjVqFapjHEf9ls1vGM6CC+0L6JDsJJoPscz5I56juNXSaPaAxdNWa1TM8C4a45xROaQ3Kgq0BlqhPeZvY/eENlAvBjZm7d4Edr0S/G8fbtf2azeyc8NJ8D4lWdX8+qUwczc2NpLwSavwp6ruJUbQ9+fvVez2+PSf3FJm//iyhrILgr66ptHS7UDSXqDdHJIx9oXjOD5FVr1fyin8bWs5kH039so2fVq49wPB9ULlCbKiJmVr11vKYxI8q1cNO9cNB+TtA+TvD8oy/hFGj3itTFZdqoEuPs0s1l2pgibcQUfR79MgIFzuk6NxZlSvGdadpE2Qvjcyj9xfNxjjEmfXmmh2eVM6fP0o/tw0n6XjrDnGHZyMgY46sFhGHM2RXxXow6TWsQbsJRtHNAfahn0VB1vwoqV32FtBUdBGazPKG6Enm/2kfPs20rXAp3iThrDrNf0qtKOJULqu1Vrmczg5mhwnGLpJPjSeqsAnWi9k+geSJHb4BrksEuuwnNTOM4IasOrMYSuCqSaqCJtNkSGLVT3RQJrTIZgOqkaqf62VHhEBMCGk/jqp/aCFSmtuBHz2UuICJT5s4ZB41dra+wPCJxyhQkLkCLeJuRzAwFOQsMqCao6OJhiDiNqpwEgZjAoxAYweNcMTKFgrQ6pPt8FvN7HMMnBIFPJgigfrEwnFUCLDe2i87hEAkPElO4nQ8qn30uO6bUvfA9H9SGQzm6aB1aoxjE84ghx1Uf0UhXMw8+Qe3VT2VVMDOovwQvxqCtnPogRuMVBvAJGlfgc63wDEYge5ECEjnAzOgozxAYaAIc08uBUVBN3zbSN3S6urowf/58LOABZ+XKldi0aRM2b97sDkU33XSTu17PQ6e+0X3JJZdAbzMsXrIY83jI1qFADoKEiHoHJe6bQPhzOni+D4+0Nt8DkYF5HiIjbudoIJqJDuId8Zbuzy9TuaBarrrq2Dj3UZnqBbpXveioal2rAO6rx/k90sjMiI5B97Nl3tv3MKBAp0/O1iwtI1To6JUZuFegXAFz8wEBpK3OJU/JDexXJOR54CgQilCfEvm9SGeyzGuZyqKKX0Qa4Fc+UnyqL5OObwN5UG3NjDh68D0PZvY2VPE3M+ij/gL111WgcjN7u4/Z7L3Kq2BmbnyNJ34SiLeqoPIqqE73ZpQ2rkNzVemv+/NB8wt/tddYRvrrWffia42lq0BlArVVudkvxxd/6GApfaL7oowEFaCuJdJL1zJpVYUSDzHSMTrsqI/wMzM4nUAnVvMJN5z7CCfNKd0n0L2qKjQEqlN/ty7OISdFTqIOI1M8tFVIAyVLdS2Sz3yOr4Oy5KqRSSfJh8p0rUmlXPBTzojn++QtSQ6cLtG6XTn3WDhL9+ogKtBahE+VPrpXe4/01L1AOFfBzFQEPWs9MnZymNVHaxGYmZNZ0aJap/bC08xzejFL50x9VS6QHVBb4aE26mtmDn/RibfQHMDs/JI70S0iXcwMkWhFGuK8j5k5PDWW1q/5ddUIkv9fQgEVyhCHgJm5eYSH8MJ5H9FKjobGEy46fLzJ4O+LL25hsHQ3Bvp7mXQ6ASVWy5T1kDqqQEdEtqCdB+gMD0BlymuJARolNs6cOIkTR44zwdiHUqGCrVtfx5GjJ/HEk8/ih/feh+3bdrlklgKxu3fuxK4d23Hk0EEcPngQZxgkk7OjN22UKOrrOcuk3w7sZZD2AA//p08eZ0C5D9NMrs5MT8L3PCR4kBeNY0EIHWyVaI17gft2WS+D/3rLYZKBiuG+AZxhoGvP9m1MMj2MLQzMT9Gx0rd4s0yaxmIBdX7cfSt0KRPGyxjAuemmG/Guu96F25jU0FuacdqVKQaUjxw5gn1Moo7wcD3NxKkOtiXa2wrlqEI6lJkILDHpUaYum+YhvZ80PMw1PrflGbzAYHAP1zXNg/8IA8JDw4PwAg/VfSlTPsVvula4977nu73Tc4HOzBQDXAU6MlMTE0xODyMvmaJsl1hW5AEyT19hgkGNKc5bZjlVLmJBgF7OeeTgAYiOR48eRj+Dj0o+r+Q6W3gwVOBDiTI5i2NKwhC3EvGvYeImHoao8D7k3idiMegKROTjEiLymPisSN4gm5HXWEP+TZBW4qfZOup6+iK6zxG/Ig/7al9gmaBIPKu8Lr9F97W1dWhoqHd0kc5S4ExfSvB80oNQoXE07jPMxwRpIprVMsAnWXC8zDYzdIwVoJmgszvKAJWuUwzej/M5YAAriMfZPUAylWZSqxEKYMUYuMiTzjnRs1gGzKNPUEBtXRYtDJyF7FfiwXSMyantO3Yx+XcaB8i7U3TUe3p6oJ/L3b59O/l6J46ST06R58YZ7BpmYLnABJqc0jJ5RLSIaCv1Nlk8HvKQQT/FlxRXIPpMMpk0zT0+ywThCJOWpxnw7lNAZ3gYxxkcKJNPpFcVGOg728Nk5igmhkehYPIU16q3yocHBgCuoTTDAM3ZXhdMAj/Sl+qrAMMwx1MwXc8qV6J5lEEUHSylS/M8SFbIhwXy81EmLEfJFxNMYPYzkHXk8EHMzEyhr78Hp3tOMtC/h9MV0Ut+7xnowf7D+3H46CHa9gqyDPIqGT3ONXV1d2OYwRrNreed1AN641E4+H6AQSaUpihnZeqVY5zzrbfewLZtb0G8MUbePnbsqHsDSQd/JTO0DvGRbIySd9LBQRCQpjHoqmfpCDODAoMKan77299mYHAUelsyw8Cl+suvu+CCC6Avxum5SL5sZhJEvp7KdNX44uHdu3cz+NnHMYYZJD2EGOUk25BF18JuLF6+BLGaOC7YdCHWrF+DuoY6tM+ZQx5rwAIGeaVLrr/xBlxx5eVobm5kUGsxLr/8UjQxEZOIByiT1npDoyFbi4a6WhhlbG5HK66/bjMuv+wSbFy3BpddcjFWU3Y9AIlYDPM0PgNuBepm6SP9TJH2b4pnEu2r5ENr0l6WyTulUhkGH7EwgQQDopl0LfcJMMqNgniRmft6g2inMcQP4osZ6hjR1MxcgH6GctJPPlMb/W2+rUwS1WXr4FNXKNmwg3v72uuvuzfNxsfHuYc6VIZMWowx4HoCoqW+Cb+bycN//X9fhwLT4ulUMkG7cxxPP/UL7KCNmOQ6qn6L9kVvzUUUl3rS7+Zbb8Fr29/ED370QyaJnsf99z/o9mbR/G6MkpceZ1JSSb4pBrmfe/4FPP7kM8hSlmu475cyCdvEwOPcrrnYyOTR/EUL3dtFvQODKPCgvIsJQ/187b/869dd0mQlk6whdUKF9BN9r7zySsydO48wF/Jvnnn2GfRQtw4ycaE3gitewERcGavXX4CW9jmIyN8lBtmPHjmGwaFh1FEu6uqz7oxw5OgR0meG+1LB6OggbehZbOBeJ2jb9LOEK5etQHcX+WvxEiwinvO5viHqhtGxUQxxnSepF+790b3456/+I/7rG9/EcP8gapksS4cxhNTJdXUZJiZHoeR/U2MT5/FwkgmgLVu2MADQQ/v8Y3zhS1/CV/7xq/jxj3/MPTuDxx77Gb73nW/ib//68/jWf34dr7/6OiZHJzCPSYYaJhXL1JUdrW2Y096Kz//Zn+LTn/w4cVuAPPX8wf173M9gP/TTB9Da2ozjJ447HypHvZwmv7W2dVB/FLFr114G7x7CD//7x/jJgw8hW9cA4VdDvs4kk5CNq03XwKP/psRdA+VMtN/P5Nnw6DguufwKLFy8DHoL+tVXX8OPfvQjfPOb34S+6CQ+UvB/zpwOdHd3MzGSQiweI3+GmNfZRdlbhq7u+YRuKDitBOb3mCz/7ne/Q99lK21QA+QT+uTnMs81JfrSsk/CQ9dsNosY91T6WfLRyTEXLFhE2Rh3fLD3wAE8+cyz+D73ZWhshIHkJveFAb1FdJY2uYc2o0Q9s4Dnygsu2Eh6zEC2RHbsYp4v53V24zR199PPPo/Tp3uxaOESHD1+Cg8//DMGOt90P8G6c9cuSP48z8N1112LJUsWYnxsGH1nzyIgzVYsW4qamiRt/z7oDfBTZ3rhBTH3ZYHvfPf7ePmll2FmWLpoMYb6+/H3X/wC/u7//jV9pCeZhD/DZMMYdu/eA61dNvDA/kM4zsSwdKPOu+vWrcMgg/v6QsuWZ54mXq9Ctvi6666D/M+2OXNx8SWXo6V1joOJiSm8Sj566qmn8eKLL+HNN7cxmbsVhw4dYVJ4mvNUkM/nHZ3e97734VOf/CSWL12CdiYMaphAnaINyDDQvnrVCvToDXc+y9YN9faj51QPDhG/I4eP0f/MI0HfZSf5K4IHn/cDA/04fvQA+fJFHNyzA1Mjg5hL/2cNfb6lixZg5Yrl0M9ody9YiJVr1uH9H/oQ9HZxhdqwtaON9mId26zAeq5Z9iCZTCJknEF60szc/h07epx+wUn3qwlKxjz++OP4+te/jq997Wv41re+Bdkevc0sP1L2TG/Sjo9NuF+b0BePnmXyXzpO9E5SD+qNV8Ug4kwESfcW6D9NTo0jT59zdHQUkjXFcFqbmkmnZbiJfutd99yDX//N38Qf/OEf4mOf+jR+8zd+AytWrsDUxDgS8RgTjDUIqeuJMvdo1ufI56dJ+wJiAc9a5EmPOsPo58mm5BlUnqJNHiMPy95Kl0/SxzQzkHnosxSdLlcCKkf/qkgZr6FdiYch5CcPDw4hoj712N7MIP6WrffJh5FnmKZvlON6JujPznDuHJOWiZo0evsGsXvPPgwOjUB2Rl+eefmVl6Hrtm3bIJszNj5OLAHFfArsK5k6duIo5fkkRkeHqBv7MU16VcoF5GemUaYvW6Qdy9OmSJeX6bsK5xL99xxpQEWDhpZG1NIeZxoaUZPJorahCfB8jNN/nKQ/NTk9g1H6MlNM3h9lcvIgeXfbWzuZYD/DZiHYGDP0b7W/srkVrl1XPcsHqaOtFg3kA8kG+vRXJL99/QPwqe87KDMZ+rM6Q6qdmaFMu61xhKfZ7LNs4gB9qeMnT6KPdlgJ027GpzgdRslTw8Pj8KmfBnhWkb5Ucl2ySgQxzSSicILvOV7yPA/ys1uY2Jdekz+lL1VK1wqP2kwGFfJEDX1k8abKhjiu/Aq1jXO/Q8ba9Fym76YgtXhE/bUG+QqTpPkY5VV+X5G2Q/rB41r4D5pfbdVOYwccq8KdFR0S1F9GvkymUwjpt0/SLy1xDngGrUGxDPFhib7qNJPjFdYpCakvF9ST1iPyc2l/eulPnzh8CLmRUQTFEvxCCQl4qCGNRmkvJ3j26acOnCYfFhhs981D4FEeSPtp8nXIdolYnLITUMeOQ7KrsXXekn9+4vh4WSqnAAAQAElEQVRx6Es6/b19OEOf/djhI05H9VOHD3FvK5wznaiBnK0Z2siO9jaINtNcT57zTRH3YfoO4/T/JzmfaJWnLCmAX2S9XozR3nR3d2PjhvVYu26t8z1SpEvEvZml+wwmxkbdGS8W+uSbkvO3dMab4NlA6ypzPe3tHZBtm+KeiAflvxh5QPsAfiJuDpcPn3pCZR4fVMaq/5//jKW+58O1ZR/pqhhtuK7qJ56pVCJukzldMUn9oX1T+wr3TX4qh4Dah9Qb6ivaqF79BarXOLpXuX9uHrUXqK/WVEvZkT8v26TzfGdnp7NJ6pekzta4mlP+rNauq/hW4wsPJc7Fi0quDlCuJKdF6pbqfKqr9tM46mdmjlYau4m6uJa+u/hYILyEr8DMnL7UHqiv8Na42gfpVTNzSfM4aad9VX/VC3fwo3szc3TUeHrW+AI9s8nb/zS+1lWkv+oSg+f4OiK9OYJrZ2YOb8mT1in9Lrt1hrbVzKA3eYWDxhINzNjzfMDss+au4qI16Vk8YzZbL/w1r9YtnERzgehdvWpvNQ/4MTNKP5x8q/x80BgCta2CxhftwzDmZEq4qE54iCdEH+2ZcFNdjPQVL+hZbcSLwkN8KRCOwjciLtV/wkH4CjSfxtQ4GkNzqVxzaC8FehaeZuZoHMZiUHsnZyxTf+ECftROY2gO6VmNr3FZ5WigOoHKBboXVPudf9W9xhHovgpqr74aU6B7QUA50lX1ait66LlIG6arZz7MDMLVzIPZ7J6azV5hoB8RvY1nRF1U4NlQtJBeEx3MDPzn2oiPhJto4VOnAubKNX9EvfOrgHMfM41h554AM3MgfM0MugpHn/ZUtPNpM8yMfk0ZZcqA5izTNhRp8/P0OaYYv9O1RJ9ANqPM2EyBfkiZvkCFvj6RAqSzyAQe4HwY+esVjlVmfZG6eZJ+wBjtySh9sRFep2lXS+wzQ/s2RR0/Sp07ybOnygssEz0KpKugTD1sZg5vMwMX4+iI8z5ak0Dr8nzPtY3Th5NMin8FoqPW63nCEhAdNbauomV1ODNz46tOtBAOAu2PeF8wu2d558vqeZo6Y4brLFL/yYaoX4l4a4wqVLhnBoMnJM0MqtDEQkAdcO6jepWZsTlBxRICIa6rno3/U58xOgpqr4VpPLVRXwkqm7iFaI5qncrOv9cYZgaNUe2rxU7R4Pme97aSiNHYhGQUzwCQcRPxECk6HLWZFLJ1GdQkE2SgAtgFMTolRmZQUzbmPz5w8dJUZkYSwJUJLwFY53Fgze+xnrVv/3NrOUdIFapNKFwIenb9dUPQfcRJ3JVjap0CrVFXlZtx/nPALo4JVK57MyP+Rlp40FpjnCNORypOZ8ZdeS8m0h6YnRvH8yBBCmIhkjxwZegACmp4H6cTKJBiFai8kQepDgailCxdxAObkqI333wzDyS/TI7eeOONeMc73uGC6u9617tw1113QW02XbIJK1etQvf8bjS3tCBdm4FPWpcY/JqicySnSEFDGWQ5kTNULnL2q2sHP1prFfgIs18yu9pVmbZKM9Ff7dVWIPpXn83M9VeZ7/uk2y9BZYJqHzO29Qi8qkz7VKaB1ZxFKRQKju5BxjGP7GFAhcHfinurKIL5gB94CEIfnk+cedgsM9hQpBJywP4SviqUWB6RT4V/mcrMAelkZtD+VcEn3mYG4VoFGR4zc2tD9cOxRBONdz6o2sygccQH7soxda2OV72aGfQxMzff+W3MZuuic3yrOXRf7Vu9Cm/xoGTAI++pHX7lYzY71q8Uu0eNWQUVaFzhIdC4AvGqrqozM4er7jVXta+uehZNpC/Ea1WlWKRxKNJ4FM4p8OK5vVFbQZknLzOjjAWQYlZgQPKie80rXDS+2go0j9YtGdS9jIgCoBpfvK4DlubWqtPpNCRb+hakHFzRKUa51Zo0j0BrUYBNOq6Km8Y1M8cbmkcQBCGKNGAzOghTloSTGXmPewR+zGx237nf4Ef1ZeqqKs4yBDIaKte6BEEQuDm0RnZxNkBthIscW+lzPasuQbx1jcdiLtAj+mg9cRo2jaV2mkttNK/6C1QeETcz4npOxlSvdlq78UbrlfzpSpF7ex1mqqXsneun8Wf7UgZZp/Z61po4jOsXJ56xMO7W5bGN6s5vZ2azskS6qa5Mx6CXQb2XXnoJP2eQ7sknn4DeRDvDg2fVqZSTrSCx3sYZZ+KoloH+clRCgYGdaQYojp84hueeexYl8lmeum+QB9Jtb72JE8eO4dmnnoL+/l1/bw8PecMYZ0JmaLAfowxklcSbdGpy0xMu0JPPTWKSwZFRBkFyDICMDg7i2JGD2MeE6g4GzF/c8hz27tnl2o7wkDPJgMEMbaO+sax5FSBR/WuvvIJTx4+iQFz0jWaj3vKpo/Q3KSfHR+Bx7VNcR0QdpOBAK+1AjLpbh+9rr9nMpMWlmDd3LjrnzWUiuRdbX3oRv3jsMQbhXoUSSdqH0jkHrEIeq3CcCvdIDqQOzGXKWoW08Dhnhbpvionb3p4zDPCc4jm6gEIhh1I5jxkmP9Qvz+BRmUm6CqHEYHuBh/wZBm105bCYLSuyX8EdxCqcs0g5nsWj5PhW9yoTP8gBEoj3ZM/HGEzoY5C/wGCR3mqcmR5Hf+9p7FNAkQd3iUyFOhVGLqoU4YsJZQcYRCtzjzVfhXpb1QLxrUBjC3/NK/kXDgLJv8rEX5INtVGZmUH3wpEzYVZ+4o5vPd9nkUE4S4+MMWlXIA3VVgEOQYVOquihuX064b4fMlCcRj2TAwXycYn18WQN0pla1GazmMNEx4aNG3H9DTdAV33B6eKLL4YO2osXL4bemlOgspUBJL1do7dF7rjjDnzgAx/EZVdeyXFbHCRTtWglPzS3tnP/IujtEJiPMEY/q2LIMPkrnZmhvxFyHfEwJA1B57vE5FiRwbwJTDKQmSc9fc9D4HuQzqlwH8vUaXnqNN0bAD2P04+UftFBXjTU4b1KV9FG+qlCQohWIO8Z965MRz0ZxuDT51Jy3eNYFe0heWyagdAieXJ8fBSjlD/NNzU+gd6zZxxuEywvsR2Ij/rMUL8qOJkn/QeG+hnknmSCqpdB4mPw/AgzMxPo6z+DfHEaJ04dQ6Eww2TqPpw8cwI5yvP+/fsdnyrZIx163333UT885xIU3/3ud/Hkk08yiP6ma1PmnKQU9h/Yg/XrV2PpkkXubW694bZnz04msfYxQHWMCertTCI87PptZ8J6nHqiiXK75NybUdo/7aXopZ9UPc7AlvZVwVXxmf4GpIKYkgs9nzp1gsH8F3CECV8jsYaGB6C34icoD8VSHvMXdKFjTismp8YYZExy34t46eUXsI9JokHSREnkIPSRo/5rZFKvs7sTDY0NUFkbg2QC+YZXX301NjJJ28YAaQPxNfKH3siTnp5D31M2Uvx4Cf3J66/djBuuvwbr167FVVdciauYKLrummuhIN4IA5ejIwOOjwrcq3QqifraDOoZtFm9chluu/VmfOx//RY++pFfxyWbLnKBtjVrVqODSYAC9azscoU+WoF7Jb1OFmQgfpo6MkceLSDHg+U0A1wFto3ET9yXUwyojJN3UpwnzvOFAppj1JsKZg4xiCtbUKR+K1I3yLeWfdj66qs4euw46TaJGG1jiXWy2RF1rtMJ4k/yvPZdOkGJuyOHDzN5WUY/kx0nmSw6cvQw9KZjPxP14xOjaGRgW/58M+mnPZT/kGQAcWBkGI8z4bp7/15YPMS6Cy/Au9/zPvrvN7u/c6uE/8JF8xFRL3TNm+eSUYuZOEmwb2NLM5NRU2jVXnW0o8B1DDApeYjJ+j3796GX9mVeVyc+8zu/g//10Y/i1Zdfwc5t25Hk+aM2lcaVV1yFqclp7N61G2NM6sUZTFaCqZFngY0XXohuJjznzV+ILBPykzyMtnTMYVJgGPGaNNau34gPfvBDuOaG6+AFPhR4mzNvDi5jsvyySy7ClZdvwtz2Jjz95ONMaj2HUydOuZ/4LdJOKKitv982NDIE6YdlTJI0Nzchk0ljkAHbw4ePIuaHMK7ZJ82b67K46frrkIgFmN/ZBb0x/olPfAKf+9wfYf78BbQtZRcw++wffQ6f5lrnL1zAZOAIHnjwXhw5tA/1tTW0lwWsXL4IF2+8GLffdhc62uagm2P9+oc+hC7ayBOk2T9+9e/xxGOP4lKu4fLLLkXA84Hs3uKF80n/MvRFhUsvu4xJnVW4974H8dyzLzDx9hbl6RC6FyzGjTfdgssvuwpNzW2oZwB8xZIFyKaTWLFsEZPKaxFyPNncM+TJjo4O7Ni7Hy+/9hYee+Jp/PRnP8crW19j8qWPSYJpeJ7HJMog9EtKq5kgu5CJyjrycCpVQ7xipHc94qkUlLTRT2Dfd/9P8Orrr2Hbth1oZOKksbHR6bQx0jhOuvEfE3MeMqkEIiZlVpCH4kGImalpqO0111yD6669QeoTjz/6BE4w2djfO4D+vn76REVI7x8/fozylqOqq7BdmVdAv2LU1dXt+F5/g1IJACXHj7Gt3l6VX7x46XIsWLgYbbQ9733Pe0mTlPuigRKIUwzk1GezWLFiBW6//TaMMIguGdOXwTK0RSdPnEScfKm3HdesWYt77nkPli1bjsVLl+Gmm9+Bv/u7v8cnP/kpvI/jjlKeH/n5z4hXGcuYkJU96DlzEpmaFHw/wPDwCCbGp9h/GTZs2AD59LI/epPljTdfwxBlN54ImQhvQG1tLRP349DZrUz72Mnk5BBlpG9gCK9yn3qYXJgYn0QfE6C6lunzyPcJyLd6m+3666+HaDrIMb/znW/hO9/+FnbS/7NKEdlMDUYGe7Bj+w40NLdz33bg2utvxad+9w/w+b/6a/z9V76Cj33i41i1bh1SlAmaQa4pog71UZOIoaW5GZuvuhp0RDBNG3j5pktw6QUXYeH8Tizsnkc6N8EPAuw7eBCP0U4dpg8bUo+dPHUcJ48dgl+ewRwm26bHRyE7PcExlCAD9VoX9cXFmy7E3/zN3+B3fvd3ac/WM8G5FF2d8xD4HmYYXDtLm3vq1En3RRzZcu3PBPdROjIMQ/hst3fvXia+X3HnjI985CO4nvK7iHK5ZtVK3H7rrXjXHbeju3MuNl99pdP1LdSLBdrsUyeO43H6qU88/gvolzEeoN198YUXsHbNGuhPbejsIr80Thu0eGE3li5egGQiQJm+7Bh16QSTpYFvEM8nyPQRfcwc9T+oR9qYIJBv63sGj2sNfY92o+i+qF+m7mQxZSQE6DtG9HuHh4cwQr9zmjJSoL2Sf5PjvfyO8ZFRiN/050bkx0if+8SpVCqRz4ad/Ioe5vnI1tc7/yrG+A04STKVQpZ2toZ7O81xZYv0xvBJnld28mwQhB7a5zQhlmTfhjSGRvpw/CQT9bkx9PSd5v1R6vazON1zEgcO74d+6niYctPHM8nQKPdUZwYmvQ4eOYa3du7C8dNncezEaew/chwH6VPso657fedO9A4Oc+nqLwAAEABJREFU4zTlG16IHP31yek8zELE4zWIKh7PKFOUxwlMMPE6wWDqJIOSSvzKXk46O1tg2zj1doZ77rOvuf2WH61kxiAT0KJNe3s7Fi1aBPkKooWSGzpTz+vqQiKd5snGUKgASuzu2bcfjzz2BF57/Q3s3XcABw4d4v1beOXVN3D46AkcY9JV84fJBGRz0uxvZijTViiJ7WgxNIxB7luR9t9jnfwlJfs8465XKi4Rpn2K8RwsnSA/bJjtu7u7MZc+cgvt3xrym8+98z3PrSnHfZIvGU/EoX6xMCSNKiiQZ/O0jWZGn3IGo6S/ZEEJw2bKqfw3jRdQHuVHSt/Ij5gg/c729Dp9LxnUzzOCHyU6Nb4RV9HY4/wRy1OM/+XpYyspGQsC+JzP41qo5CnPJZSZFB/mWbOfZyTR/hhlXmuvkB+N7RLEV/pUPptA6xc/l3nmyDF4XilXkKCeTRISpIsHA0hTUG70ltMM974o/5z1SSbzPM8gX6aTekE+bMh4ZUSZ6u3roe0dxzT1hPZffr74QSB50LPoU6K85cinU/LZeGYG/bpsbZq2eA4W0+/ooE+TrauDxq7hfGnKzKKFC7GWNkBvv4u+cZaPM2Grn5bOk9+DIEZKGe1jADNzPBmGAZcQQTwg+gsP0VT4z1496OpTdt3V86CPlq6rK2OdmUG8LPyr5WbGeTzID9ReDZL++uWT4ZExys04/cccCsSrRD6scEAztTeIB9RH41S4N7oKVKY9En9Ir54+fRqHyP/aT/GnmSHkPqqt8NJVIN2jPVU/M3PrDsIYz5U1DlQne6axtU7tg3AwM4gemkv0UbnWpzqtZaB/gD7IkONrlY+e423RUXuoNWtOjSswM0fLGPknJJ4J7o/8AZ0r9WxmDn/hrn4C8KOrmTm8wY+eq8BH2Lk9icfitEHBOX8k764gXSvk4RJ5s8h4g/iYbAgPRn6OIwxC+rhTyJF/NZZoITqL/6sgf0Ogcs0r/NS2ei+amc3uf4XyoHLtm5k5XgvoWxhxrJbrWu0vGSuRB0RngeapzqsxBGov0L3oKlqLtrpqbo+ypr1RmZ7VX3uk9mbmdHCcNA/IpxpHc0vfCDzzEBjlIfLo90XwPZ+U8QD+X6A2Au2P+EhX8KM5hGsVqnN5nC8WJjiOB8/3YWZsDahe9BO4e+6JKjS2z3a6CnQv+poZdNWzQPdms2OBH40h0LmnuiYWO1k+/1llsTAG0d/MoLE0j8YTLp7vz+4RdWa1nM2czBYZTyjzbGc22099NCcfkaCeFy0Emk/00P5JTgTaG7VVeZnyLTqbGfRRe1fHsav1aqOyap2epS/1rD7VOt1rDZpX+Iq3hFe1LKZ95lrUr7o31Tk0hgAUAKEyCxH3aBYidyYuOpulX/WYof7VVXZFtBCvas4wjBENjzSifaNciddytBHj9BMnJiYxSZ2ruJ6Zj3iMvADf8VaFPrDsCSiTooR4TfKnMWNhiHgYMpcX4374HLvsYiez+AJan9rpqvWaGcx+CSpz4It34T6SRdFR69feCE/Jia452h/da69miLvWp7YRaaPOZuZ4SfMLVFdmHIpxVQoJmcbMeLAsOWWtgURsNTIzxLgJZuaQ9jzPPetqNlsmxLQQtVc/KR3VR1QeWqSu54MQ0IZLUZoZKiRgLIxBxPM9H4IyiStHVI5AHQ8nPnFUQF/GMUtDWcvDYRBwI7jJZoZ4PEaIk5ETDkp0BLQOGLjwCsp8LlNIhaNoYmYw+yUIvwqNkwD8CD/hXl2H6gWscv/MDMJJ7WKkT5zOru6rfdRP61AbgcpdOwb7tQ4pMDFJLAgQeAYP4KE94jUSe1GJgVe4MhII0Xm4aWzNJcbVmBqb3aFNl4Mm5tA63b6EARqaGnkgXQB9m1QHwU2bNmEzD8BKkurndD7IoIB+jvdKBlD1M09r163FsuXLMH/BfCjZqrfmatIpmO+hSCFX4CVPZTJDJzEnJ41X7btop7XGtUbSQ1fhF3KNwjdOJSMnRoGpgPsVeR4d2QqUJJLTIPqameNDraHAYKbWoXKtz8ycEvXYzzePdPMhOmps0UDg+T7MM7e3EcCtjlAhj5QJqvfJM17guXr9/FGJB1QlUEuVAkhsBDHuR2jwAoLvwSP4Avbzfd/1Ox8fGGBm8DzP8YPaBFzv/4SQdRyX5WpnNtvebPaqMoHZec+8N+MzwWz2Wh1bV9/z3JzVfmZEBLMfs9l74Sk5EA0r5B/Vmhlx8fE/8ZvFTXslqNJTVzm/At1X59JYGvNt4Ngq03xVwK98zMzRyWz26tZAeupaxUX36qZxhbd4QIptkocHGSApN5VX59D1V+dVmfqrXKDxPM93tDIzPUJtqqAC3/dIE49tqIuYNC8ygVIglMkbheIMJibHIEdFAVk5j1K4PnEXXVJ01AV6rqVeUrBTtNLcwkP4Fnko11Vz6ap1aQzVe24fZ/FSHzMjHh7x8R29IvIt+FE70UlXjSdaaBzpEM2pQ2b1cCiZFN00nnBRHw7xK+NGTs6Eg5m5uURn6Uwzg9ak9WhOtZGx0HySe+GudnpWXUQ9L74RyKlS3yyDXHLCRSMzzznewkH4OL0QhvDOyakMcXRunRHHUjuBxi5hFjeVaz0ClVdovHQVLrqqXoEMNkfEgIbacaOhuiIPrdKLCpZPMgmhJMrxo0egb7BOMLnyJgOJb7y6FX1M+Kl+YmycwbAJd4hSf+2Z8NG69HNxWvsoDweaQzQQVHig27d3F06eOAqNfejgfh6Oh5EvTDNgkKITMcHxJlFiMJKsQxsaIAx9lJi4mCJ/KdGnxF2RiUYjD6YZvE8mQySpJzOpJAPEBkZvEDHwwyMe78sosW2FejjwPaquCDkmVvvOnkWe1zSDgPEwhPGgG8nu0bGpSHdTX+ttlwJ1tr6BOsnkgJyiMQYTt73BIASD4/v37sPWl17Gfff+yCWCX2ESRT87Ocxge4H9dXidpUuZNocHE9rWCm14mXoA3ACSH0UGviss9wDSII8cna+IeyyYmZminzFDHWTQwblEWx+xvxlbR0Yb6MH3AhRmilwj58iXOF6Jy6+gwoSr2orXBAa299TeY10FVPbwjeNwvByDV729vQwoDTv6TzEwNjI8yCDXIHrOBfVm1z/jDn3a10hrIFTo5JZJrwrvPY4PfnRvZpCsgx89l7hG3r79T2UF7kmZ/TXeFPdCZeJ5yankQ3hLLgQaW+1y5w5sKlNbtfFpc+Qj6bAZ42EwzmCE5FH3KtdzY0Mz9NODkjfxpxJT69atgwI6sueXX345dJXN72IAqqGhEdIT+nnN1avXYN26DVi/YSOuuPJqXHrZFVjC4HUjA4cNjS1on9eF62++BVdfcz3Wrb8Im6+9ETfdehsuueIKLFy8BM1MwiaSNbThEeW7hGEGwI4ePYoi7fYEE6I6pOZzUy7oDvJgMhZDRH4sUh9WSB9dRSvRUPQSiLYxtnMEJa0l31qz6iLqBtFGdXnOwTg1vNCH7Dc5A6WohCnyVjKThBdEKEZFFBj8zZdyyLHcI/8Z9YbPYGeRckk3AAqax3yPXFRBRH1foexpfOGla0BhLZMPdF8hTwmfAhNuRe5x6AdIcl8irSVfwAR1i3ydFGniex7irBPNtRfaQ+m+JIME2iPthwKFSo4UmOArccxJBqjbWpuhJMjZ0yfRkK1DLf2uMnXEyMggwNCh9k7BRSVRlYxQkkZJcvHVnj17oJ9yFv0UjDMzaHx2pD4bh/Sx8FBC/cKLLqBv1w59yeDpp59yPyOqvr29PZSVSejNofvvv5+J36fws5/9DDt27HAyIvpr385Sz+h+9erVUNBP8yi5dVZvCpMOPmmaYvLGNDkVQk0qg7r6JjS1tDI4nEWR/JDV38Vi+cGDh6kj66A3NsbGR3CCQXEFgxKJGjQ0NGGaBxrtwcjoEKamJ1GTroF+Iviuu++EftKzp+c0jh07iCMH91BPTGLFksVob21Bd9c8zO/uwnXXbGYC4QosZkB+CSHBgHMtcZvT1oKG+lpw491P18k+jDCoPkwdMc15NGeBeqxYKFF/zVC/RAwCtiCTrmUQXkFjwDwfOiTmeAArcU0zDI765JkigyDDTMDoeXRkHAoiiaci8rCZQTwt+lWcfvGhg++4vhyTn3ZJJwV9FQwUPw0wqSJfW7wzQ/0rOhWpd5YtX47rbrzRvUF2x913YYDJr3/7+tfdXtbVZd2blwP9g2hiQvPw4SM4ySRGjrYwkUpjmMkdJYt7+/sxQhvYyDNCgjQpUT4kVxEloq9vEN/93vfwo3vvhUddtJxnAn3xprmxiYGyQZS5r9dcey0uvfwyzGfiVOO2tnVg0eKluGDT5Vh3yWbceOtdyDS04dCRE9QhF2Ipk//JmgReeOVF/Od//juamZi5887bUST/P//Ccxx3AGOjI5g3px3XXXsVWlqb0N7WhquuugLved97cMHFm/CbH/3feM8HPuj+PmXPmVM4dfI4Jqlv1q1djeUcv40B7YXzF1B2MgwIpmFeiA//xv9Cc/sc/MOXv4o/+IM/xJe//A+0AWeRiMcppyH+7V//BQ8++CDO0AdoYPJ68+arkK2vw6pVy3HHne+kTAL6OeQnmazZs2sXXnvlVTzx6OP47+//AIvmz8c9d96JG66/lns3g4MHDqCGOqAmnUINaSpZOnToMPQW5MtMSnd2zufYTSgWK9BPfL/++pv43vd+gCeffgZbtryIMQb0jx7Yh7p0AsMDfTh86ACACDu2b2f9FrZ7GvsPH4OfSCGZyXJv4ghoG/TToAXqJSUeupg8X7Z0MZYsng/Z9d27dkK/iKEvejz86GN48qlnkSOPhrEavOOdt/OM2ArJ8gz5eIo+QYoJh+bGegReBZsuWIeLL1yPxmwGmVSCib23oATttdz7+Vx7e0cHBgdHUOJ65pPuOcprd1cX9KcI4jx/1qVS8MhXSSau3n3XnbRHV0BftpDO2MPEmWSonfgeY9J8284d1NlldJKfLAyZCHkVe+hXjVMvfOPf/pVJ/ReQn57C8uWL8YW//WvUEad+yseevQdIhxja53aSz89iZGwSmzZdhnm0YWEsgWQyhbfe2gZ90STFvZF+KdHHz9Hu/vQnP3FfUqmvr+c++0xWDqGJ9yvJ77LfU5M5dM6bz4Ttnbj88ivRzcTJSSZmlEiVrKe4PulyyXSBdinBs28baZLNNjKhcxjf+K9vM4H+AH7xi6ewe/de7NmzD0ePHqd/OE6dWiDPj1DnTsP3QzTR9g4MDDj9u4t7pgRHc1M9Nq5fg1bKaH/vGSY1j2LrG9sxMlXGVdfdjLrGVpzpHcKPmKT/2r/+G7a89CL0ZYm1G9bhogvWY/H8LrS3NGPd2nWQzjl8+DCSqVrueQueenYLXtz6CvaTZw8zUXbi9ClUuFedTHQoyDfMIP/J4yfgk/+6WVYpF3Gc7cbHR7Fs2RJcfsXluJE6qIkJvljgo0I5fvLJp/Ao5SSi3axNJxqIdGgAABAASURBVNHeXI/l5MOLL1iNyy69EA3cM+n5An3QiOPqSzgLmTCD58GoO8cmxrl/Y9i3fz8+/xefd2+07t27Gzt2bsMTjz+K//7B9yGdnWQ8QQmc+tpaZDMZ5Mm7srnyLdKpNGoztYSMS7AOMvG3keuf39WJGymn73/PPXj/+96NP/7cZ/F7v/Mp/L+v/ZOzEfIR6EmivjbD40SEuO/Bo08wwfXWMBmdjAXQOpOxEOmaBCrc79A3BJRQo38hvCJeC+Qtnw5GTSoBj/VxJtoD2p0KfZT2jlZkSYMKzwwj1Nk5+kglJojki4p/ZEt03hTvDQ2NYIS+eZk+Rh3Pl/rygny/hoYGKNGm/cxmswgYW9CzvgQVJ54l7lNkZRB5eKGhUMqjtaMZ8CsYmxxGxUqIEad0OoMZ+i5nmOAfpN4ZHh6lTzCEGPVJPJ4ENwRhIunstWxhSB4FbVhNTQoB7xUP4hbCM+4dSDn6dxzc9St7LKMPlODeVGhPfPl1QQiPuGo9WrPeapTO0XrztE1aSzMTiS3k12nu5zDXLh+lRHuX0H7Tf5qmzJ7p6cPJMz0ocdxMXRaR+ehjgjfHtejLO5NM4AbEO8ZE4nSuwCT1KNE2TFN3HKePqoShvqA4xTNCIpmgDZ+CfqZaP7Ot83MbbY5omqUPlqJ8i85mgHwr4W5mmC3zoH2Z5Di5mRx1ehEKMGtdwrNIX1c6WQnQGa5Pawz8ADXEK81kbob0TzABXZNMo4H+UV1tPY4x8au/Wz7CxJq+bGFcWw31V0DaIQL0skKMdsv3PJRFF95H3BPf8yDdIzqJnidOnKBeHkRnZyfmEZpamlBPHeJTJ4P4x5JxxEhP+QQzlFtj/zAWQ8j9KZKOHv1d43lLtAc/PmVT++OxnXSnUS5i5HF9+XR6chxGvSFZiIc+YgSfMbRYLGAsIQnFceW/GIBQ41Bmm5ob4cYi71eIf56ylK3PIpVKc5+meaYoQHO7tbFPGAtde0dT0lX74HkG3zctBxHlzvc8aC75M842MbGaSiXp/+epZ4egLxfKh1LfefM6MX/BIsTIJ9qbCfqtUzyvgZ+ANIiIk+bnI8Iw5PgkPh+CwHf7p33XPmo/VS/eECLqJ7+uenX37Jfifotn1Nb3A5bArSdD+ejomINm+mlqE4Yx+Jofxu32ILvuBTHki2WUeT6GF7jyiPXcIpQpc2X6kSMjo/RTc25MM3Pjay5BFRet2+HDtalMjbTvWq8Z52N5hftoZm6NWp/ai+baq1g8BjN7ew4zc7TR3sbIO57nI4zFXJnWKn40M4jvJVfyg6XPJicn3d5qL0Rz1VdB+q9IXhB+or/m9zwPvu+7PZA8gR+Vq42uaqe1CVT2y/bmZFJjSh51LdNPNzOOAKhvkbykB/mCEekoPGbow4gf1Er7W6avNEWcq7iqj0DzVkFj6b5arjEFwkl15+OlPRH45CWPuJhpJrWeBbVVnxJtqPprXIHuVS6YbTn7f9FGeyWdon1QvSBPORaNNZf2Q63VVnWio+iRp8+ocrURH+jezUU6KZkrWuSmZzAznef5qsgzcwkV+no0ZZgan6bvPeXKfPA/CxB4ATzzCbN7pvm0HwLhpquZOT4yM8dLmldgZuTnsttnnPep0kN4674K5zVxfVT/NlAfUFDebnL+vCo0M4D/KpQfnPuYmeNLje/wNs+tQ+NoXJVrHJ/yacbO7Kd24nPRPlmTZMnsP5WLpqqrYbn2R33NDLpqP+L0TbXuKqjcjONGcB/N5274P7NZ+RTOxv+pTvxQBeHHZu6f2WxblVWoJKq4CJ/qXNWr5lQnjWeeQc9mBpybo0KZqEJEmlaoH2bnLHGvBOQJxiUr9GfK9DtK5+51LVKOpxh3E8i/ydPnA4kpfOzc+Lp65sEneJyXx0r4AELKfIx60qfOkz3KTU65WJL8PEGBNqvE8SPipzHZlb1453RYhbiVnXwLV+EvXhZfFynvRfK8rpIBXVVebRexfxXUT+AG5v/MjP///55DbTzVaGEisgbQgHkafQmg7lWvOrUR8XUvYosRdBUIGbUV04AEEgQ0/BVuImkPgYILZQZNy+UIxUIZ0zyglCWQ9PfyuTzyMwW2M6hNkcEL4zhiTs2nIJCYUYZcP/ui4NSyZct4gJ9PA9TsQE6mDkNqL5wqJLAUdoEEBz9am8p0FZgZ1E7r0hX8qFxtSnRQdFW5mbl2Zga1DShEAtWBH7XT+tVH/cGNMJZ7/J8g4P9CQsz3INC9b4Ac74iKMiJjVugoV3hf4b36gx8zNeIN/1W4lhIdDu2LlJ/mMjM6TnEeEpOQMdb69Y29hQsXQrQRnS677FLccsst7rCzefNmXHXVVdDfV9p0ySUQDbt4EK7TzwnGQkTEcYa0yovJuP4ScZKBjsj4RAFmxIc3WqPw4S1EB9FbdPHI+AIze7ut2gikF8S0U3RUJilYcvR0P0PBcvOJuQkFgtao9Ymf3Fykp8aA8f8cm/8niSI6FRWUSK9I+KlORCU3q0lkESoos02RbUqo0OmLTCW855XEB861BddtDjxQZt3YmkNriTi38NB6zUzF0LPWIjxdORFT2/9/YMa+IoIb4Zf/0/jng2r0rHHlXOq5CuperRMO4ApFf0d7jc+G59drDBa5f2pfBbVRoZk5flZ/gZmhugazWUVc7aMr+NGYguoYLJr9Rzq5G/bT1Yzr1c050Lhm9vb4eq6OYTZbbmbQ2JqrSt8Z6iE5QALJsnhGsgZ+1FZ8IlAfFr09vtbjeT7XFxB87mmZdYBP5x7c/wITpIIKvQFyEso0AgUefvW33BRI0rfjJxlQKpIfNa7onGJgTPolTUffI6+bmZM9yZ0CKdJRIXWDnErpQbVRXzOD2eza9OzTIRRoTF0FZrP1ZubwVRkQOXqU6NCIHlp7gY6R5E16UTLvjDPHEy1mFGTlYUCypW89y2HVveimq541TsS9UnszI008h1uVtzSmcDcz51AUqQtK1AXqE8ZiPDzOOsnCT/jLBlTXG5zDQ3thZk43iAbCSw60xjCAezG7rjJ1Gh/devWtVq0lyUOtxhQdNYfZLF00ptpqTjljrg0PNzrUqEyHx5h0GOW8woRIXgHpfA5lGnX+DwnW5ah39AaJEp36id1XXn4ZL73wggtOHuPhWokf4aDxpIdEI80pPFSuvRdoPQqOKhh36tQpKDCl9YlOE+SZMPTh+eChZjZ5mmOgxKiPPAYlxX/CNcFDbBjzYSwrE98ZtonohDBaj4h63qNse+xTYVmRiRatSU6DxgbrphXoZ7sS+WGGgQUlOMvkVd1PU8dq3wqUnTLbaA9AXiqTx5U0rURF8rsO/FN0jicxymCO3oCosG1Ep/KF57a4vzn58gsvouf0acwwsFUWLSkzwi1iUKaittS9ZgYvCGF+wKsPn/e+H/IgVeWTwPGXbJcCJgWuZWZmmrxV4EE5jwJlrkS7ZzDyBYhXxUEFIA09sJjPJY7PZ8pukfQQ/QtcG8kD0L9QR91HvPc9z/Gd+EMBEIH2LiRe4KdIGklvC3RfIH9X91l0KtPmFeiciTfFr6rTVXVmhl+9RuRh1YtnBKoXmBn08X3f4aPAl3DRWyGy0dIX+ha7rq1MSLYxcKMAuK561iFd4wlv8buCZAouZTIZJkJr0d09H9dffwM+8IEP4R2076uWrcRdd92ND3zwQ7iJyc8bbrgJ1xOU1Egx8VPgITzBYEzHnHm4eNMluJXB8zgDZS+9vBUjo6PEMYRopkCzvlU8PDwMBdbvfvd70TanE4lUZhY4Vn1jM5pbO5gUa3NvrdYywFfDYFOJekL77PketyRCimUKsojOFdKVhZAPWEMZn21bcvTUvGobUJ7TtXVoZVBh5ep1sDBARJsecTzJnZGgge9TRMrwfB9xjuOxTZ78E/CA78cCSkZEnBrQMafDrScIfcQYWKxh8q2Ggc+3xyDvaq+Fh5mRH0swm72qXLTO1tW6McIwBpWxAQSOJ+BBV9/zkGJQTMGzNu7j5ZdcirVMLiqRsYaJ6huuvQ6br74a8snkj9122224+eabceGFF6KrqwviZV0ztRnM5KZxgAmUN998jQnR3Qy2H+Z1Dw4xkSJbpDq9OS5+Fj0yDMDoXv6gdJHe5hGeQ0NDEF8pICk+X8QgtegrHaV2CrDpCwbSXQqyyZZI5y9evBj19VkGsaacP+mT7ps3X018b8Qll1yMViZ5N25cj0YmWEBKV6hP8tQLRcrwNHXEMBMaZcp3KxNRA71nmVgfwEBfLwIPqGdQ27yAAa0izAtdYDYMkwjDhPP732Ay6cC+g3jj9dehnz0WHwVBDAny6MmTp7gPCQS0rdlsPUIGVOWras/L9PGWLF2Ed956E67dfCVxvRY1CR9TEyPQLwEIL72Zv2jBfKxasRzX0P/V38/6+Md+G/fcdRcupR+8+erNuJIJgQsvuADLVyzF7be9E9deczXWrF7pgtXa576+Ppw5fQaywbKlKjMz538LL9FZeqBqm2O0lWEQOl4NPJ9sY7wHAj+EghLyZ7Rv4Ec0nCD9CoUiapjkkT71whBGnTrA4PYUg8IVnpmmJ6dx6sxZTDBou+/AQdIk6d4k/NKXvoxv/9d3meDaBSU9muprkabslc1Q5NwTPGP1DI2htrkNDUx01lN269vmob17ERYtX4d1F2xC5/wlLrmanylCb272nT4L/cRyQJ2bqk2ja1E3VqxZieHJEfhxH/AjpCkfzzz3HHbu34fXd+zCUeI2PDGFyKhLYmmU/Qz290f40eOvY//xUcxftBawAC+/+CJ8v8yg5hGXmHv6F4/jn776Dxga7IdLzi2cj4HBAfQwidg3NIDla1ciURvHcy89i7/7p6/ib//xn/B3//JNfP/+hzE2NoFa2tJ2JuWTBpw+chjz2pvROW8ORukLdS1dhvZFS3DwzBB+cN8vcOrsBJLpBiRrUgyA1+KRhx/Aj77/Xziw6010tjaiu70J2VQcLUxeHT58CAXqrRe2bsUjTz2NUfpXQSzCqdNHOe8wfb8aBujH0N42F+l0HROdu7F162tcowf9ROri5WvwyJPPkz7HUUQcHZ0LsPHiS3DZlVdh06WX4Nd/8yO47oYbIJ2/YMECXH7llbj62mtcYnqYQbsh7vf+I8cxNVNCjMH2keEJTEzmMTmVx8REDlSCTA63oSZbh3omH5KpNNqpO2+/7XbcdNPNyGazaGyoh/7Oa0AhlJ5avnwFpP/1095NTNrpSzhz5s2F/lbbu951F+5817t4XrwZrUxGx8MQq5YvxU3XXUuencDU+ChWLl+M1StXYMWKZejv76Xv9BxlIIlJ4trXN8AE4DGsXbMO+huwy5YsRUdrG1qIQyIMcNcdd+D2d97CxNYj2Lt7B+oytaTfMJavXIUSD16vv7Edew8cwrFTp/HSa1uxj3oPvocFlN05TKxPT4xSn5wCSjncedv1WLa4Cy+9+CyDe3kmxd6Pdes3cB8aSK8KCpXFdBGPAAAQAElEQVQA+VKE19/chu8y2f3j++7Hwz//uUuYSodOUd566Lv9+7/9m3vrs5/yXUM93kp8x8YnkMsX0TswBC+Ic/7FuPzyqzh2HQDjWqeYEN3jcI/H45D/v3DhIlBEsXLlGqxevRbxRA1279nPROWzePOtt8gXXA/lZPv2t3Dy5HGOMU77UYLnAXpz/sorr8CHPvRB6q+bqHvTTKYchfT+xAT5O5NGtrYWejO/t+csjD5ufUMWq9ZsxG133oPFS1fhKSbg73/oZxilrlhzwQWo597uObAfP3n4ITz15OM4eHA/xAvjY2Pk3QksXrICa9dtwFWbr8cf//nn8bk/+zN88ct/j3fecTu6ujvxgQ++D//8j1/B1/7py/jyP3wJl2262CXGhyiX8XiC64tD/kqMiTK9/ZRkMuJP/vhP8Ou//mHEWb+PiU/fB6anJ5CnLy5bcQGTuknq7nKlgMWLF2HjxgsQiwVMgE4hmUqStydJXg91jc145513oyZVhwT1YYzjtTQ2YQ5hGRMfDXVZJGg3jh05Rj/1Z3j26adx4vgxNIsmK1ZgCe3YIu5HPX2Jue0dzvbUcIxmJh8LTHbpi4T68uT3v/ddfOu/voFvfuM/8cLzzyEqF/C+974bN99wHTZduJHjLMBFTEavXrkEXXM7qA/TiHkGJYtlX0aomwpMzIE+qY8IUvAe62NhDDHq/jR1jALwRfro4Jkrom+dStYwuVuLy+gnqL38I0MJsdBDinosFvoIyPO+R8agP+vpCiBPnznivg9xTsHp0yfJf0PQF5+meK6Z5LlD5zvf9zAwMEj9OUyMDP3k4dyM/OwSFGfRz+jqTC26emwL2ogC/TbVySYV6SdG9G2KxHV0fJJyUECcyba29jlQckq+kJkHI+hcOcXgpsf2xgCfvgBmtMcRzzM+zzXgvdFPKJM+k0y0Cf9yuQTJXoFxH586qUhfWzjXptO09TEYsR7o78PePbuxe9cO6p1JZNI1qKlJkIRFys0ofaYp+PQL62pTiHOMMv2POtqoDMGjvdIXfMCR4pTnPOV4hDZCayoDGB0bJU9Ok++4R7TRMzxHlOnDe76PNPVRd/d81FLWStT78pdmqPMLbDPNfRbuRZ4XzIzz+26MBvLUnDlzKVNjkF8lGp45c5q2bIh4p+Fx/wQR+1S4tjAM4fke4uQR8KM5pun3zTDuFtKHraVNJepOFkTf3t4+jj0O0bnMPZEfAIaZtR4lsSuMDeSIY5x6SD6o5s/xPKhrgbjKT/GIgx8EkJ+ntWWydaiQH/Wz0kWus0I8Jrm+Xvpq4qEp6j+LWMj5YkEI3/Oc/6u6cdrUMvtozBjX4Ps+NDc3B755APe7wL3N8Xw6PTVB3TwNY7zFOGCG+5VIxhBw7xYuXIDW1hZ4njFx3wv5rPr55Rny6ujoKMZGJygeZdb7CIKAYxjvOT5lokK8ZnEwhxtIVzMjHjHa5ARq0xnySw3lKQmd+QcGBjDNpHxEHk0yoSGcu7jPCxknXbRkCfm6ieurQHzg006JZhHpwyGhe9FRzwnqLrdWzqdzwxTP2QLhUuZ5osSzpXw6kS6RSECgftpH+YeeeeTxOPSZ1h5x3zS+eCJDX168lM1mofsU/bck5U50VhuB5tG8wj9G3jXPIyaSGALHBkF/M7gCD+naLLINTbzWIcUzW4x+dIl0IyHZRxjMQoX0LHM/I8qAcFWpmUE4CX+tV/fCQ/UVtjNwPtJHbbU3uqrOzHQLM4NHAD9+4LuzleaQfdWvXa1cuRLd3d2Q36O1VsfWutgFovfsNe/G0rPopzLNXyLPq49wS5DOugoP4SBQuyqoXSwMqV9D8p3vrppTukxn6uo528wcntorjSFcA/bTPfgRDtrrEmmltei5yP0uUXfqWXgJdK86lbOb4x+VqU64CE+tU1eNrbrzQX3MDGp7PpiZo0UURW5MjSdQX10FmlN9asjjwl/7JtqIRtmsvqCQcmsULdVeoD5al3CuUD6El/qJ/zL0J9VP+6QvXuuLCbqXv6Ny6RPxaHt7O1Qn3ylJ+xbw3BIGMQReQF/FAyrkJy8GHwGCMA7NE6O+qpCHInKjowdpnaS+DnkFP6ItL//jn+glEN5V0PoFelad7s8HlVW4Ll0Faic4v43oUaAdUrnaCDRxQL0jepYpN8KnWCo6+qmdcE4y/iAaiMYaT+OInuCa1E80rK+vp55rhXylefPmuXvJeZKyLRmOx+LQPBpPoH6au4qDmTleMDO3/+DHzKj3/LefhY/mF+i+CsJFkKcNVB34qY6redz83AfNzyrqwPIsUL7eHoP2WmMIZseI3LzqL1A/jSkaS3+qjWilMjNDQPtgZqhQP5Y5VsS98H2PtjNEkvauhj5PPB6651gsdDpcVyMNC7S7UzwHyYcSLTt5Tlkwv4tn8kY0NjYQ6umT1qOhPovaTMqNF3Js34AY/YLZ8RM8U8cRBj5Rjbi+EmNQReRlo2gTpK9nqIfF/8K7TPlmQ0dzn7j75oHDqYhrqNDMRe4q+kTiX4IqzQxmBk+F4EfElRCKOURgj8paoHIJpOpUrvoYmSBBBZ2qSdNoJJGhwq7wNDE6Og6DxwWkHKiN5hNiiIyLqSBPg6kFSIi1gJACpDHBD/FxzKUygYy/QP1TFG5dhUcXA1EdHR2QIKfTaQhPjSVjL4WY50aYzS7QzNxmCXf1NzPONPtPZeeD6jWWrmIg4alxy+cYQV09z8jMBl4AMkfEoJLAUIGc44AVoe8h5GYIfM+DPmVulDZNuGlcXavPulZB82lPzIzz+BAuokWSiipLpdja2gpdVa4+HseXgOq38S/ioWfz5mtw3XXXMdh6Pa7iwV1BPB3Wm3lAlsLygwBCnqwBKRHtg2gmnCrkRI1nZqh+hMv5wEW7qgoNq8r1oKuetUbRTWvQVc8qV73wjTu+iXM/Ym6fNZfne+5e9QLP55qJo8d1mRmMOAmEM7mVbETM6aApOToLEVROzc0dqKBEZ16Kr8g9q5D5jPthvgcz7hCfK8TbCT4FXPU49xGOro77VFJftmMX8mz5bSVqZvA5Fs591MfMXBu3Vo6vMo0zC+W361RvMPb3of2s8p13bp26OuB47nqu3Mygz+x4lbfHk/OmoKPKjW3VR+2qdNe9ymJ0vGJUmrpKzqpz+6Sz2lTx1b3GEuheYGZQve41lvpU8da9yqqgZylPXc0MZr8E9Tebfda9QONWSGvNJ9pUr7pXnZnBE3Bt4Ee8Ll4Vn+alACnj0zwEzPCArLc0VK426luhrinRCI5PTOI0g3z6+2Vnzp5hAK/HfVNzlA67AhXqUyYOZoZqX8mI5EkyVjV6WlOOhx7NH5HLREvRgWg55Wpm1IMJPTreVj/pTNFahcLJ7Je0dGWIHG3NjEYkDhkM7Y9ZtZ05udA4KhcOwGydaC56CWfpEYHqpRs1t9oLP4H6q0yOoxxL8Yf6gh/Vay0qF66qk6OvdeoqOWYzmJ3bO15FL7VTneYXiI4z3A+Nq3qBmTk+19xam3m+o5XaVKFMOdM4gjL3ocSDt8ae5YsyIsqo72nNYF+QxjXcp5K7NzPe50kjDxH18Mw5AznF4EKeQf6K9DJpLJ4UfY4eOcJkxQEGIHohO9Hb28uExVEcP36cgYlhqL/aOVw4r65am0A46TC5d+9eF5B7iwEy/SzwVgZa9abHzp073d+I7O/vYbD1BIaG+3G25wympsd5P4DJqXFiomNrhfJbJL46KIqyei6AKwQYLKlw/RH1F0+SAPHnyhirKUBBoLKcOTp9Ba7TQSEH0avMdoIK+4N6UTDDAFaRSU+V69k8gOSCkrcR+bfEwFGOAZp8MUdcSpy6xDlmOGWBB1AegqdnEGfgPyqWXHmJidSKEtP68gFpXeThv8TDhOxbkk6l+IhxGBTpA5QqEXIzBQcTPHCOUQYnmQCYlswWSsgzuFQqlFGmk2eU09AC6I3CvHuDcAa65orTmGFixpVz3jJ5g6qVa/AI5nSoR70gEN9qft2Dnwr1dsTGPvWbmZFXKvB5SPb5rDYC9RHfJ5NJ9gC0vyrXOLonUVB9VplAzxpbYGazOHDMMAgdn6u+Oq9krrGxEfoVCP36gw6QSm5FpF0tD84XMOApB3vu3LlYwcOl3ixczCCgdI7Gl34TjjWpFOI8HKXr6nAFkz6bGdh+/wc/gHve8x60MsBFcqOxuQU16TQaGGxUgFx4FLg34lfxsJ4ly6PndJ7eHN29ezcks83NTW7t0oXi7bNnz0K+QIY4KkgzpG/G52YwwOvW19/Ca2++Cf2U2pNPPYNt27djz949OHL0KIMhlB/pYc6bY6BAdokkQowBCDOD7LHuy5SrAnnHpzQELA+5L8Z99EnDCB5K3Ls8GalEOpV5L1pUeC+51L32IeLeTlMXV/epWm9mLmAkXaOEsPoUGFDSVfxTYT+zWZ3kns+NL76QLymdr32L014q6V3HwFZI39TzfeqYkHJLnmWfyMiDXgDP81GhfAwzeCmaHT18BNvefIsB/hedXnlhyxb8nAH8n/zkJy6Yrr8Hd/LkSUh39Pf3Q3svPLTv2iuBcFWATfdp7oGCa4sYeO7s7MTmzZuZBH8n9Dc2tXbhrH3azn3QOM1MqChIsXbtWh44Wtz46qPx1U60UwBB7cQXp06dxMsvv4hcbgoXX3wh+zQxkJhxSaba2jQDUknsZwJAb6S+8cYbTnfqDdUDBw44nakglegsfN96/Q0cPXQYvWd6qD9y1Fkl6O9kbWOSdOe2Hdi3h3xy+CjpchwjIxPUv9PIzxRx9NgJ7N69D8d4fe211xmQPIUXXngRp8/2QHrihZdeZkJ5P5TgGGfChqoFS5ggm6Je2c51P/roz/HEE4/h1PGj6GGA2SdfZTMpgDzT1tIMBf/z5MvhoUGEgY+OjlYG8dejlXUpytXxo8dw+OBBBvSnmajpQUQde/rEUYwwsZdggFtvdF18wQa88x034eorL0drcyMSsYB4HsPuPbtw8NBBDDD4O81Dn96MLNEGlshzVDo80PlooL+uJHlUMR7iqIf8OIIgxuqIdK5DlvV6OyPGMSfHxjHYP4CS+L9syOVLmNvZjRuYGLvl1tu5/9diw8aNqGMf7WEHE2fd3QtQm66lLOeZzNtJvIcxOj6GbTu2oZ764KZ3vBOvcg9OMyg7wiDpBPV6mbjUJFMcpxFZBoMnmYCBeWhlolVfwgx4qJ2hrt69ey9tZR8TdxN4bssLkLzPmdsJvaXUPb+bNDgKfWlrhnbkNH2rp555Bq9yDx959HE8+NOH8fzzL2PPvv3QF8DGuLaXX9mKffsPo47Jkv2HjiJWU4vOeQvR3NRBnymDoZFJJGqy2HjhFfid3/9TXHvD7ZjbtYz6ydDOpMiKlavRPX8hGlvakS9VgCCOWo5V39yKBGkwPD6FFavWoI3BnXquSz/L/yITt1te2ELavIVjRw4xwX4GRjsZo1wnqZtuecc7eEa6EgsXLUQLh0LEvAAAEABJREFUg7sdc+agiXSbZAD+COXZp4zHYwl0tM1BXW0dxulbzOOBXj+V3NLexoTWGuJ7McYmprGEicqIdNSav/QPX8aWF17GX/yfv8Vnfu9zuOmWO9HaMY/ry+Akk4Vv7tiOf/361/HGm29AsllbW4sx7tsvnnwSx0+fQqahEUtWrUUD5125biP8eAqLl6/ChRdfit/8rd/Gn//5X+L3/+APcOXmq3ERZffa66/DH37uc/jYxz+BN954Cw/c9wD3boD0PoS6bCPmM7mkpN7rr7+OVyjzea7Djyp4+skncOTAPuze8Rbuv/e/8bOHfoKD+w+Qz5sd6E2E++9/AKMTM4il6vH0869j976j2LZzHw4dOckANJigPo3hESYP6tLcpxa88dZrTJiMYWJ8BCcpS0rEdTMQMtDbg5dfeIk8X4cW7lmc8YMFCxZBPKxfRLjzrnvw+b/8KyYI78DFTDZdfc01mMN+7XPnMODegyzHv/nG69DcUIuB3jPcxyLSNQksXrIQ42OT3Pe5uIRJz5vecTs2X3sT92Y9E9NX4hOf/Ax++2Mfxz33vBvr16+HTx3x0E8exGEmG8ULc7nn8gOuv/56vEr6JCgbFfPRMWc+Vq+7ADEmss9SHyXpK+zatRv33vtjbN36KgDD8uXLqSdr3BeS0tl62uEMzxs91GfHIDurL91NMAFRoZ87OjrK5FYf5HdF9MEWLJyPOXM6sIi8N0B985OfPojHHnuUevQQpA9kg6S7JphQHaL+mp7OoYMxj875C9Dc0oZp+k///o1v4Tvf/yEOHz2OdtIqsgj6jE2McZURgpiP+d1duPCCjThFvjtKfbdg0RIsog5t4Bhj1KO79+3DQ488gr/94hdx7333kmf24tvf+gY++tHfwB9/7g/xg+98G5l0irqs3l2VeF+5ahU6u7rc+teu3YAzPGN96e/+Ht8iPv19/Yhz3qGBHuqHfvT2n8bqNSsxyETg3M55GFeMiD796NAQTtB3mCKuk6TNIGkgXTI+MoLXXnkZMZ77G7L1WELe7WhtRn02jS4mNT3SXYmNBOWyhjGRlqYm/J8//1P86R/9Id773vdwz9Yj5HlXNnmafH6WuO2nn9Ixl3qDvkfvQB9mSjMYHxth0oZ7Qt24f/9efOtb38RDD9xP/R7iRvpZ77jxRrzvPXdDX6q55OILcN01V+OCjeuwbs0q/Mav/Rr+z+f/DGu5rvld8+gH5FGSP07/XOcOrUP+t8f9iMdDxOjnRNQ74+Oj7j5bX4tKmX3o52ZSSYQ+kJ+ZBAdyNkhxJN+LSAOPdQafekVfnIwFAUA/Jh6GzmbleRaYZCJ1amKcejaHHvpvZ8/00YebwcREDqVSRL8F52yO8bxUQbFYoc3PI0/70s9E0yB5S1yjhIsfxMg3Hkp0LNOZOnh+jLLXzzPNaYxy3yosl32q0BCLn82MZ7I4xyeOXINZmf1LtG8FBjcDBFwDl841e/B9sLxEfIruvrY2xZ0kjwYecclxnJirq6XvUWSC1POMdm0aA9yvVLqGfvIy6MtOwyP92LHjDezZ/iq8wjgsP47O1kbMaa2H8eykX/ioqYmjlTzTzb3p7JwLycAGyv4FGzdCNm7RwoWQr5yh3lX8UL6mdHAbbUcT+anEgHKBtrxCf0/1+rJAQNp7XK98J8/zMDg4RLzzTFwPwWddTarGPau+Uq5gmrJVoC9gZtSTFdK0TPoX3H2SSSCNl4jFEWeiX7pF59GBwUHSD5TvZtTVZ5HOpGkzktQWEcznvtB/LpaLiAyoECLug/ryFohAes1wLwImFZNcXxMW8UyhNezbtxd7CfsOHUBvXx9K5MUwFkOceMAMetM1W5flHiTgmYeaRBJElBCRJUvQR3ooxwB0iQkknf1i9BPilDMzQ7FAnMiXnmfwPA8J6so0dYYSOxXiKJqMUK7Bj9Yt/6K2NkMZHMOZ06fd9cTxYzCOoRdpxiemMEyfwbwAkXkQz87w3NhPfhXfTZG2I8MjOEV/+tCBQzh+/Dgmec4Mg9DtgeguPEdGx1h3DHt274HOPLt47tlHfaczhHCYYB+tSbReumQpdTl5kusp87xpXIfW55Nxp3mmGRkZpd867mis8dVf9dLJbW1t8Imnxz5NTc30o2spphHayU8XXXSR09vikTx5Sn01vu8HUHuShImBRtqONALuSYUF+WIRBYL4UriaRxrzWX31rH4aQ2vUs5khm62DaKv1SPdpv8bl89E3LXE9nh9wzDLPYhXMntOBEvdGrhTFurrdvEaECmU1ojxWCGViJB0yi28VBzNza1SlcBAIpwR5J8Z1hNRRvue7Nj5pKFqJDwbO7aFoqmf1MzNoTWZGdvQAA+L0zzSG6ovUq6wiLiWOV3axMvF9nPynNuBH7QRm7MznCmW3TDk0I568jwjsTD1dwDjtzSTtcpoJvAXz52MjdcNi6oSG+nqOXQPhzyGoQyc4ZxkJykmSbYWj1iIwM4ez7gWqMzPyUI1rrzKc+wjHKq5m5sYUfgLhfK4ZaV5xoGf1r4LGFphxLZQR9ROttf/Fc3yhZ40l/qtjvEB8OZ9rU+xh9erV9DXmON/WnTmo48Szgk6eLbu7uzFv7jzoDNzIuIXA87l3RCRPHTZEW33q5CnorMciaC3CQfe6Cgfhp3WmUilHgxrSS3SMU8epTqC2KReraEAL/W3pW8lepjaDBibIsvVZ11d7q7HOX7+eNV6Ce675q6Ay8b2ZwWyWPsLLzHRxILoINL/oJFCFrioXbr7nQfPpXnMJtIYV9OsVn1EsR39OorW1lXLmI8fY8zh5aJq6QeOqX4V6VbSI6FtH3Cftj+RxgvZZMqlnzSvQfYl2BjCY/RI0jkC4CMxm16Rxha/Z7HOJeljPmsfMHC+azdZVOL9wUpuqvKq/7gW6r9ZrDMXP9ayx9Kx+kp2I+kFlArjPL/FUWRWkK4VzdQw1NTPi5MP3fklXtTEz+j4VimLkwMwcPUM6CvF4DHHalSRjirF4CIEfcBwfCFhvHpBgnWyHeLStrR1KUi+k7C5atAj6ta6FCxc4Xm8kPzWQn+pk42mba6hPMrzWZVKor6vlubkGiVgI3wAihIg+ekT7+kuQJqZRZbX+Vag/RBuB7s0M4rvYOV0XUt+5ZKq6CIzYeuZD4HsBGTuNWjpVtZksHaIE8gyAIPKQqkkjQaWZydQiw4NsKp2hAalDmgnPJA2pmFBCJaFWdr6Ohlr3KktTmARSTtoMIaarCB2noGQYRGqkQItp5eCoXJtvZpwzwWDMCHp6eiCm0Dga1y2EwmBmUHuNo7mEB/jJ04k2GiQtXAQQk6qdx/YBlUaMhIhxs0JCLPRd4EVXOcPcehgi0gS/vBrg+x6CwEfIvprPjU3CanyPuGhNYkrhrg0QaK0CM4PaqK+uZsaxOcs5ASzSeBSpJCUUrOIcPuJ6wyKVAIiLjLKZcX9qoHUGYYAiA0GTcjJGR6A3S0bHRjHBw4QcDwn8DAMk6penAy4FWeFcYSyGeDKBIBbCfA8y+MJbOAqEs0D3KjcjnueBcNTYUhgC7YnKtG6B+qqfcPZIEwHRd0IUUeA5FHzP4PsEJzSz1zDmE68YYokQYSyAzz3x6XQb2wpPtxm8r17NPJjN0k8OyPn4+r7P8WfBIw6qE166RqQB+DEz10b1VYABQRASAgdmBtX5fgDtm8YFP2bm6lUWcC61MWNn1oGD6FltA/YDy83s3Di+u4If4VLFSfvCIldX7ev602HXVWVVkLJTWzOD6oRDgoZfIH7Us8qFl64499F8VdC8Aj2LHroK1FTPAtVX91X3KhOonUBtBWbGJc6CyqugtueDytWejd1FdRpXDxyCazcH4hspOrIHmhqyaGlqoMNdht7kKzPJorZFGnsdXDSm1qixipQfGX69USInvkBHXDQTXaQTJDPSU3HqG9FIUH1WWUBaa7z8OefXzHhASVDXpbn3cecMie8lU2onXpecqa/mUZnw0L3GEl66V5nWqXvxg5k550n9BepnNks/M3NyUi0T7tKZ2leVCTSu5hToXuOaGTSW5FH4CU8ZfdFjmkkt9RMeZubmrrZRe5VrrBrqcNFItBJt1Ef1MzN5iCZF6ibNIXkXqJ/mVll1fcLHTPvokWYhzKMDQnqW6NjL1tBO05mvQAfDMB7jgWn2QBahTHnyEKNujVGvJWkE07QvPmVLDolwEZh5zgbocKWfbHp16ysMJL6GgwcPoJ/JCjmASnQqGaBvzytZtGvXLh7Ed7hAl8YSCG+tFfxoDzWPbM8cBtnaeUiSMfaoa/LUmxMMeI4MDzr+O3Rwv/v29AkG8ocZKJrWt3GZmNAbG6VSnqNFxG8GJfKiz/6JeABSHL4H8JFsXWLSoeCuWnNEY10hbbQ259xQP/qkgccO0nkC15Gdy6wrMYlqBlSBgoEKy8ssV1DNJDQMZlRIT0GJgQbZCIH6gnioT4G2UUBmg6fBqBP1BoPedi0wKVqhwxfRcatwzyt0OMp8lv0QP+ig6wdxwAsQgcEPHqqncgWMTc2gEAEI47BYHD4DBmoX5zXOIGqcOiqMxRALQvYD8Y549eD5IXkljhgDZdoH8Z7kR1fxfcj2ug/IF76jjc8+Hnw9E7gAiJ9KdIoEFUSokK5F4iW+NDP4vg99VC5+Fe/qWeB5HmQDzQy6Bz9qV+V3jaFn9fE5Tjweh/jTzMDlQ4eR2tqMu6bp5+TJ7+N0uM8yyKWrZFEJNf0cq5JSbzEp/+Ybb2Dbtm3k3Teg4KvaJCh/beS9hUykaY7TDDhsZeL+4IHD7qcC7733PgZsT5C3ygza5JAgTYXjqVOnoKCMdJ78IuEo+RR/62Clg9PSpUuhX6UQ6G+pXrxpE9atWwe9LamAsgLOkpmTJ05Q1mdw8vgJPPzQT3Fgz26k4iETZqcx0HMaE8MDmB4bQjk3gfzkCEoMJlbIexXSPqRPZB7cN8JzlJsZ8phoJpqqXnwakTfdMw8gBSbOY6HvghWSpX0M/IwzEOD5HszIV5ShEvdRuqNC/gyDALpqP3zPd3uqNYIf0Vw0VCBDjnY2m4V0Z4L+qkcbnORhL56soW+RRFNrG2row+pNnjKMrq3PNeedDjmi5CCTRANMlkkviN81doWKS7hMc12Dw0NQ0qZAGyRchvgsnGfoa4XkjQkGMtRP+Gg/tJfSSQeZwFOCUm+1Szf1MQA9Q/kqc2wjjs3ES7DhgouwdNlKzF+wGPVNLQzcDTpe4TKdvpR9k3wouSZ9pfXKf9b44jHto942VhJFQQxdxWPiFTNzdkL9x8/xqGgoXpVO1VrlZ+uNC4FoIHkJubdqN8m1CfdHGIjfQf49zcDWY7w/eugQirQTuckp9JLvX3z+eZwiLxVJo87OLujMADLH7j378IsnfoHvfe/7zl/tI50L1DOTPJwqQb+PyY6zZ09Bb/uPMfgxxYTV0MAYk2In0d/Tj5nJGYwOjaP3dD/efHMn5WcHnn76eQbwp+yISVwAABAASURBVHhmyboAVYJ6RjSXbt65czuef/452oYeJob3ktfGoG++yneYYZBQX8ApMYg7PTXBuhG263U/sTrJgFye9TW0QyuWLcViJj8uufgi3HzD9bjqistx2aWXQG9Die7igYh8OjI8DO256Op5HmrIc9IHot8ox6uwjfZAz8JvDpMk69evhX6SeyEPhhormUwxsfwKvv4f38R/33s/HvjJz0ivJ6FkhcboZRJgiEGOSfr4umq+POk3Q4i8EI89/gv82ef/AjOFEk6fOoNdTGhv27YdSjDqb/Y+9+yz0N41MbDSyYCKcBpkwHNocATiQeH+PBPbb7GP9ltvUSroJn4+SNnQuuLxACdPnHTJM/GR/Cz9bO209p9J1vzECDqZDOua10mdnkQ3k2epuibUNrajgDhOnelnILeIIpPH8xcshRck8fV/+xa+9d0fY+/BkyhGMfL+Uvp9HVg4fzEu2HARrrnmBtxw861YT9kIEhnkKh5qm9qxYdNlON03gJdefQMdnDOIBRgdH8YIbfPM9ATiXgnZ2iR8K+Haa65ENlvrEoGLqA/TtfXYs2cvnuN612+4AB/96P/G5//sL7Bh7QYc3HcQfuSjrakNGzZehBhtWKauHtt37MIDP30I//S1r+He++/DM1ueYwK7EZLbP/qTP3Nr3fLiS9j66ut4lTo+UZNyCekp8pLOt23U79UAwDuY1P3ABz6A3//938dtt93GxPlmSF9IL4s/JN+SR8n7N77xDXz6M5/BZ3/39/ClL3wB9zG5N0GeMjPH83/0p3+C933wg3jv+96HZQwESfeKN/RGvHS73v69/fbbWLccSiS++OILeOrJX0CBrOuuuw6HjxyG5/uYz+BELQO0y5mgPnDoOB59/CkmxoZw7EQPdu0+iHhNhkniW9HI4LF5EeIhEMYrlL9e6lswENmPuW1NSNUksYCJt3VMTF546ZWorWvmHKdw5PAxDA6M4tlnXsDDDz+OLVtewX9989t44pHH0XPyNJZTzn7xyMPoOX0M99x9OzJ1KRzj/eWbr2KSuR3di5agQl3ZPziGHXv3UT4ewk8efBhx2sJYGIdoW0v8w1iIcdqSbW+8CX3ZYS4TmL5FDKgO4/DBQzjDJKPo+uQvnsQF3N/29rlobZ9H3gPe2r4bvX2DjDf0Qj7mHsqQZHYxkxQKkk/xvK3nUQb+BwZHcfz0GfT0D+DgkaM4feYMztJuT/IcXpzJ0c8rwKyC+fO78f73vxf33HMXbmByuLGpHgHPvnV1GcgfW7lyGZoa66nDUtQhU6TjBGSv7mQy+NY77sTaDRtw1dXXQkmhM6dP0lbt43mkCM2zdMkSzGXSMCAv5KjHatMpHOV+bt++g/aihO75i7B69TrqowzqsvU4wwT3s89vwSATatJHitVkMmkUaa9L5NNaJvqkmzrIq319vcgyLqMvsyxfsRKbr7kWV155FaQbooqhq6vb+T0d7W3IpOOob9AcacaEuA7qgmNMlsjnqa2tdYmPu+66C//x7/+Gv/mbv2Ti9iO4+87bcQn16oKuTtAVwPTkOAZ7z+LsqRNYs2oZ1q1dhRgrli5dhI985MP4wIfej1tvvxU/+OEPsHzlCgT0/3zybR+TRX29vU4Wahmb2sQxu8h/DfUNTBLQynuGcQY3R5iMmWCCcOXylXgnE/BrVq9HgcnHbZTrH933Yzz+5OP4j2/+Ox748YN44rGn8Pijv8DBAweZwDnFBB/3+MAB8stGvPuee3D5ZZfhi1/8AnXXv+K3f/u3IRm7/LLLcdNNN+GSSy7hXmYg/a+1z5AX9FPFvm9opA6KBUb/LeSaPYTEjWEOpJIx1KaT0JcF0vRVkrQ9aQan0zUpxOkDl+jP+uZRLwEBr0rOpZI1SMpv9gL4CBCVgGK+7IBuO/nPUOb6dI8oAE0QwpBtfQ+ZTAZJ2puQcpNMpNBQ34RMuo5ynICS57F4jHG3YRj/iyoQmyJJPeiRn0vFGY6bZ00Z8ZhPMHjUtcXSFMuKiAURYqGB0/AKUGR59RH4EWpq4mhvb0FHRxv5fIw0qgHos8uHrp7HpSuLXO9bb26jzjhKfsuQtxrQ3NKKFkJXd6fDTW/kJqlr0rS1bgzqi7lMvmdScRSZtD525CBmaCtFN/N9RKRTTSaLEfoRh46cwAn6KoPDoxibnIbiZvI1Zetk0322V3KrWCggCAKIXpIX+bSjo6Po6JhD3q/nESqivZqPWtJT7bQGtSuR6HH6g1zc2/80VqlUcv7mjOxlbobJinGOXUu6pDhPiFb6gbW1daSnjzh9mQQhxzOF3iQVXmX2T5EvZuhv+p4HM4MBLuGXIh30hcg823u+j7r6eu536GRgmu2HGSccZyJe9zozTZEvpxgfUBLZ49mtyH5iEi8VJy4BdP6qq6uDaFFkrFHjat4y16Z1yH9Q2ex9GT7PZ8I5nU67PsP0iSboZ56hXjxCnSSaDDIhferUSSb/J6Fy+ZRDQ8PczxEU6bcM0r/pOdsL6Vfp06PHjkNvV+fzRXjwqV97kM8V6X9MY2iA/ei7TE5M0K4MOp/SMw81yTTHn8YR6mR9sUJJ0Qn6pn0Dg6T3GM/oBYSUKe0TNxBm5qBEf1zr03pIUvdP+x2nLIi22WwW3d3d7iwlu/rud78bH6Tdbacvp/NagbwifTp//nynA+Rj6XxoZu4tcc0neo3Q59q3/wD27TtAXX6IfucA/fIyQNwFHnEr0fHiP5b58ChAFRhKTBQKyu5axuDgMDSm9kj86XPPwY+u4hveQmspM8agdUQ8a6jMI9/4HJNbTloUyR+8Mx+ReYzPRM5/zBfL9NEi91xiP/OEh8/upBX7i9c1jq5ak9auuQR6LpJPNSc7uH9qF4YhBCoX3sLLjOMZUCJPKaE8RhuQzqbROX8eWlobKGetaG9vpvxnKCNx8mTALSsT7zxK5EkIN9KGQ0D8aFyD8BKYGXzSRHOacQ/I35Jd+f/Cc+7cuVi/di0uvvAirFi2DHPa29HU0EBdF3H8ggONo/5xyrJA91qLA+pSybv4vQraC/GAruIZ9RdttF7hp7ULzIzriCAaCBfxnu5Vp3a6F+Dc5/wy0UrP6iM8NMc45WyCcqAzn85zijnoLFfgOfp8vDW+eEVnAMW8hKN4VOXCM+Ca5nXOw7oN63HDzTfi6ms3Y8WqlajN1iGIhdAZXLYhRnpoXqGnfppbfC366l7XsbEx6vgJ7lNJzajnMs7HFa0kS5q7PluPlpYWaC/a6HPI762lv1BDHSce1pc89AWqNO1gHc/tmVSaNrKGvJCknCdowxK0WXGIDtpr4SRwE573P9FAe6U5Nb6uYSwGM4Paa1/Vf4q2QC9K6Jw7ODjo5Eu4NDTUo6GpCbWM9Ugviv5at3SnmXH+kCDepPxQ107yrCw6yJ6onfa/VCxxvNI5/T8D1VVBekdyk6cOUVuB5tC+iD8kT+KHapmZOB6Oh1yZ5IBlnu8hHg9ZXuZchbdBsqLxq7hUqBO0XjOD+oMfzzMnLyoXeJ4HfYSD2ugqMLZTncqqoHKPYwW+z/njSKVTbr9FZ9EroG0wwNFbeyWojlGWYwI4+qlthQ6H/GzFB8bI16KRnsXjo7Rhsivic13Fc6K16GVm0JgaW3uWzWaRJUgWxfPirS76mosZY1vIBGznvLloYgK2JpmAR+RICeLgwfNJV8ZQdcYRCXw6aAKPjXzfg8+1aD0+1+oZ/+fTQTAzmOc5CKjAPc8HS6Ar+AnYJqQCFKK6CjEJoASxJpl0m6A6bZDAbToNkplxDI+KL+ZAfc3MKacZKjS1E4g5RDwJl5hdIAFSuQikMYWDmTmhFHOqTIRSuUB9JCTq5650+BIU9BjxDrj4WOgjDDz4HuBZBCNwyfB9QxgGCB1hAgTnrhpDoHFDjREEbi1mRgaN3l6zGFMCoEPrNJ0S3QuEn2hSZoAR/HicbHZsH0HIeYhPLB6CpIbRuRQesXiAGh5iMrViwBTiTKKq/yQdn34mCYZHhiEGk5Lu4iFhwYIF6JzbibbWVkgJyXgvZEBGjlhInMXgoqHveRwrgRjp4fu+G0PjiPYCMalwLpIm1T4q1xoEulc5YDAz0syHaC7QPHGOq6uexU++T1pxHs/34Xk+Zj8R7yNwCxD6ngOfV+PemBnHJeMyWKp5JJBmxn0iEHeP4HMsge7NDPqoXQSN60F1VTCb3SPhXQXRQX2qbTSOoPqsq57N1LeCCvfN7JfzqL/AzFBtJ1zNZp/hPsSGa3B48Wpmru3s4sDL7Hjqp7EE4MfMXDvhYGbO6Ih3BGqj8cwMorFoLR6voeDrqmfJjuqqV+0D+FFfzaX+fHT/zMzhobnUrgpm5urVttpH17fpR6fo/PHUTqA2AtVV2+q5CioXLct0kgRFBi1zuWk6DzKsFeISce+M6wc/kaO72kVUpD4Pm/E4ZYQ8IpoLRJNcLucODXke/M0MooPWYWY8rIVoYpBHzu4SBhhWr15DJ6zdHbDlLOiApqsMqfSH+krJqixF518y/zYkkjQICdI9hoDyxOGJI1gW58GO8km+N/MgvMyMuItvKu5Z+Kg8Ih+IFupoZlx32bVTnfZA5Wqj669CmYZO65WOmYWC4w21N5vdL7Wp0l3l1Xmrc2oe1Us/SW+KdpJpjVsFtTUzOiRJ6BAU57oEIdes/sJLVzOD2ew6NYbTGdTz6p+j7hsbH8UkAzmjvA6PDjFAkcckg5l5HrrzdCBKdP7zPByP0rkaZRBQuGgM4WxmmsbRxswcDVU3Pjnm1mzmOdppjZr7yJEjeOyxx/DUU08yQL4fozzYytDKqB5n8Oa117fimWefweuvv44+BllUN2uER6HDbETDXaKDGVHOffJXXSYN/a29uR3tqM/Wcs99zldEbnrKgZwQM4NwFs9U2F9zaV8cnYhfLIwxscQDmu9Rv/kIqLM8ju15PoMFafK5D3203jiDJD7rxcMV6jDzPVDh8UBThmxjns5UhY0jBwaYj4gAL4CgWC6wbQllRk4qTEqVmczSQTei3MDA8gryXJ9AiYoieUk6P5fPufJSqYIik6M+cdY8OnxPMLhQ5IRFM0zw0DpZqGCKEAVxVCwEwgTi6SwSmSzK8ODH4rAwjjgd3IjrL5ImmWwWMfoEZfK9DoEx2eFUCkb7GWNAoLW9A508iLZ2dNDWZRDEEkgkaxCnrFWvfhjnEmMOTOvl2BVEPNCViXMJBfLcNHWI6CQe1l6IlgLdC8wMZgYaa/6L4Hmeg0h4kRZlAitcmeRD48jR0hhm5mQ8Ridb/bTfKa5BV+2dQOXqo7k88zhURD4tQ/6K+ELBQyXwdaDRmNI1McqVZFD9NXb1kKGxNI74Wnyq8j4GMOUo5rhOJbROnz7lfB859vv27WMCYA80/uHDh6HgoEAH+b0M+uamc06OxONab5F8UCGfl7hm/TRumevzubYSaZFnGXyftI3QzwDHsmXLyasZDDLBNcUDbaYmwWBFL15k4PU8Slw3AAAQAElEQVTo4YPwSdLJCQYieFDgMChQB4uWca4N/Gh9WkOReyTnuMI5iudsR5mOPtkLFfJooVRwfWfYP8eEaoX8G4Y+pqbGSccCTP9xAtHGC3z2ici3ReIJFMibM7k8ijzoc2cRBnGUeJ9jWSqVYf8KPPKN6id5KMoxWMUCmOcjzWBXnHwoukgfiLait3QN0efYObAZsvVZyOme9RN96sYa7rFaAGYeJE+yCWXyfGNTAzZddinufvc97m9Y3nXP3e7++uuvg/yxSy+9lMGADhfkF11GqavET3HSrK21HWvWrsfFl12Ba2+8CZuuuAIXbroEC5csQ0NzG5ra2iH5SjOJs5iBfPl84h3xihJp+xmM0WFZeyD/Wd9Glm/eQflS++XLl5NORdrEJgSUQbXTYVUJB9k9JRNdEGpwAPp7eE9Tn+qt1dMMdIkHJ5mM2MdkU0AeGRwYwASfBfv37sep46dQAVxgqkh99TITUi8+uwWvv7IVSxcvYeLg/biM61m4YC4CK6LCwGYyDLGMdbe/8w589rOfxa233kLb3AA/AEbHRjFBfd/TewZtDLRG5BPf82nTY/DMJ08OYZKJVc8L4HshxscnMcQg2tkzPcT9BBMQMwzMnXWHN/HgNJOzkgmBDsU6HD/33HNOdgaZRJCcau+LtE0F2iXxCqcEYNzriMmhEYwywNfX08vEyxnoPDHC534+nzx+HEcoe+qvPVFSTN9iXr58GeSHb9q0yQXW6+uzUDCtubmJPNAG7Yn2RvvgWUAea8WiJYsYsLgBN5MWGy+6EHU8sJfNR2fXIsoDNW2QpE0oESfiVTFIxvpo0yq0p5pfY4nHh0bGGewfxoFDRzA9Q3ozUloxDwWuT7Lvcw99z+M4FZSp+5955hn86Ef3MqH1c+jvOBppuoLJknfefgf+/PN/gc8wabd81Srs2LkbT7PtMG22ApFpBq59j+NQJytAqbdUR5lUkv2h5KG5oRGLuufi0Yfux8M/eQCvvfYqk93P4RQT4SfPDqBtzkJctOki4jiD15hsHBkdZULsp3jy2efw4wcfxDe/81188R++gr/56y/gK1/5Z/zpn3wef/VXf4P77/8JvvWt7+K5F16GMXE2U/FxrGcAP/rJw5jkelfS1wN1xQc+8H7ccvNNuOiCDbjhmivQ3lxHnFKIkcd+9MPvYffO7e7vZ/7nN76JBeTF3/2DP8JXv/pPpHERX//6v+P/fe1f0Nfbjw3rNuDKS6+gTigy+dTLtsuwbOVKXHP9Dfj4Jz+JP/yTP8E7meTKMFj91o6dTFa/jH/4ylfx4/sfxLPPbcG3v/t9PLflefy/f/lXPPrEk9i+faezD0pqS4e/+uqrpP+P8IUvfAH/9V//hR//+D58jQla1b355ptObrW3q7gHSuB9/OMfx99/6Uv40v/9Ar5AenyMid8YBee1ra/i29/5Duf7Dl54+UW89tab0FmxiUEfBajaOuZSriaRYXB+irbhxhtuwIc/8mFcdMkm1Dc2Ytv27fjSV76McQZ+du/bi2eeexZPP/ccdu3Zjf6Bfsi/8X2P58eAOtSgt/m++tWv4vU3XsfevXsQi4VorMvibibJmpoasZaJ6EsuvwJjlM9sYytyDI7rb6LWN7ZAb5xmGAxbRv12yy234C//z+fRweCl3lJqzNahnkGqnz/8kEs26We69xCHlrY2JKnXx+SL0al4a89+jOUq6BuZwOFjZ1BmUl3BrGdJ4zdeeRGnjx3A/l1v4mcP3Yd/+ecvU073MeAWEtddmDdvDuRztbS0oa1tDm6izt3AgGGSSazh4UGcZALv0OEj2HfwAA4ePoQTJ0/R5yuQnmPkdtBXSVLGBjE+NoGdO3fhyNFj2HfgEGm2hXKyC69wL/SFlonxMYhmlFjU8BxfQzs6zgT/K8TvvvvupTw8SbnYyqBiBq2tTVi5cinS6SQmxkYh2V7GoO6KlavdG7aDQ2N4/qXX8Mb2vUweH8Cp08ewfOl8rFyxGE31GQz29WB6YhQnqI/mMqFZywDkOBOG9Y3NWET+bm+bi66u+S5ov33bDtx3330M3h9AooZ6hXZ8HoPJXaRLMvSRiHkMajbiBibXz9DnOH78OC6mPbriiquxkvKVoe93ggnvHzGR/+jPH8HeXTuxa8cOyF6ME/f6+lpks7VYsWIF0vSp07Vpx3uKX0yQvyLa+Tfom9/7ox/g4P69WLRwPro752DJwm7ceN1mfPx//y/88R9+1r0Z2sRxcrQHAwO9CInX6tUrMTIyiMHhAWczHvzpT/HzRx9xX2r44hf+FiMDffjc7/8O/vLP/xx/98W/xbuox3JMnpTpi8yh37mgewHWrFyDjRsvxKWXXo71F2xE+5w5SKczGKJe1/53dc2D4KqrrsD6dRvhISD4GOgdZvCzgle3vo6f/+xRfPMb38J3KN9p8vIWyvijj/4Mhw8fQDoZR0NdHVYuX4G57XOQSWWQpD+8YMFCrOR+vuvOO/C3f/2X+BLx+5d//if8zqc+iY3r16CZwbx44EN2FPQpjP5aVC4iRV8lqSSOzgsGJjJjDCInEXiGiEmEGvoQDXW1UDwgTjkELbLvy39lOwYyY0GIGG1uGATwPR/G/yLKUJF+l/Yr4jwp8oESzoobZbge3/fJ8zkMMwk2OjrMfka+CJCtzaCWtMqkatDYUMcAZD3PwUkGlpPIZlOENGkZ51qymNPRyvIatDQ3YMni+ZjfPQ9zaNMXcp/nktfaXGKkjvy5ABdddCHkj6xevQqdDODrrBXRb+ylDu7p6UOxWHEQBgksXrQMaeJYzzN+S2sH0tks9AWXVsqybN3J0z042zuAwZFR6vMS7WeO8jrgfinhMJNqhw8fp4yfoW6aghfGUOLu9vYPYe/Bw9TxfQz+1qJC+sPzkMsXaKPyPMeWkStVMD49gxHqtD4m73r6BqA2FYD6pIDaulqIblG5Qn0Yc/c+43xj4+OIDPRJS4hzPo/jFulrCDzuifqnMhnUpNP0vwd5Xp528jLOhIh8xRzlU7a9zHEr9J9h5vYzYN84fXi1CWkDxGNm5uZRclI6pJvnrHraJo84plIpN39C/ET9kOI+FsolgHyUIA+pPsXygHvPMCD9gxJke8zMnYVqWFchXUqUJc2puiAgbxEH3/ecjVAb4SldLJ9fe6g+MbaRryIfW3gq9qI3qQ9Lv544QV6bxqlTpyg/BymHA8jNTOH06RPUrYfx1rY3IFuo89SePbvcT6CfOHkck0yO9/GMNEE9PDkxRb9wAmPUeSeOncCxI8dpow6iQDoPU66neK7VT+UbQgwOjGCgbwiIfDTUN6OlqQ31dQ3k50YmxRvR2tpG/deKGp5pPe6VT3rI/mkd8rsK9HMbaTNlVwPuQUDaq87nvfy+q666ivx8kZN5nS2U6Ff/UrFEHi5y+zyyzSyI5mnuvWiiecyM9eb4T/Q1M8dH0Mf4Pz5rLjaC5/vQGVtnYJ2hCvTnBrn+HvqFYxOTMM+nzoyRz8fJE2VErrvx/4DOXxpH+6MCXc3MzaW9Er4+x9f6wY/qPc+HwOeeG/3vEnmRLElt4yEy1vkh0TL4v9KvzLNfjvG60dFRyuLU2zzlkbain64C3es8ZORHjyAcxCdJ6r1MJo2OOa2QzmhuqcfixV3o6upAd9cczJvThgx5UzpSMRzJgpuTciP6SMYEuhcNYuT1gPpQcjXA84zsks4JccpFNktdkslAMtPF+PrcefOQYDkQubWZGfQRPapgZvA9rt/z3P5q31Qn+lahRBqoXKA6XQUVnr3Pr1P7CKB/HrmxVMdH+KRpFfQsMDN45qFC/R3GYhCtFHvQuJIz9dVcgjR1Sw1pJDprrT1ne9wXxM6ePevkbve5t7bFr+Jxn3ZIfD7KPRN9jjDWtpP+rfNrqJe0T3HuSxiLoYnnmlb6HPoSY3NrC+rqs6jL1qGRvmeWuifJeRF4bg0aT3McPXoUx+lXaGydwcYZDxynntSZbYz3Aq1Fekb4nw9uffkZnvWmqXfzqFCHBcRXuquO9ilbl4Egk65Bkn5XLPSdbUzQhsbCAJl0irTKUNbrof3WWmCgrihAH42vffA9z+lx4XXy5EmH7wB9YdXX1daijefyNvqlGiPg/JIp0dfMYGbcl4rjda1BoDih9kVQpuwA5vZZ42k+Afgxm+3PSv6L3Dgsdle1iaiDRQ+VCVQm0DhV0N6XqQ90FZRJowr5RCDbWmQMvkI/jEukbg+5N5oT0DpC0suj/JELofUIiNLbuFTnni33qFtKDsyM4/gcIyCEzh5Iv9XSViu2Lplq5LlQv/4j/aln8aXoH1IeBbJn4tO6ujq3N/JJdK82EQ/moqPoJx4dZIJbcQ/ZDfGSQOf8Puo/+S3aN7UVnhqjs7MT69ato++3Eat4ntLeCT+NnSSPZij3aiecpIvE/+pfpoyCH8/3uC6tz4dPfjaPFGLctUIoFGcoi+cIkKKwNfIQpAmUlOtgIEYHsebmZjJNG9p52NG97/uOqEJAi64lU+lek4sYQkQgJBNUQqoTqF5gZo7gqnNt6GSqXgpc9RoT/EjoBBJ8KeIZKuMKFxWRkWYYGJOBFBjb+h5XReZMMLCrb8zFghDgs9pK2SQYzNX4HttpDjP1wtuMXmVyEU+g+STM2hAJd5HOQ0THjlO9/U/PAhXoWhGjEj8xatkxbgllMmuFge6IxIZV4LLbvvEKEBWYgQwX0GhT6EmHIAxY7jn6Ggy84f8NHv8fI7Oladz1bZkOCnAzFZVA69LBsK+3DwP9Ay6oVSYeM1Q2YjgF24ZHRpxBFf3MOB4nl6BFpKXveRBNPPOgMgme9lHjal8Eug84v/be2F5AlKCP5/vwfB8q8/zZe9HZ8z14bBuRbsJH4ypgJYdKZeorMDOYzYLKBWov5aB7VqoZL+bGM5ttazZ7BT9qqz1SPz46/tKazAyqU7muqjMzXUjaWSWluiqozfkgnNVY63BrZ18zc3iIRppDdcJT/cxU5zt6qr3qzMzhbmacE+ATzMyNoXq1Ox+qZRpbdP9V0LxVCKjAfd+DPppf6xDO519VLvzUxoyz/wqonAgRt4gXc49qLzAzR0vNJ3zCWIyKN+4MjMp0ODMYjVnZQUTPqkznVW+mGJ0P32etadyI6zUHERWimSGZTKBMORGPSmEJJGtSgCqTHPq+jyDUfHHKSczNK/1Q1S9pHg4aqJxraUBFJ+mTVCqNDJV3W1srg5TNTrYiAJ75nK9CKPNJzx7XDPJHhDIPSQUGeybGpzDFQG0hX+J6WMemRQboi6wr8Spaah7RoiwZo7Mm3aE1uUHP/c8j3+tW7SPyv561FjMjDTzoXmVmpBLr1aYK4Ed1VdBcIWVP8woS1BO6agz1ER4C3auPnHIZqmw2SxonHc1EF+lpQYo6RDKtMXUVLdVWdaKtmRGDX/7TPMKhRGewlwcXJbAius+pTA1qsxnEEiEPmnlM5SZRoIGeod4pMHEj3hQ+2kcjgU3AnwAAEABJREFUjwg/DS1cVa65q+vQbKp3c3HPzQxFHlikK8hG7uCoNhpTePT0nMXWrS/jlVde4eHrMAaZBBD/DNG4HjxwAIcYBDt+7BjOnj6Dozys7dyxncmgfpSJV5H4ReS7iPqa1HfzyJGbYpBH/DdA51qO46nTpxmoH3dQ5ccK9aXWI1CZnL2I/AxChWN6xNv3fJgJzO21aBfwkOF7AYq0I1UQHSLaKK3PeNIuMbjhDiRhDD553tinAg8V1lGseAUijm/mwefhzQ8C7gJ51yJEHldCKBGPGc4xwQTCGB3eSSaRpmk3C4UyIgCeBTAvxruQPG+YmalgOlfmHqaBII6ZKEABhjEGDGaID4gLaFN9JjtnKAN5HgbN82DEwfN8aG06WJuZc6bEUxwcMfapqUljXud8bNiwEQoIrl6zDtfdcCNWM8iayTZggjZ8lPKmpF48mSZtSuSfInQAr1QiOCDSJcqZErRaW8U4uu+59WoPJHvad/FEhXvD5m6dBfJqgUGmIvdYK4/Yz9VT1tRWfWXjtYdTpBVHdWvxfZ/BsjwqbBedB2YGj+uWbKmNmVEfha6P9lA6S3iIHzSmeEhlZeKucl3VT/OO8XAiv2KMiYdpzh3nwW4Og3k6hEtONYe+ACKnT393c+7cOU6OVS75LJKH5fR1d3ehjvJXJt+1tDRjlEEvvSG4c7uCmqfJ7wMwEkTynoiH3JOQe1QEPEA8MjkzzQB3HqnaDIRbFW9dNb5wEc20v108VNZTz87M5CH9E5A/Iw5UIbVL5BPdiyd87rvRJol2MB8wDxrb83zOa3z04JFvzffoG0Vuv0vcN9HbJ+0r3K8cE8eeGfLkj4J4LleAriXq6EkmASIYPM+D7/lIMvluZlDiWP7aNOvlV0qO5fdIruXPdjOgpG+Pv+9978Pdd9+Nm2++GXfeeSeuZbC4i3WyITCPtiKNJgbomuhbtdIXjvNQoUSq/OEFC+YjlUmjfU4H5i9YAP1k4YLFi5BtqMeVV1+F2+66E1fwmqI/nMnWQgfLASbrTjIhKX7QoVH7r4SIkm6bmGgTLpdffjn007233nYHNl16OZYtX4VstomBtTrAC5ggmoHkrwwfvfTvIoAJgb3QIXhkZJi6b5CH4qPQYU8Hid7eXuiwKpB8aC/S9O0bGhqge729Klz2Mjm65amncWDXbry5dSuO7N+Ppx57BMcO7ce+nduwn9Bz6ihyE+PuLSElA/JMZChw28yx6pmUqWdyt0SdMMY2BfK6fjZtcmoK/TzMiI92MMAuOdjBYLvegtTP8u5g0ubZZ592X4J5kEmzhx76qfNZ9VNPWeqFT3/601AQfoa2dZiBIb1Jrbf1Zm1aHYJYAJ1FtCatTzKhQ5n2SHuv+Xzyxh59oYC6b5IBt2HKRiwWI/+XXHBY/CEdL5/a8z2IzwM/YH3ZJSnFbwUFUSmfkjfRtMjnKerUs0wi5LhG9e1oaWMArgHd3Z0uoKy2lzA51dHRjkYGxicmxtDS0oRPfuLjXNMy6sL1+PCHP4wPfehD+I3f+E0mB/8Kf/zHf4y7mIC65tprcPzkCRcgVDJG+nb5ylUYGZvEilVrsH79Rdx5j/ZoksmEUQYEhyF+156aGXJcq8c11KQy8IIQ8H3oeWxygrJWgfScaDrNNQWsy1HOytST0kODg0PQGUE/Y6o3UXft3gP9LK8SFY8//gRef/1NJpUOg2oZ+pla9TnMZFOW+9/EoKIOqQslC9ksAsq3ghXFQg6DPScR9yPUJALEqBeM9snzAmRqG3Dg8DEcO3EUTW1NeN8H34tLr7wUN9xyA5OTv4dPfeZj+PTvfAyf+NTH8PnPfx5/9Ed/hM//2Z/jDz/7B7j++mtxxZVXYNXqtehjQDuZqUPIg/CqdRswyn3ZT3svXnuOycC9DLz29Z5mkv0wSjzs5qcnMW9uGzZTTq+4+gp85jOfwTtueSfgebjv/gfwe5/9HIaGR6G/2bxs+UoGXOqxcNESPPrYExgdnUIQJt1PDMt2dS5YiGn6KJL3Cy6+CB/80K/h9//gs/jbL3yRyc5/wL/9x3/g6//+7/j2t7+L3/ytj+IDH/wQPvnJTzGZshLiR9Fs586dDPjud8Es8bL2ZmxsFMuYRBOPSgdrz+rrs9BnK+X06aefxpYtW3CKAegtTz+Dnz7wAJ5lkluBhCAMsHTFclx7w/W4+LJL3JvOGzZswIUXXwLpnM/90Z8wCLkEnZ1dpP1Jt666+nosX7mSdnkd5sydh6W8v4zB4C7quHUXXoCGlhaOcwUkX5lMhna6SH08w2BjFkuWLHYJkFoG5Yvkp0MHDmL7W9tQpk04efos9dUg2uZ0oof79FUmp39BffNj4vvWWztw5kwPfvazh/DKSy/i9Ve3YsXSRWhprMdVV1+JSy7dhGQy4b6EEpCXV3AvAJ/6OUM5ugiXbLocQRATSbB8+XIGR9a7YGod9VylVEDf2TPurccnHn8cFfJ4I3X0xo0baNtnuPZOJtEuRSsD5iHt2Pz5C8gbRRzYv4++5H6MjQ9ianwU46NDTo+doc/bT/3xKpPTr7z2Ora8+LJLij9KudjG/RtlID8eT6GzYx5qYknyeehsrXR9RJzFM7F4moG7FqxZs5b4r2DwvhGMxYAigdUrl2OGvvMo50ulkpiiX9DOwOQtN9+E9773vVi/YSNaWjvw88d/gae3vIid+w7h6KnTWLqECagL12EuE1JRKY+5HS2Y29YCn3GGfG4CDbUZzJvXie75i3Dd9Tfjk5/5HVx2xdVYSzl5iInql0j3Q0z8xUJDivKTy01BP7FLdYiF87tQn01jmuMsXb6E8rASV22+mrRbgKHBCWzfuZf6+wksX7YC3//+9/F///ZvcA/t6oWkcT+TugkGMCdpE6RX67L18L0QnvbLCzDJxKbKDx06iDD00N3V6X7Wdz8T+G++8Rp+zATr15jU/5d/+iq2Pv8c2prqMTY6gqbmRixfvozJpn7q1kbITnzikx/H7be/k+e9DMY5X1trs3ub9dvf+Ab++i8/j6/8/Zfwz//4j7jkoosxRNvZwljWTUycywZffc1mSFZyuTwOHTrsvlwj31Dyoi8jifYfop7+9//4Or7+9X/Bddddg1WrlpMvY5CcylcZo6zq7LGdNm3vvj1MVO/BQV6HdIbgGeSvP/8XXM+PMDwwhJ7Tvdi5Yxf2U0a+/e3/pp74CnX/X+KLX/wq/vsHP8aC7kX43c/8Hr7y5a/gH7/8Zfz+7/4uPvzrv4b3v+c9aMjWEbIIadeaKK/jTBLqyzweFXJNIoEi9dAEA9BgrCkMKjArIgwi0r0MRAXKTYgkz2mJWMAkbBx1mRTaWhqxcsUy8tFiBNz0BP1Q0aeTyYNOJjoXkAdEz0Q8QF1tCvPmtqNzbgehjfdt6GhvYSK1AW2tTViwoAutDKJnsxnyUhzzyL9t3K95tIOL6TctWtCJ+V3z0Fhfxz71lIU6pFMpTE5NYGCwD1PkvZ7esxihDEzRXsveygYXeeY2M6TTtdQ5RUxN5qDE6vHjp5DLF3Hs2Cns238Iu3bvxUuvvOrux5hEKvGgMDQ8hiPHjqN/aBR6Wxzm4+TJU+jt64eSKHnGKY5Th/b09MAjXbPZLBQndHqYtlRX8FOiX+OHMZ51G5BtbEFDaztK5OOCGaIwxBATALv27kEv9/yEzpvHTiDPuN/Y1DSm6atHFPIifST5JiHby19JkNY+bXUYi/G8w71ieYqxDOlX2YYx7mUvfahRXnP0ueUfF3iuk688wwS47is8FJoZdU2cfksJRdbrz4OMKNbHfqOjowhoi1PpFDR2tj4L7a/8HPnLpXIJZBTovD4j34ZrnqL9lO8dka/M81x/M4NsEM59CqSbnbuv0Hcvl8rUq3nqzTGHQ4xr8ulfmGcc3twYNYw5tNCONJB3dbaZQx+6v78Pu3fvoszsw/PPb8F2ypBASZZjx47gyJFD1McHMMDkRU/PafRRr6hcvxAgP3eQvrX4RH4MmZw4TuM0k7H7Dx7EQcJJJj90BthPv1b+TZl2QD5dnmvtZ6J9cjyHYr5C3q9BTbIOqZo6LFq8Al3di5HO1KOurgnZbCPisRqUSxEUA9IeBkHo5F/+96FDh4hXn6N/njKo/ZL/WeC9aNDa2oounp3qslk4WvF8o33SGVf14gczwwST8yr3SHORVvcaI5/PO9rqWfe6lrgOgfw+gcoqHNfM1BXa60ym1tG9RN6d4XqVuNEbyLovcL9onlHiHhd5XyIfqd4jP6p9/tyc2nOB8BZewlf3bhL+TzhobkGZ8+g5zr0PyHNal9qbiT9jEN2qoHKNo37qcz7uWk+JfGlmKBOvBM93dTxn1CS5B5xD8qq9jAUx+MRXY4XcjzAMaMMLXLOPTCoN/Yz3/PkLYeTDTLaO+mXGgfke/FgIxQXylBef/SRb/Ywb7aAt30lQYiZHWfC4F/Xk104mYOT7KPdRQztpMLffwr0K1bXoWfeih9ZSXaf2UmVmhpCyrrFJQvdP81f7qa9AbcvcG41xPrgO/J/6mxETgtqKFmmuu5G+eESZZBOINpJFzadntRM+elZ/LgNaX11dnbOfaqs1Kg4oqJDe2n/pEekj0UVnykHSSuOYGYSr6lV+QHE3ysOZM2cwyVhanHaphTahlXHYOYxhSBaUSEuwXPNrzRpf/Kb2gqHhIXeeLVLHqF7jV0G/xqB7zS2aSI/V1CRJzwBmNitf5B2tU/Vas3hRoLUF1MNhGFA+aqgzQ2SoF+vJG5l0DXwPMMYyEvEQMbapcBzFPcrU48rZxOMx2tAkPOo0/bKEdOwQz0yii3DS+An6q6Lb+evTvhdpA4Qz+KnuiWRUtBDtda8+GkO4qo1HhDzPg+5Vpjo9cwj3T/c+16N6M3NlmuN8EP0EokcVZDPUxnXg/6p0Atce8Wwm8LhGM6P8lRxUSINI+Su2USwkThr9f/h6CwA7q6tt9NmvHZ05ZzQTG4m7C04SnOItTltcWih89a8tdaf96l5aqBda3DWQEPeEuExsMu569D7PnhzK/93/3kMWr21Ze+3l6z1nwiqi+y4M6ZbjsyzpxeH4Lw9DdBz+L3+SD3mT98x7oPWEqCd8yoHw11rsPdpE2T/xpPi4VDkGyp/ifK1fe5GmzNo1UQdqHXnm6DgyNIbGEuhegaeUg9AeyQ6ILxXz68sHBZD+lp2QLm+h/RYPalzth/aynHmgkax7VqneRt9ROOm+cBKuOtceFo5ctyFzBWSWqFV6IRJKGyUiSKloAjG9QPeEuIyuQEiLELqfpfCJQLrWgnSto9oLuRCJVXgm4iRpYGpra+mYjYEQi1BxagOGi6Y5BhiD6KTT2EfnaJBJsg4mVo7TWdHC29va6Fj1noQ+5GkY5ITomUCEk6GV4Iugwl0boW9OyREu4CbCaQ1ap47aqALOwlE4k0AcP4cc15cj0wjyZDCHqWzPAXzXIOCJ5xi4DsADHN4TDV3ecBzHMg2cNvkAABAASURBVFLhaDD8H3kTAiU89SZNlOsPMxnpOa5NgmbFMDQoIMO4NFAhPpMy10YKVzkdcj62nnRC6usP4yiTMUqUvctE0uZNm6C3nzdv3oy9VHRyQKT4clyH3SfX5ZpyyJPppUg8l3hyTToXDfLgh0KhuQUO1wFe8+7Jf1wH77kcR+MJ1MYY3jfDTTTO8Nl//p/lfLmTkOe+aS8Eor3uv7+Pzgv3dF6AwmjGGGhOgTHDk4rHhMv/Bu1nAYzhKknXwniFOcCPMcaOKWXteo49dxyXSx++73K9xhirvEVL4a7+Ao0Hfowxtr0xhlfD/4wx9l6Oa85x/WrrnKSfxhTeOgqMMRDvRVg401HPjDFQH80nWomfLdBx01H3CuOqnWbV+B6Vlmihaz1/P2gse02eyBMnnauvgNiSlx3ytEMe9yDedI2DPHkyT0NvuA6dZ2ksZOj0zBefUs4l73k+l1xJ9gq4KfEqvSFjJNB8Ukbia+GotWut6q97OoaoeLVvooNA96XUpHSj0RiNaWBBa1V/gfCXnKdolA1xlhFxHJfyRhoy0KL40iHKIZsZhhxxlSxqHoHDfdEYAmMMXO65IEcapUhvrUlHXRtjoI/Os6SLzo0xMMbo9P8FGlNtC1BoYIx5r4+eqZ2g8Pz956KR2ggH6YIMdYWe66h165loF6Xzp7YaQ0fR2KezIDpyMmj/9UzrFRhj7FrVVqDxNJbO9Vy0MQ7b0JDrvvZX+yk81FZ8KJ5VO4EcBel2BXI6l87XtUd6KqAsjhchRL0m/RfyA0jPd3V2IcUAUrwiflI7BX/NTY3oZFLrXSbmn37ySbzz9gq007FzqUCH6Px20BFTMKUialPjCfQzKA+Rd/R2nOYT/j5lobDmgM9EI60N/IhW0q1qRzLQJvrWvigZ52nNBiD3wzOAz2uBR6bxySuB5/EZkCd/DPc3yJK3MiwGpRn0Z5kUyFPGHLaKMOEWDYXh8jxHWTKs9CmIF16DDGQUeGfJjzlwDCrhDM8VAA2Sl/tZYOrjWgU6T6WG+Tefc4bnS+s6jzTnHehPMRDLIJflOIyeMnyW4v1BFaeGskgRBgZTyBCHftGbR33DSNcgAcTjQyw8pwhEw+o70cr3A2TIb0PEVftujIH2PMv1aY9rGDyOYnGwgoWGBBNpUSZC0lx/F5OOnYRW2vFuJtRSxCdviDfXP8CAb4jXA6TVINeZZvtsLmfnpJqG8DGksx9w7lwWQ9Q5DvlYBVYbGLFwOsAkQ5r2OUun0HB/CjgLL/Aj+S2A9l37LTnQUXsmXhZo3fITJE/i8TQdOI2ha623cK1nuqdnOhdN+phA0VHjCfRMfTSm+ml+kH9Eu34WptRWID/lwP79TAgMQjipz8GTb4IODWWYfCpHJBzDzJmzcM0119hijF4Wqa8/xOTcu3jl1Veg4lh3ZzeLkEOagkmqViaeKAdMcg+Srrt378XxE0xc0ZcyxkD2TfjluG+SYQVLSlTIfzpUX4/DTEwoMRBmIKG1KDCSrnZd375xWjd+AgsNkzFy1GhUjRzF84kIUZb7WYiH42LI7mOGEuJA/XPk4xz3QTQb3ncgQ56DGX6ufXYZIIfpB3mejwhtn8OV5MgH6pMlnh7l16Ws6Vx0U7s8x5CuGKBscDL09Q3A5TjshuKiJCZOmIzrr7sR5517AUZUjWJhCXjjzbfsz6Bu3rwVnaRZnvMUM2jPCQlj0MsEmRzpxUzCVrK4On78eJsEn6A1E+rGTbBJaRVUx9TWYOEpizGWfN/B5Gojkz+rWPRooa6aMHkSovE4Fi9eDMmFR9xd6j7xgoJL+aaiqWxZ04lGyEfbsmUzttBnO8Ri1Xbit2f7u1iz4m1sXrsa6995B889/RTWrVqFFW8tt98GaqauS6eH0NHVjvUb1zGpuBIbNm6A/EMVX+QDCt4fSCiB2HD8GNoYQGxjwXM/C1B7WUTtZNJavCDZy1LOQLpkGSxJxgYpcz5tO1UJi8pF0DHDNmEGtMYY6pMh+OQV2Z9oPI54cTFGjxmDTfRPjx87Rh4uxSLSU7KweNEi3HnX7bjm2g/hggsugJL+vhdgyuQpOMxEqXSUkm/lZRVMqh1AUaIIF118Ea666irb/koWwj/8kY/gE/ffj/NYOFrIYta0GdNhXAcTp0y2SfKFi0/BAs43ddoMLFl2DnELcy+KiFcCpeUVGMGEbzxRDFCvpMhDKgbHiopQwWRpjLygvw1aXjGCujQN13Hs+sJcv+zXaPJ7WUkpxtfVQeczZszAqaeeigUL5qOurhbnnHMOC/YX2iLpOBalPM/BEhbwLmKBZAQTDLt27cLy5cuxYcNGHt9iQnE3Vqx4CzQgGM0EdKK4CPuYENS3MbQHVJGYxAJbNBJHOBwlRGxyWfyeIe7gZ4j6mKxF/u+HXq6JxYoQUFcnmVjr6e6C4qpBJq1DvsfzfgSUMclQP/WB9I0rmckD/YODiLJvlvIaUBZpxuAHIc7gQHZICbgUb/ZQzgeotyVvnSwAWb7JppnMiiIWCaG1pQkBk/oT6kZj5tQJqB1bhYqKUhjyTAsTqQOD/Vh02mJMnTEVbshhkXKA+mCQS8rAC/KUfw8Txo1BEPLgsEAUBIYJs3488fg/8MKzz+DPf3oEq1a9QxpugHREN2VWyRWP60vRFqio09nRipEjK5kkHc/IJoeW9laMmzgRY2rH4njDCTz7/POQHXnp5Vexj8XdLJl65Tur8dobb2Lnnn1oaGpBY1MrRo+tRSX5pay8ErF4MemXsvq1q7sH+inkRx59FD/+6U/wy1//Gj/+8Y/x+9//Hv96/HE899xz3NcVtMNDGDVqFJYtW4bPfOYzePDBB/Htb38bf//73/GFL3zBvuBxxRVXQLr90ksvxZw5c8gvS2wf7ZF+gli/riE7odhW508/+RS6GB/n6HNmqRsV70ren6RvtJr6R/36WCg6cLAe9913H+66+x588YtfxJ//+lf7TWAlD/Uy2mHGjTEm4qZOm8ai6yKMJ30c+nclTCQcodz2kT92vrsLIfK+ePk8FrNvuukGCN95LNR2sPisF3hUuJQumzFjJipHVCEcjaO6bjwGM0DO8XHTLbehavRYxHg/YI7BD1wYA2xmkfLxx/6JlSuWU0cvZTKtGUquS086jocRlMeurj488e+n8de/PIbvff8hfP0b38IrL79m7VtleSlOW7wQV1z+ASxeOI+6u5NjboASIJIJxRmxWAydLC7ItkkP1tfXI019liiO4+WXX8Cf//xn+wsPJxqb0dHZC/kng/SVKAIQHsIzT79izpxZ+MR99+JnP/4x9C3IT3/yk6ggnUqo69paWzBEPypFOVQcMIo64vQzzoAK84nSEejtS1GXHcKBPfttwTRJnGZR33WwyLeftnmgbxDHj5xAxvgoH1WDEdV16KVP5EViWLV2HeQ/dXf3YbB/CP30n9585SUcZjF05/YtKI6HMXf2TBw5fAhdzI3E6F/u27ObdFyJ5154CV/56tdw/wP/hSeeeNJ++/mKyy/HXXfehrraMdgsW8Ek6Fjim2Uh2uE697KwnKecusxjLFy0EGcuORtwfRar9uPVV5fj2WdeoP7JAcbBuvXrSCODRHEUfb3dmMHisJN3MHp0DaLRItSNm4gTTW3Qi33yr1xjWMQYxDgWUSeR1/Sy0RVXXIG77roLEyaM5zjFqKqswML58zGSxQjRk2oJ2k/Zy0XEZ+68OXjzzTfw6B//iJ/8+Ed44YUXoP2JUFdUlCYRCflwKPEp6hgVq/WNzRnU0TXVtdj17m44xHsk1ztl8lQoUa55zzrrLKu/ZWP0KxJhJn2VYFu3bjX+/JdH0NzSiEsvv4R0vA9f/dqX8ZnPfhrf+e638fDDD+NnP/8ZvvjlB/GpT38Gi087lYXfCtxw/fX4xS9+ittvvZl2bz4oUvTF04jSRmbpPx8+fIwJ/hRzNg3o7OzBw3/4Ez73uS/gyw9+BX969M/Qt4dd4gmTp07M0Z8aQE1dNX704//Bv//9OP7wyB8o03fhtNNPp92cbP2T885dimVLz8Spi+djXN1YlCSiSBRF4DlZDjME38+RvmGuuQKjRpUhmYgjwsJ3nLw4gjTXN2N914UDUNcOoaerg4WeDgz097DQ3oZuXvexAJqnny2aVrF4rWP9wQP2Z6ZV6FVuoK2VckRde/xoveXJA/QvNm3agK1bt2DtmlX0Xd7GCSbdixi/d7Z3YNPGTTh+vIGF+g7UUx/JlkTo/8WolwLant6eXuRzhvgHyNLe9dLP7u7tR5S2LVlaQd4M4HohDNBXHkhlUZwsoX/iwAtFaFPyYBf0UGY0ZlFRETzPswV5+Xgu15sh37czfkylBhHm/hTHYwiCgPP51ifPyZkE7HUsVmRxkKtofVzuZZr6N8U4wb5MRn3pBGF4sShcru8o/bpe6oTurl4MDaVJw150sWjZR3+VoRmLWjl0dHeSF/rR1tHONQxikPZrkHGXcQxtbgrS5QLHcSBfIAh87pEhRhg+UlHJBmgtyWQSxdRHEylb6qNiovy9psZG9Pf0sT3gsqdrHOpfB8I7RH0snez6HooTCUpOnniRZ3itOZUD7iPOqVQakjPPcynzrqWRMQbSr/JhRd8U8yM56g5DXDO0TaJdhjTKk2D9/dwz+otqW8x9mDFzBubOnWvlfuzYMeTLMVi4aAFxKEJzcyNtbAvt+1rCetTXH0JPTzeUGJedk8wfIN8tou994UUXYTL9vnH0zQUzZs3CxMmTMYJJcM2v9WXIs1qHfN19+/bYuGkDddfGjeuxc+d2W2g/eOAQOju66E8AORI6Rv2l2KaKtjsuulARZchMfhBY+uxjwXflOyuxdfsOFu3bsWXbdvz7X0/QNr0KvYyml9Pa2trRSdtzVLaUNAQMbU/G8lWWfOO4LqKUP+kb8aVoJQDn0vOenh7yzZBtnyaP6V4B1E70Fki3drGILv9a9wXaO2MMRAP1VbvCUc+z5OsM9yrN/RnivmVzefJbFj1WvvrIG1mA++j6AY8u+JjoO5SnHNeQphzwOYY/xhgIB8EQeVd4aL81p/beGGP5JcqclNYq3IbXkbMDGDOMZz/lxxgH0vdFRXFI9n0/hKKiBMpKy1FZOYJFwFKov+s40L4O0Q8V7UpLSxCOhBDQV4kXx8kTE9kvBs91uJYB4pwi/+bBqeAHPgLqlghlPUyezJI/FfOuXb8e25k/b+eeCfRSg+bQHgl3z/few9eYYZy1Rq1beyWQrPST13VPdBii/GsPhKPAGGPxN8YQF2Nx0nOBaKWj4i/RR+faK80h0P7pHvhRW13zlOsOQ3N2kgfEB/+7rTHGyqz6qh/4seuhLiy0dUhP3obm83wf0iMFmdYztZfODJG+hT7CUWvUUfpH7TSHcBEdRAM9i8fjKE4Uo4JFKdncsWPHYgTte5h21mcsEqbOVNHc57xD1H/qZ4zhHgXQvOqvtsJdzzR+N/WB1qp5dK2jQLH3EYqdAAAQAElEQVSA9kHtjDHvrVt4GTNMb+2J+nRyn3WUnyHc+Zh63mMfwz0C9ycPSCMyDnbcPFyPOpjX+uZ8F/W2oJe5xiHyvHBjY/Zz2M9Ae/1+CKg3tBbxcQnjR61JIP0ZOSkXWj+5wsqW9kEgXtC4AmOMHd91XDuHMQbv/xhTuM5ThRDI1+895yNj+L+TN4wpnBvkrHDDjq3Hxhh7rjUJB9FSdBJ9e3t7LK8Jr3w+x75ZQoZ6apD3+zA4NMC+4N55xBFW7tSnj3SS/9DNeFSgexpX/CPopa7Tfspn7+S+FI5dbD9EGcpzLQLlacRTwkuymaMeM2YYX5f61BhjZUo8qvGl99uZj5H/rxyXciOKl8Qnep6i/tBRPKN5hYPOC8d+5lyFn2RNc4If7av4UTKiekRlZSUc3rebHqXzImbqIaHa6FhoIZpAoAGEZJhGV5uvgbSALA2UjhI43VN/Ywz6aDSam5vReOIEjWIzHYgu9PPeABXMEIN1LaKLxGpuaqKB7EGWRjdLhS7F2UjnQz8llqZy19sBIogIqY0UTvp6ehP7KbAUcfRGxGE6YCKY2qitCC58xbwFnLROOdE65kn8PJmAFIfrGPh0DqRwHTmurLQoqMgyQZVncoDVI+j+MADcJsIw02kOMb9Acwl07nseQlTUIQpPyA+gYoHnuLDAzfbeD2zr8hr8yAhIsAThMB2yk88c0lR7ILqJCVoYuKUYDObJXCWlpQyAJ0DJpImTJkGbm+G+dJMx81xjOBJGsiRBA5TgPjvIck15gqud51pzTEQbjuOTBj7xCHkeHFYMjDEwhqvls/xJ0F4X4P33xGSiu/ZK51k6HGqnNuDHcRwK1zAYUzgagP/URm0LoGtjDEQT9cPJj+4LTl7CGGNBbdQ2IK0FOjfGFJpBzy29ua7CM90T6Fpg94xKXP0FunY91/Z1HMN53huOLJPntbHPjDO8Fo0FfrRHWTpIWotw1VFQONdRIFnRHIVj4VzXwkfjqZ9oKSiM+/6xOd1JPISfsfRyXQ/qb0D1Tzy0HxnKkcbIU1k6MPwPdKYNXMchPxoLvuvA5zrFCw732mUrlzR0AOS5l1nKpozNcEJuwDpNknHhCLbVmiR7UkRSWpJTPe/p7qFy7YcUkdbgcB7pCoEUkfhchlk0t0amrAwjR460oKBA9JCjJ1B/rUd8pvUY48DwP52LLq7nk7e1Nw7UL0e81ccYY68dx4XDNRtjwG4wxthrl3yh9q7rQh+1ERhj3mtjjNEjC1qrMcY+0w3R4D2gvL13bnVMXk1sW2MMNIfG1hgC8FM4qp/W8b9BaxD8534OooNAa1f/948r+vTRGeY2QvypI7eehtUBjMs1+5aH+b/38NIYGh/8CD+NK3x4SZpmLYhHy7g/2hfNZ8wwDXRfNkEBkhyl8rJyJneKyDj8pz1gAKYiqWscJnA9BvWAfllABkzjgzQbfturHXuYANLftjtypJ7B9VEGOPUsCuzHO++sYHCy0v5tr1UsKBxjoUd9iYLFTefib12nM0OWP7Wnwkv4iTcFWqN4b9SokZjC4GsWg7k8gwnPNUIWSgYpYdDFokIHbWCGTl2OulT8n2Egk+eeim+LGAhq7BAdQc1ToIf2SUFJLp1hwihl1znEBFuaNMiwQJhiMK19G+JRkGLwDzhwHO4L+S/FdiqSDtJxkLxpLzVvjvYR3ESaJ7Y2GKaljxCTZq4bkL99QgiBHFIG8MXFSRvgSq6McaCP+ED7KlnMcyyX88UZ8Bcx8ObioesobUWadkWOhOiltTmuixzXLefaofxkaC/SpIXuCeQfiO5yspUwrmIAKxqDwaiKIicamtDV3Qu9YX1Ib23TcUmRPnJQupgA11yDohF5pZ+FXi21k0F/P2mU4RhZJrhFF7VRn0H6D5rXGAPtrXDU+rS3Keo67YHWIlzF13K81F799FxtpXOke7SXaqs+6q/26qd91dEYY/lLz/VMR42hsUQf9VFQJmdKYw3RoRY91FbzeNTHPvVSnHuivRuiXKa5VsOHOernIa5FfpC+Qamx5CMdOXwY7+7YATl9LUy0dspPoi/V1t4CFby03lYmq1rpA4gHR7GYGWEAOW36dFx2xeVYyoT9rNmzGVxFcPxEA44xSVV/5CjguOimPu7q7BoOlqj3RL8090NrCdP/mzNnDpQgn8REhL6dMZvjlNG/qK2tZSHgHEyaOgV6szxEPzBLnjDkDeP4yHDv+ujbdbGoojUXMckV0P+pYFLdGMPneYTDEctjDmmSZjFGAbpxPBjylPZY4BDHFGUgz31PU17i0TiLM8UoLkoiYGJMiSxjXITCUXudTmVQwwTp7Nlz4HLcIa5FtC9mMUyJffmR+1mkli+qn9N87bXXmNDbSlzCdh1an5I5KpaOYsLEIS7SnYBBMpEgvboh30EJnAOHDiISiTIZmbTJESWrZs6ajfMvuJAJ+G7qqYPYf/AgfD+Es88+m8nvLugbL4fq6/EmC2XrN29CnH6Yiv47d++27bdv24Y1LIzueXcn2hubsPqNN7DpnVV4h3hu37AeW9etwco3XsPLzz6LLes3oIN73tjQwMR0D/RCIfgpLS+zPvSRI0dscUHrl58e0B9SMLBnzx4W63bBvlTHAp3+drT85mPHGqAk4BDlXXs5wMKL4/rIc+1x7p9oXMLkxWmnn4mrr74a+mbbhRdeaAs/Z511Fj7CYuZpp55mk+A//elP8bWvfw0f//jH8aOf/MR+S7e6tgbzFy7A0qXLcOFFF2M8E10VFZW4+AMXo4QFkBXvvE167SMOaWwkbVavXYOD1A9K/E1jYWfevAVWhy1YsIAJ5yNMeL2LTiZzFbQcYGJtF21Fmrq5mrxZRZ+hpbUV05kwL6JuDlMvS76nTp2KmpoaiJeVID+DxY0PfvCD+K//+i9cc+01dg233nor9M1X8cANN9zEIu/dLJjcj/s/8V+4+5578NAPfoD/ZsFLhdtTTzsNp55yCibTz76YCTzJSx3nP+usM7nX+1gs2c81HIT+DmVDw3HK8EHasMPEuwviQ70RKz7UiwviH/lJo/Tzq9R3RZEY2lmIX0P7NoXy99BD38PZZ56BoqIojlF+f/PbX3O3HfSwoJLN5OHRX81S7tLUeV1dnfAY5HdRtiPU4Yb6PU3b1dnZxtirA6Cf7+YzCAceVGQUj7SSXtJVKfYfGkxjsD/FGG0QOlcxqZdJrT4WTDuYnKEKxhB1dpqy2cf7gxw7FI0iHC+Cfs7doezlqQ/StFs2Ad/RhuxgD21gNzKpHvT3tiHCYmhxPCB3pTB31lRcfP4yHKFtaGchIQcX0gkDTDCvWb0Kb7zyCtaQP5a/8Qp27tqK4w1H0NnZgtbmY2g4egh93R1oPH6MfHEYu5n4GhrshYMMiwoTMG/uLIwdOxJnnnEqTidMmjge+tbtlVdfgws/cClqx49nIeJRHD56DHPnL8CKlSuxZes2JgjzUPx06WWX46wlSzB/0SIsPPUUlLL47UbDWL1hA/f4IFax2PrKK68xYfoai0rPco8PQXKgQmkJ5ebyyy7Bhz54JWrGjEGcOnVkVQV1RhwnGo7hmaefYIHl5/bbtt/4xjfwaxZfpZPWrVtn9ZJiu87OTkxh4VyyJhnTz/p+9rOfxbe+9S32/YUtwP72N7/BN9m/pKQE+lZ7N+2obIZ0VTHtufTKr371K/zpT3/Cy6RlL+1OJ3kDxkBxYROL2fuoFxtYUNbfDX2HPPfXv/7Nfjv3lddexYsvv4y3Vq7A7n170dzShoC6XHszlfp/2rSpVv+AmqKubpz91upNN30El1xyhdXTu1gY1Dc49+0/iM3bdqK9qwflVaNQyiTatdddi9vvvMPK3x133ok77rgDd/H6sks/gA9ddRX1coDJkyfhox/9MKqqKqlLfSZicjDkjwXzT0Fd7URMmT4T5UyoDpHXXnvpJfySuuezn3wAt37kw/j+975NXutElH5NJ21RO2mZoq8iH0fFY3CkRCIJxRpdlJksfZkcY5uAcpGlH0pxYiEjg/7BFAYoF9l8HrIJ4Ee+0RHqnX//65/44UPfxY8Ib5M/E0VhrrENB+v3syDSh8qqkfjR//wY+qnoe++9Fx+86jJceP5ZuOTic1kgnMcEYgXXUYNEosjqNyWQyssrMHnSVFxz3fW4+vobcPa558EJRXCUuZDN27ehsbkVJSySnEXdc86ZZyE/0I/KRDFKmKDUNwCNk8OBQ/tQlExgZHUtz4/DDxVjzvyFmDZ9GmJFccunR47UY8rkiSzCd0C/YlFXU4vbbr0F8+bMZpFxh/22c+B5iEUjqBo5Aob2sKyijMXQE+gkPZ95+kX6IAdRVlaJQfoxzzz1NAvcf8ZXv/plPPfcU7SPLp+VYtbMeairm4jWli488+xL2MECZgV9AfkFSqAuW7bUvgRz9tKluOPuuxDnWvbu24c1q9dafyvK+fPcjFL6HvNZVD1r6Tl4c/kKPPPci/j+93+Ir37la/j73/5GWVxlX3KJURcZ7t/gQA+QS8Fn0rOE9C0uiqGTvnwPi3GHDtZjO4sdSuA9+9zz+MEPfoj/+dH/cJ9+hd/97ncszr6OwPfIPz2oP7gf+/bsok7sZbF4FUaPrrL79eKLz+GVV15mkfot6oK9MMZQbrfg5Zdfgr7VtJ12PE/fZfyEOixcOJ++1Gycs+xs0ncGTl00D/PnzCRtfcSLIqgbV4s4E/n3P/AJfOpTn2Jx/jvQSxZ6KaePuTK9cPMii8Qr334byWQxJrDQ3NPThU9/+pO452P3QP3+9s+/25/n7qff2TvYh+07d2KI/KxvlZ9HW7148Wk4m77I3Xffjas/dDUmTZhovxGquCZF+Wlqara+/WjybEAd3tbSgj7O0c8cYDfp1svzLh5bWdjqZaF8YKCX4VqWMjmEpqZG6IW/I5SJCPVDL33LVvqrRbE44vR3y5MlPEahAusI6tAJ48Zj7mz6l3Pn0Reoow7pRQvn8+kv5VlV9L0w9UwYgCFvpfi8z4L8wHA4Qr4qgx8EpFkRQkzmh+kD5tn2OHVYF3WMbFSe+xEEYUSIg+F6cizqt3V0kqdyLH7lEYpE4fB+wHHC9BFc16VpzEBHn3zvey4y9If6uH7FDJJ9z/Psc+UXj7EA3Ezd2c3krsaQHQU/UfKfxlMf+dS8BfkfScpsYGM0jeGRdoDjuFZPxhMJOIGPdD6LLs7XSJ/+BMfOOwaJ0iR07OnvQ5Z8zToyfBa91a6bbX3PZzofcDmWflYfXHeO7YSrcIjQ7kh2BxlfOGwjXAfIU/1MZqd4L02/WW3z1OEav7u/F9KTGdpwn759ijyUy+eRcfKQntXadUzR7qdJH/kMGbZJU7cqhhG/DpEHdS0gOlZ3u6T10Ek+0xg9zEnK5gxQf8kH6iM+ol0VY8bJ9Hn00uHSpUvoR36M/tnVmDhxAmVvNObMmYPa2hpUjapCNB7BmLGjMWXqZKgA8cabb+DdXTvJq8OMswAAEABJREFUF8W031MwddoMzJlH2Zu/APL5rrnmWnzyU5/EXXffgc994bO4976P4drrrrE25oMfupw+wiKMGTMSJCl6+7oJvejp6SZvNqG1rZXnvRAdB+j3GGMguvXQX+vntcdOdLXQSN/9wIF69mlDrDiBIvK+4wYIyKPFJWVwPJ3HwJAGPeyn8Xqokxopf4rPWuiLtbLo2k36aB8E8su1By55VDSUryd+E93fDznmL7TnWcaT2pc+7nMXfTaBaK5rPVMbQeFcY4lP81yA7gk88rr4VhCijIk/UvT5hK+e59lBwC7IGweG+ytwHPH2MK8IN/VJ0X4Kb+EgP1ey3tbWhgI+mkuyovUZY+A4DlzOD+MgzFjP90IoKy1HMlGCCOmYKC5BGXNLoxjvVlRWICB+LvV1hrls/dmiWFGMdi4GkGcbGhtQz0L7EGnRwyKKke/LsQ1plWFeP01edR2guDiGRHER4vQXkskkyhhL+ZRJ+VPt7CcaxWk7w5SnJG2rnhfTvyopTSIaCxNVUsPkkaV/LdnI8ahv7wG6n4P665lyJkO0lwMsykg+REvthZ4Xjjp3RAPXtf1Ev0I78GOM4f9BUTdQH40j8LguyXt5eTn1XNb2NcZA90VfjWmMsffBj/poPzWGy7mMMVbGjTEw1D3CQ3iqv8bVGNpHYwxlLA7Jq/DqZ7wvOumZjgXQfnfS79JRa9AY2idObXEPcd90T6D5xA+aK8o9KGN+UfOFqZtHsNBaU1MDFV3H0c+cMGECpjEu1FEwnn78ZOqMmTNnQjB16lTIbx43bhxGMZZPJrhH1MsaTzwpOgh3Xetca9B9Y4zVVcJBaxE+OooOaifAyT0W7dLUfxnGnTnqW4H2PZUa1PIs/UVbjaFjmvpRdM4wqdXPvVcccoI+3bFjx3GYeR7FupIJSyvqSbXVQJpT+BTAdVzonuH+6CgwxqipBeFqjIHuu9xTR+2Y0/QILms5jgvoKHB47z1gO3bDML/iPZ4RjbQ/gjDtl66Fi/ZFtsTlHJpTPFCglZ7rvtaQZazYQ13WxDpdY+MJ6yu0SZfSbg5S9+tFWhVcBWnma/O0ZnnKZpq07aV96+hoty/NdNL3GKSshmmTxBvicfmEklXtpebM0WaJz96jN/1GY8zwWqifPQue3WPxnvD3KDOSyTT3R3zguI59rmdagzH/kRfwk2E7zaF9kl4VKP+iGLqxsRHHjh2Dzh0xnhJPITJwlMxnjLFM4XqudQj0TKDArYjBYlFREexiqGAcx+VUgJzZeCwGBXMBg3xdu46DDA1uPxVaQbgkpFo8JdsKsBSskgzHGBh3MrjR5qiNjlqo2rquC82tOXWMM4DQRmpxIqCOYmptdIw4aA1R4iYmCPkBhguZDlzjwCNEQgGiTD4GXJ/rAI4BXP5PYADkuTlpGgKNW8DBGAPh4XBNAmPUElY56FrPtEFiuoCOmuf58Llhgc/5fR8ezwttdC7QtaDQX33VR890D5zCEK8QkyNKmNXU1WIiA00dKxhoJqnQIzQgiZIERtO5GD9xHMYRasfXYMas6TjjrNOx7NxlOO30U5lkmo5Ro0chRucd/GhfjDEWL82rfbNAPI0Zvi8ai/4CMZz6FEDXAj0TqK1AeGtN/xt03xgDYwgwcBzXzu2Qni731xgDYwz00TgCjSvQvf8bGGNsn8IYGkdgjLHG5v19adrsPeEs0HiFfqK3oNBXzwpgjAH4r9C2cFTbwrn6CkTH/z+QIItHAwYeSjgXxgA/OTquwqtAX+GepXLRPZ2LHsYM74vm0HwCjWH3jXR0+Nwhrh6Pum84puEYhkpfx0x6kIFDCnkaAo+JtzgTRMWUpcDzkKWykFI07COZkrIQSG51rbmkWHUUjsKJaENH4SbQuU9el3xKX6ioVj22GtIvUoQxyqZ0h86r6DyPqKykM1MMrccYA2MK+5aFildKcnACyq1BwHFFO88nrnQaJZee60MybmWdugvEXbgJL9fxIFw1tvZJuOm+zo0x0H+6Ft6Sd9FZfTWu5F6gc90rQKGNrtWv0F/3Bbo2xhCNPHQt0LyFtsYYNYExw/uoPSrgozb/gZxtY4w5eQQcbqzHPfN9D6HAt2tTf+O4nM/QmcvTfXPgkCYBHVHX83ltRD6oje8Hto/m0zw5ecPEZvg8x3bDoDULpIdcyqXa56gPZUwsnajPs3QM0nSw09SRDgwCziUd6xoHAt23vMTx1V/7YAxx5L7JGPX19fBJjkX2XhZPd2HTpo3YvXsXDtL5PcHij5IIb7z+Ol568UX8+1//wuOPPYblLDKsX7sWW7ZssUZLeHd0tkOGV3PJXsh4K+DJELdBOi6DNNo5OtqkAkpKiukwR6zej5HvA9JRz2Xog8C3tkjOsxzCLPE0xjBhkEaG51q/MQYkNLT34g3NKVARQteSEdFFeOl+L5OX+oZeikErbTtEbh3T/J/vh2HcgPvj2gA/SxoOpXMIh6O0ozHEmYhQcsL3fIS4b+JxyZTkpyCDmue9eYljmvIrvHVfQAJzvDDUXjKno8v91F4ElCW11VrUD9QHCrDtM9IiTqdWTqwcFz3PEmfhb4whCfJMNqShfRXYtfb2ytdk0r8IKnSIFvr7ef0MGnvpULWwEKi3otW2nw54R0eHpWVAOyk8pfv6uVcpRpp50iKdAYZIty4mZ9o7Om1Sc4h8l+I6e9lfb80Kr0E5n9RteQ4i7s+RohnqOx0d2XbusY4+1+TyPErfRnNKD/snaaA1CFLkZdFHbXQUDXVfNNG1jrYv9YwfBPBDAeAY2HGpQ/Wm5WUsZF5w0YUsrl2AC5nIEg0T9JWKNC/nS7FQkGKxz/c8ynAAjSc8jDGW17Qmzetyn8CPrgcHB9BP/0l8aYxhseYA9BOWcsS1DuGlfayrq8O8ebMxkkGEbHwf6dTLfnv27MXa9esg32rCpImYOXsOihNJJIsSCPsBQp5v+STBZKbwLU4mrD4Wz4TowCrpfpQJJH2DaevWrdi5c5eVldracZjGpLbrhZhA7kd3bx8GuLYJLDKddsbp3Akw6RGHEvABnXHpfL0kkCUjFTPR4AcRwPgwTkBe8JkUKWIfD9xiGOMgR54T3w2SZuEghOqTP7Wk4pmSPx73VHtlAPQwySv6SD4STFDxFpMaLZA8B0FAR74J9fX19o3Y3bt223PRVm1VGB47dgwcRyPlMX7cOES4x9rPASad9rLg4HLvwkzmRcJRKICbzqJ1CWlYf/AQddgQdu/ex8JpL+oPHUNbczsOHzyMg/sO4rWXXsXenXtIzwBhJoe7qfcOHTqENiZOlLTU8eD+A9i8fiPefP0NLF/+JvepC47rIitbRmKI39M8OuSZLPWwki1h4iK+gTFoOHHCyp32X0WVJUuWYAlBRT/toWgi/lAxWfZcvrV0sGRUcpIjsbQ/Gc4RoX1OlpQhWcKgnA/CkTimTp+Fc845B3H6/QsWLsaiU05FBROjxdzDFgZH2vd3Vq3B8uVvM9n9NjZs3oKXX3sdLa3tTOpmWbjpwxYWjJ9i0v0vf/kr/kld/vwLL0BFRdG/hsGy9vEiFiaV9FIgPGZMNZpZPNCe6ufahLvjujaoHj++jnbMgfSMHwS2SKxv3f773/+2CS/JrIrK0ikkIYOc4yxeVNkkTIY8lYfB8eMnWGB6DX/92z/wxptvopEB3yHyR0dnN46ywDxIPm5ggNRJ/XOEQe8//vU43nh7Od54azmU7DxOmoO0X7V6NbZQJhRMPffcsyhngXj8+HHoYcDYzySobFOaweFaFolfffUlFlP3MRERsXiqmNBH+VRxOckkjvg7NZRGaaKECfc5iJC/05R9jTF6ZCX99oA6w6VeTHHHjJWrFPHU/obIrwowjTGkjYehwX44DsjHPkqK46geMwrnLDkb45m819/V0zfCfMeF9FELk4BtTIB3M6nZxgTcgGwnFXAnZcqhbuhkkU607GSyeog2Jk0aDvG5nqXII3nHB4xLnZKA9FqYejHse/QnB5FNDWCgvxOpwW50tTeht7sVrU0NaNHP7h7ci0P7duGtt9dg/4FjWLliPd59dx9eeel1HDl4DCYLdDS1YtuGjdiwcS3+/eQ/uTag4dhhTGJ8M2l8NaZMrMMMxkNLzzoDC+fOwZlnnMKC1HhUlCZQV1PNPS/BOMZM2oua2lo0MTmWppi/9NprmMNEa6KkFNrHJUuWYS4T/NIXa9aux4Nf+Sq+8/2H8Pkvfgkfu/8B/OCnP8M3vv99bNiyFRspq77jY8HcBbjoggvxsbs/jjNPOx3PkL//8LvfI8yEd293J47UH6QdD2EyC7mTJozDBOrnc1g4+tCVV+IeFo/088L6mdIPsrB/0003Qdc6LykpoU7pt98e1DdYb7nlFqjgqJcV/vGPf9ifVP3LX/6CZ597Dq3tbZjNIpgSTPff9wmo4HrjDTfgvns+hnvuugunLzoF0r+JRBJLliyF+CxF3036QHF3R2cnbUs/9VE7i2jHoG/kpAZS6GjpQHE8AeQdTJs6A9I1I0ZUsX/C6tVD9QdQW1cNJbiHaIMfe+xx4vso1q7bCP1dz0RJGfm8mDrMYPfevZC8hKg7pWIH+nuRZkK+n8e3WSR6k/K3dv1abNy0Hv/459/wyquv4UUWq35DWjY0NqOJhdxpM2Zh+szZuPzKD+JO0vu2m2/Bl7/4RfzqFz/Dn/74B1x+6cW44LxzEHgGvutAPmI3+VYvYE6fPoN2xaCT/FzJNbjU5T2UO71c1NLSim76kN09nVDBZog+WA4OyOL01wwCP4x4vAi33HIzHvivT+AK2veLLjwfc2bNRHqoH8VFEeQyg+hobUK8OIxrbroWpzLWHjV6DF577U18/zvfx/e+82387jc/x3PPPobXX3+B87WheuwopY7QTvpv3/kuZs2bh4/eehuu+NAHEUsUk47r8Mwzz+DHP/kJ9HdNVVDrIp4OV7Jjx1asX7MKoxj/X0xf4xjzJj0scvXQzxpTXYMgEkErE1FzFyzEtdd/GKecchpU5D/zzDNYgLsTS846HVHy6MEDeyiHTdjPwneGdm5kZQlGjxqBFIvLDS3tSFSMRO2kGZg0bRZa2jrQwUL861yT5H/psiWIxSKoqihH9eiRCPsu6mrHoryilBjmUESarVixGvr7hGOr63D+eRfS1wmhuamFMlmK+fPn4dxzlrLYuJBF38P43vceYrHjM9z/x8g3UVRxn9pYWJAuqeGa/HAMG7fsQO9AFsW0TePHT0IiWUr5ipP+aeqxfnikaOABvu8gHPHoe4QRCvvQC2cx+rNx+mF1TL72Uaeecuqp+OpXv0b9/1f88ZFH8IMf/tAW96czGXvaqZKZfshvKy8rwec//3n6JGkMDvWhumY0tPYh7v3hw4dsvNLb34PRLMTMphw2UJe++OLL2MVY5tnnn2Pfz+DHP/4htmxeh82EUSPLMWn8WNz84Rtw+2034+abP4KvfOVLOP20U6h/ZuOss24Iku4AABAASURBVM6kDzeHPFeMKVOmUvamo5iFmSyTjW20UVkmbA39XUMqj6gsRyUTz8XxGPS8paUJDfTTtrPw/swzz+HpJ5/FY3//J7Zt3Ya3WIT+7W9+j2d5f/fOvTh2pAEdHT302VKkURGozjHIfTeegzTjpR4WlIAsx01D37oeV1eDMcwdVVSW0gb50K8b9JLnBinDjYzX2lggkY4I0w6FCXr5rmbMWIxkgVY5gMAPWN8w5DvFIzHKVci+IFfGQonr+BiydiwO1+U5Cw69vQMA5TDKOMij32MMuOIcMtkMFIPqCN5zKeuSc5e+gTEGISbpR7HQkkyWwHU9jmHoA3agnz6kfB6HRlFts6y69vUP0sdo5hoz5OUYIpQbhwqKw0Br4Sl5K4XMSZrrixShwMOYUSPhug71BXGhg6HYkBMhS/8pxRgiRl4THUSTw0yWyxfR2Er0C/SioooEwscYw73m/rGvfHX57I7nYog+QyNjpjRjmcqRVagcNRJR2vG846CdtkW6qq9vAJlMjj5WBv2kXzPlJUu8WlkEbKB/2cg92Vd/iM/Tw4VaFr5Tst/p7HDRlPudoy+uOTP0K13Xg+P7MMbAFn0oJ4PEI0t7ofUIZ/koyWSS8h2H7oneopVL+ocYK8ToP+p6iHToZ/zdw7iwn3FIH2Nh+Zvy0xX7+dQXjcRn1apVWLNmNX24nfShd0P24LHHH8PPf/5z+3KDaDiTuv8c+p9Lli7BgkULMWnSZMyePcfmQfWCTJT01hpWrHwHq1avxQsvvkS5/hvt0R+G4ZE/4vF/P2716MbNm7Cd+nP3nnep44c4Vh3OPW8J5W8RZkyfjNHUZSquOSzG5Vnglv6IRMLc2wz3KW51VxH1iKCMRb0S6qDAjyCbyZMFDGOALvQz5o2Qb8vKK6mjStDLfdq5a4/95moDiyg9ogX9vBT3Lps3cLwAIdpG7UWGtM7S+GT4LEU/bIBjDQwMcb8y1D8pZMgnGT4foIxozaKxjr20Z7qnMSKRKHVozPJzlHEn+ElxP2SnM4yhc9zr90OWY6bJF4o7dV9txZvaJ/lDsiu6p+dqqzYCnWs89RXIbvj0+0KUQc/KLAWUc4s3Avrp4hfxh64FHvncmOE2Gk9jaR7FJzrvJ9+oXSULagnGdL2ML3cxduuij+5KTwyRJqSD+mo+4eCQ/12OW8n4ZDRtWTjkMy+RRRdtZ4g8V16aRKK4CB7n9VwXUcq8jvlcFlnSNUdauI5L/i4iDaMQHqJDB+1phDZzxIgKJIuLyQsRzJw5A2edeSbt6ynkx1mYN28ueWgaaqrHorysFB4LVsqpSDenWAzKag/ol6cpU6KlIE26a44s9VqORdg8bRgRhkPl43Atvu/x3CEVAbU3xsB1XQvGGOS4lxoD/Ii+onMvZU6y5jgORBfthx8EdhzdAz9ZrlPz+pR33dPYoruOxhiQLRnLDxKbPDKkjfZ2gGvQfddzKTs5iOM1Tpg01BwRHjW/McN7qnF1XzhoX9VW94S/8BYIhz7uq2L9gLiIX8WnfeRnjSU5U5tjLFQpDlTs3NDQAIF4M0MdVs7i9zjG7LW1tVAMXF1djbFjx0Lxuwruo0aNQhVzzaNHj+bKAeFijIHwEo+pACZfWHNqLtFAeKqdaKKjcNd9Y4zVjxrI8H9qJ/55Px01hvroqDUKMpTrjGSPPOYYByHmMzS/fca90B6qzxD9Yh11bdtzfzkNNI/oJvA9H5pP/XWtZzB4r419Rr7xuE+2DWVRxwKoj8tnruuQjwyMAwvDfAd49J8cF3DpC4RZI4tGw/SlIigqijOHmoRoWllZAdmDEbRNyhGGafO1/zqCH9dxob3XHuq+9tUl32ptomkvi6XiU9FfvKr1pikXGfoe5HQI91DI59Hhfg1Rp/aiizG19ryDuUP11TiikTEGjuNwLa49ap+y5FnRVudGskQwxsAYY9sJJ+WjRo4cZWsTWouuFXslk0mrO4WvMQb6aByNp/m0Bh3FEznafz0rXMsXcWrJiBpEXaVQtPji4iIkEwkUMVEoCHwfaSqEASq5Pgqskuua0OGEWTKKBteG6ahBpYQ1kTEaFVRWWSv8xhho8UJOglMgis676LCLuMb8p43aDVKQ9Y1VtU0xeMuTyQTUMHS5DDzHJThUkv8B1wyfOxqLYKD/YD+GvVxurvDAyU8BV93TOsQIAp/r1rUx5mRLcNr8eyD8tGYd1aDQ3w98eOyrMQSFcVzLyNx4Hh3XATiulJTUkz1ymixVVdZwDj4P6CwowIpwP3Jk8P5MCoNUvB6dF90rKilGOB6BF/KRZ59BCSSVdJY00hp94iDQuUOmEy5aj/C1a+Y9YwzRMJbR1Fb3xTSGToXavR/0rAA4+THGQGNrXGMM9Hl/n8K57guMMaTfMB11rfF0LICu1UdMmuZadDTGWByNMbaZMf85GmPsM/UrgDHG4lTAS7i9H0QPXReOavd/A2M09jCuwqkwvo7gxxg9Hwb1L9BXYxdAcwh0raOAcmhlQryj9UmedF4YV2N5rgf10bn6/G/QfaJg5cp1JQdAjgqJ1IXvGCpdF76UqTt8DDzfOglxOr0O8U7TYZPcyZBIQUm5ad+1OXJ8pBAljyeYPFRQICOmczm5XUy8Scal3KTkZJB01DgC3ZcRPHb0KFRM0fMuJg+62U/Qx+BfukQOhyExolTIYRp9gf7msRwd6SHhIeWntQMGoYAJjlgRYtE4jDF2j13HIy1l3rlyHrRPWRqpHI2XQOcFKDwrKNzC/cJReyEaFPhO1xkaQzlbghwDkDSjTz3PUca0X+qboQ7UNfgxxvD//+c/tROojdrrmGdgLACP1pixmxx5h13zlPE89zKfS8PhPNA1nYcc5R80FsYYGMeFQyAh2MMQwGsHBZ4BPw7l26WucckDAl0LjHGQJ92FS2Et4gnXcWxBNM916tukOa7dgSEf+RYMzx32DfyAZ8Y6nDniJ5opeBI/iW8C7mUn91uFUfGOdLd4SbZBfKGfMFy/bh1WrVyJbSyQrmVi+gUmCFe/8w7qDx7E4fp6HKcTJf5RIU7jcznIcy4QbzDYyWuPiZ/egspzrw3pmBWNeN7W2oZDhw5CfKd1qq9wEM8KLyXohYeKLLrWGuQMxONxa0yFv9ahIFFH3Y/xmWirtqKb9lw00z3NkeP8xpBChDTpl87x3A3g+CHkQR5lctJxQ0hl83ApiwF5PkNcFeRm2VdQxGBN44Fj6CjIcp2i63v75DhwuZ/S1cJTa1Mb4WUM5zwJoplkUesuyLjaqE+cSZjA9zmOdhfIkn9dYukY2PXH5EQRtHbxyyDtbj+DO42nayXvhYPWLToMMnjWfEogSE/ISVXSSfba4aAh8kMvA30lYrLk4SgdNSUoEsUxFBVFEYR8lLEYEYsVw/N81NTU4dTTzkR1dS0M9WCKMpchrRyee54Hl7inGIRkyQ+OyzU4Dvt50NreDyEGd1EGlTHqvCAUkHXycNhWe612xcXFdBJLMHHiRCxlsluJaa3N7gPbG8pOKBpBwKBa88m+hnge5XjaI+2d9uUEiy87d+60hbtt27ZCdNBbeV1M6kouxHcC0Uj4i4+NMRZn4ehzPboPfrTXoqn2SjpSbXWeJR+ogLKLCdjtLFAd2L8P9YcO2G8S9FCv9tB/kg8QiUWQoFMoPa2kzL59+3Hk8BFI5rQHERbjNFa/AhnKT0B6lyRKoHntWpjo6GUxqI++XhsLELJNoofoJdqMZrAyb8F8VDHBJpk+ygJUV3evLZxJ1o8ePU5OMmhr74DGSyRLEI5EMKJqBPRzrlUjRmIak7TJ0kqMGluDKUzYz5+3mAFQNXHIUr05dKKzGBpMwXVcXmeRSCTwgYs/YL9JqKKDvk2qfZR9Gz1mjB13LAOp2to6nHPuebj+xptw86234qIPfACTmZgcYnH+UP1h6C3+gYFe9HR2YPeO7diycT2OsDhw7MghRALP/q29QSZI9+3fi6073oW+1XCEBTV9++EQi6cr3l6Bl19+GScY1K1buxYbWFzZvu1d+42adevWo6ujC+OZtBW/XX755fYnaS86/wJcfOHFWDBvPhO/Q5ZHNm3axCTrZiY2j0J7EaEuCIfCmDJlCmbNmsXETZm973keXNe1fCv+kWztP3gADeS3bskTfeNiJlwdxyXN0kx0DjHYbGRitYHXKTvXMSZZh+i7V7NwWVNbi9q6OozhHo6fMAGVVaOw6JRTcMOHP4qP3fsJnMWiyzwm4idNmY6qUdVQMvwEk+Dqv237dhZD/4lD9UdsAfK119/EFvL6HCYSZs+Zh8rKSohnjOvADXxMmT4NSSYWJk2ejPPOOw933H4nLrjwItTVjUMlEx5ByOexAuNYbKqpq4VHGTjGQqdeADh0qB76Rq38COkS/YLNypVvQ3wsPixOJjCTRQ3NPZ2JjQ9e/SGuZQQC+sWjVRwnDkpe+UEIh48chZJtxjgMAqvQSVmRbJSWluLEieN49tlnoRcFpCf10sDaNeuwi0XwY0cb0NnRzSLOFTj9zDPxoWuutt/8/sCll0B/a+/c88+D9Mj6DetJ8wabDHzkkUfwGAvG+hnWteSPQRYqTtO3WZnAX7BwPlT4qOE+KIATdLHII7nLUg7LWEgbzUJCD++1tbTgbRbXL7v0IvJCCZYtORNz58y0xeE2FjdUCGpoOMGE/kHo58H7mKSrYtKgtrbG8s+XH/wSfvKjH+EHDz2EWz76UUwnX93O5P19H7ubxY1zcf311+GBB+7H/fd/gsXypZg+bTpGVFQgzfghT71qYKxfmaMdG6Ls9FMXdDKR1c2iKhio9PUOsmg8xGR1DxN9GfJaFpFYHEouKCkA5KH4wWFSPhoE9u/9hcjLUep9XzqVe68CQDiSRN9AGrFYkrLTCyfvIx4rQk9XL4uwKehvULY1t6Gnpw+vvf4G+mlnpk+bgrPOOA3XfvBKXEL5njRpElqZTD5+vBH79x/kfh9DIwsbq1atxR4WiyQ3SjYfqD+KYyeaEQrHyXejMIl6IQ8Xb7290r4kkqFdFq9+7L77cNfd9+Dm227D2UuX4JbbbsXvHv49Pv+FL2DJ0rOhn17+4f/8AF/60oP46Ec/Yr/ZtoU+zBHy2Ruvv45vfeMb2LxxI5N1IfpMDlpZ6Ghva+H62nD0SD3hsPVLlLRuY9I7Txobx8HIkSOxePFiqHj6ne98x/4MsPjp7nvugXhG/GmMsTZOvwCivx+2a88evPLqq3j7rbeoi9Zj7eo1eJkFncMHDtmx7r33Plx9zbVQwfaH//Mj/O1vf8Xf//53yvG/8KlPfRqjOef5y87FZR+4BJPHT8C8OXMwZ/ZsnDjegEHylGxGKwuamzZt5ro3sSi0GXp54aWXXsKjjz6K+vp6znMKrrnuBlx8yRVIllcixeRyhmvqZf8G6smD1Jt//8ffoG/gP/PkEzj1lIWIUU4jtM1as17OWEocNMayc87FsqXnYdGiU1FRUQVFj5uMAAAQAElEQVTAweuvvUEa/xoPPfQD0vxL+Bp5+/Of+Qx++P3vYdOGNSzOGID+4PwF81jQq0B1TS1GjhlNXZ8hf7ZDOnQydZB4uJF6UzTv6uqC/Hh969Y4PgbI4+kch3E8ciw4Tjmmz5iKM884HZs2bcAvf/4z/Ouxv2PVqpXYvetdJBPF3N8IO2RZ9JqM8ZPGQXpqdPUY6mrgREMjfOqzLAthzMMyYT8fM2dMse1bW1toK3tQxySgvhndz2LIY/9+Aj/+6U/xy1/9Cq+w2C+aCe8g8FHBhOHgQD/Hb0acvsxovVwRC+PdPbtt0jNRUoLikjLU1o3H5ElTMHP6bCSKkzhy5AjeWbUa69dtQA/tcw99kebmJgRhD8X0e+R3LVlyNnmxGfsP7MMEFv4/evOt+Mgtt+K2u+9Fdd1EuKEohlJ5ysce0rKLOiGDXdu3oG5UOSqKHDQd2Y3y4gDxSIBe+hPFpRVIA3B8F2+8+QZkK/XSifSV7wWoqBgB+QHl1DX6u8zPPvsc1lF/pplMG2DRC+Rv7YterhlHOyq9v2v3PsyZdwq+9d0f4MEvfwNJ+g1d1EN9nG+IfQaZfE2p+EO7HoQcVI6soJ4vJ76tqKyqQJj+Wzqb4h6nUDduPN7dvQff/Pa3Lc9+8cEH8dvf/hZD3IOFCxeim3xRkkhg67Yt+NUvf4G5c2ez0LOLcU5aqDGmOMQizCR88YtfwJ133mll9s0332TR9Ccs1OxEKBSiLkxZ3sjnM8ShBXv27kKOPu+ePTtx9Gg945ojWLN2DeccRC1tgXySNPMcm+gTPP74v8hjq7B37z500H9KUR+3kV/AONB3DVyTQ7IoBt+F9ZulW4YG+nDNVVfhkw88gHs/fi/uvP0OnM3C7FgWNJVoHs1EsvRHjr5yKQvENbXVSCYTdr9aW9vRRt25Y8cO4naUfsEY+v9he6573eQZh3ZTfFfBQnbN2GpMmzwFk+g76Jum82bPwRT6znnGD2n6IocPHbJ/Ukq2ewf9BZsv4Bz9LCr1Mm9oqBdKkiV2bs0bpi8ajRbRxwlB/BEwvo9GoojwvutykQDlNG2/zdbX14MU+STFedraWiHfYJD7nmHMl2f8RNah7OUs9NN/HaDM5BgrM/ygzgzD9wPuoYM8x5R/LX0g26tr0V/zGT5TfKKXy3Wt2MH3PbSwuLl71y76Be+iiQXkvp4uqpw0IiEfMdq0DIuuA329GKJ9CgUeRrMAOoY6KBwOo7Oz0/oHx+mHSR+m6ItpXtFDcaiuk8kkcQwoXzni6UMftRH9FcPqOkI+VsJ3FAvGlZQj0am4OIlq+rxjampQPmIkvHAEKcbHPYzX2rp7MMRz/T1xh3i09fQyd5jDIO/laZNVfG1qb7U0NSRSjnT0uVbw3PU8K8MZ+gLCI5vNQnjKlvYyd9NHmdN93RuGIftcdBWueVI5S59G9CstLcEoFjXk79TWUjfT5jQ0HEcf+cHjPPKVRzOWULG5mjybKEoiTX3c1NgM6cE2xiD6Rpf2rziRtH5GWfkIyvZoFJGXjBsgFImghmOnKEdDhDBp5QU+eSFv+WQfYyX9HPnLL79EX28Lk/MdaKVN7u/vQVlZkkXVpbj9jltw7XVXQ3o/WVJEWQ4QhHwUFcehfZR/NXLkaIwZU4OamlqU09ZVVo6gf1bBtmHylqGeyFifW99SlzzLn9y2fZvVxSnm20h6yn0K/YylB7lHKfJCF/29QcY60nsprnuQRcIsY11DWzSk+/RLWF9FmveGbDE8gwHe72ehdYCQ4UPHcamn07w/ZI+GfaP0owzvu64Pzw+4LQ5SjKMHpDPpl2o+7av0whDn1H5q/xzHgfZFRz3TvQLoGv+3DxfmUADzPGpMydOgnUN6c9hnMcZYGql7jnogR30kMMbApaxbcAyiNJgjKsoxYVwdRo4YYe1FnvykAtmpp52BSROnUPcVs09AWooWQ/ACD8VJ6hHfgR+4UG5h7OgqxDmWz7x4ioXMPHWUy7kMxwqTN1RUTXMPBujb9lCeW1qbyBOtGKTODZOfosy956jDPc/AJV4O+0pvTqK+G0VfewLtU3G8iPIfRVlJqbUL8xjjzWD8plhrMn3uCWxbR9msqhphC1Gu65EGDunrIyAOobAPl+MbF1xTlPaxFKVlCVTRhpVVlCAcpU5Ahvs2ZONBl3QKgsDmcSVbymnoKL0gehfAGAOH+2j3gjym/dO16K17ghBtled5dlzwo3M/CCCeVPsCaEyfvkyYOiRgnyHSp4/6NUc6+lzDEHWyaKaiq/IxutZ+CTzqE5cgnI0xVj40d558ovl0XlQUp/yESI+ActFvZU3tNZ9w4TQwxE85AGMMBqhjpUub6cvoi3iKtR5//HH885//tP6Gco719Evb6FvLRqh2pKP6aTyNLTDG2LWLpqJhAYSXaKX7xhgY83+CcC+AMcbqbNHKGGNpXugHfowx9p7GE+iZ71OvBCG75hDpHRBEX595GJ1r3cJF+6M+GlvypDmNGR7PmGGcHMfAdVxrM9RX4HNPHdeB67r/BziOM4zLyb6AgT7GGBhjbFu1EY9ARCfkaFftOWUoCPncmwAhylQQ8uC4QLwohqqqSur3kShOFJEvI9SHpYznopaP+ilbshWivfY6b2WenMH91zy6J70zIH1IvaRzrVf6T+v1yXfCSesXiBc1pmynxtW59nS4T9byl67VVvfS1LkaU/OrrexXN/WteKOT+TKNo+fCQ/MJtP+ioyBEfte1cID95C2t1E74ax7111FtqHfy8En4KBVIhAKjoF4KY/r0aZgmmDYNSvAoaFXVv5RJCJ8CYjtzgzSw5hEDFDEZHOYYeiYEtTBNJtDihEChvTEGameMgT6O68DlDikxLuD+AVS6hsZERRe9SZ2m06tnDtiHz3I08kr2ZWgktCAdNa+dh8ygcQvgOBzfdeESCptljIExxuKh5yKczw0UEUVMnes++NGYggL+Ogp0rwB5tlN7O07gww8FFmTcY1QaRYkEEnQuSkjDciafquhEjKDjVULjEYpFESFz6ugz2FQC1yGdmZNHPx3IXjImEYX66Rsgc+fPwyIG3/pJPyWDq+ikKEjS/MJLdBCI7tqHAhhjiCVJS8YW7cRgXaz8i7G0DmMM1E/01DhqbIzh1I4F0e8/MHzPGGMdF/XTfAL1F+hc9wug6xT3MUVG17nuax6BhFdH8KN1iI7GDONrzH+OaiMQvoLCODrX/f8v4LAWz8JzY/4zpjHG8oIxw0fNX4A8lYrw1PgawxjzHi2EYwGMGaZdoW3+pNIQfhk6plk693mOpXUa8595RE/xmo6a05jhZxqncJ0/OZbuCQ8B+LHPeWQPyrFn16dnruNaA6Vx1UY4pmhYpUj27dtnEyP66T8FPBpTcmuMgYL9lpZmywNKdlRXV9uCg/ZSbQ8xYNLfHdIYSkLqb64pcNLPjG3dsgWbGRSqULaGBbK1a9cxANnFpPERqDC289138Q4LaK8yAaSfFtu7dy8ThMcsNDLRIainIZRBVEAmo6kirYxhF5N5enu+h0FBLwNpBRoWGADrKB2jdWTpXOqYoTOfFc2pI7IWpMQdAMO8KnqSpJZew0fwQyoaB+Z94NBgiX7G6Jmx+iNH3aP+4EfHDB010SdHmZLaMcbAdQqyAfAS4APOzPvGOnuGCs4wdWPUJ5u2wVmWjokCs/TQAAYZJKcYLKbSw45U1s4J+8YY+HGIo/ZUesqlThMeml9H4at7DnEn1mwNyJAZnrmOA89xoSJkAfJ01Ike2+SRZjCSYWAlyJFffUbu7IKW1mZs2cIiAOEEA0rt1UEWPsUHOiqQVgKni8Gjfqp04/r1EKxnUvl5JqxVKNXfydnHBOCe3btxmPus4PLo0SM22OzsbEcfA9IBrlswSAd4iHRI2/WnkWNBWfwrWg/vZ9byaI445plMy3INWr/rGkSZbBIN1FYGOEVdUyjKa30yrrqv5+qj8SQnoqfrONY5iTIwFRToq/H0XFBoq34aQzQHP8YYuK6HiBICtKeGdE5R5gbotGe4x3xMXhAf5uC6LsHjtbGOlcbvOxmk6lzzai5jyDVk0Izl5yzpkPt/gdaUIQ8KD4HwAj+yYxpDY2n9knGfNsXj3AHtk2x+OBJGmE6DaMKBkSbPKYklPZEh7fOke4y2SXZfeGk9Ido1BccKMCtpxzSmnvm0nUpKXXrppRg1sgqJRAyL5s3D3XffgZtuvB7nLluGUxYvgBywYtq6Zeecjc9/7jP4+MfuwtIlZ+HMM89i4eV8jJ8w0dLGIS09L0A0GiOdHHssKi5CcXECvudb/RamvxEi/ppboLUGfgDXcWH4X458QVGz16IFycIgbAjCV9fqr3viZznnWrf2IUU50FoLIJrmKKtyyvRc+kag+1nSXrwvfaZ74mvth08aax7hJVD/FHkhT1kG91Tzq01w0qHWOhQYidbCS88HmRQKXAcO7UZWOA0NUnYOEerRwUSDdOO77+7AofoDVmdk0oNcddYGZ4sXLsBHP/JhXHLJBxiETkSS/ge5CS55SnNoPuGvvQ9IT2MMeTfCfUsgzoTxhMmTcAYLSUuWLGFicS4uYjFMCZF+Or8x7omS3x9jwv7uez6G+x94AJdffgXEEwp8BSUspmnNg5Q/unGQzAXkv2Imc6tZSA2HYkxUtTHheABKKrjcb8lMIlFC/hmFkUwEjho9FpWVVUyW1KG0pAKhIMq9D2P+gsW48OLLMHv+IoxhIrmaxYBxk6eiZtwEFLF/hkWfIBLHzNlzMW/BQlQw2RSNxqEkfp48faKxAZs2bkAf7cm+PXuhgsSxY0eg/dF+ah9ztBuiseShn/6XXsCQbjtEvafkdA/9Jh1D3L85DKLHMhnUxkLYLtq5QwcOUMembYLtoAraLCpI9x1moVDypiBP/rblC/KCZHjL1m3YsXMX+khf0ay0vIJJghKMranFWSx0fvSW23DLbbfjViZML7/iKlx//Y300WdgDJOcSa65mwm0zo5OBjJpJEtKcN755+Nzn/scPvnJT9qCypVXXonp06djxowZWLRoEeRDVlaNhL5hunvvfhxkwalvIMWEQob3+lF/5DjSmTxqmfgPUZ8JDxWthdfV116DL3/1q5g+c5ZNcJ2z7DzcccddLKpchlPOOBM13I8yFgcruHfhSAy91G2if3VtLfRWa4zyr5/naqavcYAF4gEmXyLkKcmifNLjLOgcPXqUxbHDaGDRU7IQL4oimSxGDRMU4iElIRWbTGax5JxzzsEpLAxrXXPmzLExyzjivYw654ILLrDX6nfJJZfg9NNPxw033MBC09W4jUWz66+/3l7rb0vecsstuPjii6mLzmShebH9doeKwynaGdf3sZeJOX3LoZvJwFoWgpeeew7Hng3pvPNJb/WVzyT89Oauji88/zz0s6sbNmwY5i/y1XwWoWcyvqo/uB+r3lmJhoZjkO3sZpCXYpJswoRJiIYiOJOF2KJoGBedoKfKYwAAEABJREFUfy5+9tOHuJf34sEvfZ5F27/jj3/8Ax7712O45+MfQxWTrEkmdcSzD//2d/jal7+Ch77zXezdtRvPP/MMVq1cjUcefgSH9x/Auzu2Mil8DErSn3fOUpy37ExccvG5+O/P/BeuvuoyfOCi8zGPNDyb+ri2uob0rkNtzTjKVSmyeZdBdCkTXXUI+cUsGPRxj45BSc/jTc1IU9D7mexz3RDCTphzuLTTHvImiiBSjqGsR3+vjUk/g/5e+jl9Qyye9mCgfwi9pGkvfbs09amSjYp9BodySOUCbHv3ILZs34dnnnkRf/rDH/Dzn/4Ev+Y6//zPJ/DCK8uxev027N1/FC++vByvL1+FppYu7Np9EOt5/83l72Djlm0s3GzCkeMn2O4gnnjyOfzh4T+juamdCYBRWHr+MlSOHYEN29bjaOMRLFl2Bm697cOYPXsKi6OrUVlexEL0Wfjm17+IH//oe/jdb3/OYvX3cM89d+GBB+7HBRecD+3ZosWnsVjWj5/85Bf47Gc+j89/9r/xvW9/B1//ytfxm1/+Br/6+S/x0vMv4Jmnn8aObduxgTpo1TvvYMvmzaRlOxOigzh2/Ci27diG7373O/jH3/8KfSMxw8JcU1MDGo4fQXFRBOecuxQ30KZexaKy5r7issugwvm9H7sHl11yKfV/MYs2a6GfDv3GN76JPz76CHG9B1de9SHoW7F//etfEaZMu56LCG2ofk77TMrtmdT3X2Th+Ktf/SpOO+VUnEb+u/HGm0iHWWhqaoL8shLqlmnMC0TYf9PGLVi9dgP+8MhfsI/FbBXw1q5bT5x30J/rw0EW6jo72rGfxaR8Lo31LCTJv5sxYxquuPJKzJ23AIPpLBqbW9HS2kG+yDKhWAHp/VGjx6C6tgZXfvAqXHHVlfb45S99EQ/+92dxNgvqG9etQdijD0V9PnbsGFTQF6llktPxfNTSJkyaMg2uH8JOFdVZ0AlT//f0D2JgiHqZies07fDAYJr8lUdJaTmK6FeUMjavKCtDhnb6wN7daKRc6psop5yyGCNHVpKXMyzMDWE/bcCESVMwhfp01uw5uJC2cdrUabSRF2DMmJFobmlg2zSmTpuMGaRVT3cf501hkHMXU1e3d/agg0VO/QxylkrP8wPIBxkg/8vmDDFpqJ9OHeSxpCSBUzm/x8Trofr9aGEhYJB+ZTXtwuSpM3DX3R/DrNlzUWdtXwL6Zn91dQ3uuvMu3HDDTbjy8stx+qmnI0o/TsU/+cvTaQPe3bWDxbQ2TJk2HXnHxcQpkwnT0NLaRj2VxvPk05/94pdYu2YD27VC/pxhQW8fC4T6VuJU+gee42EC/bVIvAibt2yn35DEA5/6JAuW38IPf/gD/OTHP7EFPtnGU4lDLXFsoJ6IxRMYSdujguiIyjKcfsp8REIu+TaCtevX4elnX0BrRy8++7kv4LTTTse69Rvwi1/+Ckfqj5BfI0hz/WXcq2MsGrc1NWIqca+oLLd4Hjh0AGOqx6BuwngUlyTRysKkfJXb77oL937iPnz+C1/EKaeeghbioSL4M888jT/+8VH862RSVjFqhP4/6EmNGFFpv3mUpu81gkn0s846G1HyUYQ2rY38SsWGARYjeriffdxjvYTQ3dmGCItsMertKI8ZFnOnkzckY+/u3IkJ4yfhjDPOsMm/LVu24Ocs1j/91FPYwMKyw5hNPt2Rw4fRRtuo4vlp3Ht9s2rxwvm47NIP4KYbrsfVV16Bm+nbffXBB3HjDddh6dln4dxzzsWpi08h1gbCt7W1leegv+TiS1/6AmbR3vR0ddqicB8T4v19/ZC/o18AkR8Yi0QwlcXSiy66CIII9UL12LFQ4eso6az4/V36Njt3vEs9dBzKH5UmkywmJFGaSKCctE4WFyHMfiGC/D35zw02XmyijWvAofrDkJ8yRPlqZcK7i3G95u+nz5NOKy7yAGKdYbzj097G4zH6+T486qmieATJZAIBZSUShBDQXyyizzBr+gwkyH9Z+pkpJmXz9PkV48RjMcRjcWR4nWKOUJCl7TXGcDwPGdqZvK7p1+d4niFPCXK8jkajnDcgzycwgkWdJNcpf1nPSkpKGCrlKN9ZuIyldD9OPDksTjQ0YAP5d8f2rThBPV5G2Y2RBwSgnhIYRvGea+A6LroYLyvHoXFdjiX8RJsYcRcYY6BYRG0GyWfygzS/8Bmkz3ScRVo9U9zSQt9TL3D2U2d4vo8s9Vs3/dt+9eN+FJWWoJSFncrqMdBPDA+wv2gF6kIyDByu23Py1AV5uCxKtZOPj3INx+h/Sfd3Etc012Bch2xvGEO5cLkHQaD98ThEmrimhmnDscBPlv6ApQ/XI3+omUUQXddQr48ZMxai2yBjTq25ksXJCSzU11TXcow8Ojo6UU9+2b//EG1iI+UsZWWvu6cf+pMQbR1d9FP7sP/AIfz9n49R/2yBXmQ9Rt9RMt9Ln72X8ZNeVO7neZr5lRz9uC1bN+PfTzyOR//0B6x8523s3PkuC56HsXfvHhw9epj7mqH8hgnSMxlIdzvGYx6sDLGTsh+PJcjnEfJj0oL2JUKe0ZpUGFZOtpq5M/FwUVER8Y4iz/2wPEe6aL95II/5nCcEl/yQZY4gxcK8fkJSv5rV29eDbsprT083C02DjFtTYHoLOcY2GdI1Bwcicyd9RoYQxCds5TnKmH7cuBpMnDQeU6ZMxPhxtdA3b4vicTjcu1wuz345Tu8AxuWYedrdDAbpt/VTfuR7panvhKt4TLQTKE7UdeGYpezkiECW+aIeFtnVRn2MMdC6tc86iq/VTjTSOU5+jDEwxiCv/xTfMl/HS8plGp2dHfQruSfMVfaTT0PUTRnO1dXbg6bWFvKogYp4nYx5iosTqGLBXvTX/st2T5s0CbW11Vz3KITJn33sNzTYR5/VQTJZjCR1VYI6q5ixqPZHspbl+FrHAPkxFAowUrJSXmYLvG3NjbQ9B9DAGPEEfYJ9zF2Kl2WzJRuHmM/Si666lv/qeh6LoVGMHDMGskPyZYqLk6wHhOD6HvwggOO43P8AkXCIRx+gbc2zeJrNpRCLR+mTJJAgrkXFcbi+g97+HuTyOWgPjQPqMId77kNx0SBxFu1FY+lfgWjvOA6UEwI/0sWSM9d12deztNe12uie2mlvNUZA/HRUH91XG2Ooi6gjxQO6p/1Xe7XR/jquA607RF2jo/RWIVei9hrPIT5EBeon+xEJRxBi/kbXGiNOHhUU2mpv5JNpLZon8ANIj+iFLD1TO+nqMvps0tO6J7w0luYMuI/a47Lycmhcneu5QGsvLiqGxq+k75hMJq2+18uK0rEaS3QUfq7rCm3yZgbCoyAf8oHVTke10/q0D2qjDgHpqPvC00C8DjuG2ui5MbxL0LnwLeBtjIHmNMZAH+GrOYWzxtY1OF6hjfrpeYYyhJMfYwyEj8AYA2MMCh/NVQA91zi61rgaS/hpPM2n/RZINvQiouM6GEl5m0Kfa8bMGfRxp1A3inZFkN8Tpr0bNboKddRB5RWl5HUPvueQ5xyuyYFP/hddNKeBgUO8jOEZQXNqLq1ROGQKOuZ9R+HJpnZtGkNgzHB/Ywzew596SeMItA6NXXh5TfKi9XTSpslPEnTxXHxYaKt+6iOaCEBcjTFcg2vnFh6aS/j2MnZ1uru77eR6e0gGoIaJitraWhJoKqZNnYrxDE6q6EQKxHQJKiDfD6wwqK+IKyMuYy7khEwBiTyVNpdIYjlEAwQD1zgIGOxIiIpicejtjng0hhCdI4+b5BBZge95CHyfhPct8kLcGPb3XCqewIJDwTTGQEcRVJtsj++7r2cC8KMxtHhDTFzrBAQQowsCMr3P+cT0OgYU8MI925/zqH9e4xCMMTQBQJ5HCDinzvMGdJWALK2bzJWMQCXpN57Kfe78+TiNTvQ5552HCy6+CEvPWYb5THjWjquD3tCN0+gmkglU0nkbzURiDfdh8pQpOIVJIjm3StQsXboU8znOOCaKpFQkyMIvxQJlgfbDGw+iZd6jjegCfsSgPNg917mYoLWlFSdOnKDz0mEVhV0n8TfGvDeG5tAY7z8aM7yvGs8YY/dEtBQUaCd6qt/7QffEG5rfGIPCmB73RM8s/bkfGkNgzDAexhjoY8zwUXhqPwtHnRdA9wqgPgUwxsCYYSi01VFt/3cb4SXwKPzC6f3geT60Jg4GOQMaI0eHwDgcW0DnSPyYp3MKB9C3hmDPh5+rn+bTvALNo2vtneiic91ja51ygDxyVCh5GnxQrhwYK0s6TzOIkED302GUDEoWZeD15qMcbRk0KQWBrtXWGAONr3MFb5JhJS/r6RSoMKqClwqnCvZUMG1gkGCMges4GKJz09LcjGYmV+Q8CJRoVl8VFXQtvaBEgBIDwuU4nf4Cj1meY6CnPppDDlDhuXC3b6pwjs6ODrQyQNAYPUxca33CVevS+Fk6lK54xnUh+isJLt0jyNKoZBlEiVx5CSVOfiTApF3eHnXP6H8wZvhoL/g/7ckw2AttIeltwK2F65L6bO+QFo7Lc940PIJDiAfUL8vE0VBqADkW+mDyDDRS1kl31JZ9fYeGxXFhyCfG8Mhzzw/Bl3MRiSFE8JlM9aQX/WBYD1InGuNwzDyMMXBdF95JcB0HruOgoDd132FbgzzyDCDy5M0ciZHjuSCw8uXDddmCOOYJhnhyCBo9FzEmXjiFNfzqp6SFkn4qOrzy0ksQvL18OVYrEcgC+lYmBfSNDPFNG/dWxkk8pUKr9l3FcRXvd7OQeoAJtkYWM/RGYA8DhUEWTvPckDxxdIiAMQaaM0t+F89qPyUT6ewg8Ukhz7bGGOhjuEb18WgXdL+LznU3bZp4XnymvjKgaqsxBcYYrtGzuj9Cx680WUKHOWyDc89xoZ+Dd9nGdV1LT2MMNIdP+xAKBXRgw5Y+6hvmdSjwIQh8jhl4CDMpFArzGPHYLswEUdg6GZ5ryD8GFGYY7ovnOmINaM7+3n5rU7VerbUADukRsrbIt/o14L4NXwcWDzmScvh0XyAchbf6iX4ahxPa9eqe47h2Lbqn58LG81xe5uE6jm0X4noiBI0rCHHOgNeaC/xI9iSnkkPRWPusZIvkXG+0C+zY5Lf6Q/vx8vPP4vmnn2JC/y0mVfdg57atOMGA5JWXXsaPfvRDiHc62tuYgGVyedNmHGfyRW92L6CdW0T7WFdXg2SiGLFICPIVAu5DlPuW5/i+5J9rioQjCDzf0tLqASZr0nT8lSySXZSeM8ZQDtMMGgcZnPZbEP7SKdJZor3op7bScaKdeMoYw1WD8psl/2UsiI/0XP0FunZIPwWi4j2NpXHURueGz1zykzEOjDHcfdhxskwaiUcFcuKk48S/6hdngkj2XXsQYTAZDgfQ3ot/uro6bP9UaogBQJHdt40b1+GFF57Fq6+8wKDvMByTRZbF1cBzkGegnmXbPurRISYYfOKiRREVO6b2K0d9qT3OnpRD4aOm4LMAABAASURBVOt6LvnCIBqLQAnraiZpa2vroKTBTBYQZ8+egzoWzqKxItTwvuO4cLjWGvqRk5hsXrBwIZYtOwdnn70EpzMRWc7iWp6rn0x/qKZ6NP2eMixYOBunnr4Iy847Ex+47Hx88rP34pOfux9333sXbrz5ZvZbgg4mKw8waRKiTjyTRZ4FCxZBPtXI0aNQRN5wOK+SD7t377TfJjp+7CjWrV2NFW+9iVdffhHr1rzD5GkjE1wNtmgj2yR+3cnkpmgfkMcd4i1e0W5bU50HYuQrDwaGNleJuj7qlzR9rQxtbmdbhy3GHmHCZ8f2HZaP9+3dhwYmc/R3XuTPHOaz/UwIrFm9BirCym6qgKu9LlIgT6gbNw5nnHEmzlfRb/ZsTGRx8BQWMU497TSIxnrDWcWq3Xt24ykmfvXtJXDjwuQJ+eTiDWMM5KOLf1WYNsZABcxt27czmdyG4mQCNXV1UPHvvAsvwCmnn4azli7D2UzAnnP+BTxfijvuupsFiw/hIzffhjuZoL/08suhuYvo809hMnje/AVopU12XBfyaY8eO4ZmJjZCTN5oPaKj3lDOc3+LkgkIP2sXAWit4meX8iocS0vLoOB3NPdPBd45c+ayyHkmPvKRm3HttddC3/y5V98SvPNO3HnXnSwcX089WmRB/TVfLBazvKagXfvnBwHlO4MQ92zkyJEYxbE9z4PjOnb9pRXlcKnHxk+cCAXVo1nQH8f4ZiqLHaOZ9IjGYxhiUjVOfjLs59P2JpPEs3IkA/EE4kVJzFt0Cm766C1QAWLWnHk457wLUDduPItBLdjNvW9mIaKcScEm+tSD5JGGxiZU19RhTNUotDe3kP+O4lj9IRboNuBvf3kUzz79JEoSMWzbshkbN22EEqHl5RU4yOL2pvUbbSJb3wSqKC/B6JFVqK0di7nz5iDFxKD0yvbt7yJKX2HZ0nNw/vkX4srLLseDX/oSPvqRj1C3/gjTubbTWYwYT9n84uf/m3x2hh2nmQWIQyxiP/T97+Mvf/oTXmTB9xdM6m9kQl/J4NbmE5jNgteljFNu/vBNuJoFrf+6/358gcX5mz/6YcycPoVF2LOwYO5snLd0CRbMmYNJ48dB3yaoIP7IO/BjCbR196O5qxet3QM43NBE/ulDfyaPxvZuDNBflS1ppe7v6eu1tO9lkj9N3y1N259iMJyhfuxnoJoHyPLG7luI9lA8kKaOl75sbjqBbUyQ6hso4kHHOJAO3rN7P2WxmUn8E9BLX3v37MXKle/g7bdX4NiRo/D9gGM6kO15/Y038MYbb2Lnu7vQxD1b9c4qbNm8hcXbZ5koKEVzYzP2HTyE4hLuw9hqFgWOWB/Fp80pZtw2a+ZMW4A/jTKbTCZx1lln2G+6TCOdgpDHthnMmjUDs2fP5nkOjYy35BOtW7eOBd/1eHvFCuinXT/32c/ioR88hEce+SO2MyHf0tJE3PdAdjTPokxlRQl86vM9u9/FHhbDdB/U83//x1/w4Y/ciDvuvB2rVq9EPYsxKdL5rCXLcN2NH8YCyu4NN9yAO+64Fddc+yHqlelooSy/wwK/RznqJI2fZNH9yaeewte+/nXczcLTOhY+xSdKMI/lmm+++WbcdNPNOJu6fNas2ZjOQuIn7r8XX/nKV/Dw73+HTz7wX7jmQ9dgFOWlKBrHRMpFFWPZyy65GDdcdw1mzZiKN994Df/85z/w5NNP4Rvf/CZ+/evf4PkXX7TF7tb2LhZa+vDmm2/bvTDGQN/WV4K9koUyJW8yTCi+8sJzOMCCXil1Z39vN47Tl9hG/atvIDe3d9K+p6yvJLsu37OZsUpnZycT5kfQx3U61PMqHmbhYlR1LcpHjITsUh+LSwbAAHmxj/Z15IhSXHH5JZg+dQr3YB8O1x9FY1MLk0NhnH/RB1BRNZr6JEqfI4weFoV6OMcjj/weuXwK0WgYsaIYmpra8MLLb6C5rQt546OxpQPPv/w6nn3hVWzZ+i7aWtvRzb6KdUaUlSNKv9HJZ3gMUFleirFjRmPp0rPQ09tF3dCPyUxgTZ42BWNranA69+HSq65iMhxoI+3WrFmHf//rCehlj9WrV+MJFgdXvr0cr732Gv7xj3/g+eeeg/IGTSzSnWBhXrmdibTDIdoRuD6279iNPbRVrhfG8rdXYt26TfQhXHR29XDuHjQ1HiOtj6CJieVx3NuOjm5EYsV4c/lK8vBm+yJFU0sbfvvwH/B1FvD/+4tfxLe+9S1bJGyjjG/Zsgn/+Nvf8Pg//4l1tId7d+2iDlmCDAsIJ04cRR11W1tbK5qaWtFOe79t517cduutuO/uu7B6+ZvobqH+YLuBni6kqDt27tiOUaNG4tLLLmNBL2FfXNJLuzH6TeMmTEIPiy5t7Z247MqrEIpF0cm4oIN79CL5rZn7uPi0U1BBXZWhztc37tpY3IvQx5pE+yA9kqPNr6gYQX9iCwYGhnDhhRfT76lBiD5IaUkZZsyYaa/vvec+fO7Tn8GVtJdTJk5iTiuOLMcsKorjIIvukp2SsjLoFxLCkSLMmj0H7e3tVgdMoO+kb45feuml9JOW4fbbb+V6PoDpM6bA9x2EAh8p0kdyuH//PvJvD3XUDugcjOUWL1rIAsoAhoYGaUeS5Lso26cg/3VgoBfyGaUnd+7YQR5pZSK6DFW0jZW0UWrT3dVlbWo1Cz/iwQMHDnC9m6g3j3PN/RjNPNStN98C/ez4F7mft99+O2bR7+th8WQfeWUPbV4fC6HGGISol5UfLKGOjHPtZUxgJ3k+evQYlCRLUEYaVPO8jj7kdVdfg6986UFce/UH8ZGbrqF+uApnnraINmc6Tj91MWrHjkXgOvRfU5THHrTTz2hoOIrOjjbKG0hfrbEfpSVJFqfpP51+GubOmY1QEEDrdWDo8+aQoR0Jc++FmzGG/kGa+mEQ8neNMTCG7RhPgmAo+57rkueBQfrI+lbwsaNHrH0YoF0KM9ZT4ShN2yueGaL9EcjHiFGHJqn3y7Vm+ksjSF/d6yefilby6XUuXaRYSb7gUepovdAc8UPURAYZ+pU29gRxot0boD5yeB6jfAqvEP0RzdfZ2Ul089YWFtH2iK7yAR3qNdlFLgM611E4gGt0HJcyPIi2tnZIL2a43uraWkymrykdMIJ+eZxriBL08kaMhcEh2psU44be/l64IRdjasagmPtYnCyF8hPpPNCfTqN/KMN6bB5uEOYxh76BFNKs+nV2ddP2NnDPOqD4Sr52K3MD+lbzlMmTUF09FipcRDmXQ9zb6U8fPFCPVuqQgf4UhobS2LF9F4vTm2nT1kK/NvHm8hVWjnbu3sPCZwMaTjRTNx/E0WPHMWpMNaprx8EWibm+IdIzIG2NceAHAULhMIJQYGknOrbSV9uyZQuWM4/xxBP/xurVq6AvE0g25UMrrs1wH6QLpAeqaQP7+4eQzzkoofz7XojyFaEOGoWpzJXPpA8gW6X9kAyMqKqifhgD8b/kS7pb9l92U+3Gcv2KqcrKSlCcKGJRp8TKZ3GimPmCMIA856KVsjmjHOV6AL3Ufb20eYpThlhAS9HH1PoUgzY1NVHn9bBA34GWxhPoaG1Ge1szOtpboJ/lptsAj7FdRi+pWxikfKUpTw7ClF3tQ+AHnNehDaM0GBeO44FhIVLpLAa5H/39g5Cd7O3ts8cBFl/F1wLFuwW/NMXYW9fyw8T7vbS7uhYMnZSbQptBFv+l4xhkce4celn4bKJ/Kt9I3/JVUb2R+nrVqtV4a/nb2Lf3gN37Qe7vEOfRzyf3EJ8I6wijR45CMQtkDvm9orwSCfoI0UgMnueRlnmuxwVZA6JdSUkS2oPRjBNGjKhE5YhyxilxDBG/VvJpmjo1WRxHeWkJRnIva2hzly1bBuUl1Fd7OnfuHIweOwaKNYqLEuybpo7JopM2/SDj1S1btmLD5q04Tj71KR+O8YiDT906hF7K98DgkKWtdER/3wD6lAcSjalf9etwGcpXiHsjuY5yfX4QwDiA6BVhETZBXsnR1mTpK3d2taOb/CHeICEh+5Xl5mntuhYonxGmHLiuq0vimobOBdKJGY6l+QLOk+bcGkt7pmcCjWWMIX9GbD+1Fai/2qW5Hw5lOUY9ovvGkI84kzEGum+Mgeboot0BP+onfNRX9zUHb6Ovr49rTEE5HuGi+8LdZT5Caw5oFw3lQv1H0MeUzEWpRzSG5pY+1LUxBuonOupaOGk+4aJ20ZO2Qe0VE8bjcahNAXRfoL5qn6BuLy0tpZyWW3sm/SscNJ76lFP/j6XtqmOsraNw070S2sHi4gSikailm/AUDaSLeykbylEWxtA42m+Nq7XrqDVoP8Sbkhv1F53UTngJD63F9z24jgPRRs+NMdC4GsOY4b3QWODHmGHa8BTG/Odc7XVPUKC7/BnJeA9l8/CRIzbXsWrVKiinqxestA61FX7C0/d95j5jdlzPdeFwfPDjOAYe99CjMnJdQ38ljESiiPo0wfZR+jwuXNchzgYOj+I3x3Ggz/vxdhyX43hs68Lhc0GhTS6Xs/Zd+Ly/jzHG4mPM8FHt1Va0FE37aKvF77onUH8909EY8948eellKpHC2MJR++SoiFpMhaMNGU3HSRsvQgi0OWLaHgp2fX09tm7dijVr1mAXE1C6bqLyVrFDwad+GqiFyYJ2Gqh+KjbXOAhRIKWkIxTewA/gOg4FPGcFWEJXQBT8GGPgnCRQwH5iKIEQBT8O+wo0jnDTfYHuua7LTfAt6J6ea4wC6Fr31dYYw9EEPPCf47pQfwEpDYHa+UGAMIUzRuGKUjF4FF6fhtjzfcB1oLdJDfv6QYCASi2Qwgt8uJ7Ag8dzh0xDLkJJWSlqamswhUGZDGrduDorjBLcBAVsDB3MGTNmYNGiRTj77LMZPC3FmWedZd8Knjd3HhRQVlGZqz340cZL+aSo7MQAUjx6m6aw6S7xckgvY4ylt+isPgK1EaNwGPtPtBFT6J7GVFsJg64zdKb07P2A9zGS7udOMpXO1VegvsYYvB8PPS8A+HFdz+6X2mhvCqBrYwy3wbAV7NGY4fNCfx3BjzHD93k63I4nxhgrZO8fT7QQGPOf9u8fwz5zjB1D5wJjDEfTPwPDZ8LLcR2oKKr1ZfI0mnQ0s4RMLkMnMoWcyQEukGVhKp1LMchNsy9gPMCh4jAEODmOkUOWfTROngGbARgXZaGjaxwIcnTi8jSEUmI6N3zqk7cCP7Dr0z5q36WQ5fx10sGWIhPIeZHzqsBICRsVOOUcKLEghag2OrZRVvcxGFq/bj1WMsG0hYWMY0eP4jiTpPqW1kEGVocp97vpuO7dswdNjY3QGA0srGp8KVDpBvGNeEY4FUBr0/kgnYV+Og3is2QyCembMdIzDKyiDBIS1D1JykAkFIZPnggHIRqcCOw116s1h/nMJe3FWxonSqfC47NBFlxFgz7qmz46ISk6lmqjeQV5KlWAHj/pq/22wHPhZs/Ju+8/5yNmPz3lAAAQAElEQVQYNs/SMckwYOrvo2Pa3opeJlbAokSI+xui5Hvc3ywTfhn2d1wXru9D+9TOQEW0F44+98mnA+dw32jNqQa4g8bwNG8hzb3l1hM73qesumzrEXR0SQeP6wvofLk8GsdD3rjIwwF4BI85zq05C/gbAziOsaBzIEfZzxCynC8HsDfsvSyEe5rrG4a05T2HnQxb+VwPO6GfBl7B3h4mPPbv3QvxhXS9gkDxlIrfCgxbmKhSMVxFcfGD+FFH8aQxxjpOfXSMxC/iRz1ToCL+M8YQX4eO5QB6OZ/aaU+1N+DHcRx4pIno6bgOjDEIguA9vcFLrk3rG6apaJGl3KiPChk50jjDIMCQXnL6jRnuHyKPhX3qbdHZccFB4BgHruNA6xd4PHcAzkkQ7RiE5Jm8EI1cx7C9QYj2QLi5rstrvAeGTBT4LgMtn0A95xnOkaHdG6KDOMjzPPcgy3V4TGTEMWJEFR2zUru2HHlWNCgYdWMMtyNnQbwtUBvRSOdp2gBjDIRDlokD8OOTH0UDY4ydpyDvornOZXvz1Ft5rifH+dgMruPA4brYHcTWAieFZCHF4EL7qrZyRO1zdhIOwlX3Na6O2kft9dHDR5gsakA9E/Z7du5CMwukA+QDvXVrSM+AOEZpN4fowLQyGd5w9DCQHUBVaRGiXh5dbSeATD8GetqRYnIzGvhwyPOB58Ilkj75QnumOY0xwzzsUD+zTYoOvWijZ8JRR9FJ5wJdi1bCWfqrwHdai+iuvqKnxlE/XetcoP4Ch3OpjY5ExybH1E5jaGyNI/usPgJ901v9xGs617jCQ/2NMVA/9VdftXNc1/JHmDQyDqy9UNuiohgTEGW4nIm7z37200zOz4IKz9rbtqbjLO51MPnUjeNH67Frx1ZbZGhnEjKXSTFJ0YgVTK6ufPstBtjtTDaRBykDmlP4ONx/+RhZ8kQBn34GlBnqOtdxGcAexUsvvYg3Xn8drc1NLAwdw6ED+9DV2c6ESTtWsCDgEtkc+bCCQYX8yqpRo3H20mWYxWT+vFNOwZnnn4e5C+dRFnqZ2JE9OYzVa1bQr3yH/uVmrFzxFvTSxjEWQ/fs2YXjDcexhYWmffv2Yteud/Hii89DiY9//OPv2LhpA959dztUTNnNwsKWjRuwcf1arF+3CtuYuG1pbCCOR5kYPIL+vm4UMXCKRiNk6xznT1t56yNPGschfXOE/DBQb+SyeaSZJKKqp2z4TDrkmPTNAjlD+g6iv3eAY6QYNHfavZMvrOSL9l06btOmTTbQWL9+PXZThxbRj9Q3IvXNyI/ecjNuu/02zFswHzXjajFv0QJUjhyBY8ePYxuLny0M5A3prSJmMW3mGCYfP8CE8R13342f/vyX+No3v4XJ02YgwYLkEPXd6NFjMWvWHCxcuBinnno6LrrwIqgQO2PWTFx2xeWYM3cuZC8837NrFr9qv7Wv7R2d6GMyNM1xVAjsY3JEibBc3sBxqSNDMSaiQojGYyhi4D6avmoJg8kUbW0HfQ75AuJjl/xqSEcds5JB2tCAujpMGy//Ocl15KhvMpxHcqt2BiAN06TfkLUB0WgYYfrc4kHNUV5ZgbLKSt6LIcKkYTkLkj4TIynuTygSpyV2WIDLwaU+z1BjZQku/XBd54mLR/sZcH7H8xGLF9u99fwAHvHKAAix6KrnkXgcPmOUPOXQo16CceBSvwg814XjuNQvOUjGujq7IPslOuU4XyQWx5Qp03DZpVfg5o/eigvOvwhz58zHWWcuQeCHMaJyJMayaFvKpL2+Md0/mEJnTy92sbCn/bvk8itQy4T6wsWLUUUfXzZ1RNUIHDh0CKLvahZFxEthrquIRYJMKoMXX3gR27duQzcL+x3tHaisqEQX8RIPhrkOybOSCwpyZZc1rl6U1X0F94o15pInVPi7447b7U/KqiD20EMP4YEHHsAPvvcdJrq/gLaWRrzw3NNYu2aVLfxu2rAWAyxmlSWKMHH8GDhI4aYbrsZFFyxjsfUKLGUB8YNXXIbGo8dIrzyKSytQM2EqxtZOQLykFGXcv2T5CPrFBg0sTsqHOEG7IJshfhRdB+kvpqk/9PcNtZ9ADiHul3giRD8wSv4Icb8d7m8vA/t+AXEKPAexSMgG52pDFWa/JdfPxG6Gspwl3+V5s49+RjeLKoKBwT7k6Yen00MgMyHH4qPn+GhqaMY7K1fhiX89iV1M5v7uV79jYfqn+NVv/oh7Pn4/7r3vk/jLX/6G3/7md/bnbh/5wx/x9JNP4rVXXsIzzz6J7p5OtLIo9Morr1idqWTM2OrRNlmaIO1yxEPJlTomXPRttbMZ8113/fW44ooroON1111nz6+44kooYReLxXH8eAPkZ+mnUb/73e9Cf1vuF7/8hf3Z3kcffdQmUfWSrUBrU7G4rnoMorQfa95ZgT/8/ndYv3Yt9u7eg4d/9zsW8zda38wnLVcxpn/1jdfR1kleorzde++9+PSnPw0VqvpYRJD+lV4r4R5mmSRvb+u0BbrfP/wwvvOdb+GRh3+D//7sJ/G9b38TO5ic1jcx77nzLlx68cX48PXX4fylS7Bo4am4+qrrcCtlROu7/rprccON1+HKq67EsnOWoYpFsWMnjttv5O7YugVbWWT+xx//iAc/8xl86r6P45P3fxwfv+c2/O73v4fyFANMOOrn1zvaOynJDiLkix7u7W7aCX1zUy9qbqcuPcz4RfGPrgcZL/iUb/FaIlGC0dW1SJBH4foIsf+oMaMwioWmWMTHKQvnYsK4WtrJNuib3AMDfdDPB1/xwatxx90fw/jJ0xEqLoEfKUZl+UjyTCPqDx3AtOkTMXFSDeBk0cOYpLNrAK5ThPMvvBx33PUJ3H73J3DVNTciXlyKreStDRu34PiRY2huaITJpRENXNDwoDQRp+06hvr6g7SL22gHGzCFCfu6CRNRXTceCxafhiPHGvHww49i3fotLIIegL6ppeJEnHauhTZ/+7YteP7556Cft+zu7iL/lcHqF/qbo0aNIc/0YuGiU3D5lR+0hULZmESiFI/86VHGeU1YTHs9e/Y8+/L2fCaNx9XVYD4LVpXkkf31h+BRHqXTJkycio9/7D589WvfwHkXXIyFi0/HWbT5pWUV9H9DlMswJk+o47L6UTN2FFwDrFm1ApMmjkNnRzvbhDFu3DjMmDkbR44exy7yaAd1W3NrGzpYkJG+Hj9+PG668UZ86cEv4fP0e6695kP0e0axaJO2MMDiVxd14aQJkzB1ykxs374XmbyHa67/MJIlpdbv7u5tx/59u0jvQ1iwYDauu/pD+Po3vmK/Yf7Rm29CaVkStbW1NhYppY2byMLoASbE0+kc7rvvPvrqxdYWuOSXhoYT9FnWMwlYinAoilGk6YI58/CRG27A+eeex7VNQoL8Ucu9qqioYlH1MAYGMrb484Mf/A8+//kv4MEHv4z7PvEJPPLII/jXvx9jMXsrC0Vv0SYO0J7PwMiRFTZp3UndrqJBOW2I9J4K08rFTZgwHi6J6ZCeGSbBVXwYLhQ3UUZGIsnEb8PxYzjMvXqT8p2lzx+hjZ09axYLlqdBv6Rw7nnn4sM33mSLwXfddRf0Sw1XXXkllIuS76lcgPTOAAse4Ec6WyAf1XVdiE7V9E882tUh+gQqtLieD8f1EIRCNKUOXMezNr6be6o4Qmt4iQXt3//2tyyWbUUr7Uwk8ChHpZg1YyqWnHk6JpM3Fsybg5s/fCPu+/jd+Bb36Yff/y6++ZUv446PfgQL58xBNfMIreRz/e3NFSvett8w7KDeHWDxr433G+k7Kj7VnH2U/RTtSh6A5s/Rh8jy2hgDrcOnXpDdKKIv4NH265kS5yOYqA+CwLbp7OyE7jvq4xjadw8+4xHDeKa7qxMt9IlbW5rRxfN24tFP37KHtkYvDaUYk0jvGGNssSdE2siOya65HEM4yE5oLmM4In2oZuZX9XLy7p270Ene9jin5wA0VLY41tHWwhjruJ1X86VTQ6TzILQ3vudZ/a79GKLPEKf/VFKSRGlZORzyr76BmGLsqD0D54tQ/+n8MOO2fsZk3T199tuKYeZaIrE48o6LdspimrYrQ9yiRXHqw7GYoF+DGT+Jtn004skKlFeNRSxZjkRJBfVRD4YoO33knVbmUbq7O+D5Ljyu13EdJGgL08RZdCIJ6V8NMI7qxCbmoXbt2sPCVIo8FEFnV5fVR3oZIkU77rgBABcqorUy59LW3o79zFU1sIBYS5uqNaYpDzHupfbLJz/qZ23bSMPjx0+gqbEFPd196KMPr4LXdtoJFXqP0m/Jki/kQ/XSlrSzPSdikj8G5cCWs5DXSp3U1NSMI0eOkr5ZS+su4tdKn72HNBPtZGe0v5KNBGVQeyAZ0osVDcyddZMntEc5+sNU+vADz/otsXgUiWSRld2pUydiHvl/Ae3QbPrxkyeNx/hxtairrcYY2qnS0mIEgW9pKb4RH40ZMwYLGEtMnDwRfdSHxyj7mq+1pQVNjLFbmxuhX3kMkTd87qch/6cH+zFE29bF/ekkzw5SdgYZb6cZB2Toi2Up00OMD1T0B/de9BQtM9yHDGms/ICOQ8wRCDLpDOkyDLoWPRRjOfTXwI/6C9RHIDq4rgP5TO3tzSyE95AGcVSNrIL8YMlfcVExBohDE33Gzs5u6AWZY4yVBocyGEfeK6f/q7+DPDAwRHqE0E27++LLr+LhPzzCGHELx0tiLHVUMlnKvHslNGY4EsGRo0fQw30W7QL6zZK9oqI4kskEPOpVvZB7jIWjLvpFgeeiroa0ZzwrPaG4SevzfB96cXNsdTXqaKMqKkcQp/GYv5C5/GXnYM78haioHIks48ZuFktz9Jod0j8cjSMeL6IMlEAFtmg0bq8rK6swsmok7yep+6MoYtxSTNmNEt8yFnWTiSK2jyBEnVRRUQbpePCTYYwunisvL6NNKiEdAvImLIBzZrI58sQg2hjv6ZfSQF2iAl6OAa74MEQ/UT6yMYZ98hwRVpfoxOHeST/mKfeyA9pPHdspdz2sDYnftZcp6rgseUp0Eeie67pQf/m8utYYuqdx45RP8a4xhrI+RH4OED65Dxorx7HU3hgDOyd5QMc8YwLNI3yFR5p6zBhjaWKM0dDQHBpb7TSWrrVvOhduwieZTNr59EwyrLhdcq851Ebjqp1AgxpjSFfP4qmx1U9rF48LD63PGEN1amjD07QDXdaXUP8o9ah0cBH3sqysjDI8BlOmTMFMyrZ8G8VwUepgjSlaFzMvLj6Vr1tTU4Nq8pfku4oxovxwzS+6Ck/tgWxTP311izP3iVhYPEQ/3ROewlHrF566rzUJdC4cC3PrWn00ttrqmXJCuh9ivCCe0xqEQz9z7y3Uh13kqy76KcqBKM+rL1Rs2bLF0iBPvaG+wtcj72t9mlfXGkO1R61X9/U8EgkjTPCDwPKO2goHgcYxxtj76i8wxuD9H2MMDPlb6xH839qove7rueaVrkAmvwAAEABJREFU7PuBb3lf+yl+EF3fzwviJdFDOk64qJ9AY2gsR99GEwGOsYCinwhzHQeDMn5SwCyeHD92nM5OK07QCIhobS2taKcBExH1Ey1yShxjhBvl01gm1qTaDB2NMdBEIpKOIobua1MFOtc9PXOosFwSW20FxgyPa4yxDCxGlADGyJh6rj5aiDHGEsEYY+fXAkUcCWaESuj9IIUjojmOC3KbbDhy7Odx48TsSRY+42TkuJQqldcIKnUpSf0szrwFC3DaGadDSYiFixbS+Z8BFUcV5MxmkHHqqafawPCSSy/B1VdfjZtvvhl66/AsFkbHMVjQ3FqzBFaMKjwVmMgplmBNnDgRUswJGuAIlYrWmCeGEgRtsED9RDPwY5xhuliaxGLQmh3unzZabezGy+BRKRXu6X4B1FZMLMFIJpOWxtoLPVdfnQtfzamj7udyw4rWGEPyGWgMgUulKXzBT47Co7bigQJoPN3j4/f6GePYfVN7zSXQcx3VVvD+Z7ovUBtjDArz6miBOOiI/5+PnguEr3jNdT247wMOyt7ECw5yEF85yBsC2SXHO4PpAeRYEDU0tob3DAslru/A9Q1IeviBh1DYp6Ptw/V4n3vkCFfkYU4qOZfj6psvWh8JAMc4cB0XkiWc/Gideu5yTSdvsWneOvMScAm7+MEYA+2dlKxH2emiw99M5dZMR1xvv9czKdfC6046hnrRYR+TeBvXb2CyeSv2skB6nHIvZ0s6QMZRY+ot3Wb2P0JHQrw3QMeskbpAOqKJ99VWOIgnxMsyQrqvcfTzhSk6Vt10MA/X12MPA2PpjuN0VFVgObBvP3YxONi6ZSs2bdwEFXPr2a6ZRTk5pJpHCUA5t1LI+ulMKed9+/ZBz+TIRSJROp8xy6/iecm3jiEGKNrbYXo5MMYFudTSTfQc5iXIJ0Qub2jwcnRyuC+kvzXMLPo20SHfu3Mntqxfh01r12ArE4g7t27GXibrGw4fRFdrE7rp9PUxMMikBm3xDUzINTFxf+TwIbQ2NzHR3o0cncr0UNo6JPlcHsJN+yMcQKwch7gJP8cjZzjEA8go6Sdge/7jPeJHJ8gaMgCGvGCB++w4DhyHqzN5ri8LcBRBjg56moVSyWyecigI0wDqrVfxnCDE4CLCRLN+8jJOAx7QIXSMYfc8ZEBE7xdeeB7PPvsMXnjhObzxxmtMCh7mfJyGMpBm8lGGW3MMMEjV/quf1qY90ttKCh7EG1nqngHaE8m/+KWLfKG2Cih0X/uitUgXSr+LThrHGMP5tIeG68tDBkz9LX/S2dcbUnqBJE0nUoUCjaN+dgw/DJd0DXGNgR/AJ704HFzSLx6LkXfCMA5I7zR3Ik/5A9eeG5ZPyigf8Z6BjnniLzBct8sbLult6IBqzwXcOfbLwjE5Agg82r1IAUjDoa7wA8Nkn8+CRIhJ/TDvaboMjAHEExE6DtL3vLTXwtNxHOijNYmGOqq96zi2jZ5rzQXQc7VL07HUsXBf56K9QPeMMXBJD5e0cDhhlrySGkpZvWKfE3cjYDsdtfYMx5Tcab8l99o7zWMMBwCsrgvTERmQM0fZ72pvQ4pFOK2piHY0CKgTQz4iFjyUMCAoKylG4DooKYqhr7sTGSa2R5QlkCgKg8KDI0wA7dr5Lgthx+loDyJHvtYac5QHeyRvO6SF1qVr4VM4elyfMYZ9cha0LqLJcYag9jpXX90XiEbGGO7HMGgs6T09U3utW/d0rb7GGB0saE61kQ4Xf2osHXXfNuD/jDFM+GWob9LDdKZwZ2mXNab6sondU42vfgoi9FzPxPf6GTSB3qZNkb6Smx3bqb9372Yx8yBWv7MKq1auwGHqpwEWDTPpQTQ3Hod0UjsTVVu3bMByJtNWs039gf1oYBC5nQnrd1auhP7+6gnaAH1zYce2bTi4dy86qIvbqQcHmRRqpE5rPH4Um1ik3M6i5oG9u7Fh7Sq8w6LnaibpX2cB4bWXnse2TetwcM9uNJ84AQXfB6iveyjrCuIbiUNfXw/qDx3E8jdfxyvss+Ktt1GvRCV5T454HwtMfQzM0iw27aeN2rJxM3ngMPbt283AMo6W1kYUJ2JWflrbmknPQbRRFx+qP4A33nwVLdS/XZ2tGGBxxSO9B3q7rR5Oka96WOztYzI5z2S143hIk/5KBA9SR4O2P02eijBh5Po+pZy7QdkgMyBD2R9kskeJiSz5L5vP8XkefigAzQcTtClEqU/kZxYxSErQh/IpByqMnXb66Uwsn4/rb7zB+oEjR42C/r7hY48/jkba0Gg8jhEsIFTX1SLEAm8R+yoBfd0NNzK5fRVmz52Lmto6zJ03H+OZQE8kkgzM+kiHViYLehCEAugXTBRwGfrNrQxs29raIN4YZBJEPCQeT1N2xY/G/EcedB3Q3xV/Oewrm5KnMojG4whFYlDizAuFSKfh9Yon1SdFexZwfeLTEibm5KvqjXxdZ6k3M5RJtQ28ALIvyFOUSWsl3/TcvmxGA5RluzwJmIMLj7raD9g+FgH4LE89anwPERZvbYGTMu6HI0yMU5tyrEHumXE9OGyT55oE7AjjuHB4X+OmKVvaPxjOn89D9iFDO6E1CD/DB8YYK4uSV90bhjz0McZAtDNGbXLQ+qRTRDOfPKL91jn4EQ2lH/qZgAyRZvLF5OsrFlDhWc/kY1/HAtkDDzxgfw5YP5GqwrpihCuuuIJJlDhWrVqNo5RDj/SdMm0aLrzoQnzwQx+0cYQKbsYYKFn+RxaY3npzOWOwNix/4w1bIGtjIu+3v/ktnn36Gaxhwayf9ra8ohxgHz8I0Ene3/7uDqxc9Q51xGEIRwXp8vsrmIhyXRdKkEcYK2VYBH/m6afw1z8/CunrT9x7DyaOq8ElF12AZWedgVnTprBwUI7amhFYuGAm2luPU5/HsXrlWzhC+f7bn/6MPOnfzyTVaBamPvuZT+O6a6/BFCb4xoyqwhQmBWfPnIozT1+MSiaDxpH/J7IoMGbMaCYMxiJBvhIdPdI5Td6VrRjBdiGuAwaWv3U/TrnTeFM53oJ5s3DJB86nzRmAx7XIxxg/bgKyLPydf8FF+OxnPouvffVr+OIXv4T7778f119zDc49dxlmTJuKcDhAlPKXYdvAC9GWO5Ds9Hb1QpCnPxYNR+H7ITQyCZuFC8lIKFKEPiZ32ts6WCQaQgdlr7GpAR3UNa2tzSyADScSJI9tTFLW1x/E2nWroGLHpk2boEL3nr177H70klbyw+VXSzZC5CPZWb14KD764Ac/iIsuvJBF+bGYMWMG5s6dB8me9m2Q/ldnZyfGM5FXXl4OJTCef/55vL38dTzz1L/xzJP/xoZ1qxnT9yNRHEPViHJceP65mDt7JpYuPdsWia65+hqeL+W4c61Oe/bZZ1mAexmSDZcyFSOtT1Cv676+4fjYY4+RHj5GU6dJ78n/G8nCxlgmfXopB++sWoW//f3vePKpp7H8rbfwMHn2Zz//OR79y1/wNm3QUdqfZvrJDQ3HoJhiw4aN0N8YPnDwIHbu3oUIE3v6ydCRTDrNmDQBY6oqEAt58N0c2pmw2blnH/pTOfQMpLH7wBGcaO5AW1sXujqYvCLk8xn7k3gttBNtnW30ozO0F2mAvNFP3RiLJ6A/kXPRhefjUvLN7R+5ETPJR4NdHZhCfkxSF41h0mrrls12nzJMHF/EwvCpp52Ol155FQ988jP48te/id8+/Ah++evf46Fv/5C26ghi0RALAj1Yu34V0ixcjRw5FsaNYcOmXfjZLx/G7Xfdhy8++HX861/PwA/FEY0VU/aLud4wckxaz6ZsLT3jVEwaV2t9I9lx+VrHmBSvrRuHPPF//a0VWP72Grz2xgoUFZdh46btWL16LbZt3YYi+lr6VtnQUD9Gj65EvChCmRqNaVOnMBnZC/FXTXUdWppbsWLFKqzfsBk/+/kvcMvNt9nC3je+8U1brO4kT/fTjh4/fBTdpMkQk+3dXa3I0372MtneyyJRWVklJkyZhi4WJM499wLMnD0fQ9wTxw1QVjEC+sln8fCIEZXwPBe1TERPnzqZ43WilfZPhVklg2exsDeZRcvOzh488+xz3CMP8xctxtTpM3HqGWdi7sKF3N8WrNuwHo89/k/87W9/wVNPP4kTLLwrsbzkrDMpa5vRweLIpKkzUcrE9dHjjQiFY5g6bSZjGMUxz+F/fvQjfPPr34C+neu7Dvbs3I6nn/oXNm9Yjb27d+Bfj/8D48bVka8DlLEIXF1dyzh1L/p6B7k/cax4ezVhJfSN9a2MXX/969/Y67ffWon1a9ZiJwsyWzdutC96tTF3No8yqheSW5gv23+gHnsPHEY278ILorb46joBk96lqK4eiwx1bhnzTqdTJ4YjHmVhFf75zz9b+atgcn6APlKMifcQ9cIb1P2HDh3GKSx0T50+Ayou5eFAukDy6BiDD3/4Jnzqk5/CQ9/7Ph595I/45re+bl/Ai7D/GPocx5jTW00Z3bh+PSaQr85ZtgyyIYrf5V8qcd9CH1C5Kflkitd2796N5cuXW9D9xaeciilTpwHGgdYYjkSxgAWESUwQe9TdWfpUKfK07Go37U8b9WMnixL6RRWdR5nDS9G36uxqx8p3VlJXPInXXnsVb775Jv7y579gKxOxwvEF6rI//uFh/OHh3+Nvf/0LnnniSWzeuIH4NqOYPoL0vX5pZYAxYYx6YxaLsWefdiquuOgi3MpC7JWXXIhzzjwNU8bXobw4jjzjkqYj9WhhYUmF/B7ipnzH8LGLRZ1uOI6DBHNwst3S37L1EdpGgc4ztG+it+y6rqWD5ReUlJSQd8pYsCmHfAbFyAUYZA4lxblz9EPy8iXpx6RYfBgaHKJuHqTtStn91j3wIxw0diG3J//DFsZo6zWfZEvQIb+vtQWtLOK6jqGONLAxKj1Vx5AzqDMM19NPmT1w4CDj+KM2wZ2jL6V19BGv9s5ODDKu0JpramrpYxejKJGk++agu7uXvOUjzqJOln5bT08vJP+t3M/DpONuxgP7D+7HiaZG9PT1UB/0IAhCnN1QH6Ss79HKAqQbuBhi3qCyspxxUD/yuRRS1CuJeNS+5Fgci9IfKMWFF5yLadOnkh6DLBQ3UVZCSBQnEYvF0dc3SLlvhnQ4HI/0ypP9XMbWMajQsJcxx9p1azFEvsuQ/7Jco+P5UP7Op/12jId0Kos+6qyO9i7yQCvX14PW1nYkkyXW/i1evJhFzHmYM2cOptEPKy0t5dqLIPoPA+cjL4inDx+up/06CunVVu6L/DfZSe1Lw4kGbN+xHQ0NJyB/JaD/IvnNMqbQHueRhWLawcEBHjPIM6cgva2j9HaIOcRBxi4Z0iyXT7NNGiBVE4mYfSFl6pRJjBFmw/7JtwXzMIH+lR8ECDEumDp1KvPOH8bNt9yK62+4AR9iLvoq+hAXXvwBzF2wABMmTcbcefMwf8FcyLcC81ejR47ArBnTUM1C7eiqSlTRf8wxN9VT7yoAABAASURBVFDB9ZcnkygOReDlDHppZxsPH0drQzMc+kY1tPtLqYM/cPGFmE2fIs797CMf9FEeM+xvDMB/xD8LnTuOw7Vy9ZSBHPlJchSm3E6dOgkzZk5DLYvFo6ijtH6176K9r68/DOUB95N/D9bXY9/eAzh2tAHSg/pFigOMI5uaWsjbDThG3d/N/Y3Sxo+pqWPsNBnJ0nIUl1AuqUtHseAcZ6xWRJAO0t4do98tmTJGmIJ8lQZFCQZ5zrvH+ubr1q2DvnTy2uuvYzOL/SnKbWdnJ1QgV77y6JFjaGKe1XU96nmDg4eO4MCBenTRLvkBaeeHEY3GKRthGOPyGEKI913Xh+t49EMjpAswyPg3nSI/ZKHtRiBdSl2RoS+c1pyUd307v7g4juLihLVX8nflg0nniJ6e57Pz8D/R2xiDHOMgyXtRUZyyFOV8YQwODfB+DoaLdR0XPSzya11p2pscfZ5CfSfkB8TRsXysPZNMJJNJykXcjuMx36LZXOoa+YpFpK3mlf4UTjovtBEOnaSbjr7nE38ffdRNor/GUDvJi0A4SedqXI0jPOPU+dFYDCHaMrURSJ6kfzOULY0jeuiezoWD2gSUDYHm1T3hFGXuU/3UVjj10g/vJg3UX/TUPZ3LBqiPQLjqfjPto9poDuEnEG3UVqD7hblsv94+9Am4Vs2jMaQzWppboGu11Rp11Jx6pvsDjDF0T+Mr7hymb9zSXrTRPa1BPpbWpHYC0fH9oDZav9pr3RpHNNQ9tRftNU8BtJYCFO6pjaGIiBflF2TIj4Yy7DkOQr6PGOk5qmokJrGOVVtbS/4stjwj/6aAW2E+jR2wj0C46TpNfSGchaNA+Am3Al2kO9VO1wK876P8m+YwxkBH12E+wHHsuTEG+qiPxtB6dBTonuaMx+NIJpL0yUqsDVduRfFUknwuXISj2nm+Bx3Vr7DHdj7yviOhCTyfRtjDEAMzA2MT19rko0eP4siRwzjKoooYQYSoYpBRxiBHG6lBhJAQ1TMt3iJFBArPjTF2cpeTCSG1K4CuhZieaSyNw+ktAXStZ2oj4ZQDV83qvAqO+kq9BFrPNJbmVXv119FxHQiMa+CooOW7NEM5JodokFwgFAnRWSii0xCHH/i2rR8KUFRcTKezAmPo4FYzMKyrq8MEMobeHlABdcmSJdBbxPqq/3nnnceA/Fycc845NhA944wzsJCO/wwGu2KkiooKiAYhCr3wFBNoE3XUtZhZ69Lah8iUBSHWUZsEflzHgUPgqf2nc/UVqJ8Sy0N0yPoYwEqAJbRSDIU9Ef00v0Dn6qMxBGIGtROIWYSLhMwYY+cyZvjouIDrunYP1U/nxhjbRmNoPQKNo6MxxuJsjIExAthjoa+Oxui+YNiwapw8hRLv+9h7NAAaU6BrY4wdW2O8H4STro0x0Edt8zwRwDic34XjulxDAM8fBtcL8Z4HGJfGD+SNPNIZQQ5DVMoZOgr0xcg3oHHN81kWmsNz2Yd3aX+sIRLeDgAZBhcGsohZGj/JVZ4OXZ5JmhwNk75RkGUyMsP9ytDZy3EOc3J9WZ5r76ScpUSlsLVfPpWN+ES8Ligmf7quw4C9D3oTsYkJ7zY60kOD/Zw3ixMNx6GfMqtnAbWnuwfCNcJEpOgnnhL/aQ7xiJJ/UtY6aj7NLz4Ih8JcDaAAQwluzV9Gh0r8IbrSv9AqmXQiXbhOrUVGV21bGTgqKXT0CPXG4SPE5wQ6WcRta2uHnEzpEzlFO1ms1Ju169ats8HTSy+9hKeeegrPPPMMnnvuOXtU0uaJJ56wyafX6cCsZOJ/xdtv4/XX34De+H+LSZoNDAZ36m+4EHZzzAP2Z5B6uV9ZSyOtq58F0v6+AbiOR2VfRCc9A+P4XIYDBamDdF5S3A/hbou3LDC3MDBRUViBSisDYznNmzZtxMrVq2yyct2aNdjMYuv+3e8yMdCAno52dLBPU0MDmhjkdzB5lmfQFAuHMcS5+7r6YOiI+l4AY1zkeS7IkcG093J0BKCsO54Hl4bf8AjXhUAJY5uMJr9kKScyZkoYaz8cGHjGgTVo1OOB6yFMHo8EIQS8zpMHswz+tLeaS2s7wILKkaOHrREPqP9SLApvZ3FmBQskb7+9HDqu5lr1U1LixxbSQLwSEC+NkyMOGjNFXlagraN4S06lnE4lEcRPnXSa9Fw8pmvpQ8/j+oijxnK5PvG47gk3tdFY4DodY2iH5NQaaI0UNrsex+M19bpLvc6l20RElrRGPocQ1xKhbo/SOY/wnE1BaiPEOWMMgEK+B891oLEd0lprH77Oc6gc8kzC5RlYGMq364BtDcHB8LnD+V34nsCxR54CpIXDwMglvkJJ++AacF4ADJAU0KpPoLkd3mMQEfgOcSUdDPUOA+wTTG70k08jlD3RSOD7PoxhA3Yp0Mlwn/O8znHOAmSpO4wxcLge8KNrPTPGQHQN0f5Ir0uOtXdqpzaAsXTIk25Z0i9H0B6qr+YTqH8BdA1+NE7gB0jRV0gxAFe/HPnLdQzp7JLPswhxrT6vU3LWGTQbFpQdF9Szae5XCkO8n6XjlM2keJ1GjmvIEqRzFNgo2VLgO8mweEL6S23y5A3hqCPRsbIuvMU7aQYcOtd9PX9/O50LdF/jCNRWR7Uv9DXGWEdVdNPa9Uz9dBSovUDj6L6Oxgzvk8M9cMnTrufBGEPWyKmLPdeJ2qpvztI8e9LRzNh2xhior8ZgB9IlYwsHWpdsDJmT//JsmyVf5XH8+HE8+9yzkFMv+epkoiqfI8+QN/QN3lgkjGImKPLk5+1bt2LjujUMDHcx8d+PPiawtmxcg3dYhHz8L3/Ev/72CFa+/iIO79mBt155Dq1HDqC5fj8aD+3D9g1r8OqLz2P566/aF0p62TfHAF8vl2zfshH1B/fx/rvYvnUzbVIzmllQULB3jH5jV0cr9u/dhZVvLcfKt5dj7aqV2LFlEw7u20vRSMN3AG6g1Vd5JhTz6SxlzGcRtI9t9uPg/gPQWDt2bMUW6t89u3aimTavncUKgb55s4tFoj4GQQNMCuUpW4O0hTqmyV+6J3pzFpLUWH0nWomfpM/0TOd6Lv4S/WVnJX9yomMM3BJMsiihWTt+Aioqq2zysm78RJy1ZBmuve4GfPijH2Hx8womyu/EbXfegWXnn4eGphN4+vlnsZvFEgomfMrgnHlz8aUvP4ivf/ObWHjKYsQTxShjormWhST9iQcv5MNxXSaGolCwb8hL0vGCrNZFWdOLI8K5mfq4k0lA6dv6+npsYxFc/CAbHaJspikH1GaWh8Q/0t8NtE1qq3VHmPgUbxvjwhgDybEDQ307hHSqH74LONRphvrQUBemmSR3nYBymyb/AcY4LLpQNxNH0S1HnhuS/qAMZ7O5YXmmbwADeFyT6AopRQBWBtg+Y9tmOU4Kwlfr0jg6BrQzGeoUtZXO0n12hWRD18Jd17ov0Dw6DrCIOEh9qmdqWwBjDIwx0NgaM0/rX2hjDFdIfPRMvKBAVqBzgTHD/YSP8BQ9da72Omoc2WSNqX2KUubixUXwqAMrmZSaNmM6tL+D3D+teTf9CxWbkky8ljNGOMIYKxqL4SomvKbOnInpM2fDcX3U1o7Hq6+8jnVrN+DNN97CU08+g+VMZhczqbiYccZE8uN8JuwXM4H98osvYenZZ+OiCy7AGUxseYGPLeSJ1vY2jGURYwHbT2aSWy+Ezpk7l/s4BOnVAwcO2J9W15qOEg+9CNXA5N8pixdiKQunUyaOw7vbtuL8c5aihkmoViag161ZjXb6nCrKyf51d7XhjddfxiATf1MmT8J9934cd9x+Gz77yf/C9MnjqDueQlvjEUyqGYXSuI8JoytQFvVQ5OXgch/aWprQzqKXIf/oBZuykiR1QxZp+hayz/JvO7iOdsLAwCD3MMdeIK+m4dLGxFn4MtRxGiOgQumhHtQ+Kfmvt/ynTJkKvVyoFwcbaGcNfS7fD1A9dgz0jcgvfP7zeOj738Vvf/0r3Pfxj0Pf0rr+2uvwPz/8H9z8kY9i6uSpGMF9CoIAVaOrMW7CZCZ4I0wUJOB5AcTbQRCCkHLIK7KPLvW/Qx9HRYY+2nVjDAL2byL9RGfpIB0lt6tXr8bTTz/NIswTUBH0cRYqX3juJZsw1K9A9fZSX3OMNvrR+om9ZiYNZRul9+VbKc6sqalhInM2VJhSXHohC68R6n+SA0qSTpo43v4d3OPHjuJ5FqzkP6/fsAF/ZuFbf0/5+w99H2+wMK+CpvRDWWkZpEsUb0gPis8V19YxHp40aRIU/+q57qvgW8siVAt93k0sPiqpnjeAF/hIcC9DxEMJ+wsuvgjnUjfuJc8VEpDLWThpYRK+LJlkAXE8ppFH582ZM/wzeqWlyHCvHN+HT/05a+5sqIAjfJqYyEpRx4WoxxzPtzzRz6STeCbD++1M+B471kD7mWaCsJ/J8g5EwnEL5eWVyFFHvf7aK3jmyX/iD7/4EZ7/56No2LUZS+dOR4J8mWLS641XX0dl+Uju/yzMmD6XhfMMvFAMt999D85gHuC0U0/HZz/1WXz/u9/DT3/5U9x2x+1YsOgU1NTWYQQLeoCLLdvexaH6Y3CYSA3o2w0xzkgxFtQ3qlLUj0EQQintSzELZUVM5kS4YR2Uh0x6EKD+HcPEdm1tNeLFCTz38sv415NPo/7ocQ7ts1h5GI899iRaudYgHKMf0IInn/wXXnz5eXh+DiNHVWDC+BokEzEWT9qgb4HJtumbzZs2b0PDiRbs3VePwItwnVWgCGHUiFF48AtfwJWXXYLmxuM4fuwQjhzYi/aWE/AcB0epIxpoRxYuPhWRWBGTx21c8yIcJl899/wLnP9J/Pznv8Tbb79lfz503vy5KC8voT2LUucMQIXMBsqg7I1Pu9BKPfI2Y7rXGNO99tqb6OjsBYyD/bL7LOIc5lyHjh7DmLFjoXyMjhNYFCtJFuPAvj24/rprUF9/EGOZr6kcPRY5P4IeFtiXLDsPH7nlVoqkgeP62LptO46TbiHuQ4Yx+MGDB1hE6YZiut/+9rd49M+PssAw0dpLyVQt93CICWXH8XDPPR/DRSxCHCEeveQLvQzx73//C57nwnVAX6UbPV0tWLXyDRbJ/8FxOxFPJrBz715UjRkLxwth9779lkd7evrQ2NjE2FT7C7QzMd7MZGoL+bmZuuHN5a9jH9flMXApKy/lusego6uH9CtGjkLV2t6J/oEhqNB1IXEKMRmfYZ5Ca2xqasVTTz3FeTIYPXoUujo6INpo3JXcD/1JlbpxNRg3fjzG1Y3DSObxRo6ssonDfiZ4ZcdrqEfAj15wVlyvQqvveVC8rpc/JO/KwU2YMAkl5NtajiOYwqJqEITxKvdxw8ZNOMI9bmaBqvFEM/V0Fp///H9D33idPn06IoyJJaMD8teQs3ZIc8se6ZcGpOe7e7rJN+W2mKW834wZM6Gj5LaysgJVxHs8dc78+XMxffoUJJJF3GdgsbPzAAAQAElEQVRggIX+huPHyLsNAH2mObNm4kbyyBc//xk8/vc/44nH/04efQyi8zNPPIaHf/ML/OpnP8IPv/8tXHPV5agdOxpVJUmEAw+11WMwb85sVHG+ZKIYCdr0QRa+hhj3hKiPsvRflKvrZ+5NvoeOGcq04ziQTZjKgpb0sP4s18yZM1lIicCnLlN+lM4INEbAa9mMAiimTpPvRHsdBTnqCwPAo7yo3RD9mxR9iQjjWcmz7wd2XF1rXsV6AmMMQoyDfa6FXSEchfMQ+3Z2ko9Y7BLdhXeOtFLstW3TJmzZsoVFoAPYu2c/0ukcsrm8BeEc5pzybaLxGMpYbJNvMZZ0GkE/J1mSQJi6PkFaBYFPndNJOhjU1Iwlj5VQTnohHWfoT+bpb/muA4cLy3HuLH11vRy6m/mUFYwTBlhk9XwHA4O9SDHWCEfDKCqm/ub8WfoJHeRtwZDN3aSQZTwlvZqHob49jKbmJvTRbjY1NrPo3o5OFuQkz9FIkdXN1WNrMXZMDWprxmP8+EmECUgkSjBA2ers7EZpaTn0re2LL7oYyvd+kIXIO++8E1/+8pfxuc99DgsWzLcydt7550I/nX/VVVfhiiuvxIc+9CHbXjKiPJp8TfmSonGW/KI98Hwf4XAYWdEgzL0LBZCfOcR9jcWimDp1CpYtW4ILL7yA+eVlOIWxwoL5c7B40QKcespCzJo5DTW1Y1BaVgrXcSkXFZg/fz6W0ibphZXGxkbqu632paQ+2sRIJIZINI7RY6oxY9YcwmzMmjMPZ7P9J+6/D1/72pdx8803YsqUCYhEfBTHo6iqqsCYMVWYPWcGZnK+D990A667/hpcffVV+NjH7sIDD3wCN15/LebNnYNQEKCkNIGz6C/eduvN+NQnH8BPf/Jj/OmRP+AH3/8O7v34XTjvnCU46/RTMX/OLMpTGWUzw0L6AP28DGMNg1DIo+6lP0eeSDMnUF9P/mOMqJxhjvH+iBEjMGnyZAs1NbX2WFc3DolkCVzXg+eHKP++1fdZuMjmXbjUR3njYTCdRVtHN+1kO/lpCIOUL5IeMdqvkaNGQXuVSCQYl+TI7ymLh/IRjkOh4z/H8dhvEA2k65at27B+w3rs2bsPnV2dzAlnAMqZRx0Z5XiDzOM3UZ/v2bMPu+nnb2dsquMx6kN96UA+i14207doe2hLOru6aTt6KJuwetJzfdIihDxlTjpS+i7Ee65xUByLU35ikB7KUgYC0t11XfbNEecMj3mrB1zim6V/I11dgCHKfAF88p8xBj3UsdJfxhjLj9K/afpOGlO6RH1zJFSeECa/5oUT/RfpozzH72V+OcX1Ktdtn7GvjgLhFmVhLca4RvOBn+xJ/te4mlftNJfGFm7GGJJyGISL1q+2oq2eS0aEX4g6zXW4OXlgkLqYQ5NvI/THi3VKOuTssehkQddRW97RPBpPY0geNbfkU3gJHz1jM/tPzySnwl3naqcHxgzjJ7oUxunp6bF4aByBcB1gHKpztRPebW1t6OzqgtalZ2qj+zrqXhefCXSufqKfQHi2M7csn0tfbDp27JjNo8v/F87CQevTfolOKlpqHZpX+OqZMcM469qY4XOtSaA51E/r01jCSSAc1F79BTrXPdmdHurS/p5e5Gjr8uQNzSe/O0W5MtwTqw8oT6NZVK0dW41kUQJ6OSDN9hnaMvGm5tCcoq9w0N7o2hgXcfrCAsm2+CdEW6t2wtMYI1SgtjopHIWj4zr2vtau+4L3t9G1nlmgTtF6dK4jO8Ihn0gPjKWvKT9lKmORcePGWT8kTt9c/FTCmH30qNGoYxykn8cfPXo09UiMOFM2xW96+0Y31VADa5O0WDGqnL1GBjstdHq10cYYy7hapBYoZIWQNiLD5If661z3hJw2TG10X88FWpSeiYgilI4aS/cE4BwinO7rueYqLi6GFGoVnShBSWkJDUQEiZIEokVRhKIhhGNhC0V0rJKlSRTT4U4kE0iWJFFBh2gsHW4RYcKECZg0cRIUFOq6auRIGtPxNCZTaDxmY9GiRVhCQ6Nvk8pITWQxdRSVbjKZtITTeiQEopHWV8BTazDGWMWm56JfgRZat2iiteuovhIU0VrCpXuu41plWBhPNFB7MWphHGOMpufe5y2IXmovYZLyEr2Eh+4bY5Cjk6GxNY7uua4LgTGGZDb2XP3VT/MJdK6xBDpXe/CjMTSW1qL9FOi8ALoWsKkdW/MJXBk7GhuNrbF0zxijZjD8Tyd2XCpb9dc8uqdnOhfoWv3UvwCe1uK48AgyNg7HssCx1dbjvC4Nh4Jt1wvgEPKOA8qzTYimNR/1bt629+AYD+C5gQPHOHAdB/rP0EQrOS1FkWVnOxfbhWjkfNsGIKEhPNRGExgJKw3PIB3tXhqtno5OGs0u9DHpO9Q/iAwTRRk+z1JmHI6VIy7iA8lYKxOlXTTUepOxt6cLR4/U49DB/dDfhNq+bQve3bEdu5lU3sHj5s2bmEjdit27d7PNQcj4aj9EM40lZ6SgiPXNUfGlFEOCyk6OuI5SEpIvOfaddFIbT5yAvlXaR2e7mwnb4wwiVRw9cbwBbSyWSqFmSQfxrxw3jS/lrmvxfC/X2EXjoGNhTU0nGq2DfvDgQSgBLFzE08JTbZXsPXLkiH1LXwZD1+IF8YXGUXsF8nv27MLa1e9gy6YN0DekjrMguH/fbuzeuYOJ973YTzqseecdBrYr2WajpY2+BbCOhQQli5Yvf5N47MdxBlwq8LazyNvE4FbjN9uAthlaSzvp0N7RZg2Xgmjd66XzI314gk6VaLSbjtLaFW/jrddfwy4mHHuYxOvtbEcDiwiNTDq0cbxdLPLup1N4lPeOs/jRSkdrgE5+jvsuQ6T1kwXp/OUtKHE+RN5QwCZnAjRWapvlPfGaT14xvOeQ5QLPg0cZEP9oHAVyqdQQZFCz2TTIwnAZlEepFzk62tpb8PaK5XjxpRfwDosaa9euwcaNG7Bnz27sZeCvQvLGjRuxefNm1DNBLxlyOb72QA6DaKC9ku4Sjw1xLu23nETtJVEiujnoXLIuvaL+ui+dpH4K2n3iHaFDZAuHTDCVM3FXVlJKJ74IkqHA8yHZHQbXjqcg1g88xKnrVZwMBz70VrogFg0jxGeOYzh/Fj5xDtPR1NvVsWgEYc4VCgWI0CiXJkv4nDqAuINBXMj37fOAx8Dz4LqOVABAvcnh4PF/At9zUXjb1yAH3obnGmgtYHCoNeY4nmgvsOd0HhxjbKFigHpgkA5WmomcHGU9zz1UH+2b6JvNpYk7gcWLHB1l3ddzPROtddQ9YwzxM3pkwRhDnF3omdqAH4cb7zgOPN9DQDq4pIcA/EimNJ6OcuwzxMUYY9fj2GHz5J+MnYO3Aek+3tf6w6RhER16Q6fa4/gh30eUNA15PvsbFlHzcGHggB+2yXONwinNYEbz6ZzDcZ05O8cAE+Np0ihFPTgMGbvXamuMged5HAi2vfjMGGPXqrUJxFNywozRvg+Pqb6ihTHEh6B1q62OAmOMpVWhneYQPQTCT230TKB74mWdawy11VHjW9AaqeeNMdB913HsUe0EGssYzofhj/poDo2nsYmhfaB7eiZQH4Exxq5b80tn65iiDhAdpGeVdBpgMirDJESevJNh8jXFAnWahURjfPJchv0N0qks2prbkKe+9skHJDzy5K/e3m4Gs30oioURo/xkKA+6f/zoEfsNq41MtEtvrlixgnr1gE3MyRYNMslhiLV+xlr8EgQewiHfgubXWAnKaLIohpqxozCCfpcLYC/1s/TlUdqyFBNS+kZyPx3yNPcepKNHpgk8Dw7XLd3Xw0BtiIHaMdoEfXvinZUrGPx1MVH5/9D1HwByneXZAPq8p03bMttXu5J21XuXZVm2intvwWBsmk3vLQQSIEBCgBBaCKF3cKg22IAbuHdLtnqvuyuttvc2fe7znNU4zn/vHfvTaV95v7eXM7MjGJ8YY/AyiVR6EtJvDhfI5TOcZpoH4gzihDPheYoyJ/0kXs8zAMxzrXEWJqJMwmfJl9FYAulMDj4Dbz6G50eYtEkyUVGHlrnzMIMJiJr6emy6aDMuvuRStkvwtre/HTff8hq0zpuLfQcP4MG/Poz91KFnWOQdJl7dwMfr33A73vfBD2A1ky5JJkWr6mqQpCOupM/o+Bh8ylKKSQNSCWkWkVWINN8DxYfJ0Dz0cUkvnzKmJv4yM7iOG/JvJf3h8vIKJujiqKAtn8lCl+u56KGffupMBwrEZzmTQ7F4GYJIDI0zmjG7ZQ6WLF3O/lUQHrRv6EOcGI+5MBguCARkyU964SFHGLU2H4f3XcKkazON0N3/bcK3rsz+91mRc0PXlBPJvni81DSPR5prf+G8RqA5ge5JPsTzsss6goMlJ7qvY548XDovzaf70ncR6iTdy1O3qem+rjk19NzMQhzqnpkRvP9tgqOMgZPm0PwaIzhLfTU+ysSCWoyJPT3T/B5pl6e+U/JqknpN9jLH9fXMdT0kqDcDwiVenMNktv7GXxlpmKEfUFVTgxkMyuYyLrnu+huw6cJNYYylmENJuvPPPx/yz4SX5uaZLNz/Ha6+9josXroMh44cRRMT9m++407c/sY3sbBxvkCG7LQCeMGn+EVyECO8mlM+WCkxrhdAleRubW2F1lE/PRPeR0eGQ14sL0vgyOFDSFHfbN2yBZdcfDHmzGlFlvqotXUWWpgsnc2Eai2Te5OTY5igfII2MZedArITmDezAc21FZhRU45Vi+YgGfcQ9wt8NIClTOCdt3YlqioS0EsY3V1n0MciTpE6rTwRg45NjQ2oLC9DNeVH9BEeHccQoQwVyQcg3nOEJU1ZT1Im7rzzTlx2ycW46eabSG8f99//F3RQj6xl4Vl/62rOnDnYfNGFWMJk94b1a9HaOptJqjLUs2Da2FAPfXNr08aNGGGho6oqiSWLFzLxOhOLGDNetGkj53QpP3nusMAYNI6a2joY5aLoOCx/AZJtyd34RIr3Aybicphk0resopJxRxbag/jCzMLzDGFXm2BBQ028c5Q+o/yxF1/cERZa7777HugbW/KN+5mYGaPuFG3lv4vHFUfKfxWfyj48+uij1O2JMPHmU7nWEHfyP9vp10lPSOZ8P4JmFpRnMP5tZGElkUigQJ6Vn3fs+DHIr3/xxRehnynX2K997Wv4xc9/HvqHerHxKRbBpHeEzynaj0YWcAIm0/UNd10Pkn/20kd+7Mkn8CITkJ/87Gfw95/4OIJYBPMWzGchaYA8NYVO0uYE/c+dXGvvnt148bkXMDI6SrzWY4I8d/zESXT39JIXgWEmuoVL/QTlyVO630ObMMpkdBpZ2kLhRHIitpjTugCrV67F9dfdhM/987/gjbe/kTyXwhiLj+NMYrrFPGZT7m679XVMUC8P9UA3k/BHWWhraJqBNRvWo6auHvrWbKFo2LxlG44eO4bf/f73mCJtZ3HsD3/wffzgh9/FXx76E7YzncMOYAAAEABJREFUJimrrMaNN70BF225Bu9538fw9f/8Jr71nf/Ct1iw/fcv/gv+9bP/iI9+4F1451tuw1WXXoQVS+ahsaEWnu/SPlRgIpVD/8gE+pn8be84A70MMKOxmbK5CW9+8x344Ic/jDe/5Q4kK2uY7G5BDQvDs1vmQjRvYuH1sssvZQ5jORqb6xGLBwA5ssh9bt6yCRczQS/8TZEX61jsjccr4HkRJOKVaG6ahcALoBdTP/KhD+F/7voFfTsHZXGXNjzJc59x5wHqpTgWzF8CwdbV24+A/vWzzz+PBx56EM8++3Q4XvpAL9aC1dklixexKHEZtmy+CHv27GERYj2LqmnAcWGeh737DrAI3B/SNmBh0A8iWLpsJS6+7DKMjI9AMViadB2jTumgb3LwwD6cOHEMRfrJWkd/AkAyo59+H0nn0T0wjIPHTuH+Rx7Fl7/6dfz3d76H3/3u9+hmUUX2sq6mLiw8tLTMZuFkCgn6AclkEjfffDMC3ycfZZBkLHLo0GE8+cwOrj+E73//+/iPr3wFv7/7buzduxdDig2pG4aY5CxwjxR9dHedRjwWYN78FkzSDztMfu7s6cFp5s562e/Ot92JO976Zrzhja/HeRvWIPyJTq6XyxWRIc0H+odx5nQXznScRS8LkA4pF4/Huf4wCowrmqnjyyuTmDlrNnw/ine++72Y0TRT1EWUe8jQlxklT19xxeW4ZNs27CeuT7EgkWGy+Wc/+SlxdhyLqcdc14Fe3pBu6aDccRnivxd//tOf8d3vfAff+MY38Ou7/gfbKYuyH7KBku9tW7dAekK49jwfepnrwYcfwmNPPImdu/fgRRZQo0yCvok8Khhz9DdztG0quknXKG7Wlw4+8fGP49///d/xD//w96inT9RI3T53biuWLVsa5uMaqYcijAn1sob+PutXvvIfkN758Ic+TN7ZwKJcNYKIB71kEO7HNyRpR2ezCFpRnsAZFvX1gvlp8ooK+v/0T/+Ij3NN/Xyx1pc9ffe73oUPfeiD+Na3/gt3U5Z37XyZPm8/mpsa8a53vA13/+FufPQjH8B62qU3veFWfPHzn8E3vvJFFl7/G6+58VrUJMtQTloHrqGCxa85rbOxYcN5WLNmNe1CDtLDWl86U/o6S79KuZYY6SRdrWvpaeHeoc1Qc8lEQRAwpvRCWy/ah9eUEdmKKRbFpONpMtjHpa7iaMaormP0mYvQsZCnnZkYxzj9y3Em+GXLc/SvJ+iT5lhMkX+epz/HAAAR6ps8/U7lp2Q3J5nbSJNXqumvR+in5LJGfZpDhH5xGekqmI9R9+3evRvinQPU6y8xRnjhheewa88u6sUjOEV9fPpMO4aH+qG1MvQhhygrbW2nMDIyBNCHq6gog+t6xFORfXL06ceQIX582vKZs2fTn02gp6+XOZg+9i5AdlGxv5mDgHD5gQ/jnnVPRTdunvY1zXseHD8AHAfj9L86znShh7kdKjgW07IshPWgraMTZ5jD0ks2x4+fQtupDui8t6cPQ4PD6OtjvudsNw4cOAi9lPDFL36Rtm53mFt7mLz+8MMPhi+Zt7efQpRF0LnzWtHc3IRZTL4rsb527TpccMEFuOaaa/D6178el19xBZqYN04Rr+J/5eLED8KJ5Ki/fwA9zD2NsDgxPj4e4mJycgI56jvXcVCk3NfUVKFJOe+GOlSUl/FZGmOjw5DvpfhpZGSY/NaNB/5yP37z61/j0OGDEG7kQxw/fpw6+Vnc+6c/4de/+Q2+/4Mf4Cc/+Qn+9Oc/48GHH8a9992HE8ePYvasGbj99bfi3e98O173utfgiisvY6F1C9adtwbLli9GfWMNJlnUjiWC0K5UVJWhuWUGVq5ZgfoZ9XADFy/s2IFHHn0cstUPP/xXfO/738MPf/wjPE7bv2cPcXjoAPG4n7Z6kPupRW11OW6+6Rr8x5c/j8//6z/jzjvehJtvvglXXH4lrr3mWrz2ltfhfe95Hz7x8U/gnz/1Kbz//e/Dtddei9YW+p3Udb2kVcfps+jrHaR+tJD++XwRw8MTaKcePd3VE/5t8sGRcfQPjmJ4bALyx0bJ5wPDwxihfBw7cQIvhfmvI5iizq6sqEAV/aRy4jmZrAjlMFFejrLKJMoqkohQfovkylH6Jj3M0Z5mYUv5zxHmOnuZ15Ndam9vh3KXWfK0vkEp/0xFdTOjjR4n7UZIuzRFMAfJbJQ8XUsfo5rF+/KySsplhL4u4eCa1ckqNFIeleOKUF5jER/G9cn+xGET6hmXSqdIzxYYXwk2j/rCDyIUAwdmBukVM0OBukKy5JCvgsCHPmPEgfSQ67jUKR7hmwzH+bRLQRCE9lH6SucRwql1dG1mGk6bnUeBvrfmANcvMIB2+MxzXXicE4Ui1KSDMtQ/hAiuOcjTLmiCBO2b5paeUhPsWsfleM0rOOSTKtYS7MKp4zj0QRgXcL1x6jrF+Zqr1EeyphaLxaC5BLOa5lYfwap5tI/S3GYW6hkz4qm0H07q8Fr4MjNurwjBJDyaWYhXwac51XSuNXRUMzOmWnLQOrofPfeFJvBjZvwX4TPBoj2oaY/qr3XMjKrLC5vmE5501ED10Z5K/fRMzfNd6Cj8lfapOdU0Rvc0h/ASZQyro5pHe+6Rb7TXVzec+2hceEpyuo5D3RelrxML19J9waKmvLVkQ3FDW1s7TlC+pO+0t3g8wf4R8qRDXGfZcqB6w/DIWPji1TH6+L19g6FdyJNvjDxQglW01Llg1N4Eo5mFNHkFNgJSOi895y32KbAVw2Zm0DM113HCc/BjZuFLERqv+SWvpTV1T7jTfTMLxwjv4jHtVccSbMK909DQECoRdeqhA3jq1CkaxlOQouhlQUDIGRjoR5ZKXojRJDIGWkSAlTaphdWyVCQSDv0snZCseXUUUXXUtRYWM8vJUKukQxuncHm+D8d16CQWkKOjOj5FBcQAXQpbzWFgmMqk4AUeEuUJqKiqr+JqPjML9yHjpjd0V69ejVWrVmHFihV0xNZDDtoNN9wQKuVtF2+jA7SBQcr5UNFURnDt2rWhQycDKCVYTkWqJrgcIl/7ktHTPjwyn9YsIVl70t7UdA5+NEbNzHgFMpK9Ihwar2evbh6TYZ7rQvc0jwiluQLiRDCI8bWecKz7ajpXK1C56Ah+dFQTfaYLLBky73TTvBrHbiGDaT7BoqZ7eqZxGq9rwaJ9Ruk86t7/28wshFf9NJeazsGP+ppZuG/dKz0zm75nNn10HDfsY2avzCV4xAu+HzB48OEL3x6PjgfPXLhwYAxwmdGgYSryHPBdL/yGS5zJwzidQI/XLvsaWxGg8ioinytw3wU4vOdqPd4vMIGQTaeQpUEtsAjl0vC4vA8ejRJvNGAR30cZEwUR34PLdfNyUmmMxhjc6yd9+ugUqQ3RgRseGMLE6DimaLj1rcQMi6cZOni6HhsaYXK7lwmE0zh59BgO7NmLo0xUHadTc5qJZv2kUn9/L/Q2/tmznWESSAltJS70Zv0pKp0zHaehoiY1D4PcKHQco0Omb4AK5hkMUBpoaMUzDvlWW+nXT5CwoNdHeRaPZWnc2innXSzw9bI4eJaOQQcdgXYmW7pZTB2hwzHB/ckxkIMgXSBnsJP95aSpeKv7MsjiU8m75EOyoWsdRX/xk86zLJrEojFInuSwKDkoheWS3/PEv466lmICeZmkgU9cB4FHnuAOmBAokDa5bBo50mmKReb05DhyLB6kaVTHWMjUdZRObjxBZc9jMlmJBiYq5syZjYVM3jTR8ctyfOfZ03SkTzAo2IMDTIYfO3YEhw4dgoJ16bV+OrknT55igHAM0ocDDJwl91NM7vcTjyeJt07ia5hrivaH9+3FHjpl7Qw2Rqknpxi8DDPhdaa9DSc49wkmptR279yJnS/thOgoOih4cbhRj61IB8PRvmnMde2TbsbrwPdRzuSujF+R/FgkL46zOO8YwGE0RsNMTpB3c2k4LlAgnhRkqF+ewZXwD340XsGwdD0vQ0dpmDQ+zaKv6CmdL/pqf2rjdO6lbxKJBPKkj2iYZsJMtNW1R3l0STvNH6fj4pFWcm7ylJcEk6+RiB/aCx1zDOBy1NmxSACfOi7G4mYFdatgEixF7quyshzVDBwqKstgTpEsnWWRYwoSbKKCuy6E+xXfBEEAJRjEJ5LhwPPphKp5CDi/7rmuQ2cqCA1/jI5DjA5mhM98z4FPWEtrCK6ccOcAGsNDOHeOuMuRJgXCViQdtJ6Oulfic9lCNd0XHoQX4UnPdW0kEodDLZvJIcvCVp4OJ0nM/RjplqZeVsvw2XSTLgLXMzPCyT3RiRUdPE9y4EzDSISYGRweXdJAz3TUdXjOfZoZinRKBIfuO7xWc41zsFkRMPDcj1CFOjDXD4/T8BUI1zQ8Odpy7UvzqKXJA9qfmdE5CkIYtbYZ1yPcRW5O+BCeQlxw3zrPM9ApUm+Ca5q5cKjHc9TFZg4AI48VQuezNLdPvlfTXDqqST9oLcGhOY371361P10LTjMLYdI1+NFz3dc8GqtrzaVzPua6edK7EB7VT3PrqPE6apyZqSt0rhOtZ8Z7/F/XZgbdUzM7d+460Bpay+G5juL3GJOPOkbIww77mk3319xaWy1PvhPeCRjUCqSBdEFonyhLDilllHMdHSuwS5brF7ke4LiAR1ryjDyVC3lMexFetR8lXbWWeErXopFDPKqPYNRzybh8vmnfr5PBeYpr5FCkbBcoF8b1PdeB6xg8jnW4hzhlTM0n75XRj5Mc5ugv9jKZOKRvlLFQMMkkzwQD0fTkJIq5LOnkIs+jdHKOey6Qd8CPbInOuRxc7sVxjPJSoMObQRDx2YO740Ydc+F7AaJMwqJg5J8CUuksCnCIBx+ZbAE+fQGHfTz5A0xCJhiw1jNhl6U9qqmtDedSULp8+XKobWQRZfPmzUyMrcFqJsduf+MbsGXrVs4T4MUd21HPxEaU+9vDpGqaRZDXvPa1eC8D/Vtvfz02XrQJi5YuQSMTLHAdZLkBNeO59GKa+PCph1zCQ3FAhrLhaB+UhSLhL+QNHp9nqG9TpLn+xlc/k1GTtNVTXAuuC7UI1/c4zue1eElyUVFZGQbXzSyqzmNRrpoFOtFRtNYmhV/RVrgVzUV74VjPzQyO43BqN2w6LzWXa+Dcp1AswszCdu7W/zl4nodS88/Jr8ZrDY1VZz13Hef/zFGCo0gqq694VbALTo0foC3l0iFsujYTDE4Isxl5gw81h57pqL3qqLlKTWvrnp5pfp0LBy5hLl3rnvppjPqZaZ3p+YUP0TBH/tdzjdFR+5E9Cki3gElg2aeIZIHBo0/dGqXPE1CHe8IHj2VM2MRpU4ucO0W6GnEhGBLlTNrwWdE1DI6OhD/jXCA+BIf4Uz/ze9VVV+G6668PY6O9+/fh4JFDmEu/ZhaTufGKMqiIFaV+qWQstZiFwiuuvDLkXb38dYTJfT8IsP/AAcgP0LculAAUDobpB89Gs8kAABAASURBVCim017k3yn+kSzkaauOHztOmUrTNzoNvVD71NNPh7/M8bR+JYRNRYft218KE0+tra1oaWnB5NQE47BKxl3LsWrlcqxftwaLFs6DbO2pk8fQfuoo2k4cxVBfD852nERn+0lUxANcedlWrF21Ai2zm9E8o44JtwrM5XxLFi3ATBau5M/lif/Tp89A/DHFQptDPHZ3deJsZxfOMoEqXlEh4M9MIP7ylz/H3HktkA9RRZwM0Y+Tb2NAyEsBaTJBP6fAwoxe0nuARdcjhw/T30rgoQceYOJrGJPUWSrayJ/esvlCrFm9kknHd+K6667G3LlzsGjJIlRwbp8+TYY6paKiiroSCIIo6usaoaJXIlHBxIFhjAk9wIFkA/yIX30/oJ8SYf8g5GfeRpH8DIjvAPFZmjotvEcdkUnnILqY6Xkx1O+D3Jd09W9/+1t8hwWRv/71rzh58iSTrL3Qr6uMjo5BL8ntYawxqbk4d4Fw5Khvs/RJhEufchCQP8CP5ECxQ2VlJVauXAkVnWuoT8IXixcuRFlZWYh/rauf/b3rrrvwAPGldRUTiAbCs2IHxQ3D5C84hv7BIZjnoo1xiL5xu27dWrQwET1/3lysp66dIK61zyYWdyX7+5mw72bScj7XrExWEy9G3EUwzoTz2MQkclSiKcqQWo46s1DIE1+Z0E4Ir30s9p080YZnnnwK3/j613DvH+6B64BF5ihmUY+vWrYY9dWVHJMOk/ed3V2IJ5NYtmYNFixfgcbZLZg1Zy4++MEP0zetxbf++1vhz2zrTyHt2r0r3LP8+H179zDJ/jR5vorFgDiGhgcg2jqOhS+HPv744xjX3miZ5nKv+WIGs1uacdNNN+Bd73oH/uHjf48v/fuX8MGPfgQbtl6MWHUjJvMe5i1cQbnrwfYXduKH3/0B/udnd+GrX/oKfvPLu/Dc44/imUf/itOUoxh9gZm11Vi3fBmqy8swe+YMBNTb3V3diCfKyHfjePTRJ/Db3/yeyfHl+PQ/fwa33no76bocF27aii7Kzss7XoZepF28YAFufe0t2LzpfDQ21DDmDTA23MsiXxvK4+VomT0HMIdxVROWLVtBP72I051n0EIdVMPiWH1dLWTfjbmbLsrlqVPH8dWvfhWf+vSncP2NN7BQMoD5C5cwWX8Z6huaWHi+BbNZDDZzkWEBjiyJ5194Ac+xSJOsqkBdXTVijOVAXZhlDLFx43rMbG7Epo3no6PzNPYfPAhzPZw43Yld+w/hdHcfcpyrl4m5GPlUuaWA/r5LmFMsgB87chSP/e1vOMpi6Wryts9n0od9ff2QbC5evJR0rGFceBgq6J9h8UV8K36uZnziUD/3Um+NMcabmByHzoeHBmn3gIrKBCQ3689bj7Xr1mGISfZUKos3scC4du16FnHPw/kbLyDdb4R+wWwhcf3Ot5P+H/s43vyGO7Dlwm2oTTYgGiSwZOEyFrITjD870TqnBeMTo1As1tXVi83bLkZdfSOGWTxtY7z+S/LDz376U+hFXSW0T544Eer4+fPmMYfXFb44XFFZAdmSKRblulhokMxIjjdfdBG2XLQZb3jDG1i8eA9WLF2Gq6++Gl/4whfwmc/8M/njAurhqvDFCulVx3FQX9/Aos1hJMorKZMAwwxEYwnc8dZ34AraqNvf8Eb80z99EqL7+z/wAdQ31Iffuv/ud7+LX7Pgs5e+k/xL0dWxYqj/YrEYVq5cAb3QI32jePwrLGB/6EMfwec//3n897e/DX0juLeHuRHqOz8IMGfeHFy0aRMqKuLoPNOBYfqZ0YiPBG2gRz0zlZ7E7JbZxP+bw/1873vfw0c/+lGuszLUYYpxz7D4ev/99+NHP/oRVGj6+c9/zkLqB/ED9lVx+SMf/hA+8YmP45/YPv+5z+IU4/mLNp6HT33iY/jcpz+BSy+5CNdfdxXe89634a1vfQu2bduM+fNb0dhYhxjzRaO05dqvXlYeGRkJ9bX07ST94Sn6wWnmnXSdph6Trs9TjykHkZG/B4R2IUp/QrY5xmMymUSSzaftEvxqrutSh2VD+upc/YLAR8j3rgOXsuM7FuqEIudXHJFjHEejBFB3eKRpnnmRFHMpKBaQYxFU14l4BByOAn10n/jUS1UzmFsqS8RRVh5HJYvKnu8ylzAB6by+gR7q0R4m0Y/hwP69zFH1koej1BsRFk5TmNnUjKX0jysqyuFyvgzzOePEgfLEBTIRzRsqq6uhl8paqXfnLViIWdTBAmJE+R7iJEIfSvuPEwbP80PeKVBp5OmrFDgHDwBlvZI4Wkqffs269Vh//kby5dW4+tprcOmVl2MD/fQ1G9Zj+ZpVWLhsMWaSR8rYv7KqCjH6ZhH6bJUsZHm+j79Rxz797FN4eecOPPf8s7j77t/hF7/4Oe65526owPpz8suXvvSl0O7efc89IZ/fw6MKzbtoIxzidvHiJdS1S6C89Lx58zB37lxI9hJlCeqLBAt1FWFcUVdXTzrm0ckcm/hlL+31WZ6nUxOQfc6SRsoTvrT9Rbz04ovYu2cP9XI7lGfq6ekMX2JLpaYgW5NlrCGeEm/J7xdOAsVJjsdTj+tkoZzUz3/2czz+2OMYpG2uqamlXm9EgfjUF6jytKfCc+vcVly09aIwvqlrrEffUB+ef/E5/O1x6tETx9DHQnQ6U8BB5jMfffIZdFC/ZOnD9DEXepT5yraOMzDSKhovQ5o+0jD1VpznBw8dDH/94x/+4WP4xje+id/QPj1GO7Vj+06oYK9ff9u982Uco58rHlxH3+u6a67AAvp0tbQNq1cuw/mkYzltXB+LmZMTU+E+lLPrY56uhzpdMHTz2ZmzXfQ/BiG/e5yy18M8qPS7Xugeov7uYq61re1k+MUV5V6z5HnXD+AyZnQIu+t7cFwPLs9zZLKhoSHq1m60d3SENv7gwUPYvXs3z0/RN5qASzshn1N+68yZzZhHHMoPXrduDe3mYrSS52Y1z4T4YfmypeFLZb2svYwMD2N8dBR6CSZLfgfxWKRMlrPWUU8bX11VCc1bU10Nn/xZJM9LXwxznGgtOQgYd4jvzIzDi2HLUe713KPcua5L+FzyQAbSLRHqlQLnEb94nhfek61Q/wJ5QX10nWVMqnvgR/d5gJlBYzRn6RhQN+e5XqlPkXtwzIFg0nmaedRQ57CP4Neceqb5zSzUkTovEM8u4RX/Tk5NEa8pxOJRBL6vpUM+jTMWVswl26gx0ptaN0Z7ov2oaX7XcRlvZ8I5pDMFq5rgEf40TpNqrPaqpj28uoX36KOU7mmM5i41XQsGNfVV07lg0BiP/KP51a90T/sWHV3SROdqwp9g0bxT3Lea+ms+was+r24a67oOlFuXvxPqR+JF85hZiCeta2bQnkVPPdN8WiNLXaHnjuOENDKbHqPnWdJcsOt5kXyY43WR9BQ/CSaNV79wXupmzWtmIa71fJL+xtjYeIh37Vt9NZ/mAAy+F2FhtgxliQrqxHIk6LO55EHNq9qC+pbxnnRnC2PBBtYqtU/hzMw4g0Efs+njq/dgpnsGMwv35RLHHufWWB11rf4Rwi3+EV603ghttvLh8q2kS4R/M8J6ju/0qxmlXLng1HPxkI6OmdEhqYDeCqusrAyNsjYihaEOQqSQkGXCS0gQgoUonZtNAwt+1EfACMCwuc70JrgBAW8kVpH9Cigiy6A4TSKmaNR1LsVt7B+lAzKjqQnz6WjOosKZS8MjhSNk1tXVhYIuQampqZlWRDSYq1evxoUXXgg5YivpIKv/fCaUli5dCh1bW1tRz+KSxpQET3NIELXfZq43k0koza972q+QI6GbpLEv7UlEUBMRuI1QSQkHpWZmoZJSHzWH+9VcwouOOPcxm8aZmUFzC59qUiykPP+3sKfmUAvnoeIpzaH11YRTNZ1rQJ6KT7CY2TTezzGPnmsONfXXnFEqUDGR2fRaglFjce6jazG/6KxzPfN9LxRGzaem+cymx5tZCLeZhWubGfTROB1f3czs//T1vQARGvoIk1E6d82H63jw3QBR3o9HE4h4UYDeFuUZnuPzmQ/PPLggjxVNf2qLORNyFwWd2gMF4itPwS9Q+clhpHpgH3IegzwjnlzyoBS6Txq5ACI0ABU0ynE6UoQOUzS4gzTI3TTCnSxenjx+AocPHMLBfQfQxkTFwb378ezTz+Dxvz2Ch+9/EE88+hh2MAg8oqLcqTYM0IDrjRzXHAiGURZRuxmYneI8R2l4D+0/ADX9NO1L23dg10sv48jhIzjFuXtZmD3BJNaBffvRzqJe1A9QW1UdvkUbpeArsdNKxSLZUCBYWVlBfBm4FThmkBFWse8MDf0QE5E5GmUH/BA9ruOEex2m8RV9dVQiRsHiKI246C0FId7XMUX+17no6FOZiObiBzXxY0C8eZRv8QNXCOmqPiB+dZ2nnGueCRY8h0eG6fBNoEj863mBzhov4LnGyzz3APieA58OuuuQYhyrveitJsGlJpgLDAAmGch2dZ1B++k2qDh69uwZOqGn0UaHqJMBkv7G0ACL0nk6oLGoT/mvxQIm9NavX4NNF5zPxPmS8G30FSuWQfqhknqvSN4RDno5bogOVob8I9gzKpyTH0ZGRjDG5JvaAPEnvGQYDBmZcor762VRWk20bz91AgeZ8FSB/AyTR4JvbHSY+x/BWSYfjrN4PsjCa8T3kWEgNcH5tVfhJE2HWG9y9vV2Y2iwD4OEZ4r7zdCw5rifaOAjGvExzPH6tmQRBdLeCXXJIANNKfohOnt9TETJIBxgAvXZZ5+FvmUwTLi1lp4r6XWaicnnn38e+qaBDIjoKnpKN8goy3CBH9Haoz5xXa2To7FMcb0sIlEP+jt4WQZGcEBnOY0Ukx4F4oSsyEBrKrQneTpGwq/LOcQzEfKx3tyLxSOg4MJI74D7kuEMdTDHCw71l67SfY3PkJdFK8lB7hx9hDPXjPzjkLd9iIccFFAkTK80JkyL5LsUcZino1yaO6Qx8a/9CQYQDjJxCHOG9qkIfgwokDe0Png+3QxUO1B/x3NRai515Cvnngczh/wdsEUQeNNN+suoy3Qd8aOI+AGfe4TbReB7iESo1zhO6wku8GNm/BfIU5/JVhQYlIhWReo5ZrQAwudyjJrvcjwMRgfZd1xEPB/BueZ7HteZbgaE+9QamiuvuXjPcYg94qpAmum+1tNR8AhvPnm21Kf0THPovOQj6Lmaz3V1NDOYGWf/3/9F74D6I0JecF0nfKA1ssI796MbpXkdwiRZ1HPdU3M4n67NjPIQYfIiBs3nksc0Vk1w65glr2h/anqu+XRfTefal46lpj5qgk28pvNX9xUOXj1Gz8OxhEX9zCzcr+6ZGUlUQI74zQmv2irvxejrBIRVL1H43J+ay8GmvbOf5M0nvbSnSCRg4B0P96i1NS+7hv/rXOurn5EHtGftU014MjPonjqrn87VhBP5d2rCrfSC7muc8Kr7CjY1bpJ6T/pLNc4DAAAQAElEQVRHTclSHWVX1PRm+xTtRDqVwvjYGHr7exi49jHR2I1u6ug8dVb4TVYU4bsO0iyCgPKdoxw6rkFrpSnXGdJIST75MZlsHhPUg7qfJx+6Rp51KSeOT14OmDBLwCOfZ1QcKAC1tXVh4iVRmYTDfq4fg+NHYF4Al8cgmkAVkxXzFy7CUiaB58yZEyY3NrNwqp/p0ot0ctalX/SCifToGSYydjFR7vgezmOR9XW33YbZHDeHvuWWbVuhv2nqs4hmhIkgMmBII53KEK4AvvmQjKoVKbPcOtQvxQKqdArJC8fx4HKsYy4KlFXp5A7a7BTxGKFMOI4D8VjJ0de5+vQyESDbI/qpj+gluiWZDCrpd91zyVvCbYmu4g/1d10HDudG+BE0CGmgvgUCZmbhc59yrqb74EdHNfVR463/87/uCSbhUPDoWnDIbouXdAzvcQ31KzUze2UePdfYGINh6Xz57AoQhQ/NpedqgqM0yMxgZsRhIYRbe3O5d/XTXDqqr5mFz7WnUp8sdQ34MbMQ1xpXGvPqNdgFjlFwi3hlHTML8aZnGcZG0n2hfFN+c6QnLRBAPHMIcpR99Rmk/R2gbfbp65Jt4QUBCpyH3VlMyGKcRaL2tg4WJFO0nSkkmTQp8KFHPdrAJHaE/ulFW7Zh05atWLFqLfTtVLg+unv6sGvvPpxsb2ch4CBky8UnSvBoH4qNZDcVD2n/uudRtygeEk+p3yj9v82bt2Dr1q2UpwboTfz1GzZgztz5OG/DRmzZtg1r1q2HfrJY9tAxjwm9A1i0aAnmzJnHMXXQm8g7d+6E5DiWiKG2rpHgBWR/F8JPUxMTSAsWIWDxUd8OKGan6GuPoK+7E0cO7ceJo/uRmRoH5OOxAKWfEC7Qjq9csYLJ6rfhU5/6Z3zoIx/F7be/AecTtpaWmVizejUqK5KIETfiPe1tOt6rwrFjR5nIXIjTTLZLruUD6GVB+UIP/OXP0EuK+/ftJW2LuGDjBujbTmWE+8qrLseaNWvCsVMsDstPmRwfwdBQD5595nHOexgDA9RxlMVQb1GulUAcZ99UOoMpFlHyBQexeAVAXWCux/MEAtLd5bloIHmUbyM/S3SQr1VVVQXRSfckAxUsWEgO0tRz6h+hXjA4oZ6RnjCzkAfz5C/R03VdqJ+ZIUe94/kBorE4ChwDx2Mhcgq9TH72MLbp7x/ifoYQo6xlGIdPUodrvO/7kHyUcgDij9raWpgZ2dmBPlnqasGu5EYT4+dWJr3ntc5h8ZuxNnXxjIZGKFk4l/eUUKwor4Diefm6veTV7UwIf/Yzn0HjjAbG7hdgjAmMa665GldfcSXWsRClhLJeCrnqmmsRiSXgEGf6iePhoVGkhWvKm+yEcDBO25SmDyfYE0yyl5N+FZVxVFWVoaGxmrw5E7NmNiIWddFQX4nVKxcjHjVM0B/XL+bs2PESDh09jmWr16JIOdt54CB2HzyA53ftwvaXd+KZF56Hfrb9CsL2kY98BNdfey1uYiFULzeoWKJvkv8L97KKuQjPHChWq04mYdQDx48ewQLmMETXfhZ79BLE4iVLUJGspJ3sC//OYI57yZJ+0g+PPv4Yk/YvYJixxuDQMLZdfAk+zCLra1/32vCbTh/+yIfxpje+Addddw08B0hEfHScPIoDu3bgVz/7CVqJzxhhOHb4KOOKIjJZD8OjWQwOZ1Bb24JFi9dgw/mbEWfy6iwLU3rRorKmDrWNMzDE+Gz/wb14+aXnmdyKooGF0bGxYTQ3zcDG8y/A6tXrWNzrw8GDh/HAgw/hhyxAPfTwwxhgzFEkb0xMjiGfz7CoJ7vfiaHBfoxwzvkL5lN3XIx80bCScwSROA4dO4kH/vooHnvyaegbrnsYD3cwzhYfl1ckmFyewDDHj7NoSZZGLOaFReLGhrowvtUv6/hBgCryWlkyiTw88kkZXC8Kj/owyXvNTGJLllrJgxHKQZq61Wh7isR3Y2Nj+AKtZA4w4ioDFTxTlLMfszA5RNzXcP+zZs+C+lZUlkPyIfje+9734kc/+CG+8h9fZuHtI5g1awZlzkE/47FUegLC6ROPP0U486ghbs+cPotdO/dg+4sv4SgLDoeIv1OnTkHfSosnEogwPi0iFybZz9uwDjNIw0QiRh0yiebmZjiOMVFagT4WiB1zsWXzVmQYk+oXEFwvwKKli5DjdS11x5xZLVjGvNeJE8fx3e99F088/SRmt86m/BcJYyS0RypkVNJPWrZkKS5kMVL2dYC8qRcfwI9erj1ymPqNOgLU3C2tLdi06QIWWa9EPB7HcRZrJXPSs7JhfiQG6bU22p59pGM/iyj7efzpz37GwtMvGO+eDX/pSt96fuqpJ/A/d/0SenElR/00QBoXmJNJUh62Kw/CApReBFm/fgN5/Aa84x3vgPCtXxWYOXMWKgi3ZGVkbBTHjx/DL+/6GV5+eTtaZs/EbLY5LDxLzyzQT4IuXIjFxIVeGjIz7Nu3j/mBNkjXumSqDH1O0X8mc3+tra1oZYuSp+Tr5vislsUl6cE0dcsA8bN//36ueTy0/08/9wx+8rOf4qUd2/GHu+/Gl77wJXzzG1/Dnt07YVZAsqISsWgAn75jGXFWXlaOpcT3YtrKdWvX4YPvfzdue/3NuOqKS7BuzXLydiMivkM+nGSbAugfZ+mbSH76+/ug/ExXd1doX0Un8aJg0z7MDAHhJukgmphZeCyQ13kG1zV45CHlCny3CJcdHc5fpP9tjIutkIVnQII2OUJ4HcIfDVyOAYx8maP/XiSNmmfMIB9shH6BQnjyXZe+uMs+efrjEdTXVUEFn/q6GtSx6aWHmTNnhPLTRB3S3DwDMcY8sjWyA/IJJ5Vsp91JUSZHx8aZH5mE/KP9zLWd7epGdW0NZre0IlldhTTt6iRjAuO6kWgUnu+H+BUNte9JzjOhPAptE4iDHOfUfeFIvscU/eoJ9pHdoCpCEItQf1SjmTK+bPkKLGTRc92G83EBfaCVa9Zh3YYLcNGWS7B566VYsnwVQL3i08eYoq3MEbdFGDSX4Dpy5CgLqX/E7373u/Dn8p97/rlQX4jHBJf0hmik/roOaMdrqbtkP+OxBBxzEeWe4rE4C4LDOMCczTD9xOPUF08/+RQevP8vzAWewKply3Dl5Zdj9aqVWL92NVoJexV1U+C5EH0hTega/cgx4nKMPkAGkYhPni9nq0CEfGJmMMehji9DX+8Afv/7e/GnPz+A7Tt2oqOjkwWNCsxpnUdalSFB/yNB2z1F3Ofoky1YvAhNXPMMi4/DlEGPsl9wPOQJf45I7aMtyOQKGJtII1cw6CXWssoqRBLlPI8hlzdMpvNwwrgpgHkBC+h1iMQTKEtWIYjGMUqeOH3mLPYzT/oidcIjjz2KP957Dx584P7QT9h0/nnh3hfMaUULeWou5X4Rz5tqq7CgpRmrly7AeauXY8miuaisiFOD5eE6hjh5zyfPkGww10GMOraRfDln7hyIDpWVlUjQf9AxlytgdHQcdL0RJU3KyitRVV2DetrJGfRh6+mLVzEnK79Gc+aZqwwoOxHSNUvdMUTfcHRkEOP0MSZpw1LM3w3TPgz09mCSMXKKMbDvOUgQJtFZYwqUxxxlPj2VIq+nAWlt+r4OdxDh3Nlz/CzaGfdTIHCSId0XX8Xox8WJRzNDQfzJ5+J/PVc/+XN8BIe0z5CH9Uw+oxVBvIpXcjAzypTP2GMqnMPMIL7M0z8pyZPGELjweZayJv0oe6Cj7uu5mtbR0aW8ivfNTI/DNQSn/Noo9282vWacejJBe6h11JHsBMm4ZD5DvIB7DvwIUizGKi+hlzD0ZbEi95mibGt/gkFrRanLBLP2KProxQUzg+YWzMKV4DIzCHbhy2waPo3RtZrO1QRP4RwONF7z6J7m0Hqiu9bRfktNz4QDzTMxPklfaASCcYI6SuP1THsWHsrLy0MdbmYoza8+arqWHtHedNR1nvyWJzy6lj4ZHRuB/HS18fFx+mH5EM+CQU170FxaW30GKad6oUfXGi/+0HPNqaY11HRP8BsM2r/2rLnUR+d6putcLh/CXRqjvQkPpaNgMDNM982x73TTeDML9y6aJM7xr+g5Qh+4p6eHOqkDit10bWaUUeoKFljV35XeI39pHcGj+XVUK52bWcjz6qNmxt2w4dwnd06uCFyos2VrFX/IzgpPwrv6aM+CV/wmmRCvao9aR8+FS+c4CzxyYASwEvBCtpArxJgZkskkmpqbqEyquGk/FC4BdQ6W0KBImJUwUPIrRUHNsVCiVqAiyPNcguG4DkgTmE0ztYg+wGKPABbyxJRy7OpZ+Gxl0mrRosVYRuOxePFiyKEVw5pNE8RsWsijNEAaJ6asY7FV52NUViLCKJMDOtde1HStJqLoWsgRIiSYUmjatxACfjSP1hOyeEk8U+PwxMz47/T/Eh6z6b0Ifo1V07mQa2YQE5Wa1hIxwI+eq6/2r6SH8C64UjQkpT6l/qVrM6M+sXBOweVQKeqZ6CShylCxaYzZ//ZRP7USDGYW4h/86J7m0HjBo7l0T/vSGHYJhVLPhSszBxyu2yE+tNb/28KH/EfzqGn+UgMMYDPO47oePM+Hy2ORzOE6Pnw3Ak8OC+97bhCeu+YCNMoap/nUSjAU6BAWaOCLThFFx2Cm+dk9NCQF6MpzHUS4RpTGO3auBb7W8uB7Htdw4TkuilQGBSZwB/v6cfzoUeza8TJefPY57FSgzaLmCTpLp1jgPMmmb3QOMWBQ0WyEDk+OjkaadBvmve4znTjGouiul17C048/gb89+BC2s1h18tgxDLC4lZqcQJGK0Ai7Y0XEIgEqyuJQEbechkRwRuTwAKgoL4MSETPDoLCCgUwU0YhPuB3k6OB2d53FqZPHcfjQQSZ3jkLfLB0dGea+C0z0DIQGWXQTn4nfxfuSB8mbjpI/PZdSkjIXv+tavMTl4bouHPKYzqVQxNc66toj7kDZFs/kchkGd2nySo79AZEhS/gyLKq59NLLy7m/eBSuAw7JU5GyLx2HAvFQJB6m58jxfvb/ZxNMxWKR8xp5xoNDBZrj2EkWxsbo0MkY5Ons66egeliA7O45SwV8ErsZ2OgnbZ9//lkG+F00BlmOJwgMIIS/TEq0yCIIfFQzmCsj/iX3VUxgCidZOkVkTQgPUzTg0/gqcBOgzstzz1kGvCnOm4PoOs5k2xTnlByfYcH09OkOGtBhFhTOcv1u9HR14uTx49i3dxde2v4CXnzhWTz95ONMIh5g24/dO1/CXsJ8gMm9o0cOo5Pjz545gwk6Y9nwrVHil/we8V0MMcDaveslPPLXv3Kv7aEREJ0Fq0/+Fq2kz2QUBLfof/r0aUjP5Ij74eEhynCBTmQ9mqnbZ9NBVqukY15Gfkwmz/EbA0Jdq/l06Ig94sOBzzUcx+He88Sp97/XlD3xT4a6SHQV7QRThHq6NMZsmo5xGk7xkXSPYBRfikdDWsPIS04YAMgmDKzhuwAAEABJREFUqMkOyYBJz1cTvsryBJIVZVDSp45BV+gsky9dR4xGSMkzWls8K9wIHuElTbqaTc9PhYoC+2XJh+CaeTpmOTXeyxeBHI9FxyWnGwgQu1jYzDGY1jGupSP7uJRbBVsu9QxcD3nOl80W+K8H1wngmJqPIvVZjromJ51DfGm/hWIhhANmcDlWOsrhOW/CCE+R1ZrAcakvoizUuPA9HwH7uXD4H8fAtGH9C40TbcwMmhv8mBl0z6VMq+ncjGMAiC7ie9FCOkBN97yQ3njFAZUdkGPOIeE90Vn3RGOto/GaV0fNV5ojID50z8ym4aFQFdkM4h8iueigWHAIP/diHo8G0UpzClYdS2voiHMfnefoCKmvS7oLbj0q9TebnsfMqJvyoW4RL+TohKqPmb2CE8H36ibY1XRPc+uo61ITXGqOCW5wJ3YO97wmvRxeaYzWKRSLyJO+aQYEKfpGko0cr/P0izSH5lRfHeXPqAXkJT3Tfe3LI72jDJYCJuP9IAqPOHW8AGouAwyj3dR5UfAA8Fw3lEvNIZroKHoJV1kW4sfoI0lPiX5TSlAQF1km5DgUZhY2weMRr5NMQk7Svmkv6q+5hEfNJ72icx0nmajQ+KmpNHLcW448K72pQDzDBHihABRJd5ewmrlhnwyDxSx1mjkOXK5lnguXe89T4nIUwCL7FeEgES9HXW0DqpI1iEUTkH9QU12H+roGxBjsqqjqct7Zs+dg/sLF0Fvtc+cvRAuTAnfc+Xb882c+h3e9+7247Iqr4BN3i5nYWsDC6uDQCDqY7DzT2YVZLXNwKZ9fesXVuPHvbsHV192ASy69PJyjQLiF9yxlNsd98QAeuIci9JPwBbKxnhd5lK4RLqJMvBCTKLCjHHDJpeu6MO5VdFAf8W+e/Ohz7xUMqOa0tiLKgHxkeJiB+CjypMkwfeQRBj9TDJIUiKvpTwHIx5XOFP7NLORx0SvOoFT3tIZoLzpqXa0l2ucJD/gxI3Rs6mNmvDP9v+gsmERfHXVtZq/IpHqZGWlZJJWKoS4o9VNfPVfTPc2t9aW3BZfum9krOkfP1U9N8Gq8+pudm58I1TP5yeI97U/NzEJ4SmPUR3OXmuaN0uaomVkIq5lB99XUX0fX9SD5En4ky1pf9wWD7ml+8GP2/42f0jM+huv6cNnE1wYHZmouHIe6n/f1LEJ+KK+oRC2L+nohK0W/cWR0DB5l28gTOoKfWDyGmbNmoYmJdMEpm1WCUT8t9jITzpOUWRXu4DrY/tIOHKS/0EQ/UcljvRighJAK0c2cQzZfRU7x5TD5SnQVPiX/uq+gUd8oPHnyJP2ICZSVJcJvIs1lEdUl7IrH8pTFLG1WgceFLIbOmjmb+jSH8y/YGO5Hb/v30ifZcP75+Ng/fIxFrAakyLuygSmO281E9ukzXWijD6Kf9hwZGYf2HwQu/X4mNFhM6zh1kr7OOIaHBjFJXi9ShxSo33t7+1j4OIB77/kDk5W/D32YtSy41dLmb2VReduWzVizZi0uueQyJhqvIj49vP0db2XB9TbuJY79+/cSq0Cec+kbkc+zOHaMPr58jSeefAw/+P4P8N3vfidM8rcThr6+XhY/XmYCuyeEI/A8HsdYCDnCosAwYvSJkpUVjIcrsXDJAlxy2aVYzuTmHW9/Gy7csoUF2GWYycR/E5Nus1jcaGUxp6qqhn5mhHxoYaJKNBCNEsS1/LQ+xgbSoeI/AVugslTMqz66J/9HTX6pmsaJtz3C5pB3svS3NE5N84T3uF8yIIv0ebh+gAnq8HHq8pHxCUwxoWm8B/K1mRG2IJQD6R3xguCZYNJHL+YJFh0Fp+yG9IjmN7NQ9qXHCrQprjnU03E0Mn6fSz1WpeSkbBZ5yGHfKNdLUFfHqN/Eo4uXLAq/yfGHe//AAmkK/UpADo9AuuItb7kDFclK9LOI0dXTHfLKGOFXm5DcMPEuGfDohypHoMLZDCZGPd+F5ztgLg2FYgr57DhjpQksWTofV119KRqbatE/1I2OzlM4c7YLPcT7UibSL7hoC17avRcHWeQ7xYTybha8duzcRdl6CQ/Tx37hhRfJl8PYv2cfi/+TGGasBxTwkb//CPQtJP2U6Ac/+EF87nOfxX/8x3/g29/+Fu655x4W02qQYSy0jzzo0p9au24tItRLtcxVzJw1E3PmzMUobfEv77oLzzz3LOYvWoj6GY1M5J+Hd7/vvdh44YUoGNDEvudfcAHWb9iAahb5hpnb+Py/fR76VtSn/vnT+NFPfozXvf5WPPrE4yx/AAuZM1Fi+6G//Q3HT5yECthPPPkkfsgi4FvvfCuLUL8kL48woZzA5m1b8LZ3vQ2t81qwet0KXH/TNegd6EKKvspll1/LQuscPPH8dvzl0Ufw/Msv4wjnc+h7yBeprKzGXNrYQ/sPQbFrdVUSGzech8ryMixjcaK+vg4JxhPi1W4W0e/61W+wY9ce5KhHNmzchNkcG6Ntb25uwdatlzAhOIDOjg449J7zuTQmxoYwQr4oEoczWRAHfYX+gV4UyU+XXXkV9+qig/MG0TI4RRcR+kLS40ARkcDHGJPZG8/fgK98+Uv49a9+jW/+53/iPMI3yeR2QF5RYa2Bhf9ksjosEh85fBz/+i//hu//4Ed4z3veE36r8eJLL8YCFuYki1s2X4TW2bMxxfER3yc4ubD4pQJTZbIcq1evIc1rEaGfZubhxhtuxqKFS1BHP0U66nwWpbOUFelfOvaE6Ze4639+gUceeRD33vs77Nr9ImBZtLWfoK4AZs1uRSyWoA47wDiyG/q7gdLbkkHph9raWnR1dkPF2R3MOTz33HPQN76OHjuMEe49IK9lGCtXVdcgWVODsooq1DbMCOEpT1bgT3/6E5597mmOP4ZJxq4OcylkN2w4bwMi9JMmJ6bQdqqd+vcQbUIXi7rl0LdqL77kEpjjImAxJUdnaPXq1di6bRu2bbsE6887D3XUAXHCnaevIT0iPVWkzxun/Puugxx5K8WYtoqxdg+L+vsY8won+ta38JxmAVM6RzbppZd2hn9uRz6U9KhsqJ71UU9X0mfKpVMYHRpAQ30tpFdmkz6z2JYuW86cSZy4248XXnghnEOwyN5N0ledweKgbKv+rM1R2gPptix9dCPvTFHXpGhj8/TNMrRjKRbZx1nkmEG9XseCiuzi0qXLmZ9cgXm0k1EvIK+Oo6q8Ai4c6p00epmf6exop97oZ+x/Fr0shg729dCvG0SBvL1i2WK85ubr8NEPvhuf/MSH8dlP/wP+66tfxPe/9TX88Ntfx9e/9K/44r98Gh//6Afx3nfeiVtuugEX0d6qgFZZUQ7PcyHdLH0v2PuZu+pnAXyYNl77LMp+Um6KXIsACSrCRm+aMlTIpXieh29GWDIhH4NFVfWL+h5t5SQyqVFEfENjbZLyHMPocF/4LchlSxdixdLFWLVyGTasW4N1a9diPvXYDBaYZjOPsIzPFi2Yh/JQ7gPo5YCAsnj06BHqypfRefYsgiBAFYtRfhBggjxWhEF0jdMeBuS7CIssUyyQjNIPqCaPi57RRBRj42NQ3qcIhDZjjEWELPdYYByhlmXOqcj9gbzWT/54mTKhn6nfvXs37ffRMCnf29vLvMwIxicmqOMyoX7NowAVSYfoh/QSh0PUr5PkQRUIXfJ4/YyZyDBGLbhReLEKWCQOv4w0II9H6dPVNM7AbBb0GshTPmW/mz5LZ+dZ9PDYzYKA1hSdcrTJ4xPj6KZN0/Pu7t5Qrtrb2qHzCe5XheaxkVF0UA/29HRBvJqjzpDvFVDnVCWrsGrFyvBPGdx8/TXkoRtx843X4/rrrsEN112L66+9BvKJ5rS2oonwJGlHozSIfuCFuXsVb2qpCyorqAtqGuByT88++yJ+8Ytf02b9CX/+04O4+5778Mf7/oLf33MvvvaN/8I/f/Zf8OWvfB3S32Xllbj5Na9FZXUtEhVJVFRRr5QnIVzlyVUTjP9SjPdSuSIm6GcMDI+hg8XRnv5BDNHW9TKeaWOetIP2t4u47h8hTdM5+nWDONvTT7rQblN3mufD6DsUzMXo+BR27z+A+/78F9rkneSDSRxSnnX3HkSJ74su3ITbbn0tbr/173DdNZfhhmuvwJtvvwWvf82NWLtiMRrrkihPRJlTTaCO/FROvSH+K6+oAKjHFL9FiKMEaWpcz+XaBYB2qsA4r0iNALieBz8IEGfBVeOTySRi1K956j/xd4L3y1igjRDPAW3L2PAgdXMHBge6qbvbceL4IUyMD2FmcwOuuvJSiF6NDQ0YoN+cmpqAS72Yp77JMT+Xp842AxwWXCm4XJ8wWAHmAC7vOa4L43/iDcl+kXGSR/gi5FWCHf7PETAzwp+H9JxPufbJPwH3kKW/qHOHEzqOS1lKc30XumdmkP4Qr+pak2m8xkQikVB2tZbuq+UJc4H+qu4lmENVH12bGUrPNFb8rzyfzs0sXC9NGdN1aS1day2Nl59rZqGO09yVpJX8CBDmXDbP+COPsbEJPgfAHFLgR5FOZTmvz2cFZKi39cssgkFrjFN3jFKuhSvty3GcEC96pnOtyZlCnOnazHQZNo0pEMeluTLMIeqB4NJ+hVPN6ZIuOgoPeoGujn7ejMYm6MuAc+fOxRzWtVopl7I99bSR4qEK7ksyqaP4qoE80dLSAsVuOlccp2fau5lBuJIPIbh1XqSu0zPBXIJP54JL90uw6ah7Ogq+GPMEglV70FGwl5rGl8515LJwHQe6rzVLTTgrEi+CRbRTEwxmBt2X/dcYraF11bSW53rhXOorvpBPo1xGH/3xIdZUdE841jqaUzwu/2CQukN9U7QNeqbxOld/nWvNV7cCcSMY1eQ/ECiR7ZXmOhQowp+jPIg3p+gXSP9qz8KdmuAXDHouOLLkKzML+UT7Ek7VR+s76iBlr40IKdqwkF1ZmUQNnbDmpmY0ygGrqYU5LsZZEFJicGJqEmoZOiBKDArwHJVAaZOavHSuzWhBLe6S4UpH3deaAlYIEcBnaWyPs+igoE4G5ciRI6EzJKO4j0F5W1tbaBRVHNAzOUP6KdRHH300/HsQ+lkNGc9S387OztB4ag2trSaEaz3t+RgdKb1ZJIdK88mBEz6EFxFKikVNikv70Xg1zaf7Iq4ILUdGfbQn4bBEMfU1M4iJ1MyMCqAAra+xgkHjh+kEaU4pOAmVgmcRSuMVjGq+AgkvvJaa1tJe9EwtT6WmZ7pfOup5qeme9iCcq+la4/S8dNS5xpsZRCfBLBg8n4yHaSZSX7Ppc7Pp+7pXoFXK5aTIclSkcnkcmLl8pGY8WsjP6sethNdaw5zpZ44jIXNh/E9w5KiotSdOS3eniBwdRAUH4cziI98P8Sp8ezx3w0ajF/ERZ1JKAZ5xIQX7WSluFsXSdN4mGYyPDgxhsLcfA3R2+rq70dF2CmfIWx2nTqHt5InQAR6hQczQWfdco+GMoIqKL6GkGAtBgRQCASkSxotqNXkAABAASURBVDQLe0oAqWXTUzAK8ZzW2Vgwfy5a6GA2NtajoqKchsiHBFRKVIq2hsGEkqgVFWUoozGuqalCPBZBhnNMUPmPs5A2OjKMNiZ5Duzfj4MHD0K8fYCOxTHKxen2DsLZjTN0vA7z2QkWbcc5LhL4KBAu8Zh4VLInXpKiklxJcelcPCB+EB+K/9RXPGFmIY+CZjxPZ3VyYjQMgEhUuAy4PNIrGhDPLsK3qyrKYiiLR6F7EeI+URZHPBGF57ko0Lk1B9x7wGuOoaMieMCP1tL6OqoVSStdq+nczNhr+n9dF0L+LnDOIlse0j05OdJcQ+fjxNfwyACN7CgN5URYwD5GJ/7Q4QN0WnpQZF+HTolPXq6ursRsJilaWmajhom5LIvCeT4XHRSkyhjqmChPwOVei9xz/hx8BTKkURFLHsH7DvfpkffkACgZmaBTESUdfd5vaKgLaZqlo5+aGkORQUuOAU7nmTYm7V7EdhZV9+3ZhT27X8ZRFsZPHD8SvoV4uqMNJ48fDYvlu3a+jANMyKi4eooF9P379+DJJx7Do4/8Nfy7L/p5N/1MkRI7PXTURc88dXF5eRlmzWzC8uXLcOGmjZg/by75IkO89EK8XaDjVlFRzgQW6UV5EY5FG/GKZF7n4teADpiufc+HmdFZyUK6KkvdL52XpTEys/BZnnyXZdBQIK1ERz2fpK2QbhdcEwxitI5wpHHixVKbDpL7wrk1v+d5lJuKUMbBT5FylaY8Zoh/PRO+dZxi4OsT/2ZGjkUoY4JdMMfoNEQosxyCIumXZYCfoTNGNQXmdJDjPxkayEk6SHmuwU3AHJf+mUOdw/nEvLwu8FjkUU3ndG35HORDcI48RYN8yUXybDlOnuM6WeIiPHL+dNgy5NksE5w5OrA8kkYp4i7F4COdLSDDMXB8yHHXxB7XdB0HRTrsebYCm+s4MMJp0j3cj/bknOunPavxcbhXPVPLEw7RQ03XauqjeVzXDeVS13puZuFYXWsuPddRz0TPtPQoYdacr24Z4i/L++qjc/XXHHnhgnuj6ibvEV/Ejxwbgs51gBx5RSdaI2ymUYDjOtDaappLMP+fec/tSfc1Qv0c4kb8oGPpunTUPfXLcz2N0bWa7unazGBm0D0zB47rwnFc5IlzI8yiReB6iPoBYgr4KQsO+CGfF9lEL+3DzHgTMLMQry7nCSg/kinBpmvxKjuoE6Q3XN+DsR8XhBv4cHgtfaNEatgA8rUDh+tD+sZx4TgOlyuGTfhxXZdTWtgc14XW0D3107paX7IciQSQ3MQo757nIkFbJjpGGEyqr8bpGGHgpJYjj2qeFOleNIPHvRjlUrKS5b5zJKR+ktZnYBnEYhA/Z0lzogw6Oo4HyaBLfE0wSaX7aSbE85Q77VN7dyMe4BmypGk8UYYaBiG11Jut1Ff6Jo/gzXMt0V+wyi8rcKJFi5bgSiZVL7zwIsxbsABLli7D5q1bWTS9HLe87rXhcYzJix4mVu5/6EH0MTl/1bXX4iIm/dRed9sbsPXSS8NrJRldP4IY188XjUH9JHkzP41P4trMQpz7fhDyZaAj75eVlUFBWgdtsHhZOBa+dO75HufIwXWcsIH78zmPCqIqknbTNx1gckf+gxGP3fR9ZcNPnTiBjvZ2nGYyTnNJV0qPTtDZl684xqSL/No9e/aEic6SThXdxMvgR7KYJ+10raZ5XNeBeAGGUIerj+AsPc8TPt0rENdmRnDz0Lka+HG4D43XUWOME5lZ2Ce85rmesWs41iUf6lrPtI5aaS6tJXpqPTML+dh1ndBP0HiNMbMQ57LFDteWP6M5dF5q3qvWwLmPxqqvbI7W0Jpquidcqek8TVtiHKM55T+Ir8wsXNM9Ny/40Xwaz1PovpqZRiKEW8/U1A/n7quvmYVz+eQV8chfWZg5dOgQhunr61uiJRykKVtj9Ek7yEPjtI8qcj73/PP45S9/iS4m1GhZoERfM/0V/VzeBPs6MMi/nc0E7/q165jwrIC+UbSPfqJkKkr5VluxaiXqGKCfam9DfWMDEvQJqqoqCReoI1wsYOLz5ptvxPr1axGnD5dhojtRloA5HmSOUkwkc6kwCXrw8EGcbDuJxqZGXMAiRdeZ0xAfu3CZSGbCiuMG+nvR1X0auewEznacRoq8epprHz6yD0eOHGTC7DScwENNfSOytGFTTBTGmIRO1tbBC2Jhq62fgSCaQCSWQP9gD0bHBtDYWIEZdXEMdp3Eow/+CRn6FPPmzWcR6nnKdReGx/rgRYqY3dKIY0cPYscLz1BXG332OEY5RyJiaKpPYsGcmVi7ail9oRYsoH7Rt5mWLVuKpqYZeOaZp/DgA39CZ2cHHnv0r3jhxWexfccLOHHiKNrbjqODvtnhvbtQTE8goB/nZlPwCymUeQWUuQWAMJVHAjQ3VGPN6vloba3DmjWL6X8tZrI2i5bWhWieNR+r1p4ftnkstMxkgmXJ6lWYRxhmLpiLBsYNzS3zMZUF+kfHMcQCaDf11uH2k6RPPOQ3s2m+Er9FqKej1L0edbJ0t/hQfKVnMAdR4jBDHEep5xPEcwPx3jijKdSx6i+f6yQL6dIrGgd+JB+SHTML+T2RSIT6ory8HPLVwE+Uul73pf8kg0oESyI2rD+PCc1r8bG//xi+9tWv4W1vfSt++bNf4F8++zl87StfxSYWBTdTX29kYaCqppoJphZcfOm28Btod7z5Tdiwfh2LvWkWd9IYZHE1ygJMkfugAcQY8TFG+XBcF/GycurqOAYGBwlNAf3kuzxtOzUJXAeoqixHsqoC8xbOw+p1qyD70s1iRsfZ0+jpH0D72W4UvRju/9sTeOGlPdh44TYsXrYK73rP+3DnnW/DIhYDKyqTaKZ8pRg3vvjCi/Sb+5mULcOll1yMWTOb8eyzz2D9urV497vegfe/77245TWvwZzWFriE98TxY/jB976Hf/zEJ/AVFlg/+clP4q3ExU9/9lOMjI1CNOsnXZ9jcX816b9l82bKo4/rr78e27ZtC+m8Y8cOiD69vT3kweP4zW9+g8dZMC06wKNPPYk/3Hcvdu7ZiQf++hDlqgu33nYb7nzb2/DWt72DxeOr8bGP/T1++9vf4HP/8lm8/e1vxd/dfD2uuPxiVFWQnqkxnDp2EH+8+1f4ypc+D+TTWLpoPvbt3cP4M4sE8dtxpht7WShN0547tGU1TADWNdTDCzzCHweBxKmT7SjkDG3H23Hi2BH8z69+QdrEWZAdwK5de3Hw0FHK7xRl67mQrv1MiO1k4frpZ57Dk089Qx/awbKVq1hcSZJX3oYbbrgeTSwCRAIXitnnz2uF/lZxLOLisUceRg1jNb0M1cVCxc59+zE4OkUc9eJM+2m00W6eps2sqqxEsqIci0j7Bx98AB/+8IfxL5/7LH78ox9BuaUG7sOo1PSLPMod3Xffn9DO8Vdecy1mtsyBfkZ67vx5UCHHpVxJNhzan5//9Kf41Cf/CZ//t38hb/8H7rv3D6hKVtBm+ZjBPJnk5wXyyTiT/xnqzd//7h781zf/C18h39911/+Qdk/hr3/9G5LJJBYunI/a+moMDfbSR0ihrDyKVuqmltYmmFOA8gPynR586GH0Mk9RxSJAgT6CvrX2+KOPhbbh3nvvDXXCBz74QWy9eBv9pwxx0QXBWkaZ1U+AunDRSJmvYdGjv28Ahw8fC+GdO6cVS1j4mjGjEevXr8Mll21FgXH0gYP78O//8WX8+f77CdsIli9ZjoULFmGQBcvB4QHkiznScwySxwR1yjvf+S4sX7ES+lncD334g/gyx/7m97/Dzp07qQ4nIf00MNCPfiZKT1HPKJdRoF+yYsVyFmbXs4hWzlg9RZgCNDDPmKWuUk7v8ccfx/33P4g//vGP4a8tjIyM0hYMcn/d4Vwnjh2nPPYyhp/FcQ1Yu3oN+TZDOTlJn+gwiy4vQT9vLhkSzrZv3w79IoFye/InPvaxj2HVqlXQ34n913/9V1xx6SXwXaN8XI63ve1O3ElZve6667F128W4/IorsXnLVrzzXe/GW95yB/Q3XFVsf+tb34bX3nILli5ejJXLV1C+bgpfJlCcfekl27B2zUpUUtZSU6OYnBhGoZDG1MQYnn3mafzud78Lfwr5k//0KXzm05/Bd7/9Hfz0Jz9mPP8b3P+X+3D0yH5Mjg2irjKOlUvmY/PGtSyoXoM3vP41eM8734a3vOmN2HLRhdjMdsXll+GaK6/AVZddigs3biA8izCL9mwx+X/O7NloqKsJ8zTG+LnAPEcl7fScllmYNbMJDfU1qElWIk67VU77XxELUFtdjhnkzSTXjvjGeMcNf/J7cmwIB/btwZFDB3CQudj9e/ei+8wZ6GdJiwzwUpNjGBkaRHdPJ9roJ/RR36bpYzXU16G1tRWzCUtlZRXy9C9dxgPVNXWoqqkB4JBnPeq/ALJTFAB0U+edpn9xtqsLFZTn5StW0FeZj0QiRsktwjGjnuc4MmJlRTkLZeXI0I9SQrwgWJgTyHGvOeavssy9DJN/O8904BTzJ8epmw8fPUz9tIv2fQd2vLQDL5I/9nJP7cz/9TGH0t/bi77eLhaRB1kQ6ycfB7SBGdKwgHgiDpd6Icd96KWxFHl2nDaib2gYpwmv7MvZnl50q8A9OEx9PwH1M8dFGYuvSRYio7F4WJxLsqg8g8XYqqoqxGhTPeLFpX2Tbk1NppFh3kBylmccepi+49NPPoHHH/kbnnj8Eeq7Y0gzpxQNHFSWxyG6RhlLlRFHdXXV53AF4iVFfyyNwHdRWVHBvH41FGNV19UjSRrEEpXUHaAN6cPxk6fR3TuAoeFx5mHy1PMVhDOBtrazuP+Bv+JnP/8Vnn1+B+OjNLp6+mDmQTFrAcZ6QArChb5paq6HLGFOUQ/m4TC3UYQKrNmCE/YJomW035UocnyK9mV4bArDLI6NTaS49hjn7kcni839gyMYGBqBYrJh+r3HTrXhFP1K4bqzuweHWSs4cfIUelSIZR42Go1DvrT0Qyf5J8ccl884t6m5EXPmtIb7l26sqq6GXnqbQV8oQb8oQnji8XL6nVGYQ97imFhi+tyo+2PMIyXKyoiLAA6fgZ/KygqsWrmCvvD5mD93LpLEbT1j16bGRiTJs/W11ZjV3MBnLViyaB79zVYkKxJIs4Zypv0Ujh05FLYM+dMMUCtSx3uMhT3aW8FRoMzmCjnQVYbiY+G0wNg3T+c8y3xLmjxvMIAtS16R35ZhLkbz5BjP6VwtEo1AfKUxGfr4innMjLYnR77Okr8jiMVjYdymseqboA2RTVPTOjpq/jEWxSfoh2mOAmVA9kb9xb+lsZ7nwcwo0z5K5xo/3deBjoJF/XUuO6GYTHOqn+/70LX6qOk5+Cmc25OZoYL4TiaT4Vzao2CoIC1dxwXRBv2aSYI09b0IfC8Kzw1QXlbJow8wxh8dHUOWOMtRfovcB/gRLGo8DWVdsAgm7VP3iiiGeHRdNzzHHAXJAAAQAElEQVQKfj0XrMKJjoJF/T3KsvhGtry5uRnSgTNnzkSj+COZhPao+RXbq2ms5lLziL8y8pty0Bo7l/y1aNEiLF26FPPmzYPu1VB3VlJ3R+n/x8mf8s/VIowJBKvmFiyCUWtJx2jczFmzwvEtLNpKJ+ueYBQuRcMgCEKcmomvQN2RhWgguDSXmYU0VT/fDxCwv2DQulpHe1eOR2PEN2o6Fyx6ZuaEY7SW4NY4M0ORRHMoe0XKgOAXjtVHeFCfPGkkHIkHhWv55YJJc6ppnJrGqhUpJ7ovPGSpB7K5XMjfuuc6LgRz+IIX6VSQPFFXZZibAsfFIlGo+a6HkOd432AQb0wxjyUZ0DzgR/e0rpOeStNgjNJBGcD46AQLQQ6digAO/0unMnQCpqAK/8DAIAUvGzKQmUETCUFClJrOBbTu61hq2qye6ah7OqqPABDiRQgxjoARQ6koeZJO1xEWOfWTInqTTPd6WPQ6Q8Pd1tZGh+kEVCyVk6QC6Ak60bqvQE/ziqHAjxA/PDxMB6yLznI7VIwqtaOc/yyTV5pXbXSUOOjvD//ejNZXsVbzabwQJ0YQAXVPfVUYEFw6Cu4SDrTXFCvn2qP2ZGYhzrR3racE2AsvvAA5d4JhiJV4l4JZSeWrFgR+6FwKJs2rOTQ2R8UpGDS/cKj72qtwJxxGyNA61z0zC4luRvKz6Z6a1tHRzFD6mFkoGGYWMpr2qCbcgczjkdHUzBwARobXWCc8FqmQitTyauRz3kP4MVMfhPMJdlABeVQOglNNdBccgqfUiuyTo5OdIdOnqOyV3NI913Xg0QlwydQu5zDHgU+HQc1cYzDGXlqO9814TUFI0cCMjo1gcLAPwwxY+7q7cPb0aXS0nUI7nbyTdKaO0pAdOrgf+pulCsK6yFtTNBDGzVQkEqhgUjUgXYpUtIHn0eFMoo7KK+L7iFN5JRmsx2igIqRXlvDq51nzhF8C6hCWDA2aaCVeyNMACDmu5uP8wq3oLh47cugwDuzdh727d6ONTsFZJlj1BoaSqR1t7TgpZ+HoMTpOJ9FBR0JNPyc7Rn7NUzl4mpN77qfjdprJuKMssqboSObpyAgG8ecYjZ+O4ikVU/sY2OiZ+CvKQtOChQuxeMkSzGBAWEFn16ciMdcHpw2NbDUdvXo63XK+GxmIJpPlVIY+iG4qpEho1CJ0xgPyYHl5AnqjRgpahiASiUD4AD/Cg2gcHgm7juJjPuJcFjbxhpr4RePMRNMC0UdGY0eHytajo6Fn4qtsPotUZirUTRnSQcowz0RXmg4KWYb3M5BuOMAk49mznZCD1dPdGf4djEOH9qPt1Am88MJz1Cd7cfbsGQYDQ5DyrmGip5aBe5Q0Ft3MjBxKGOlIyXk0Hs11AcdDhI5xjA52jHwTidFoBz5c4kLnlUxcJogTY1eX/BqLRcLCs6/xnFFvhBqD2CIDADn+kyyGT7J4XSQvFbi3AgOCLsKlJMc+BjKD5GeQh8RXgu306Tby9AkGCcewi0XX3p6zTPjEUEUapZnc2779BTz91BN4+uknGUw+F+rCPJ2zMSZ0DpD/9zEgknEysxD/efKq9IuZ0RlPhAZftJBOleGW8RN9hH+CESY8xEfiaR3VBJucQI2LkP7qX6CC0DrSp9KfU4StgoGF+mjNKGVK/bIs0BbPGdVeBlTt7W10iiYwOjpC5z4d6kbpWjOH1xnkaATNcZElv4tfjUTP8N4IHfOhkTE4pE8514nRMQnoaLtugAL3psJ4wZzQSU+z2JdiQVMOu0veVzAQoVw4nAvsCx4LRaM+K4br5ej85/JFrlkIm56p5Qt8TjhyxCG3AM8PIP7Ms/KZZxF/kjyZ53mG+M+Q3lN05KakJ3ieZZuiwU4x+DTyeIQFOzODT/0bkJeEb7I/dDRH+pd6jwQQngs8Cs7wGce4rgs1Xavp3Mw0PGxmFs5TJLx5wgp+RB/RXddqutY40a9EG8/zxLFkvyJ86UE6cDEGgIJPdNRaakXCU2qcmnjLh2N0Xrqvo/rqnvS6xhcIT5Z00D2DQfe0jnTcK+eEwQ+CcH+CT2trHjML1yj10z2dq4/m0NFxHU3NZnCJV9FXzfMDiHZFrjndQPy4pHUeruPAzEJnUnwn3JhNr+Wce1Ygb5sZHDYzg66FSx3VX3tV07Xuq4lmBWJTrQh+DJDNy9LOa4z6qoV9Ob/O2YuOHUecw68STwXiLE0e4gHaS4Z9i2I+dnZdN4Rd8+k8IE/xdnjPMA1ngf190rJ0LHJu0VT9dQyIaz2PiM6RCMxxwX+g9XKUM4d2Qi0WL4PnBwgkP+dkJ8+5JQvqp/3mKBtmDscaXOpw13dRTZuapH1pYEJh3vz5WLt+PS68aDP0LYx6FoFa58zFijVrWSxdhBtu/Dt84h8/ibe+9e2Y1zofPoufY+OTTPgewM5de5iIiTFZUR4maFzyif52jtZX8VF/CmIlEzK50O4UqDtoN+gnpJgEyVMGdF966Sx9whT9NyNthRMzg0s8Ci85wi8bOsCEsF7gkK5TH734pmAnTnkwM6jQ0M+EvXxX2Xn5qFoD/AzRH5XtVZJca43RNovmuqe5tY76yoaCc3XQpovvPMJQUV4OrSX4FPzIjrez6FqaR+NytBs+6SlYBK/gm2KSQU3n6iO5Jyjh/2YWyo3mlLyYGUpHdRA82r/Wd0g7XZfmMTPSwA9bQD7ROI1RMzMIT9qX5EQwvbqP7pV0i8ZpDeFcY7WGrnWufoJN99RPa+taOBNesqSn1tC16CEbo2utJ/7VGppD49U0r+5rrqmpFCQ7ui/YhDOHdhkOdT1lyFzKPpuudZ6jjtY34tK0UbqmSYBPv8d1jaAWyCfGRM4IOjtP0/fsDws8nucgn0uj70wnFrW0okx4olzc+/vfo64qiYBrpVjw7zh1EvNb52A1k7KzGXC3MvF43XXXYTGLOq7rQTpYP6Ot/TnkTe21gskE+VniCcEvnpnHAqGCYuFDewU/FRXlTFyfB9d1wnkki+oze3YLdFTSRG9Py8Y7nFt4EV9KHnRdoLCLlhP0j13XDX9u8MjRQ6ipqcLChQtQyX2UM37ZzSJJx+lO+iOncWD/EZzlnp956mko6TrI2CpPe5djTJmeTNHtyUPrldEumxHflEHRSrBojxdffDGUqP/857+AO+54G5Yyqe97EcptBvF4DErG66iX16boSxw8eJD+21km0g8R/51hIkb40Ro+dcGxY8dYyPgrk249HB8P+4reEeq0evq0wt2mTZvwd695bejz1tU3MNFfESY45zJ5ccEFF4a40xjJkGROL689++yzIT50LlkXr4zSt5IfKrhi9PcamTyJku6NMxowd34rorEAZ8gjYyMjYaJilDphXGMop1HaJcFbTp9x9uxZmDtnDlatXBnSb7KYQYaF2wx5M53NA+bSHgDy7ceZGCowdlJToryRidKaZDWU4BNtr7/hBixeuAS1lTVYNGsu4kUfy1euwe1vvhNXXHMTkrUzUM5msQoMTmZxdmgcp7qH0dk/iTN9UyzsOjhyagSTuYoQJ77vMTkbIEr8KT6Qfjh25Ch+8uMf4z++/GV84H3vw2233op7yOcqKOr4lz//Gc3NTXBdB/NZrFq6fCm8wEeG/tDAoOSlH4qJFNcLj0peDo4MQ3/TcoS+3Hh6kjYyiwKAIIiEdKoK/fRabNiwnsn2uZjTOhfNM2Zh3pwFGGFCeIJV6SeefB6PPv4M5i1ejiwCbLviOtzxzvejZeFSrFy3Edfe9FqMsd/LL+9jUegHuPu3v8dQ/yBm0/Y0Ns3EnXfeidWrVoVJ6Zd3bMcvf/4L/PrXv2Zh6jC6GVs+9thjCL8VePBA6Cds2bIZ73rnO/Hf//0t/PY3v2Ux7Sv4xte+jm1bt9FfzuIRFtR+/rOfYfvzL8BzXOhvz372s5/Fr371K/ztb3/DH/7wB/z85z+H7Aa3iijt6XLqhZtuugmbWDxZuXo1rrz6KixZsYSJ+lGcZFzr+i6efu45fPXr/4lvfuu/oW9gn2Dh4Itf+gK+//3vQnGBy4L/zOZ6RAMH1VVlaKitRFV5DDMba5BjDPXXhx+CeLuGCeGTLC7u2rsf/Uxkj01Oht9WkU4YGRlmnxwKhQx98Qnygkd7UYTvF9HYUIsli+djoL8bw4y9E7SHk+MTjE1OUm7TpJmPCOOpSuqK6uoajnNJ73a0dZzCS7t34a7f/hY7WIAN4pW48pobsenCjVDir42wnGrvwpJla7B67XnYd/Ao9u0/jB4WGXP0wzP0GX3apqhHfiRfHmRc8wgLzDrGoh4qmfTu7+9DX2839x4Jv0UoHTOzeSZ1UAX3UsQNxK1+9p/uD6oIWzeLIXtYWH700UexhLHxlSxW3XzzTXjTG2/HimXLCLuDuXNmMz82xv7VjLeqMDIygYgfRwOLgu9+9/tYzP44vvBvX8Bq0ks5tL/85S8oUvcrrjl06CCUP6iqqoCKp03NDYjHA8ZnnaimT6Sfk3QcDw2NTViwaHEo/y2tLZjdMhuzqRfS9FseY1H10UcexT3kl+e3v4jKqkri1ydPniUfZkL5bJnF/jNbkE5l0dvdjyWLF0Ev1+4gH9/LYuxPfvITfO1rX8O/fO7z0J98WbJkKaSvhpmXeu655/GLX/4Se/buRkvrbIwypwIDP8Z9GHKpHJ7i+r/9xc+xdycL/9RphykDQ4xRq6qSmDN3DjZesBFvYyH/+huuh5LBLSyqyT9SXGS0m5exANjEvIP06tjYGGlRgOy6QzskHWNm8EnXeKICdQ1NmN3SitaWOZhDvViVrAn3mGUSdGxsEvoZ8Bx90kg0wZxEkq0C+uUQzSv/bMGCBVAyG/xIzqTDta7uv+Mdb8dc2t/RkZFwfdk6j7q4vCKJuvoZaJ45G7FYHC9QZr/+9W/gS6TrN1gk//EPfoh25itvvO5aXLxlG9avXo2VLBRPjY/Doaaqra5E66wZKC+LElYHUfL/+MQkbWcdLrxwM1rnziNMs1BdXQ35wbLb8vmkB4dpF8boG+zes5v64Gf46le+gh//+Edh0fWhhx6grTvI/MWpMEc0ykL35NgwCqlJzGmqw4LWmdh43npcfcXluPH66/CG226nTn4//vlTn8Ktr7sVF2zciC0XXohtmy/CRZSziy68ACoAX33V5bjk4s1YsXwx5nGO6qpy5LMpFtb7MMGcE+hvGXm4wFwLXRt4pM8E9zoyMoTh4SEMDfVTT6ZRU1uDZLKS14Pkx276Qv0YHByEfIoeym1bWwdtcBf7ZjBBHSEaSfaSyWryyWIsX7ocyh9FlRcgHWK0M+KpSvoyceZYyplvcQCOT4csSTcKEdqSirIEAvpwZC34rgOXDzzxEn2ASBAgwnli8SjpEA19N59j1CJRHx4H5Zk7Gh8fxdjoCIaHB3HmdAcOHtiLyfFhZFMTGB8dwjjvC99TzNUo15ah3VbCPcEYSX65inVJFknr6xpRT9sfMCaSvU5nbCNrUgAAEABJREFU8sxV5TDKguFUpoCpdJ4cYojGCTP36XCfgk/NpT4TL/ac7cL4yCgifOZzD9wy0szvpSbHQ/07NTlKuhA26u9oxENleQIzWLye0VAHFdGrq5KUHxdp+rqjI8PE9Rj0rd88Y0+H+AgIcyV5b1ZLK1atXoNLLrsc119/E66/4Sbo10k8P0qcxVBdU4+KihoWlkfId8ept7voZ3Xh2InjzK91kK7jpEWOfleGerkPPcwx9pPeavoFll7GQ6Oj4yzCTrJPNnxRqlc1BVLPvADZXJF4mcIQaxADI+MYYyE5TxwUHS8sxA6xkDpGvA3z+Tj9xzydb+OzKfqUfYNDOHD4EPSrJ7JZR5gz7WK9YIo8WlNXi1nUmS5x10uYxIMF+k/1xM/y5ctoYzZhzdq1jBsr0TvQjxHyuEM+0POZs5rRNHMGgmgA/fKd47q0YQEipFWM/BdLlGHFytXYuPGCUIalL4z7SZCeTTMaIfvQMrMZ+qb2Cvo6DfW1xFEKx44ewY7wRalOlJeXIUqeVAziuA79IReO58IcI06y5JcUW5o4m2KxegqpdBpZ7jnFGDXDuD9Hv1n8qyKy67rwuE/w4zgORZXj2U86xeMzrTFGP1Nj8xznkacUR+i+Wp7xrXxYzWtm0HzqB35i5BM13TMz+IwxI4RbR93TetLbU5SFFG2T5tU8HEp/IQ+d67n6x4mfgLwnuArUJXH6Cbqvc4/wlzPO1T2trXuB1qK/p2vNr3k0b4L5Vt1LcY8TjE1K8OWoo9RPzzWXrrW+xmjeCOVRuka5JtchzhyHutpgjHOKxEuRNoSGCDoKJ4JBY4Uj4d7MoP16rhfiyCVuXZ4LdvAjmATjGO1ZX28f9MsRe5lnlX3duXNn+EJXD/lzhLZGsGv+6TlcaIxirVITv6rpenBokPp0CNqrcEcwCIeFNK+kTyV9Wc9YpqqqirYqxmcOzOyVo/Cg9Ua57jh1tnCifUjHlnCleaqrqkPdq7n0Lfa62trwWjaqhr5JaR2dVzAGVdO5/AbpP/VrZD5HcceMGTOQTFIHkYbT+MuFvCD4BY/ugR/BEUSCUL6EC+FEsIqPtF/Bqr5mpBOb+nuUkxLO9YzThPs1m+5jRj+FhNZc/+c5ZUtjHXPAx2zFcJz0guimtbS24NNY8YDrOJAMieblZWWoKCuH6zhwOYeBH07kiKiDVEa9dB4HqfxGqUxEZJ3r7fe2tjb09vaGRKb+RTknEfLEuBIAThMC82pghQxt1sxQOuLcR8AJka9uYr7SeD0vIXBoeARKGAmZ6q8NStgFm+5pShFW1foLLrgA559/PuS4iqBCsuZRXzknhw4dggLe5xhw6M03BSrtTFQNDw/TQAygi0ZLfYVIjSvhQQjVPTG5ngseOWE6Chb11X4lpGJKNSkK4UZ70TxKnB0+fDj8yREJk9bWXNqzmFfMr6SC5gEMOoq5NY9wo3mIZJhZ2HDuo/GlViAxdVv7VtMcZtP9zSykg2ihZqb7DqY/BtHVqE4ccxGLJlBRnkRlRRUCPwLaHRqALKZowDI0ToJHONFRa5sZtJb2K3ijNDTCheDXuWDRmnjVR+PyVFiiqZrmMjKmQ0Xq+j58OpxeJAKHwpInABkmr1IsMogOGqe/FzLBAG+Silv3NEeOScRMNo0xOkL9TNycZnFUb7aJd4fI131UXl1M7nSdPoMuPuvt6oa+kTrIvmN0MvJcI1lRhqbGetRUJ2F0c/Tb9sN0nDrPnKbDcApHaQQlDydPnoCUm9bRUTQWL6iJn3RPClQ8IjqLX9qZ9FRCR3x4lIX8E3RCznDevr5e8l8/DrLYt5uK9tSJk+jqPBsmos6wACy+lIALfWYWyqHWED9KTiUHWSbg9Vw/k3O640z4soESOuIb3w9ozArweGyeOQur16zFlm2XMBi/FtfRYdp68SVYt34DFi9ZhnnzF0DBax0TMeLHPA3dGI2UcXLPcTkPFWFozDM8z/OunoB2pwAzC5uUjU8aiu4ujYzO2RGSXcmKaC9+KD3zfS/kH13rvpr4QU191cxMU4TNbPpce9OzIvmjSN53yStxGleP84knhJcBOkdDQwN0iNvx8ss78Oyzz4QJiuNMrJ0hPV5iAPrUE49j/769YaG9t6cbvX3d6OvvocM5xSLe1CuKX2sEgc9CazlbWVhojNEJ4M7JKQaXsiLH1ItEYITFcR0EPJfDMU2fIhzXAOSRJZ9mGPSEjQ5RkXtw+ChNHh9mQKK/u9PJAmp7RzuO0TEcpVEen5yAXi555rln8dQzT4eBgGSjyL07HKzWw0LqI488gh/+6AcMun6MP/zxnjA58zCTJHqBo7u7G47jhLQT76oJT+Il4UzyKr2uOeWMSM590lK8YGYh76mvngd0hjRXUbBzTm4MZIBwft0v0DHRvjWHWvhmEGVsnAFID5MaQ5QrTokpJkLV8pRf4VfrS3cIb4JpgIWLNHnOzNh3ig5ijssYiuaELUsH0FwPZCI6n+RPyoLeLB+nfpiYnEKaz6MMgiNMSDns55I/PD+AOS7noQ50HWSZJM9wXIrrTLEVjPPzub7FqgJnJpvj3AXkqLPybNxaWHzL86RIpz6fLyKXK6DAgAAFY/DJc94r8nkBRd6isSbtjWvluJZ0dZH3i8UiJCfCu1pAnHI65OTQ8ZkRr0baakxGiVKNMQBs6hfOzX454i7PMeDHjA95LP2vNRzNc+5+gTKtpvvqo3ON1XWB8Opo9r9zuK4bOs6C0ycvRKibY3SsBW+pCW410Uz9SuuZGXQOAqx5XOLfzIH25Xk+AIPx2vcD4kHXCD8aY6ZnhnAc7UK4NuXJ47nrOFAf8KOjmQFsRlxJJoRn8FxHJW1CPAl3AIR743gzg/jSzMI1NE+BuNH+1fRMxwLAqTk/EI7NEs8ZOut5XnMgSs0Il8M9mVnYX2M1p+DXvGbGPXohLnVPTVNoHT1X07l4XjDmySdqWdGWMiYeVCOJkCMPpplAKmoCzpvntcZrzTzhCxh4iDY6Fww6ShZdl7hnf+FS6+QoGznuRXQrHdXXIX7UNKdo7XJvsXgZXC8I+d7jPuO81r14grqwrIL6KAYviIGdwmbso/MsAU4x+Cuag8pkEjEGUh5l0OAgcKPwzEdNshYbNzAgbWrByuWr0MRkeHPTbLTMnkvZBAaZTKhhkHCS/trPfvFLBrzjWLN+HW644QZsYYL63e95L97L5L1+5k26A/xoH8uWLcOy5cshfCiomqC/IFx53I++3ZMnT6SokzLE8SiTVnAdxMoSkP/hUIdL101RjwgPmk+tmomHGgYUwplwLLsmH1o2Xv2lq8Y518jwMGTvZf/l7+3atTNMKOlvleilQNl22aEc9c4AfZAIZX8Wi2g+YdO5nrfT9z7FRN0hForkW4wxwdPR3oaznZ2hHTMzJmDjIb+JvqeZ+DEYBK+utU/RT000V9M9NcGva/GMmYU2wSHddS1e0NHMoHsIdUweGeJKc2u8xuqZ+gkvahqn52bTvK51tY76lJ7pOfgxI6Rsmkv3zIzod7lUMVyzdF/PtE6pad2AuHKpl+K0v7pfWkfHsjLyKZ9pPTXwI9jUBIvGaQxvI8qknPQoqCskZ2nuT3jTmnqu8RoXNsqjYNKa4iU90/ko4yWNUX/ZUvmbCprl44k3xA968fP4sSPQNyJeeP45iIbl5DP96Qe9wFfFpOPiRQsh2DSfZFO8pXVls82mcVUgDEMMqFUcTXJMkXpB95TQ01HwONyL4Ndc2qfOhRPBmKEcyi9tO3UKeqnzySefCI9K7Nx///0hv2rdMsKmfoJFPqb8BMVXCxcuDH2AVib1VzBhvGTpIgb2Y/RfB/C9730Pv/zlXXjoob/SP6rEg/c/gIcffAg7XngBk0yiJSIxxKiXtF8yGxOTqTAxoKBefqFop9jtnSxCfe5zn8Nll12GFG3xKAsUw0NjePDBvzGJdwTpdCZMTuhbRn/5y5/oh/eHMGmvfUyWFcmrSrSXeEQFkquvvhpXXHEFbrzxRijAr6yshPaivYqOGqNkxx//+MewoLVr1y6o8HG64zQUu0m+1U+JARUEBNttt90G6ZcLmZCex2Kr/tZnTXUtLtx0IcL4OB6Dkr7SAaL5GBMYJ+h3Pv/8MyzCHcToyAAOHtyH0yyi99Mvy9AvijoO6pJVTILWYi6LDhHqgkom22KMqdJMGKWov1xzQC1+zv+MwfUMrew7a9ZMNDU1sdgwE45jqExWYD+TwN3dneg624kyJv+uvvJybLrgfFxyyTZcziLG1s2b0FhXjZlNDdjKIt3111yFtatWhN+kuGTbFsxpnUV8NYdvwi8ifzY21iNGmenoTuHgsR7sPHgKe4+0Y9ehY+hm4RLRMkwVXYwyUTzCRLHFytFD+u1gMeCJp5/ADhbMHnrkcfzp/kdw6FAHvv/tu3Di0Fk8/dcXmej/KD740Y/ihz/9KZ5/8QWIBj29PUy4n+V+XNrNAJs3b4F0/Jx5c0OYlrDINWdOS2hXd770MvdYRpyXMXGcx/DQBIYGJ/DSjr3YvecIunpH8MTTL8GP1+AFFk1/8LO7cP/fHse+I8fxX9/+Pn7167sxPDRKXp1Eb2c3C0UZjFGPn8+iQy+T/9L7G8/bgIUsyMiHVVzhuEAbdbRg3c5Y4oknnsBjjz2Kr3/j6/jil77IIub38fDDD0IvE/z53vuwb/duFp124aG/3I9nnnwKE0xoSc+n6AOXM69SoC0+wjzBMcaHzzz9DP5wzz3Qz1B///vfD392Vj8l/NTTT6GHMePOXS9Df0exloXQrds2hwnjPHk/kShDfUMjysrLGDscQw9zN3natwMsMD7wwAPhCwWTXK9IX6echf7qigRaZs9EQ0M99OKGkbsikQSLi7fg7e9+Dz7xyU/j3/7t3/CFL3wxLOZ86EMfwhYWi29/w224/IpLGDPOQXVNBXVXAT3dp5GIB6gsizOGrkT7qeOYYOwyQTzKZukb9Sn65JPk9TEWX5pnNCA1NRF+w3CMhbocfZch2s0c/RnF+Ll8lnL/IJ569kUcJJ9t330E9973OGbOXIA33n4HPvr+D+FNr78Va1Yvp3+exjBlyqGfPad1Nnm3FfVMAjY3zcDIcD/KymJYtWol9ccU4okY1qxZg+UsisYYG9x4001Yzxh4ZHiMNi4P1/NRyxh4/vz5eMPtt3OuFoC+gnBUWVmJHO1Ea8ss9DBeXMxCZ2NjM9Is6PYPjMDMYwF0BosLY+Txg7TTh6mfRug3Zan2cpy3FvVMqgcRD6fPtCHFOLCV+rSeBWz99KfvBuTjJOAEGCA/FmigpNd2U3Yefvhh9JKem6hzWltaUatfi6Nt6Onrwcs7X8Lvf/87HDywH0nCOJ/FRsGWTCapZw5ix/aXubcsE//nQ79E8J73vCek6x133IFq6i3p4cWLlvLZzdQPF+Paa67FLa/5u5AvDhw6gAnmAZYuWw7lqoqEKcp4aj7zBetYiNi6ebzBm98AABAASURBVDNuvvEmXH3VlZhJH2YWCwjl5D+trV9W2MvcxpJli7HuvLWA66CKhbbd+/fhKHMdA8TZ2NgU5TtGXKTpIw0wzptk7D3BODmHHH3UDO1Wb28fThw/yRzMcZxhHkey6pFOiUQ5WlvnEa5q2vMy8l8l81U59HT3QLp7hPyk/N+DDz4Y2jePOlWyLJ8sR3mbok6VPN//5z+jn3FpI+UgxXu9PX3U08dw/MQpFmn2Qy/tDbPIMzo6FuI3wVxDnvxKhwWyNQcPHMB99/2B+qoTk+Rln3o5WZ7ARZvOx403XIsN61Zj4bw5LFKuxKzZrcTrDFxwwSa8573vpZ74Ab761a/jgx/8MOlzAfedZbHqNKRbtIb03KxZs1BDv9MhvQu0+zniJEGdLrtwlvks+RhdZ8+ijzqzgb5yU1NjqP/FM0899SQe+dvfcD+L+Y899gROcE9tLGa2tXeA6KU8lCHCmK68ooK870D+Z2NjAxYsmI/wZ523baXduAB6saeMdq2MNqCcvhcY42ZZOClSHoqFHGV5EmP0h0ZHhin3o/QLBikHo+GvGQ7Rd5UfMUx6hDgnP3WTRocPH0V7WxtikTiaZsxEsrwCM+oboL/pu3D+QjQzGe/Tn1P+qaqiEtpznrI2zvkK1GuxiM94Ow3lUqyY53EKU8yVDNNP6qOelG89zJxKijovrxiaTfIr2heoA82KcFyDR770SDM1xwHv5RGJOPC9IvlyHKNDfRjq78bQQA8L2McxPNiPKeq1ydFhTE6MIZ9JUS+kWIDJooy4CTjfFO8PD/Qhy0Jn4LnkEx8F6jaX67m8jjCW9nyfxbIM801papgiXFaoa6qrIJ2watVy0mAuyiviiMY84r8Vq1auIA5i0MtXPd1dtHUp5mrLUU3aOShQfnqZ83mINmcPzsh/YR5J3wqfZPE1y1zTCHFxprMdh/TrHTt34MWXtlN3vAz9wsH2Hdvx9DNP4bEnHsNTTz1F/jmIDuag+lgIHWfBW3IYjcbR3DwTkSBCXQfuO4NJ5lxHiG/ZxDEW9CdI21HywQhlJUsZk8ypjfO+9DrMEetAum18Ygqat2CgDs+TVyYxQpvRz5rEmbPdtF/96B8aRmdXDwusKbhcF44LhzFAnLxSNAcucTjJ3HQ/6wWDbBqrb7UODI9C+RvFn3nyqkPCRojzYfLgs08/jQfo8z766CPE1V6MMh8VY34hRxyp6ZvJsl0x+l6NtKcqMMmfz1HmPeqdyak0Tpxsw89/8T/4yU/vws5d+7gfF34QR4Z5oFQ6h56efhw9dhw7drxMmjwC5eb27t1DGvWBoIS+lOsSF+RjM8ALXDYPVK/ERZaymUOWsiX8jBF3ExOToR6epA0dp+8wwdhUvquZcT6X9iUPfRxOLt6epB4TzBHuS033JzlGfaIsKBqMenYSZgbNk2UsmuH+XdclbLHwnvTPBNeWvOiZjmamKSA5VtO8UeJJR60Tpy7xSZOANNJcmldxhNZWE2ziD80r+DRO55pfzzSH7it20j3fD6D7WlT3dQw4t+Id9dGcOsa4ruAVjBpXXl4OrS0YFZtrjlLTdY77lV3XfGpmBsccaHfGf6VrXV67cFloNTB1i8ANQDFDPptHljpY8oyC0ax51CEeHMdDnvTPMD+TYx+c+wgONcEieEW/yXP0FOxqpft6JvwMk08HmP9UDmFoaAijI6MQ3Hqu1ktf4Ax1v+yczqVfw8Yx6iccCLdmBjPDq3Gj9dRH82oNrTU+Nk7/KB32FT3LGEtHz/GOzhO0eaKn4NQ6fX39EBzal/hHz9SnsjIZxkA11TVoaGgIm+p0kiHRRHObWbjWMPco2KWre2m7tG/RSDygNUVj0VpzC5VaR8+1F62ro+5zuhBu9dOedfz/13zXBzES4qPAmFrzl9bSehqnOTWPmUGwqJkZbxdDXhQfpmn7wvWLoJ3w4YjJdUMTqmmzmlAb9jyPhiQVClyOSlH91Dhj+L82ppMiJzMzMpIDjREwOqq5rgOXwulQwEtN48ws7K9zzZmnkcnLsnObtHHIMGgWwVMMqIU0zSVCCTbBWM2klprOtVHBV2IMEbq7uzt8I0oFYTlTSg7oXMQTc6pP6HwwANe9ARZeelhwUxNx9byEG8EvAorQQiL4ETxyLOvoBDc3NzPonEUnuT5kIikSMfIAmbqdRRsF1CdPnqRy7YGeiXDCr45SANqX7gs/EvAM96zxXCbEndYSbSJUIDqW+uq58CfYdARxWiAxdC2cStBzxKlwW6AxCbU0s4hFCn+xABp2QEfA4VCH9HDZnJBZcqS3WjgPCWJm4TPhWjCLDjqqaS+6L9gEq/YRwgNwXgvn0zxqum9mxIMH9ddehF8DGJCkQwPCU4BOTpaGK8UCk74NMMVjhkWodGYSUwxAxhiQjdCh6qXDJBzLOd7LotgeGquDhw6GjqgUTWfn6TBY6+k+y2MPnZAR+HRY4vEokpUVDCSqwhaPx0JcCxbhXso9lZqiwZig8etlENPD1s3kTR9bP41dLuyv/YAfjZFiEd/1MMiSE6Lz0yyInqWTOzY2ihwduTwNp46ikRnx4Hmh4WpsbAyFNksFr7XVSnw4TmOWpjyIH1MU4BQNucbnRVMYXC+A50dQ4LnnRVBf1wi93aq3KVexeLp56zZcetnluIEBz1vf9na8j4nnN77xjUwwXY7zzltPh20+6upqSV+gj4HZOJ2jGAPt5uamMOmkbwiFCSIaK9E38ANUJZOoptMnPtA9NTNSkfw3RYMtGRuiEyTFmycdXceB7/tQPx0jVNIB+VmGUte6757TEzovtSDwQ7zojU7XneZNx3Uh3hghD4yNTWBqks408RNEAu5huk+eeBZtUkxCiY91bKfT3skC9gQdkWEapzHyzyid4WE6biD2XPKFkt3qI93Q39/LYGAsNBhyXMI3+qinzCzk3bLycsQY0FCcOBqEqQAl55W0L7UpyrI5gOMYgGlFHB6FJ8I2wET6ENfPkO5qeQqkHD4Vhl3yxhCdX/G5dKEKkuIz8YbwKl7hpDAzCF+O40DGuod6TLwnfahx6qPjKB1cjcuTHpJb0U791U86UPfNLJxPc2uM5hTu9Fz6TEetL5yacV3SwmNgoPVjdFSViBXNsvkMigxuIhGfcsI5iYOA537gIUsHUXMJFgWIgiXL/etaa6ppDa0tmAS3YBCcA9TTQ3TcVdAiUonzPJ3XHIqEJcWi5xTlw3Fd0iWBJPnTIw5TdBAlGw6dYN8PCJd0TRYp8kyGDlGOOjLNPmpjdOS1lss9Oa74LBf+vHiR9JO4TdFJyrB/gTYvz38KpKNgzHB8ijoqy32YOdyzK7QjdM4Im8u5IuR54bykL3UUfDnqWsmzmUE2cJKB3xR1T4G84Lgu1MfMIHyIp9VXR/Cjo641h9bWUfCo6VpN52rqpyOHhXMZT8wsPA8oi6Kj1tC5YPXPyatgL8GgczODmRGPxbCZTZ+b8YhiOJ/6lcZrrOt60D3ww9HhnojCcLz2wNscZwgiAY9OOL8Ze6qRr9XXQhoUKGtFqPBR4FpFQ3itZxwU2prSPjWvwTT1K/cJ8SvXwoX6pCmjornOBauZUVfnYGZhK/DoEj8OealAemdJL/XVOjpqX6Vxwp2a8KiFzCxc28yge+pvZtBH8Gepp3J06CT3utZ+BGOOMlogf6mfaKqj/ASNF9xGXGg+raWme2q6V6C91rnwnyesGq9z0VRwSt40j+7rWLrWMzXpBPUXXsSjGqc9Gp3QornQiyMeg1rPD6ibo9TrHgLfQ7KiHBHfZ3CcYcCfCH0hybccatm3iy+9lEnaG/He978fb37LW/CWN92JG66/CRdduAUdbadpe/pZjHmY9nYAc+bMDX/SZuOG86EiSMOMxvBbOW9/5zvQyHMKFoZpU/v6+0L51MsGowz4s5TNIox8FEWe+JO8N9C2xplk9jwfHuGTLGvfLnlSexNelSSVjVMTXoQ/3Y/S5gmnkm/hRTpK9ElTd3jkB+FOwbaCBY0VnaS7BqnT5X8o0JHO7KE/euL4cYjP2lhAiUQCkK0hXaZWpK7MZFMIAo99JjlNAUr0gNw9zEBftmhwcIDPphBl4Cr4tAc1+QW99GNz3Lt0v9bLke56Jhrq3MygMdpHljpK57qvPlyM6wahLGqvutZ99VEL7RL50cwI0zQ/q4/Gq6mvmcF1XfKCz305Ic8Lfx5xDjjkE/lXPuA6MOrWPGVXL7GoiR4FA3LUd+J/h4jRvD5pZTY9r0dcax3BLv4uHfkY+qi/ngsGjde57gt+nete6Vz3NYeuNY+uzSzcm85f3TRWjU9D/Ggd+XSySW30J+R3qvCmQoV+NlLX2rf4ovRccceRg4ew6+UdOHH0CPRz/i7928B3iStgeGiASbp++pUDqKysRDKZDH3COUyIC+4TJ06QT4YgHps/fx7kq+apNyaZNMwwieQ4Btd1CD+I9yJbAYp39OKmiqaCST95KP9UfN7S0gp90239+vOwevVarFy5ikWq9Zg9uwVHjx5j0vk4VKCT3CpGUYJc+wY/zYx15AsFER979u6FCjvyuS+99DK8+z3vY5FiLaQfTrWfwanjJ1g0zciVZ6yRh3RRQH4gpNQTASYmUxil/zY2Pom+/kEcPnIMZ5k0G2Hx9eWdu7F7917GcAOU2SiuuPIabN12CRJMoAlpPfRTDx89hHwxBxSdsA0NjkDt4IHD6DzThWNHTzDx2YFYvAxHCUsViw/1jTNQWVWNSCyOiakUE3fj3EM/9FOC+iZiGRMIlclqrFy1CtIZOs8weTvCBHE3i5KPPfI3fOub/4lPf/KfoG8pHic929tO4blnn8E+FjJc6pRVHDubye8FpFXr7Fm46cbrMWvWTEQDH6+/7VboW0DV1ZWoq0li0cIFUEFzgn5eFxOXh/btw949u7CPBcgurtfd2YU+Jp2RK1BA8jAeXdGbvqrikxPUJQcO7EPHmQ7icnj62z/Ui7Kja9etwRVXXIrP/9vncPG2i9BQV42rrrwE69auwi233IA1K5eHxdMbWES9/JKt2HrhJmy58AJceekluPaqy3H7ra/F7be9Dpsv2kh+aGassAatc2Zi7rwWLFg4D4sWL4C+fSHdXllZGfKsYnLxiArYF110EflqLa6//gacf/4FWDB/EWqq69A0cxbamOiNUI9NkIdPsrjvBwH518Jk4Sj9VOlJxT+iR4rJ6LGJUXR39KM6XoslrYtxxUXbsGreYsQLLpqrGrFqCQs1uQi6Biaw+8RpPPTcS5jyYphwOG9FEsV4BfTTguLLApNjCSafY+SlkbEU/GgCVVU1LLiVo6KsHIHjhS+svPzyLnzsHz6GH/zgB/jmN76Bb37zm2FSVDpVcMtXTDMWFV9PMeZxqENc6kDpqgkm2vUCo77B+qu7/gfPPf1M+A0jz6gb6admyHtPPvY4Du8/iAjt6kzy5aIFi9DMYwVt1bLFi7F88VLUk2eTZRXQryF53J8sAAAQAElEQVQpN3Bg337cx6L/b379G+zfvwdOEfjVr+7CPXffzaJEB84yAa1fEetjokuyEIslkKLP6gUxtMydDxC+Sfqp5ZUVaCKP6lk58dDIddPkc7oOlIs09lNfbd/+Eu6+5248+MBDeJrJZ/0NwvKKMtruN+KSSy7GTTfdgLe//U58/vOfxWc+80/Ytm0T8RfHBZs2oJL9amuqMYPFqfJYDKV9T46NswAwiQJjYRU673jLm8K/81eVrMSw7Bt9XxU+qCzQxwKaEV/SP47j8BZlgNe9LG7fQ7gee/RRvPDcc+T9duQLKfQPdON0exseZJJc+NjxwvM4euQAZjTWoqWlEWe721FTn4T+rmc6k8euPQfpY6zCgkXL0M3iWTsTk+0dbfgzC29f/epXcQ+L2dJvLS2zWVy8BptZRJ5i8dej/TrDvro/c+ZsRGNlLCTlGNcUoCT7jh27wpdLvvOdb+Nb3/pPPg9o/wKYGZSvWrRwIbZs2cKiRDMLMFlobyMs1JUlKsmDldQ7SRbC27ifIVx00Wa85jW3EM4l0IsEioPvu/ePOHLoEPQNWdFN/KakoGNFruMjEY8yV9GDOI9p0r5A4zrMROzsllbK4fmhjijQnp+i3NGdxaZNm1BRXhnajF//5tchv3/ta1/Df3/7v3GY+k2J9zlz56KORbr29k50UieVl1USt0fwve9/F9//wffDb19/5zvfw/59BwjbUcJ/Art372Yx5gyLh7MxQH/oLH2gCHlh7YbzkKCcnTzVjh0v70Eu7zJuzWH+gsW49dZbcNPN1+Oqqy8jjjahKllJ2MqwefMFSFYkWCDqwJ7de/DC88/jAPWt4O/q6saf738AL730MnXgOIrklRry3pVXXomrrroK0kXnnXdeiHvl9RQbDzOJK7v+u9/9Dr/+1a9pm1+CbHIb9emMpmbo17piCeqCaAyZbB59fQNYvGQJabAOepnmDW94Ay695BIsWDAPS5ctxZ1vvZN6Tt++XQC9ZLN48UKMjAxDeqHAQmN1dRIe/ZnnnnuexcyTLNKexNjoBM6c7sS9f/oT5eweFmPvw8FDh+lDRbB69eowCT04OEh8d8IPgpBPqpj3rEpWIct4c5jPRkeGCFsvaqgn3vve9+LW226jvYvTuypCPkhLSwtaW+dg3bp1mM/i9wRzSftZ3N6//0Bo65944vHwxSG9aP4IC0v3P/AA1LYTl7v27IcKWmvXbcQdd74DV1x1NZpntaC+oYlzzsXsWbOhX++SP97c1ISVsifrVmPNmtXQC0YV1AGV1DPlzJNUVSaRTCbJnxGIXz0v4NGnTOdZgATq6+oxi4X4Ribftb8o44sEC3ee42KC/sAQC3r6Ke/+7l7qxCqsoY1dMG8uGurr4LkO53I5Rx3lJwG9FD/AuGCcRe3x0WEMMo8zQh9L3+acYlGxh/m5M7SXygn2Mleil9qGhgfoOwxgkMVPtTT1UIF5imI+jZrKMlSzif+S5XFUsuWoQzXvYH8PJsaGoessY/ZJ2q4i6R0QJt81JLl3/exrjPTr6uwgP4wiR5uRGh9BLj2JInOaU4RzdKifOjHDvHcKLXNaEEQ8ZHNpVFaWc28OeWmQ8nkcL25/ESnqafkyykPsoT14/vnt2EVf6eWXdtJv2Ae60RggvpTDGtK3PxnfZpkXEQ56+7owyrWnmEfNF9JwvALg5BhPT9AXGkIvC8Zd3Z3o6j6DiUnCyv1PsCgsHPV0d0EvAh46uB+jI4PIcR9F5nloUkgDo44v0tMvwrh/EhYF7i1DPE7SFmbop1L90fwYCoUCZDvlUxYZo03RD5xUUZUFyBz9GwLE/UcRkAeUR8tkczDyQYY2Q7mcNGMb6Vnl1lzP537GMcGc6BRjslHGgEVzUEtdVcfcvO8HAAyKj9qZi+9gk7+dIf16e7qoqw7iyOGD0N4mmPf0fRfSC47joJ5zqMA0zpxQjHogwSL5FO18F/XfAO1rnvGWeDlLeMbGJ6njhjE4NBq2cRY8C4QjDxcjLJqluS8vEmOuqgDFrWPkQ8d3ULQi9V+WUV4eBRIuyz1OMS84Qh9uiPpDv8zRT94dZL5SftEYZUFHyXGaOiAgX0UlJ/Q7hVfhVL7TEPsLx2nSXjZD+1HeOUueFswF4r2f9QnFBOqvfupfIG3U16euyufzyDJW1D2XRNa5Wobrqr/GCVd6pv6a1xwTuklnF/qov8arr/okEgkoftW1mYU6SnpK8716Lu2xBJvgKc2hfauf5hJ8ism1Rhn9ds0j2HRPsFRWVkLjhBM1rS2fUzBO0o7nyacFxlEF5l/Ur9QEt5nBzOBwP2bT50XSB/wYHKBgKLIhz2eKPwoI9ZjxWr6OT3r4nsebRfYrwOEcgkn0Er60Vo5raw/sFMJZlDEDoHvak3AiPGnPUyyMq+labYpylSEt1U/PRe8+5gDkM/fzODIygimOET7UR+dDQ8OU3w7q/aM4ePAgjjMfoVhWY2RnlGvW8WzXWeqaU5SLw/Qnz0Jzix6T5H3NRxBpo4KQdqKD9iIYBshPgkHrjJB3+5mrla3VfY0tkOc8z6dfEkdFRQVUP1O8oGNZedkrtiHCPKmeS/5mt8yGflVCMUVNTU1ow0Vn4VFN63vEs5kDM4NwaEaanGvC9f/bSBHKXI6ySN+LfF1OWMQr0hc6an3NWZrLcaZ5WXQRHwkHOtdzNfmDLudxwI/jOFTYXgiICKUBIqQG6FyE0H0J2yARJuToXPfUByiiNIcmFSC6Bj9CYJ4FiLBRofxvUc/guQFcx4eYUveLRd3z4RPhgEDjtR+QaAlIKWqTambTSBNcIpa+7befDkLp259Smrrfz0LF8PAwBGeBSsLMQkbVOMGvZ6U2SKMjw9oj48o96rnGaS9KYixatIjOyHy00DlZsGAB5jDRISdfBBdMQqoYRvOJsUbIzDoXHGqCRQwp3OlZQCWYpHMhBolTSQtvwqUYX7gys5A5hMcimVDwo1h85Z7uO+YQfy7x6MFzPAZWDiTkRgVuEnDhkDgFG4dqOIrAK3NoTc2jo5rO1XQuJtW+xLhSQlJWYnApQsGu58KN+moM+BGM4hfxjpr2wtvQc7NpmmVpGPVMNEjToMnIptNTpNEUspkUJmlkVMwbozFR4FIgxFKAlcSVmF4wZajMJeBKUJ7tPIv29jYK/4nQ6RTNBJNPASvBqPX1VfXW1lY00elLsAAW+B6CwIfnOhAMQzRY7e2n0NXViX46X4JjInQCMtA+1FdjRX/RTIZV+PAYWGkfWSq20lE4MNN+C9BasVg0NCAO5Uw4EowTdGplLEZoqEfogOmejLP2FtCJqK6qwSwGuzNntjAYnIFkVTWd5HKY4yLDqk6GsuR4Psz1AXMYTILOVx5ldN4WL1nMxMcGBo3rccEFG6G/iTJ//lyUlcWJ50kMDvbTmRmB4M1ToWsPc+a0hkHCHXfcgTvYFCzceuutYYCwhcVY8bzg0d7lHIsOaiUciz8SNJRmRocww7nTlLUcSh+PxlnP1b90T0fXdalcY4QtQVzFkExWoqGhjsq2jIozEd6XQ1lVlQyLt3LeJTdlDMZc7j2IRKG5K6uquF6BvO0Q1zFObcjR2RG/CbfCq0sDJ1mUwh+hstcblFnyUjQWcJ0yJPStKfKN7snxkExHmPQWjKJbNsd9MeEtJ0bFD9FTa0fpaHmUZ8d14XKNCOkXcL8SuDwdLclzkTKYSJRznQpE6Pz47IOQbgWkKAfgxw987rsCkqscx4lHlIw/y2K89If0S5bOjY5j5BvBFAQBBIfkSf31TPfVSvtWHzXhQPivpZOpFqHR0jziQz1X/xHqLa2tPetaxlU6UfcFl8boudZJ01HTuRySYrHAHRQJuxs2wVQsFkmDXOgoaD4zI43ypJGxLyjrkzT4qf9zT/xYZGHB8xzuC9T7LlJ02qflcYxBxTCL22OU9+MYZoJgikHC4OAwhoZHGBDkKAOEw3HhegEqqDM84nmSTkWazrxLWTXSSLiUbk7TaS3SLriOQ10QkG+i5L0GiE/zdCTlrAiPUSb9XI7TfnSd4zPtW/hUgsvMwrFRJgqilHXJu/CkcdLt5ZTJMjp7EfKqdIbm133HMbJIMdy/5jWzEC8F4s0lHwqHZobAD4gH2kne15pEIBzXRZHP4DgIuKbPQrZxPtG3NE4wa0Iz45BzjTe0lvZiZihwL7wF9VXTfY1XEw60T/VXHzXZD91XPx3VzAziDfUr0lapn8ZrPjODznkIYQCK5Ic8YDwTzygb6IA6LRO2LPWR5i6oH1uRrcB+Od7PEVY9M7NwztLaZtwH6aj11XRfR/DjuO4rezOzV8bpeQk+4VS8rHsaqz2DHzMCyWZm4Tjwo/V5COmmflnKaZ7+TYH7zlA2w3s8qp/O1dg5pLHONX+BsGqO0vq6VtM9NY1VP+FIffRM98Qzoq/mKfULKP+6bzaNA9FBfTVefcVH6q9r8aT6e74PI9/4wfRRY0DeUWzgRwKkKNdeEMEEZatAIOKJcpgZAspkjjY6Hg0ABiK+ayinTYlwHjWP8qUigooJ8peuvfZaJvOvwNatW3EpC6nSM3qp7H4mOx9lIlQ/ZyhnPpvJhgm9t7DAqm++LFwwH4JV+qxI2qeooxuaZqCsojyELU/8jdA/GKYOT/Cey/0kKF/ah8bFKIdmFtJd+lL3NZf4ULKna+HVIfzGfXNziNMncH0PfiRAjOcO9+KSd8wstP+SZcmwjuJxBaiii5lRh02RxJIMwHFdRLm+fEbRRbpbMGkfGeLuxIlj1C9xjpmkX8vgmnqpn4kf6aRIEKEvkuGzqXD/I+d810YWgzWfdK6a5tI+BI+upftdx4H0tYpmwrHOXceB9lyk3jCbxof2pHtqZvbKc8EIfsyM8lmAS7n0PSNb8Nx1oL1orPhI/KS9gx/d4yHkb72k5LJvlr6Qw7XVx8yE3vC5mb2ynks8iQ5mem7QR/8WeZKl/Egmtc7/u57mFV/rvprjuCG8AeXA5ZxaU017dgiDmYVr6rzU1E9N85R4RWPAj5mFsAoGzcFb4Xiz6fuCa/gcXdRnw4YNuJiFBSVsxeNqOpePoucqhGqtevo0zU2NWMIk68UXb4HOKU5M/HXBIw8mKEcB5Uj+iYowGnfvvfdC35hUjNHAJKPmER20b8EdjUVpt3y45NUUfQjZavk7gnH+/PnYuHFjmERdvnw5zj//fCY+a0O+8jyf/Aruaxp3jSykaE8DjIFamXhdumwZPNof8Zb8bOFN/KaAVsGmbMajLATt2LGd8O0LfZY0+fiJJ59EW8cZBuvHsXTpMkhWBIvGV9E/0xwKWIXTEfoZ0rk61550rr5Pcg6da8/XXXc9tl18MWYxaVtf38CYax4iQRTDtPXi+VEmlrpYfBWvax7xgGgmWRf89UyGydfTnMKrkgf6Rmvp5do2FsM1VrDVNTRCtCynzyA/N8LElxjXJU+VM9j2KZuSkUbKovrdcsstoa8g30j410MihQAAEABJREFU2EYddwlhfZzJaem2Rx55hIW3v7EI9RTu+uUv0N9zFtKdzz7zJJ559kmMjo6grrYGM+pr2eowr7UVWy+8EMsWL8KcWTNRWZZAGfVIDf3hAvXjQE8vpsamYJRlwZxl0k00n2CMUjQQVIPsj2AU7ZtnNeGqq6/ggyIO7d/LxMgBtLedQC47hbJEgKGBXvCCMWMB3Z2ncZiFCStksX71KmxisWPNiuUs5i3G4kXzsW3rBXjbW9/EotcV+IePfgAf+8j78LGPvh//+plP4YPvfy8++Y+fwIc+8H585cv/js//6+fwjx//B6xcvgxvvP02Pn8f3vSmO/Dud38AjTNm0Zobnn9xO/YxmT/OhJASi1P075qam6gXE+TLIvnSgfCub/1+7GMfw6c//c/4x3/8R9z+ptfimhuuwNLlC3HgyD488+JTOHh0P5pmNaKuoYYFwL04euwY91Ug7uIQXRrJNw4MI5TZQeIqSnxOMi4YYfJTtnuISWE+RiJZhSmGK8MZYMximCp4MOqhijAmcBCvKEeKNi/NphhevDrBGC5F37KQz5IuQMT34ZmLLO2my0kd7lbfctF5OefJyt/k2vpbTK45yCr5Szno6+3FyRMncJQFzCEmwVVo1Rgl4desXIX5c+Zh3eo1mNfSysT9OGkGpJkMFH+kiMNdL+9E5+kz2Mlk+t8efhR/uu9+PPXks9C31do7zqIAzuZGUN80G43NczFjJmPB6gZ09g1hkEnoWSxKZ/IO4uVJmBdhUn0CemFigMkwyW5ZeSLUsYpFVIAbOSd/ktNh4u/M6Q7Gk6NomT2Lcr8QLS0t2Eh98+Y3vQEXb9sKyeXSxUuwZuVqbA2/xXgDlpLP9cLAH+6+G08/9SQyLERUVVZiEW1/JXF96NBB2h6fhZl1uOjCzZx3KWIsDo6MDuE4baj0knyHI0ePQi+/ih7SL/PnzcdiFqIrOEeE8c0c4kzFHc03Oj7G+daQKmAy8RDWrjsPF229GDW1DRhhEv702U48t/0F7N65J/zmSQuL/j0s1D3Hwt33vvcd8uE/4dixoyz4jzOOK6NPHmAypUS4i737DuLg4SPEwwRS9J+kn2PxCOrqanHddVehnkVl6dPjx4+RNk/iyScfxxjj/jrGYiokqAheXz8DLS0L0Ns7iPb201i4cBFAPpLeEh2i9LteePY5/O2hvzL+OUXxLWAB97uFOJ3B+ROxOCKBh/a2U5S1RihOTZPHBFdVTR1aWls1HTSX63gI/AAPPvgQi2n3o662Lkxu9rGAXaTPlSiLwZjoj8YiaKDOGxwaxF4W15597gXi4Dgc12VR/U343e9+g69942t4+zvegRtvvJk5hCuwZvVarFuzHpdeejkWLVrMfU6gZfYczJ7dihXLV+Lpp5/FGIvqRllR4tWnPQqCgPj9NLZt20Z7Uk5+yyGZTCIWjYUvwJ85cxyLFrbg4x/7MP7tXz+P97z7vcxxnE/fLAO9ODJnzhwkq6uQYaEpRxkbZWFEf0pLLxMdOHAAR8knR48eg3CpmFf2QHpU9kG/GHDy+FHoW9MZFnQEz969+0P8KUc5Sljz9O8TlOHGGTPQ2sp9rFiBm26+ATf/3U2kVzeL5v8VrtFAOyLf95prrsOKFSsxd+58tLbMCW3Fhg0bUU061NY0sIh6Frv37KMePIgXXtiOxsYmKIchPpYuVOG8nHFjC2VJ/nNr6xxIJ1568SV43eteS318J257/a08vhV//9GP4pZbXgPZ+GuuuRavueW1eMc73oXPfvZz+OxnP0s6XBp+01V2TjpVfvnSpUsh+ZDfOUG9KHva3naStnUUOcYzNDNQsfuZ51/A1775Tbz3Ax8knb9Jvn0aO3ftxsvUOSPDw/RdHExRDw6Qb4YHhuE7PqqTNaiproXyo7JFasofLWExejnpv2ABbRz3M4vylayo4PhJvLRjB56gT7F3zx7ybwf6WbwWPcZYABikfzzK4tAk5TfNhH7XmU50MycSob9UyfHy4xSHl9FmKnbYfNGF2LplMzZt3Ahd11EGY4zhPfKscBihHCWT5ahhTqksHkOBtnSKNJ4YH2duYRwg/+foz6gQCBZaZs9swiX02a6lPdXPIq9dvQoL583D/LlzMIM+hvw3FVOL7JulLUtNjGGUxdke5RK7u8lXEyjdjziGgHKVnRrDMAuxU4xjIr5LnFUgxtjDrIA9O3dCdkPyOUr7kKJuzHPuevqAFRWVaGqeiaammaiuriO8U9i//xCOHT2JbKaA0ZEJ9J7tRXoyg4XzF+HC8y+gLV6OFcuWYNFC8mLrbNTUJOkDRBFPROD5RvuQJa+nkM5Nt6HRAUxlJgDkuf0c45FxPh8HXULEoz4ILnVzAY40KeHSr/oVGKMVaQf1TPsA7aSKqbqXZ1E1T3wa8zoBfdU491mWiHMel/xjYBgGh/617zq850Dz5hhDSA9FqBeE1yLj/wLXUgyV4zrxRIz6Khny8AQLsW0skh5lcehURzuOnziJU20d1MMZ9qnmfmuxnD5wA/GXIL0jfkAaF0OfQHykmkYk8FFHXSwZ8bjRJP1Vh/FDd3cPVFeQ7VP+PkNfrMD408ww/R+xxBxAlvtXPmmKhdMUfQKQh0CdATpnEfqsUermgHspoEhcpjFFmqbos+eIJ4dI05wpjh0ZHMIw/fBhHlWTGOgbpK82Avn1srdqsiOS1xzXFawR+qYEB5pDz2QbR+hfZgiT9pAn7jRO8beZQeMmaO+07wnKrvSh9jZMeZZO1PNSf80nmdE8RSoFM+6aTde6H6OPGo1GyRteGDcVqDvyzNMo9tH6mk/z61r7V3+tqfsap2utob4aF4/HoY/6q0luo7Tj0lWCSevquWReOFAfwaVxmkN9NF+MsZH66Vz91F/ri8/GKHMT1CVFwimcaV3x1vSxEOJR9zWvGighel4gPc0MjsNGpnV5NDOEnyL/Ja35L/932Ax50idHH1KtSJ5x2ddzxd8gj4M+I31d3iNLkJd4z3HgOg7nd2Bm0NqvboJPtNGewU+EcqQ9aW+ihXhBTde6L/2ha4dzsjtlJUCCOlJ2RU34Lz3TOjpX/xhpmmAuv4K6NUKeNbOQZ4RbtTxp7LoO54tAeNd6Gq9n+hMxoq/su3hKPDfGXPV0G6fvNBE20aS0j4Cyp71ESOfSXOIPje/v64diLPGm6OtShws2+QaVlZVhzKB9aJzDfZpN4037NbMQj6X7uqemOYx9BXOcekgtxmPAHCpIU5ExRR9uiv664toMdVGWtCyQhmYW7lswlPYOGEQbR/+IQGrawAgdZQmjkCDkaGEhWMBqsBAd+FSobCHBKMgBm+t6ZAIXruOx+fBctSA8NziAIOSiONdEECFHCNU6OhcMujYzaF01ISJFpTNMuPoZaCgIV+tnoVTJg2EqAMGqFiKf94V89dFcGi/4S4TSPnRtZih91EetvLyCyrfqnKPsU4FlQ8ILPuFGfcQUElARQk0I1tHMoLkFs3Cqe1pHRFcSYgWdr02bNoWOjRIuCsj19lZ1dXW4V+1dzczgsFFvcf0cncMschT6PAto0s+0b1Ar5ooURnuloUgUc5DWFkzgHGaci0xjZtBH9xVg6qhrM4P2BH7MLDwXzNqHR/rqXPtRHzMLhTtPQya8CtbSWtor+DGbXoen/L/I/gUa4knicIzFtSnuJYVUagKjo8MYYvFyiA76OJWaaJ+nwvdpxMRfWtN1XAQUZPFcRXkZHQ0fOTK13qLQG1cjdLKyNGyiq3Aox01vMLTOno0ZNJq1xGtFWYLJ3gTgFDA2MYqRkaFw3b6+XnR1nUUbg459+jbrnt04wWB2iA6bnBetW8FgTPuaoKOZJv9l6AyUE45SI7ahgptwVMZErppgFzzCV5rCKD5sp5HX3HqTdZyGy+UeK5KVkFPezOBTxzidZscPENAoVdXUIkE+nEhl0HHmLE6zWHy6swudZ7vQzYRK/8BQyGe+H+ExgBI9DUyGNc1sxqyWFlQzQWOOAxUgBGsQ+KSrIcq5pQBcKiPRTnsT7KK1cKzEk3AoZ0L07enpgZJOpzs6oNZHuRLv56lQNH6Shl9yIJmTHEoeJ7g/3Run8tT+tXaUCkrruK5DevqUrQQVcDR8466cQXpFRRmSxIea6CiH2CWMgi9Pvgc/uhac2kOEBuSVZ+Q3PwggXo+yUCX8O45LefIg/ZMmDhUMOeZBb2m71E163k0HV7BKSYqfVaytqalGgo5WgkpV84eGhMpdexAeE0x2RriWS9gC4tTnMU8nvCC+9T1EeU9OpI5xGvI4DZIBmCROMgxoNaf2k6KClq4Szzukk/ZlZpianKC8FElTn7KShhIFSsTL6Ej/CccD517y0FjJsObTkcsQr2XQ/nUu3KsPOK9ahgZ9VDSRc0W4EzSUcTotUcIYIV9ojtLcWk9yIHqqSd4mGcCI5qKj1lQf8YiZcXqDnAZQAWkePTcz0sCFrrVfjdVeA+JPuONjTDEJ1NvbE75VO8XEUEFOpQOOyfPZFHVFhvovC8DIN0GIF60v/Atnmq+XAZzkUo7jyMgwx6SQYbFbc6XSU+gf6EMml0Yvg5YzZ0/z2Eu8dmB4eGiaLsSH8PRqGIUXrSGYSzKtPn19fRikfiA4kH7WPsX7Qwp2OI/kQvuLE7cR0l+wghsVDgSreLdIBa651cyMOPLCgrLWAj8FBgs6V383IA+T11PUOzk6cy75S808F+Y6cHgM+FxN84WNusVxHC5rnNsNZV64KtIugB/18ajXdc8Pgunnng/txcxewbHZ9LnGvbqpX5a8pD3pvo66x6nD9cymbYSu4QB5Bk9FFmUcBmx5Gq1sMYcsE7Y5Hgu8Bp/B2JvBpfY+DXtRnEQ+KPABeM5G+LWOmvp43Kf2oHM1M02CcIxgCgfyHzODmfEMIXyij+NYKGfCsx5pH2YWOkiaS7KjBq6sZ9qvOS7oP5K38gyEcsjmCsjJHsPhmuB1HvSzOS/YJ8djEZpLCxepL81xoPUEm1qeek1N86vfq+/pXH31XOdqOpetESwu905TjxznzXFRgoEMgSsSxoABG1yP9CxAcl3kvkTvCBNSU+TRdJbZYnMZyDEBxXv5okPOcpDlhFlOlEpn4XgBCuZAbwQroPTIJ+I36UM5r1XJZIjTMvK5rqVzZHd1lOxoz2YW6jDBW9qL9jlMX62trQ0KTGVLPPLwFANP/Ry/9ilbuW/fPsrEBHQt/BS5xyjlKUq93D84AOFSSfgMnduOM2fCvmna2jxlK8J+WdJGby273Ie+IVeAg3yR9I0lwiMfE0TydyQI53JcF47rhOdabxrX0zTkRtkXISw60XMzQ470K50bHzgOx8MgPSFdKD4zm8aB9u+6LtRHOkD7El5aaKt1Ljs6zkRO26lTkF+jhLLe4pdoOJxzYnQMvuMiRh9b5+VM6IG8KTutJlsiWDS38C/Z0LwDffIdOpEln4Dre5EIBqmrCoRL98ao0/OEPZOZQofmom4AABAASURBVCGfYfKqGw4TOSqiBr4T7tnjONGJEhPqZJ27vOdTZ+iotbS2aKgCbi/9KvkNgkX71rMu+llDg4NMno7R90shRz6kuKNA+uXovxWY+CyygTwM0trYBL/GErwQb2bCsq6483O6QPwWUJflSQs19dc4NeE6wv0Kz7ovONV89hfcZhbOq3M9VyuN0bnui4a6B350T2vovvbW2tpK/6WSSd8KJlJ7SSVjUmscspdaR3hSQU5F1ZtuugmXXHIJLr74Ylx2+eWUq0nIFmu+eFlZWCRI0K8cGRnl+IEwoaNEpwoCV1xxBa688komvspC3hJ/DdF2ybaZA0h+HNfh2mOU+RySVZX0rWIws5BeJbst30EyInxoDtGL24JwdZZJSf39OD3XtY6SQz0Xf6kJ1mMsUukliP3796OLBQYld+rqG6GChBJ7ixYvhYqw+tbOoiULMZO+7fKVK5Cmzx6lX6W/W1wg7dQUtNYx+b9w0RI0zmgm3DXhsbauHgsWLg4Ttmfo805MTkGw58jDCxYtCn8e0jyf3O9hYGg0/IZGnnyjpuB9kv0nmFhrZyFimPFiJ+dobZ2Dy5jUv+W1t+LiSy/DJZddgaHhUeSLgH61ZdNFm1GZrA6LE/tZ4OtnjHng0GHIBzpLn3uA/rb+7ILOyxlPBL6Hzs4z9I3bcNlll+JSFtJvvvkmrFq5Elu2bsXq1ash2tcw/ljAgnZNTQ2aGhtQw0T/YH8v+T+NVatWYNfLO6A/M7Fr58th0avjzGn6JqeR4BrHWLAZZmzU29ON3bt3k7ZZhIlA6lxQZ5vjUV4HiQfD3PkLoCJMjOPi8TLoGxIvvbwLf/jjffjCF76EX/3qV/jJj3+En7Hd98e78cPvfxsf+/sPYPeel5jkHcdZJh+PHT5MHWOELQPQD0tQj04xsTw1OY5sehIe46fx0X6gmEZ3VzumJodRpF+Vpe6Y2TyDyY4uHDt2BAP0t4r0YeTTe54T4ujRRx/B80zIP/b4k+S3Ilpa52L9hg244e9uxtwF8xArj2OC83iBz+cF7jUf8rroroL05z6ngsBn8I1vfAPf++H38OWv/zt+8eufQz7FZVddBifiIe8V4Md9DIz0QjgeZAJmhMlI6cuDtCeD9BMjno889U2RxRaHmCtjYa5IvTejoRaVhGFqYgSpqXG4DmAowHMNJXmXTEsGdFRzfJ+wAjpPAwjtJ/0ikBcdzunQxxF+0qlx5AspFJws0vlJRGM+HI92gjKhuR3KaZb6MEP7ZVzVaKekDydoD1QcPbBvP5564gk8+/QzePG553GEfCmdzCXhOg5p0RV+I3rF8hUsZP8H7vn93Wz34Mv//u+4/bY3sNi0CZ4XRf/AGE60n8VTz76EA0fbUHATyLtxFII4Nm69DL/87R/wwCNP4r++/X387Jf/g6eeegpnaVsry2PUPVFIX+hlHumjTRdciMaGGaF9P0s9MDWZhuP48InfWhbkWlvmgqYY0v89jFfvve8+8kEHVMTaySKBdMt+6hDpoRVMcF+0+SJ8+MMfYjHqW/j3L30R561bh1omsqtZ3K6pqQNVBh555FHs2rWL9mOKvJGmLRkN9cIEYyvp6cD3kKB/oBhW5xqUTCZZdF8G/arVSy+/DBDXy5Yuw+DAMPnxRcQTZShQrwgWFUvvf+AvuPe+PzBxfggpxvz9TKI/9MCD1EWP4+CBfehnQae8rAzmANJhM5qaqY+aMJr38OzO/ZiCIUjEEK+MozwZQzwRYdziYXCoH+9+97vwm9/+FsPMPxToE7suECG/17HI4zgeeS0gniuRyxqymSKOn+ygTDfgmmuuwZVXXYXrr7+OBeWLELgecxgjYbH4cuoy8dD+vftw7z1/xEnq5xbmADoZr8cZ0zkENEkc5gnXJHlsHYsq11x7DSL0ewqU0WPsr32Pjo4hTp8im81D9sGlAERYMGlh0WUm54vFI/B8F3v3TxeLu7t7MTo6Qb4u4CXqru9877v4LQuqBw4c5nj5TYBLOM1cdDJ/UVVVg8OHjuBX//Mb8uoLmC4aNyAaj8N1fEQjCRSojGVncrks9zcc8suRI0ehn7RWMrWWeFKBMc0CxGOPPYaf/OTH2L59B2meQLK6GhnGfLKJKcpREIkTtjzm/H/o+gs4O88yfRy/7teOzpwzEplJJhP3RitJJfWmQoW2FIoXKO4LFFjcbYGFwvLdXXZxLVBKgbpbKmncPZlkNONn5vj/up7JKWU/v/9pnr72yP3cLu85Q714xSuuwlnMuXVTp8uWWBAiiiWQZbGvgbyVy43D9wPHq+BH/nGCfnEQRpjBAmgYRSgQpjTzMTOYV1KiOEd/NTeSo67rRQ/1+bMsAvbRv5Ge/q///m98+StfxVe/+nXq3q+Ql/ZANkg2JAyS3M8ztFllRCyu1NVlCH8a55x9ruOngcEBrFyxyuFQRd8R2rEK9dTe/SxcBz6mt01DGAWQL1UYz0P5hTJ9qB7G0JKlHTt24gALSFE8iaqZ8wnGx8ahXMeTLMDLT9SLEM8++yx2796NGAuKKkCvYcHx9NNPx1QWzKe3taM+04AgiOHYsU4WZ9dAResvfOELuO1jt0E/wX/TTa/C2WevxZw5sxCFIbFWhUee8RmXSLbvvvuv+P3vfs+C+eM4RHg2btxM2d2MjZs2Y6uD8RCO0H52dXdD+uPEiW6MDI9isH+QNvgwHn/sCejnzX/7m9/gl7/4BZ59ZgNiQYiF8xegbdo0NNZnkM1kaJfGoF+K6KPPSZUKtWOHD2H7ls3YzpzeFtrNF8mfh+hXK6c3xnxDjjmWCukZeAYVcafRLs+fOwcL5s3DooULXdFx9fLlWH7aUixjW7RoIWbR10smYuhhzmj/vr30fTqgwnuJNmta6xTo27HzWFhV0XYx55jPuVpYYJ0xfbqbR7/cEBE/EWWolT6PlQsIGPsmee3T1o4ND6LCGD9BngtJtxzlUX+CzPd96Ke/Per5PPNHkiUVsQv0lY9SN79AfbibfsII/fgc85M9J/vQPzSEXvorRQY5+hb5pOZm4nYY9dRbl9AHveqKy3H1Fetx47VX4zWvvA7XUrdcefFFuIb3r7/6Klx56cW4aB0L0eeuxeL589De1orprZPRMrmJ+EpR/xgqtG2VUgElrqkCcZmyV6U9Ez7yzOPopZhSYRxjI0Mos4iaJJ81ZOpRl0ogxrjCmC8r8rlRB4lmEWkR417jvscYJ2S/ONdKoylbjwx1eoK6KFOXRpZzZOvr0MACT11dirD4lNsiOAyKDzO0GdOmz8DsufOd7yl/8xD5QXIVRiHMDPr5a9FnIX3JhfPnQy/0LCGNF86bi+ktLRPPeb+JOVgVG5977nnqo0HEmFuU/Qc/WcqH8vnTp7e5lxPj1LUBeT8MA8p1hFgsRIJ7NhpB2Rff86DcZJKxeUg+9s0jzAECP6K+p4RXDexKv6dCPVZkKzkdUGUc5FtIuDVvAj77B34MFd4vFovsX4ZvhjJ1wDj14hD1xzB5aYR4H2axsEL8ekaAObnyscqPjTDXruKQ9JhyXgXyVZUGtkI7qGv5/tqnbPcobaua7tWeF2hH9EytBkNtvJ553KuaGffEefVMTTnQkLpCTbjKkWd1NDPuy6ddHyctS9DaMcZteq615QMKd2bmfBDd93yP9irpmubWPCn6xUnaE12rSXZEQ80nOAWb5vUIH/g5SVnRfTMjficab/MfgwJUoTl48U//hAMzg+ZQ0xqm+XhP/dXwsk+VeBeeBMM/HSm/WltNz6rEvVqFcWyVTUfRNRaGkB1PkL/ixInveTCA9K84POUpf8KH6Ka5BF/1FM6Vi9SaJcqa7gleDiVfFR2ea/dED+Elop2LuJ766ZnwpXkFl/appvF65ualDpVOUh/RaYw2MU/bq/2U6QMLHjX11dE1+t46am711VjBrzbOvWis9qCmceqjZ5pfbYTxiI66p7HqL7hE/1ozE4YE6UQzM0cvs38cNUb71hjxTSKRQO0zQr9P82s/gkmyoiJqlTzh0waHsQixRJy+SwIJ8lvE2kbEe0ZBUx9PmxNwAl6bLVMIBaiZ0XiHkLJIU5mlGKxlslk0sujQ0NiEBgagdekMFQUF3QtQpgIvMlApEGkaD5JegAtoEQn8iBg8OGZVnxIVgY66p6NgECwFCq2uNZ+udS7G1Xj10WbVNF5rSJDS6TTEFOqjMUKK9qM+6jtEQyNi6J7gEVxCqsbr2sygwEZvl2h9NfUVEWtN/eX0aazGqZlxHJWb+mofuic4MjT4UrpLGTCocKo3wvT3e1auXOnekpnJIF8CH1FRm/kkl3G4B/DciE8Dz6lowebxnmcePM9n09GD7/sw0xi89DEz91w4AD9m5vqp78th1rWa7mlParVz3TczGCY+mktNTC46qPExH1ZhRhai0qjQKSjRwOobpmrj4zkqv5xLdI5T0YsGWkPMq6RsXV0ddNR1jIqi9iyVStMQJSBHUfcUWI7QuTh+rAP79+2HinpOMQchi6RppJJkahouKZyA+KhSMY1TsEdpTPQzH10nTtAxP8zkyQBiVBgnmaA4dOgQDhw4AAVHMjqCT06WDI2ufQpNS8tUKHnRRF4XjGZGp7gDWxiYK/jS+BOcWwFJN4ssEjgpkVEaiUHyWY4FswoxlKCST9ERb2Zxt2nyFLQwOGmlUz6dDtqk1laksw0MbH2MkX8KhL1AZVigHPEUkrnpbTMwj07NEvLQytWrcf6FF+D6G2/AeeevwxlnnYmLL7sUV151FdbTGbrula/Eq266CdfyeAETd6vpIM+aNQviV9FO8iA5EJ+K1pJrHXW/m46t/k7P5k0vYtOLG7Hx+efwzNNPYtPG57Fn9046ufvRz0KS5EeBv+RhkIlZ0UK0rZIHCnQIhUvRX7zgneINPfN9I18a1Ed4l3yqaX3xgmDxfQ+S4cbGRvb1nN6RHPn+P3jeo0HxGfxoziIduIgGQNdRGGeAN4IwiFGGSy44M/MAGDS+SrzqKLijMEbJ8pFgUJVKpLhOjDwXp2PUeCo4KMOjcizSERR/K4Arl4tIUYmqxclHKSrgBPnW9zz4nkenqMi9FZxeE4z/t4mX1czMGUPhTE39YpxHvKnzMSYDBwYGnMEzMzefaCfHrqaPauM0n8boue6JHuI/cJwRJs/nHgmncFgkfwkH4Ec0lA4V3XVfekp9dC2aiEekK4dVfKWB5BCnV7WeZF94DOg8ag7NpTkUtGn9oaFBF8TlaRyr5IkKqihTN+TpPJeIQ4Km6RyutF6VdAkob5o3z7W0F82tfppX15rTzOCT7mqe5wMw+H4I8dggk8skF3z+b4IfPFegPX78GIO5QwwKj0JwquUYTIlHzUgz2h7hVOtqLR3FH3qBQEGhZEK0EC56e3uhTxCG3BHg+T4EZxAG8Am/8BdGEeqo8+OncB4nvySon4KIY9w+A4dH0dvneK0ZhhE80ko4F+7HGSSDH/URTvSsymutpXuGLZZbAAAQAElEQVSigcYKL2YGrR0QJp/zqYWcz8zcnMKt7mmsmcHMoGvNoXu+58EnHaNoAoaX9wc/WoOHf+JXwaxGkwQVSkssihYZXBUYIJYZIMIHdE+NlgEV8oDgd/sgDsDrf8xZhNbUtfbq5uWFulXokJlNwKyxvO3+qZ/GuL7sqHPxfu3adTr1P7OJ8brUOB01l5kHWM0prThedPggDjWPeEJz5hloiCd0XqBPU6NRrY+u1fRc8+u+bID8hzz9F+FP8NX2b2YwM+ijZxpTYnFTfXSteQqUU40tkDcr2h/7VzSAtCLxMEY4/DBCjIGZH5D/BTP7euT9KpN0akXqrar5GGEipUhbInsSp10F73kcU6DDXuAYeD6M4yZNnuTgEl+oSR+omRmELzXwIxwJVr28I9jDKILglpwIT3rmEx6fPNXW1ua+Faefb5Qeqc9k8RQT6r29JzlngIi6lyRGibDUxm9kolXnsjMdHR30HXIuYHL2i/30cons7ubNm5m43+uSubIdKqKk6NgGHu0o7W5EfRpEoZtb8EVR5PanfWh/wjO34/7pnpm589r/tA+de+aRPytQH5/7UoAiPSCdUCE8mrtAOvueTz1kqJC3K6IZm/AhfRMjLArqd+5kgpZ+STwkLAyG65IpnGTCv0h5z/O+bEluZBS1t5HnzZuNQ4cPIDc2Ap8Zh5NMyG7dthn1mTSamhuQpM/T03kEhbFBZOtiyOcGUC6MuJaMGRMNZcfXGSYguAlUCa98oZ/95Cc4tH8/xqjbtxGPReKrSnjMjHYwzqJIF/2iXhfc9tPe91Dv9bAQMc5+slHys8oM0Cg9GKMuLdEGd7JYeoRJiwNM+nWe6MAJ6t0uJp7GmbxS0k/72s1izR2/+x2HVRH4AXzPY/OdT+Z7nqOPmTlcC9/iNfkEZuae+cS/2cQ5qIFFozHiTTQRrtUf/Gis+vIUZe5Z933fg2glulfpWGmsrmvHiT6+W0f3fa6l8ZJnXZuZg6vWX/c1xsygvin6eHn6Pjn6fhF5TWNkRw7Rz9RLdM8//zy279iBYeJrkEWS6UxYzpozF1OZjGEOGQOkRRUepjKZM5++ntbRvEokiAZqZcZkmlc+rs/9xBlgC44C+U9rSQ7kT+venj17SPIqBIvgVNPefe5L/pX6Sg60jsZXSH/FInouftW6wqnOzQw6ygaqmCH+l5y20nddt+5CXHjhpQCMFPGYWO7FdCYQh5mwmT17FmbOmoHZTFKtoh+6+ozT3fkZZ52Ft779Vnzz3/4N3/jWt3Dbbbe5byN9/vOfx+c+9znceuvb3d/se93rX49169ZB60xumcLANY4dO7fjL3f9BX1MjBeoBxOJOiQTGfQPjkKFACWIRkdzPC9CNMnRl9Iejyl2YEJ1B2UwSbnTt2TO49zr11+OtWvPxuzZczBr9mxcc+11eNOb34x3vPOd+BjhuuSy9VixchXXTroYN0+f5hgLnp2dJ9DLBO5x6ijnL9NnPs7k8NGjh6FYRXKfpy8zn0m5FUzMnr5qpfuzGjdcfx3aprciNzrMxGwXlJxP19fBKA95xs3j+SJ27tmPv/39Huq2MdKwzBhkEmE8CytWrGDh9hK8nnj57ne/i5tZKHvDG9+M2z72SbzqVa/BRSysZOobsOS05SzK1GMuCwnLlq/EWdxf2/R2TGPhJ6CcTWVRIseEQUCd8vWvfQUf//ht+N73/h13//Uv+Pvf/4oX6e9rL1QYlO8RpJJx6pRxdHd2oFwcw3huABnqm+mtk+gPB0gnIgzR/0qz32WXXITprVPRMnUycuSBObNnopW0q0sncc/f78XPfvZzHD58hPwUx4IFi6C3vvUTd3nGjelMHZ8dZpFshHvPI0dZEs8WyN954lI2RHze1z9AvV5FNxPGd99zP75z+w/RzST8w48/iYdYcKzLNKIhm0Erk9ltjOFmkx/nts9kAr4eRxg/lsgTySBwyev+vm6MDg+gq+MoY8tdKDFm9a3MreeQinvUU+bkWzCoecSfdE6tmRn04pyeVahXpG+kJ0ulKnmwhBhlVPe0F42Z2McI9VIFAX3GIm29cADOY16AAnVpjEn7IPJRtQrLuWWARWw+QiIVwmPBuOqXWZQtQTSULjvWcQT9LOSo/TcLOT+8/Qd48oknkanP4tJL11O2Pou77vodPvihj6B99gK0z1mI1hlzUbAI/aMFWDyLTTv2YeqM2Vh11tloaW1H86QppHUR+/fsZBy4AY89+jD0DfQ777wT3/jGN/Av//IR3HLLW3DbbZ/AbR/7BL76lW/iK1/+Gn7yk5/hr3+7H08/9wIUE59gIfWee+8nD7dgzdq1aGufgXUXnI+VlAfhRrbyuhuuh1440csc+nuOf/jDHzBz5kz3axajLCYdPdKBThZbVOhpo0/RQh3ZzAKBiqaNjY1I0O7X1aUh3vYA5JhwO3H8OI5TNoWfDP1x0UTwSCbKdDo2btqEOsbk8+bNh3Sj4tFt27a6OEE8N0a7lc+RTiwSiHeTzM8MDg7QrnUA5pFOFSxasgxBmECBuvPpZ57BwcOHMcq1119+GV598014z7vfhc989pNsn8L3f3g7/njnXfj2d7+DG2+6kQWSLI4d2Yf5s1rR3toErzoO/WSmdFWMftHe/QdRR73Q0NDAIvIDkP04zALpAO3xAGND8LNv7z488sgjUF6kjTx+M+P+JSwQ9PV0QTDPnz+XeboGNLAosJ32YOa8BbQ303D/gw/gRyx+/u///i8efvhhbN+2HXn6IDniupd5DOmkM848nSsAejEijAXINmY5T6PTk5lMFi3TpmMGaaRfu/rIv3wYH/jg+/G1r38d733/+7Bu3fnk/SKOHj2G46RDV1cP8wd7GJeTfz2PdrgK/YqQ7PYFF1yI1atPR4K+bBWGc889lz5IDDNnteP6669ztqRMPzWTqSPOx7F58ybmco5ieut08t8tWL/+Mkj2GhsbEIYRcTiMCgMT2cY4k5wqiD+74Vl0sPD05lvejK9945t4zatvRpp6sot+aG6sAC9IwA+SqG+chEbqyDjxnqpPY5hxbECGylPnay6P5y2tLZg2rRUJzh0xgQr6zgGPl66/FO//4Afw9W9+A7fffjtl7lN4y1tvxdnnrEOGOdKi9EEJ2Mpic1fXSTQ2NCNPfe9R7y9ZepqTjaVLl9Hv6sOvf/trRVEIqKN++B8/wEb6xMLjIHMts2mjWltaMTw8BBWFVDxRYfQZFhvvf+B+bN6yDdu370SaubV0XRoJxp5J2jszI17jiMVijq6au0C92n+yn3p2FJKtc849B2984xtxy5vfhne+4z14//s/jKuvFQ3aMMC1f/CDH+InP/kJHn2UPHe8A0XG8xXG9c30Rc9ddy5ec/NrnH0684w1mMdiVpJyKfnOn9Ldkivxt2IqFaeH6evK94mzkN7WNhtNk1rg+YSPNyvFCnzzXH5GMi7+3ESZfezRxyC+11zay6RJkx3sTU1NkD4Q786dO5e2ZYH7W8hLlyzGbPLpNNqB6WwqnNank86u+p6ht6sL+qnsTS9sxI4tW7GNxd5tm7cQh9sc3jc88yw2bHgOWzZtZf7rMLrpdyi3J1pINqcop9fQiHriu5E2J5WIQwVG30B9RJ+IfrJPjMfJI5m6FATD3JntmNzcSBvKa/LTaUsWYf68WcgQrnJhDBXawjnM2c2ZMxtF2ocO6jH5XKB8TJnSQr6IoVKpok5rUv9NmjSJRe05WE4/Q/qxQLrGCYeS/iX6v8dIK72kdZh+y76DB7CTuby+vl7kqeMO81q6feMLz6GTzwX71OYmLFu0CGcsX4FLzr+ARdYrcTF9pdNYcFy9bBlWnLYEi+bPwZozV2P5siWYRxs/m/I6j/DOnTOTxddpyFJ+QuKgkXKboqx4jItKefoOLPKNUI8O01+QvhvjdYE2t0gZ0zHPQuzY6JB7kaVM/vJpAUMPiFMQk7EQCdpF3Svmc8hRPjXHYH8f9jPukB3sol/W1dUJHeUzRxwTMjdSpA45dvSoy/l20Bfso+xXaAeS8SQaWBj1zceePXvxyKOP4sEHH8JDDz3kcDyNem7WrNnUM+vxqlfdCOXvHT9yL2RP6pyQchWDfM1sth6ZTD3qufeGhgwLwkmEvkc+riIW+ohHISLf57WHOOWwvr4e2WwWMZ6HQUSeNJCsKPJ/+UIZ49QPJeqyMJYkrRsQp440wgnKsuRI+lO+hTvn/sZJT+VcC4StwlxM4IM5yTx0r0S/ouDikxEUyR8l+s5FtgLPq6hySnNNc/mE0aOyMzNU6NOYmdtngjmtgLiMGN8IpwH1k/rF43FIF+q+xuLUR3NpvI7SAePUA+qrJvnVPXWtzVMmr2oOyZXuifc1vok8LjyZGcYU77FflTgSDPKr1IaYb9c6appb9zRXwL3o2QjtsubX2ppb3wjWXFEYcd+CotYm8GBm0N7M/nFd4ZpqZhPPas9B/IF8WlXuheeCAfxU3T3+nzissPEW15qYT+eucS53fNn/XhrPHELt3GM/Yx81MgqXq7hWYW6nWqpCTedlFmnLzCcpp1ThudYVnMKV9i3cqGleM3tpj+pjxtnVAHdftAxJ4yJ5RLiSD6WxwqPGV4gPXYtOahXuUfcB8Q1hIvyaTnOr+Z7PeX2Y2UtN/TWuotiWdNV8utZ9M2N/758a+NH64p1RFvqHGTerCT7xcg0O9dE8apqLw/5pHt1TH92PyM9mE7zV13cSgwOD0Px6bjYBq3CnZjaxN60lWLlL+OSxgHNINmKUBU8PxOwjApBB0DCDrTEqOL1RLIUs41egYncCzI17PpVDPOaETJMJWQJQTUDoaGbuuc61SbUa8NqAT2nXOG1Y6wtAbUJHXau/jhrveT58ElaMRBppGp5WGZSUqSxK/9Q0nzqYmduo2cRRDKV1pRSk/GSMZPClzDzPg5AlYZOSy9BhzNAJl5GW465zjTczt5b6aaxg0361pp5rbs2bSqeo/OJw/VIp59QEYUAHqoBBOkLjVGzCd56MKvxWyJjkMP7zYIRF8PjEsZrgUtP8usapj5kI7f0Tk6ifmvappnM1jdW1mvarazU905xm5mY1mzhqX2oVCkiZRkdHNd1T054L3AOoPEQjnUuB1RSXmFt9NLfwJPypaT2NNzPofjqddoZIMAkAKb2e7i7009gPDgzQOR6AgsYiDQRokB10xBVrdM4oBXRGBdcQnT05RkcPHsL+3XugxJ3egj3ApKGa/lbVjq3b6IxvxmEmuE4w+TdAg671BKfDCwVCeBfsvUwg9vX1OeUtmipgjmj0xIOCP8sgp7GxCSHvzWIiZtmyFbjwootxyaWX4fwLL8aZTGCsXH0G5s5fiPoG9qPRLtMwdjFYOXjoCLYysbaJ8OzYvRt9DJDqyGsrVq7EFVdegVvecgve89734O3veifedMstuPm1r2UAdhOuve46VzQ9/4ILsGr1aqxicuo8OjkrV6/CbDqQ0xloNtARWaVZdAAAEABJREFUitOBhmcw8k8QhfApZz7PizSoI+S9XiaBurj/Qwf3Yy8dqx3btuC5DU/j4YcewKOPPITnn3uWDuseBkNHGMSeoIPfC+FKNNabn2Nyfkp5gMF+GNG1oREJQx/6NmkdHXjxhJk53o9FMacDxGtqorPoJQUoHEshSuZ1T3xUEW05Vso1Iuwe9xE4+D1o3jKdU91To7DwHrhV3yWPEgwaxhgUjlOmlFgrl6sIgghTp7aQx9KIOF9AOKUAqTkgfOheGAVMHOcYoAw65yOVTri+sXgIvUU8OEQ+pOM2TkMu2ksHZujINmSzTheUaQS0N+FYfKSjANN+1MzM6SGNrTh5KjuZ1Rg14USykKSzAn76WeyXHOmZ5COg3tNYPnLzaE7xaM246Vo6s0j9rHs6V3/BoWvhWf01XrCqSVbVpNf11vbo+JhMP8bJI3quvmqaR+sLFl1rzto9wS1dLPppzAQceeK16PCivWpskvwofTvRv4oS8WVmjnwao/ElGn4dxQ85JrsAI+1ipEOcx4j0q+O8ZZh5vA6Jh+BU86lHEs7pU5FUa4pPzAyCUzgBP5Jz4aVEp1P3dFQ/4V0wSu5FOzXtRf3VT62f8qngSTTRuZk5B9gnX4axECnpMLYY7aH6uz2QV4rcZxBF0PxxGlnhTs9FUzmHwofWzdPOhmHo5tT60jfiefAjXPEA9VPTngRfwP6e74PMTw2snVRRpGyIN8FITvsTLtRXa2qc5jEzhyuziaP6lcg3FepWPS9xDgUeupaclHk/TvqFscjxR4m2X2t63DvVGWlZ0jAHn05qa2o9M4OZORutwpOZkSbgPY/9fR59Xus5V+JkVbYyZbZMB7FCPVCm3dGezTROfSZahTIEfrQvndf66FzrqplNjDEz8k3R7Vn9OMzBY2Y8nZiPJ4Rlor9oBEycg5/SKX7R3MVS0SVuitQvuq8mnhIcNTxL3mr31E/n6qfnOtdRTfOpVatAlXstklfUStxbiecFOsQV3g+jOBKJFGLxNOkcIgwSKDPQsorBh4fAPMc3mlP7U4vFYhA/NU5pcjIiuyX7VeNB7VE8JrhqMMrWaR/ydxobG9He3g79isZZLHy0MHmp/rLfGqvgXQmLyVOmYkb7TNRnspg1ey6GRnI4rm8s8Jilzdv4wibs3LUH06a1oZeJb32TrYWJoDCK4JxOzyN8vqMN+JFNGKDNP3HihLO7XUx06J7kSbD62msUQyFf4Hx9CDwfSnIO0AE+duQockzO+L7HwKIMj3Mb6ajxSgT1c95uFi4H6XwHnMPzA1TJA+IVLu3+1c59ylWtmcdZyOuSS+G0SvoIxu7ubkgf6N5OFmiUYNILGH30GUQLwat+kn29ZBJRvwUMXg/u3IWTfV1MptVhUnMWUWgM/I9xT6Po7upg0nE7nn7qMTz77NPYwwSoilf6JoFoIz2uo2ATPZRk6aE/USt8Sa/U9FaMPFAhrIcPHULHkcMA5dq9KZ4bRpWB9i4Wpfr7ejDKxMaTjz2CXdu34ziTn6Hn49D+A3iWRe9jLHpMZbJqqH8Ahw4c4POjGGVc4PsexDfap/SncLyd4/XyidbfzALtvffey+TTftrVMXjURxXqDSWEC/QZO1lsLVOuROcB0kVyUSRuBK+REka6VQm76KF7VeqgiWOVvFJ2MlimbtA90UW41jHPYF1zmRk80Z9H3Yf7GKoUNjNDmXNrjMZXCFeV82svZlyZTedV9tUwzaPmkyfUX3ZUMi66aw7RV7hW/7q6eiY96tzagkWyNGvWLKgYqJ/r08uUMyknCxYtxgUXX4wM/ccC9+2HlAcmSnzyJTyfMhGw+bR9ESSLDQ0NtH8piOYRZadA/SNYzMzdk20VPKOM3WSnBFMDk8s6F2+IPuBHcIo/99MnFm8dY1JpP2m9kzwpuyY4Fy5cxD3UU39EZJkyR8F9q+WRRx6BvskifaDCx/XXX+9gkhyh6iEMYgDhaWBiUTw6d94cZJhIi8UirGDh5MJLLsZFl16KDzLx/spX3YC2me3oOdmLHibCYuRV7Q38CI/i4+CUz6Oj8J2njZw8eRL0LZGrrnoFPvnJT+GLX/wyPv2pz+Etb7kVH/3Ix1mEfRsuv/xy3EKf+X3vex8+/vGP49Of/jTv3wr9GtBpS5dCCUfNL74VzpQM1b6nTZvm6CS5lpyFYQQ9kw68+uqroW+H6YXFxUuXON04Z84cKC7UUTiW7NdkVT6V5tZeduzYjscff8z93cV//+63cecf/ogS7Ui5WGZR4AhR5mPGjJlQzHDt9Tfg+htvwrvf9wG8673vwWe/8Fl85etfwee+yD3e+ja86jWvxplr1yBD2r64ZTPplEFurIinn3kOmzdtwyYmfAdZVNbPg8ILWczqRw+T5R3HOzE+Rn+9akyg5qlzIjRkMmhrm45Xv/omzKCun8bzxqZGZBqyOER98Ytf/ZLF7m+x+PB1fO/f/x3fYeH7WyyW/OePfoBf/fx/8ac7foevffmL0Ldqd1P2mzhW32BT4n/v3r3QC68JJnT3Uoft18/uHdiPS1lovfGV12HNWWdi6tQpLLQcw6HD+9HDWE80PjnQB/GOaC3c+ZQ5soTzn8TvkkPpi45jncjUN2Hx4lXINrVi/+Eu7NhzGPsOdaJvMIdCxUNdOoNEnD4L9V6RPm0+N4oEfaa5TPw21NfRbgJTmrJon96CQfJhKhlixrTJqJTHWFw9iTjjmnQ6QpkJXekaoOr0Ti6XE0jUQ0xm8YwszzGUE+qjgPCK7mXqkyEW4gLKqmxv+8xZmMbiD2CIxxOIsamf9iQdomZmTubjjAE834eZuSa8SN5jlBE1nPrIZxtn4b1SBMYGqRNzhqGBPI529OKFLdvx09/+Bh/96L/iNa95A656xbWUwbPxb9/5Js49ZyX6Tg7gGO10iT5E8+RpGB4voGg+6rLN0De9zz7vPPzXf/4X/nr3X/DD27+PV994g/tZ3hUrVkA8owJGjMXFgf4hFnGHkc00o79/GJ4XoaVlBnbvPcDC/L34wpe+im9+6zvY+OIWPPTo4ywk7SBbBlCsGz8Vq73u9W+A/IhJk6egbUY7Xtj4oisk9bA4/Nvf/55JrYKjv2ivl0T1q1J95JcxJt2z2QwLcasxZ/ZsyvcaXH31VTh77VpMnToV+nb+FPJYui6NAdqYURYKVWzRN7iefmYDOju7cJj6bwtj8OeffwEbue6JzuPkyeMYox71zcMoE/2iu4oOvb1d8OkHXHbF5czfjKCXxfs//vkvePTJp/Hww49CLwyx5k05G8N9f78H//Wj/4dvsuj8lS9+Cd/51rfw2U99Gt/73vepCx6n/e9Gti6FM1avwDS9dDA84AopCxbMxaLF8zGZcBfKRcyePQPvfs/bcc01r8DCBfOI5wwOUzYfePBBDA4OIAh98mEV0jt/+N3vHK1U/BxnUn3K5MmYRp02PDyCP/zpT8jRZxpgQvnBhxnfs3DSR59JOusoCwylUoX5qSTnqkC5L9nlJ554AvpTRzniQvYwzfhmKv3AdhYWkqk6xlx1mDx5KiLycldPJ7Zs2YT3vOdd+PKXv4T/+I8fcuwJxtPD7pvI+/fvZXFqO5566iloPcm24osR+mvZhibkSJtkIglyPOk9TnkqQXrzBz+4HfKrlCcrUY7zlEUliX36bkEQOp36u9/91unRPG3/ZBa2zPOR4FyxWMQCdYU0HGUu6SRUUL39e9/HFz//Odx7z1/RkEnj0osvwCTqrUHG2/20Q4ePHKT/ehzmezhJXaSihF6sGKcsC6eCIZGKoVzNw/NKMMsjigXgCRQbjBBX47TNsWQK9dlGyM6/8oYbMX/hYqTq6nHo8FFsYzF1EvGmPIV5HvLjBTxDX2sr+fDqa67GK9jkW0vPxKg/1559Dvn6GqxZs4Y5mX14+smnkOT9eXNnY2iwH8rVSL8Kl3X19Whn4XDXvv248667ceedf8Ydd9yBX/7yF3jggQch2zY0NMw8TRrnn38+XvnKV1JuzqaP0eB8Tf30tPC4l0X6LVu3E9ad6Onuw9/vuQ8v0Jc/SR++TH9JL9LL5h1gIU44UzH1nHPOxnnnrsMbXv8mfPjDH8altPXTWeBfs2YtstkGSN+NkP+ky4Qv+Ql60Wgybfr0tumYQjlob5+BKbxuIZ/Jb5Lf0sc83ABlTTHpTObZvCBCbryIjs5ebN66E5u27MLRY93oON5FXjvgimWdnZ3oox9+nEVEvfQkv0g8B37ijMNnUR+fdeYZOOv003Em82iL5s/HHPL1bPpqs4i/FuqPxmwTi2F1lIcMc0t1YCjGOQdw7OhxHD3S4fTE8ePHId//iSeexHPPPQf9DKzWHtMLrIypuRx86vIq7UGRfm9+fBw58hKo4VKJGFq551kzpmPG9Fbo26qTJzVB30Kto84KyIMem/CWID8tWnIazjnvfCxdtgJlAmPmO9gymSwC+koRbc0kFlWFN/k4V1xxBa699lqsY37wzDPPZF7xSuiXEKUTpjIfpryzYD98+DDMjHusxyjlcMf2HThIX3/PqRzqCeLwAP3Fh6hznnjsMXQcPYLQM0SETXLT3JDFJRdfiFde+wpcfuklOP+8c3DGqtVYT3/vBtr6a6+5BtcRjssvuwznkUfOPGM1Vi5fhkULF2BWWxsmM9bMpJNIxULEo4DxXIh46MMnzirFPErM+1aYayyMj2Jk8CRGhvtRrRRYnPQIA+ChhBhtdUvLZOqjSWie1IwU5yOIEC+XGEeDfk+J8YZiYNlj6ZOO4ydwiHlY6cck8dvaOs29fDa1ZRrni3OtERw7FVMaCXmUsdAO5mzl1/iejxYWwTP19cQd3BcHhocHnU7WcXR0GKI3Ay1orGeeOwJV3i/Sry7B4xwR/X2fuiykLQWvPT9EIlWHhoZm1LPACz4bz5fI7+OQXhllXky/FJVjbmmM+k73CtxXkfmCMuOVCueXfGqdCq/Fd1XKq5pnVcJQIeuxF+Mfbgkhdah5PrR2lTfIVpyBJ/yn8RX2UytQp6mNk3/H6P/oKNzWmplBe1RfM4PnedBH12qyH5JB3/ehFpBfFUfpvuZQ3yEWQ6Xz1F/Xkn2tqes65lqLlCfRUH30PEZ/SHpec6iPmbl4RH00t3RNgr6UaF0lLjRe12EYOnkZYj5X9407rs2heariu1P7rsWGVY7XmrrWF2u4FPdobJ5rZpyFfaqcCzzCfarQfFpX89fmcI9q/Yl04w0zg9nEHA7vnENjNU77UdM8Oqrpvp6raV4da63K/FmFzcjzvvmU1RDEOnRdoK0pFUpiD3ctmvme7/AhmpmZe6a5tIZaQB6UzoyiCD7pB3YxM7dvjdE93/fcHKKr8At+qi/hsUqUcKO8p39mEzjzvH8+gvNWOKbKvdfaRH9DrS9OffRcMOpSR+FE+NG51lc8nM1mkWGMI39G19qDnvncQxhFiJE3wiii/Y4B3M8o+Vo8I79KvKq9a10z42ODPkWg4hMAABAASURBVFpHPFklnNprjDyoo+askmeqhF39vBKFzvM9gOOkaMXkEhoNFqBqNSbVompi+DwdHI0TsmsT49RHi2sOAaYFxczalM61cJXSKwSoqY+Ouq+j1lMTHIKhxOCzSucf5jmiaiOaL5lMMkCJQ4gyI/Cn1jYz108weacIp/5CroxOCw22jH0bFbreZprD4HjhwoXOOV9Dx+XMM87AsmXLUPuprdl02CfTQRVhhKMCAzQR34xrsnm+D4/ONrUK8nxWooITC5GnoX66VtM5+HEw+R7M8+B5/kvMKHi1FzWfc6p5ro/HUYDZhNAJT2q85HjP7fXlfWtjdNR9s4lxwq2axr68Cf+il3Cu85c3Bf+6LzqIB9REF82juQVzrYm+wnOt6Vp7ERzqr3mKxM84kyPDDFb6GMie7O/FyOgQnYQiPB8IaEzzfD7QP4BBtpN0jJQ0HGBQVKZxjIURDW8MlVIRJ3t7oJ+02bNrN1RAlWN5kEXCjmNHX/rWh28eIgqOFEORSlnnDS5BlXZJ22PHjkFORTfnGmCQMsDCbDeduMMMNHq49jjHJFJp6Kcjzjv/Ilxy2ZW48JIrcNXV1+NVN70e11x3I9bx/rwFi9BMRzlkAlw/szUwOIRBBjOjNILar+f7aKeztnzFCqw7bx2UmBKPKWGjZNvKlStp0Oc6JRBnAUPOcX02Ax0l/H5ExRiGCFm08XkkM2CIyc1OJp37GBCMMGFw8mQfunu7oQJgLj8K/azx4SOHsGXbZry48QU89+wG6FunO3fuwIZnnoHeBtZPcG3evAn6uRSN7+o6QcdwB3o5D1kPlUoJ+sZuRTrCg0sGmZmDU/IQI24lh8KplJhkTPxgZsR7CMmqmUE8JR4z0/3IJVqlRzTvIPHewyKv1hnlnsRj6q+x4Ef85BN/4kHpFN6C73kQX5kH1NWlEGeQkSDeNGeVDmuxOA7Pq/J+hEy2Dmn2qbLwm0jEaHiTSNenT8lqCZobNIajDIjEe1pba0pGxHc6am/al/hZuC8wESo49Ez7El/pmWASPjRez8X3ujexBpyTp/vqW5tPR/XRfuXkKBg4Sv7TUbDovsYX6NiIh4UDzWtm0HWezpVgECyax/N9mGfwwwAhlb7xWuqzSBrq52DGKYODI8MQr6sNkudHaVA0r+bRmpq31nRfNDEzB78CbgUOOfIc+NFe5fSk6Jhq74LBjSW8NZhCOlEB4TD2170wjBiUJ8kjEdFpPE+TDiFlcpyB+AiPYy6BJXjU9G1S7VOwae86ag09E36ETzNDjvIm50wwCBafa6qProVn9dNR+9F4NT3XnK5VK84B0H2CSt4fYaAxSth815xOI8+HDNjjdITLDPS1H5/740jXX/NrXTMPnu9Tp4WQrtf8gkPw5YhvzS94NKf4S0ftJQhCJzdpJjHM5xy0LbIlRa6lZK3HewFpW6ad0ZxaX61AujoeYT/d13Ndy/Y4R9vI5UannsmaPIMU/fyuBaQp7bjg83wfFe6/TOegQudAc6h5lDXBGXHfarpW/wptuPag5vpzDMwoSRNNjysw0L9zzcyDsfl+ADeHeQ7XgtPMIJxVuLb28vKme+VTewI/tWdl7l9jZGvNuCbXV1/dYzeYmcOj7mmM1tRR9BZ9NV7nuqdz9YuiCdxrv+pvZm4ej8eANPbViCc907mO7IASZcvZfuLP4/6EH+Fd8xdpt8bH88hTZxR4ztoaSixC0K1hkTqgbqxQr5bJ70XiA5gYH1J3pRkcZujfxNmnyr7GBgSkQxDFAC9w+5vYq+dkyfc9h0fBL1qJnySf4i3Jg/RZho6m5FVN/cYZKHmez3EBdcIQk3ZHsYdJmS4WIBuaJ6N1+gxn2xTUt7XPQiPvNTVPQgMLQo1NzTjZ3y8QmMhKQH6VfKomBrbiX+lU4Vo6RscwiihPSkqTL5iErsKcDhOexKt6MUqy4Xmes8tKUkgX7mQwW6SeC33iizZZ3zw5QBj7CGOFONW3QkYGhhiQx5ncKjMIzUP2d5AJpC4WHU8wyaK/zSX74OjCMeDaIF3VRK8qQP6vkn95wvvumkxc4w/eZcJ0BCeOH0VIuTly+AD279uNXTu2YduWF3Cy+zgiZlV7Oo/h+acex6YNT+Mkky7CQRSLMDQ8BBWzhAfpMh2lC6RP1UQj4UG6dS+LEjqXny2YxZs++U40k7+ia8Gl61of0VZrSbepwKlk5O5dO/D044/iP3/0Q3zvO9/G/j278fjDD2LD00+it/sEDu7fg6Ghk1CRUwm6kyyy6qi31TuOHUGmPg0F448/9giUWBEdxVNiVCUX5HuJDgdZmOtnklaJIn077TkmrTcyyRQQj0kmscrUTbEwxPZt2xAj704i39TRrwo8HxXKsd6kFeIlZwaD6M+hAM/NjMuRLiSITxyY1a6rMDPKRtn1Fy9r78KHcCuZFk6d3HIc+BHOzIxn+mcc7+nE8aD4T8+F9xp+ddS1Wj0TKOJp3TMz6Cg6qmm9GGms55I3M3PzCgY18bTscZl38+S9UdopEB9FykCpCifXIG8HvCf5FByipWCK0YZrfp97kJ8Vhj5t5CDk6/7xj3fgyScfxwbymr4ZmRsbpX+Tck200ji3NseOMREjftNeAtoUxUHyOxX7qIh49913Q4Vw8V6Ktkd70bPrrrvOFRSVABW/Sa9orlEmxDtZmNBPaMqHHBwYcInGPvrSOfpSffSj++nbTWGB4DATcUfpaxeZAArCmNMhkyZNId6rxCNxZT48PySdPRjxEMYTqFIHBOSdKIqzD3053muf2YZYLKBfnMY0JiIVm61YsdL509ffcL379oB+CWhG+wwWaNowi0nSBYzt2hnD1dVliH3jGoDwnKS/It3cRF6cNGkqlrBYmslmAQPl9AA6u7sRBCFWrlzNY4TOji5s20Z5evppl5yWH93d3QXRS3pPdBe/6W/DiU4bnn2OtHmSvkwOHR3HMUSfazaTwq+9+XX4zKc+i69//Rv47Oe/iFdefyNUUG2e0oLFjDuXcT8UOmynnx7R3x8aGcSL9NE3bnoRIXmsZVorUtzLnDnzCPNyLF++ClOnTMfas89F2/R2LFiwGFOmtCIMYvTXipSPKkaHRhk3RehhvLCFxdgnn3ic/v99TsdOFNePEc4x6KNfT7rooouYoJyMGW0zcPrKlTiXhaok187W1+H4scPIcS+//sUv8eP//m986IMfwL/+6yfx4IP3M/H+HP5y15/xpS99AV/96pfx+c9/Fj/96U/g0yc/Z+3paMymMcrko089KV2eZ/JZvKcCT4WykEqlCHNeYCCkLMg2ZbNZFpWuwTvf+U58/GOfxOmr12BkNI+duw9ybxHGxo2tysR6L4ZHCsizQDQ8Nk6eAfeUh3nUMdTjgYXwyGfVchXiT490XjB/HhLE8ejwMMqlguOt8fERDA/1w/c9wlF18EgOq1RQZgbJs2RfMjDCcbEwYoIKmMok64z2dqTT9dBPVTeTv7MNjbT1ICxVZ+NH6DNrXIE2TDyoPXIRrhtzLaR/EZxq0gFqeq71pWeUTK3Qx4hHMcZQ4xhhHD1GX7JM/wiEz6PMCF/JVBxNTU1IphJo5PFtb3sL9HcSP/+v78XtX/8E3v/ma/Gxd96EMxa0Yn5LBnNasnjnG1+DpG94/7vfi9e+5o34wme/jrvvegAdRzuhGPW1N78Wb3nLW0iLa/GVr3wNb33r23H5+qtw5RVX4/Of/SLe+KZb8JGPfgJ/+cs9uOvue/Af/++/8cnPfAa3cMyCxYtwtOMYfvO73+DH//u/7m+L/vyXv8KPf/y/rvizmQUcL4joI5XwOAsUh5nMPs4iidp2JvlP0I6OMFGdGxtxfs4rXnEl1q07zxXTHn/8cRZ/78aGZ55mTqDP4TFBXSH/vK2tHS2trThv3QV4O/nnE5/6FD792c/hVa96Fd7whjfgsvXrKStT4JOuke8jIs/1s5hboK+Rp74c53EeCy5LWdA4ycJOQF2kX/yYpW/fpetQz0LZyOAgupmgb8xkMZd6ZhoLFvp56bHRHPnCY4F2DF0njmPPrp04vH8f8xonMWf2LBZo+lwRKIwlsGr1GShXPDz6+BNMqifpU/XhBz/4PouGd+AxFjL+xKLoffffjzYWnxoasshRzzc0ZfD+91EmPvpBTGttZjGhgYVxIEimVWbAwcOd5N0q/coCBrinjo4jGBjoh+xBNtuAyZOnoJ38upZFr5tvvpm682zqkuXEx2ToZRHF5lEspK5JE55BHDt2guNHUKDjOm/efCc3Tz75BB57/GHs3LWLxaUdiMcj6JvpH/nIh/EfP/oBbrvtNtx882vQ2NhA/i9x3iYWCK/GzJkzXWGqgzp1hHkSfRNXubcoCjGbOLz11lvxox/9CDe/5tW48MLz8YlP3obv/fv3yHNvpa4/E9JPynM008/US0d5xprDw6OU2YByMUYVbpA+MZ7VpVNoZuG0iTDEpcNYTL2Ic37qX2/DN7/5FXzoQ+/lvpdA+YJ6+juSpd17dsHMg+QpR10yEScPQAn1MADXqZJXC+jp7XMvCtx777349a9/TXr9AU8QJ889/yx27dyJAfrGeSayp9GHnj17HgYGBpBgrkIynqxLY/nKlZC/rPzHj3/8P3j4oYcxTD9R6+1nYcujLpCdVp8k851dJzrJPwMsLA1DdDuNNku0isIE4AWYM3ceFi2ex9zlQuaZzsN5560jz8ygzatCHxVCn2Hu595772GeZ5eTFbI+cTYO/RR4N/ezhcVd2YTDR49R11WgnwC+nbz4/du/jy9+6Yv40Ic/gI997KP44Ic+iEVcv8yYTT61fI0G5tZm0eZKDy5atJh0uhivfvWr8ZZb3uJ+Lvjss8+GXlS6jj7FtSy0rVl7JuYvmEtbPQ3z5s0hvOc4W3LP3/+On/7iZ1zrg8y9zWWxaghjxOPgSA4DQyP078v0W8cRREn0D+ZwgMWxIcpbLBlHqVJEGHmkVYV9BiDc6uWBzZs3uxca7vzTH3H/PffgORayDzKG6O08gSHSZZxxkHyjEv2zMIihvr6BOnQSMg2NaGqegumMfWbOmQt9SWLh4qWYQxlYtGQxlpy2FNIRKlSm6TclmKyXHxAx1gmpT2pH3/Moj3kUGAeq6DpKvZ0jzOPkL6pu+J6HOHlDc4je0t/yOSvE76FDh3CU9KgyblQcI7+rh7FPP3USH2NsLI/Nm7fiiSeeos/xFI9PYsOGZymzx2gjRtDJ+EetTF9benHB/EUsdF6PV990syu0Sr+3tLQ6P0V+p/rpBVi9tCl6TWpuZtw2ShnfSV12AmO0YyPkU32j/7FHHsXWrZsZFx2n/3cUhw8dJL36YfRqx6mnRqm3ZUuz2Sz9iTYsWbII+vb72rPXkIfXYOWK5dA3dBcvWoB5c+dgWssUZOpTLJoGiAIP8juSsRChbwDjiFJxzL3oVCrwyKJrmcVqfQt9ZHCAhdAB8nKOOB5nK2CMOvzQocPQT3FzdoRPAAAQAElEQVRv2rQJh1hA7qUuHGABTy8AD1FnSJ/F40kk6Q8K36BACFcbnn2W+VKOIe47iPsjHNtBH9bJIPmlypg/JHxV2mPfI+3oq2Yy9aRhRF1HP4R57ArxXWLAP0Z/X3gVzWVTRsnH4/kiqkzMFchvg9SBgmVkZAwjuXHIvxkkbIPDOQyS34dZ7B4ln4znOS/7a85ypYoKcx7VU61MRijx3Mki160AMMJltGueH0ycm0HPB0k7+RLgxw9C+EGAIIzg8dw8H3SRXmoen5VPraV1S/Th1TRG+pFTwOcaNTh0rBAWNfXTvgPOoeaZ52RA48TnSeo08VpIOdEcBiP9xpGjbFS5ZkQZ0jyio+RTc0/cK7t58rTPMcZHGqs+apK/TCbj6K8xml9rqV+ZftIwae8RD5qrUi0RHwWUmecmNsHb2o5rFa5f4T60Bx110/MIIfcg+M1Mt1Alzl2TEFuV/5eurXIug/oJNjWda4TrW61Qt5ahecuklWvEa5lN60mX/t+m+2oag//7qcLBoduaX31qTfqsQL4x8D8mEmUXi+S9fC6PwlgBJRbt6Z5zAtBfMYD79ri3Cvl7nHkr0UJ41RyCE/yYmVtP8ZOeD9MPzpHHKxxrZjCbaIJFjbddf52rqZ+OVWKLXV1/Tuv+6X6FeH95cw9e9j8zczwnvhG9xUfSuboWnoVvneu+ZFo2UnosQX4zI2webTt5tsx1JA9F0qDEc72YkKdvrvMq1/B8nxDCfcQ/mmvSpEn0Y5qd7RSM4kHRSnB7+p96CwAxvM7VzLioyShNIE6ELNBp0eBxGh4JSY5KVRNqrDYjY9rYSONDBz7FwEjziAAap/FaVON1T5uWYKifNi1gwzCCYPAp/DpXCyjg6qt7EQUnYiAhRKm/xinAl6LW2tpsbb4aknVPzyezIDp9+nRXtFq0aBFWn76ajtlZdCLPwdnnnM1gdC1WrlrlHIT5CxZgOoutDXTC4skEzPdoGqqQAgkjKksiv2qg0Q5d84l07bWGSzODR4LpfkBFInjVIo7VcaIF0FHP1U/NjJPiHx/Np6Y7Zgb1UdPcajpX0zn4UV/RQ03najpXE/7VdG5m/wSf5jCbWPvlYzSv4NNR40Q38KP+oqPmkwIAWU59AiZpgtDn3EaZLKNIYzc2PkpHaBQFFrgKvNa9Io3i6OgIHZ0eOglHaYSPo1+OJ5WjzzlUIGtk0DCZRlyJtwyDljhpLyHPMVGjb64cOLAfSvz0dvfQGRqEvuHARWGU3CoFIyLfJOnYpBJJF4B5vk+lWYEM2smBk+gfGmTgXQStNOJ0glJcr5E8snDpaVh77jqsu+Bil+S44KJLsfqMNZjF5EWaSQwpjeNMInV2dtMB7cMxBnp6o6+DxxyNQHNTM9rbZzKpsYBF+dOwcuUKrF69CitWrID4bgGDszkMGGazTZs2DRJy8SjRiiIFWTiWkTTyT9UTHivcVgXmG4IwQDwZQ12mjgnuJjQ0Zd11D4ufu/fuxtZtW7GZyZIXXniBTtWTeOrpp/DUk0/i+Reeww4mfXcxufo8Hf3jx4+hwCJKQY7IOJ0SKs4Km9b3fI/P8s6oRQw+RM8oFiIWj8EIj+guPpa86yhewKmPcwbr6AhxXIKOYSwKEZCemlsFMTO4wKqlpYU0CSHHQopaeBP9e5j4VpN+0ZQx0lxNxtAjPnQ/DEMkqBST1C/JVJK4KSMMiBsfqFbobORzTKoMMdgZpzOVc61MI6o5qjRiVRq/GOHzuBfBo3XE26PkKxkFXWtP2p/WDLhejHBoXV1r/ydZuFZ/M1N3ZxglJ2XqBR11U/vpY0FeMqJ7Gq+1NbfOddS1+qqPcKDrJHlW90QLXauvnAPhTPwiZS4dV4NJawov2oOaxsLzEHKPoofoqT5aQ3pY82qtATqE2oPO1fRsjHpd/WqtNl+VMmX2j70KJvGsYNA+EnQkQ+psD6A4+QjYd4yBgr7ZNE4jazDEohi0H80tPEbUhRqrNTR/bS5dcxqon/alPqOca2RkBLquPddR+1JTX9GlTDprjTLpoDnydGjz1Cnam47qJ9j1THPpKFh01LgojCA4arQXntVf40VDzaG5Nc8Y5/a4Z/M9aj+QzwMEUYiY+J78YuQvEA8x4qauvt7tR/TQOppLa2i+GIuyMfb3SDPtNYoilwwXzdVP97W+1tW5muYQHXVPsMPgeFD3PMpbic5hxSoolAsosvnUyUUWUdVP/BBGETSPmvZHMF+6NjOYmaOVcKy1Jhrlqwr4XgCNAeGFR2fDPMogoeARbJ7v87oKOSlmcHMJTuk0HTUX+NFRTWvwEj7HmWld8DyAnD711zPP83nPf2kuM9NtuLGUZ11o7+pvNvFM1xXKu9nEtZ7pntY00zpVN97jPnyurTkSlD3hX/fMDLWj1pEuDihTXhjAiOOI+tBd85xoATtDnzj1ku+HKJWIfyae8oUSxuiwFlg1GR0rYpgObE6NDm6B/FqgT+Xm5z4qcipgDq4Jfi9wnhL1ccG1PMeor/Yh2DwLENDOiR5BEJEHKtBePM9HjHyVZICYpu1Ua2mdjiQTvVXzkWmQ7ZiE+mwj0vVZtgyT/aMY5/wJjpk/fwFaGFxPoT2UzslkMlDBzyOupK91Lf5NUQ/r25OyqUpaKgnUTR3u+4QrjIGIQhjFKR8e5y6SpwwlJs2DMIIazHO87hP/ZcrsKH0C4UO6c5T6OE/Zla2XfKBSdUmkETrug9RdSgyN094W1OdEJw4fPIQB3h/lHBo/xKBJMq5jXV0dBK9wpz2olRi0jjNQNQanRQaracJppJfPSLLAYLf7GH0S7kU/c7996yYcO3qIyZkhFlr2uySF5paT3kY/Ma9ED5Oqwyze7tq5C3q5q4MJVO2rWKKPYQbf86FgfCeTbMfpK2zZsgVBEBAnVeiziwlJ7dN4ob0liVs9Fw5E740bNzJRQRi4TpW2WoUI4aQhk4UKmtr/C889j2eeehr6W3vSv9u3bsHWLZuQY/BcpJ33SIkC9dZBJnVPHO/AOHHcy6KR7NSzTB7oZ5RVrFWBQ2/cq5Ate0yQiN+DUPJp767dLB5vwYsvTMCjn9UaZJJW3+A4xMSDxrZOm4p0XRp6GW+EhRf53fX1dfSBlpNHy27P2puZQXuOTukjyabWEi9USG8zg5nplhvjk0/UV2NffhQ9NUb3ROcwDF1/2TU16Wszg8brmY4aA37MjGsAutYzza1W66P7upbsjdM+Vuhbqp/gln2QHZQfEtG+iXfNjLNO/BslftVfsHE7MI86jC3gfsOQMuBkNyJOKti7e7crcP2diUQlfuTbKqkjn2Tr1q1MLv8H7rzzTyyI9SCdSKMx04jXvvq1uJh+6qwZs1ApVrBz6w7oGwYqpE6dOhXiI/1ZCs0lOObT99QLfNNZkKtLJ8nHR5jU76WvlMe0GdNxxpqzsGLVKkzm2Bz3Ospk1DPki4ceeYR2hKVgz4OCzTAWQ4E+PJg82MPE82OPPoqdO7ajgcmk9ultWHHaMlx4/vlonzkTTZMn4YyzzsS0thmIU7f42jd1Q4H6ET5gCICqT1Ymd1JvVM1DheuogbrW80M+Nwi3RcYPnl+FWZm+8hjq6uj/0dZVzcjZADyD+R5MOCYPVHi3ylakXPMmfOpINc8LUaKcJ5JpeJxfyfhx7ieVSdO3rodiv+bmSdi7/xAeeeRxPLvheSaf96K3qw+RH2GMOqZMWIYG+tB5/Chl7ilsZTJTLxc8//zzOMTk7hzGC9e88gZ8+nNfwkf/9bP40G2fxppzLkQUS6K7pw/PPbsRd/z2DsBAW1dG2/Rp+PnPfgp9qy0SnNTtG57e4Oh8+spVWLV8BZqZ2M1Sn9exSNbUmEUyEUMb6XbNta9g0eEiF2tcffUrcPoZZ+Bd73oXXnHVKzCTye0mJgCamicjST14LmObthkzEU+k0D5rDmbOnoupp2zD1u078ee//BV/vPMuGPEyyoL5/fc/gLtYID148KCLt8RTAW2e+EjffrlEf1Jk1UqsZFJ06pTJmDWrHRddeAE+8P734Z3veDvOPWctHnn4fnzx85/BN7/+Ffz9r3/G7h070H3iBPXSMMa4RjJKoIXFyAHqb8Xp7SzyzCTvXHPNNfjEJz7hbIQSu7/46c/wl7vuwp7dezF//mIUaFOntsxAECaQbWhmce0Edu7dg0PHOnBUNoHH7r6T6GSMeJJ6c4zJISUlyxVj0SKHYqGMcdriAuOuAuk5wsTvIGPDPPle9le6t0y7ZGYIKas698ibEeXXeKxj3MiwjMXZHHZRfvcyOT9EP3XLtm3YwGL60888i57uPsIXIZPNQp8yfZIKdUixlEeZyTxYBWUWAMD7ZF+yQ5V6ykMqmUCK8Y3WMzNozQR9yTKT8YJVc/m+jxj9ENnkAuW1TFkYHhikPilyujL5qkSbNYD/+q//xFtvuQWf+cyn8a1vfRN//vOd7u8adrIIeO7Z50DJ+zvvvJM27hi6ujqpF4453XHo8CFIf/z7v30bt33kI67Q8etf/Rz/87//D48+dh+eeuZhbNz0ND72r/+Cj3z8E/jK17+F93/oX/D92/8DKrhdeeVVeOvb3ob1l1+BudQ9ddksdUAd4tRfT294Dn+951488tjj6CCtuhkrHTp8BCpeJagnprMAdf31r8TNr70Z3D5O0GYeZ2toaIBsruKh1tap8GCuVYnTOtoc6epx0lkyvYG6q4G+zq5de/DUUxu4r+N49vkXmKweRQftn2xzJlMPFRikE0vkgcnZJsb7ZzAPtBQLFi7EzFmzHe7L1BdUFjhw8BAefPAhl+SuozyF5IPGhgx8z3ffhOwkX196ySXuG/TSwVQ/KNP/GydfjI0MQi8X7d93gDriKKZMbSXfz0BPXz+e27iZOngWbr75dSwqnef22EPb/OCDD0K+gfY7hQVQfXsxm81yL0fxxz/cgZ//9Gcupk7V1+G05cvQOGkqhnJljI5VkU41YP2Fl+D6qy7H2tOXI5mKOf3dcaIbL27ahi0sYitH8Ne/3Y2N9BOOseCdJ3+NjeUAqzJv8Dz0EkyMvqReTEun66D489JLL2HObA3OPnut+5nmT3/mM4T5XMrUEHbt3oXf/f63eJ55hmHuVzmGqVMnk5cTePjhh6BC5Rh9kQ7KZpxF7/q6LDSfaFqkDo6Tx8X3Rcrk3j17cPdf78b//M//QC+I5Vk02rFjJwtFG1Cm75xIJBxtmpomORlLJtOQrU/x/lnUgactWYIFLDDGaQuO0jcZGRpEmn7V8NAA9O3TWbPacM7ZZ3EfZ2EG/TjpNdFy8eKF5NE4Gpl/amaLohj9nU345S9+iT//6U488MDD1GmP0c/bi8GBYehvrx4/3gnpDNlrFSz/44c/wJNPPIH+k71IU1/PaG9BqTqGqlcCzR2aWAhOptIostgyddJk6vdliHOdCq/NpJ9G8Otf/Rr/8+Of4E9//KPzHavVMk6Qv0729WL/gX1opl6vgKaIOgAAEABJREFUAoiIswr1x2MsphXoB8yc2Y6Qcx1mAUj+mPxh+SxJ7l06bYz6raurizzUAeFbPpJPnd7a2gKfPukYfWrJkXyWkLZeMmfmQXGs8KSclr4FOUye7urqoW0uOtuwd+8+Fu66KRvDnPsY/dXDEK9v3Pgifv/73xNvD1AfDUM6ftny07D69FW44MJ1uOrqK3Dd9deidXoL/ZEexgpjruisl7nOYW5WObL5C+bjnHPOxemnn87i91LMntOOKvExMjLk8DCXdG6mjZNM+tSLacZhUyY3o7Ehi/q6FGbPnImLL7oIl116OWbPmovW1mlcI0najUE46mLBcYS2qED+HxgYwh7uZfuOXThytIMycMLJ/SEW5lTU3Ec939FxHIp3RujjyaaUGL9FjP0z1E+Tp7agsamZ+MpQ5lJIEO8pyk5dPfUfdd84Y8LjlMF9+w9CTb/is5c64eD+Q5SfPdA3zjds2OD4XEVg/TLIUcIRI51Fc0cj0lC8Lh9ziDGRmTlZkO4rMqbp7x/Apk1biPOHcM8991FnPeiKrPfeex8effQxPMm84LZt2yE+UP9p06aTLlNgZljEQvj69etx2WWXYcWKFWhlnlK67Nxzz0VDYwPxXoX4QzIq3lIr006qTzabxThtkeKGffv2QXGF9iC+lf4WTx6iLB7v7GCebhBBFBBPaSTTCdqykOqyQps8xoJqHeppX6PAg08jm4wiJOnvxMmfMfJqIhahTvo3CpGkrZzCWFV2TOsrjihQl/uhjzCIOFeD+9anbEFDYzPXqoN8xjzpUCKTi17itTlz5mDx4sVQcXn5smX0ZWY5+dBeFBvJj96+fRt5fQ/x1km+L3B+n30i1JPHJOcVFsQkX5KpIcY+Beo04Vd2v1SusCg9hv5TvoiKOCF94SCIuSJqV+9J98sHOcaT5arHmoPHOhd9W9JEcl71PJjnAzwKfpmkIv83Tp1RYJPuLpD2Za5T5r7IknDjAHfkbdItJLwJtjikE8wMzh+hvi0wF1HksUTdWiY9fd/nUj7Eb54foMwJc7StwlkQRvDoE1Vh0DevVbRT03jNo6Y4RPqGy3Mej3phEOIVPZNfIxyJh7V+QLoaHSCd6550u74EZWbQnHoeUo+nKNd6rntq6qej7gnmDHMVmkNzSzak39S03sn+k+TNMUIsfFTIV77DQ4JyG3Fuz/NhZgIXHmGpNa2bSAhnCeIscM+1ltYRr+mGhqlVqYerxJPu+cRfDW4dPc97aX4zc+eao9Y0p/ZRay/fl56p1eY2mxhvZoTVc83sH/fMzMmp5tIYwYKXfcztz3M4MDMhBFXxjFoVEG8WyAd58vM4+SJPvijwvEQ/i4/h+R55KXA6J4wieNwbTn3MON+pc4DnHCAY8NKnCl2rmxmf876ua3jQUXtV0301doGZuXX0XLjJM5dRkzXpHPGVxqjlacNki6XblceQHzNCe6X76qemeYUX8YdsXGtrK5Sr0FH+1iTqlHryU7q+Hqm6OvjkEeFAPr5iY+l+vZRQoqwY9++ZmRMmId3MyCyhYzAtEIaBA5674D+DhCrghCGbjj6VWpzOfBOLpzLEM2mwFi5cREd6Hubq50cZIIq5oyjGeXwEQcij5xyecQpljon24eERZ9AKNGLanPpIYOoIfJrKNAwjwld1AqXquJIaFRJcxBODa20p0QUsgC5fvtwpwjPoSK1duxYXXXwRrrzqStx444249rprce6687CMfebOm88gtB0tNCBNdGRk5DwqXZhHIhs8j7By72YGfczMMZ3v+/9/jx6RGVAh1Prounauo67VzCbm5ELcV5lO4UQT/sUEwgH4MTO3luYUvmN0aiIyra7/aR5MfMxOzTtx6eilfuqv9dV0LaKri9bRmgUKyjiNn44VCoqZvTTWzNTVXWttOWMJKhXNZWYwj0Y18hHFQjpvPq9B2hYxnh/DCA3J0PCQczDF8FpDAhCSd0RbMewsBvqinRhZ8wpWMiRC4jHO/QbEaYnwDbLQ2slA6iALqPv37cWxI0dcATUWhlCfPJ3zsowW+w5zzQ4GBQcPH6QTdAw9LHz19vcxoO7GwWNH0dHXgzgDqClMQsxfugQrzzwTZ55zDtaecx7Ov/hiFlLPwZwF8zBp6hTIATLPUKIiAZUkwQFo4qrVIjwf5GcfURTSKUugsbER2lMTC/CB70HFQ9Gzjk6U7sspD6MIMe5L5xLaaXRSJlNgxe/Cr2gSUKY8Og8VOooFBtxqFa4pnPawaLqPidDNmzfhBRZM9Vbu3Xffjb/9/W945JFHoCTcDiYqtjBRqwBMzszBQwfR3dONfiY8lTQdzY3SoR2iUR9BmcF3sVSAmoKnKKa9xJFkEK/1tTclC33yvcfNTyRHRzh2lHxb4l4i6grKNuEdzUmOR1GlIfG5B/GT6C6agx/xllpImjU1NTl8FUkvKTjhiV3oSPehp7cXUlL5Qh6ax+NcAXEM0iHNgLFCt0AKDAauH3Nw5LgnzSMYNY/gzFPRigZ9DDyG6WxqDRl3KVdd+9yTYJEM6JmZOTpK54gPBauZkc6e0z3qNzAwgDHKis71XON01B77mAyQs6j5tXczAgi8NFZj1F9y8A84Sw5feqYigWDm9shTEYR38ZTkQjjVGPGJZJDTunGCU3vQXsQ/epZOp0gTOkrUtYJNDoVwIxi1jmCrNcGjec2MuqjCYHgY6isY1UfjtQZNH4PPPJ3ZBI3NNMhx9UkP8bkRYOFb56PU5Wp629IIpODSGnkaNh11bWYOJ4KnQj2ue6Kz9sGpHBw6NzPK0DjMzNFZ/TzyoJrmyuVyED01D7s4nhRd9Uz40hwR7Y7GERQ3j4661hx58oeO2l+Fek/jzMzhXvf0TPyrMbKFupfnPjR3FEUoUCfE6YT5fgBws5rDwcIL9dE1+EkyMSR5zzLISvFc8q751ETbgMGC+psZBLPue77vzgWT4NBcOud01K8lCBbdV9OaZTrStXvgPJ7vuT6CVzTXsxj1jkf8aY0kdbj24Plch3sRTsw8ipgPg4cKHfQyk91FBhu1VqJ91joV6sEK6WZmMDNorOY3M7z8UyFOqQrcrQr7q2mfOpbp1avpua4VbOjcCEOF49ye6KDUeLC2huDXHDpqYp2rmRnMTLdcMzPqhTLkHGqs+ptNPNe5cKD7tbGCXwPNzMmOrtVPx4m+nsNnFYARh1zMHTPZLFqpw6e2tGAhE28qKIovfPKEwYP2VJIDStsk+2RmVLNlGPW570E92Ic9PR8+x7y8lUUD4gD8CAbhpUTclEgXI54i0tMog/F4ElEsAdEzDGNIJtPwOVdA3o+YrJINS6bS0DdUlKSWPya9In9JQaPeFp83bx4UPF999dUugBRexC8lrh8nrwRhxGR1I0qkY5w8nGloJPA+Ont6MWPmLEyeMhUjozlonWb6U7Nnz3H+36JFC7m/qtPrejtc8iQ+VhNetI5wbGYO77IHx44dc3Kt9dVPjvDQ4BBihGGUzvAoEx5hEDJBlcI4/UfpzQceuh8bnnsGjz36EJ559EEc2bMdpZF+HNixGb1HD+Lk8cPoPrIfx/btRMqvIBUYBIt0dYmyIzkZZVJEOlw6RIUDFbAefvhhPP30U0wA7mEAvRf65qxgVj/B1sNiq9NBtGNDTGIr2Na3QAwTOm6Avoicb0c7BiYao3mVKNH5MAu+g7Qp2reSPwHlUTYrR9+JJhVqx44cxhiLNxRKFpOHoKJlL9eVrVFTcCrcytYL9ix5UnJjZhjlPL1dncjTPobklZhsqQED9InUcpy3k0mhDvpFhw8foswUCXmVun6cRYBOJsL2uGO5XKSPPooBFho6Oo5iVOM6j9NGpTmmhCb6PIoD0vTXhQPBwOUgn6CfAawSEILvnnvucfo9os4RTsja7lo41bmOHuUroP+nZjYhxyXKkPClMTqXfpD+Fw3VRD+NFf40Tv00n+bSUU3P1U84kn1TH5/4VgLAzIezPdRLBkqnZI9yJj2on0cyCn5AuDw+841yzX5VyoZoPnCyH8ODw7RpZcpgnPhgZ0q25DRigZ4iiyiMw/N8Nk+gkJQVSJ9W+XCccqO/n5vjcQkTOStYlJrCotScObORzWaYPD2ODP3VG264AXOY7PE5j/Yv/1H8p33ovmIf/eKJ4p5++sv6RlNHRweT3Odh5cqVkK85RH6Tb6hfJjl69AieevIJ3PO3v0Hf8Fahrkj7pueaVzIg3lZRRD8Xt337dsJyAmbm9iH/ZCp95He+851461vfCn1baNlppzn7NEpZEh3krwjWmk9Ro6FgVhNNSvRzS5Uy9USZuCuCdS6IGFXjgf/K9E+lC2QnPc9z/BKEAZJMoJUou+Ilo74zPwS8AEXSDsQRyYcK6aDm+z40VuuJB8Q7JfKU4BR8Zcqmx32JJmbm9tDDAlyWeBdu9Q2fG1/1Kpx97nlYzsLmddffgBtuehUuu+IKXMnipeLKceoAJUGTTJzeeOP1eNOb34x1519AP6GE5557Abf/4IfYzCJbHXWnvnnrcQ/nnHceqtSpZfoSHvf6hte+Dv/KolSKOn3xgoVYuWwFktThxXwB4jUPxnjHR6YuRZ4yJorrKIMp+kchgsCQ4v0exjdr1p7FovsJVEpFiHZnsWC29tzzMaVlBuoyk3DLW96FW299Dz764Y/iwx/4MD7yoY/gnbe+E9/82jfxb9/4N3zjq9/AO972Dlz1imvw5je/BVdfcz39vtlo4fiZM+ehVKxC3/ZXkreX8i0/RnL1X//5n9C36CTnjzBh200cDg0NI5NO4VU3XIfX3nQjli5ZgLp0AvPnzcESFi3OX7eOSfJzIBopDlRsKL7TiwTim9/85jcQHyvWiceMe67H7NntjGk6ser0FUikYuijPhuibspk05i3eAmm0ya1zZmLOia0m1mwGmcx/QALdXsOHMAxFj0OHzmOThbGe3sHmBTto57K068vUrcWUDUfQyM58lmVrUK8+myB4x+SCIJJvJNijFRkjJLm3vSiyCzGssP0Sf0oRF22AYlkinRJcA44fhqlfKtwUuUkPmNmJcbjTA4Xy1yTnFqhDIgP1XzPaA9jiHGuWBQQX0k0ZOuhQlDL1KmQ/ZZxMN8jvBV3HcYi+hZV1y8Whlw/QkOmDrIrWY4NQx8jlEvJtRLcv/r1L/G73/0GX/jcZ/ClL36eRdOt6DxxnGvG0NY2neMTMDNEsRAR9XWaur1MeZPMSBfopSDR6OWyJHsq/SG7eQULqZdcfAn55xY8cN/9WH/JZfj2N76NH//ov/Ch930Qn//M57Fk0VLiv8f5+YPUTceorzq7uqlnuiF+yNG+n2QxfDZ1ofI2M2fOYJHmCL761a+5nxSVrZE9rFAXB/SjtUfRRk06/lzK18rVq6EXQlRQ+NWvf017/jT0q0x3//WvLFY8gyEW2CZPnoSVq1a6fc+dvwhnrlmLDP31OBO3g4wdKzCMUzfmKYcFynkimXZJ94b6OixZsjHyqwkAABAASURBVAjpdBLbt22Bimh7WcwX/3/ve99DZ2cXzqHsvfK66zCpuQm+50H0y5NvfNJr7sIlyDQ248mnn4deuFNR+Xd3/J7FjkddMVtyFZKW0rWLFy92haR3v/vd+Pa3v81i7SexZPFS+LEQzSxWLlu2HG1t7ZD/Jbkr00ZNnTIFy09b6tolF63D2rPOxHksTs2c3kbNCPoBveju7mRBZxe2bn0R99x3H452dOLk4AiL5Btp04pQ0Wf//sP0yYahZH2RvqxwpoLeEIuSEf3QnTt3YN78ubhs/aUsWF0A8dtfWQT9xje+xkLof6K3rxuzKLOXX3EZitRJHvX1yZOD1E9VyEceHRljcecJbNr8Ih555GHyRBf9sxx5uYE6dKKANpl+pfi3g7mdkydPYirlQH7HCH3C555/njJWxiCLYGP0dVatWuFskn7y/WMf+xhuv/37+OUvf4HPf+5zuPLKyzGLfFRmbmXLpo14ZsOT8HxgEoubdeTxIfIhyPdDjGV7evvQxYJ2HXM48jMevP8B/PnOu/H7O/6MP/zxTsrPHfgb7edhFtmks6QP5b/OpZ2+5pprMGvWTAww7+JTTj02+XaSb8/3cejwUWx49jnoxY1RrjmFRSrpx9e95rWYMb2dBYqi00dRGKM8dGESeXTd+escvZQzk48guYwnkjhJez9KWYnCCEODAzBU0UzdV1dXD/W99tprcTFzWwn68nEW5GYyTyvcCRYVtuUvCO+PPf4YaZynzSqw4JQGyK8qfHm0rTHqAPE+zRV54jjxcBcef/wJbHxx0wR8k6bQD2zGhRdeiLlz5mGUOlRx3dGjx3CSPlID82NtbW04TD385JNPMSboRf9gHw4dOYAdO7di85aNeHHzRtx195348f/8t/tFgzv+8AccPHSQfFhy9kYvsa8+fQVeef0r8Jqbb8RrX/dqfPozn8Eb3/RmTJ82A2EQxxmr17hfL5gzdz7tXSsU56xnYXDt2jWQDyQ/6rvf/S6+9rWv45vf/JY7vvqm1yCVSKE0XoL+lEqFem6of5C0yaNMW1eln6YYZHhoBPl80cEzyPM9e/fjWdr2Dc8+i6207dvoI23avJl03UC8vOi+sX2E++9mTqu3fwA56g94AYJYHH4QQfFZXX0DFDcKNzNmtKOpeRJSqTrXJhGn+knt+voskqm0y08FQQDp4OPMh+7YuZOyu5880Q3zPMCMlAfSzJ2rEFBXX49sQwNt93Q0NDTCJ99NY867vj5D/Pdj9+49zCO+yOLtJhygbRxnEe/EiU7qxWednpQ+e+CBByDfXfzdxVjC4zrSrx3U1eIb+VRJ+jyZTAaSSfml8pkm9jODMjALyn/EqCfK1NPdlKcBxnNdnd04zDzufuZ0Dxw86GR+kEXGUdpQxdAnKTejYzkUSAvpnQoA7WcK5V6tlcXwGW3TMI91hrmMN1V/SBEO2QJjX61nxjP+q/Jaeka5O60xQt4cps7pp9/eR94cZOw2RPpUWIjMUNb1gqrmMhjqiMtWFlm0tyR9TuFQ+yhQhyvvOMpYaIg2pLu7C4cOHUJn13EMDQ+yODrK4zB5fBBlLp6lfOvnyNPUMSHlFIRNuFOBJplOIZPJQgX4xsYmR3uPfCIdXoVoaoD5pK1HT8FcK1MQ5U+M0x6N0za5I88L9GtV2C8DXBco0g6oX5EOcZl8XCI+S+wjPZ5nDizPfehasIi2ZgbPPPotFfrjZfJ60R3NDNp7GIbumezrEPVW/8AAdc4QRqmH88qNKk9EPOYYpxdY44kC9ifd9WyU/kdEPSJ+iVMPCY+KA/KEX3NLx0rONK/4XDAV6RvrOfgRTXVfekj3NVeKNlrzqAn+FP2yEcKiliMvqb+eaQ75J5wG3Ao8+ljqXyFt9GyEdMyNjUB01RjBKNp7nu/2r/0WafsgKlDUKsydq3k8F05qsAqXalpTTftT07maztXUX9c6qgkuNZ2r6dzMCOs/mqfF+EDP1Xj60j8z4548RyOfcq6+auqno5qZofbRda2ZmVtHfavsUOUedc5Td98PAni+D+P6wleZOcACeWic+NCvHY6JjxinlRnLVRksa3yFfVyjX1tFmXa+TL4p88gVDJwL7vPyddwN/k/3aq2GK952sJgZBPfEHikTpF+RPCLeGqavJt4R7UVTjRVtpDey1IMp8or4Tnyj8XquseorXtG4CToXHZxmNoFP7lu00jP1UxMPcicIKA8EDEXiw9OFJg+jCBEVXorCrsWlkJNcXE5/gkZY51KYUoxKHra3tztFOaN9hjPYMgRSOnouZR2GEQWxTGdiEFpcgAj4GA1Jioahnope80m5iGl1rrEyeDL2KsZKKc+dW0vMLcZSBusrVq7E6tNPd287rz37bOhtmYsvuRgXXnQR1p1/Poti52A1C2QrV63G4iVLMXvuPDSpYFWXQTKZhk+4SA1QF0FIEIO4RsTVrvkAFXYQQXHq8/JzM2PXiSbCqoue11qFSkvnIoDa/5dwidHEdBqrZmYThCPTSpjVfJ7XGk59NK/mf/m8uldreqZWe661da3hgtXjOmZGFHjQGlJQoq+OZuaYSGvqmfprrBr4MTP+H8RNhbQtOiUjZhwbG3OFmAEqVjUxpe5rDiklMbFamrwl5ta8mkgwm5mDBfyIR3pZlJJROnG8w/2tiE0bN+LpJ5/Elk2bcGj/fvTRaPV0nXA/U9fbfRyjo/10cEZouPrQ39+F3p4T3EMJRiWnhIyC20y2ATMZXJ9+1hryx9nuDfxzz1uH08kns2iIBacE8ejRo9hJB2Wbe/torwvipYAH6KDKWB47dsTdy42NEgdFrjvONU8iFgtJOwNlDlEUIk3j2Ejjmc1mEGfBpcxkjYS9SGMnwTWor8cxPoOAEufJU04G3Nz7uccTDGpl9Ds7O6FEqWBSAvY+Bjt//vOfoWBNTvyTxIuKpt1yUE7h/iTx188Eh35urZeJlSEadvHAOBWe4M7zODwyhJPqw77DVECD3J+MIagAuTEkCXMyHkOJhjbO/YS+B48KtsCxBd7T/BqnPYHKzOPGpVxEd90fp3FUG6JzpHtaX7QeI5/oWkeYwQ980m0YwzRkeSpmJQQ832PgOu4Cfxn/sgwx5zMzglZxLeA4zef7Pp3EBuLdIy5JcIDHmoItIJSi4708xwtWwTZwCk/9DEDUBIueA+bmYXca1MJLvC2+FfzSYeorZR1w3mw2y61XIZ7VffGJ2uHDhyE+0v2IOrVCZ0ZjJUOSBcmZnmlfHvGm9XQtugk3wqOa7g0Sf0psKnkvuIeZnNdceqbx2p/W0FG4ME7WQLgy1K0yGppfcij4NEb7yNPBkZOGipEEHmJBjE56CqEXUbCBGGHW25xxBvu+Zwh8DxXyrwJBNb1Y4Ol+EHA1OP7V3ILd9zyHN60n+MzMXQsG4VhH4UFNsFRoaNVP55LBMArdnNqL7IPsgu4r0NW1zs2McJvjA40VXsw8yl3k1hIswp/wLtrJpghH4hf1NzPKZxoeYRUcalpUR8Gn8xjtoOZQnwSDVR013oz7oTOqeQWLcByLRdC5GXFFnCg4zSkIoIE3M/Kjhxjny1P2FZjHaUunM6hUwBBGETLUTREdyxgDAc8PUKKFrnBc1fPdNwa1hvauPYAfwSVeFjzCqXAn2PnI8bt4QY1i6YKPDPlB8wZci8b+JQe7wH3k6fgWeSzS+S2xCaYinYIi6V1g0iPPVuB5mbJf9SlfbGVOnOfexEPCsRxvUNFWaC+NWkLnnvnwvQBSJ2rqJzhFJ58yK3zp6JEG2of2pKY+4KdC+1kbU7uvfrUx7AIzg+6pmRn3HrCF7p7mNTPXR33VhBPRQc8C4hkgovmgNp6njpfFA7KHwrvk1eGdcApm8ZL8k/b2mVDx4jT6I8uWLXMvcKmY2k6fSLwhmxPFIkSke4q2QE3zRaEP6dNY6FHuPFSJX8kTVQQ8PyK8Hox44//gcU2iAQYf9XVZ+J72BoxR/waxGIIwcDvwqQsFWyqZpqyG0DrCn+AWf+hae5KuEy616xJpfpxBcwMDtzbuJctjgj7ZMBO+KSZgFi89DWetPZsOYtm9oT0uvU+ah9R7mkNyqZd5tK70oO6rSb6ET+nIrq4u6Kj+tWeCx8ycfpW+0B51lJ07xEBU+nOY9kgyPTLcj2MshI7lhoiBEp5/5mkcOXiAhb4x5IvjGBgewH4+P9HTCfmdWkOyL/xr3b17955KEIxDCeSN9CNkS//KJKq+MXDvvX/HZiY+fvCD25kYuhPHmRzwqNf0spZaifbII6yCR7CZGRSMgx8lo3/2s5/iKJMB0mHipRILjruZVNy5czsTgaP0eUfITwVEsYChRNndKxGH0q95Bp05BpbiM+FLjdPiJJOEBdoq0UrXopvoKHuSyWScL6DEhvoJlx0sPPfQ9hs7a5x+WlVv2Bepa3QvT10/zgSJmY+Ihb0SA+rauY56JvsyQFuon/ovEC6TfNNODzCJ3cNkcJ5JugrhrtAOK4Eiempt0Vq0m8KEreglnhAviN+UmDl0+BB9qR3c9xiWLl3i+FIJiYcffJB+RQFVzhd4Bp94rVDn6LpKXUPFjjKvNT/4EY+JtsKD+EW4En/rvu7pmc6lG0SfEmVK/YQ7Fccq5PVeFnUY4yEWRq4Fnk8YiigyuRWPJRB4AQImDH0epa/KHBMGITzCFnKMmRF/EbSW5i4RPsCg/TYwSGtiMdmnXhNcgk99wE9EnatrdkXtnvoJR5ornog72yD4dS17LxkQ7+olOfHspk2boOKFeFeF+Keeegr6CUT5geJ17VM0kQyJz9WUeNdPWSo2EgydlEWNF3zqn6S9KYyO4Q2vez3efuutWLtmDdrbZjAJOgfrL70UzY2NkG7Tiz9KIIGfOUwQT5o0iXydc76+fE6tK5nTftR82j/tL0b9ZGbOrxUddU/7Fy7UOB3MzDWPRUCyJ2hCiOOQj6Sh1JQ+q8CnfiszcaFxURRjnwhV2poCbVciGYPuj5HHu7qZnGUyHZrsVDMvQIUTq0+VvoZayPkS9G0D34PvGYrUp+Pk9yrXMCYDSuQJ/b21buJMfleJ9+vq66Cfobzqqitx7bXXYYDJt9xoHsNDOZy2dDkLyRfjjW98I17/+te6grdwcfjQAezcsR17WVxZvuw0XH/99VjMQl+cMXUimcRqFnmaWGARbAHtkfYkfty9axf07dann36ayerHsWPHDgiHom+Bci3ZU4wkfpH+SJCW4kPRppF009rSf4tYfDmXyfdlK1fg7PPOxeqzzsTFl12GSUxG7t1/AJ2UCf06T258DCHxITs/ODKMceo9JUiINkSM1efOX4ArrnwFXvf6N+IDH/wovvDFr+Izn/0CPvOZz+H9H/wgLl1/Gc44cw2Wr1iFT/Heu/Qzsa97I1bwevac+Vi56nQ0km927NrNhPMW9FJfFWlPDu7bjSEWQH1qx0suOA8fv+2j+MQnPo4PfvAD+Jd/+TDe/e534RzRHCGOAAAQAElEQVQWfi6+6ELmF9rcTwd/9nP/iosuPA+kGpqb0shm0li2bBFedeM1eMc73oLvfPtbmMV4v52JdAtCTFNxaWoLGidPRcv0GViybCUWLTkNjc2TEU/UIV8oY5zJ8Xy+BFjoErdjY3l41AV1tIM+ZRr8eJ4HzzOYGYRf0aNC4yxdLjrIvvu0x+0snjQ0N7MYO4pSpcqCZBp1mSxkY6eyqBtRH0hGUuSBHGNI+XGSlRJtR5XzaQ0u59aQ7yG9oLXNJtZtmzYNb3vrLXjTm96Im1/zGtzC8/Us6LdMbyVvLSIvLmWxOQP9HbkGFlA939A8qQlVKjXFd0XaljHaHR1T5Jv6VAq+eahQn5WpewuUhcbGLHVSxKLaUdrpPKTjC6f4Tn2k+3StVqWtUDMzCH7ZCDPj+BhzLUl4vo8BxlsqXn7xC1/Eu971Dtz28Y+yiKEi23+zsHKI48rEVdn5GhXzkKNc61dVNm/biD/c+Qc8oG8zsmixc/c+HO/sQzxVh5tuuon88W687nWvw5q1Z2Lx0kXklXOgb97LD1tKeVtCOqeZb5De+9CHPoSWaa0YZRI9FiWYrE47GBVLHWdxbowFuGeeehJ9PT3Y8MIm/P5Pd9H3zmLSlKkIghjmL1yAOBPp0p2+52P5siWY3jIVesFCfyfyxz/+Me688078ie37t99O2T6dxYqTLMT14M67/oKf/OxnruDRTDk4xiJIJtuEVavOpFxXWUDajoGhUcYkWbY68nSG8ViCeYV+N0b+ZlNTE6T3f/WrX0EFwg984AP4H67ZR38hzWR/iba0n3iWX75/30GogJViUrmJvPjoY4/iF7/4OX7/m1/jyL59OEh9lBsZxC1veh1edf11WLV8MZKxAOPMCVi1iNYpk7Bk4XxccMEFmL9oEU5ffSaK5arDg/DZP9CLb37nq/j05z6JT3zqE/jGN77FPM1BHCCNuulTSq994hOfoI36Ib79nX/DQuKuqakBRfpsQeBRlmcgFk9gnL5JhY6vii/Lli2FfIQFC+YTdyvRQB4UL+6g/tzw7DN46KGH8NOf/BSPP/o4ebKALHlbsMDAQs9+R9dEMkV8ltBMnTp//jzEGWeVqfPFp5JV6Ub5TZpHtrWnp5uwtGHlypWoS9UjNzqGqaR3A+25/CLJs+8HABcZZmG1j/5Q4EeYPq0dU6ZMQ5Y0nEs909rSRl5PQf6ZZEO//vW3u/+C3//+t/R/+0ERQE/3CcjeKB6gWiAuStQ9RT4fgJmhgTHguWefi8WLFmMRcb5s2QoWd6dg9qzZuOLyK3DVlVdCuRTlgJS72bN3tys+PfLIozjJopOKMHEWA4WzYRZ2jh8/AcG/fPly6Isl559/PvHS7PzLYeYQRlhsaGubjpaWFsh3zbHoMG/ebJx9zhrar1kIohBFFpsTxKFemtnGIqEKT54XQN/A3bxlO3m7l3KUcfjXiy5DQ0M4ePAQebYHOdpTXUsWV6xYgfr6DPTt3RHKXw9l7Omnn6JvXMLceXMpv2toX67ATa++Ca985XVYSl5I16cpy/Mg+GfOnIksaSJa9p3s4b6Po1IpkA9ykK+9j35+x7FObHpxG7cS0h69gnO9jvb4Frz/fe/Hh2lL3v72t+GWt7wZdZz3pz/9KR599BHuu4K6ujT3kHLH2bNnka6TMI16opWyrW81t9J21KdSiEdxhBYg8mNYunAxXnXd9bjq0vW44pJLcO1VV+CySy7EXMZ+Ddks+aAeMfo/iq17mF87Qh/94KEj1KcnsHnrDmx4biPt4E7oxYnePso48XHk2HHoZR+1Po7JU0+bmfM3RQPx7jLGmWqLadf1Auzr3/AGfPGLX3R68JxzzoFoLH9vxowZxHWOPFZ0cIgnR6jzc/Tjh1gA7qafdPRoh9NPhUKJ+n3U8UU3/YEc+SBLXhwj/aQ3lVuUzqtnPml8fJzxx1Ho54XHKbvqK92uo+RKsYF8T8UquvbJ+IJF/CzfUTosyxhGxdwpk6eQHyehLl2PKIzBM5/HOPOOaRfr1tdluPcYAtrhOHVFirGp7wfweZ3NNmISx4dBDB1HjmPLxk3Y9MIL0K+CdB7roByP0qZU3ItFecI8zr2McV8l2reQ/iOfYIS+bz99xT7GPUOMN/UylvAuuIcpG3pZ9UTHcfTQBxxksTX0fMToT8TDCGn6bnWM6evJO3XpNOLxmJNh4blKO1v1DCUeY7QXSfYzz0MFVYRR5F52i+IRdF9+Q0R4As4r/VSg36U4O09ba0GAWJI8xzHgR881f5l6XscS45MSdWeRR7US47pCkXaUerpcNa7mgaYZRfavNcEkOKp8QNaC73vwPY84Zgs84tsHLzmuQtnKU5eW2UpsZegTI0/X0dbUmvwTtQJxK30iXujp7aV8dkG+quIY3RN/jLKwepL6s0C+UeylWEznRdp6D4Y0ZSwKQxBwGPFXz3V0zyNA4j/t38wcP4+TpuJPHYW/En0X9VGL06fxPN/FnLovmCU/ZgZ9uatIHKdSCfKaD61jZg4HEfEsegTEexgGxEVInZ6Ex/UFVIy5HJ/8XOZaZeJU59q7+leo0IuMj9VXDfwIxxX6c4JB9kfyrHPd0zN2oQ4jNUgLnZvRkOmEzczcuppL62iNkLgRjDrXfTODmUEfs4lj7dzMXnqm9XRfY3SsNTN7aY3aM/UVbFUSQedq4EfPa42X7p+eqa8uzAyCU83zPbhGfoIH8n2FslCCYqiyVaB7rhlgpLPxiJd9zMzBzsNLd7VOrWldNV2rg0f6CDeicZqyqGMURm4O4TvHPOzA4CB1Vg/t1nF00+YP0D66lzTICyXSUvSsNY0RvcRfw9QLsmHiszJpqTVrTWtrvzHKRIq8K/2o9T39L0EFkcnU04BPghS3BEaAqamj7ilhJeU4e/ZsqNApx1WKUseZs2ZCTtFkKrkMFab6Z2lYZKxr/WVYFaDr7emLWPi8/PLLcSWdBL3BdQUDgksvu5QF0Qtx/gUX4Lx165xxUJH0yldchRtuuAHXXXcdXnH1NbiYBuwMFsGWnrYMM+lsyOENaeyq5oF8DT8IndApQa3zKm+WqXhqCKsdX04UIcfMIOJ4PJoZADW4j5nB7P+7qYOZ6eAUj+bX3JVTgqIHZubGu/k9Hz6dEt8PEKg5AQ6dAPu+D/Uxo0LkeM0jQRVB1SSUuq6tYWauP/hRXxGbp24ts4k1NWdNCPVMfV6ODzFQbT490zy6pybG0no611EwSDmK2XRdYBAqZtb8OopfRHclnZVk07kYTjjVGhqnhJESrTK6eotP57qntRx8ZFwx8uhoDlU6wyoynezrRU93J/pP9mKgvwfFQg6eFRkIUuEXx5iYG0eZx3g8pPNOJ2zFaTjzrDNwLpMIa9eudTxzI3lIf/flkosvxayZs5BKpqBv0HUyADhGI6wi2KFDhxjgHYZ+F3+Agb4Sc/VMpEye3IwklfBobhi5sWEMs0A5NNSPgcGTGGWyt+P4UYyMDjF4jkM/uzV/wTwmpmY756yuLoU6Gt4sA4D6+rSTLyVAqtyn8CmaCnd1NCCZTJbGmUrcfIzRSCkxuo8BkJJpKrJ2MxGhMUrE5hgA5kZHGEgMYYCF0RID4UJ+DKOjhJFJkTEqkhE6uFXyPshLamUmGo3nFRqFESqVQY7Ls5+C63EeB+hc5JnoKNKgi241Wpt5zvkVfYQTwSAD2kV4jp84Qcesjwa4gHGOG6cjWOLexMcV8aBnlEsqVdJSDn6KuDDfAwwIwpAObp2TV/GQmcGM/Tlea2uNIg1VhddRFEK87FGBqq+aeEq8o/u6Fv9KnwmXMSaCpLsiGkqN13yaC/yYGfE0ioGBAQZ144S9yP0V+WTin/hPY8zMybR4U4pV9zSH1pTDoKS3YNT1SQa2ee5duNG8uhY8yVTS7Unngn3UObY5txfRfUzOHptWNv5Pc2g9zSuHpAaL7p2kY3eS62iM9l5rNfnUUYFfmU6WnBY5JPXpOui8yISjfiapTAdav5PvvnFT9phQLsPjMZVII5tpJP8loH1qfa0tuIVDggbBZuQF8YacCd03M5iZ20+KBk26X/eFJ/UXTJrDbALnghn8mBlEMzU915qyHZpXtGIXJhfSOrAZ2bfq4OKFo4n6CEbhc4i8rHWEX/GC1veZNNU9XWtu4U9r6zrBIFF8UiFPqo/uq6mP6Kd7bg7q44DzmBm0H80jWMcYmPjU2+ovOPTM8TR5Xc+d8aVTIhg0RvTS/Yg8OTA0jDzlD56PAo35AI12fTZL3ZGEHPEEnXDhXXxDdwvCj+CVo2hmDgfCq/AQhiFEC+1bcJsZ9VQKsUQSdbTDyVQaPu2h6OJ5vuN1jdX84mfpWI3T2+IFBhsl4qPCQKCqyTmXDkU56XTWgyAi3quktc/bHqrmUW7oKJHXhLsK7WyVT+jL04mqoqi5DG5PcuTzdF6EA3bhHHygk5c14VG0rFDWzSb2aTZxFJ7LhK/WXX2gxXhDcxr4H+ExI53ooFeIVz0vE898Ap97rxDOiLgIZXNJ14i6Rzh14znO5z3hhlM6Wuu+nqfkLNWloUKpfBkdGxncS8coWNv04ovYyYT3iyzW7dm9mxuukiZx+GEMPnEmP0Qt4Hox6qJkMu6SZSn6XCnalIgOmREmP4ihQuQVCL9wniLtojCiPMaRJX8oKdLaOg0BHfsY+XdoeNQVxkUz8SvVOjzfp90YhxE3EYPQMRYGunv7EKetm0GbJ5r1UYfQrUWcc/RRlxyizStQbwunPsdrXwqiH374YUgey8Rljvyuvbe1tSFHu7Rp0yacoN6fyUSH5N3zPCer0oO6L724bds26NpsgoYaV9WbAuUq0uTPFOGrUhdJn3HbdLjL8ChrYejD8+ACsoj40hzPPfcc5b8C+ZOTJ092MiHYWltboY/uSW/EYjFnX+fNm8ek3GosWbLEfTNPhYw3v/nNLlGl/QifTSw8JFnMupD+5tq1a7jXevKJ52BWH+FDiR/ZxrZpLcRpGRMxQoXJtwRuuvEGnHP2Gvet0X4mQIapg/SySTJB/UliSCeInxScD9EOc3KxpOMt4bn2XDfFp2XyJxnA+YEeCZgfp40gHnQ+NNiPEfocY7kRV0yORQGnM8pfAdIt0g+igXhWMqRz2ZaQwXo8mYYXROD/XMvRDlTgkXfMNT2rksZj9LfGSecCbZjsv3SEdIPmViKxjz6Y6Cp66VkURRB+xHvClXA/St+jQD9E9xQjSH727dtLnhklD9dhOhNV6XSCdmQcvm+0uQVEke/OPQ+8LpHOZfjUo6AeUitRbxQ5Z4XyH/iEWz4MkRb4PrRfjwMFi5k5vvD9wM0jPIiOgku8IpwHQXCqj++OZkZY8uS3ibkEd4Gy4JMPxVee50M2wuMawoX2WSyW3BjhPUdZUKs903OtKbsk2tf6CJbBwSGXaJAfp5fjnnnmadx3733u75QqSarkVR/5SOOVkH7ve98LfctjLf3XVatWMSFZD8VNP/vbrQAAEABJREFUipU+9alPuSSpZE2+oegjOVTSSkfxm74l4xNHolGMtMpmM9D+hbMJeAZdYWv/vv0uURtFIai4XZE5SdkUHoQDzaFWw7GKdvLtZ82a6WRN11pXc5sZbUT5JR4XD2o94UVN84F9zIwHI95JdNJSOB6j/1lm4dIjEMbmkf5qVdoR4V/2Rzg9caKL+4goJ5Gbo8q+Afk829iEOurJKmmlxskB7r9EWSyRv8GPGWemfZHs8dKNF4yi+wnGAPqGbqmYd992WHraEsyZO4f8GbH41ki7msSmLVvw5a9+Fffedz/27T/odOheFi/GWZCrY8JRBY9DBw7g4QcfwooVKzB71iycy4KgcDtIGW5oyHCuJqQydfQBilCRW7CI5vqZbv1drgrhU0wt+dHP6La3t+N56r885VLyNEZfUfQTvyh5qfhJMYKSmcdZqBH9VRDQ/jSXZFW8oHF6pm8oKSmrBKz4RMlyxT7iE/GyfE6NG2ASQrZpjMkrJfhSdXXoHxzAPu7PKB9BLKK/nyeKfaf7xQOnnXYapk9vYwy2kMnSZkxmPmAqE9KDg8OOL0ZGxjDIQnSZdrm1pRU5xin6abyjRw5h04sv4HjHUeSoQzY88xT3vAG7d+2grYyhjcVCxYBl8sJSFs4++i/vx1tZDPrwe2/F61hIPW3hXJzs6cLXvvQ5LJ3ViusuW4fL1q3BheecjldeeSnWX3QeXnn1lbjg3LVob5uGBSwQNzdPIoyTIPhSqTpUK4ZS2aBvCA4o0UpZFC6EI+FOdBIvSw5i5LeVpO9MFmvXX3Ip9MtX11x7La665mqcf+EFuOzy9SxMnIeZM+dg9pw5mDatDZOmTMbChYvoY2cgezeZ10ruq6XTKfK0RxjKKJcKjEtHUSyM87oEsMBProX0n2iZpi0/66wzofUuYi7kTJ6vWLGcPkcEvUwzxpiwxDmkh2OkkWzHKPGcZ1x34kQH9VnF8XQUhA4WxaKKD/SLMqJ/nnw2wLhIMiEZ0p7VhAPxqfromXhE94UXPVOycowybKhCTfBKjRe4booxUCIRI694OMn4PZmKobevC+ZVKUMRfB4rLJCUGMOPs8hcLIyJfV9qWkM6QOuJ5z/68dvwsU/chp/89GfY8NQL2L/7EB5/5Gkc3HeY7RC6jvegs7MbW7bscC8of/RjH3PfRu1j8UK8rqLPlCktOGP16ZB+VTv33HPw+je8Dq9ikVq+05ZtO9DZ1c2ix3GExJWS6ju2bcFSFrtap0zBjh3bsI1Nf0vyD3/6A56iPt9/8AAG6c+vZ27r05/7LN5869vwhje9CZdeth6rzzgDU1pbMY3yPJ1803tyALupQ44yaZ9mUUEvcGxkUUC/FqBvg23YsAHye6Tfq9RhoonwrxxcHWWxp6cPRCCyDY3gY/JtngW6Enbs3A3ZqDTjvlYWy06Sjw8c3OteLDtw6DD9tk4UnY9ZYD7tCnzoA+/HnX/8Pb7+lS+hvbUFo8xp9DLp2N4+C8uXr8Qk+ltHDh+FaF4kX4nGvb3dkK0qUDf00b/s6uhEBws0x44cw+9+/TvO9VV85UtfcgXcxoYsWuk/rV17FpQnHKct9zyfcs242APmL5iLbDYDo89T4DMVJyrMWezcsRP6ZPgsU5+BdNHA4KDzOarkMfklsrtTucebX/t6LFmylPLcjCKLttL3VQ5WzDHGOfOlMkbGxp3ODWIxbNm2HfqbvV/44lfw5S9/DU8+8QyOEX7hefLUqehngXKA9rpIPVVk/CMZacg0YN2563DxxZfgbbe+HW976614/etejznMhw4SLtFG8pbJZqEXGFL0c+rqUxDOYiygHD50kF6XwTNzhZUM863a486dO+C+kfv4Y9jNwuDvfv97/P6OOxwM4vsX6WuPMteTTKQwlUW+yVMnI1mXQkvbdARRgDgLCJVKFYlYgmMGMEIfrmX6DDz59AZ869/+zRW1f/PrX+GFF55zL1x8/etfx7ve9S6sWrXaXc+dO4/2KE3/u4A4ZXSE+neA+9/FWObwkcM4cOAgentPuryY+PLBBx7Ciy9sxvBQjrTooy9UcInqhxkv6OXEjo4OiEdjjHXFo/Opa5UnLlN3C9Zp06ZzrqP4zne/i69+9Rv42c9/gfsfeBAb9TfBowj6okyZ9HrqqSfx+OOP4umnnqYcnkCJeaA66sko5mF0bADC7TCL3I888pijXRQlsHfvQdz5p7vpK48hDGPI0Vae6DyBA4f2ccyw+/Z0IhnDgYP7XCFberK7u4sycYKqzsjrzVi0eCEuv2I93vCG1+Mtb3kTbr31rXjtzTdz7CLiCNh/4BD27d3PNYaRCAO0k7dXL12Mm264Bh949614yxtfg1ffeC0uu/R8+m/nYQVzkWnyQhfzl72URfF/RPuRoB73wwigLJS4XxWijhw9StwccfjUi5IHaGv1MtWWrdvw4EMP4e/33Yf7HnwQDxDX9/P6vgcegL4Ve5AxXD91tmIgFaBVcJWtV8x2Pgvp1113HVavOh0rV6zEnDlzMXkSeYjrZ8mrU6ZMpf2uZ24gDwfDkSNQnlF2z8yoW6oQb4t+4scK/ZMi4S0zjlMrMIYbZXFykDa+X9/mpS80wuJZL/XCfsK/Z88etx/FDT28d4z6bh99zsOHj0B51y7q2P7+AQwQ/hEWMrVGNtvg8rPSa9UKkKnPMp86H4sWLsEs2tTJk6a652EQsACbcOdVwjROeht1R5K8R0PHnHARNJzOnp7s7XH54zL1QW5kCKOMp6r0N3OUra7OTscDsg27d+6CcN5BPpa9FS72798H9ZN+yjPHOsYxA5SRQeaIc7StZfqM0l9BFAIw+LQX4v94IkmZStJ3TAHEZZH6xKfvRBcV5XIRlWoJEXmovr4OWfqGKdpJzzPGdWOUq3EOqZCPA0RR5FrA/aqJHsKTjuCnSkRVSBeecoyB/6OGNJSpF0SjihyOqgfjf1X2KzOGKdIGFIiLPAucY4pjGP9pzqoQztFV+h06nziWyQdlaI++70F6LpFMIMkWi8UIY8hnXI/7KzB+UhNsZgbBpXlrbYw0ynE94Vbrqm+VvDRCWa7QTxdsMfothXKe/uUY7VoO5oM6M3TrlmiDKqQb+Emm4rRLRer8osNXjIXtPP0NrWlm5Ou0w5t8/Ar3NWNGG05fvQoLFs7HTNrhFtoOtenTp2P+/PlYunQplp62lLI+F9Mo17KzU2kPZs2aRb92GmnUQDxUSZ8CxKtqw8NDXD/P/RMg/jMznrORjmY8vqx5nodaM5vATZW04zB4vg//ZU10/kcLUTvXXsT3tb5mhtqc4EfTaU417dnMeBcObt3ThZlNwMijcOUa8VMl3TVG/cz+0cfMNMzN4fqShyqVqruntc3MwV6D0fcm9qJrBy/lIiSfB4z1g9BDEPoI/AC+F8Dgn2oebaMPs1MNxvUEt1rV8ZGZQeupgZ8K4RBf5emziq90LDI/oPtmBj8gz9A+JpnDk26MyKsaq+d58mmO/qq+yDVIGg4wfzNEWR4lb+oLMToOMN7Rl84GqJuG2GeUufsJmg9jmH6ezsXLtbW9pqYmV0RVcDFt2jS0k8nEQLovhSxmmzlzJpSgWrhwIZXxHOhaDKh+U6ZOgfq0MDjSUXPo+YoVK+h4XOwKoSqGqmiqQG7NmjXQ22D62ZZly5e585Vk8BUrV0LB2Lz589DW3obmyZNQn80gnkogYJEsokMy0eIkOShEZZQofGoVcpCQ5AcBRECfhAI/QlqZCJdgV2jM1U+Mwkf/9M/MYPbPzeO15/mn5ptgDp/M7nme66sJNJdbg3CUqcR17Xkc45P5X2oRwiDmWuBHCHhffTwT03gvMYeZaUrHNP+Ys+yuNa+a68D/mRn8l8FiNnEdhiHU9MzM3FgpKzFZiYpuAg8VMqnahDDgZR+tq6Z+GqOxOjczt57vT+zdIw4C4jpG5jQzhyOdi2HlMOm5GEwGWQxXoCNU659gslHJmPYZ7WifMYMJtmloFe/QqOvt+FkzZ6GRyWoVW+VodjJpO0rGHaMBGx4aoEE8SUM47JwrzzeEFNQY58xyTDabRZpJjaZJzZjKwGDW7FlOSU5mQF81D/pbp3pDLgxiXLcNbdPbMXVKC5Oj9Zgze44LrM5nIX8VnY4MHfhhCpCSgTt3bUNn53Eq8xgTSFlXHC3RGJbLBRqUOOrr64gfj05nD/S3XI8ePQIJopIb+1gMfeGF56GfXdO3CTZt2oiDB/fjKB3V/fv308l9wb11uoWJmqN0po4dPYZDBw9Bf3vtIJ2Rgwf2o+PYEfTQGetnMXmIRlxJywqVhucZHYVxJij6cZKJ8SINo4SDVEKVzgXjE5RpNCvkT7UqFWBAYy4jGNFAi06imYxGjLQUj4huClLEb0qkqGAqhSLlI34Yp+NQ4cQqlozTGOvtru7eXpykwqlQIZOzHJ68MHDHgDyZSCYZPCXoQJTpxA7RMcmRB6uOV8UvWtvMaJRYICdfi0d0Xzw4TNpLiRW4D8ErflSrwS94dS2+Bz+ZTAZZ8kGKCtRI84B8amao9ZfyrfF4bVwUhQ42zaU1hQ+fcGgejZcvonHCi45Srkos66gxgk/XOhcO1U9HzU+Q3NrCp8bWjtqXgrAclbf6CH6dl0hX3/OgvQovgkU0Eswaoz61eQSj4OP2HD51LFHWVADIM9DVt4p8z0PAZtSRsSCi45lGY7YR01iYaWpscrCVyCsBDU8qlUYsikO4195FhxL1hloQBOT7OsJl0LWZked9J/uCXc/NjPIwQWvBJpjBj/bCgxuvPQkvwrOea5zW0z31EZ20rvapVtur1tBY4U9zKwiQvdF4n/q+Nl5rmZmmgtkErJpTa+im1tUcNbzqnvaje2o611y1eTR/QNyIt80ob8SrdJqZ0YHLk5+HXWFe/FalDdBRdlF/69n3fOLLc8+1Vxnsfsqv9nfGmWc4+yh7OHfuXOiNaiWmtSdO7Rw2waAXFARjQPz75EntRbio3dN93SuRhhXSWNdVPtRYNY0xM+hYw0GBjkSR8qR9FulYGzyALSB/VMjsRSYQdG3mO/h9ri06CHcjdCjkaOQ1nonsshSO78GjXtHLEuprnud4RHKgMVpPsGmOEvlJRzWtL7wABjMPVB/U62UWjErUBSUY74EfbovPDDrKzgq+iTcuK0wglVm4rbB/mXFTBR73OgGS5qvyXhlV+gBaR7TRUTAITx7h1LVg0TNd69nL4RbsOQYaetHkOAMsFUwPMmm2ncVC6fZBJof1XC8nlAtlRMShbHxAnWK+B98PEYVxONzwnkdchlEE+AFiTJDo79s1NU9Bqj6LhUtOw+ozz8KaNWsxhTarnrosk5G9qXMBbjqdZtE9jYamZmSbmwDCr7kFc4FFp0Ym1qYzmT2jbQZOW7SAjz0GyePODzh27Biko8QD0pHiIcm4+I0ohpk5HS2Z0/7F4/r7RPLJmpubabMOQok92TQFm9MZgPRS7xfGFfjlIbmd9TAAABAASURBVFu2ffsOPPHk0zjBROahQ0fx/PMvMiG+Fz1dvQj9yAUgw9TnevlB83ecOO7shvSgYBAthG/Jh3ha97Rn6VkVeAW/xnnct5khRpvlUya0J8mc+MnM3L6V7JPe1Bj9/OYQC5qCF/y8wKSl1migz9DGAnEb8SU+1VxaX2NGGdiPkdfFS9Lr2rd4Rv2EP/XTvS69vUyZfvGFjdi9e5eT9TJ1OKuvDGZLGGNRtEg/IYh82pgSeBOh5yNGnRIPIxRZ8B5nAizH9ZQMkL0WPbVmRD4RnbQv2RjtU3wqGpUo79JXPvcvvIEfwaSmMbrn+x7UR008rqNwVnuueYUX4VfPzIyz8B+PPvnT832IB808jDJBEtGWjxLOPtJdTfCG5Oc0ba2+yTc8OAJ9y7NC2J59ZgNmkBcbG7KUwRLapk9jcJvAeeeeiygKyAvDEBwT6/eTN08yQBkkv445PAk2QgKzCb70SHPxpU+Y1PS8RF1S5lo6jhGHsn0GczogxWSRaKxxnu9DR/Dj8OL5/2S3ymXShc989jMzymvkdLtwZuZRlxXdtRvre86Oqa+eix/MzOHZjGNJM/FdmT5XQNyoxWKRs6mNjQ3QCwDtjLGWLj0NKmgpJlK77LLLcNZZazCbyVnJqpKT4nn5hASNeBmH+E5+3t///nco2SPZWLJkCbLZjEu8y8fU/QpjHfG2/AW99DXIZG+S+BAsK5avwBImDbROT08vkkzgqOB//PgJDA4OON9M31YE92LEeUm6kwAUyNMB6V/heZXP1PRNxhEGpHoRp+qZS1ZT20LnOgoHauJjHTmUvMAnVOQe5xb+xDe+B+zftwc5+tsbWTg8yQRnTsHtyT70sEgmvIvnN2/eioceeoS+9ONu/8J9LBYiou3xKKgeYR3hXksMrqn0YLzuYoFx186d6OvugfyhApPqepFDcvb8hmfxxKOP4c9//BPuuvNPeJZFvBEm0euJE+FK8iyd98Mf/hDvfs97sGXrVlx9zbX45L9+FstXrkJndx927t6Du//2VzxPH98jXk5QpzU1NUKF2QLhOEI/v5nXK1esYAK4Dsl0ksd66BtlrYy3xaPiX9FZ3z6SX6Jr4eY4YZce07dMVWD3iLP6TD3aGDcp+aOmxPU0ziPfQXHVVsIo/tFPCx87dpx8l8SKFauoKxPU7yn6KyOYOrWVCcOdRFHF8aNid+nzbDbLPglIH4hmmlP2IUW7o0T5Xib7TzAe0y/kaB3pGvGg9hCSN0TjJuYTRC+9yCj4Dx8+RNtcgGBvZlw2hckpJXyXEx/6hqHmF681NjZDNuTee++F+F569RCTxIdP/dKL5mqeNIl4S9M3yiPPpJziQvm2k5sbsYwJ7auuugLtrVOxf+c29Bw7hP4TR/HQ3/6M3ZufQ+/RfTi2Zyt6Ow6ikh/G9KmNWLl8MX3helx1xeXQz5+++Q1vwOrlq7D+0vWYObOdxaTTsGDBAuqjMnVWjHqgDOnfMuUrz6TxOeeeh1mz5xJfg/CpL4XDGTNmYf36K/CGN74Z73v/+/DRj34M69adx7lW0FuqQH6QcGFmgAc2Y0I46fSHaC5cxpkAEv6FR9m1FcRVhnTXkL/85S/YRhrnaFfyjL/6aXtEB32rMsdkkBKe4+OjaG+fhtWrV2LNWWdC32R90xtfjytY5GtlQaa+Lo14FKKBMW4yEUec+inJRGRDI3U1k6hDTDSnyKd+4EEwEEr3TzCJR0RbwWlmpG2R9ChA8lLjgRr/yqZwY6hSDmXPqsTbOPVFmcnQOsJgVkGB+yhLtzCWpxjDY4JZsUqJPqqKdb7nufHSt+KvGG2+fsJU68t2KBmmIn+eRbTevl70nezHAfpnBw4cYDzei/r6RhbTL8FF55yFxXPbMbWhHj5j94fvvQc//P4P8V//+RP86D9+ih/+8Oe47WNfxgMs7OjnhvWSwUbG6nsZv//3f/0X9C24BHHU2jIFA/19rph4xx/+gOHcCI4cO4qtO7Zjx55d7s8Kbdy6GY+xGPQMC6K79u3F4NAI4ok00ukMZs6agzPWnIOrr70er3vdm7jmbbh8/WU4jcXAOuod3/dcPu7GG27EO97+dlzCgrl0X5H4UGFCvox0fCqdBth3gPbYDyNkGxuhQqpe1pRukX1pbm5ALAzQ2jINQTyF8WIVhYqPTONUdHT24rd3/BG/ueP3+OKXvoKf/PzntL/DmEG/buXKFaRnzH1LbPfuvfB8n3YihRnUO/r2m4pL73jnO6Bv/L7yuuvJI2WYZy4PKBqNsqAvXtDRJ11pHbFLvhFzOOn6LAaooyssnjc2prB96wv45Mc/iC994XP46pe/go/8y8dw222fwJ/+dCcLgyNubsnaWC4P3/ch2SiXS5TFEmUyor0aw4MPPoR7772fxcjd6GWOxGeyVj89WKRvQMDID4fwu9/fgUcfexLdLELr571zuRKMvnmROBkYGEKMxbihwWF45ruC1gsbX3T46ON80s1LSZ/1l14OfRu1nnuQzpVt7eg4RlwFzj9S7C59FJM8sdAQUcbC0GPuqIN5pknI1tc5eQmpK0AbqBdYHnvsUfyV9uNO2p8//PGPGKYMn7fufCQ5XnQfpt967FgHYuQ9wXDhBRdjy5ZtmNU+C4sWL+F8JegTi8fpl6Tw4oubObVBRbPzmctaSluvn+OvEGebWbD8wfdvd75Cc/NkXHb5VVh/xdXwKXNjLDClk3HqjTbEKWMzZ8zEwgULQbMK6foNLM7+6Y934qknn8EBFlgHScM4827S03o5Qfekh3azeKZf1NhNuyhe3cfCWRPjhyRzQCP0IUeGR1n0HUIQS+E973kfPvKRj+OSCy/FrFmzqVvTmDxpCvQLg/WZLLroB0iHFFggUY6tt7cLzz37FB595FGoED1v3nwWhBcjm2nEooWnEe4kHqU9/8nPfoaHeeykzS+jjAH6FZs2b4boWFdX52R3F/lx+45tqFDfLVw4n/ntuejq6sQeynAnC7Ajo0OMLcexl37Jrr173IvPRdJMP9e7Z/8BHGCOrufkAAusVTRQ9sSb3YR3gPq4Sk0/iTapfcY0NDVnmTOsp1xNQevURtqbFG3XCAZYWM3TFxkaHGJIUEE8nnA/NTyJ+9dLSHo5KwpChEGAFH034UO+o+yr6D1Cue9232o9ho7jx/HEU0/hjj/9CX/529+wmfZh644deJr659HHHsOdd/4Z8gcOHDiMARYuIxZzVZyPwhjy4wWuETk/QPlY8bWa7LroKb0tu1RkvC9/K894Rfpc5zU9r7hKMaF8JfkJe/bsdYXSPhbhh0nvAcpVX18/8d6PURZex5mnLEk2uZESfXjNNTQ0TPx34zj90P3Er4qswyywDTC+7u7uhmRN9/WrQPrlDt2rkh4JyolskuCVDSrT7y5zTidjzMdUeT2PPvW6c87GShbKZrG2MKt9Opoa61GhHUhQP7ZMnYy586iXzzgdZ605EytWLEcL7WTLqWJbtiEL8+Ca1ojo43tm0MfM6L4YPN9DRBlULnoKx02lT9ZIvo8otyPUe3ox4VjHUUigpk1vxWTVNzL1qMukMGlyI6ZPm4ppbA0N9YhTf4GwFanz9TJtyGvfM+omwOMxyT1rv0nKn5k5Xeh5ntND4kPwU6HN5WHiH/EECbI7wvWrpxy0MMcwh7iZTdmbOmUK+S8JDwbhTzT2OLeZQXOJB8QPZeoRNemT8dFhxBMRUmnyLlsyFafeitPOpZBhTKJ4p5G+byaT4b00hDc7NV+ZdBHtdSwwd1EgX40zt2ZmIAjuJeER2pEx5hfK9BvozFM3DtGWDjCmHkOcNSFuGdIN42Oj3JNH3zXmXl5RX5++SxQLOVWVOjLPPZShWDSdTmEK9zpz5kwsWDCf+mMRpCOV51ixYgVpv4LXS1zdQH6q/O5ZLKbKF64yQTVG/2WQum+M/qdgx6mPcCM8VYljNaFbj8yMNCNWeTSbOBet1F5OK8Wutfl0Pwwp+2ziNw5zc+hc44wb11FNfXU0M5ipgfqfGkj0r06cCx7BhlMfM3Nnuq+mZ9VK1Y0zM7eW5lT7v/Pj1Ifd3HqnLt0YM5u4Z3DXtfGCW83N5XvwzCNgxvVqo8Fx3kSD8T+Pz8z1MfA+fHgWoFqZuIcqj6g1djuFc+1FTfsRbxXJVx5xJX9VPpF8RvGg4DAzmE00Xdfw7dMJNY4RzxWUS6cuGaccjjOW0zdaRynLkmcVV/sHB+hv9qGXuryXvqc3m8IkplHiTEcxld5c1VHXeqtITQnfGXSmpNCVXMtmJ5J8Eup0XRpqdXQW6qkgaudOoJj0m8KCq97EbOB5fbaeCcEEfCoIBd2lSonGRCaPgQZIUKvSFFVR9Ygkg9sw/4cJPBoCKjJwsxI8MbCQJuQJifg/HzPjUIPv+2wBh3k8+i8dJ+77L90zM/dMBDDzwCsC4QE8MzOAx1ozeLzy4JnPFsD3gpeOvh/A93jfNQ+1D3kblWoF5VrjfnVeINGLJNzL92JmMJtogsfnHnRUq51rzxLAlzfhotb0XM1sYh7BoWs1jdF6Wld4lEGTglDT+No6NSbT0ee+xIxxGg01n4zHrVBZFZ1C11glIruYYNSxQAYMCHddug5NDY1QAUcFU51LmSfoQMRo2KsUfDkHGiMHc4gJ1+MM2o/QiRTDDtFxGJJhZVBSYKJfb54bYeEwVClYZgbv1LUcjD179mHrtu3Y8OxzePKZp7Frz250cL4cFWCpVCGdfORo1KtUIDIkF154IcTjVgWOHjmCQ4cO0pEe5J4KTD4MYB8Dqq3bttJR3YgNG552b8w9//xz2LVrp3O+dtApe/a5DdC3DR566EH84Q934Fe//AXuv/9evLDxeexnQXRgYACSFX1jRz8z8/BDD9HBec791KB+JuV3v70Dv/j5L3HHHXfgrrvuwiOPPIKNdOhVUO3u7ILeMB0lDorEKdkGgrXCQkhgHlKxBCoUer3V43FPPu9FQQgljSIqZNGhSGcIpz5yQKRYpOAiOs7xRBw6JyoxoTTGIJyrYDHCQkIfHbAcjV3V85FM1cF4hEfepyNSpPzCMzqVZZBhaVjTTr7lPHu+5wJt8ZN4TnwmOkt2xXfiKfUTLGYTPOpxXvFWKpVChXsRT/UyeSv8aYyeq4Ef3/cd3OqvpvtaQ/d1XqbhF7/W0XGQQtV5mUZcz8zMwaY5BUeMeKiQoTRe19JvaqKZngnGJjrNgjfFQNbzfTde/bWe4NW8uiZo0BwKhsTP2rPmVlMfyZrua2+CW03PRCcdq5xAR605efJkBtfN0PwB5c3MiHojbxaRZ5DhEfeCT0ftrULHQ+v6nudwI/pr/81KZNGJyFA/6yUZ7a2FDmMsFnE+jzKshJfR2R0l74/A51qCS/tQE+7UBJfW8bl/3dd+wI/u5cmbajHisoY39TMz6LnO43QuNU5zS//UcGBmlLUhBsc5h1fRRftQX80JMr14lEs5eJVAbqHTKpukACNDh03oo56JAAAQAElEQVT7FM4Eo/oKBjU9U3JZ8GsuNcEtGDQ/l4ZgE47FJ5pHzpPmEK/6viHL+VNMdlSp8IxASK8JhwrytJ7ZBO5Ea82vFxCkz4YYDGsvmks6T46ZzkV/rS3HTm2cQY0S5Rq/gEGs9pWiDMSoayVXAeVYMIdRBHeP9FVhrkJYfD6T014m/6qZGaIwgvE/z3wG2fUUUZ80oI0tVxEGEUI+9z2fSYSYs0fiG8FdoB3yfB+eP9FKlBfBVKR+8Xyf+raKIAjcsVqtuqP2r4ZTH8Gpa9G3QL2jVqEslxjclIoVFkwr5Lcy4amSqh503w9CRAwOKoQ9z7WKZaMuKiFPHVfhPsqcu8Q5CL67ly+U6HDn6TzTf+DNMmEJOIdPGM2MvQGtL/oJHuGFXWCeBxWCx6XPeEP9RR/xSMB9aYwGV4hL6Zxh2qI8+VrJypM9J9Hf24/ieBE6H2HxqMq1hxksDjIhU5DTxUBRjpVsmPkeKpxsnElPj4mbkPYuTxx4URyt09uxbPWZmLdwKW646dV4JZNnpy1bgWxDE6qkWYx9pWfEA+LvmSrAMKEjn2wKE9JLWHidyiRZIp1yOjldl3E6okx6qUiioFS8F6Msig9HWRjU/jzuXzInvCi5oAS2jgqCN27cyETSYerdCo4c72Sy7U+IYknAAgxwr6MjY+jr7kSK9qKvpxv7mWSQDGlOydmcuXMgWIVD4Uz4SDCJojf+cnRCxUvSbZ7nOx7S2LpUmoFR3BWK6qinhXftQTCraf+S6RHSYQcTlkqua1+yCUrse9yPgpvjTCgM0MZqTZ88oCKp5hNcKjgpGBcOFIRr/vFcDu4NZtKjQL9AhZXNtLcquFQZ6OvbpnkGd+NM9uapZ4c4dzeTLMMMpLpYMDlCH6GXyRMPVfieh4j6MhaF8H0jf41Tlw0Sj2XyYJGyFkL4DsIAZgZ9BIOaLgWvaGNm0H7UJFueZ66/9ESe/Ko5RugLRVGEJANq8a1wLZzpqPk0VnPJ1/HJzzHqjxR5JEHdJVuv56J/6PsIPA9xzhXFk8iQ7+gaQedECVJ19QjCGANXJlvoowlG4V1raV1d6yga5ikf0mGSFfGb9JjiB8GpAoNoIb9HtBlmYktwan+il5k5/IhW0rmCb4g4VhFJ+9UY7Vn3zYz4LDmceDxXwiRG+OOETwXdgD4gFRKq1BPiF43T+JB4AD+aQ7iRD671dW1mDueSARVxtO6mTZvcm+raYxiGiDi/dL3Gapzm1bl4s6GhwY3Xfe1L6wlHGlubP8dCL5dhP9/tVbZDeNMY9fU8c3uS3jAzqIAyZ84czJjRzsB+qQv+FXOJ59upB1R8nclkAPjRGppD367SfdmXMIwg+PRM9kx0kyxJRo4dOwYlKeTr6dtySmxH1BFKGMXTSaYeqwijCNKTFerH2p7MPHePS5KvKzAzJ7eSTfURL2g9PTf+z8woC/5LcOiZ4FQ/7Vt4Aj+HWGzY8uKLuO/vf2X7Ox667178/je/wa+YENWzMSZUuqlzQDmb2T4Tpy1dhnlz52POnNk4cGAfjh49jHvv+Zv7JuMDD9yHo0cOofNEB4yad3DgJO7+y5/x8IMPQC8x7tq1gz77DmzfvhVPPvk4Cyf34YUXnmPi7wj0k26PMUn7iY9/DO9+97vxhc9+FuKJkyycvO3Wt+LaV16LIn2r7Tt34XhXN2LxNBYsXIyAuNrNeOOpZ55hMWM79lEn9lAvlEpFwjkXK1esgHi0wrGSUb2g6Pm+85dlFzqot4QTxdVT6c+YGSLq1zL3q29VTZvRhimtLS8VqkPSSrj0SA/psxz1mHAp3KpJ7sQ/ekmnmcXHPG2SaDxC/S9e9ikL+hMhw9Sneq71BavmEB+k0mnHf9Lj4nPRSm3lypVYtWoV2tqmky9nQON2qkjNRMIBFq5kP5Q81z2NkzwvYCFy/frLoZ8kfMMb3oTX3Hwzbnr1q7Fs+XJovrPPPtsl0WP0CXNMUvX39zs9KTgFj3hX+5NumT9/PvTRPfnE0unSLVrH9wP6E0UcPnjQ/QkUwXCEcZxsheTwoosucnIk2Vm1YjlWLT8N685Zi3mzZ6J1ShNyQ/0IGFCpEH/VlZdDxe/Zs2fhjW98I970pjfhve99L84//3zohYdXvOJqynCE7dt24P/954/xgx/8CLt37sFdf/gznntqA3aRtw4wAX/w0D7s2rcLz5O39+45iL17DrAdJJwlDDNx3MuiTrlURYn+keRf+5AsLWXxY+7cuc6OqnC1gvyjHM36U3/3T/pGNPKYLOwjb/YxeT9eGKc9YCLU8+g/j6CeCdpMfR1mzpyB8y9YhzRtLEWZaxVYuI1DejMpnV9fT1ueRIa6Xgn0GP0nwaE1FCNI5wgmM3O+hfSd+EJH0UhHFw/RVwk9H6DhUDyaTiSJTw8+eVS8Kv7xyfN50jgMfRBM6gUglYwRngi+B/atggfKig/p6zj5vJmF+UlssTCE0R/zyQAx8m8sDJAn38smjtE2DzOpW+EzyYv+ZpcX+JTPODqZh3js8cdx+OgRFtFO0g/O4E23vMX9ncSLL70EZ529lkn0eSx4NGFGezvEH8N93SjT5sfCEE2NU3D6mWdj5Zp1WL7mfJx96VWo1mWRot/VkM1CXy6QL2bcUIX6Zpi2TWuGUYQZzJUFsQiTGXPFUylUqHD1zbk///lufPs738VnPvs53H777fjZT3+GvSw8DZKW8ViIetJEciyZXLRkCfTCgWgvHSt63HLLLY4n29tnorW1DW0seh2jr/bipq3o6uph7J2Evun1IHXeXX+5C729PbAgRIxF5ahuEuL1k5Fsmors1Db4yQymz16Ic86/CNmGSdRvVfT2D9LGViFdtH//QWzespUJ6wIGyGd64XvjCy9AvNvNtf72t7/j2Q3PQnL4Lx/+MD7xidsoM6/HlVddCf2SiopdolGK/KfEveySdKe+3SfbIp645ppX4EMf/CCLyUuglwGnTm5hvDsZrSxGNDP2rcBDjj51jj5GoVRAoTTGPUbINtax2Drs8Dt9ehtmTJ8B8aZeUJo9bx6UPwyJ/yJ5srunF/WZBpgXuL0NDeVY2BnE/v2Hmb85gI3Pb8Lxjk4Wcjqxd+8+xBJJ+j159i2jwvGKy6vU339mseonP/0pvvf9f8fPf/Ez/I1FUOmZMnMgyn3KRxhn8n+YulU+kOw1qMez2QwSTseNOfkvML7RvHH6ZslkCmedtZY0fTMuvPAiHDx0iHbtAEALNs49d6sgSMds1uw5TNz2Qy+b6FkPcyI6TqKOLzPPQQFB4AdIEPY9u/cxV7XJxUaJeNLxaQtti+DYtn0Lfvvb3+C2j38cr7rpNfjSl78KY8xQYQ4yS/+7jbw9s20GKtJN42XoJ27vu+deHGQB9dJLLsV73/dunL12LWnehvr6DBYtWox2yo70hHTHO97xdrzlLW/F2972NsycORPdtIWi69lrz8Wk5skcU4/WljZs306d+Zd78de/3oNNW7ezOLrH5bv0wpJ+/v4D5An93eHv3/5d/OpXv8TnP/8pvPWtt6Ctrc3l7kr00aMohHRVL21QT18P6rNZ5FigVN7v4UcfxYPMxd133/3MBW6jP9eJbcwJKmYQXeRbSscVi3mOGUFjUwOmtkxm7mGc8tPHY4G5kBGc6OyE+/Mn2QbqiSmoWojhsQLGqY8GWSjcum0nfv27P+BPd92NZzY8T3nrB8izdXX1hK2R+IthFnPs6y+/DNdddx3WX7Yel116KWXkCpzPYvckFtxaprTgto/ehne+853MEaZIrwWYyhivdVoL2onDNvqBglU6Zfny5VCuUnjQPS6GAmN2+eCyn9qffAzRI0+aDo+MUqfGnX2QLR1l3lNfKImTL4RD6eY4+VA+ovhW12pa69W01fqG7kUXXYDzz1+Hq666CtJFqhXIRs1sb4dsvL4JK7s1i0WnTCZDOTrumnIc8jn1zU/NbWaM+StOrvKMZwTLIGPnoaERjIzkaPvzfF6dkBHaxYJrBaioqpi2m0VVHSVbmlvHXsq21pDfLn+oQH9H/lRZPE0aScfIF04yDvWop2VXBPeZp5+OSy+6EJdfcRkuuOB8rFixHPo1khUrl+N82sxX3XQj/ZWb8OZb3ojzzjvX6fMs+SukXRDvaK3KqfmVWxCeBccYZXbBokVoI27q2V8vErTzfPKUydxXkcXAQfdLMPpVhnQqgSSLkQSLZKzQ7hltdRzZbB3q65KIIh9l6gq9AJinnSuTzh6qCH2PNA0Qhr6znQGvfc8gHVOXTvEYh5lwXaatZd9YhIg2M0m/Msv6SxQLEIQedKyrT6O9fQb314aprNMoXpZvGTGGiEUxrhXAqnDNNw+BpzV90KBBeBU+asdYLIZkKgnNqXUaGjJobMxSbhpQn0lTb8fY4ojFI8QIU0CYfPoF4rcK82o6RrEQ5hk8IkXXxqPwrCYc6AjiIEZ9Osa4anhoEGPMLSS4tnTYOM/7qHPkaySi0OFnnMVW/Wpjx7GjeObZZ13btHmTe/n54MEDkA4/SN9x27ZtzO9vcG3zli3QS1mHqI+VI1Ef8ViBPFkiTdTEY4LfzFCmndA9Nd3/v017qTXwo3Hao5lBe6o1M3N7rz2rjTHzYGaugZ9/3Deo78vnAz9mxv8D6qe5daFzHdV0rqZnajqX76RnarrWUc3M3Bpa5+XNbGIN3cOpj8bVmm6Z2T/BTNLptmtm9k/zmk1cw+Dua09q4i8zgz7yY12jw1dh7q1a4X0ae4MPz041L0AQhEiwLpKgbypa6BursuMF+hIF6h4VryukGRHEf1VHA/UT/dTMjDwao4yF8H0P+mhfFS3OCyNfemzu6Hvw6Zd6Z555JhSASTkqoFPTuRxFKUqd614TnVop6IiOYhiGbpEYGThOYKNYHF7gg/6iC8bLdCzL1QqKNPJ5OkDjNFgFBpdlOiTEAfTNNgFVYZ8Sm/oKUI13wHkEjkLmq/HczAg+XtpwjMo/SSdE6wsWn5tRBzcHN6ujmcHMHFE8zuFzLvUNuOnaUffU9Hyi+RzjuTZxrXPO4YgUwPdIJJ97DyJEVDQx7lv7F17ihCkibjgY2k+JilbBt1oZ1Qm8cK+6X6KiV3JaRNM5dRX0MZuA2WziKBhq8JkZu6jBEV+Er7WaMOjazUlh13kNDzrW7usoY6Om89pY9dF6anqmhJueVwmz+hRopPI0FAUmhsuVIg1iEWMMjvoH+nD0yFEmME5gnMqtPl1Hx7YNs2fOwiw2OdEpGjKN7aEx7OjooNPf5b5JKQMrozTGZKYSonompSVDmec6FdLS8wMU6UyO5MbpSJdRgaFIIRoazqG3bwADg0N0JsoYp4CMjuVZBMxBf49g374D2Lt/P/bs3Y+e3j7kaYjyTMAP0tE9QMdQf4fjP3/0I/z0f/4HcpIfffgRPPXkk0zKPIfnWSjV2087dm6H3kzTTxjJOCxYMB/6hrZkoUze7mHg1dXThRNdJ2jwYfJd2QAAEABJREFUB2G0OolEjAaEjhkNk4z2vHlzMXfubJy2bAnOW3cuHcK34D3veQ+uvvpqnMNgTgHzpXSu1qxZg+nTp0P8qcTCGHGrZK7+lqGOORZSh1mYUfDtk2FiYYR6BimNDQ1crxGtU6YyOE3CI58YOSVBfhSckt060kS0lNOVo7NfZIGiSP4MKb9V9h+jgRgh7cbzRVTNwygd0iE6YeVKFXIOhoizIa1NvhV/KIjONmQh+RN/VkmniWPFwS950LMx0lW8pLXNjPgx8k2J0ME5FpozoN5QX+O6eiBHRXyRY7AsHIv31DSX7puZ0z3qJ97Jkye1tvAmuS4TRs0jOLWuHMyIcpkkD8rxbqbzKvgkr2YGzaP+gkH3nYNK/CohpPVkQOV8jzAZJSdVa2TlJFEfak6NF3z1/z/C/gNOsrO+84V/zzl1qjpVp8mxe6ImSKOZUc4SEhIoIEAEg0hLtDE4gS+2r722d71373qNI06sF2O8YIyJBiQhJJRzmiCNJufp6emcQ3WF9/d9WiXL+7n7eUvz6KQn/J9/DqeqW1sFXrjHedGBCfOxf/qEYL41D8LTyP65/n4n3Mck6yZ0wKQT94l1E7qtYt7KspzBqkWHnj3WXpPDMnr0DXtk3+y/4nvgCJyEECIdcIza2trEnoEp9xquZSmq1SqxDzhpamow7E0CJ8wF7ioOVliXeQ1I7AuOuKbV72W2BeyTxvzgvGZ+YN80+jJPyfqDBu8xJoR5fPAc+oB38Ar+mIOxzMMz4GoxD4NTWosTfnU42RuOP+MJLDs7FzggaYmNvTOeMeyfguh80j11YmkuJgmyLGddnjcZQsR1xbhHx404eZAzvorFloi/kmUEXgLH0BOag3uOwDvqAkCDnVV4hv2yT9ZmD5xPW6aqlideNAF32NcuO9lVyyH9ly1bIgIl7DHJM/nDWrSK+9CqvhfML/AINGLuzPgHZ+CfeYAtSVPTKzNNW5Tl2Zuv7VjKOK+oploSFLy3nB1a7G9NivhibmAGJvDPsWK+gu5c09gra7Nmq4NpEiX5fMFTp7bPsnzb7s9VlKaZUrdcLvOzEJ1NdI1yQfLatTRR2bCwfsW3Av3cvxZSVd2wkwqJx6bWFWXL6Wxs0IF9AxfwAQ9wScGzBSVp6mGew5syukWr+ZncZqwrQmDO4DnnxHjwR4P38hFXiWGtGH85gU/mDiHEvtgQ+RxaNBeLSiyvc+CnsVGZcdliHUBCust2b/OWzTHQ5Gf4bnrzzbriyqt14Y6LdcOb36Irr79Ri1Z0qdDSrr6RcR07cUoPP/qonnJi6uixE163ZB2XjzACG7oIGeC8bP4E7sGhIZUsU/Db4PBQ1CWTDpSBecp6N/KjbQB6FHzBuy2GGdhHnMxduHSZ1vITXBds0/nbd2h5V7dKNek8F2w3btmqK53oRp8RTMBTrNPR2ak1azcoSRInJovmr2bxshNrdFofhpDYJ5gWz4ERGgFPzniCT6BVyXIETzMnMtzkRCO8yxhwTR8aeoyx7JnEO8WTlU6a0Rf5R3aQd9bhrWiSCPQlgc4b0sB91El+Evy8vEShjEIS+yBRsXnzJiclzrMNy2IxZcSFl717d+uoCzS9vT0O7seVpuxnSufOntWI9QFzj46OxETB0y6eUEDAhmEjqtbPwA/MIQQ12d5AsxBC9NdS46Bi/zcezTPsH9jBTQj0qcZ+SZpGvHK/auYFF2maMz9kmrNOrtj3mbUfE5JUWT4veBqem7PPl7MuSNJUXENzWsFBJ9fAxVwhBO+5EOFL3Zf7BBnQCjqGMA87eymZv/DF6Ffz/ihisK+q9RH32EOneYJ9JuaJpUuXR125wolQ+hw4cECtlol1Lgzih9AYM2pdyf4Khh/ejuvYN4Rmc15zATrcScFClsnSrLHhEVXts8zaR+F60vzLC2bwEbYZuqBXmYeiec32Z6mT2Pg/8ASNvdHoI3+Anz361L7beHxh7gn7fyS4oS2BNbDRh6IaATVrwZckTViHZwTh8B77p7GvEILg04plNctyEdfIBnDF9f2cI9eMKZuurMXc4DtnXcjc/AJJnb9W2jcE/+wZWHjZjuQ2cNCH/YM/2qsucnGPRA7jwP9aJ/R4SXa1Eyf89OhCJ3faF3Rqo+WgpbXFsl9V1XjLbMPQacAmw5nl88Le1Kxd0R1l827Z+8KXpIHTCftGs6YbPMgc9OM8BPi6Zrs6KfBNQ3bZG/vA1z998oSOHT6sKSfVdr/wvMaHhtXr4sfZU6d0/4/u0Q9/8K/xBY9du3ZbL87ZTrVGnmJsznYEmj36yIO654ffdzHN84yP6pU9u/Tdb/2zvv4PXxXfciWJhE5gT93d3Zb30/rpT3/qwur+mDgBn1OTU7rissudtP19/eqv/rLe+ta3OOm7NCYP4dlrnUx8d3zp5S5ddvmV2m5dfu31b1LZ8khM0e+iRU/PGSdte/Too4/ovvvudaH2ec1YF8MDiXFbNZ2nvU704y2v8AD6qN/6G7xPO2FWcmIeniQxSdKyaJ0NvsAdcpZZJtDLSZpEPcE9/Bzuz/tyTZHfgJkxhcK8rCPnz7sQAm9c4yTuOhfsctZJ8AV6Y3hkRPB32XAFyzK0RbfPOA4jFpu0Pz7hwnaSplrs2ObmW27WNcYJOhh4eOF0vWOdlStXGAdnTaM2wXvY1IqTFlk+b7ia1WHZ7jINVliXhyTVEsvpBbZB+HB8C4+C7c4dO3TjjTfq/e9/v+6+++7oF8HD8Doywk+ggjf0LnZt2rES/A4vgitkj/ng9+tcBGVPiffEcWho0PZJTrTkNWSaNdlGwkf5XM7x6mpdeMH5uvGGG/Q+F36ZJ4Qg9BnFCNbCpuCjffgjH9Fv/+5/1K9+/vPaZvv5h//9v+t9P/c+bVy/QcedoHvkkZ+Jny7u7TnrwsZL8dtk4OFcb5/XHdGk49eZyRmd6zmnyYlppbmCqrVEfS6yluaqymUNOtc3qP7+IScgm7Vh4ya97/0f0F3veld88YiY+6Tj7kQh0q3nLDZrQksWL3Kx40pt2bpZK1YuV7flffOmjU7OFsWLjOjWJAnRvg26IDMxMRH9DOJMeIE4dLOTwRXLObKKzqZxji5f7ALXBherSObDm9xfuLAz2tLt27dp6dLFti95gdOa7V2oSRRY8+abJiePg+zFmsd5VrMeqboF25ZZ03BudlqJmZ+XnFL3R17hW3gIWnCs2vYAM/ClWaIkDW6J4FF0DvxaC9KUZWl8elwj48MaGrbNPttn/+o5/e3/+Dv9v3/033XkxHH1D/WrVCkp2CfdtGWj1m9ab/iX6lLH4n/wB38gCv/wMHKSGp5clhNylmV5Ld6wTrXmBo05vzXu/BZrZ9ZHSzpaNeW8wNe//Dfx2/PHTpxQz9leHTOtzri4m8s3Ks0Kylse8GHufNsduvzSi9Xfd1ZyTEYxDjxXLTPf/c53tGvXLpGraHKeDR7/+te/rn/8x/+l4ZExddjn4qVNvp27zwVZJTklbnOzZfNEv9BH8MXgyKhGJktS1qRqvlnHe/r1/N79eumVA/rGt76nb33vRzp66qwaXXCdtm/xknXtI488Hr+RyN7LphF4B+bUe8Su89PjY6OTSvxfzfT74z/+or74xS/qRz/+ob797X/RAw884CT1Kc04eVmwDmpra1fm48GDh11QGDefD7jY3Rf/luSr+/frZw89ZN/rqPF0QsftD4+Mjmt0YnT+Z9GbikJ28/ZlyqZXkqtp0eJ2lSv24b02fAWM7W2t5vFGHdh/UI8+8ljU7wOmBb9yl/faw0OjhqHReFukhuaiFDKNew/5rEEhJArey8DAsIsn19pfv0qMKdivZ94nn3hMp06f0Iz5amDgnG3SMccJpZh7gV6rVq3UW97yFv3ipz+jz3/u89Zdd2u1i2AUnYN5tq+vV0kSDF+D8nnT3/TsXLBQb731Vt34phu1znoDX3jhwsW2tDWlSWq5rKjo+D1JU9u9Ft16621e4zatW7NOISSqWr56e3oE31WcF2hxjPzkk8/qx/f8REddKN5/4Iieff55/dmf/bnwaQYHB2LBmV8Hue2O27RmzWo1ubCRpHnPJY2Yp/LGxc4dF2vC+aYGxzVGryrWR0eOHLY+e9689zW9tOt5nTh5NOJjyH4zX2A4dvy4C6M/dpH5n9TvAhffIByyLZ+ZKWnCNo84HVtRcN52kWOP9vZO8WIBBcgm07dUqkR9t3fPKy6eflN/+Id/GL/V/0u/9Kv65Kd+Xn//1X/QpO1PliuIb6KuWL4yxhpd1m9FF56mpic0V5lVc7HZcVFZp06dMf/1WH72ukB+1P7dce9pyvusKpfLCd+9YJ64woXhNzv/9uY332T8vtV6dr35c0Rne8+4n3Fsagza31Qur45FS9RoezzpOLJ/cET9w8OadN4xNc5mjaMhy9mLu3bp/vvv10Pm5+eee8583h/bIeche3vPCZyu37hB3S488jLb2vXrnLMc1333/0QvvPiikBdyl+RC0Vu8GIFdHh4cVt502rhug7bbXp5nHbzceLxw2zZh/wddUJ62r5GaVziesS9y4rh1j4/IDvkHfERarVYTtrLHtqnXxeJz53pFn3PWT/z6BI0vhvzoRz+MXwx5wn7xM08/E+VT/mAPsQlW7a/nciu2F+AVWcBWY3s/Yhv5hS98QZ/5zGf0PtvT9/7cz0V/6rLLLrO92BxjhQbb37x1Icc0zZnn50y/+TZr3MI/s85Ljpg3e40/YET/swfWnLTvOep4gv1wTZtxLo0GLqAxffDTe70/8DTk2Jl5hu13cWS/e/fudd73+diQFWiHn/HE449Hf2bE/hH+GrASA3GcNR+wXs52od1yWnReatY0eHn3bh21Tztq/mDM8Miw7dOM8LPHJ8Yib43bTy3bdgRXBij0jY4NOQ4ZFTagaDu5sLNDbY6NC9a3qY1o3rojS9G2cmGzJvzJzLRudg0iMz87eBS21BMoy6UunqbiW61l2yZ0Q7PnXLRooRbbfmO78bugIS+NLXXuqcVyU5Nlwza1vaNVzS2N5tW8CtYPWT4n5oVHaMRo7Iu9c8353NycQahZZnIx9sFeEzdkWabg/6BXCEGp95AzfGkuUZalyrtgnLmltuPcc1fr1UpscYzELVXsl7IW99I0jXI8ZdqzLteNzmFiD2rWialx1eb9gMuKcTxlvTE1PamR8TENm1d6z/Xp6LHjevXgIe19ZZ9e3PWSXnzpRftoe3XI94752elTp+MLJPttm07YhsNfnY6X0DfLli21zLXazyl4P8BizFnHV19r4IVWv+b4xmv2IH+SJInjc7lcPLKP+j2OtBCCOFZsg9krOKhY1pgjBGPWjeeMpYUQxIfn9XUZQ2NcCCHO9+/7SlUrevrT6EujP4259H/4ME8d/hBC5IF6/3lIPPdreGFuq1PzZVBieiemE7DTQpjvzdhginOPlprWHEPwmCRR/dyXCiGID2NoFftMtCpH1z3CCIoAABAASURBVIzSJFUhnylNkuiDJnJ/676q8QcsNcMl30vdL+cWfM59byLCmLM+Ym+sOT9/RTynyR/u87zekvb2dnGRGuiCjQvM737xHgoOochZIFCcVT+YM6C1kNgpaVDOgiyPmzOhy2ZiQ6BgBIXEYKevtWAES8LBNayi8Tzxc9ZEEbAmrQ4H9xPPQRPjQYA3DoFpISRqam4SSg0YczkjLE1Ffxrj39i4F4JRFRKDm1OS0He+hZAqvN4ShUDjHsfEeMgU8WKFn8tyAnaF4IJpLb5dPGsnZmauJFrJeIi4MLFInMGItLKDaAhQdXLMWzGtgiQaa6RKEmBKFEKITW/4QMSq906reP6ylQpCVfEaPAvh34/hfr0PR67px5QhBKXGE7hmT/lC3sosb6WWKWeBDsG0MoDMP2xDMDo2KoLosp1WCoX5Qk4oV3dTzUYgszLs6GjXRhv2bTbwGFAMbYuNivxByWLIMHYYI4wg9zBCrFGHLTGtgZG+GDr22uWA+9LLL9PNb71V73AAecedd+oSJztW+X6bHbHmYpv4NkVDc6sSOzNJrqDW9g6t7lqjHdsv0vU3vEnveOdd0am94oqrtGLFKjvRC7TIRcfudWvFG4zvfs97xN9oWGIDs2jhAq21g7N1yxbhoGy74AKtdsBPW75smVY6QbjQfRY4gFm+fJkW8XdUnTAF1jnTv+Q2W5rW9MykcTYugvbe3rN26k7qiIu6u3fvEg7mgYMH7Gz2OdDpscP/SAw8cL6OHT/qZNGseSFRzXwSQmKDmKnRjnd7a5uDYRs4O+A5049WMD/m3RITg2ucGBKb0FFByplXkzQRrb2zXe02zo2G1zpGFE7nzJO88TntYAdHa9qOwYwbifg5G8YkSV5P1oSQ2MGZjYoE/mEe1kP+GhsbXucpFBm0rdMY/oPm03YwGBdhk6LDxD3oPWIHlH4EkSEEhRDEmBE7L8DBOPiJsRg05oZXgK/Rzn7BOot7XKMLgIl79G+2M1K08wufMQ/XbXZ66MN9+rF2COF1GaDvjIN64OMZ84LnnB0AaM3+gJt+rMcR/q7Dmjc8zJ3l8xF/TYaBexXvO0lzGnCAMTA4pKaWFgfyFTvaA3amJ1SxjIc0VZKmERZ3F3PXG2uz7//9yD36cqQvz2XpnDM/Aj/7Bn/sPUlCpBV9QgjGtewUFO38FJQk8nUt6jrG+CrSmzlDCH6eiDVojAfnPAM3zA9OC7YH4BT9whzcm183sbNe8fzBx7LXa4y4gX40xnd0dMQCzaJFiwReWQOHj/vgPIQQnzdb7zOG+aEN59C02bzdWmzVAif3eRO2ualZ+Vwm7zIa0hZft7UUxc/v8sJHk3mnxbTJTBPWkj/A7YN5vWRZLEU44TmKMH195yI92B9rwx9zlpOqk6klF4jKLiBmWcF9qg5UpjVnPW1VGs/hFxpvQ8HbpVJJzMO+Key02wa3GDbwSb8BF9rZM7itehJggJ/BfQgh0iVJ0ojLnG1zmsup0XhpaGoUL/LknXQI5teCr7nPvSRNlTdvshZ0AcfAwN7hk1knCTjnPvhEvnkODKnHct7S0uwAaJG6urqVWS9VbNQLDU1SyGnW+x93sWPSSbGSea8WqoavpAyn2cyVM9zsn5eqsJHspWoHDjvJ/YptjGxTaBWPn/E8BPR1PNOfBqzcA9bE84YQTKtZB6EzKtsmJkkqYAZf8ieEEPGVeg+z1m8c2WPisZF+ljvmJfhiz5yzV2jRYhmFJ+g7OjoWaZYZh2Xr5xkHeqlx3712nVa7eNrhxMiyFSu1cfMWXXzxJfFlmQ9/+MNOzFzjIuoOXXGNjzsv0squtQ7IO1TNFZQVO6SsUSHNa4efXX7Fldp43iY1t7aaB8vWk/My02i9P+Ak68mTJ9XvQCCkidDn0Mlb1GqvWzBccjAEXhotC8BWKGTKstRwZ7Z/y2LBdX5fzRFn4BIcjFjXkqgjaCdZnBpXA06IwCfHnSShmAQ+T7rAcfDgwYjPxPiTP2maRTnh24RHjhx1QDgekxzBz1vb2mwnF1sGpnT0+DGNT4x7T3PK5TMtW7Fc/Bx/2UWyRssi82fGZ4f1QLPlEhjW2B6zTl1egJ379OUcWTEI0V4gVyPeR5+Lcsjrbge0XNMoUJEAJDDimmc/dTGFghkvTd1zzz3iWY8TU+CDufB/4ImSZRx+gy9YM4RgfBbiPoBl1jzFs6oNa9U2FV6GBvRlH+AQOJstnwShZSeSSw7wgoOJqmWElm/M2xbMmfsrKpVn7D9Mq2rZUkityRNVqjWVjCerAt+vRT0MTsANNAROcMg1+IC/wWUI87wPLOwry3JRj9OPFkIQe4B3MuMeuNkL8zE/PME9xuezvOAN8DtCcsD7TtPEuIemJb344vNOvu7WU0895aTXpNBrBKH0B5+peWoevyWBh0En8sFxzveDFOFoLRatPytOeo0Lm8qbx+wLnxJ4oPtDTlJ985vf9DpP6hmvRcKibH3a56SQLMtLbD94SxmaUSSWMejp47/EPJnP5+M5z/F14JVHH3000r/Z8n65E+n4sbxMwNrghr00OOlDYf5xJ1fgJ2gKbpbZN+zq6oo0YWL2CS5DCJY9fOu8WDPL5aJdCyEImnFN32bzOjgHHsYhg+MO+tE9i+LftmqK/EbxFP8R3gUPfEvuzU4C4vMhJ8DY3d0dk1TATsKEBAR4Y15oyhpcj42Pq5oYDuvfWevakvWmuSrem5qZVt6JCdiv4piO+xyR5yRNROM8tX0B/iRN477yxivX7K1iOgCj/GEf+PQkq9Al8AN67Pvf/35Mvp60ftn94gsacqJ3uG9AZdshjnO2JSSMutd0Rd649JJLnVAuRjzv2rVHDz30sH74wx/p8ccec0GqRyXDfcS+9c8evF/f++6/mJ4vq1ad0/DwgA4e3O/k94mY5Pz2t78dv91DUokYgETf7//+7+szv/hpUXgr5G3DbbvxPbq6u6LOHHSiErrwC0ttbR2e+4Duufc+3XPPT7Rr917NGGZ++WZgYFDgd844ha+OuajGXsE9eDTphS/f4DXQFfDWWgqQTgif5+LXpvO3qttFb3TjtOc87kLzGRfJzjrZiV2FVsdcBNpt3QYtR0ZG1Gu+xz+Ah+asq2hGu3VGVQ22AwXr1qpvcCSBS7yDXu50YqjR/oEMVAghxtLwNPoLeYWO8FYIQcyNHuvo6HTytE912vJLBg8++KD5PIs/RzrrWEIKQn48zLphwrZgRrz4g34919fv8ef0yiuv6vkXntc+F/3HnRBraWm1fVqhrVu3Rnt559vfHq8Tyys6hF/uOXn6VCzOYvMuvvhi8QzZ4XrhwkXx5Z//y4nbX//1X9dnP/tZfeITH482GFmgMEuh9v0uzv7fv/Wbeuedd2iLC4xvu/1Wveuud+g977pLP/+pT+qmG9+kFuvptrai8JNo8AlyTtzHS+fs7frrr9d5m2ynrS+g04ALtD998AHHd8/ozOnT4qXirbbjK5Yu1cplSzzvNfrUJz+i/+vXP6ff+M0v6L+78HrLrW9V9/q1Wr/hPOM3RDxRhKAIMO5CxqBjhMOHj8T44NVXD+ov/+rL+vUv/N/6zd/6bf3VX/6NHrz/QRWsU8ZczNi960V96CMf1Od+43P61C/9iq68/iZtueAiLV++SvyqEC97IAPwysFDBwXfEM/X7C+QcKzyM58uRhw/fizGrRvMkxdddFHUO/P8PCfkAX6QP9iFmo0R99A9q1evtmy2RD5A3tPUNivmKuasksveX8XHinV7WcgCDZ1dMb+mZpRm61ZeDKY12TeYs/zks0weGG1F/Zi4b9W6iiO6Gb0GD8Cb2CjGAdvMzJRGRoc05/mBf7ZUdiK7TS3t7ZqyrRgzz9GGxkY0ODKowdFB7dr7kp579lnteeVlYQ8++alP6a//+q9EkY+XVrB9A+Zf5K7iHBiJtny+QQ35Ru87r7z9r47OBRoeGRfF00br9YqT9fzU9JFj+/TsC09pxPmUARd2B4bHdeB4r37wk4f1X/7kL+ILHTMuOJUs8+gEcAvf33XXXVGfDNhWshf2ip5F/i697AoXs047nnQsabu5wP7nhPeV2h+jD7a0WGxRkqY6ceaM+WvW55mSXGY9n5tv9tsrSaqRiUlljU1eq2I6tmnzpvO11IWaxHONOPnc6Gcz1q9zJOaN/yzLqbmpxWSpCf4/ZdkkPiqVZrXMPI+9TpJEI/YTsEPFYlt8geVc/7BGxycNR6rFS5ZqanpW3/3ud/XCS7vtN29Wm/EX0pzK5q1qkLqcy9m+fYfwo3/v935P73nPu82TDfYxJ9XT0+v1g6rue/DAISGjJdP2qaee0d/93Vf0rX/+Z/3dl7+sP/3jP9KX//rP9dDP7tXU5LCuuHSntl+wWR3FJm3euF6XXrpDb7vzVvETugcPHdYxF6AoYpUdj3Q6Z9LgWKo0N6O50ozXHdWQeQV9O2K5GzZ9h2xfhp0re8VJ+a997R/11b//B+d0vqdzvX3OMV2jd7z9HSJ3lChRPst7zzOWg0q0mXPmT+BO0jT648jlrOMKCvjEVVk+L/T2mPXBj358n/7iL/7KNuynOu7kPoW0btuNhsaCZWpS+XzO89YUTNOpqZImJqedezptOHp9PmXYx6zjG913Ss88+7T1x30uuPdp29aNuvjSy+xzzursuX7Bn/wd3zbvPbV+Wea81yrbwQnz52esW/7wD/+bfs/28gvWY7/0y7+k//DRj+q973uvLndRkhcF7rvvfv35n/+lKB6WnRudNU/395+1zZA2bzlPxCblcs3wNpjfyvrZAw/pK1/5B33ta18zjR7SAdNyxDmhWfuXxGM7duxQpVbRI4884n5f1a5de20/9osXKLFRE5PjamsvKiRVlUynkEjTphV72HHRpXr/Bz6iHdsv0wUXbLeNuNq6+GZt2rQlysND9iX5kx/k5yYtO5s3b9Yv/dIv6e673x9xU7YOa3c+Yco0qSooy+eVKzSqaudoYmpGY1OzGnebsW+OD1XC/39tb7ks04z3PmOeLDhHJtO4zz7Ofuvf3Xtf1hNPPq1HHn1Mr+4/YB9lRK++ut/nr6pgXbhh40Zde9116nJcWTPflD0vPPeYfZ1/Nl9jd4nPZl00nDZdltrn3e585RWXXqodF16otd3dWuNC/hofi44lz5w9qxtcsP+FT39GH/vYJ4T9WrZ8uWT9nxquNM0pdStaj9CWLFmsZS4YQT/0KfZoxjh42rL1l1/6K+tF258HfyZe6Jn0+vgLxIiHXUCkCIy9AUZkm5cqOMcPomjZ4+Ku7JPz0hUvj/PyFDaVb+/C99gSdAaFPlpXV5fWr18f2zL72sSHBeeZ0JEl43bOMhRCsC6oRb961nwDroadZ4OmxBHnXiuizrk/egn7w7PjJ4674H7SuqQnxixl+33MyTNkmj0dt6z12scqR72XifH0Y92c5QPbs9j+B35Do/PpRfsPs9aV4yPDytJEXC82WlMeAAAQAElEQVS3TuxeuVrLlizRGu8H/djW2qI0qVlmyzbBc+JblbE5NsxZdzbbd2sz7VpsRxrME9CpYn5kblrFspVLguWpQR2eq9M+C78YlfearFvIZ2ryuEbzLHDlc7kYU+GXsh9sCjaGhm3DL2fvBdsxfJ6lhnke13nDGVRx3Dr9Wm5boaoZFyennaOJPO79zprXgU/+ACt6DTxDC/qAr4pxWG88T7zPnOWE/jXzRNXxRsWNvowFHhr45shY6B5CsD4uGa4k6tEm+7Hw6rjjmmnnmtkDOIM+zF1sLaq9o13Npk2jZREdVLBfnKSpZbkmaFutSUlIo17iCF8DRwhBaZLK4IlvNCIPwJKExHY/UwhBPAyBo0/979/O/MT2CZhp7Ll+5NxdBQ5Sw0HjXJofHUIQ9/KmX71lxhXryh/Gg496A1Ya1zwDZ5yzXgjh9XVCmJ9fr33oWzFflWnm/4ppxBge1xzHcU6fNzb60OgDzDTO6fvGpjesVb8f5P983/8UrKuDZaDmzEfVPmjVer5mnaRgYgQpuMmNteVPCEEhzDcpiE/N+OU58NSPnNPwWYg9yU1NTkwIfQle2JcZWlXvF51Qsh7FH61576mByiWp8O/Ad8H4b7H/0+z8MTnjvGkQ+cGL44uSv5q1zoHvEpgWhyRJU6XuiLNV84RVgM7yqvp82op01gZDPg9JEhmQMZ5PIJJF64zLNS2ERCGE2OhXbyGEyCSMyRtQnFDOU6/POP1vH5DFrRCCeE5jrVxmIfeYEFgjiXPG+7nMhvvfWpLkPC7n55mPqaQg/bum+AkhKHhvIU2UuIU0lQd5/0F8u7SMkBvZHGkIfeU1ZgNGWtUSWW+KaySSEoWQxGOSpJ4yJ+BMbbxSrxGbFZ0Xd5954at6XpgBwiMgKAqO9YYw03hOo2+9eYY4TwjBR5rvmDd9YbpVVfY+yt5HhN/JlIq1RM19Q5oo5NhzoloSlGSJHeVpzdmprLlPls+i8kiSxMe8FVOzWq3sm+xU5/I5wUcoaIwQCgcDW1duwM24nPeZz+eFsgNfGDoMLwqesTA+4+iPIsfAErResO1CXXbl1XYwbtCbb36r7nzHXfr4Jz6lz/7yr+oXPv1Zvfe9d+ud73qP3vnOd+ntd75TN7/lLXrTTW8WTlOnHfSWlhY1WIk2tzQLxdq5cKGLWc1WnJnSRKoZJ5OTE3ag+m1Yz6jnzGn1u3gyYieZpP701GQMMkdHR4RBmbIhYZ/AO2SHmv0CP0ZqyIH1xMSYHaRBnTlzSkePHI6JnON20g8fPqTnnntOTz39lJOPL2rfK6+Iv2FQx9PU1FQ0eMw3zttwkhLjG4Pa3tamdgeDODutba0R9zkHNdBGQQppMG3LamxutHPZpkYbmCRNNO4ENjzW5vENjY2R95Bd7k3agZy28ama36AJjgFGKIQQacT9EIKqxk/ZDh08Bt0S35OVGH3zTgzlTVPmy6w/4MuRkRFBxyQJkS9GHZCxR+jKePowN/zAOHiHa/mTJEncc9mKjvtvhI++XDNHs50M+nL0MDE38zV6j8ATgpHiB+CLcTwDXualbwhB3Jc/rMOc7J9+7COEIJQkfd0l4o1n9IVOYzbcyE3ejh2wlwxvZkckNY8n1kGJcTHuhGDZOiFn/MjzBctXvpBX4iNzzlgJD8IvpgMwsy7rzTgpBTysX98vPEwDZtZj7/ThnLm4D3z1VnHAT58Q5mkJHuD/puYGVW24WC+fzywD+VgMmbZjVLM+yBcygxpMgxCP8oc1aqY3Y5jHtyLuwGfmfbI2z8AfPBrCv40NIVhfsI7nVYh4rM8HrdhTwXjjnHmZr9MBDLqFe+yBPcEzPGtubonwct9qyTNK05abYDzzLe3RoaF4j+Jd3rAtcHGmgfndgLfRDmazHVWOyBVyscDrAQP7YJ+sJ08+/ZpssBZFXvqyz4XWHy1NLapWamLOJCSRz9nXjA0z/A68zEVjPsbxjONxJ5B565EAkeQ8+g+eYj0CuwnzA3tF3lh70vubsbPaZP1FQ1cX7Ty3trcpWMbgKQKPZssEe2Bcah4DtjoOuc8583K/WGy1zJTjTxGRsNi2bbv4aS7mYX8EMAQ673znXfrIRz5qnftOvenNb9WN1r/X3niLrrvxLdqy7SKt23yh2pcsV0JRNc1UaGxWxbzCntuNe4JD6Mr64KlmXVNxwDDjhBdBQc26hYJKZnirlqGKEzK8iZlLPMoOPPLAfnwVeQ580LhHY14a59PGPfItc0AIQXzK1ltlF7oaDdekEwzNzUWFkDqIqVnHNViN1YRDhC4smEeYG7ljTmhH2+jg9v0OsG9+yy36wAc/7KTmF/Rrn/+8fuVXf02f+oWf15VXXxX/xntzsahlK1cIPUBhkeCRn4t5/oUX9MKLL+mAkzXDo+NqMAxLV3Wp0NSq4oJF6ly8RPz00pwL0qw76j5plld7W7ta2prVsdCBQFuLJswHS11gqTiQb3VQX7J+aXMRHpjRtwSNZeOQfVPMZy5ksmqc85xr6N9kHQmP9rnwSDBFoptgftQFYwLnsuGAfvDLagd/BLGg85yT+iUHr4OWsXE7p1PGd7RVTvYMDo0IGVm7foPyLv422+bOWL+NWPfDry3FFjUb1sz6DziQBXBbtC2b58eiCOKgN/BCT2wstoSgFts6NTUVg16eEbQjMxTokDVoxn3gwafo7++PfY8dO6YRB7bNlg0S4ksdJIYQFEIQSVLscdF0Q28h3yGE6NvAC8zX4nHgELwlfla1XuUZPFsxrrM0p6IdbT8y2muiSFbIMmWpecy4yuf83HPUzIc8S5Kginm+1ftmn9COxpzgO0lSgXvWqx+TJInwcqzfh87gjzmwrVzTwB944Uj/1HDQmBu7zzNwX39WH4PuoR98Ql/uwyP0QzbmnOAuW26zLLXMVFW1bJIYmbB/IevKvG0ceOSXNhjLT7TxLTiSKYxnTZIr3/rWt0yPESf3xkUxmwIh/aDZsaPHBE82OIG5csVKpUlq/+moZqdnjNdMBERt1lubNp6nhnzBvlqP0J+8OU+x7pyTJsDL+jnvO4SgsvE+ZzqAt3n8J+IcfGMHli9fprfYX/z0pz+tO26/3QnQqyIfww/0K5vG4Li1tU233nqrrnDS8LzzNmqx5RD8hxCi7mdd5uSe/GEMrWR9xjEkiXVO5d/srWUHn5EEFMU6+LPTviq6hrXhfYq38Her/ezLXeS97LLLdJGLHHyDLPX+6uOgHetzZK/IAnTmSIOPuQ8/le37p8ZdTcG+fUVpLov0mDWOgBM4QggRVq7ZTwhBNdtX5uGet+d/wTxQFeumloGqnyOHVv1KDduc48XDR47oARfbUsvAJr4Ba/sFPh544H69+MJzOnf2tHqcqBq1/piyrig5mCbWykx/5KOhqUlFB7KzU+M64oLo8ECvmgo5LV20QKuXLxe2/RMf+7h2bNtpODKpljp5PKBcWnDC9YB6zw3YDx+1fq9q85YtuviSS4VN+vgnPuEE+p264sorRQGk5t10OHmMnkrTJP5ZjieffFLQodP3sYUrlq/QmJO8+/ft0949u+zbn9Z1112jT//CL+hDH/qwLrvscmVJTjXzW/CEky6cPOuk9b5X9mpwoF/oIWhadiz98u49OnzgYMQxOEX/eYjGHVcgJ8gz99FXqXHJOXxIi3HRmjXRv4am0Au679mzR/ADY3npJTHO0dWR76z/+VbGWcsHf0+Nt/Mz2zoSvc3FFtujJrV5n6ucNG9zkbVj4QI1mlY56+rEMYaMk1HLOYUmEtXNTk71Oj5asHiRkHf0BXyC3wCPcd5iXQ+8Va9N4uqQbR97WWm7t9M8vO3CHVq7dr06OxYIuWHf6G6O8Cx9wQs0oBC6atUq0zhxHDbk4vjBeKQ/9gGdxbhDTlSPO1Yjfp213IZcKmCnle3bcqTwA44K3lur97HcSeMWx0zNTQVNjY9qoK/X3FC1bzQX5RqeBgYKqby8gAx2GU+L7AMOO86bdXy8YtVKYbtkmUqTVAXrwor531pbp04d0bPPPKlnnnrMMPdpgfF78vRJVa0zr7z6Wr31jrfpwu3btcyJ4muvvdaJ/Lvjt92wpUucfGVf7A/9SmwZQqLe3nNuvfrTP/kTfe9734tjOzvbtXLVCrV2LNTY1JyeeXG3vv2DH+lxJ+2feOYZnT7bq2piiAzbhGVtznas0b70rPmVb8g1FYtq72jX0qVLon8tQ4jN7javdXV3i59y7PYxtayjF+E79Dq05hhCiOOK5idwVigUoq4D7sTrwsOMw5byTP4wNviY8/MWy3qL/ZLU+GtsKChnB7BmfVC1nSm5OFIwvSpO+GVZTqllIhh/VcMOv83aN/bygk5TLgr39fd5fOp+QQ0x7m8RRftclpeSRLlCwbFyJdqBzDFQxfHQhBPFy1Ys1wc//CF97vOfE4WiD3/4w3rLLbfo2muu0YZ16+P++FWEsy6YP/f0c7rnh/fosUcf1+5dL7uQU1EuX3DR9AX19A0IvJZqQTsuvdyytVCp8S4F8eKy/Cm22B9yjF6yffiXe+/Vqy5IHj/da/01pLHRKR0+clxfcWHuG9/8pguQYxpwEc/DYlHh4x//eHzJ46VdL0UehZ9Hx8YUQuKCXeZ9J6/p5qB8IbOtzFRxIXTM+YsJ+tn/yFs2moyb1HicHB/TmIsPM/Yv97rQ88ADD+qwC/m33Xabfvd3f9c5lze5yNoi6Jj3PirmnXmaJ/ZlykpNkwYnqg8cPqh7fnKf9rz8sgtz5+ILljPWd7wUctDzPf/iLjlkUrHYrmn7rkXbtU7b0Qu2X+jczvX69Gc+q9/xep/5pc96zkz7Xt2nf/3Bv8ZC21e/+lV95zvfibZq+bLlyvINMQcyNTnrvM2Q95xzgn82Htva2s0LHfF5i/Hc2NCk9dY1TU0NevrpJ9XX36sWy3s+V1NSK+nUiaOamBxTa3u7fe1F9k0mTYMxgY+GQl6NDY3Cl03SNPLToqULtWz5Esv8QuXzORXgJ+sb8EJO6Nix43rssSdd0P22nnriCfHt0WWGeev5FxiuTjUYHvri52S2vy0tRfHrMgODQyrbPj/8s4djfmhsbMI2ouoi8LTwhz78of+gu9757rjevldf1QLroJZik3rOnjIOBkR8k6Q5dfr+ylWrtdRrLlu+UhS4F7ngM205mauUdP0N1+hXfu2Xdccdt2rK9Dl67KSqIXMx75CefuZZvfjSLpVKc5p2f17embBObTGt9ry8VzNzFQXD3On5tmzdah2+1rqybNsz5BhmSnzhgEIZOJm1npmxXB048KqLpK+KFxxqSVDefL/UcdJS+16TjgOXG5e333a7Nm7YaJju0Ec+8pH4k7Jr163VhHUsdhO7xzdSFy1aqg0bNoj4puyCUqGQs05tU9UJ+Syf2m41qnttt9od0z/y6BPWjz/Www8/pgP7D6qvr9/zTVlGGtTe1qHHHn0yvpjyk/t+avt8wjb955pmPgAAEABJREFUjPs+LPxR+LvPMcQC77Pd/DQ2OmwemIl5tYLlphYS2eUxjuaMk7LIAzU1tzhea9Mi621+VjpJMzUV2yLPAy85oiTJlDkHkZlnGs2b7R2dWtm1Wont9ahjqhHboFHnlrDHG847T3e87Q69733v16/9mmPNT31Ky2wnKH4h8+jgEIJxvlAUgru6utS1erV2ugDNi0Ef//hH9flf/7ze8e53anxmQhu2bNRdP/du3fWe9+pT+C2O67c5t7rKNrnTcKRJTthr8I3fCc+n5nlZj1FICiHE2ChNbFdrMh82CNx02oYvXrxUWS4feZVCb+/Zczpqfx4/6v6f3K8f//ie+JLKSy+9GF86+ulP79e99/5YyOOrr76iY0ePaMw+U8HyRoy20TE3fhc+RZNtQ7FYFLYJ33eV7W0LuGtvV1dXt9atWyfur7GtYhz8sWr1KuuZoojpwBP7gqb4C8QJx48fEwVe4kj2ii/e53i4HmvSD9vLmGnngUrmZezwKPGs8dDutfHL5+w38+1/eAWaULCp2eepWI7JH/NnYYKMK+tNfllnzDF2n+33kUNHda633zpmRomC9VGzit5TQ6FB6OXOjjYtpajteJW/tVywjk0tO6nXDnaya56f+HPOcM25SIyscZ2ZjxrNn83WWfUxrM8e6Fcit2j4gJO98FICL+f12g9nv0mSRBqDs9S0Zx/wAb4c9ppGv2KxxXA2KU0S787eAjC5zTlOhI6jtjXEIDMutJZs45iHsRyZi8ZA7pWNQ3DLS/bc4xkNmslzlrw/4J+eno45WfY6OTFpPT1unTepaa8Bz46aNhP2U+mLHqYxT5P9ioXWBytt32lL7bd2OH/Wbp5qbW6Jf+ogl6Tm/Yr1Xkmp912wfALb3OycZo2zGcegs867zLhNT0yJn16u2Q6CW/rhq5g0An/BdAItIQQl8TzxMXVLFAIj9PonhBDvxXE+pz8PQ5i/H4I9HeMAXIA7cgecz69pIaSzG+OBm2MI4fW1uK7flz+MZR7wQuO6Js8T/PAN/0IIStJUjKfJH/oyhsZ5HYb6OcfYDC/P4rl5rX60kjaOq7HxvGafvP6MI9f1Jp7Z/6vYv67aP1OoisZLgAbNOJM/htv/r/+rvWFd+JDaBzECDTmGb+G1qmVnfr2akCW9No4jL/jNOjaPDbk37eE3ZAs0pSFRmiRKDESaJI41UzVkeTVZ3hIMY0hzoskda5KSNGVeJ4srghA5CyiL+5GyLIv3ALxOFJ6FEHj8hsZM8jw1hRBebxCm3pibxnUIIY4NIcS+3ONZ3koIxm6wAWq0UNA4516a5ZXYAKSGn+N8Sz0+8Vwhtvo8qZ3HnBVS4iMt9XnKXvLej1vwfSUe4/WrxlrVCGZf7LFioeG8auvp22YGudXs6NRUdqK2Yg/RPOO9ekkFhZAouLF2CIGbnlGxMW/FncsmKMEuCWCEv2QlBJPSWJMjreq+1bhuLc4TQhB4YW5aCPPzS8H/JUqSnGlUUN7OZpYvKEnzfpTKW3AAIVVtGHEEah4XYYFpzeW14G5mjkDzM8YXrNgz4zi1U5DzPLk0J/BeYN4kFYFBvx2OozaaR48eFYWA0w40MFYoNxQkewjBk0t2uuY8ZtoOzYSdr0EdP35cfGME54Vk2mhUwJPqdzDU339OJOtOnjphx7zXztOcOhYs1KrV3VqxsstF0XbjO3hfVRWLrVrQuVA4MIXGJgXjgKQwDYUOfssObit2eHHASnYSa953QyETP4UwaYcNh/fMyRMaHhjQiAOLARvWHhdVT586GYuhzz//gr7//e/ru9/5rh566GHDftLGf0Kl2bJmrXBJHkHTeVpVTWsH5Hb2Jl2kpc3YaRx24fXEieMOVA5rxgYAx6izg31U7Qz3a3CoX2U7u/l8qqqDSP9PhYa8ZmyMMBiFxoLSzHj32CnPF8yvqfkWBZuYbqnllqNRbdzM8wsKBGUCT+X8HHrQQgjKzP8oijkbM8Yg58xBq5rvQggGoRoNDPOGEBTC/L16/4KNDjLJWPpwH7pPuiCUJKmDh3bxDDqwVghBiWGlpYYHQ0l/1qOFEJTP52OTP8AfnRQ7Db70vhThDiHEwvOoDSh7ozEXe2NuKUReY42ahZYjjXP4AZxwTl+uZ80TIQTRB74GfmCuz5f3PpEXsEqxKLVOrLl/Y0uzlixfHgObvHVUzrDXggROCk4KTJj+jGMNnDX2wvms91N+LRmAY1i0YQ8hmC9mIs6BDbrU4eAaXIMb9sozcMNcnMv7BXb5w3Vi3qA/DbzyDKcUmnNO8Mg3qfOFnGRDleVzKjngxvGRuXfOPEE/8ANe63Bwn/W5zx6bXSgAJvrmzIvzx1ykH33oL3/ok6RJxK8vLTOz8Zx9J8n8ffR6CEEhhEhj7kPwNgdyHGvVmmpWZGlIVMjylt2gNEl99LXpg6PZaaepkGUenxf8XjA9mCeE+TnTNI2w5X0/Mw3BDQ4sjjGONzgCJmApW1/QL4Qg5oAG0I3jnGU7hBB5u+C1wQ9wVgzfrANUeIg26QLerPWDlKhsW4FOAobBwcHoDIIfaAhvjIyMaMQNHgHHwNBox7jJODZSPL4ceZr1gDGEIOaCT4F9gZPxIQR3DRG/ZfMX+psXXlpaWtXa2m5d2eYxmRN7w07InbMOG499syznxGa7mrxeo/kYvEHbLVu2avnK1dqy9UJddsXVWrt+o7J8owP2xTpv81afFzyuU/lcpkY7FOB/wYIFWuKAEtjAL0mT5mJROeOcBFgaZAe2QR0uKBW9t7z5xkyvmpM8fqRg/vOFcS55O4Y3jQ0ahBDctRrxHgK96RNsiyvRvoSQqsnFrYptckfHAtO6oFEnkJDbrJAXson85r3POdvgRvsUVdsCaMB+uQb3rAWdofeMHaoOJ5u7167R0hXLRAGwrcN6zfNRhFjv4gp/fyu1DJ11wbFvsF9Dw8Mx6Xv6zBkDmGh4dEQHDx3SCy/s0pDtCzQdNQ+MDAw5UTaikyMDGpwZ11R1VpVQUqU2q5b2RgHDsOeC3ry122kaZ+ZvYMzlchodGXPBYNhF8Q7b5gbBMzOvOYPsBd3CXuBj9oIs11tdB0InAlAKNX1OOJw4cSLictful7TfiZCXnUSBJ0kYL3CivWoeb3SA6405udAsEq7Iz1IXHKA9dg24t7iAcf7556upuUUkGBYuXhgLVVXLMQlk3mYnAAa+Js/HGuyVBoz4EtCFQI9jdIRtlzjHZrB/xoEP5G/IRV72xD65zzhkY8qJO+4TNDMnz/mGbb3/tJOINfMAgdiM7arsD5Xtj+Wz1IWYstA3wXuuWZ7y1h/8bGHwHhrzBRf6pp1AmPQQO/ua/0CDzDQCxpptD/uDXiEE66XMdCpEWeZZ1fsBHp6zH8bRmIn70BJccB1CELQKIUS+YDzX9XHsmXPu1+cFV2XrsRBCTHZxDl+wHjhD/zAGmOUP/dFN3JPFi/l9O/ID5+AU+nCPa+apOMmdz2fqdpHh1KlTUZ9s377dycbFsdhS572K5Y2i0st79mqvC0pz1pOrXDRtMB5bnVBsNg/08HfynVSccwBdM26WO3mUWTft3rVLu5zk4ye4SIAAI7CTROHbZ+9617sEvwETsIPzNEkETuK56SbjoL5n4M9MoyQknEadAl4oYkxFfqhFXQs+wGeaJjpk+UVHtLd3qK29TfRHFydehz7QKYSgxA18zj9LI6367SePWLezPt/eZS5khfW6nAQDZorLTz71tF70XsecWNt50cX2d7vUb3xkxlHZPFg23w0Oj1g/KLaSeXLaeJx0sE+BhCPFyZmYDC0psV6ete/LM6tEebjhM1+XKjb7iaacGCg2F5UPOSUVac7zTAyPOvlejraWohCDGmzjsjQnkg7Y4EQh6tYkSW1DxgS/5bwWOJhwoqNiWq9Zv17XXH99TMTzc3Xs78EHH3CccNj9KxocGBSwz9qWkkCsmt8aWppjcvF8J9hXrF6pfhe3Gj1vZXZak+MjlkXLmYProJomxsa1cvlqrVzRrfXrNqlUqurcuSHPnerNN71V73nv3S5I/C/97d/9T73t7e+w7VqvnRdfYukO4lcELrrkUtuwzVrpBGTn4sXi52tJYm678ELdesftgmYz9rVnrBN6Tp7Uy6bL0UP71Xf2jIb6evToIz/TERcQXnrhJQ0NjETbmihRTlLOPtWE/f0jhw44VjiiBUsWqLGlKfr+JAn5VkZSk5P5UsH7m3CSrc10AI/guWidOWe6Ntqmrunu9qxB3rJqJiB8D37R7TnbANqmTZscQwxEmEkSIockyg7s3y9kziAJXcy3IniBhG+5IEuc0/oc74QQTNM8XeMRnV603Ybnl9vHZbzchwLe0y7QEe8R681ZV6JLG21L0S8j5vORkeFoi7AF8Hi3E+MdHZ1Rj8zYH5qzf3m6p0cVrwYP4C90dnaadtWo41hvv2EnLgR+1oIeyA7fdOno6DCtz8UXMpAz1u42ntrb25W3XIPHuu5EntH/tHaPoxXsm1et85MkievRP+dxyCQymlpfgF/kmiMwPP/883G9imUuyXJa071G68zj2DJoKuv6MccjZesudEBTPq9FnW3afN46LV22RLks0dDIoNadt17bL77I8lvTiAtZLcUW805R+Ayzjguww+gyksq8wHGLC3of+MDdoojG+dXXXOXi/WW6+uprhO7buHGDE9TP6cEHf6b77/+J9lpPrnSReMe2C7TCR5Kxq11ovfmmm3TN1Vdp+4XbteWC88UeVllnF6x3WxxDK0mdfO4w7Qs6fbpHx0+d1r6DB3TOMXGfZXXQfsu4ZW5sdFwdLka0mEehe2rdEJIk0q5gfl2waKFazDfQBd3fYH8S+pBw37nzIi1ftkI565Imx+r5XCb8CZmv05D4fhp1Nv2LngN6wIdl80ujfbacfcWq/USEoZDPJOsZEsetzc1aav9ikwsybcZna0uz2tvalLn/nOMaYECXw3dz5lfoXZOHW6hyWaY52zB47fHHH9e//vCHLii9qBOW+Tmvy1jkZrsLD9e4sHrjm27U29/2dn3w7g/qtltvj/hcvmJ1/HZf5+JlajAu52R59byHXFibKZVdBFllm9HhwseiyG+VckmN5sGGfKaiC5FNjvOr1TnbzumY9wBWZOCqK6/SLTffrDe/+Wat2bhWY9Pj+pcffkcPPPYT9Q6e0dHjR7Rv98vqO9Gjs17r4Ct7XDTq0+kzp3Rg/6t6Zd/LLhKd1IyTzA0UqL1ub88p9fee1ujQORXSqhrToLmpMTUbhmYXuha6gHSut0//8ytf0Z/+6Z/q8SeeFPAg25O2Sy3NRXWt7vZeOtXonAQJzpoTn+h+ZGzO/A8fN1ofrHDRbJF164KFi5WY5sH4rlnqKfp88pOf0Kc//Qu67NJL1bmgUyQ/Xza897i4PDA0ENfkl4SazJ89Z86KIk2L/QTsZYd1SYtjmlHzokJivM3G/mXHWNO2YX3n+pxnmlgkcqgAABAASURBVBS8OmX/b//+A46tS2L8mu61Ot+Fzba21ojrE87JjFkO8SU2nbdZx5zL6vP+0cOJ5y4W27Xlwos0bYZZbz1Lge3goSM65H5jtnXTlln2jX9JUXTQ9nrCdjW1DoHO0y5GLnMif936DUJXl2ybW8yjWZrZNhwXugXf9+ab36zPf/7z+tznPq93vfvdhndGT9sfOHnylL79L9/Rb/zGbzgH9T2N2ed/4snHXPzcZ1laonbHIuyLgqdCcOHqx3rsscfNA6d14NBB9fSe1aQTw/AyuEH3796zSzt2btc73vkenb9tp7ZuuUDkz6zCTIdJ29I5S0fQqlWrlOZymrMv9tQzz6mhqahCvlFJ4nuWjZJpXbCeS9PEvNBg2W1Wu3XwkiWLtHTp4khX+AYck6BetnSZ1WRFs7apjU0N6nRcddLxxvw3m0s6dfK47fx4LJIcNo537doj7GDFRdzU+Jx1LJZZZ0wZpwMD59xvXK3tLbr0soucg+m0OqjYZ68oKGdbe1wHDhxVX++A7fQRvfTibu3axa+nPG28WyY8F/jYt+9Vjdn+XrTz4viy3M6dxocLxX2OhfgTYc3NjYZhOsKcWZ/wN0z5kkfVwWTFPtmM7Vm/4zi+kT40MGy71G8Z7NeI6XTCexu1zmw3vy5fsUrNxaLmbD/GzB8jXrNk33ymNKcp82zZOG6yHutet0Y7Dcv2HTvU3dUt4i58VWSwsbFBDQ0NMXcwMjJim98f85Mnrau4Rh/jn5ftU4Gvfa/u0649e3Sv7cLv/ef/pL/58pf1qnX6jOm2fuN5uuLqa7TUcVuSy8WYJLEeX+wYL5ekUXdO2Rcm99hoWV5tXsDOLbcvkDfN8cFP2d8/7jxuj+PcDtvW6667Tu9978/FovibbniTrrj8SvEz/vgBTU2NyrKckIE0TZS37pP1wbhlb2ho0HJwVEeOHtYe8+ZDDz2on/3sAdPrRe/vmE45D8seT1hWyRmDC/wSxrPnPvsvvS4IjrsQjW+UeB/A2GmY4GHamjVrtcnyu87FV87Xdq/TooVLbCc61NjQrCSk5qepGE8TJ7Ie8zI/62EzLBSatbwjS+wDXGxxjmSTC9/E0MTo3d3dtqNtAmf0wXal5t0G063V9MeXBrZp4zb+nKz19tDgcPS5E8svhd2y9XRLsUlt5u2ij01NBcNZ1KJFnda7HZ6/aF3m59YjzcYrdqTZvLHcxdfNLkRvdk6CX1pc7vhppelFMZF1kyRoxrpg0npc5rfMcNGq5kPgofHLaP3G56DtPr4Q+AwhKITgIVX5f4IvyraZ4Jm9JX6GnE94XvgCWpxzLqSOqznb3Ir7c5yxTz3rfCuNecY9hnXI0dd9NnDNvOAvZxjBO74Y9yu2+cE3QgjWQ0FpmpivMjXa92hqbBJ+B+My21/wXDCvpu5b8ppWEGqy3e1sNw5b26IsZeb9vHmx0baswTkd1uNeo+sf5MOaTDfuN/rY3NigZtuj+hrMz1hPb1hkOFKvn1nH1bzUnFFVjvfTNLx2TAxvGs/12gea5HKp5SHv8Vl8rjd8kiSJuJeCQvj3Tf7U8QJuaFzT/CjCwT1wBn048iyEENcBR0ma6I0fntdb/X4IwTDPw56maYSDPtSymJOm1z7BR56xLo1nNM7rjeuKdWcdJq55xjhZJ1Ttm3NNm7/nSfnH5Lyt6hYMdnAQ9b83+VnV/ghjmX/OdmrWMss590IIce/1fcifmg0fz3wacVZyf2SEFyKQg0HH72PWt8gH/k3NOrxWtUNgGfIAmdDWH564PgEbigu6A0imJSYkrQ4QfbkOIYgjANUb1yEEz+1FpIhw7r2xhQA2FD9xA94EF/Spz4Mg0GBUmJbGOfDQh76ePCplFBTP6J+kqZLUzYyZs3BkFhqSphwpnNa8NpDRql63aoKx53oDmZzXj/92XrOhqXpfQBq8NC3h4vUWwJPXBg6cjxCMBz+tep2yhb+OP4iKwkCJoHhQIpNWqgSUc1ZorE3z0LgOe2XPzMs+806qFAqNKrjlcgUzRd5dU1VM2JIJzDxTdhJm7MBzrybgSMyeiUJIpeDzmlQ2I8+5f8mGfNZ9Z10ULPlY9j35w3qtVjaNVk5Jmop9SKlqznhQHBi003D61Bnh8Bw6cNhGb494w+XAgQN23s9EY88+mKfgYItjrVa1Ep7U6OiITp8+pbNOSvT29jip70DA5+M2qlN2kqanp+wkDLj12zE5Z6d43A7ehKa9r2krxCkr4z4noo/YCB06clQHDx8WzvLLe18W37DBEBLUllyEnLMSn5qacMJnxGtPaNZjx8ZGddYO5tmzPfF+uTzjIH/aDuS0jel4vDfkwuaQk+Lj46OadSIHOrDvETtIw0Mj0dHlnlFlpVkVeAN/FFVpIcjKMWdlXVAuBefwT1VVB4JlOzpj3mvFxgVl3WaD2NFWVJMVuTFswayokM/JLKUQghVszvQz0SRhoFtaWpSExOtW/CxTwUq/Zj4LIYiju2naBhMHHxrAY/BbyQ5UCCHOyf2C1+Me/DhtHoQ3GV9fY+HChXE9ZCwXDU6eqeMaFKBCCN5jPsohslkxnzMX646PT0T4cHhorMf8c1ZsFe+bdZiMI61s3i+b9yqeg+sQ5uGkTwjBh2AazXntaoSfudjjgA0+e8MQc83arJEkwbiumuZTcRx9kLey12HP4CRJUjv/TZ4vMe3L7jvzOj4bbJhTB39TDsRwuGfMe7NObs1YybI2MstazJfl80rS1HOUzAdlzxcMZy3Ode7cuSgPI1bEOGU4Z+wxhGC+mol8BDzc8yYjzOy/ZLnkmjZl2ow6ScO+wHODjXqSJEq9Jkca9KHxvGB5y7J8fM55CCHOy3jmmnGxZcpyNjg4EIPJOctIYnxxr1Sa8bggxrE2sMBvee8RnAEna0DPEIL7pnG/IQTTu+pAoWwnryXyDfAwrsnOBzBzDm+1ujgKzPKHdbjPNf1wWPIOlgpZHpuoinkiy2UqGfcn7LQPWu7py7iS+RlaMHfO8IGPop1VYKtZ1wCrl4gwco/nIYRIF+BgXJbLRR5mT8wJr5LUw0leaseUJF9bW5u4z3h4DBwWLYPM2dTUbFw1quJM9dj4pGU9U/B/Xl5l61jG5Q0bfWuW0TnDzDxcUxQ4e/asg4hj1oG9DhhOWV80iP2NmF/YmzwXcK5wMA48jAVOYID34QvowjWFLmSWuZucoGGPzc0tIlHR1t6mto42LVm2WGmWqOKE9AI75kkuaO8re3Xk2BGNjA4r/xpPgQ9gPXbsqPa98rJ4w/SJxx8TcNWqZaFHgyQcy1NOukGXCScWUo9nbAhBqe0wb/EG4zgkiYP11ghLu/HZYvgy9835fqPtdKt14ConXs538W2bk4Dbtm0TQcq6tescPCw0jgtRjtkT9IHOnINb8AGOUs9n8yTefg65VNPW/7TE5zWANUxl65ey9Q99GxwgMhZ459BL9nuYt729PcoyzwiQSFa22RZmWU5pPnMqqBbXYF6KpPwU0MTkpMYcyEGTcw5ELr3yOq3buFVXXX2jtu+4VNdde5NufNMtPl6n1uaiZs0ry5cu0SrTlW+Xrli8VDsuuEBdDlgJ5lc5+TnuYHvVypVx/9A4NR5bisXII+ydwJZCNfwif/KFfORlnyqEoHbvo+j+NPhi62t/x3XFihXxG258y4Zv2vHNH4LAyy+/Iq5VtsxB52EXbdgLuOrsbFdra4tyDlASw5Gmuag74e+VK1dpiZMkyPukbTeJyWJbuwYcIIc0UbBu4VnBegvYyqYB/Ap+2dOgi6CJ+aBq/EMH9EPFfaK8mC4kB9g/e2YMPM/4CQdh4Bs54XnZup11ap5n2IUMgrap12z/uXNnnTAZ1jn7G8NO1LlSpF77HLk0WFdXJAusz2KgCd9Xbacz7xW+im8rWu+HEAScshxz5DkNHswy6ys/By91OOgDPHnLPw06sAeKC+iRsvEcwvyczMOe6ZdL07hOCEHgnhZCiLQFJ1wzb5P1KjgLIUR+5R7XzEXjOk2TOBfjuOY5dgv80YfGeiGE2I9r+tInKNgmTlm3VaKdSo2reqvFYKVsu1J2IaDFPFmwDjsraIHNIxHBS3L3OjHK36zdt29fnAN8nnCCCXoRcKNXsIk8h57At99FFOZJ09R+4mn94z/+L1FEoeiDfnjnO9+pj33sY+In2Sg2rFmzJsKOPSibB+RPCEFHjhyJOhV42G9iHgMH7NFd4r6CebOQzwQOCJih+9atm+WuamltVslJDcZhMxnX7GQXR+BMk8SsUFMIQXybvuik27h1aMn+4sH9+3T44H4ddbGt6jl4Bu+OW0cs6FwQaUlBFbiecWHqhRdecDJwoa6/4Qa99a23Oom5WrO2FZ5cFBSq5rmaFPkhb34KIfhKhjNxlxDvszf2D3ysBf6QFRr4Bmb2otc+8Bt8CN7BHTivmCcZLwWFYInwusA4PDwcfUr6MQ/rIKs0bGQIQdxD54Aj5qbviO0YvmCfE5PT07NOjJ3SeedtclJoiXK5vBqbGqOvgGx4Qe95Lq7z7PMvRLuIjXzcdqev75yGLLd8y+Xll/eo5ALJli1b9PAjD4mfWH3ggQeEPuRvHfJ3ut75rruEnmN9+GDIOuaVV15xgvWw+bRX3KcBcwiJRq2Pjx4/FY+ZYyvodP+996nfeqPn9Ek99NBD8Wc1+ZUB+POUk4js8bh9kiSXxvjEqJJkvJkvwONS63d0Mvjv6Tmr51yMAyb5Aw7hOWTYlzFhOmddx7iyaXDMsc20E6wN9u2r9i1aXESgAJUmacRXm21oCCHSnXNklkQhevyqK6/UesvE+Zs3a5ETo2u7uuL1nP2+Nvstl19yiXa4MHTR9h1aYb29yPx40us97aLJj//1R3rmyafiN8J+9rMH9ezzz4pvuiJD7He97fEVl12hd931LhUN0yInI0v2VY8dO6b/+l//q/7+7/8+wnfixEn7lj2OA8fEB1q1OunfZ9sIztgrfEMDP8wPjuE9dA/4Zy+8pIu+gE8Zx0/8vu1td0Z/ANt8/fXXR9yl1hUl4y9JUxfLpSRNhe0C9gH7jNie0bEx8W3pI4b1jBOvh6wfhhyLDthWjDgew7aXbQfG7cegu5AHksDobHQM3/7ZsWOHkKFx++Nl65pClpeVQNQ1wMleoQUyhd+1unuV/YD12rp1i5a6uJC3rzPgwiRjM/vptWD9nOYi/zBvR2en+h3TjNu2pbaz2PvVpt9CF6SuuPJy3fCmG/SWt7xFG50wvfnmW/TRj37MuvDjsbC6yEWwDtv7FuuhPse2sp+TWWdf7XHnb9mkQpY6xixo5YqlEX/sB19q+/btAtfoGXD8k5/8JPrxDbbX8CN0P+l4HR8PXQA++hzXDCDTfFPDfHrW5y+7YHXKfD7mQsGE7ymXqcmFxYJzCMvt12wzv61Zu0FLlixXkmQyldTcXHS80ObkcKc6OxaqtdhuXRriNz+wu3njl5ggZ9/LA2zDTLeAAAAQAElEQVRnGux3NCrz/YZ8Ie6nraVZHY4pJkzfOft8bebLlsZm8dLTjGEJHliplISfWchnQk+CV+g07fhu1rFF2cWaLJ+PuB+037Jr927dd9994mc1v/71r+sf/uEf9M1vflMP/vQBvfrKPk04vs2yvLpWdxn312rtuvXiVznuevd7dfcHP6KP//yn9Q6fX3r5Vbr6quuiL7th46bXv0G2YcM6LVncqWUuOm1ct1Y7LjxfN5m2fPv5iisu05Kli8SfBEIPHDt+QudcHAwhFbg7zwU//LZf//Vf12d+8TNxbmhHMQPdOzzSp62e77o336Kt2y/RprWbdb6L/hefv17XXLJBt1x7ga66/FLxk7fnb9qom66/Ruu6Vmlk8JyLRiVN29fBryy2Fp2DGXBO5VVl+Uxr167VokVLFAzHhPUl+OtwEXRV12qt7u7SRifwL77kEp1nvYNcw+O9LkoePXJcu3bvtX9sXeDYoWwaHT12WH/8xT/Ur3/+c/qP//F39F//n/+iL/7xH+mr1h9ne3qUmfdnXXA7Z72/z/geGRlxkW3S/NFqfikKnhwbm3DhY8S2tMH8lKq5qUXjLlz1nOkx3EPR1pw9e05nTvdYF/Vq1Lmbcy6sHXS+qrfXhWTTG5wBJzywzjgqFou2PzOyWyAFuTBX9vyZmppbxIuTvESy/9AhTTkPNe64fM5+KjHAiHlvxHklXhA5xUv4Z0/r0OFD9j9OW7YnHbtUIkxl6/aGQl7TkxMqV+bU0dGuJUsWC929zEWtqjM9zS4SJ94/tmLL5q3mmS2xwPqnf/qnutLF9V4XKXj5bN2abo87z3zdEIuljEW/tLW365LLLtG1116nq666Stdec61uevNNuv322/W2t73N6y3RU08/rb/+67/WX/z5l3Sf7Ry+CHps2bKlesedb/O4K5UmiaGRWtva7Jss0ssuOu6zjDe3thnfieUoE34e8R/+RrNjuuPHjwr7fPLkCeP/hIuK5+wTljTp/aLjN5nv84niz5qC4w4Xu/a88qq+/b0f6L7779cTtj0/+cn92uMi6mnHlWdOn4myRnL77g+8X//X539VH/zAe/Xed73dMt+sI4de1cTYiDrbi8qliaYmp6zbGu0zLVZr6wKVSpV4b/GipZFvmhpbIg+z7uLFS7Ru3QZ12v499tgTuuee+xwT9GnVyi699z3v0823vEVj5rvpiTEXYPLmyeA9B+ciZswj02p3TF01hkq2fyXrD9YaHh3V2Z7eyG+DQ8Ome9k8OaGjR08IvT9tH2hyYtowFlS0bnTaVi3muWUrV6jVeOVFuXutd/7kz/5Uf/8PX9Vf/+3f6otf/KL++I//WLzEVLJPSNwG/BMT42ppaYkxGz4ANJiw3RizLePFhO99/wd64cVdokhbbHU85oLdvn0HjJOy1qxZZ3lep20XXKhbbrlZH/7Qh4X9/h8utn7ogx/WeuukTvPRWtueNatXa7Vjxg2W/wu3XSBeynnXXe/U+97/Pr3bRf8PfehD4uWwdvfnRbRPfOIT+v3f/3399m//tn7rt35LvATwG7/5G1HOf+mXPmub9R/0gQ98IPIj9hy9snz5Mu9jASLnmKKi1LTMrPOzLDNb1ozHkrA9+AGdnZ22p1vN+5uE/4RvOmI68bzHugM7hRzTT/aReAmLe4POd5FvAUeJebvJvjy2rNP0X2z7utD2c9HCxVpq+1Rvba0dKuQbLWNNKra0qtl6oMU4z1t34MMwH/qKb5sO9Q9o0vqHI1/IGTVMvbaHR52jfuXll3XcviJwsgd0Z4TBMRzzpfYBpu2fTTt+LhQy75eXGWqmb7Pw4ZZZRyzsbBcvoC/oaFdrS6Oa8qnaW5vcGs3/LWryuPHRIfGyTJ/91mH7yzXr21l0leMO8ATMrI0NZA8c4Rts/WrbaIrPiXFGDBwkNXifNPI0mX2qgq/BGWOrjrOZj8Z52f4QzcOMp+bY4FfwPe18NDq7xbiDV7N8PsaD6IWS7UGSJqra94KenaYvfThnHVqzaQXPx2e29VwDB3ADP+f1I+fc9zbMMxOasDwQPwzbD+S8ZHzwZ0FmnAOd87kc67M/9pk3z8lwgKNg2QYXSWK5T1Nlfsa8zF+wbwTuIp9aV7N2xfk+cvvggDGNLryyh4L1fZKAlZr/V1Mtxs7OOdhT5UUk5mAu5s+y1DomhW3dr+pj8LpZ5PMO053cAbzKEVy0GhesAY4SLxLcOKaGlzY/bxbnyCxL3ON5CCHqcAWJFkJQCEF8kpDE8xDC60fGMJbGnBy5l7gPxxACQ2MDd29sIQTr5lRpkng+ulTj3mqv4bk2Hzj5WYhNCpJxX7/vi9f//X/dCyEohPmWJBwl4KMxEN6kMTaEEJ+xB/DBEfj12odzxvEsttw87sBvvW/iOUIIBhF6Sswdac5JvbEYc4YQxKQhhOi0IAQIBcJIkMNA+cOiLMLRl+I+guWdRYC5DwAcme+Njf4hBAEY9+lDXxrn3AvB7GxE1+GSPyEETx/m4UuSmNisGPHVIHmy+eY+VRMKeIB71s4hrX7Offb0xlbHQf3479eU14QRQlz3ddikiJ+SixHMzd7Ldq6YNx7tOMXz15QM69K4V5+fudgv+w4WgJAmStJ0Hn8W0sRKlqZgZaNg8ZNbsIGsCUfOcbZqfhaSTEmaWRDzHpspBPevyoRGeGsKvg4KZuKawE3VVrzqwTQCpgi74VRNcY5GB0AFB/KFXEG0nOeWx9MP5UjAS7J10IEhAXKPjcYogelAv52GfvX39zkAOKszZ06pr69XIyNDdqgmY2GUfrMoMUkFB5SNjY2CcVGgC13A6+7uVpeN+FIXM/jZkCYnXPJ25qmujNpZOXr0iPbu3WNn7bj6HcTxJg1JFxIcvTamGDR+PnfEQdGsi6dZLo3OkOsG0Ykrm14kWs/a4Bw/fkwEYcH8Qj9Z0fF81oZtzv2gKwoys5IrFpuNnpr3dU5nz/baqcIZXmAnYJGDvCYrvGZl+bzloKJxBxs4ThXjuGw+mHLQVi5XFUJqQ1kxHiZUsRIPSTC+UzVa8ba1t2rR4oV2XDvjNXQCFngDIwSOwBeOQoP7A9scCQTPUbVheyNf8WzKzn7ZNIXXOJIQrJo/GcN5at4yCcTYsu9zhBflXTKWPvWxky4WMEdimaMfxjFNEobH8awNT8ALs5a3xDBxj36sxzmNOcrGR9lwMQ/zsQb7Ygz3gZ1jnNz/o18IErDxbMiJMfQQ56zF+Yz5ifVxVtBTrMncrD/twJ4xHBnDT2rOOoCenJy2UzxjRZ+3gzknAsTpqVkVi62mZZNXVtwbc4ELvo3IHpiXdbkHnMgD+IE+jeZlaEWfASdFMPo8A58hhCh/TMye2RdzMyf3MNSM5Zx7PGfPnLMPYGdecMV95oA30ME58zj3gIHnDQ0F82HZwWDFeyvZqZgSuGEexlDwBy5gBDaSyMzHHKwLz7Mu5/XGOHgPGDnnPvvnyDjupUkSnShgYh/AglwT7NPowx7qeGJNxtO4zzicA8Yi68AcQuDSQdlsbPRjPP04Zyw06HWCjDHglMZadbhCCJF/WE/+sA5zkLxiHu4zD7Cig3BSoB175a1GnBecmDVr1kQnELyRKBh3UgWcMn7Qzlp7R7t5p9lBcoeWL1/u86a4LrqMtnDBIgdvndYZC8UajDtuJ7u/v1/Mzz34mX3T4Gn4DP0K/eE76MIReDlnn9CS5+wXuBk3Oj6qkbFhB/NjStJgvm4R+waudgc+qe0Me2dN7mf5/Lw+Nu/wjPl7Xew940TaOSfnJhxU9jmQP3P6tGVlTE2NBS3o7NBFO3foiiuu1KZN56nFsgMP1hScEFrqwHSl0OfXXHutrr/uTVqxYqUKXidNUuGQLnMx8YqrrtQdd97pgP9mFx+v1nXX3aBNm7cYh51qwAbZRhReayGEyNepYUdewJ/84TnXwAxPsh/wSbJ1nRNd3IOu4Ai6gyP4kSDw537u50S/jvZ2Uay55ZZbnLS4Utu2bRPzgkvsyOjIqI45MXT65BmdOHZSqgYHOkudnOxyIn+z7njbu/TBD33c7RNqbWs3PZdptlR2UrffyaQ9brtst/Zq966X9OzTT+rwoQM6ceSw+o1bjs8++bR2P/+innr0cZ04fMTJnxEdO3pUp06ejDJ8uueMfuakPrwCjuE3+IC9cuTlKc6hZwhBhw4cNGYU7S481dbeJn6uEDxAA/DFz0Py95727nnZBfOnxNvVhw4d1uHDh60X07j/yclxHXMCmm+pVl2ER0bypkdprqxeJ6V2O/FIkhoe5Gef8vmGqANqUrTrixYtVrODqA4nTpY4aG4utviJRFGCAhk+BC9hMR7dzf6gI53Q29AusT2ZcXJtykkZAiLOZ+P1uIYG+5W3fa45cAyqWsdWVLNtzWc5809BLQ7EEuMDOZE/8E4IIeIU2WVdZMyPbA+mo08HHktOXLA+9xmDrqE/Mpc5MOE+c3K/bDsMPpudUKraFuftrzAHz0IIUQcwB2OZF76iD/OwvxBC1Cs8R/cyr/xhPPzq0yi7IQT7D3NRBtDbjK83dBW0Zw7G8Rx44Y2a/ehOB6n0pQ9H4AFmjvRnPEeueQ4M4IY+rM++SLovWbJE5513njZtcoLefMD88Bd74hxdzNrsizEjTiqEEF7HAToafkKuWIM1R0aGzWNHbacmdeL48Vi84hsUFFvf+973igQNcyVpou9///uiQPutf/5nffc739HTTz8lPuB1zn7FjGVuYGhEy6xrqvbnJl1QP+WCWMX8kVgPci8kUppLjMuZyCuNDXlNO7iecnt9LtO00X5WkiRRDtCbaZoqhBD3kjMP8Ax8g69e2x++fYltIBGKfmF/JBGBDTyg6/m2AHyO7p2yj7Z9+3aRRO/u7o48CV7kDzhlPcaCszn7o/SHV8Eta3MNj+J3cR8aNJvfoQN9CtafxWLR/mSjWB9+mPO+wCWtZr6gAT+wMidr5uxP0I952F/9GbAwjiNwsj77Zj+sx16BlfPpqTn7H1UVXJzkb9ydv/UCzc6UtHfPPk26yFFyEjIJinzf2NioBbaNJcvcURcPSIofOXpMJ0+RhOzXD3/8r9Z9D+pJ682qabpo0QKdOHFM+YbMiebP6Z/+6Z/0yU9+0vZlRfwZQOwbewJWEr6bneC/0kVGZJJ7rAOeuI77tc5a4mR2g5Ot9zq5zE9S7z+wT//jb/9Gf/Wlv9Cjjz0a/7YhsrDYia3Va7qjD9/vBB2xh4zHqmOqXD5To/Fvt18XX3a5Vq5are07dmrjho26/a23CfosW7Ys6tdhy8WgfQaKveBZ/jDHjH3TohOrnk77nMB+/oUXxc9vDr2WnIWHehznQKsZxyngOpflxFzI64QTqqyDPC92wphj1TrJIFq+pgxqLepl6AqtwH2XE6bI9JVXXqFLL73Uifhrdd6m87TEMVjBySBwSEw1YX9nyrQ7e/qsLr3oUrW3d3g+Ge8r9Y53vFO3ucp4kAAAEABJREFU3XZbxFPROr6trahZ++Utpu2E47b7fvzj+Ax+n3MsdPrMWfU5AQktBn3cfuGFevaZZ2xbjws+JVaBZjfccIP9iyuiPa7rsIL1DuOAH3mbdcyBXUMOsCmPPvqoi+9Dwm+ryy1473YxeI0bP224clWX/ZU2NTUX7SNNacDJ5iknuxc6qQq/0D+EIPAMn2C/WAe+Krpg1+D4KUvS+I0SEsIUKq6+5hpd5bbz4ovVtW6Nih0LHNMtVZOTXi2t7UqTTFLQ6OiYhiM9S/bLivZ1OrRy5UpRPB40T2ADQwjipWNeJJlw4jyxsHR0tGmVk55bt84nk/MuKBLLdHV1xYJosaXJBbFp271MxZZmFyWnND46LGhQMI+QiN24YUOMr7G50P6Qi0P79u0TH/AJ7levXqUbrr9OH/7wh/R++0d3v+99Eb41a7q1c+fOSOerr75aS118gbfy+bywK+gD8ISN4D76eJkT8W3tnfaDBvTCSy/poH2aihIXWts07SJEvqlZ446PR81XJJRrkVerai22xp/yLmR58e3TovvljXOOHcU2NcT7TVq0YIGWOBm+fMlSbbVd4oU0CrHQZo2LhEuXLLQvkxjrNdNqzrnTimP3WRUs842FJt+3HbAuqjnuTdJEBSdK0zRVCEHQGv/BgaD6XUAGV8889bS+8fVv6G/+5m/0F3/xFy4KflFf++o/6P77f6pnn39e++x3ne45pynrukbDvLqrWxdfdLGLrleZHxe4AHRQB199VXv37NE+t10vvSAK073nenTfT36k5194zrHDMi1csFDwAcWZUyfP6IXnX9I/feOf9bV/+Ef98Ic/1re+9S+2hT9QYpy0trXZ52oRhdCCZYNi++rV3dq+bYcuudR6yEXf8YlJTbjYxLfSpsfPGgeTqiY5jTlv37RslcaVi7+SMjk5ad5pMTYk+GOBC6ZtluUkSYQdQN/MWN7Ix8CXI7bd2IIRy/ioC4q0JJc6P1XWcRfV0JGt9v3gx8Sz1qpzaszn1OJCwopli0Xxv9k5HlqaJs6djGqg/5xlcsJxxmTULyXbdPTXkqXLRNy+2/7qnt0vK8q+bYaYV4rwhRDU2NCkBtOxwbYnbxmZmpyx7pvx87x6zvTqJ/f9RA888FPxgg06tObJ8XvxOcZceMCfm3OSX84LUVwfcFF3gWMddGmWy7R0yTJdctEl1kkXijXQgyuWrzTdlqvZug++n/H4XKGgWpp5mppm7YdMuNhRK00rS2z3XDg5a9//G9/4eiw6UTR77plndeDAfg30DWjYxd8333RT9LNeeOF58ScR0GXkfpCxddYvhUJODY7Dps1r0D5fyOwBl7V7967IX4/bbvGSx1nn547Znr788is6cuSYTh0/pdPH+jXoddDpfAtnynSn4DA6Mmj8ZeanRlVtayuWx1n7DK2WYYqp+8y7Tz/9jOF5Ti+88ILQtbt27dKI+cAsYj1QVINjSPgEv+DkyeO21Sesl2ZVnZ3W4o5WNdqmzNo21JJUrfZLU8vh+z74EX3xT/9Cv/8Hf6Df/p3f0Zdsd//+f/6di4l/ZH9zo3pcXEXOlyxeJIp8HebJOef3cpKmnW+bNN3y1kPjY5PmnSklWaamlhZd9+Y36xd/+Vf0BRf2fv7Tn9Yv/MIv6Fd/9df0n/7Tf9JnP/tZ/cZv/KbpuC3q5Oeee15/93d/p6985e/FL6jMmkZz05OCXzP7jlMuzFQr5RgjVM0zCiakgvL2sxoam5R4PyEkava6TbYrtVqi4eFR8atETz/1rB5//Anb9H3OH56Nfg82eHZmNuqi9o4OpdY747ax55zX7FrZrQ+7sPn5z39eH/zgB3Xddddq3fp1WuMcxCb73q2tbREO/DT5w5HxwefAsWHjeVpmW1G0rlxtP2Sd7R70+N73v68f/fBHmrA+yIyjDbYHaQiWiXv19//j7/SvP/i+iPFHnGfjW4xl+50zxsPpM6dF0bBYbIm2Zvnypdqwcb1S25Wy460Tp07qnvvu1YMPP6SjJ45ryHZnpjSjpmKjlq9YYhzlVK6UjJsGXXrZxbrq6iu02vp5wcJOLTZNO80HuVzO8j0Z9yXDRCxUshzNmM6cQ1/syt69e2OMQBwBn7EP2kLnj4lPZ62faqYP8kp/ZBzbNuQ9oVPBA3YOnE17b/gN+Nv0ZVyTdRP+oVEp7lVioaxif7aiLFdQe1unC5gLfOwwmGBcarSfwxjgKJr+xeYWUZzkW6Gd7R1a4Fa2b8dP7ebTnFpsGxrMN0X7EittI7Hp+CvMUbJOO+vcy6lTpzRkP9GpBmXWJUkucU5hRvh7TU0NxlPJuqVs/kltLxtUbM77PPiYqbEh0cJFneJXMdasXaNtF27T5ZdfLl5s49u5i20z0SPYanAGLsAl+82ZD1tbWwU+gWmBaQN92A84BT/0yZle9CPeWW0fEv3EXNyngRNa6vnAK2uEEByvZ9YvTSoWizEfBs6SJBH0ZW4a52mSxJgI+tEKxkGrxwAD8xasRzhio4Gxq6tL2D5egGd/+BJ9tttzlrGV9u83W242rt+gluYW002m57w/QFF10j5W2X4AspBPk+gzpGlQzjjPsjTqtAavX7COSRPDmuXU3t6uhYsWxWNbW6vt+yLHMQtebw0NDWLfIQSxx1wu9XypEo/3rQiD4qdqPisL/FesX2R7Rqs6Zi2XS35WiX3z+UzgBryB9zc27gEfazY1NgkcvbE1Nzd7Dw1RxwATtCjHtRQ/IYT4LDWM0Is2D2dQ/RPC/HkIwfDMt/oz5vw/tbgd/8/DYneOtMyGMJ/Pme45r534WdU8XXar+LzmJq+jf/eprwGfcs6RxrlF3v2D50pfbwp6Dd9BIYR4zt5CmL9mHOMrroHQuA4hKGfezoxv+BDa1cfwnH406IWs0hIQXzCDMIDBNAbJHzrSQDoTwMw4y0zCNY1zGs8mHMQRCEw7QQAaeO5pIvAQ5Y2NNeqN+yHMbyyEwJDIgMzLRb0fx3pf7jP/G5FAf9o8zGUnSuaiIHLNffoyjmO9xTlMAa4rdhqq1ZqLXP++la1Iq3aqeF42wnGUZq3spqenbbQn7PxNCGeS/YMfEFtxP8YwP2vSQgiRwOAavKMEwH2WzTMSe1NIRCA+64LTnNctGyZ+lrACXH5Qq4WIG/nD3LQQghIHWuAnTXM+TyLT8KzeQghK00Rpkvp5Ghklny9YuBrnW75BWS6Lz3M+8ozmiSJjg0Na1TCkwcyfy6uQNVhhN1vmDbOD475zww4Gj2iXk8WPPfaondUH9PLL8w4v+MibMdk3Ar7UQTqJa96w5O053lC6zMkHviVDYum6664TQfemzeepu3u1cOZzVmz5PGvn7MfXND42ZqezT2edWMAYEgRUjTOM4kBfn53mHid7e6PTktlpaCjkNVeeNa1GHGgPijHHjh3RyZPH7AgOeZ8lpcZRzQnjOTsQk07cjo+P+tmwnfZ+8XMXaZKIuUwEG/2JODc0r5pOVdMol8uLgHzSRbnpmTmvV1UFS+jgkQIWcmKEmQaJFWQ1Jg3gHQz9nB3WnAUYpYfClD8TdnB5Bv7SNDWMlTiOvvAfjgEOwqT7AQdOBIFOkqY2uiWVPCc8yz34KBj+EEKcJ4QQFS7zhjDPV1XvAzg5Qm9oBY8yNw344XNgnrPh4dpgxn8hBLPL/NzQYMROAGOAtc6H7INrxiEnrJEYpvpzjkxWhwk46Ed/xnLO+txnLPuFjuCBtcADjtKokxXeiumZSXZocSibnCjLm2d5C7k0W1bFMoY8ERAO28mamByzgzlumkyJuaBFm4NUYGF91gNW4MvboNKAAzrQH9jowx7oxz2ecc05c4QQDFMKnmKjP/fBJ+NZE/5ibtZlHu5xpC99quYz5Ih55Q/96n3oB73goUYHlJVK1Tw66/1MO7E1a7atief0DyF4tNHjgKlkh3VubtZ6YZ7HgAc60SGEEPk1hBCNPWPhT9bVax9gA24cLsZyXnfUcNYWLFjgIKs18hvrg1f0H84A18Ad57XBb3ZBAseAe9AX/mev0B98Ql/wGcI8/PRr9jhoz/OG1xwY5mNcFUYwnBy5Blb2FkKiVju93C+8Rk/mYG7WCiFYNzaI+T08/mM8+ybZtnXLZuE8kgQjwKnvEd1GH/iUI/tnr8wD3mghzMtbCCEmTOBfnGf2y3PwR6vvATpyH3lssfPNfsEhsAMvCe0zZ85YTw04eBtWCIlpPmVdN2b9NWIemImN+cEPeJedG2BucXDE/YhX2zT+PgR4YO5xB4/wHPji70T0OKDiW34nHSztf3Wf9X9BCzsXuLDaoIsv3hmDXpxYnGvwQBJt8eIlyrKCXnl1v0Yd6M66CFc1Nsu2kb0uxvEt75DklG9oVL8TjPsPHdG+/QdFQmraSQJ3jTqvfgxhHnfABz0S6w/2VHBgEkKwrWgTjj3JUPiot/esCzXHDEMWE87t7e0Cr+yJb62QbDjtArGsp/vODejFF3c5SbBbL+87qJ7eAR8P68GHntCTTzyt5597Lr5MA21K1n/Iadk2seQiDvDAf6NOKE3bea8YliXLlmvx0uVa72T6dddep7ff+TZ9/GMf1aWXXKQNa7u1fu1q5Wxveo6d0B4nTE4fP6ZG26pgB2qov08tTjJRAG1zYDPlQs9yB13glj1DO/YCrdgP58AFLevP4QlkkoBo1PoYW3H8+HH12z7Sl6B83bq1uvyKy9XcVFRba0cMbviWV8X0YV7kc8nSJerqWj0f/DjJ1+7ESt7+Q7txuaqrW9jwqn0kkqsEYPDm1i1bIg+W7CsxD3Ci69ocVJ5wgZhi6qhteOr98nLSwOCQgHs8JkUyBzqzGh0ZUppIZSdeSGLAs6lvVIxvaI8s04AVeaOxXggh0pt1gZ8Gj+Qt5yEEpbaP9fFjhgHYuE7MS4wHh9CS8XNOFFS8tySXim8vKU3isbm1qNYO85L9iuBnrBFCiLyK/AETrb4m83MNn9DSJBHXPOda/sCT4Igja9fHAG/i/lyHMK/36MNY+nmowBuwcx99wzkNuWZ+4GO9cw4ux+2rMw6csFd0CHikfwgh6grO6cNcrI3+ga7MwzPmYm7GgXdgg6fQLSEEMY6+QUEF80rJCY5cmhrOUeulEfX0nHY7peeefVJnTh1X2UnGE/bHpl2837R5o9Zv3KCrrrlaZ5xw5C39FatWKElT3f3BD+i6G67XTTfeqNtdvLnh+huc0CyItWj5fPZ6wMnfGkNXb3DCCJ0JjOASfAB/an8LOqMDKCjs3r07+oXsm77sW94LeiSEEPl5zr4he2Y8uGMu+AdcYguQtcceeyz6v/AW+GixncEerlu3LhYj8H3pt9gJjRCCcTJuf21WfJhzzn4be+HI/MBRsS0Hp+CYeyEYs27MzzzcL1nWoEndnow4wdnnxNygCzTQDn5hLvYGHpgPvDAfDT4YsZ6Ysf7iSAMe6AueSF5zD9iAlT2DG+YGH8xL4xlzPfDAz0ELUQwAABAASURBVPToI487cV/SX3zpSzpk3V61/4KPycttwEoRDzt6ySWXaON5m9Vq3bLIenPjpq269vrrNWZ+mLTuc+ijW297q26/4zbbmfP0/g+8T7wEAy1IVr7oQs0hF4aOO4Ef8RYkvnnY1d0tfAhowX7ZN7hiP33Wsex1xkWdoZFRPfToI7r/pw84oX1A0R67WDnlOGDaMa2UaNrJsFn3feWVV8W3Pgb6hzQ8NGoYJ8XfZeRnHwc9T4cTLOMe09DYrJZim3rP9jmJ+qpYG1rAB+hv8Mc5/DZnmrOXqvXujGUlhKB169eLF344Zvm8snzehcsVMVlzyjoUOlCAO3XyVNwjOEfnU6DFpvEzVcg789asw5B7aIMswzMUAaFbzjoYPoIX6Jtan4GjNCQi2Qs/jZkvhsxH4BF5efihh/Tggw8KnoA/sAVFJ7ouu+yymFRiHexNrVaLdoMi4EUXXyzsD3PD/0O294cPHxF/S+2sE/5bNm3WMseGY8MjmnKyl78t+y/f/Gcnf+/Rvlf2i2+5zbjgCa6QOfi5sbEhxnNf/epXRVF9i+0OcSVHKUSfNYT5IzQasX3h79PlCgXNGOdNhnmZC5mdphk/eVu0rQ0hWEeNxRwC+33eRTKKGeMk3Gx7sD/5LK9pF6f4BQmOI7b7qWP58zZv0obzNqrR89aSTBPTJbNOzt5WEoumG53k3rnjIuuvN0f9dZlt7xVXX6VLfbz4skt1jYuYXHcuXKAFhukCJ0Fb7KMNmFdzpktvb2+kNXBB27GxcR08eFiZfSz2fJ2T7pdffpmvU3kbAlZ+kcHmQ0uXLhI0pt1xxx2Rl+CBm2++Wbw8xk8M83PCb7/z7XFvR02bHvuVRw4fdhHmsF5ybH/g4H6VKnN2l2pqsq8OH7/jHe8QP4EL7cE9Sdtbb71VHNGJ0B4f+aqrro4vrF18iYvN3d3aduGFWrxkidqdrG1zsapgWjq4V9UxSZZPo05HtyxxobSpqUUtLa3eV0E7tu/Qdfanlq9YrtT5CmR5yDHcyRMnY8K/5nzEnGV3wriZGB+x5FatMzYKfbGgo9PF2Rbem5bsiOaSvGpz0phtIvoTXifWlz/IE3YVGUHW+Mm/js52tbU1O/+R2j9rsJ1riDLANyiffvJJ3fOje/R1F1u/9rX/pb/60l/pf/7dV3TvPfdGH/SgcUcOwhVdBevzvOU5NXTkJqSKmuzvLV680D5Yh1rbWrRx40ahH4re9/Llq4zja7V+/UbboWmdOnla/PTtmdNnlPM8F1l//sff/X198EMfEb8Ydtg0O9ff70L1pMgj8bcaFy1arMamZlHo8fKasy5GXzU2teiO22/Xu+66yzyxXCOjIyo2NMUCwGU7L9Wi9oUuWE2oVp7TqH2yHhcXjxw57D0d1RnHBOAeHVvXBTPGPXoenkzTnOWopIoTtySHM+uUQpZTg3k5tVQ0FbKIx4Ud7Vq9cpm2bPKe13YJ/73LRWBewCwWWyPt+bYi9mzlii5t3nK+1rpAVPc3syw1vwfJem5mZlKpfYVO8xT2n1gkl8vEJ/H6LS3N8XmTj7O259jEs/aLZu1n1uzvITfTU5PRD8ob/qGhQY06p1By3qDvbL99lYpt2pxWr+qyL3+pKPzn7EsUHIMsdryzYtkKrV+zLsp7lstr0LwJjc3SGjP+VKva3s8ol89Fed9x0Q7NTI/rBz/4nn7wvR9oaGBQSz3PidOnYvHjF3/xFx1fXayc12hraxPFkWHb9ieffMLzzKnBctjc3KiCcVkxjVbZV/r4Jz6m3/nt39FHP/pRfeQjH9Gv/Mqv6T985GO6++4P6WMf/bje8573mJ+uUdfqlRodHlb/uV4ND/Tr5PGjWuQC1/Yd56u5qWCbk1O7fXYlqU6a1qscg6xauUoF5wzTJKe29rYoA43m3TVruvWOd9ypv/qrv9Jf/uWXvOav6JJLLlXeuF/QXlTXiqVqb23W+NiwklxOaZZXQ0ubkoZmnezp04/uu18/dvv+93+gb3z9f+n73/u2nvUe52x3j9i2/+hHP9RXv/JV/fmf/7mefuqpGM+RY7z//p+oxzFc1bFloSHTAnSnC2vj5oM9+17Vacc7Y9MTqiZVVcOc9cuM83cjSnx9/Ngh531GfT1u9ggqFBrUb117+NABTTknVPIc0IyCHrY5l4Z5+XQxk75V27cZ2+tZN15UmI8Fa2rv6BR+zaZNW7Rzx05t3Xp+jEs7Oxeo4DVmvaepqWmvPanhkZF5/nJMWXE8OTY6an17VCO+jywtW7ZMt976Vm3dstW4blR3d7fnWmW7NxT9lEnn/9BT9OdX93p6e1VwcQ+5kYLGHMePOc7B3zplHckvL5wxb+WzzDb1sDjvaG/XCsvfRhdIL7cNX+3iWKtjnFrc37RKLowmSbD+zVSw7Rwwjz708MP62c9+Fvm7yTZqz8t7YzG1ZFnPNRSM7+AcaEk1x7izM1Pa/+or+uEPf6Cvfe3vPe6B+LIQeM1ZdpctX6LrrrtaH//ER/WJT35Md955u666+kpdfPFFusz2DNsSQhDx75133mk+vjt+05qXmHbu3Bn1JHLe7FwQraOjQ00uinZ1dYk4Fz+Txp8E+dznPqdPfepTusv6botxCt76rSs7bYd4getGxxbYLvx09C/4xz/Ksiz6E8hhi+27wRF0xx8BT7QW+/r0BQb8IfyJduMWfFIw3XbBBcIeLrXd63Kxe+Xy5dYnJR0/csQmoKKaFXPFfEyrxtxVsO6sOo9sYxVS5RuaFCx3Jdu4kGTKZQXj13rPdMYWcjZlfqg4vzlp33V0fESTU+Nqsn5YZvnbvHWTFi1ZqPbOdvHLAo3G0UL7GYsciyw1nwHbcmTcsLFv/LTWtrZI85Zik1qKzZb5VrVbX/PrBfl83rxRMowVcY4/AN8zdon3uNT+HHjlGXiaNGzYWbOVwGNN/oTweq6NPdPYB88bGhqUGe/gdsb5KQqFzaZxa9s8DMC32nZix44dopEvoeEDcb3O+Q18xDnHRugRI0vtHrvt/K3xhbG3vuUt1lGXCJkqem8N5ltghXeAe7XlYLOLsDu2X6irr7pKb3H/9773Pbrd/tPlLk5DU/bKnrFFjZY7YA4h2E5PRX5JkkTMBz/AG/AIMhQCu6wZpIgFI4Jz6yjbIOxlxbFA9fXzOXGeugBZaCyo2bDSmqz7C4Y5tT4FX/gCuXymnHGWpKnnlMdVIxzMVzFPgcuaba9ZJj4PIVgXJv+uhQBsHmtCMa6M3xvhAb7/7xbndf9/d/R6lTeMrT+DxmXzKDxRjs/Lr+EBXNQb61gm7A/WbNeDE2PzYM0/Z443tprXDmF+L+Ai0tGFZXAND3FP/tCPceyLY2o8QTP6Z/lM9b7cD2EeD28cA7zIPbERc4QQlIQQFMJ8g+AhzJ8zMIQQhYNFID5MEML8cxaRPwDiw+vEQkhQ2rN2pliEVu/D/LQQAkPiGJ7VW31NjtyrH5mDxr16qz/jyDM2x5FW71M1YuNC/l8IQcEMnSSpWShYMdVUttKKzQTlWInXlagUKmaa+pzMx7M5KzgQCPHZJ+cYOhx5FATXjPFykSkhXJIEnwflcqlbojSRrC3F3+rM2ShnucTn1qF2gKanp6JSCiG4k+8ZBtZiXr4VV3YAM1cuqey+wESnmhmMa1q1WuaW1/Ocr62beL3U68y3VFkuZxh4nipNU8OUm28WvFzqZ27Bs9TsZFetrMve84wTKxh+3tqYs7GHvvyME4mnXbt32RmYsPO1UFu3bBZvq6JscNT4KQcME8oIJQNDw0coVwI3vsnUbeerq3u1Vtr56+hstaPfoCk7PUPDAxq1wzU2NqKZ2Wk747M2WtN2OHFwpwV/kSgiwBzsHxBtxIH5tBMYBOE5723xAhsMByHBe5m0UZmanhTJhbM9Z3Ts+BEdOLRfPU7UHT12TMePHdU5O1zjE2MqG++IajAu0jSvqotxU8bBtHm6FhK12InKO/E/a1wQQExbwddqVk1uWZZXkuQMb1ngDNzN80TwvTk7bJMRXyEEyf8SCGSOhM44Q8wH7yFzjQ4sQwixP/BzH7qTuBhzQmDGztuEDVOfnYC+gQEN2GEnIDjt4HfWhgP+n7OSmjJ8FCyAg/WgO23G+2FOYK8aRzwLIUSFxp6G7WBzlD+NNhA+iDHj4xPi2ZRxzXj4gcacODDQGPmoj2V+9ldfn73BC8xHy+fzkRfpBwxvVGTcq1oZ1xtzQoeSA6CKjcyMi4AhTVSyTJBso83OzhnXFeXSzCgOqrrflJ3WUfMShdM0F0Sbc2G9bHmqWG7GnSQBr2U7gSN2YDlnr7QQgtg/DdiBD8OYprlIG/aGjE6aFlPGSUxieQ76pWkqcJOYztCX5+CH6/pc4Ip+IYSoe9AbXDc3t0QHRv6ABx+8l6rK3mt9DHhhbfBSth5j3vq63nzkt+GhEQfdg5ad2dfGl5XPZ567wce8dc5cvC8bqqqd3pBINGDFwQQH0KtsXuJc/tTM66wLnOCFIzDAv5zzHDjYK3aD8xCC1ywIGHlOf+YAf6zFOc9KliuO4IF+4I+14TXugUdwDGysB0z0S63DmMvgxXW4F0J4fT2umTcEC54kDjhlzOmrmKDEEeQefExfaMQ49NdKJ9xwyt/0pjcJB72ru0tr1q5xcmN9dOJw6EkoLbZTunjxIjFvvpCP64MDxqxZs8aJmDYHY51Rzlij0UEoaxAU8vfA4D/4K4Qg1m9raxN4BAfgDPr3WVfxbRGSGIyF93gG7plzzIm9qdeSAeCL5/Q9Y93AMYQg+Iv7U04Igkv6GVjbxmrka+iBHDB/U1ODyuWy9Wy/E09zarFuOrj/Ve3d/ZJefOkFHXcRkLeTT504Yb03a76bEjQFZnQQOqpqHROSnJpaigq5TEpzandgmaR5F057NDE5oxMnz+iw9fHU9Fzs1+ogPufnieWnzkNV6wPoXLKOgy+hF40ECX1IMMIrHL/zne/ExPhHP/YxXbBtm6659tqYvLvMTnAFvWDdyN+V45umA9ahjK8YzppkmW9ywNCpbXair3/TDdG2Xeogk2QhjnNbe3ssmJw71yu+kQnvtPpes/eH09zRsTDuAT1MsHzOyRrWePqpJ/XEw4/ovh//UPf+6Ad64L571XvqhCatM0Zsy159+RWdMD4L1ovQhcB64aKF2rRxk6697nqtsnPP/jY60YYjnzMu4Q9oiTzAuzTG0riPvn7llVfiW+RPOuH3zDNPxzd7Sbjxdm/JtgQ7TdGpIyYBVmrVqtXWo3PqXLAg2nfmhrebSMY5AGNN7rGnAwcOuG9Zzz77vAsmh5wYGNVJJ/hJCC92MNXopNWKrtVxLnB7/NRJTTlxRSKrZl7MXGzLsryK2NYCvFZxEF6N+hDak3hBztl3zj4MPMA5z6AZjXtzTo5zH76TPxzhE/rBx/l83vqzHBvzpNbPPKfB79yjH/1DCGLevGFDWcDH6Dqeg1PGsKaXsSzLOrQ2baotAAAQAElEQVQW4WUMfYADeOjDNY31uM4bjiRNPa5mPmv02Go8BwZg5ggszME18DCO+8gV97nHnMDBvCHMw8u4EELUgcgH8HEPWNBjJCO4z1jucc54+rFGCMFqIBH32AtrFV7TY3yDIW89i04msKW4wj14NE0SrXARbNWKlVq+dJk62toxKapZXmV70djQKLs6TnR1+FBRm5NrC520I9BCz7HPNico8AuhNQUMYODZFhdIlnpO+PjrX/96/DYib+zzzYLHXbiUP2mS+P9SEmTd1vQ6Ldg7c8On4Iz5uGZfJ51YAgc/+MEPTOKga60fCIzpV2/sF9n5yle+or1796i391xMnlPE6unpib4Q8FJ8e+KJJ8RPzfY6mcUY5GLWfF61rmE+7AAyBEzsLU2SuC60KJjPoCW8wXUIIdIBvY6sFZzAgvbyh/H0pc1adunP/PRpsmySYFhquUMPkRAjQUIfD43+CPYD3YD8Mifn6CfsKrgZHh4SawAv8IAzGvNyjzW5H0Kw/1Cy7M9FfkM+wOdJF/oOHjwYEwjt7e1qcvLjop0XxeTXbS6Akwwj4fH2t7897hG7SeIKnXaVC0stxTadMZ4ffuQR4W922pcnEdbe1mm9clp8C+f48ZPWkyeiTgFW7PP52y5Qd3e30DfcQ6cBE3tir8QdJEDAG7YNvT1rO7L/wEE998KLnrek5bbzedOCcVk+ryXmuw0ugL3LCZQbbPt37NwRi0AkiniZosWJmUJWsF1Zqksuu1y33n6HLrvyqjjuymuuVZrL4h5OnTod+Sa13NNCCBFnIQSNWPeDN1pLa6uT88VIp4cffti2dDLaUuCBhiGE+eKk7QA0hybwFLJN45oje4bnsevMy54XWpfDS9CH+I3ndRmHN+ryX7SOpx8JvxUuWBHXLXCCGj7HtnR57RVOuK1bty6+fACNKRLDP8zN/phvsZN0yAn8Bn1WGbfsgzXB/wHbDb5Zvte2iURskuVcUqppzfp1WmAfqqnYokuvuFzXXXddTHi12RdiDH7SD3/4w8ij8O0RJyLhY2jLHmjIDb4SdAdv6KxG03PWPnrVdmLM8U3FtOd4xLw6Zzkq+3rSsQA6DZklXjztpDMyBe/k7LNUnCfgJ2TP2pdCB774wgvKe158kHMuRtz30/v11HPP6qSLXEoyLbM+5GcWV7gA0dbW4cJCQYn/yyWppsYnBZzIFnPAB8AKPjdt3qwsnxf+A89JHqKzGhryUefgx0U75Hgny+XNS/noe4Fr7mO3eUEBm36xC23r1q4VeAeHdb4BZ/RHb3AfeYFv4BWS10tMP9ZEl/z8z/+8kF38n2eefUa8DHXs6FHxTeD/8l/+i/h54NS8zVh4gxeyeMmKlwEWm5ZrHOujiyqOsSjGc2Rfa+wTg1v8Y2CYNW34NmvBfjE80AHfOd5b1d2liy+9RLxIs8lF95x5peS+06ZZ3/Cgjp48Hl+eKBhnizrbVUhSQbcbbnyzbrr5FtG35NgiZ/sFDRM/X+ai19LFS20vWiJuWJs243i/5HlDCJE+yA/GC1kaHOzzvUn3Ty3Xo5ocH1VqoxNs55CbDvMo/JF5bLN9mcSJwGH7lnKcedgFoVn7nPB+hTyDfU0puCDSazkaEJ+ibSA06ek5K/A0ODgU+QCakndBV7/devM3f/O3dLH90VtuvU2tHQu0fHWX2jsXmjcM0+S0ffITOnrsuA4fPaY99in3uj397HP213froIvk5/oGXSyasf5NbSurTuiXbZdrmrG9mnS+hF/uOnnqlH50zz1i3BH79mfO9gpfrNV7rGStqmYdGptJNTA6o9Nnh9Q3OKFTPYM6cLRHR88Minij91yf99anfhdgpybH1d9/1jptzDZjRtNTE0qdnyJJOunC1ZDxdPrkCReXBl2snNXIyKgq5ZpmZ0o+Vr23Ee3Zs9dFmNPGf6bFph06ZfPmTbrk0ot1x9tu13ve/S696cYbtHTpEp21fT546KD9PccsLS3CdmVZqjSXqur/mpuKWrxoaYz9qo6fc/Yt50z3smPdFtusmnNuwDjhYhQ5puHBEcNd0cTEpGEZ1YsvvKRdL+0yH4zbxQnK0ryL7A1qbGhy7FbQrAtmE46vyB0ieyXzH7ZzanpSVdMfvdXsZPi73/Mu/fzP/4J+8zf/b73//e8Xa58+c1KPPfao/tt/+3/1mc9+Rt/4xjf0ne98W8BXtQwVnSSenZ5xMbUS1250TMa+Wsw/fHv0T/7kj+PPw/7lX/6li49/ob/92y+7kHWPHvjpg3rkkce1cEGn7nzbHfrPv/ef9M1/+rr+5I//uy64YJM6O1rU5IKkzK9zLqDxwnHByfqqc42HDh7SvT++V9/97vfEz2CPGS+Jeb9k+URGBgYHdM+99+j//W//VfxcbdWFwfMct6xYviLKyUMP/1TluVmt7lptume20875uZhK7PfQo4/r2IlThmuhFjne2bljm640f19y0cW64bob1Ga7ePZMj1LLS956uCGzbXas3ezYdMum83TVVVdo5cqlxvmUyqVptbc2q9vF7qNHjwtbV/R49lCam1FTc4Mam3OyqlBDY07nes/o+eefcwHziPoGhmKOD7251Xy1desWbbdfsXL5Mi1Zsjja3lySKE2SGJc3OjdWsxwnhqnTMR+/sJG33E8751SeqygNqfHZrIWW0UULFqvDNqC12Cp8D+xrp2PgvPeSubW0FEWxKE0ynbS8/eu//qtx/V39zd/8tT7zmc/Ev6n7J3/yJ6bl38bYE15CNy9x0Qrexjbn85l6zPcvPP+C4/WBiLfmFq9vH2pNd7exJ+/1eR207SW32m1a3HLLzS6wfyT+/O4nPv5xF8F/Sf/P//MH5ps/07e/8y396Z//iX7tc7+qN9/8ZsvyOb2466UoM+h5dHar47ZlS1doo2l9+PBR/dmf/YUefPAhy8iQdcyk+HYreKQwunzZUsv9pOV5TstdQC0Wm6wPxi1DY+o5d1a9jqfh4+3btzvmvkrnb9uqrRds1RoXxfBrQgjipZ+3ve1teu9736uf+7mfi3/y45d/+ZfjywHE5g0NDVq/fn38xRdsFn5lk/3i5uZmzVi34/cgey+99JKOHz8eacoz+qywX0MuB/8Un3Oz7TBtmYueLdYhiek+49wpOgJZXLp4ibocKy93IbLLOni1z1e4L7YUesSce5paRmtC5wMbuQKewTvohbwZEX5I3S/nFmwIEu8zNe8kSarE/FCtBedmZB2dON9Zjb/qUKpKw2NTGhgZ1/D4tKZLldhCrqBcvsG6Yc46dMT8cDb+Ggr73bN7t6971GNZwr6ccT68r79PsTmvNGKdW7YurNjPybK8OpwPWL9+g/jC0yYXFVeuWG6+b7bcFIy3Zi1c1Blba1uL7zeppdgcfZGaIZ11fhYeTb0ncNdqGeRIq5/nvfc22xNw721r+jX7SE6CcfSD7ksdzywxruHvOdv90dER89dw9KmRFfwQviVPPiMxjRYvWiyKoMQVF1ywzTAuVHt7u21Am7q6urVu3Xptsh8BvwAPx67uLq1YuVyL7K8AU7P5pWD4sAvQqcE6tslF6QbLfFt7W7TLExMTEcfT9ivxgQcHBmP+A/+MvRQct7E39sl5vQFjCEF82Cdr0EIIkVe471MOqjp+LNkuTdguM+/g0KBGvH9e+qo5b1twcZUYq8m6P7VfRK4i5v3BpeEat73iZbEJnzNPxfF4MI5CSDz/PAz4nfjN/6cG71bNE/XnXNO4Zqwniv9CCGJv9WY2iPuhDy2Ef3segvcqRbmoPwMH4MO3ve9qbKxTs/2pGW55Qg/z45rXkVL7D9h0Wi6X+nq+QS9w3WDbxZHrEILHKc45P5c8RyLWrMObJmm8F0J4/RhCUAghzk1f5mLOXJaL99LUY0AsyGAibtCx3rjmPoOazVQwF4oAYecIczAp/TjS6Fu2I8K8ABvCPBDME8L8ufzhGQ0ksT5HxnGs8ZxmxHH9xkZfxnGsN67pU7ZzUonErqnqSar+H4nRsu/ReFaxw1txP9aqN65pVT97YzMIrzOBXiNgCPN7AEfsn5YzAfP5TGkS3A3il1WzI1Kx01Bx4QPHxzf8r2qnrmxjP2uFPvPvGCiEIPDHXOwnhBCJF8K/Het4zmW5SOT565zSNFFihootka+DmSONLYXISRLnYj8hBMMhVWzk5xyElfj25GxZVTs9ifuxrzRJFfxf1XhiTOo5oHkuy+x85IVCWmvDdullF+umm95kA3ujrr/+WvG37tbbgGHY4YM0TQQjZ4a36oAijTBK0zOTVty9LpaOGBfTqllIEuNuyoLeY8V+3MaNN8xxxFH2hw8f0tGjh3Vg/z47RS85WfuqxsdG7HA2WSGutRN1VXzD6LbbbtWlDrZ27tiuyxw8rl+/1vCmdnif00+csH7ooYfi3/9g3oHBQeHk2k+Xklw0QGMTUxodn9KMcZM4OcIbQNWQRIM06UT/dHwjuixwREvTVPB51XwTQgBVQrFyUuctntcNL/0wLCjYSRfe5uxYZ8Zpo51i5IkxIyPzBoJ5yjZoVctAyYZj2g7AuJU2SaRxj+VNxwkfeT7jJAAKduy1N89GR0fjG2vABx2SZJ7+HIGt5jlpnIcQzC+peQ8+SlXvA8zjLtgyZ9nyzH3gZ5yHiA97gEdCCNEAxmvjgnVxEhjDeBr4QlYIFBc5QIdHMGDMR8IjhGBa5Q1HJvgsSVMlaWqHt8mOb5Nk/ihZliamJoUhofA9ZviAE5wiv6zH2hgegrM5F0txFmlTDtpKNuxma/Nkg4PnZoUQogyyL/Z6zsWOPjsT8OEcOLch4gjcwM8a7Jtr9gFvg1/0Is+Ag2vgIOCFlvTHGWANxnEEH/AFY4A3hGA5mNcJrEcf8OLbESf0oS/PQgiqw8I9ntGf5keRltyHfwgAoV0I8/PDR/SbdbDMMTFOmYt5gTMJOdWqQaolqhew0PvwKPDKH/bH2GEnouBjxjIHewwhxAQgz7k/Y56FF3Fc4U/wwX1gZl7GgRMcDXgBPHK/YEeYObxc3H8IQfATcIBbcDNjZzaEEGnJfrkHTejHOPpyn3OeAT/rcZ97IXifPoHWaZKIYkD9GbgDRuYCjhDm+Zu1SSDx00Z79uyxM3paCxwIgWNwQfC11A41skzwUjYPoTdX2jlrb2vTaRfMTh4/plMuMoE/8AI+K5ZzZIc14T/WQP8xL7qW+Vpbi9Fm0I9x8CuwsS+S+OAZuGnglH3RmIO14Ef6gxOugZe16cM+jQqxNjqlbL3PvDT2zJHk4tjosIITECMjQxpx8qqlqYBYKrE+KbrwPzE2YRino31ocMKPOaecNMjbmazVglrbWrXGCb1rHBjf9a536+d/4RfFeWNLUTt2XqLutetUaGi0fZhTZgco54R2VYmanVBlTwXPA6wdHR0OthcJngM37HFodEwhl6m5tS0WG3EmDzpxhX7csXNn1Mvghj0SaCLrAzi9Y+PWMUVlhXx87L8RygAAEABJREFUg7/fTuqc/YWcr8ec3JmxA4vPwDecuEfSetJ2atgBBwUT9FhHR3tMdisklpucjCT7HzXxAs6IcZLk8g4uCjrnpBLO9pnTpzUyOuTkwphK1jErHKSvdUC7wPvKZ+6bZcrSxLJYjXqcBDU6kuCPgOHV/ftjEME1tM953wNOQnFOXxqwgRtoTfIZOzprOwHfsvcTtrGMJ/CAJ4awh3a4oTV4gv9IQMCTIaQa8X7RDcePnRT3+Htz/UNDmrVtOHTksPhbqRN29A8e2O9k2Tnv9ayOHD2iU044w6unzfMnj58QfSast0vIb82oso+WA29OYkHHNM3ZrjuZ48BXr31yfoZ+yOxHhBCijQAG5BqdkfP+g+dIPJaWplnU6+iInMfSl6nYW10GOGc9rmn51wKmnPvzjDE07uu1NenHmsxF4AJvFayrsFfx6LHwKA09R3/WoD/n4Dmfn4eNeViLI/cZk1gP0R86QQNknXnow/gQQtSHzEfLzCfIA3AyF9ccoTu6kAC02Ym6EILAX3Nzs21ps7ADFC2UJso7OJw0D5acYCpXSsplibJ8qiSVFKr2eiuamp5wEF+OyU30CLzWY7oiR+AKeFkPXQJ/79271zzQ7wTJZLRrwC9/Eu+PfaCrSG4AH+ObTOs560r2jG2kOEpBhuD9S1/6UvwpRRITa607PI2g+Y033qgNG9bpIx/5kIP8ixT8oGJelP2Pmlsw5PgmM9NTlrMJBfPas08/o3t++CM98ehj2rtrt770Z3+uP/6jP4pJwetcrMF/zZmXUvsd4Ap8Ai9B6bZt22LCZjXJEheSOiyr7HnauENOHrJvyc/0UVCgeHT//fcLeeTZQScgq/D5a/zB/NCD+XNZptR8m/MzcMC63orAVQhB3EfPgSf4geuq94dMcd1h3QP+6jhmbnQccHGPNepwhgCWJPrA16zBWvAc/ZY6WUFjPnDc2dkZ91DvD3ysy9zQmp8gg14hhBjXoCeZF/+OJNRll12qG264Tlu2boo04hsrN998kxNkV2qnC5I33XRjLJJ97GMfiz+rzlj+ruDWrdtismhwZMx6s1nvv/uD+q3f+m393Hvvji9brFu/Ufztuxde2m1ebYy4WuzE+VIn6dgLuppvXgAPuhq4kS9ganCSc8Q+NtfsC9ljzEonv9a5qEMybPuOHXrbnXfqVz/36/rIRz+pT3zq5/WxT35cFOpod975dv3yr/yK/sjJagrnX/jCF/Rbv/Pbtmef1nXXv0nXvcn7ctu28yLru6n4rcHdu/aov69f0IQ1oR20BDboiSyA81bzFS9Elms19VknrzZMiXlk0DA/9+KLtnE5F/T3im9Jwl/wBfJen5e98JIQcyKrvCwDHcEtugIZg4b4FV1dXcZvIdpRaB5CiN/0qdsPfGa+5RMSqVouOQF3Whs3rtPSJYvU2dkuXjoA7u3bLxTzgs/Vlg1sJHqAPe59ea/YI8/BO37gcy7oYIeAkW9E8lLE7/zO7+hDH/pQ1G/wIPsBTuACX+gM+I4kJLJ4mZPs73vf+6JOgo9DCBEe1icBjV1jv+w7hCDwBBzYRfDWbz+fa2AMwb6Jk3zYpYp1yIRtnWpVcT42Nqq1pkGX7XPFBYyjJ47p6Imj2k9M6mQ3P+v6of/wESffi3GNbidSb4L2W893kWaxZpxQf+7Z5/WTe3+iPbv26vnnXtBpF4tarPNSr9tWLGqJCwJz9jPYH/sFp+gH5AifEjzl8znbvZzXmI06tbW1RSEEFfINQi9SqF64cLEWLlyk1dZRDfajctYrzU7+Qg90QFt7uxOjHYL3z3PxgRcsKJJfdvnlIlnMNf5MzroI/OO7wpM7LQ8kJMHh5VdcoQYnEpctWy6+eYocfPazn9VHP/rRWGjd5GQrSWh46Nvf/nZM+vMSCt9gRpffe++93kemCy/c5th9nXnPvpftesH+1tJli10cWyzWQla7nfBkPvjsrW99q8dcqEbjLUlT7T/wqsZcxEzSoIoLXvKnYh0745gDmc8XGrXAydSyfbn9Bw5p3/5DwifEhwMP23du1+133O75CurobNcG46NYbDNuS+bXsuPZGYED9DE0Ye8l50vyuZyiPNTKfm6b6Jhy1LJZsW9VNe9M24eadBxuhajgBGiozmnEBaZcUosvIH7hC78ef2b0tltvdbJ/g0bsH3a4ALNqdbdps0BW7TpgeB9/7EkdO3JU8CSxCbwMjaDX5k1bNTQwIn4p5Wxvn5546hm9/Mo+Fz2+a3x/2bg5oLz13CLvv+hCVd64yLu4Vwupzp7rV8/Zcy5G9mj//gN64skn9dTTz4oXOfft26vx8REnkheIl0Zuve02LbFObbQPIeM8VyiobLtK8XraRcIkBO+pSUX7FfBx3nqq5j23tbeZ9xeptbmoSq6oUmjS9FzmyKFJE5PV2M6cHdShY6disZV8zLFjR3Ti5HGhc3K5VGmSqpAv6C1veWv8ieSi+ThJgmkzp5HRcZ20P/nMM8+KAjF+/vMvPKuzLiA1OO4otjZHe/O7v/vb+sxnf1Ht7a2WFTmGzGvG8Qi81up4iiIq+gHa4sOkSSJe2oJ/uy1DiaS8YWksZJpzcQ4+oQBJoSQxE/Qbly8+/6Lwifv7hnTy+CnnqY7pnO8PDPRb359T1bHUAhexkEfiqlHrEw81nasquwB5yIXe73znO/ry33xZf/3Xf6Wvf/3r2rX7RftpDUIPrlnTHWHa4oJeo301ZGOliz2n7EvXylV1r+yWkWxctagyV1NDvsUFjg7vc079g8Mad96qv3/QhZSjesGFX35aut92qOyY83vf+a7+9Itf1J/98Rf1P/72r/XNb/xj/IWQYfPrpGWLF0sK9otn7OPMOmdAkY9vevMSC3YFP+OIfX+OBeM9s++Yz+e8t4rQvw8/9LDQxY8//rj3OqezLt7wTfdRF2BvvIk/6XKNZucqstiq6Pg4zWUace6Kb1B3r+22bp/WSy+9qB/84F/1L//8z7rPRdwzp05bNqe8xxY12PcGhxXjeIULPBdftMM66WZtdN6voZCqUp4xb7ZoYefCKCvPPfuC8llBjQ0tLvDNKA05y3BNNQPQ0tLq2HVWNrtRLy2yLh01LLMuJjdYN1Utx/lc0JIF7eq07h1z/AuOqs5JYUfwh2ate8ArubqxsUn1Od7r7elV79le7/2sZe60ou3pH4gvt4879qxaP6VJYn5PHPPlInzo7Yrpw74WLlxoP3dD5AFe4r777ru1detW83NQo/VwwTLJ2vji+GP7978qXoAYHnGsbqf3oh3bdd01V6m92KJpx2fIVoNja2zN1772Nb3yyssC/knnEs/29sa4smw7Nz4+Jv7O5xNPPuHC63NKLf+8iHzttdeo00X4Q46t+/r7bXvWOe+7zfzaEudpbGyKPutRXuDg7yS7yEcxLl9osuZIdNnlV+pTn/wFvePtd4lfG1i/bp2uuPwKXWf/+/zzt0a9MT4xJn79oLfvrGPoSd3305/qvvt/qvt/9pBOnj2rw+b9b1lmTjoGybz/dvupLdjRJUvFry1QdMY2sVf8jgsvvDAWicEddgV98/DDj7hwftT2p02XXHKprr/+hnjsdD5nzHR55pln9K1vfUvwOgW6/Y65kYNm6zp8EHA/7dgiZ3swMjIifC1+BWeLC6+thmXUPkTP6TMx9mh1fmOJdXFLU7NySarMfM7LEgu8FnOhg6BB1XivlitKQqqCdXbqfjUl1iG1yJdZ1mA8F1Xws1qSk5JMkzMlTZjvRiemNWZZH5uaVTXJq9kF+w7rHXyI9es2CJ2GH1C1rFRtZNZ0d+td73qn/vN/+j2t6e7SuPUSOQD+rNORI0ecZ98dfUzwwEutL7novGfP3vjrIKdPn43yE5Qql2bKZ3lhI6Fzm9dtsO0BL52dHZaltbrAxfDzL9ii9RvWaoVzYfypgizLRX6ZcR6AHAU8TAMPIQQ1mbdbrPOZNzXvyZ+y7evExLh91CFBV3iUsRQvGZtlmdrt47ir+XhE/c6JlC1fy60vd/JCxvU3uj5wuXbaL9+27UKtWLFSeeu3LMvbt9gefynkyiuv1nkbN6uzo1PIH/L6yr595seD1uvnhP4GhpHRkZgvQw5o6EDkgdh4wnIGPLS6bzpr/4DraetSjsgb5+wXegAz/gbnNK5DCBxi4xn7B1/jzp/gX5PHqfuzZ3rO6pwL4v22O+BkzHiampm2PzNrv6cql3dUs+GpKtgOy62mkKS+wspJ6EDWpbFvjjTWFUrRUIRgePyPe/9fzV0UQhB7psEDmeWjYP2Zmd6J7bfip+Y+QanpSh/8TM6ZkzX//zXgo9GPMap/vLZkAPVvH55Xrd/nj1VVzfs0runFusDAPfD7vzfoQ+N+fc36OMayz9cbBomWmRG5yaR15wKiT1nJcs3iLFqw8qoYoDfeY1z9GcxP8M9CIQSFEFg7bgJg6kBxTmM9jjSeAXjN89cJyLo8o/GcI41xPHv9WJOZ30zjscDHffozH7ByrDfuMwfj6w0gOQ8hRJjZUwjhdaJznfgauIJqam5qsMAX1GgnotHGqcmOTqNbwYxTZw6SbcAhf1ivvj5z5S3EIQT73OXI8MBEX1oFpWqnNE0TZWZCGozo7uIDnFUXJ+O3VN03tcMHDZmTMcAIDmuew5rY/8p2tOaEc1SyUFd9v2YBqVjR1GGqOXhMktTKMVV9n6yVmS+Yj3GzVnzwBAKdpkEou6INR9mJsLNne3TSQeL+fQe079WXdabnlNtpJ1QP61UXQQ/ZaTzXd840qkQnCFiTJLEDMyOUA8qFQBtDd/z4cb3yyiux8IliP2TDjcEat4LgTWEcuVOnTuqsC68nTrjvy3t8ftq4LCmYNgOD/Tpi5/zY8WNWqsM66b4Yw2effUa7du2KgQOByqQDHwUrdfNOLcmpXDM93KpKJOMitTHL5QvKZXnB30ZZ5OM0TeMeuAfdUJQ0lCOKjP2EJIj90eYViuexYuGaMfQdc9DFvqaN17KN3JwNKT8RwhskI35G0ZRCaTCeSsbxmJUoY8A/PF0zQJnp0+EEDDJX8Rx67cPzEEI0FsAbDE/FdK+YzrG5L/1pVcsMjfnoS2NvTAV/cKQBN4098DyEoFkbcp412vg1OdBlLDDBF8AEX6ZJGuHgecH6g3s845r5Zh2YgQec7LJhTM3PJqSAV/4kaSrWAxaMKE4u+PP2FUKIPMUz9syxwXJYXx+42CP3afRhryGEyL/AAR932iEDbmDJvyabXtrJi1KcH9wAA/CnhieEedyyB2DhPuPgA+aHn+u8wDVjONKPRpICPIBLGnio0xV4QzAn1xQNDnsIITiImInyQn/GAi9wAWcIIfIm69dldM6OfsVBQFNzg/VIZjG2HrC+YP76GGBuwsnL5S0/Fe+1ZlxncV3w0mznEdjYI2NYmyO4rNMC2tEnhBCLPzgUyMC0nU2cTAw+ss09xgAf+GG/HKftYNTpwrwtdvyBC+VV0IUAABAASURBVHyzd/YK7pYsWRLlDlzSeA4sPGMP0BB4wQv3wAWN/XLNOswPrKzHOTBwjQxxTX9gYu4m8zNjgJfxwML+wfk6BwEkeYotTVq2dHH8mSS+qXn2zCk1NhZUM55HrIcIYKZtQ2enJ+2ATmjUBclzDlp4K5D10Hesz9zsmX2Bp7MOGoCNdVm/Yl1NH3iH++CRfcG/jAkhmG45AT8wMhdw4nTxnDkYA27AJ3OxN/pBZ+SF65KTQ8DDPMDHWuN2tMsO/OccWE44yPbmVKuW5f+p5/QpTU9NChuYz+fMn9OxiFJychD4kiRVkiTmv1ykXc36dXp6Tg2NLco7wTMxPaOTp3v03Iu79MjjT+ikA+6KnZ+JySkdc9A07EClVPJaTgwW2zu0sqtbBfjVDjt/b2dkfELVkIg9sV90A7oe55b1oSFHipDofvANP45bl/IMG122Tuw516vB4SH1YqN8vcrJ0yuuvlrX3nC9+Mm9TZu3iG+WNNvBl4KgQ76Qjw75tAMa8BpCsPWRKk5ylOfKlkfbusamCBtvRTc5KcW3YJ94/FH1nDkt4MKuzjlRUWxt9tiq6FNsLyqznkxySUw2sSf4QbVavH70scfU48RR3ZmueSRBxGonsgkcCNCgL7RFz/Bss4M8ErM3eD8ElCRf6c998Iafd/rUMQ06yexltfulF5wAOKNcSNVsHdDZuUgrV3aprc1BhqQ225wG6/xGywjroQPYD7DMmvbwzlEHZfxc46IFC0QQOWM5n56YEoHlBU42txqXDd4ngSW0gIbgNUnTyEPMEcw/gr7GI/uZc0BVrQUnQVs04+RmycmYLF9wl1RpmlNKs50tux/7qtq2cV7nR+hk8AVPcj/nvlynXpMj/bkXgm2bfSX6MSbL571mk9ecVZKmAl5gZQzykySpxrDZ5ivmYG3m4Tx1/8QyAH44Mo69gFee0Yc12C/36y2EeZlmzKR1CPCCI9bkHmOhM0fucwSuEIJ5r2p2qSmE+TkYO+v9NNg2Nrc0R7sGLsv2AzqcHGlzMgs4gJnGfMAJXKwH7Mzd4sTAG+FDb7SYjsDBsbu7W91u7B8Yec45e4MGyB39jlu24d/F1unggYZ+Ao4bb7xJF5x/vmYdDL7lljfrIie+X3zhOeuZCS1ZvDD63dNTE1q1cqVecoFp2Imtqv1hYGwwPwHv9NSUavYl8E84H3bhf52LscgACSr0AWshA+94xztEQvaxxx4X/iSwgm/0YQjBdrHsZORhJ5We18mTJ2PCk8IACUNsEm/JX3zJJfHbsr/1W7+l//yf/3P8BsFv/MZvxHv8DUpwWjUvMi86FV7hCE5mLf/QB/pxb9Z0Yi88AyfAwT2eMQf6AHxDh6Gh4eg/I3/MzTzsCRzznHWZBzryDJrQoC9zcL/eB5jqtpsEBf1XOBFBX+CpWf8wb2trUe0d7SKpx9vf4Bv7WbCMhBCiXuOeRVH8usyg7WBvb49eePF5hUTK8qmPNSfhztdjjz4S5QZYRpwkZ69POkm+wrT90pf+0gXsX7PtaHTiYlDjThglSaZ9jjGeef4FbdiwSQtdiDrtOAB9eOToUe3au0fM0YBucmswv3da/7AH8ItPCU/SwA9w5vOZmpsKWrlimbZu2eQE/lt0xVVXa/mqLq1xImrZii51tC+Kibem5hbDO+64YsS8ctLJ/ynxLTqKS6vcf/WataoF40A15RwXTtm+UeS6wUXW2267Pb4EBP6xUeC7xfHTlHkV2EadvOUlSWjCM2wYR3C/2Pvc5EIV/IDuPt/y0d7eHuWc59AG/uA5SVpoxxi+8ctz5uQetJY/9IdnQgiRf4AHvh+ynBBz8UIELwI89/QzGh4YFP3P37JVBevazPqs4NgoX8iibSNxyjcgSf7jg2WOSZa7OI2cbdu2LfrZK8xHyAp9bnrzTab9NtH31VdfddLuedN0v+6//wGddaFnxEX0qakZ+5IjamxsdoFtaVwffFCkO2o6Hzx4MMpiajjAB7+AdJuLP11dXTFxSvIQmEMI87rO8RM6pmD9wLp5H+Fl8IFsodugATqB++CM/YOPEy6avvDCC6LfmjVrtOm882Ly7bLLL9O1110bE4/QkLlpp0+dcgL9rFoaGrTECcWdxsFVl12q9mKz1nSt0sqVK2RzoNQxNHrnwMHDGrAcZ1lB1ZocN/cozeV00vMcOHAg7v3VV/fruONiZLzuwwAnNNyzZ4+Ti5ORJ/lTCnzrEB+Kucr2RYaNzzSXV87zN7togCwsWbwk2jDkdsP69S5OFGMDNzt37tQC24SKi5T85OOaNV1qa21RV/cqUfC8+NKd+sCHP6Cdl1wk6EyyGtzfddddgkcz03+BZY5vsPLrVHzbH7zyDBp+73vf049//GN99atfje2f/umf4res+MUM8E1jTyRyKcISQ5QdG3Mf3+3Agf0aGDxnfBxRksr4qWjt+nX61c9/TudfeKFW2v40t7eJb+0sWrbCRdWlGhwa1cHDx/SYi5TPPf9S/NbUTx/4mXl/yrqlX3zDr2pbWLWfXXFLrLym7V+ccyGqb2BIIc00XZqLOYJKLVW1mrgF68FO461FFF0mXIAYcjJzesI+qfvO2d+pmu9CraoG+4o/+tG/6u+/8j/1zW9+Uy+b7yu1oI0bt2jl6jXasnmr3nLLbbrrne/S7bffoWuvvU7nbdqsvPmUOO7QoQOG+acuTv1AD7sQ8Lh95Seeetq8ctZ8WRK07nNx45QLDGfOnNWJ4yed4B/UOftz2Fz0CA2dQNzSZB+62W1B50LlzRvYyHO9Z1V23DLlWGXGNmnS8dsG8/rV119rWl+siy69RDfd8la97R136VbL2tvfdrsuv+xi5ZxbqDrObChkIg6oGY8lj098n32z/4L5OZ+mymc5NTsebbEv3GD5mLZrPzpZ1kQp1WylSWeH5tQ/MqsTJ87qkIvJ/+W//YHuvfe+mMhGP424SNHY1GheznTcPsShw4dEAQkZffa5Z/RP3/hf+vKX/9aF5X/WvldfsZ453/rgbt3xttu02bq93YXVJK0JOUX/AwOyPm09PWkfK5/LWUa71Ol+o44HxlyUGvaxkM8UbP+KLc1RFi7cdr6uu+5q02+d+Encd7swcY2LVvi2E/YBe41L8lYdHQssSws1MjIS10T2a6qq4Lxhi/3qJtuosuP0yckp64Ocqo6rRkYGTbte7/mMfc681rsIsWTxIuvDARe+H1dIpLL92xPOtw0Nj9jezSjvQt+047CaxzfYDicWjCwtaO3a9Vq0aKllvVmJggq5TBS+C95nY3OjmlubNTAy5KL0yzG2wJ/Pea8Tk+MC1kVeF5tSsN4nr1mxb9/j2FSea7FtUmtrq6Aze0bfzvk5RdcmxwXN7M881tra5vWbxEtBo865oaP27NltPbrBhc52tRqnSx1DNzTmddQ5O2g6Yx9ow4aNuva6G3TbbXfoE5/4hH2Bz2r79u3q6lqjVatWa7n1KHYlSaRdu150ceygFi/s1MU7LxB/i3dmclqVcsX7TsQvD/34h/foZw8+rJHhceuEZcrnm43vRMuXr9Tdd39AH//4J7TVBb0NGzfoiisv15VXXiFsGL4j8df/j623gLf0Ks++r/U8W46ffc64+0xskom7CwkJkIQgRQq0WEsLbWlLoV760kILpT+gSAsEgmuwAHGb+Ggybmf8zHGXrd/1X4ed8r6/b2dWHltyr9vl2ftQhCYv+ZJ9jN7eU9YZkyo6/xVCMD0bRQ5xdHJaQ2OT6rctHzFNh4ZH1GsZPOn8aM+pUxq2fZ0wf4z6eU93j4vXx9Rtee23jeXn6/O5nHmvU3y73YrN+9pq/v+lHnvsUfFnKND94HWtYax/cQU7cM011+gTn/iEvmje/6sPfUgXXmC5TBMNDfSpZpm+5KKLde6Gc5Qa1vb2Ni1bukStLS3Gx0PKWTcF9y04vs5ad087H5eaTyadC9ixc0f8pvEPf/h9feGLX9BXv/61aJcK9j3w37HHY5YbeAQfbMx7ljE+bF+OF4f46fOB/mHzaMkyMOIi/7QaGhoF7Kdbvy20fqYIuXrlKtNujhrMZzXzNnJ3cP/+WIy84PzzdcIFaV7eLVtnDrrY+eTTz+mfPvqv+pePf1Ibfd7RMUfZXIMLRxVlDPuFLpCuXbvORf2D+v4PvmcbvVXAvHrNGjVa5tCF+EvgLjEDwbu8TIRPSwEyn2+I/l7RerzXxW8a/RPLFXpozAUzWa+Dr4xlifHYrEcffVRPP/20ddJu7bHtxq/ClyJWwHbhQ0w73ztoe3/EfsVg/4AmLBOJ6ZLN5i0nzUpSGzXJvEmrSSFRpVITeYZR8/QUPJ3JK9/YqkLnPC1buU7rzjhbi1esVlNrh2ppVtOOi3PGRzaTM86n1GceHIT37GtCK+xw16FD4luqq1at1KWXXiJecDzjjNO1xtcrly3Tovnz1WwdPeUx3c43dFk2iQ/QZdjik9YDJ02XAwe6HIdt09NPPasXX3xJx44etx/XrT7bziH7HpMu8NKSkIn7K5jPmqz/ZR95wnN7h9Z9qUII8Ui+vMF2L2dZyBi39SP2eXJi0jm0YQ05j4beruO/aL0DTfEVuuwnbd26VS9s2uyYY7N27NytrsNH44tEQyNjwq5XzUflak3Tpi+8is3csXNXfPm7x3Z0yvqnwXyC/luzbq3W2A62FzqVmrdkfglu014TPQw/hBCiTuYcuICn6niPc+zvpH0BGrgft7xwzlj6yB/60bhHYx7m4EjjHn1rXoe1QwiC53gGX2K/OBYtu4yjP40Yv2T7QiPXpSTISDZv1VT0HuHHsnmlbD+xUq6p3qrmN7O3VAumSxJb4j2HwHUwxP/7DzjqVyEEoyd5uUHLnHVK+huerlgXlS3ftKrj8/+7VQ1XJeKROWsGoGabS5M/HMFBvfnWy/9CMD5Mz/ozjhX7IRwZR3u5s0+4pvG83o9z7tFCCEZTKngPfZE3P8KL8qds+QNvNMb6Vvxn/CSRKPWJQghWRpmXJ8G4EnjmHRjCzGUjAmYYtjGASThnQgBgRuaBoMPDQzHQpD/EZWGONBiAMfT9fxv3acxHY04a/bjPfBy5/r/bDBF4Xm/047x+pD9zhhAisUOYOULoxOf+J9iE88QnMy34nsXdRGU8xGcP7Kc+F+M5Zx3uIzA01p4ZUxXPaCHMrEl/8IAAcA7D4YCEEFRy4nrazihr5XJZ5W3saGmamDapYNB8NutjKhzZrO8Hw1czkUsWkCk7wZN2rCatqBBahIY5aRULVjCTVszUFQdLNSehMpnE+Aiy5LjwWlEIwetk1GBFigMFDFnDYW9SqfviNDf4ujGfUz5bdwAH1X3q5MtKDt6gkcxHyU0brsTCyLFiJmc/7B0DzFuRHLkOIUS+QdlzH6W4ceNGB9zP2Vk6oGNOQh+2Uj9wYL8DiRMxCbZp6xb9+sH73R7Qrx96QE88vdGJ+cfj8f6HH1SXi6l9/X1C0fY52Jne1HK7AAAQAElEQVQ2bhGSnAUk6z2EJLURLhvvZQcm0zGRO2HcTRvmivk9hBl8hBAiboAfmtE4px8Netebe4qPOUeZbFapjUKwQilbwVIwrZhe0w60KJr228gNOxE7beeFOeEZeIzG/LQQQpRTzrmPYINPGntpdIDR2taqvOW0YvpOm4fKKCvVlJpGwFE23oGv5HVZg7VonDMv8KaGEbrjZKBEQphZN4RErCl/GE9jLP3rRz96OXERQohOS8FOV6cDc/qgK+BHjiGEqKxCgN9LwihiQOUPuKfVYWWtOoychxBi/ybvuc3OfHt7u4A5hCDwwVqM92VUzPAh18gkR+YNIUQdB+4YQ/BPYqCjo2Anqs1KvRqfgxecB9ZlXngUWJiDa+Bm/bx5CR5gDY7gBRx2dHTEZNLCRQtFImaVi3DgZMGCBfF+JmM5Nn8AA3QFPxxLpl/pN3RiDXRwwQkCdATrAgNrQiOca/bPmsDFeOAOIRjHieVpXAqVqIOAn/H0zZgn0THMVTNfcp9xPJM/XDM363OPZ8wdQhDwMJ5r5Bsc0Z++HOkPLNCa5ukibdgTOIIO7Jk+nLNv9sIa9b4cWQMaMR/9Oc8YZ+CWPbMf1p+2TJet/zLeE/1CmOFb5mMs+2CfrA+M9OE+/bnPvUk7amXLO9c4jXU4wTk616Ikfsoln80ra4eV407+JrSDpFEH3fv37tGAHbGSiwBDlumcdcuQ7xNYn3AwhYM2ODgo7lG8Ym30Y19/v+8NRb2T2OiwL+DA+QYvwE4QRV/2D8/Pt6PLOQlK+Ik+7A1cD9s2gxeO6Dz2wXw8DyFE/kZ26nifwd90lN0p4xG8QEPwAA0qthUTtifch0bc7+zsjPLh6ayXqiqbV6OdMC9PWncCB3InQQc52TcqYMpaP2WMlzSb07LlKxxUrdG1116rKy6/Ur/zxjfp7//uH/SBP3m/XnP7q7V+w5mau2CWmtqa7YQ3Rf1NAIdtwF4At/xhf/AfhY6IMwe43IPGIczoCnDNfsEVMsle6sezzzlb191wgyjSrl53mi6/6kq94/d/X9dce71OP/MMNbW0SCFR4gRbgwPBZicJQpJRU3Orsg66Wp0Q59usvBSTJImyuXxsRoz1T1HwDmsB0+Ili0Xx5cKLLo6BOv1Pd5L6TCfHL3YAf9pZp2neovnqnNOptkK7zr/wPJUrRRWs42579av16lfdpltuvkUk7yvW5+xjxMEle4MX0C9nnHGGA6Pz9KrbbnMA2aFOJzabmlsMTtDpLgqTYG+wbc+liQ7u2+sC6ikXqHJatGC++Kn9TCZ18unVTiycpSnbwJz3uMJ6i5/rzeRyypp2074vf5AN+ApdhC5AFw47cQTfcc1PFu/fu08DDhrHnWQkiRCTzSdOiuTCiJNjVScvQ0idqJRGHFgydtBBmKePa1XtJBcd9JTdr2Inv2w5r/NnYnznDFO9AUu0tSFE+wPdq9ZtzAXv0h+cIe/IEc+Yi+fghPscmY/+HG2qI69Hunte5mTfjKdPxXQoW2+ULSecM1cIgYNCSATfcxFCcFJhUvQFhkYnnDKZrKYcAPX1D2rSfDvlBG7VAQzz04CHvoVCQSHMyC7wcZ+1mZdzjuxtBt5a9GOmTSP0B7ShD/DSjz2HEKIOB174kn6sQz/gAyfMzzXjmZt+vb09TlAcirIIfMwH72Wsd4sOLsfGR9TjRNPo2LDGJ0bFMZfPKEkVW8VJV2BsQA94zCzzJsV94ECnQz+So886IbFx45Pi5zyRaV6g46d4SWYBF/367dOVStPatXOn4C3mpgBSdLIC+IGX/vl8XvBlo3l+lZM2GcvxTTfcqPe8+936wPs/oC4H37fcfHMsooFb9CZ7Yd3DTnhU7U8Bc3uhIAoCtzqR/Ad/8AdOQFwaeQzZ5tsqy5cvd4FvjZDDs11AWeaEBIkZcBhCEDhifvaZz+fEJ4SZ+9AEvOcNK41nHFP7Y/X77Jvr2XNmx7m4JqFJwo8j8wIndKmvJRst7kFf+IF5WYux3Ace4Gu1juNlxfb2gkgq4a9gA6EttKEv/A9MyAPzoHMnHGuwFvMzL/2YD35JbMtaW1vs9yzXmWee4cTucifSG62HKo5p4PsJFzcej98M5tuJfIulaBnnJ4AvuPAiURw9fOSot5Aok20wz2EnR7XhnHP1tt/9PZ1/3oVqbGgShcVFixYJfMNL7A1cIHdjo2NiH9gi9g+c2GBozL7YHwngrPE87YQH+olE0aB1WLFYkRfWmJNBWdNrwLZ7Bv9zNG/+PEH3ZuONdeA3ma+SNFVFQdNOUGx/8UUV7PuiL1uaW5VLsy/7YPA94/Y64QafHXXhrN9+AN9iiUmzsQmd5gLL+rM3ODapGoy8Y5+Txl9z9HXZCzIA72L32BM4b7Utgv/Yg/xhf8DGvuFp+pAEYy3Oe+2vYEvn259osHyAw2ttj1etXqnT1qzW3Lmz1d7e6iRnVkkiJ38Pu/B1vz73X59x4eLbTvI+5rippI2O0bDNwAE/sBZ8Cy+gu9A9XMMzwMP91LiCbpdceqltabOWu1CJjAUvNGQfJmNfQpYP9CQ8jQwjTwvsO8OH4GDz5k0uMj2kBx54QPgc7BucsD7zAwtr46/AF/U5gIn9wwPwAvihLzgAZ5u3bImyDG3gaWwq/VgT3njkkYejzwb+oCNJZfbGkQQca6E7uB4eGhJz1+UUuPa6GPz5z38+0hN5S5JUzzz7rHVrl/2zggujw8b9fK1wMaSltU3LV65Ui4sSxI6zZs/RhJP2RftcK/gzE04Qsw9wt/6cc7TMeOTbXUXbpX6vzTd4du/bp83btumlHTs14liTBr6QWVp9b9yDNyq2t7MKHcqEJNIXvIDHNJuxIk9EIWffgX2xAAPtKRzho0Jb6HOpacq3h5GR888/T695zat1xx236y8/9Je6556v61/+5V+i33fLLbeIvwfJTzYusW+0/pz1uvCii9Q5e5YanMyEZ+BXflKUpDS0HXZuKZfPGjfLLPNLzZ/t4m+ZPvHEE9puW/DCtu16+rlNOmDdsfHZzXrs8aecJD2pWbPnG/acVq05TcuWr3KhsVfDTq4OOfFPYnvcuiJRULXkXIBtcaVYjufgomwbXbNuGnUSfdSyyc8pjvse3/4b8fW0cykT0xMasf3rG+jRVGlSOcenJScpc5mcJp0EP3L0mE6eOGVfeEzdp3r0omlx8PARbd6yTT//+S9dNPmVE/D7NDoyHmPDNabr+Recp+tvuFbXXHuVfZCMdWdV0CKbs/2wbJSByT6TTKem5lbh+3COvslafkKo2TefdkJ9QsOORXptv6dc8Ei9z9bmFs2dNVsL5sx1An1V/Db+bPNWap9k5+7devDhh5W3TkBGV7rgTlEu8ZyJ7XYmDSL/09barEp5Wo25vBoMEy/sTzpZXHL8WikXVSpOyUklp44q4k9bpYYnsU0Kv2mJbUTZ/ZqbmtXa3uLCWouaGhtiAbKxsUmsPVYaVJKraWRyVMHrq5ZVpZS4b0GpjVHGsW1LC3oxa3iz1sttIkb42t1f0ac+9e/iVyJeeulFa0Nprm1nksiFskvEt9f49YtzLDNzfP/009dFv/nSSy4RBRz4cZXl68zTT9PpTqZnXbAcHR323N2iuH3fL36ufZbjnp5TetHFwQHr7wbbiYZcVu3Ww8uWLlNzywxNOjo6FUwjaJc3TvFFMs6lobt37Niho0eOSCFopdcDPgq+FFEnHUttdX5r957dQvaQLeR11HyW8zpXXX21aThLYy7ANmUTZYzfin2iadvlbsec/C3RHd770OBwxOWy5cuNt1btO3hAvf29Os+ytsT6wgpKwX5+Nc1peHxKB7qO24bVfDsvGe4J82/FNq3RfSiWovOK9veAZ4OLdBRhcqZ/at6gGDFs/V2x/hkzbzY4Zip67Kw589RgnkMHb92yWYcO7teKZYsVVDK+GrVi+RINuXB999e+rn/71H/qnz72b/qTP/vz+E3uj33s/4iXSA/bTj6+8QnL97N64KFHdKjriIjLzAaOJ7p14vhRze5o13IXC5vMU6rW1Nle0Nw5c9R1oEvf/94P7W/cL/6O8Re/+GV9//s/1pe/8nV9/gtf0n33/VJP2uf86U9/ooPOL0KzDhdQpuwXDLkoWrMfmNpm4WstWLDQsUnW8lhTi9dp9r74KWeLu5pb262rO8QLtM3my3zePFlo0RmnrdKGs0/TyuUL1dSQqjg1qvGxEdv3aeWyqbLmh7L17rRjcArt8gdaIwMUk//6r/9avJzyhje8IR7525/4OwcOHIh/soVv/T/99FPWHc16zatu1brVK3Ty6GH1OT9RnJrQGvPW2WeeqcTJwBCkhqZGFylP6Ytf/G/t23dADq3UZFuTs97lz5hdeNElets7fl/v+YP36drrbtBZ68+O35CdZR3RYB6ecL4E+5ixvjjrrPVatWqtyvaZctm85s+bb9+s0cX/5/SVr3xVn/rkf7hw+2jUf9PTZdu9Np111tlqMD/tts5+0bapYnt2unXexS4EL1u02HFpj3bueEkUHy+/7DItnDfX/XOW74Ly1jfd3temTVv0k5/8XL+6/0GlhiNJswJn7G/t2tVe4wwX9br181/8RM8//4zmxG/6rrZ+maVTHk+BGruNnWptbRW+EDnn7du3W857TAGrL8eP+I+Dg0OadkyV89r8JC90me35wEVioaUxzzrrCvwFjkuXLo1r8Qx5YUKOw8PDYk7OuRcsBVUzsZcShcdaNSifb7Q+axB8NWwbNW0ZKpvBSsWq71U1MVVUyOTV2Nym5rYOtXbM1qy5i0SRdcrPBgYGxUtpVctAe6EQ4WCPNV8Puni/28XDxx99TNu3bLVsHNRgX5/t1KjVdVl567G5c2eZpiu1bt0a66XlcXzB82CT8alpyHfReetsNqcmx7Pss9+xLAX0U6f6dHD/IW3b+qK2bXtRm1zc3O7jvn0H1dPdZx9nyPHhaMQpc2az2TgHMFJszVmfNDc3a45ld5H9e86bfA0MjbYRIYQof2mSRJqPOb+A7wJue1wAP+wCKoXeffsPipfRXrKefe755/X440/ooYcf1aOPPqHHn3hKzzz3gtvzv/GPdtm3Oao++/ojnm/C9E7Nz+R5WpxrzpnvkZOieRX4oD86EJiBP5PJKLWO4Jh3LMe9EILQhSWPgd7sVf7QD3z5NO6jZvpzHkLg4D3V4jjGxmfeJ/Oybn3u1OslSaoQghI/T9JE9El8zpiycyWsO9OKKtouA0PVurlqZmNuGn1/u1XNI7SK/YsqG3ZOIgkZqZYI3qz5WgLO4P8H/b+fEGbuVb1G0TqN9VmHa45cF20/aFyzdhzi//mfarWqW02eXFzXmwHQ/zafehn2KvkkNhlv1dj0Wx/60EKgn+x91OL8wFNvtdrMvfqwEGb68rz+bOY4M//MeS2uRZ8EwtDqBEjTNDIDR+7R2PC0ncuyCQASGIhSwaBO2NjTCEa4phFg1Cq5hAAAEABJREFUj9mIDtmRxznnGf2Zp444AA5hBljOfxuwMokpN/qyFo3ziu/xDBjKZkzOuR+PZhrusQbPqcjzjLGgDkSWyyWVTMB8zk6XlUU2k4pzjkkSlPHes9mMAItxRSsJ4I7zeb2Z+WpijyMOSOjDvOAoa0XAOXjjKH9CCJHB5Q/7ox+KN2clwVjuhRCiwIwbj8zJWmmaCMwUbVTLdoyKTs5POZk9bkdubGRIJd+vOnFXMz2KFvZpJ494i38G1qLnKzthV2JVC1aifD7reyVN2sEas4IAR8GMk0kSZSPcQTLzlrxf1gdPNV+Db+4Vi5OSquYLcBSUb/B81bIDkUH1D/TZSR/QxOSY+u2c9bigunf3nlj83Lp1q3AWMVoYKRxcDMiknZOqhRV4eWPnwQcfjG+qbtz4lLiu94N/6I+C3LVrp7oOd+m4HcSaaVX0/kfGR52ArShkE/UM9Osl99lu44ujuNfO0JZtW9V15LBGRkfssJSMk7LgVVrRfFAzDrwxZXM57y1VCCEKBjgARvrROAdW6M84cEjjPryHXBTNHzRPorydkaaWFqXGLQZy2s+mvR596+Pq87E+CWuu4Q94g/VZh/WAkWuOFFvpC29TKC0ZB0XzNOeJeSabyynjNenLeGBn3qoVGnMxDw04Kr6XmP5pmkYeDSGIcTTu1WHhPPb3WpznbSCAGRmn8cYLczMXBgWDV7OqYgz9MpYxxrEvxnIOPMgQY5AHjrSsnSHGFK18Oc7wZhLpFkKwA9YcE8DMxXMac7IufVmzaDyDJ2g+Zh0UQogGmnVZI4QgcFC/hteZJ0mCZvactXGfUmdnh4PWvBpNS2CkTwgh8gk4Yj0SdqyPA0U/1mdvrMNz7ne66EQSoujAmyPGF/ihC/PIuJI/jOEa+GlVy4dvR1i5ZgwJOBprco85qqYj69I3hKCicQfdX+ZN68yiccJz5oA+wMaYum5mDviW+3U46M8c0Ilx7A+cMTf3QgiRLswN/enLOXsALhr3uQbfNNbB0SHhxnOuafQDHp5BB+BgHfpwn7HAii5gDfQy92msy3yMHRkZVr+dIPoxhrVDCFHHATt7ooG/Oh5Yq2YckghIzQPBek5R9xWdgBi3TQi+LNsh79OB/fs14qCKOdBpfXZIueaNv0nrVn6Oi2Q+jjg/mUM/YKGhB4dtD4GZQKDqNcAjcCSGMUkSkyDYtkwLuME5fUkksT/2P2UbzP45r/M8z+gLb4FLxk5av7Iv+tKOHz8uknq0ARd50atHndgZGh5ygro36jzWwhmu0yKEEJM+wB6CcWBdiX1iLdqEEyY164R8NlVHoU0GWrzdX7QTT7ECHIcwM469ZTM5B4xZJz8kfvZs0wsb9a1vfFWbX3hGx5xQOnWqWySUsRk7nGTiRRrsAHZjZMwOvmnEXuAL5IoXH5a5WMEbrgS3S5YscbLuDr33ve/VK299pQNKioc18a0VxrBv5BXY4RWukU32B15IAPAtoaWec91pp+mYi31FO55JklGQaWM9yZu6mVzGNJpSJpthy7arFZXtcI7ZroKfo8dOODDdJ+Cn7bVN6j55XLtsl0gSFeyQn3vueeJnSmlvfNObdfaGDTr9zLN0xvozteaMdVp3xula5QBmnoubqdchWXHOuecqmzEs5pP2js6om7q6Dpl2FQeY2VgwGLINbHNAOO0E1p5dO/TgA79WoaXJycYOFQodWrR4sYOabbEBKzxJkQp+oSWen28KznOyOpvLiZ91yjt4ICmMLIJ38MfGwSm8B89ROIIOlzgJxU8inmtYSaa+5jWvEec1+ynz587VUgfImSRVznq+38XVYMymxiv+S5okUbfiB6UOVtE3IZnBsfyBP7PZnPVypxMVbepwEDtn/gLNW7hInU4Gtnp/HQ7ys07c1Mx3jY3NxlFDtG0eHs85Jl4HPkCns0YmkxGywj64VzGsnAMXLWc8hBAYGnUx/blA/pAX+HzU/gW82dTUYl8rL2C1uJg3qqpZj6cusmS859ZWy4n3HLwvhdTr5qWQaKZvxfatJdoq4EGOmQcYaMA0aR3DebMDSp5xj0ZfjsA6ZV9Q/mS8LxrPGMNziizYH3QFvM8zdxXj8CnoT1/o3NraEm1fCNiUohLjjX7giOCWhBjjQwixH/eZi/nPPnu9+Lkt2vr160VCgWfgCvvF/MguATJ8Ax92d3cLPjt+/Hg8kqw83NVl33LIurdX6Ngp7/+kddlOJwfxh/GBWxzA16oV7dq5Q8NOdpSc2OWnuX56771OlH1Pzzz1lP76wx/Ri06wP/P0M9qyebOTBeC6WYe7DjsJuj3KK2+RAwPwwxfst9NyBpzgJeoYyw/PWi1j7BcZgO7sDb6hX0hCpCHPmYNn4Al7hMxVrcdGR0eVJGnEu/zhXmo58GnkMZ5PWof3ObnBz2uhR6Ar6yamQ9X6hv6sx7ysDRzMzxjkstdFspn7pajH4VXg4B7nrMWc0JR7GfuNa9esdcKkM+oSpUHzFy1Us/1YYBlwknPI9ovzkv2JvJNgbS7u5CyrISTqMK7gy8T7r5oezB8ckxWcaEzt42x54Xl955vf0ve/8119/GMf15+8/0/0rt9/t7a/6ESyE6R/8zd/oz//4J864bhagfH2awddlIc/Gk1j6EJj3m326/fu2amsk9tlwzLgIgEvKR44dDDKHvKTs9xmjNOc95UmiZI0FbjD7wXf0AfcVS188b4LKA3ZfNRNzfh8jg+rtaL6Bk6pmpR10rBMTE75ekBDjv2QF/DGWq3GEUI86FjowP4Dwm6hL/n5x65Dhx0njQhbO+6EJjRADqAX+IemKymUeY55LmiuXLlKvLB1xulnmBazoq0BPgpJwJtvyNvHK4IGQY8F1tXIIrAkaRKfUahLvGfWAg/wAjwFjz9leeCctcHDihUrtNwJdvYB/zda3+Mv7Nu3N/IxOmPUPg99n3z8cTE3/POWN79Zr3/d63T++ee7oLXMSbdVYg7mRi5Yt8O+7wLr6DbbPPgVeOBZ+jEHuqDF+waW+n3gZj/AxNqMRebozxEeQ39g79Et11xzTSzKXeMjdpy9ggv0IzaZ2DGE4Ni03379tNAx9GMd/ADwytzAC034JuSPfvSjyCvIHS9PsB5+CHMx96OPPir4EiIAI7DCT8wHvKMjo0IW0RnovrYoJzmxR+Tz+9//fvR1KCCyJnQl8coezjrrrOi7sCZ4AFfIF2uxd/AIbwE/vuGTTv5vckH53p/eqx//+EfRl6LwVzSvjhuOQfuoBdudZtvF5U7s8jOEJPkH7Cfvc4EVXcFcwAYtmBsa5vnmnGlDX/YMXuFrXvqF74AbGwL/nrthgwvAbYCoEEJMSNMXXcFcPGhozIs/t7Jo0QJrg6paWpt026teGQui7YVWJal03XXXOr5rUdW+8ZlO+q9ctUqyPlnkIuvVpu/6s8/WhnPP1c2vvEXnXXC+Dh87qkcfe1wUWDcaDy88/4ImneAf9r5HnE85Zp+yj8Tu0JgqTk4PDY9p0EWlsdEJ80LF5yOacFGa+/BgvbE3+GeaPIv1Nef43GPW22XHVzyvOq4quSgwZT1NTF4t16LukXen4P+7jbhQW7ReqdQS6wzHEknO+r2sXDan1Pvi77o2N9r/yMi2IKPu7lPxF7n4Ru6DDz2kb3/nm/rOd77tIut9GneuY8LFxIp97qx96YrnHXN8Ozg0rDHbRZK+E9DchdKKfZgQkviNp0H7hBSosJfBexmwXTh+7IiOHD6kvbt32h6+YNu4VcMDgzpwwPf27bcqSw1nKdp15OX4iROW7YyaWpqsk+x/uUDU2tzke4lkePJZP7NeyudSF61miW9vyjScdnF50nFCqFVUc8G07GtZt7P3aeet0Cnt1g3o6KqflxzfBFVseoLyuQaTPlVpqqziRDHK75h9bHivr8/+wGB/jGmQudQ5hoqL11OT4y7mlFQzvlVLXayY1tFjp7TXyfvnzRv32ifg5Szo/PTTT0d6UfRA/hPrS/TLSfv9z/jZUxs3arb1F7q42Xut1EpK00Tz5s3W5Zdfpva2Vl199ZX67//+kj7zmf/UUvMofwYltU2a6z7AOGza7N27T7t27TKfTWpoZCjqZ+ahyJ2zjcka9nHTbMh9d7mA/ev7f6XuUydsg3u10z5Nb1+PjnfjE3VZZxxRMAxTztPxTb2jx6FL3jjvUD6taWpiRBXn6iioNuWzuvKKy/T1r33VxbIv6rOf/Yze/e53ixdH57gotWLFSuNJ4qW14eGh+M2rRYuWiNgim21UNaTG2yEXv/o0OVY0XmumSaPyTa0qm7fyTS2i2Iadwte/847bo/1+w+tfL2KzCRdfT548ZVvY6/3v1rBjuENHjmna8oN9GB4a0EBftxbM6VR1elI9zuvxDbhm+7bNLW065/wLddeb3qK/+KsP66P/8n/it87vtL254cYb9Yd/9Md6x++/S590ge6P3/8nuuuu1+mcc87WQRcVf/3LX6rf/LHahcMz1p2mxMonn8tpzqw5ypmnGhuatf6sc100v0jrTne8te4M3XDTK3Tna19rul6uZvsaO110+dlPf6p77rnHBdb7hK7MZrNCrhLLLfKOL9LY1CiFmuUgJ+CmT8n+CHqvZr8C/qbIv3z5Mi1busR7n9TuXS85FtyqqfEhdRaaNHtWSzyuXLFUCxbMV0ND3jmHROBI/qBr+uwHnnLhr2ydU3Ccg97FB59vf+GGG27Qn/zJn8R4Er9i1LHIi/aPHnvkQcvOhCZ8ffjQPuXSVC3m43nz53qdBWovFDR7zhznU0/ql/c/oLvv+aYeePgRnert1/hk0YX2Qe3Zu9952fv0iU/8u+75xresM4viG5+vuf123XbbbUJHI5PwOXhbt3atFrvoNcdxGH83tK2tzfnfo3ruhc2eb8h6atJ52LJ5osc+6bimrK86O2ZpwzkbdPFFF+pc03Ae34S2vzFpvbF08UIt8h5Lzik0Ou94pn2iM1yobLVP2eDrzo6CQggxZ/z9731PFMkymawa/TyTy5pf8zrHNuM25wPOPP10IWsdhXa9+lWv0l2vvVOnrVur1PTsst94yLxz0vIErrsOHrLuGFUmk4l+LbZ42vqKOAU7iM5Pjc+Ghibx8vJFF10U/QFsIboF/oA+xL7Y9Xnz5sW5TM7IQ/AFdIVXWA8bbNUsq0yhw3O5nHLeXzaXUz7f5LF5Jd5XpVL1FKktTCL6V63n+vuH1N3dq1M9/ZqyrmxqbtHChYs1x/F2Y2OTdVxF2WzeOmK+8JnYC3y2wn4fuZE5jqOhHRNiI8rwr2sNvT0nxYt+L27fKuwEL4zkcxktWbxIfMP5ogsvFC9LXWA7TNx/tmM+5mSvLa3NKnS0qdDebrloMcxBE9YHQ4Mj6jWcfb0DGnZxmD20OJbKN+YUHG/wtz8n7CMP2J/nFxb27N2rF154Ib6ox5+1OHHypO3guG1T0XvKKUkSlaxPsM3IJjQhR4LsLXJe4LdU8p8AABAASURBVHTTnHxOS0urxu0XHHNu5uDBLh07flLdp3rU198f/5QGv4hYMjCJZbzBOOuYNVtz5s2PeYW58xeqxTzD3xrlRY491uf4j92OV6HdsIvirI3s0YABuNAF3nikN/YF/cDzEBLxnH4hBAErcl1yjYAGbzCOPlnb1axhomXMi4zhPo0+tFq1piRNzSMZ8TyEmTmZB37hyBry/dhqUpCU+DqEIOZiHPPnzG8N9v9pnPNM/rA/+BUZeBnGOI/3ElIFN5kXbdox74KPg4LPKyo6781YYPFUYq0QgvvUzJvlaA/ZP3CyXhL8rFZThJkBPg/Bs7lxSePZTKt6Fe7MtBBm+jFPCDPnIYS4xxCCfvsD3liTeer3//d8Zn2eV72pmWPVIjLT6Mca7IXGeQhByagdRIR5yIEyihHGRJFz5Bn3OTIBCIYh6sSFAFxzv04A7oUwgxDGMQ/AMD4EL2gBYHGa/OE+yKw3+tLq1xCSxj0C4YoNCo4kzzmvOmAPkbAy45btTE+YgFM2/tPxWHFQTpF10gpiwMKzZ89ukbB9cfv2+FX8vRbYPXv2RIXc1dUVEyu8KUaffXYsCaLAz4CT0ChSApienh5x7Pd8MJe3EZmEvdPAT9HKd8IOPco1wm4HlwCLtbZu3RIdpZMnjlu5nIqO7eZNz+vxRx/Rxicei87t/n17xM9JvPD889q06QU988zTwsl+7tlntXXbFh08eMCKZdSFwIySVCq66Fp1gTNj56zJRr69vc2KrEngGRoCKw7e+PiYwElzc4MVdVZZK7FMEqJwZT02l8v4ft7CidIuq1wpmomMVzuqzDNmp37AjuyAEwfHHMwcO3bYiqk7wjIxMWbn9ahQwuyTwugpBzTHnQADdpzZ++77RXRQ7rvvPoHjjXZaUU4kdbdv3yaSRyftWE07kKnYUQde2XzAJ3XFlbOhyeSyMtCq8kymvZme5PeonbZBB4rQiD0Dc8mKivE0zuEdaMI154zL5nKCj1MrJnBWP3pq0YdxVQTb/Fv0fJNOWhbNizXzdPC9sumLEZ22MWIMc8EHzMU6jIf+PMtkMlFZMC/P0iSxozItniODZe+74v2wHt8ynbLzPOGCutncQWElNhTUbzeDFnmQdWnMC+/RWJv91lsIwTStivE8Aw4a59Pm29++n6SpMlboyB5GZ8gFq7Jhk+dgvyPWH/B5xftnb+w3Tcw7Bqi+HscQghobG0U/9gltgLFQKKjghh5hLDjDAW1pabFj2RD7Mz9wMT9GCSeN/sBMA5801uHaLBHHIbMz42q+LtsxKtjRWOB582ptbREywpxlB3Ljdt7GLRvAxhzos87OWe6/UMBHP/DDGsAdQoiyBczAR+M+jfHsk7U5Moax9IEewMoxhPAyzTC44AfaBctj0YWcKRdFSNoxjnnKxjH7BjYCMObEcWcuzmMf6zuuWRs4UtMPnOFEzbWD1ekAkTnoD50rdtAYJ39Ym/34VByLdlSQOdao9+EZ83JdNK9zZH8c643ntBCCcd0Q9QnjaNCXZ8zLkTVDCBEPrDM6Oib2i3yxhxBmnnEObaJ8WO4YSwPfrMt9xnGkH7aHa2CkMX7SSYfEuE3TxLKeUck6kyRFPp81O9dULE0J3kM3wgvMG0LwsxDxMenECfOXLP/j5peK5ZRiE/uHdu12Hnk2MjKqNEns8GWVGv98ayrxNTBU7LRV7W1MG3fQnP0DH3PIH/rzkgLrVEzvESduB217/Mh6qBRxw76hITCAR3CQzWYijDxjPuQLHGSs0+EHGn15i/XgwYMxqVh2Qob77Iv5kCvGMx/XwAavAScygEzSt9O2pdGJgLx1Js5rybw6d94s7zVYVtqNr1RtLR2qlGQ7XHPQPBj1G3sct34esn4+6sAaBxmnNISgU90nok0lSCUgI1Bk7STJOLAZj7gEBvCzwAlk3tonOAAmcMM+2C/OfIcT+yQl77jjjhhkAn/WOoyx9AE/XNOXgGfFilW66ppr9fZ3vCN+2yxNkhjwmfJ2CKt2/IdVs5ycOHrcyYdndcAJcorRO3fuFP4DyaZBF3L4ya2SeYN1oM2YfY6c1+XvLLU6aCjaZsyzDK5atdL2clwjToYtdPA5y857CKnKdowr1psTdkCnJysOvqsaGZ1UtqFFe50QOuZk2/GTPTp4+Kh22I8pGe8l24YZXinZ9h5zQPm4du7Ypf0Hu0TCBZ5D9qFtybCxZ3DGPfQQeOYZME9hY7w+OgK+o9hFogQabdq0SV32j1Y68Q+NljoxCz9h25mLpDPB2Tvf9W6BdwKsDRs26DQH2MAAP2KToSl8AL24D+3gsxbr4zYnnU8/40zxzdm3vO3t2nDeeZq/YKE6nQhpdoIFeOc4MIU/y/b7uG6w8w99G50ECQH+K1ivF6LOYU/IHbSmD3oQvuacZyGEl/sha8xHf86BCXwBa8VyDj2BmeccJxycFS3D8FMISSw80DdJUtFCCJHnc5YT9ggMvGHc4KR2CCHaf+g2YR9xZlwSYWHdBu+pYtlPrTvQKTxnjkwmG/kmMX8m1mNl60H6MSaEEBPajAE/NJ4BI2uAf/wx1qR/mxMdPK/3CwosEeFijiRJFULwXhJl7K/Qt8n2G1jQdfANvMA598AtsI7YPxi3HW1wUqhivB0/fkyyl7bISXR00YIF86Itrnh/8MOQ4w72C08mSRLXZz5+LjCTJsrnspbBsgrWOWmSeK5axCvrtTpIhlePHzum7znp/PWv360f//BH2rZ9i/a7qNXX02vZHRF8TFD+qIsgP/zhD8Xfufyv//qv+DeR+Bku/EV4m8QxxTB4Hz5BD4UQ7Ec321aUIu4NQPwHTth7XSdVLTcnnHTOpBnvrxL3kRhe8HvKiTCeIUeco3+5Zh2ehxCiP4Zu9amamhsVTN+q6Tt39iw1NzZYh/ZqwHHHkJPjVdv4adsy/PZsapzYH+OFy85Cm3L5rMrG7aw5s1V0vyrOkOdCFzU6mZZkUuuUUYH3xPDBy+AbHgG+ZiczG7weeojErRwf5Hzd5Ps0aJWz3iemqlgn5rI56+ac7dJ4pAt0Tc23Fa89aT4gsXf/r36lbzoxybdvnnYx78D+/Rp08v6cc87R1772tZgMRBcAQ6Kggf5eNTZktWb1yojHtU56wbfQcenSJULvF2xrsSPwWs0UqRgHhY4O03s4xnD7XSiiWASd8FGRefr1O2bLZLNOrkxYvxbj/PwUZn9Pn0io8U1W9HTN82WyqZqbGtTS0ug4KycSLjLOMtmMkKuM99lnnfzRv/8H3e8k7uw5s7Rhw9mqOPm3Y+tLOm/D+ep0sqocqpqsTjuZaJ0/MhLlCfmB9vAAvElsOWld8Iuf/VQP/OqXOn6kS0e7DmlWoU2HHeutWLZE/E24CSfenW3VsHHb1tkhEkA5y+Vc28SGxmY1OBlEkdEoieuccHEA/QzuTnNymcQf1zSSQeCcvnnHVNioURcsKHKucLKdYuKjTrBScIQ311qXI7PI3XHHdGb5yLdznZxHt6xy8QueajQ82x1f/+Tee8U3qlgH3kJXMg+4228e4KdemUfG44rVq9Vg/uwxfcZtJweGhzRte8ULoxO+JpGJjqjafwJv8Bk8ccIyR/zIfiiMYIc4ot8WGCf4vKwL3MQD8AO2C7zTh2IwY0MIAu4LnSTk2z+XXXaZsEOsWbY8wXM05JcxwM9e2Q+wYBPZPzoQGVm+fLnAKTakaBtNEfuRRx6JL1nhc9CXhOvatWtErIwvVCgUjIrULGa9Z3owL/RhPOsAM/cabEOWLVsW5YCf5GXPd911l26++WYBB7KEDMJj6OhW21Zomo8vPsixT6u4f9nll8dvTxWNZ2QDn5t4o8W+SurCg9KMyn6Q9bh2kvgdncpZ3tk3fkSbi7St7tvc0qIG2yzsEf4QvAys4/aRoTXHJttn9B65FfpBQ3ALX0Ib9Dg+8WlOgPLNf3D/hje8UW984xvFS1ngE5ihHy9TPPPc82oyv/ONM5Lxa1ev0SLo7UT+8qXLVLBsXHDBRTr77HMiTtavP1shBOuqrOBHckFNTobnvU90XkBPmqGrprWVghL35TxNkqj7s9ms9UCL0iRjX7Cmsv0PvuFVmippzIlh6FOz/5aExMNrzj1N2/8txfOy9fiQi2XDLhIga/SdIM5xLmXSrVqelgVJmUyikCZSGpRz8bnF/hDFbNbmW7Lt9oE6zSO5bGI4Enly8fIcuC3b1k64GFkqlq2bSoZpJNrNJEglx/QV+yqtlq+sbyTea9m+XtV0b/C+8rbv2MHnXtikl3bu1sFDh6xHR4RcPb3xaX3/O9/TF/7rc/rq/3xJ3/v2t/WD735Hjz78kE65+FAyb69ctlgXnr9B1151hS44b4POPftMXXLhBbr1llt0xWWXatmSRZrVWYjFnAz7M55zPq5ykemO21+jv/3bv3HB5l/1rXvu1mf/89P64z96vxYtXKLlS5YJXTNgW3Hi2HGdiPmyHuvuMdOkaBpMaXJyzMeS0VdVf/9AhBldUzbOkZWhoSGPO6FhF7ZDkqrT/nfbrPlatGKduk706b4HHpEyDUJX8LOUu+zTw6fILvoBfZPaZs6a1aE51u8jI0PatnWT8TOo7S40fOJfP6a7v/JlnXIBdOnSJbr11pv1bx//uH70gx8KH+ODf/7nusnFusVLlhjOsoqOOXt6u11U26HdLmZ3237wQi4yXnNcWHQxFHnBLqfWi8Bwi/F4+plnqsG6vevwEW3f9pIylsNSqRJt5fKlC6XKtBIXfCdGBkz7AQ0N9jq/tsk5xBf14x//OBZUP/kfn9KXv/pVPeliMX/7tGZeH3cMcsR+/Z7de1RyvD/bsQg8euzwYR3Yv1cnTxwzr9VUdi4Cmx+yGTXa7+JPs/S6kFNTomnbu95TvRrs69eShQv0/j96n973vj8Qfxvxiisu1x/84R/o1ttepQusW2dbPnft2ikK7e0tTaIAbLa3vEzYrCUzL285Ln3s6Wf13R/eq299+9sx7/mC44/HnnhcvYMD4sWBBx5+WPd86zv69QMP6in3HbM/nqZZyfAYjZocnzS/NVo+mj33lPK5nOEpCHz/yHapyzHUMRdVmptbTNe5Ua+tsX17FXCed779mQmNWX+12O/MWrfBS2XjK2t5yRoHvb3mQ+MO/Tw5OSGLlWbN6tQ8Fyjzpk0mpMpn8jEWOe/8C/S6171ef/jeP9R7//AP4zfAV69epbxlfMB5VOjd2tJsGFLrpl5RrEOftlreW1va1T8wpHu++W391xe+pB/9+F593b7UZz7z2ejH/veXvuR4b4flpEWFQlt8oZmi2KyOgk6333TeuWdrfHRUe12on3T+omy/bLZ9w6mpaVVrwQXlM9TROVu7XTh95IknY2zb2l6I9xYvXqrLr7hab3rzW02/V2vIeu7nv/iFnndOGl1Nsep3f/dtwt6esJ/fbLtfaGvVtP2Y4/YP+GlcbMqk1zrpQtjzz76gn/3jA4RdAAAQAElEQVTsPn33u9/Xj+yn3/+rX+sZ65cT1iNDyLjHTIyNar4LqssWL1ZrU4vQ0RmlGrf8NucbdJYLqhvWn2M8z1WhrV1LLVe8kIGPws+B8zOzJevmSqWmKfNzyT7q3HmLdM2112v1mtM04tzMhOlFIfh3f/d39c53vF2nm+6TjtVPdZ/UHOfHLjS9MklW42NTpkXJvFBUksnbl5unJM1rZHRc/CxzmiTm98W66vIr9O7ff6fe+PrXa8Wy5Rpw8Rv/84R9k5z5jpa4r/yBBjT4qWQdhW8ybp8OfTVlP6doPZ237W/y3lPzM8+HbDtyvtdp2LAHISQunJYsQ0XHGlWfFzVi/PTahx3oH7Ter2re3IXe7zotWrTUfDnb52t0442v0OsN4+++5a3iRa7rr7te1193nW684Xrd/Iqb9Er7Dzf5/OqrLteZZ5zmQn+HStZX3aYddpfjs65DbHzyCeugLdpjXbnzxZd83KXjR4+pv7dX+LCd9sNnzZplfdUo9o6fQ1EZv+eSSy4xT13mPMvFOmv9mcKnmmMfOWNd1+vx8M2AZXzMfDDttcv2wxtcz8g5nkyth/EHh0xDbAKFZ5sSlSyX/GIE9nXYz4ZsZ3fv3aMXNm/WDvN915GjOsGLHb19tgOjmnLeJHiukMkom88J+c7Zp0ozOcdMFfvpUxoYGnEb1qj1Ct9yPeoYc8fuXdr24nbr/e3RzgwPDwv7AL3Q07O9D/wh9lwDMNM7a30BvaFvCEFZ6w6+jU0fxqHjafAHc5Vsk+nL+BCCwDvP5XNiTJ7BIzT61qzseE4LIXhFmScqpls5NuasGZYQgliD+fLZ7MvzhhDiHuBH5mbOeuMe42n/u541vnmZ9ZiLOest63nZV4NxmclkhT/EWNaXPwbD/wfGYA9EXrcmnlUsoxz90PeqL7f6Pe7TuP7/azNr0ENGU1CwMq7DFEIQH/rUG/uicZ991PtyDIH+NJ7K8CnOybryJ4Sger8Q/p9zOjEhLYSZSSAa91mcIwsj6Bz1mw8TVqu1SDjuV38T5PA4hPAyABCBvrQQAo+NrFp0LHD6J6x4YTZa0UlECMmaNc9XsVFlbs4zSqxSTQSvmTOh8m5VK81gCqWel2PwszEHqyRXCFAIBrdt2yYULUeSnzhKBHq8mYZRIEn4+OOPxyQk5wS29SP9CMiZiyChPg/fnMEoEwSg7Ea85sDAQExQb926Nf7kwsOPPKwno9LZqj0WQhyTPXYinnvmKT3mZ89ZKW12kXTXzh3a9MILdtC22vnZol27dvnI+VbDvV2b3OfppzfaoXhamze/IBJFL7203cnVPTpy9Eh8Ww1DdfToYR0/flT9/X12pAY0PDSoUSe2eFuOI29VcuztOaUDB/aLvR3uOuT+vTbWfVbGQ1bOUwpECAT/Lp7yhtyhroMxOXHgwD4nqPZq797d0Qnca2WFc0tw2dfnObxuyY61+VhFHzOZjHAS+uxg9dm4jBhH+/fvsyF+Qfwcz/33/1oP2yHv7T1lfqhY6WZtFCY1PDwkgmR4o2jDQoM3aOAafoGXEFyOIczwFOeRufw/lALjmWfYCo+1uYaX4FMa5/Aa8wLnmPlwyvyHk4CRq3oeS43K5sMJG7kRJxlIypStuDNWGjRgQHnQlTWBFd7lHDiZn2N9PWBMrcQz2YwwjqmPVdSKkcax5IBo2oqe9SlUTjrgYS7mn3ZAxHnG47mut/rc7Id7wENwxbEOC+N4lngdYIA2wDFtOrF3nAv2jeHiHkk40Ze1jF76VmzU2A+N+ZiHxjl7ZO88Y80QgpVQzXStWj94Z5ZR+gITsIUQon4AJuDnWLTjAy3KPtIXo9Ro54xn9GEdjlzTmKto/mDtCRs8xsSg2HOPjI543Yr5b+xlXuQ5OGIe6MZcEVYF95sQawM/c4Lrmeti3AP9mZtESYsTB+hK+jEXDR7jmvusQQPHrMl94GU9noNvnoNTL62QGlehZiPutZx05u0s7ucw8uYzzhkLTP2WI2BkHmjJ3HW9TB/W4Rm4AWau6cMY1qQPR2DmnOc07nENvBEnQWKO4CN9ec4cnLMvrukPLug/aeeUZ9xjXejGXIxhfWBEP6IHuKYPjXP2xZEGHtHP6Fr02IRlkjlCCGp0IMn84G/SQQH75DqEEGmNjNPGJ8aiHpk0TBM+J1jp6ek2jUeF7IC3mh2QSc/BXupzxHVAhuWxvvff3gfwwgM4QBXLKXtiDPDXzN8caTk7vR2dBclwTVpmcw7EJqxXSE6XrDuKdpbkDz9LBs6YBzyyV8aDAxKmXLtb3BuyCZxV2zd4ELiBf8iJAuZgzLTXAA7gpHEP/ccctAprW164V7VOw/mjP3gEhgbDyb6ZLzFPsjdaCMFOWclO6IiyOTuebiOWt0pIVFZQrqnZgVenHfZZIsGW2imWcUhhDvw1uzCAPQAG1gvWKyEEFZycW7/+rDj3pGlFcnDW7E5lsqlaWlt0zTXX6K7X3qUrHKjAS2MObIEHPoJHHnYwTQIS5xuaQPsuJwX6nYztcdGBMVu2bI0/AUhQA9/Af+APp7fJcGNPsJ0Er/gPNWcOpyendeJEtxPrB7XLRUkCiEnvF99klpOJ0GrNmtXimykEBxsceK8/a30MKFc7obfKCWWStUuXL1erk430l3WnUSoSuwsWLlRq29jeOUskwnm7PJPLq8nB9OjwhKbGq05+Bc1bsMT4XGxeLtsmjqnDSY4mB/5JmqjbRaKTLqpKiUrlavSlZs4rMVlw3Al0+CxJMzrsAjA2+rCTI+AAXICfnOlIcAbMVfNVzYE1xQlwBK3AadV8wtumFFR52/yBBx/QPd+4RyMOzklAr1mzRiShHnGSGP+KF6F++tOf2GfZZD9hr6DToH0QEqTrnCStwBe2b+x1iZPBq5xIXumkQktba7QX7YVCfHkF/MA7Lcbf/EWLzSsFy3+ji0ytUR5mO2ExxwmBgvsDKzQlqdjigg+8D5/hwwI/18zFfmZ4PO8h1rk1WcflxX1+xrKzs+DznJpcPKFVq2VfZ90n4yJla7QD0BK8Mf/w8JDgH2Q2hBDhCiHYh5pWCMFBU1ZpmipJksjjHCccsJPMoHiHvkPGQwhCrzBvCCGuE8LMeGAPIcT5gJ19hBA0A0f+N3RXxB1wQLv6GPZel3nWAmb6DNsfQn+EMDNvvR/jgAF8wCf1tYAbuWPshHUmfXiOvLF/5mIf8BVzjznBxB5PnerWkH3Qs84600msDuvfcY2YFyiKIO/Me/bZZ0cczjE9uW5tbVUwvjg3kSIu2SsNGtf1C+t3d3frmP3dXfap4TNgQfauc3Lg9Xe9Tq+89RbBn8zdb9+UggNvUl9/w3X60If+Qn/9Nx/WnXe8Wk1OaCW1muVuXPydqtUrlotvpDz77DP2i/sBI+IZPCEv4KfJhQHwyX6RK75Rj0y0usBX9xsnrfvR97v37tVJF1MHhoYiH6C/2AvzATN4ReeCV+bllz6gl6lqP3g04q3FuqrohBT4WbRokcA5OGAsNOca/piwnspnc+bZrP36/sgX8CDzwwt1vAbrYOYKIdg/Kkb+AiZsAvFOz6keJ8QmJQe5JduVafu/rJHP5+Kc0MiDAFHIWa1WiXjCjgBTrxONuVxWPY417r77bn3jG99wkrDP8cP+KCcUR/7+7/9eb3vb2+I99s04cMpLliGEiCvuYeNI6vONIhr7oD8yE0KIuMjb5sK/3Js3b37UITnrt9Uu0HXZJoCzXY6riPcAlH7Ayp4mzdOMXbBwnmU2o0JHuxOg7U6iTWvaOB9xcmbP7gPm5eGog2Y5YVpxEswum150bAmt3vrWt4ri2x7T+rgTaEuWLtWNN94oij+JgpYtWaqFCxaa15rivsYcS7AXaMeesX3sFRq+653v1FVXXRXp0umk1O5du7XaNqXRicRT1uuTk1PWKznL1GzzZU179x3Q6NiEeXVIJJlINB92wh0coR8XLJgf9wOv8vfPsJvQGvzw8gs8Af6ACV4BJ0NDQ05Al7R8+SotcWHq6muudZK7zUmoii697ErbpkW+bnccuEdbbWM3uQgDPvHbwDH64qz16/WKV7wi+gXYCmQHHT1hnw78k4i96aabIq1mOUnYb7vd1tYeZRYYeMGo2b52SFLtdzH5qy4CIGvQC5sNn9KwOYzFDwCXrI1sjDjeZC1oO8cJfAr38AO/zsCe0QvAAc5ZL/2NrmYMNKWdstyyJkdkvGJ7iG3Hf6CgyrzgmMac4JQjuAcGcM7PD3/0ox91bH7csfpRJ+7nRJyQRPzVr3+tuy0f6K1rrrlG6AR0HfDAp+wBfmdfvU40co9z5gd2+nV0dDrZOyFkBBrQBxgYC67AR8l5FO5zzv54hr6mAA7d0UmMB2b0KnzJnnsdb9D/lPUB3+zbs2efKkXLellKa6nwlRoac/YLU+V/801WZI3W1tbmRO4i+zDzbN9a7MMMR1ofOHAg+gXgF5zDi+AJXoRGbYV2TTvhn7GuCY4/O23nuW53cbSxpVmXX3mFXv+GN4mfhp41a47wWQ4dPKTJsUnDJM21fK5YsUxr7Fdgh4J9jhUu2rXbxzjDPshdd73WeC5rVme7Ljj/HCfn12qDk7pZO2hNTtjiq03ZTg8PDajk+BhcMT7rig/4GXNsWbTOqDhOLdqfLtufqTgeqNmHSpOM+HBe8rOSC1CJY7pcJohja0uLMuYzdHnVPmHFPjlyjx1gbs7HvXbZ88m6DR9u1HxcaCson80rn2Q17eLr0oVztHrpfJ2//jTNaWtUez5RU1JRXiUl1aJqpSnrhCHVqr52rJP13lqbG+PPn85xUdCKQx3G84plSzU2hKxPyWBKSu1P1jQyPK7mplYVWjuMjrKfVVyrm9aEk9THDh3QkQN7tenZp1XxOt0njur4saNOqO+I/ebPna1VK1do8cL5ytiWt7Y0Cd96nX1m/MiVK1c6iX6W1p52evzG3ze/+U3967/+qz76T/+kd7/rnfrbv/6I/vNT/6Ejh45af9yif/iHf/Tzj+tfP/EJvel3fkerVq3UWvuNFIooGOXNJ/AwPASu4H1vxH5ck5BtcArfhxCEzOD7nnJ8gB9Cru8FF4bQxfu83rj1fWK7oUxGA6Yzv3Y2YB8mJDKPZ5W3TYOuJPpLTvTPnt2pqelx24WcvEmd6j6ubdu26oEHfy184r0uUIHHRfZhz7/gfL3pTb+jO197p/70z/5MP/7Rj3TP1+/RH/7h+/Sx//N/9IEPfCAWY37/935Pr33ta8XLoOjIJtv+rq7DSrNZXXzpZXr/B/5Mb3zTW7R4yQrlnLQ+fOSI0kRas2aVVtp36XARrdE+DfQdHx/Tj+/9kba9tE279+0ziZP4YiLfPm302Cb7MUES5nvCNmm/7dfO7S/qSNdBF/Yy2uCi+Py5s1Q1H2WTmsqVKTUY37wQumDBAh1zAa3LhfdnnnradmCbi3o7RV713h/9UFuct2zMZ3Vg3269tH2LWrzW/hqLpAAAEABJREFUOfb37rz9Dt11xx2yI6BNzz2naduDQnuL8sb5pP2MaReIx6dK6ukbctF8QkpSHTl2RPvMdyftTxy1DQyZnHr7BsXPc+4/cEhbt+/QC89t1uRkUUMDwzp4oAvxcVGuQ/y07pzZBfsfpxyPtWilY7RDh7pUdbxzzjnnKvH83S5oD7t4c8o+K/nIBFkn92Z9v3btumjLecHmLS5CYdMuufgSoROIExLrl5r7BfuQjY7jiP2bvdc0zbFF8S28xx59XN+451viFw9Oea0rr7xaH/yLv9AnP/lJ/emf/qlWrlrh+HpYBeukm2++Scssl+h7Ckit7a1+NmLfecw+QVmNTS06cbzbvN2oa66+Ru98x+/p9ttu0xL7LzXnFrY4l8w3qx/41f16/NHHtOOlHZbnUe1z7nW7C0H4gnnH+s3NLSIOGXLRSMZBzbL6ouPdp555Xv2DI95VYl1QVS7XoE7Hqg3mF/TUsWPHY54bHwPbeODAflUdKxVcyN3r3HCj46ely5YoY92NHstkc+rs6DQ9gtgT/Pn2t79dZ551lp617N399a/p7rvvtix8Q1/72tf1tbu/rp/+5Kd64vHHtWvnLvFnD9I0UaP5bqjfOnl6yv55h+a54Jo3vg2ocqxhGHfv3qP7H3zIBfaH1G8+UJpVLWTMtzWvPRC/ZftFF5+/+51va+PGJzRsHT/LRb9bbrnZPtZKTU1NqMc2v6W1RRdddKGW2vfhhZYFLkjOnr1A8+YvNY3maWhkSseP9xp/42orzFJLa7ulKBGx8p133q5LL7nYRfwW9bgIecJFxmn75Q3WK/lsVqrW7FtO2becEnoJe160LRlzgZbjlHUQL2r32N6PO5aqUOOw7iqbtkmSKrX9oClIZdv1qn30ivmv7H5j7o+tPnTwoPbu2auuw0flmrL9gynl842aZT/oggsuth65XMRJ1113bXzR48YbbtQF559v3brKtO5U3rCmSSJyVLMKBcvRHA0PD1q+xr3nfucYTjq+6BPyiu+12/WN7faFD9q2H7CeoXC/1/727h0vWfa3il/JOmQ+OXniuHXkSVGfOXHyhOcaVMW+NH7uWtuH8zaco8uMu7POOF3LbbMX2nddsmSxFlrXdNr+E/cvcP6EX6qYZ396ztz54teoOr2vzs45KpjPWgsFNdrOBuOJeBVfdsx6sFQpaco2edR5pG7nTg5ab+zevc++yGH7ZSd0wsXWo86V8I3Yo4YTvXrMvjyF1N7eAU1Nl5UzDk2++Os0p8wn2JIx601oGEIwz2dsCxqjv038nBiHNM5zxqn4uF/VNhna41vho+EH8Ii+NJm4+IJFwzuFTnQsCY25R1/ux+b70L1o/im6b70xd9l4pW9s9jWQRZ6D78QwhGAG0v9+2EPNm2MNznkSQlAIQdzjOmv+zefzcY8cuYYXOTZYp7S1twt5wj9u9HXGNGDfPMP2tra2qrWlNdpmxmcyWfNzRuw5hEQV87LVqGZazevWfP6/DRiA5bdb2Xw/08ruX439VaOnRc1yQd+ycUGLuLDPxbG+x5meiuO49/82nnMvhBlccF1vIQSJfz7SJ8HZYCEWVf3j3YBYOtBC8AhDCBB15HE0CGIsxINQ9AWxLWZmkIrBJdBgHM9Zi1YyE/AV/9isaKYdINIHImdDKhmpBKv5bE5ZI7nma57JxB50ce6wE4NHHDDutrJ99plntWXzFh3u6jIxKlFJ9VkRIbD0I2CgHTl61EJzVAQOMCjw4IBxzTmMzTXOMwoCITxhYWKOA1YSBG60gw7sjhzp8lxHrBSO66idGZzJrkMH9dKL2/Sci6VPPv6onn36KT3z1EY956TM0z4+tXGjk4wvWBF1a2hwSH1O8DAvBVqO3U4OsT6B4pEjh3X4cJeOHTvmdlTcAx6co0knngcHB7zuYb3w/HN60EXJn/3kXj3x2GN6/rln7dRs1pYtm/WczynmPvnkky7CbtIuJ51Y5+DB/eqys3TMxddeFzJPxm8EHRfH7lMnRYGU5zt2vuT5nrNRe0wPOon6wIP3u/h5vx7wehs9J44oRWa+nUoya/fu3eKNxqGRkViAHHPCtQ7rKTspnCNUVQs25+AbXCdJGhkZGsCDHOEpzuGljJ0sGtfwGeMw6vBRnY7cZwwNPoKNEysy+JF7jGFe5uB+CEEcUws7ig4ebS+0K5PNKDBOEn2Zi7kZyzwoAObkPi1nBQlsNM5pHhplomoZyjs4K3u/fKu0YgWa2MFQsCy5hST4NESeZU72Cn6QnTYHosDHmsCRzeaYNvadsrEFHm4whrXpM2WlO+kgj2eMZa6c4aMfsDJX0UqXfkUrXsY12umzTymKNdMOHBmPgazji3nAEfMzD+c01uVIYw2u6cMa7CWEIJ4xPoQgjlzTlwYeOYJb1gQmxgMX56zPdWNjUwyAQgjMF/mENerz1dctOaCt32de1gL38gd4wAWKnDlpIYSYxGXt6eKU6eWgM5FyuYwanBRIHXyWy0VN23FD1ujHnOCxZKeGNm0dJn/SNIm8kphvaFO+P+IEXNEK3CzgucsqekxjU6Mmpyc1NjEWj0XDPG2cMxcw1ekO/OyLudiTl1DOjiR44Rp9NTg4GHEKPMDBkX0yV71xnzE0nqVpGvmHOTiHBqwBzlmfRtKFviTsuN9k/oAXgYF5GQtsNO7VjyEkyhvGOuzgm8Y69XEcwSPj8jbI9Wd1Xcu+Rqw76IOTwjfM4QPusZdcLht5IesjgSs/GTZt2mXzGReiGiUHe8XytE1HxTgvea9lt4odwMnotIEz5qON26ECHvDGUf5wXnTimCN4Ye/sF7hCCKo64gS2mona2dn5clIMJ4G3H6ueA90H/fMOPBoaG6PTQd8G6wHmZM+ML5ru7h75mWvmwAEhMca60ILGesBQ11H18SGEaBO4Bjc4dOwPeoB3cArdWRP42RP7LDtJxT2e0R/cMj/Pps3r+Xwu4g7eTNJUOKNlOx/yeqxVsR2ejvw9EgMBYOU6Yx2NjYVurDXtuUZcOGF+8F2z7ktT61bPw72yHaCBgcG4h6pt+jNOzDz22CPqOnxIfX29wtZhT3bv3isSEseOnnBifkBT1n1VO0g8n7K+Yy5sNHsJIUR8PucAHTt3zEHfIdtkErzsGfjh6ZrpR0IHmoBf9rB37x499shj4u9m4VdMOihZ5UTybAdoDdmcmp3QyBofOIj8fFGiYFimVPQ+isbHmANx2T9KrTemDRc28aht+DHb8EMH93neQ6o64GxobHAA+Zw2PvOcEwAviUT4oSNH9Ytf/lJPPPGECIRw6k84YXDs+HENufAF/vbt368Xt2/T6PCQKl5zwznn6JwNG7TciaV58+apta2gSd4Od/KzaL1TNs2SJFWTi4vwZF/fgOladVGwoOXLV2rZshXWc03q6JjlIH1UJoEDwhbNc/DSYd5ua2/T3PnzhG3Imie4f/6FF+jPnQB4xc03q8fFkp07d0Z8EyAvdfHg6muuiQXlQqEgdNmSJUtEgvuMM89U3vtm76efcYYWL12iBYsX6dobrlfn7NkO8GZr2fLlCk5gkOxe5iJrJpONfhr8nM/nFUIQ96A9QSWyMjQ0rKGhIYGfsvc8bNzMFMUtiba5IcAPQWYXtTrYLbvonM3mlTU9zQKeM/H9NiW/0dus5SHGS4N1WT7eZ23WYH76yR94aNo0Z13O4Z+M+Z9WKHR4/qznZt2qYc54hIR8IxchBHGkIbPIHXYpTdM4hs7wJ/ukD8+5Bg7Wh+d5RuIZncA94OAeY0MIprMTLtY9Odt+YKrvK4QZmOjPOPQEPjrPoVc2l4vwAgv7I6HOvlmfI2NCCOI5CXDGsX9gAgcdLvzQF1iZD/gHBgYiDyCnpxx81uFE7lifsdyHT4CLOWvWFfSDr0yaqA+GndBstA6dP3euePu9o9CufC6jJEjETW9xMeuvPvxhwYctrc1a48Ti5PiISNJF/Ws79qv7f+Wk1KCkisbHRjTYd8oJv2d05NA+jQz0Oak8qG4nhU/Y565Zfs4+e73y5v2ahQPYwMEzzzyjZ5991kXOsYhn8MDfCoPX5xo2aIkuoj+tZkbj22HcRydzb8B6b+vWrZa7EScohjXuQB89hb477uQkuMyYn9pb22JQnvU5ODLgjhsG1eU4B/qg14hHoBPPuc966KNJx1S9LoCUrC/HR8c05eus9S/no06IU5gD/8zDWuxt0klN1oC3Frlg25DLO1leVj6bM86blCaJdYyTMpZlfNpg5FeNJ6s88S2Q404anXQS4qB11a9+eZ/+zcnvf/rHf4rwMj9zvv/979d//ud/xkQONEYGSGx/73vfF0VI4CFZSeF73vz5WrVqtdsqbbCu4036tWvXxvhp2HrxmOnEHOwjZ95lLHFBxYUIcEjsyfwkuIasJ9CTFNfz1icUxvBrkEv2DGzdPd2av2i+460jTrRtjPSddIFmdGTCfFTQvNnz1JDPyiwn5ueEF0zSNNG4+anshHPH7FlqaG6yjzeurqNHtN8JLRKsFF4mbVNaHRfDM4wHz0ccO65atUqcn2HdiJywL/ZTsB6lL/tIrR/QBZFW9uGx4/2OHzkucbKJvvhHiWnEN6P5dQ2KhfDEgGVwBi8VrXeB85ZbblGdV+FLZPCw4+kTjnXpB49TXNjlZBjfcliyZLmKLqDxt7eGhka078BBPfjwIypZLlauXKWzPScvfyF74PQ1d96hto6C8k0Nylhm2Su6Cl3BT89BS/YRQog4Zm+9Pb06ZjuYSVInCEuasH8GH1OYvefr91hnVvWhD31I4IK50C/YiuXLl4sXmriXGkfE0MjfcdtO5AL8Qus+yzeywnxtra0meS3qafijPg7ZBO/IAYVb/p4pR4r7zAOeNm3aZP445vh6SyyWHLR/Ud9L1okmxsNf8Dv8SNy+0sWjP/uzP4s8D8wUSICRnyI/d8MG8WIBMECnfheUGTPu/VcsW8DEuq0uBEIz8AvNoDNrsBa6g/2CE3TT9u3bBbysTx/mIT5HX4QQ/q99Mx/0gX/gQ9ZHX3I/hCDgQHbgQ+jLGsT8jOFe3voRHLKfaft8E9YzwIseok/Zvgr2dhY/w9/eqeUrV+uG62/SrM45ymZsb6yTGA+MzDHuxCS6SeYteAB4MpmM5a7BujivEIJ9j15125YkSc4x3IQmxqY0YR2HjK0xP153zVW64eor9UfveY/+4oN/qre/7c36nTfepRtuuEann75a8+Z06M8+8Ec6b8N6w9GuOR3tuviC8/SaV71Sb3nzG/Te97xT73zn23XzzTfoiisu0atvu8X6L6+M9V2HCxvZTGK7U3OTfYWsZHuFvcj4Obowm2TUbt1dcAzPrwXwcj88NeEiKbqDb2CBH2QNeYf2eScec5YVzsExuCs5Rq/a35Y/m10g2Wzey5jH4IWicX3KuRpVimrKpTr3rNN11SUX6vfe8np98P3v1rve8Tv6ndfdprNOW6PO9nbbOie+HRmllMwAABAASURBVHeOjw5L9kPlomvwseYEc3NTXo2OeaHBqBP6fc6vJUkqvqG43gWPG669VvNccKh4zdQxUNYlOY5pqGrI/Hrcem72rIL7d2jUPv9OJ9APuHBz1L7vvr27dMI2FT46cbJbifUT9nDMurBgP3PN2tO00IXGJfYV4cGO9jbjNG+/tFPIDd/AfPLJjfGllYG+fvHy1etcjLzo/PNMz+v0qU/9u77wxc/r7//u78QLLVdffbWWWyfAvxO2Z+AYXMOT0/bZkM+qHcKy/UWeg2f2jWwgI8Qv6Ankqd/6ddB+BzDnzKcqVlV0sW7ZspUu8t5q//tCF/Sv0nQ5OHd2UkXP32jbODjQr/t+8QshNz/5yU/00X/+qOH8lP7nf/5HX/ziF/X1e76ub3/rW+IFi02bNgtf4Fvf/LZzbA/Z1+nXHNuZW15xi/7+7/9Bd955l33pNh11LLNt20t6xEW5Q4eO6Jxzz1feuZHunn4NOtdwyvnOaRd3FaQGF83xpTtmdUZ9ia2W5Ya9PG8+4qexj9vuULRPvS/kK2+byDcAc+avKRcRFzqmgDeGXWy67tordfWVl6hzlmljeW9zoanNCfFG+5h8SWS+Y4ZLL7tMd9x+pzace57QE/ySBLax2X0npsade9ylH//wh/qPf/93/f3f/Y3152almcS4K9p/q4mXjVYsXaHyZEltTW2aP3uBytNli1ZNF19yid7kIua73v0evenNb9GyFSsczw9ryYqVajcPDeLPOD5rbG41f2Vsq8pxPWKw+Qtmmy8LOmv96eJlKeKpsv2DJJPVL+77pfbtO6Cii7d8eaG9vRB5D3oTG2JrkiR1znazHnvsccO8Rdu2bBUvN+GbIp9trc0qWL6aTPeS8zmyfGRCovaWNuUyGcNfVVNjk2GYo+bWVg0Z1mecr/6+cXGfYz70db9liJ98PulCfF9/j7K5jPe4XMhHl2Wox7SFbydNl4cffUQ//NEPHe+1q99y+oKLkV/84hf0kY/8lf72wx/Rw/ffLydfpWqq+QuWavmKtVq8ZKXmWP+mITX820S+HJjR9xnjAV/c6tbwtVnfT+npZ5/X44896fkHHeNXVPXDxsZmxzAtam8vKGe/8PjxE35W1PLly2LRME0Ty+sK4/kMzZ7doeUrluqCC84VL7Xwbe5CoT2OQ2//6N579aiLvM8997zj4qP2gUfU09MnilfYvqP2Ayh2Hzp0WIP2lefPm68Vy5er1TTud3z7guGj9fX0qM3+VHCsN3fOHOHnEc9s37bdsvbl+DcxpYx9tXblG1sca87RW976Zv3jP/29br/9dmG/jlp3bXNcTQ4+Y3qtXbPGuqfD9qVb0AVdi4+YsZzMmTtPbYWC911RrZZoaHhSz76wRT/56X3atWef/aGyqqGqbEOqa6+/Ure95mbNm9+hUz1HdeToQRdzT2l0dERTzt9XnA8sF8viiyPEF0GJ+bAomXey2ZxtXYPzC9PCZ2pyDI9NTky/Hhf8Bu3PVcyzjfmc+KWBXCbjdFjNrFdWsDRVnOMZG5tQ/+CwTp7qM24H1NTcrmot1Y6de7R9+0sCt8c9V3d3r5/36MDBQ85F7NeePbv1wgvPu892w2tetIy2tjartbNDc2bP1jIX+U877TSdfvpppvdKzZs3J8rVnLmzlctnDPOE8VMSvsq5554bX0LA36Rwy4s0G845W6tWrlDBhXfs3DLnDVY5h7HIBdKMeeiUayAHXHTFBx63LzBpHc6fL5ycHI97q9lmYU9HzBcTfl61HicGoahcqdWUsxxCszbb6Xnz5mqN48Czzjojwrtu3VrnJ07TqlVev7NN6Mte55qgMw3e408IjtiXqJkOmXyDGpvblKRZVb06L7O02g9j78QRqf1N9AC+M7kQvrgHH3U5PuP+sGMUZAs7MDIyYtqPxlxFxTCXoL+P2J4QTDXDzj0aNE+NC/gxhJlnSZoqm8sJH5P7qa85ZqyvK9Wa89TTxv1UbIxnHvlDP8ZwxA6yHvkT7PHo6Aw8U7br9MfXqJl/6MuYvG0CejBrfvRUcW3u5wwHfUII9ssrwpbG8barNbcQZmCW52qwX9NoO9Ha2hrlDT5usU1oNk/nPU/W9RbmooUQvEbGLSuuZZxXPV/V+6MZRZLvJUmqxH5ECKwjVd2nbD+TvXFOY68cuQdstLLxTeO+/AmB8bUIP/1+u9GHxjy/3TxMIQQOL7egEM/pl/A/FmFBGudMXMVJ9A5CCBH41AoFAqYmZAghIpL+dUcFIkIQ+RM362OtUpkhNEUeF0yj8vA9ls9bCfDmQ0d7u2YVOjTbrcVIzplBcpmsGqy0g+eo2qHkmrWGhoZiMIMR2bJlS3yrGUeIRARvsezfty8y7agdDBLj7A34GIdw4lBxDaxZr4PThUNFg0l4RqvjgOPI8FD82v6pkyfU7yTiQG+faEe7DuuQBR+HYv++vZpxIvfHBDHrMJZ1Bqz8SHagIGicj1ip9tsYInQIMo4dfYtOsnM+ZoEetQCOud8kPwFg4ava8S35+bgTtzg5fYblpANghJlAGEdw2LDy7VQCrMNOTHMksDrqQvJJw0+iesxKCDrOtnJE6U3YyT/hJMixY0eMW+/p0AEdOLBPfIt2v/EJfg/6XpeVxEk7xCgg9oBh7HLC+JAD8V47nryJTyKXYpzMH8EMjzKhFQkMzPSsC95DCFHwEWroCr9wBPfgjsa1yR95D9og3NCJVqcrOKbB+L/dmI91GMM5yoy1gIP+zM0a4JrGuhXzZZrJvCzMCDxroRBqBgTYWZd1cL4qNuIT5utYKGVvuaxIGieZ1Mq3Fos69AN25mcc40OAq2WDXDOaQtwfMsU6rMG6GBoaY2ee5cUzxjMX+2Ef3KMPe+SaPQ3bYaMP+6E/63LNGBQoe5c/HHnGHnOWNc4ZD45onDOOeZgfuOoNWD1FVGQcgYNjCDN7oz8thBD3Bxzyh34hhHgPvmB+1uI5ipt5WQ+FP2xjNORgRgo27L1R6QGzfvOhH6fco9X3zzFnRc3zmjuwTsUOdMZ0kSmTpolpnNqwjbnQNm49Vhb3QggvrwE8tHEnOkt2ksGN/KmYR3yI8LPOhB2jCfNA1XqyYh6gOJ130TT1+hjkScvtoI3WuJ0CGrw2Pj4uZJtz5kutT2mswZrATgvhf5U9sgSeGOOlYjIXWtK/5DWYBz3JNQ3YuM+c+WgUG0QQwRzcTyyb4Joj/dkTfadtWDnShzkYC814Tr8QZugbArBVIx6Anbmam1sELzEnc4QQxD6Ygz4ceY5cMh/4CuF/9QB74D48Bu+jmxsa85pwMFZ2onJ4dEg1O6shkSj2lew0pqYp40IAnprYH+vX0iTyJvvgHnwG3pEBbAH6sn4fPIJX9OKp7lN27ocjfquWb8YDE/tgPLoaPcjYdtst9lM13QcHB2Lxh/5cw3OcT01NxfvgDjxWbVOTNFXOTkYwjPU+4A9d3NFRiE4Hc+N4JKYTfYAbO4JMMDeNOWmsJ8tInwONkydPiv0AX8GOP/Cx7rQD/VkOrjPZjB31nJC1Vjs1BEOF9jY12gllDXDDGGkGl412hICBBg2NZgf3LZaXVIMu6NMYc+jQoSijnAMPtIaOrD3iBAu4LZWmLG8TGnKADm+RgO1xMmDEtpq9PfXURv3i5z/TU089aWf/gG3REXXZ7pDYaHRAOmx7CB3hH/AFjoCVtQjcr732Wjv38zTHgRVvdaOfwR2N/bMXAn3sJQkTHGD8BmwjtrPbwcWEZbMNx8+JsLWrV6vQXrDjXxBFnEbTjLWQgIyDDJmWwXyZzybGfkXDTqJM2ZbWbKfnze5Uh/FaKLRZ1xBUVxyMNsdADdiz2VwMOoqlsosIx13kbLO9qGmJC40rHWyQXJ+/YKHO2bBB/IzfeQ5MFixYEOVpvgNj4Fm6bLn4KcbFS5Zq5eo1uu7GG/U7TjpcedU1ovHmb5Nl8rrrbtDtTnBfcNGFyjgAK5gP5i9aqAUuaE5Y3lsMJ98iIliAdzLZjOY6mQKcBfMQdCdJja9CwolkGMER+CY5DA/yd+a+cc89MQDlOf4B+GU8vEhyfYP3kLHPVTHeeo2rg+aZdvP7hZdcrMUO0sBtNpdzUN+qbL5RLe0dOv/Ci5XJNjjpUpOETEvNDc1a5mA935hTe6HV96vW4SWxVqMTksHUQBcmSepiaavgQfgGOCPfWRfnvA58mli+OIYQPI+izoBv4Sv0CmN5kFpmOYePGUtjLH3YHzzG3FyHEBRCiHPBq6zNWHDLGOBodRKAdcAxa4UQIg8wF3MwF/igD8/Rh8AAD3MfeWFN5me+kd/IBud1XYY+oHGPxtzAwFj0H34hawETx+npYoSb8/o66BlgoQ/rAwd6mXMac6KT0I3AM9s+JX2RN8ah09AJyFm79aUEbiwvVuIjtu8lr7nGxSRwxBhoMWJ7OWm+ZG45eG7KZ5VLg7JuiQuh5dKkuk8eM7HKyplXp11cQi8DR58TT48+/LD+3YW8TU4cjtt/brJuW2xeP3fDOVHvUbShWPTrX/3KicztMuqt70cjzy9zIb8R+2165zJZDbtgj05IDC/9SuWiGpsa9NjjjzlBcliyniRJmTOMmWyqffv3atSFtYHBfk04ATA5NaGh4UHVn/N2d09vt0dVRaKst6/HiYwDOnWqW3zL9rD96ZrtSZokymYy8Y3+SRco0FHIE/FDg3019Bc8BW/QwB34Ate9xgH0yGazmrLe5whd4CXwC53gBxo0gQd5hj2GZvAI/RJ5d/g7hgdYDLTyXtu3jbPgmKhfFSdwSW4ccPzDi6OPPPiQSK5veWGTug4ejLr4la98ZUwif+QjHxG6Af4Ddmjw5JNPKkkyIlF63nkXaMXK1UozORdti9aPFfWTNLG8orMPHDggaAxvsk/gqDg2hHfMVabhWJR39sc+sNOswbrbtm2LMDPH448/LvYOzig8YV82PvWETnYf1c6dL1mH9apvoFf33nuvtjkx15RvckGiU7LvkZovwDPJMJJ5A457kiBhV5ivz3qNWIi/YTho+4gs5EyH51yAz2WyGjNvk8SGX7Hvt956a7TX6BVgBS7mn7BfiRzS5A9H9BvHxAs2NuTNH6mOu1DR7gTPqVMnlPp+zfIyZv4r2id89NFHHcfBW6fEWr/NA+AGnkKvozs6OjqccDrd8tEgdPurXvWq+DfRGAc/QS98i0n7upy/973v1SwXWMA9SaSrrrpS2KckTcTc8Cnx4a49u/Tcc8/FX4fg5Vv8hD179jiJvS/+3C3fYoIGv7zvPvENwwESyzW5eLJd//bxT2jR/AW69uqrtXThIuv4qjERnPB1Ac0yUXWSpcVJ/SYnWZcuXWbat0X/ExzBI8CHngbeEcdE+AUkArH1xEjsBb6Ht1dZB6GroC/HP/7jP47fGPqrv/qr+PdY2RNz9jjm5oUrcNZiHZ7P551of0zf/e53zTs7Iw+ic+E/npNQ5NuWy50MZl6+GQ8FyO7+AAAQAElEQVR/LnUSkZcDlriIRHKUMchpCMH7aDUP9kc8gl/kkTh8yLkPIyDSqMG+CPv49Kc/rYdd2GatVvst0I798nIA18DHmBUrVjiJuMoyVYp2KUkS0S+YZ8AB87E/iu1t9n2wIV1dXdFnWW4/A5zClzxDR3JNsX3I8VkIIc6LPTl+/Fj0C8EtcMPP4AK8wUd9znkwduXKlbHIYNHRujVrdfurX6MVS5bplPMZT7t49uxTT2tkYEjzOmcrMZ2PHOzSts1b/Pyki3PHzQPjQjeDx0suuUyXXXKpXnnzKyTHeTtffMl6qagx693Nzz9rePo1f8Es8+dsnXnaWl160fniZ2kzoaKWhqyWLJqr0eFTmpgYVZ91c5rUtHDBPF184QW6yAWBRQvmxsLrh/7ig3rHO96qa6+5Um960xt0EfOsXOqE7UotXDhXc+3zNdsnydkfTBxnLpw/V5fY51q3drVWmv7YuXPPPUfr1q0zLAt0yytv1Uc/9jF9/N//TXfd9ToX6F6h173udbr80svU1tomfJhMkiqTZqxH5yrNZKJ/iM/VYPrz8gW04/qaa66Jfw/zkksuET9TPcs+3o033qD3vOfd+vCH/kIf++g/6eorLteUY6l8LtFZZ56mtvYG69khtbRmDdMyrVwyXysXz9Pa5YvUmK1p345t2r9rh44f7nJha1IF83tzLmc1WLE9TqIv29PTrQ77uCS0+YlMcmHw8/4DezXh2Pk1r7pNzba/yKEVsJP5u/TCpi06duKUtr20U/tdMJm0DwBf9Dl+mXCOEJ1OHvCNb3yj9/ROnbZ2ndI0te4c0QvPPqf7f/1r4b8cP3ZMA9bTZes6/FV4F5zgOyPP8+zDwvf8Tcl3vvOdQme96U1v0u133CnwBR2am5uivCE/c+fOEZ8QQtTJ6PPhwaGoQ7E/yGLWupwXjR+zDXniicej3Pf29KpUzpgnq+YhySZft9/+Or3lLW/SP/3zP0ZaH7Wevv+BB7R161ajIZi+rZHeK5Yvj3s72X3SNqkaX7B62rz/wT/7c/3R+96vT3z83/X8c5vU3d3noke/uo6c0Fe/9g39+79/Ws9velELFy/V6rWnaf7iJZq7cHH8ltZ8xw20cevqUccjU/alSpYLXmS8/MortMoFo2UuguGHo3sfdWEL/+yIi1gDzlUSl3UbnsGBPhfhey1L01rgYsnll11sPl+gmm3M5NSYps1L2ATyGi2trdpjHwCdf/xEt4aGRoSOaXGMOWvWbM3qnCVsPzQ688wzNd/yRQFmwPYysQ6iDzyfukgVSjU1J3nNbu5Qj4s9zYUOnX3ehVrgPS43vpa4+I4flXXsT7G/sbHZdvCkZbffNJgyT0+Lnwl95NEH9YXPf06/uv8Xxt1J28CCMvbR0ImNthl8uebxJ5/QbheQDrmY9MgjD+uF519w4fqoi5VtQpauuOIKAe8FF1ygq668SpdeeqkuOP8CLVm82PufMo+Pa47t4Dnrz7JOWWrcVJVJs8rY1uctKw0NjSq78IV9r1W8r+ZWBcsz+vD5TS/ogQcf1KYtm8xvI2q07hh1rNxrGzNr9iytWbvGsVCLNUlNShORT8ra/8rkcpq0X3ex9cQ1116n8w3Pbbe9Sm97xzt0zXXX6eprr9GZ69er2bYR3xhdXolrt0TbceLEMb344lbNdkHpyisuVUM+I/BZM480NTnWctH2pz/9mb781bv1la/crf/6r8+Lb45/9rOfs617XMePH4/yx0/03/P1rzvu71Gj/ZEp+7vwzEHnjg93HTS+O1y8Ol0djvGKzqGhk5DHceez/+vzn3cR8qcadAywzsW5latW69zzzo+/enGV93D+RRdp8dLl9sOGbFd3a7Zx/IqbbtJffehD+ud//qhec/ur1NzUaPyPiXmHhofU7NoBfF8wv2SzeT258Wm9aB3TaL2Vc8yYmiYKicbHxmOeqOr8zkHn7ycmxkzri/T2t/+u3vF7b9dtr7pVDdZZJ04e16JF87Vhw9kuxHbG3MW0hbu5tTHy7+p1q5T3vjdt3aLvfO+7evq5ZyPf1RyjhLSqtrZGnXHWGs2d16liaULDIwOaRB7RcbzYm8mbrFkFJaqZytPOkfNyHDazsanJzxLzxaiLpDUVCgXNcWzV4j1OGX/dtpND9o0zIajFeEDHIg9pkkTey3j/Clk5vaAJ80rV+z7lusXuXXv16GNP6OlnnnGOpUvBMpTN58SaUYeefbbw19/whjfozW9+k17/htfr9ttfo9NciFxgmT3DRdTbbr1Fb/vdt+hVt92qW2xzb33lLbrj9tvFrwa8613v1mte8xrvvS02fkHgsssuFfFXybECOpWY4wzT/CrL1vnnnxefdZhH5syZbR9lhRYumG/fIK8Jx27T9oN5IQlf+5gL38dcxzhx4qh99ePqcczUb5sxatpP2taMDg1F/4A+x+2HnOw+IWh41HWN4x4zbvuez2fjemdbPi6zLN90w3W67tqrxU9hr1q5LNrwQnuLmk3XDser8+fO1azOTnUY//g+WfPQkNfBjwdneft/2LbEeJc/3OMcn6donq86dsJ24fNMOI7BL6o37Am+IP3pQ8tkMmpoaFCj827MyzGEEO3CSef2aPh9IyMjApcVxz/MwTkNH421yRHT5E/N3GUNEmkcfE1c54OSJLgl5rNUIYTYCziZAxhn4J3SpGnAGvKH/cU+3hv9aDxjL8ScxDy9jj+7XWvCn2eOeh/6cU6LsNpugx/m9NS/+RfE/DSehRAijHVcIOOttjUt1m1N1uHgKrE+DSEom80KejQ5V8h5CMxVFcVr5qPV1wLn8odr1qk3ruvNjyPOuOY8hBDxFEKIMIVgnBnJPCd2Zo6kvkh9AW5WrFhf3rSFvOKgOg7ykYAWJgZp/BxUjwts3SZ0vx1lgqFhC/mEFVbV1eKcDUs2pOKt6GYriKaGRuXMkGlIFPzfzP+DYAC+rcnbzSTsSBYQ7EEc1uY5R65hZhwvGAsCyZ8xr0dgyJsBOPlHjx6zAe2JTEj/I0eOWOn32pmcEvNM2tEYsOMAEyRGSi6bUc3Kddr3Ed7g80zwxMYD94YdNJD8GTUTT9nYwDiMx6k7aiFnfmADTvDEEYYBPvBIgZEj92tOJr7cvE7Va9hzFq1m/FZdJKjEVvatqpncrVZR1YLJfBMOJFl/ZHRYKAjayMiQKJQCD8I2ZHgnLLzemtI08dhKFIoRG+t+JwC6ug7Ft082btyoHS+95KTB1vhWygEnQMAryohvqZLkGXBiCOFl32kmddK3qkk7aGXDDS7r+wI2ztm3MacZAWiKQs99cM0z+oEHzqEDx5qZEgFogkfckiSJPFF/FkIQ9+RPfc0QZgSIcTSeMw/z08ddIwwI3Bwn2FGGCCNwhRAiH9APWOpjKXaAZ+4DL+fZXNZBeqOSNBVOqalhmtRUNczggPFV01T+MA8KkTWAybeikHMEB8DGeQjBdEnFB5jjOlYGrAttaSEEMRcKIoQQ+4cQ4p4YQ2M+4GRu9kn/iuky6qQNuK2Yn4CD+8BGCyGI/vCH/OFemsLsijhhPzTmHXPhnX5cAwfzMF+SBIUQIo14FkIQ8LBexQqe/dSP3OeaftAzhJm+8Bkyy/zAQ6v3m5qajrLKdcY8hwJFjsELawAHcDNmamrKvD3pgL4Y4TdxIq68NeEwFYtT5sEpn5fjvks2BCHM4LaOI+YKITAkzsF1Pp/znCXh5BSL0x477Wdl3yuq7IJJ2UEFgUrFxxBmxiIXjG1sbowGcQZXiTCsyB7rAVPZcl+yMaGxxzRNxV7AFXvjyDPkgb2DuxCC9zEtcI9zlbchZ++swRgcQPo32pjgsNSfsynWmLATxhrMCw7hUfqzNvNzBD6OPKMf43gG3RjDOX24njKNOLJ2vR9whxAiL3CPa/DBMYRgGlS9hykHnRMOMore87TvVVQuF43bkvk9MX65VzafZx3UtPqYc7+i75ciT9TnYi/wDjzBHlvsNAM7MLIm94AZOEIIESbgpfGSw4CTnVO2bRPWZQN2yPg5UpKgxx0sYF9w+j0sOoXovyHrVOYCr9gnXuYhaYjOJUE4bR4hsOy2k3fczsSwnUF+Lrt+hOZF03zS9qPfSUP09KCLsMADDqEjewP3OFHsBTrOciDBPtgr96AZjUQnfafM/+hmYBweGtPoyISyGYKisoONaQWl0clgbgJW5mN8CCHeTzMZ06CqEEKUoxCC0B/My3rQG1jBCTAASwgh0oJ+9AEnNAJkZ1tUdOG05L3ivFasj6ARfcfGRsVn1LjhVylK9vZ5xlrsmQTMCy88H98CZl6Skbxx/to779QNN95keBsinOwFWkBr4Dt16lRMznZ1dUXYgZO5WQscsWeSJySUSbLAK7lcXkN2jNlbU1OL2ttaRGJk1AEeeqnHQW2aJNGHGDR/ZC1vNQc+2XyDzEz2aYKvaioa/zXr2STUlM9mDZ+ivWAd1mtwYAacw56DfcObJAGBiaLv5ZddHt/yPPe88wxDm4sxo05wtVgWUu9lRPgZI7b1NfsAJ5yUGRoeUKOTgI2W85aWNrU4+Vno6AQkNXsfQy5O7z90UEP2iXIuShJUP/X009q7b19M9lJYwF+Bb8E7Op5gFL+LvwN3wEULEvsn7NPt3rtHJ5xYSbKZ+G2rmvX+EQcqzL/FBYpBy9BKJ0ZJNhQcEPEtnl/+8peGPROTVCS22h2IMJ434kdsT1odpJSmigq2n4ud+Bm3rep0Qq6ttUX9ljF+am3YPk5jW4dGJosq1myvqtLJnh7rgrwD7H498fhGdR064qTzkPVJSePjk9q1a7eLUr1ODIxYn1QkBevKxHipRX3DPtkv/IbukD+cV0w7uS/8GkKwHqrEcdxHNtG/HDtccIDHQwjxOfzaZtwzDn5EhmnIFkfkk3N0NfSnwdPMKxsp+IB+8C/z05dn6AGOIXjf1k/AXe+TsS3kOfydc1Jl1LhjHu7RmAd46A9MzMNeK5ZB/AP6hhCib4wOQl6QAfqDG54DJzzHulzLH4401hu2fCBvwMAazMs5upAj642NTVhfV5wE7DEtqqZBiDRi/yQjq06QkyiuGvc7Xtph37Uv8kzF1+wRvLC/JgeVZfvCqfd93Hx34OABz1dWwTxksOKLi0XL35NPPKGXXnxRFB1Kxhk8uXDBgpj46XPCtWTdzHy5bE5HHZCjKy+69BKhX8pONM2eM1eLFi2KvMUe0XW5bNaJ0Ym4Ftb9qP38gf4Bvbj9Re3etVN7zG/jDuIHHPeMWeYq1mVlJ4Z7T/Wo2bJJ0mNqfFxFJ0/4ebKCE+TsudkxkJ1oJwtGnaQuOjGdUd5w5RwUTlpmSZIk5sdxj+13sgCc5UzropMi4HfTpk3m0XLkaXAO/pFD+kCPcdv5gvmSt/YbPK7ZOJz0XDTurXDBuMU+NnzCOOjOWvAPeIff4XPma7FN5R504mWSxLyTGraafTwSCrt27NSWTZv13W9/W487vuFmkgAAEABJREFUKbtzx4vxWzlrVq/Ue979Tieo3uFCwV1Cn5DQ5ts5//Ef/6H7779ft912m/7oj/5Ir33ta0UsWXV8A/9CV3QTsMGLFfMEsAIHRxq6Fdmr2e+Gd6En8olPWd8PRR++yfSnf/qnsdjJXPj/FLTAGbiETyg+0K/ZAfqQ46MxJ7zAAfNdfOFFInlr1W59JRHb7t6xQwetIyfdb8mSxbaDk9q+dbMacnnxMiXrsBdgwo4A0+WXX64tmzdHXV417sAr+OUZcnXA87Hf4/Y92E+rYWGfzFWznmTvyCNjatYd9GEva9eujTp9sRPM4I452H/VOFu+fLmuvfba+DIO+p65gYfzo5YBkttzHBdhh5if8cDMHDR0A9fMR1xNQ6ddf/31kV7oP8aAz5Pd3VGnTNknRN9ROKSdvf7suP6GDRvEOOwh62L/Flg+SVjz7M1vfrPYC/tln/AjhUFoj64BPvgTueQZMMsf+nKfYx1WcJ+3rWYuaEhf+AW9xXxF6wfsHLhn3ozlPISgeG5fKJvLqcFJy/r1jTfeKP7O2ITj6cudALzQid6zXBBYbvzCg5dddpluueUWJ487hTyyDjkI5BS6co5tnbKegtbAA46gJTTkZ+so8nINzDT6rHKBF/10/vnn6+xzzhG8CgzICt+wZU6K8e9617uEneUbPV93chvZQWdAG3BHf3QaeKnzVDaXi/s1K1mXVCLcP//5z2PR+5vf/GbkU+g3bJ9l3/59TmjvVAgh9sN/gCd5gS2DznLOhPVp0BecwBvsAxigBXwDvckBwfvQC/vD39SDH8HTsH0x/GPsIC+QLVu6VOibfbv3au2qNTrv7HO0atlyXeTiAX/j7qYbr9drX3enXnXHq5RtadL9jz6iAdvDRUuWmjNC9Ntvv+MOXXfNVfaApflzZjlZ2qGO1hY15jPq7T6mqfFh7dn9knEhZbOJFi6co1tvfYUuuegCrV65XKkFP0siyL7Xo48+pIG+U5q/YLbmzp2lSy+5ULe/+jbdevON+sP3vCuev+XNv6O//ZuP6DW+P8v+Aj4OtmrtmtUuWK5RZ0fB62SizD79zNP6+Mc/rg9/+CNOxn9H9/7kXn3nO9/RD3/wg1g4nhgdE79yUrYfjR0AX/DP8hUr7a/XhJ6H3+Ab+ILCGDEJLwL88z//sz77uc+6cPmsjrt40l5o1QrvBx4gN4atu9aFmL/7u7/XH/zBH2q5bcKdd7xGr7j+KjW6EFCbHFFztqKmtKTlC2epozmnFcsWes8X6YrLL9WG9WdqgQtsx52obrSs8XcGC7Y5SxcvMs1qarP+wt82IbTQPh7yx4uDjc2tWuCi+fxFS3Tm+nN0i4tAt9z6al1rnUJRpcG2Chk9fvyI/vEf/lbvftfv68tf/m+9aF+zqbEpftPpxhtu0jy+Jeb1jhw+pn379rswcEj3fP0eIXOjtsXoR3gdPsW/50UOXtyAZ9/0pjfHv+f5D//wDy62fd44/6b+53/+W+hoeB5eRX7Aaa99zp6eU9phnf/4E09q69ZtgqexLRTW6Muc0KBqH2t8fFRr160xP6VO+Hc7DmjyGp/TPV+7Wx//5/+jd77t7br52ut1202v0Grrj4svvkhrVq8Rhbfu7lPau3effZYTarfPDAxVI3DdaWc42X+hLrv8Kl14wcWmfVCpLPugqX3/gtpdqGxqbXfBZ64KLrjws5eLTc/BkRGNOxE+Yb1DkZo/s/EXf/mX8ZchvnL33eaPz+kL//0lfexj/2K8vkILTKczzzhLs2fPsZ/dIPRJU1ODc5BFuysl9fb1OhYaNt+NeX8ZoVsX2Wf6wQ9+qK/fc482mp/5G4WHXZQFX7z8BQ4n7cuDnw0bNgjdP2z/ER0ekqBcPqs9LmZWnUOZP3+u4/1m25FuTbrAlXXhEzv0yU99Wl/80n9rs/2MPbv3KO9cCTLcYr0t+3Xj1lETtsXTzuuw3ynr91xDTkXnfXp6u+PLFCU/gwen7Z/x62DomAbHZRTJq/Yh7rjjdt3+mtt11VVX64orrjQvXKmLL75UV155pbBDhUJBTz65UejITS6CjnhNXqrpPnFS+xwjPffcM86nbhX3i8Z5S3OjFi1aKGTfatM+wrRijsF7r9jPsfvr2HxSky5IEwt0dhbETzSjM7C7085JrF67SvNdWJJj0CRNjO9On6Yu9h7Tlu1btWnbFm15cbt2Wz/3Opc9ZjxPF0viRW3wvGLFcuuzhWrv6NAs66vlq1boLIq+jteKxltfX4944eP8c89RakMQnJOa5yJuo/HSPzKkp73PRheWzjn/HK07fY2WLF2g9kKzFsyfo4svOl9XXXm5TjOv1zyOYhkvYL3Z+u+97323LrJu7OvvtU3s0Flnnal5pm3G9DQ7Gy+LzKuzBU/Om79At9/xWn3kb/9Of2E9eMfrXq8bb36lbn31Hbrjta/TJY6Njxw7prvv/pq+8tWv6Ktf/bK+/a1vxi8uJeafKRc3ecFx/ry5GhoaEnIPbefNn29eHdWX/vt/9KlP/aewiUmaWhe6wGZfpd/42mqdcr+L2fd88xu6+2tf1c9/8XM9/PDD9tM2qWb/Kef8HwW5jO3CueeerXWnrTbfJ45lqmpqaVKrdWrWfUac09i5Z69++vP79M1vfVc//snPtW9/l/dXFD8xXOiYZZ2YatwxkVlNbZbVxoZmcV6aLqtkWlfK08plZVs8ZVmbNltPaHxiJPLw0aOHHdtsj3qn2XwFfVLbpKnpCSE3uVzG8UZDLKrCa9OOrUsu1lYdN/ugQeeDXnxpt559brN6B4Y0ZR45dPiINluXvWS9NjA47HxDu+OqimoKamtrV8H8XnFcxByHHXcVCm2aNavT99sNU9HxWr+m7es1WPd3mr+WWO+vWL7Meixrvh6NcvDoIw/r29/+lr7ylS/HX/HoNt4brd9T8zL+yJ7du/Wci7ovGo4e677SdMl2uVHzrdtXrlihiy68ULe+8pW2pa/W9dddq7POOEP8hH+rY5fW5ibnSlrV2JgX3+qeck5t3LHY2PiI0MHT6Dz7a+gaaE++bpPjpu2Wl3379lrH9GjaeAdfwfKYt9/XaJ+o3fFOi2Fsta1p9nXNeqNkeU5s/xvMv4W2FvHyREehEHPMqXkq47F544Fz+Bubw3VnR6dltkPYlNnWy+3t7aLh87W2tgo/CF5l/LRjO2DFxuPHDpmX0X2c8/wc6847nQN7+9vfHuMlbA92p8l+atXwT3ivJfsJwTLB2jTGAQswARv3soaVa1qSpObnzMst9V5oIQTzVdXxe8l6y/xoWeA+Y+o+Hbk7/GiuuZ8kCQfzb0VT9gfHLBPANOZ8D7RmH7T6nrjPnhkfQhDja5JpYt63/uY++wohRDxns1nbirwaXGhmH41NjQKPtJbmlohncIvvyQs84BWb4+EKho35Gdtg3cZ9rvWbTwghnoUQzEshrsd+wR99WbveuMczxocQBH7xV6rGEfAmvJW0Z88e4ZwTcOF8nLCRwFgQdOy0wO1y0LzXhoyiKYkDHL1xOy1jNtiq1tSQzStjoElskFwYHbYisLCxMG9ULF28RGwaxxBnhzXqTvQ+J/lorA8sBG287UoQQtDH26x7+S3/nTvFmAErQvkzZYGBUBAFQeL+MRdR97kvbyecsvBy7HVSdNjMyZtzgwP9GnPAPG0BmTTB+5z47rOz1OO+I+4zYYEcscGDqWkDXgvGHncyAgKDxHoDedznOQ3mARaDZvto1nAQXLSQTHktvrFStPCWbcSq5bID81pspkbsC1FCCJGpkiSNRFX9Y6VIYpi5EZiyk0ucYzjYP0cS9BjI0dERDcTi57ATsaM2KCNOOPZZ+fVagZyyYzEQG2+e7d69U1u2vGBH8SV1O/nPt4BespF+0W2fHYQTJ45rcKjfynNaVRtM1kTg2eeYhQT8hzDDgDAUwkUfGueJ+QHmg+ERgBBCFDbwyNbS3wgvY+tjOA8h8DjigvEwNEfmA08cZ67T2Idr7ocwMz9wQRdwxbooLpQ4AoGQRaGyUDIHNAQe1uecsThlvLVXNJ04IowoLQSROUIIDogs3Fa2XDM3cwJnCEHBCg2YQlDcL7hgr8BDq+8xcT82ynPghY7AwBH8AlMIISoYrkMIUWmghDtswFiP/XFkTsYxnmvmDSFEZx5YuM8RhYNyBw/ARD9gb2xsjn25x1zAxPrgA3pzzj36s4eqZZ51wCE4YByNfjV7CayVpokNdNmOQdFsXjMPVaNyBt9VGwDGMxd7r1lW2AuwcK/m50XLDmuz9yRJIj9zzfPUvMM95mBcCMHz16IiBP/ACV2SNI1GAdiLdiKADx4GVyGECB+w1DwgzWSVMU3L3huOadk3G5qaHbhYXk0r9sqawI8xmbZ+KxPVyPxgTwi6JJ4T/E1bN7GvCTv5rDdqeent7RXwhxCUJmlc+7cNDP3rcIFTcFK0YZE/7DO1IYRu0ARYMNA4PZyDE+4zJpNJ7WQ0Rl4Bn6zBvOCp3nd0dNROx7jYD3OCK8bSwEe9H3tNjcMQgkKYwRdwsha4ZD+MCSEY/9XYstmM17c9yCSq1kqmfUlpRsrns7ElSbBclMzXU8bHuKrWLSEEn09EWgETMLB2CCEae66Bn2d1eFPDBW8ABw28cy+EoPjxsWr3MDbfKjrYpVV93mBjTJGIghlzkHRiPfDAPMwH7ocdNA26YATtwOGobQYwZG3cgYm+rNnpgNYI8l5rDpCmIm7BE/MM2a4QtGFbwTvrcY/50OuMT40g5gIG5mduGvuoX3OO7mf/aZKTaqnmzJ4fW1Njq2jMVbID2N/f54TNiJpb7HS0NBm0EHUW/MB49okuAKfQj7lDCB4zFmmQz3t+4w6YZuAs0SXurw4XPMI89GFdYJu2jaM//DHugBja0g/ac87+QgiRP+Y74Jk3b4HXq0THKAR4YFwECQcP7vf9opYsWeJ9Naqjs1Mkfpusp1gfvqNBozr8rIutYQ1wf8yJaeSGcdjxHfZhBvlbMJZri7guv+IqfeSv/1b/+NH/EwM6EpYdHe3GlaKugV7QCZ+Ev0FDMma7bSN+xS4HAtscBJAEPOYCJ+uBA2ww8JXLFZUsu+y9aL3T09OrQ7yodOJE5HNwgQ6fto6Dtyjsj9ifqtppR66bWppFEZ7kQIsd+KLnYn8c9zkY6Dp0SOiYHuuUSesh/g7IVhd5thgmkidpmrWz3qpgvuJnGUuGAR587LHHREKh28XnQqHDAfIy67eKRl3EWewk5GWXX6G8HU7eaB9wYZOgs9HBCzyTt82ECfIOHICjra2Vy+iTbd++XRXv+eqrr477+/KXvxy/jcaac+fN17q1Z6jN6y1YsMhFpEkHRbNVmpzWju0vadA+FvKXtQ6Fn5I0jcHsr+77pX79q1872bJXvebnaevafsti1uu3OFkHTGmSRB2GXEFr8A0/QgOOEUD/r2r7Mu6Aw6RXxrKLLuU4aT3tCSJfQwv2VnJQUum6U44AABAASURBVHN/5K5sH4B5uc+cI/Z3kX2ee9pYMKYfz2jwPbjhHjwBDMAGb9TnoF++IS9g5R59WYf1QwhRToEhhGA5abTOzJuWLebL4CWDCKIYA/8UfhPUMRfygG7hCAzAyfwhBNX1DOtwn6Mn876rXi+jinVj1sEiMDNm1qxZcU30BXODa8axb/bD+qwFT1YcSCB3+BXARF/2Ak332hdH9liPlpofwQX7w9/nZ86IMehPY85MJvubvSoemR8dzLoZ20DmgQ7Aks/nzM/Tqs/Jmtw/fLgrJlCmrY+mHWgTbJfsezdb71O4WL58uYaHRtUxa44K1t19LojyogB+Hklq1us61GXftygKtewhDYmaLANtDrgzSSqKiWOW2ZJlk+La1i1bYjJn1DxC6+/vF39n8IRlvqurS8je1q1bxVwhzNhLYAWv7aYjuA5eg33Kn3YXX6UQ47IWB80tXpe9c2wx/zMWXSF/0OXQjuR6m+Wyz0VY3448ZkMR+Qg8wnv0OeUkcWo/odN6Fdrlo0y1KIQQ90y/YfsIZfthTS0tQlbQN+O+x59koUj8za99XT/64Q/0HSdMDuzf7yB6XLw0+6pbX6k/ft8fOcHT5HUb9L3vfU/Ecp/73Of0L//yL/rEJz6hN7/5zWK/w461Rp0ETLI5Vb33mvHKcbZ1Rh7fy4p6yPYTuWJ/6Ep4hBiRPVIQI0lTtM3jnG8wsD/ugXf0SZP11xLsiI/8PBd7BefsnfVJ/O7du1//89WvOdk0qH37DmjJ4mVO4FxnWz6hzY6Rjh8/Kv5Uy7ZtWwXv5HNZ+28l89CgiB9Z66Bt1kBPX/y52snxCfGNxPNdCEPXssaK1as03wVE1oX/aUXzTs4+Jzbqmmuuid+Cga7wSYN5DRrCD/A1tO8x3cBxixM+zX5etv1osD7rsz7nuIA36QuFmLCkGDdt24CcgSvwxt65T2Fr2mORX/gUWFiLhDP8wD1k86mnnnKCf6/YMzSjiAB+2c8W8zv9kHH0weLFi5087Yz6Cr3K3pgfWWIv4Ig14C3WgwZcAxvFwZ/+9KdRNuBl9AhwzLJsUuSgP3PBA+gm5mYeeANcsZdpyzpwYZOBh/nBJccQgtCVIYQIH8XzEIIT4Nv1jBN68AtwsrcDBw4K+ehywpGfJt267UUnEmfroosu1qL5C+NPOC5zQQh9l9pWAUsIIfrb4Ae/hgL9DTdcrxVOCq5evVrgBvljnw86gfvII4/EAiXwEZ+is4GhxbJGa/WRebGrfLN3x46XxDiKQtucBIZ+p59+uoYsP3zTGnl42MlLcAbPgZsQQtSNzAPu2Bs0YC0rfgE7uhca97lQAo3Qr+D78OHDQjaam1vEOTqLRBUFXYrH8CK5mWHnUpiblyXAe5NlFl6Gp9uclIVuO5w/2uccD/PBx6yBP4ds1hwr8tIL+AkhRP7BviHv8FDGvH3u+eep4EQufnuTC6FJmjixlrXfQgwxraxtwIUuSr39nb+v177xDVpmObNR0zEnaLsOH9W4/QySyltffElb7Kd8+Wtf00OPPKqlK1eob3BAJ7pP6PCRLuNqKr4kcM89d2v/gT1SqKjQ0WodMOrzstatWy0KjhddeIFWLV/s4uJi7d29Q7t2v6innnpcP//5j+37jOj++3+mxGPPPH2t1q8/U7fcfJP5YJnQCcgiuhL7VbSfMW0ZxC8p24bKvgz5BmjXbPkmUZ21joZ/k4wDKOOnz77Si95HNpc3XNPKNzQ5RzOi3Xv26VDXETU0NrtQ+Mf2a/9GN950Y9S/O3Zsj77Yz372s0hzcD0wMOgE92P6DxcavvLlr+nJjU97D0/FHAD8WrStLLk1NuTiN37f8IbXKVgXHzx0QF2HDqrn1In4t1tn21/OppapXNYozwjaNjY0ash5tiefeEy//uV9Onr0iP2PkhPJBccjLZo9Z56wuWk2r2n7jCtXrdbS5Sttd0r2OVota52i8Dt33mwNmT67d+6IRfzvutD8+f/6vB64/wEXF3bo5IlTwp/v7x+MOorYDF4MSRC8jFxxlD/IHnyF3CikeuKJjcIeffazn9HnP/8lF2E36+TxE1rk4uDNN9+sP//zD+pLX/pS7POpT35Kr3OR5zYXfs897/woF8ggurho/d3r/GK5XNSYC6lD9k8fe+xRj/2iPvyRD4vCNklwXiT63Gc/pwceeNB5uB7z2rSOHD0qZLfHBb9KUtO5F1yiG1/5Kr3hzW/VhRddpD/5kz/R977zbc87Hu1nLtegm2++Veece4EWW//AA6NOXI+4FWFwfKtsThnLQ5PltuBkfi6+TNmmXvsiX//GPfrj979f7/uj9+lTn/4PDVp3LLd+uuLqa3TpFVfoFTffor/6yF/pa1//uv7u7/7OfPQ+8QLMcvtKy5Yu0QUXXKCrr7pC8+bMjgWgAfNizmvl8nlN2M60FwqG+2JRvDt+8qT2Htgv8rV84SaXy+mSSy7WlVdeodNPP03QCJrkzDcnu4/b5u62Xs5o9twOpWlNuYbEvlmrTj/jNHV2FPTYo4+In0z+/ve/r29/61s6Yl7np6Sn7b/z7bdLL7ko8vstt92q619xo5atWGZ+KmrHSzuin7Z61UrzX4vjnUVKzA8N+azz0c3my6L5/ml9+9vf0QP3369nn31a2xxHoRfRldDY3aNe6pzVoQUL59tXrsR9tdifWLpkcZSxiuMEChWpddPI6LDlo9u82e/cRlkyP05ZzkdHxxzTjWnExxH7jeSGii7u8isXJctav4uPg+b3CecYfvbzn+neH99re9jv2LjJReY2Jc6rtBkXre2WIxdjeuyz7jtwQC86L/6w47ofW75/4oLgg488pGeef0bPb37B+m5L/OUTdPNex43EqlPTU9HPw94csd5rbGrQ8uVLZNBtFirKmiZZ6132wpcD1p2+TtffeJ1ec8etestbXqe3vu31+uCf/aHe9c63xp9Ab7WteujBh/Q3f/03+od/+Cd993s/sHzujDK7ZetmVWtlw9+srq7DIp4ctn9c1++jjsl64CPrjAHXDL77/R/ozz/0YX3mc5/Xj37yU6HXCoXOaFvBFznpAee3E+N02AXfqLft3y9atMCyu8C4HVbGeApBKjpP3n2qJ/rv8E9NVa20bZhln7/deDzv3PP0wQ/+ud77nveavrO0f/9evfTSi3rs8UfFn7jDJu5xXeT5F54zL03qvPPOsV5apjQbVKoWXfSsmEc7tXDRYmXzDTpy9ISefOp5/fRn9+vLX77HOvduPfH4MxoemdSs2fO9h06FJBU4JTcy5ULwdHHS1xPWVxnzUc46NFE+lyrNSBUXWMfGhzVdmpBCWX393Rp3gbW1rUmLFi5QZ6Fdg0MDOn78iHl82GOzam9rEy8rN9oOTztenjZ/hZCoGoJxM+o5+jUwNGyYxnTKuNm9e69++etf64mNTyixrVl3+hnWLUuNw5yyuZySJNXFF18cZX/DhnOMpw4Nec09e3Z7v11ev1/F0pQmJseFH0fOZHR0VLNdlF+6dIka8jkRfxWnJzXbNvy6a6/RW9/yFr3tbW/TW9/6Fr3rXe+Keu4P3vsHesPr3xALp6+46RW6/prrdNUVV+pmn995+x1665vfojvvuEOXXnKJKLS22g9oaWlSR6FN6IdCe5uL1M3GYaNqtlO82Fq0TqLFX0N1HBNCUNH6esLxBr4IunrCfjrwIuf9jpnIRVC/6rc/1H3yuLrs0+/e+ZL2ux5y0D7MEeddeu1rT1nntloGOzo6VHCb53hl3brTdOGFF9lPvEjEmPPmzYuFVM7Xrz9L+JzY1gWOAebMmROfLXHOZbn1K34iDfvDM3zAuu2aNszksoih8LWBt92FWWzE7cbNq1/96kgfdOy098z+qsaB/Kk5j8H4kn2NGjj4zT10L/fwP8AJjWv8OsZEO24fhDm59jBxrHoO+tbHVZ275X6SJNYfbmlqnkmU8TGEMDPGvg3rMZYja9C4ZmwIQSG4aeYTQlDq8cDAkSZ/qB2ybtQdpiHHKe+Xe1O2AzTOacwNTE3W0eBqlvMZhUJBrS2t0ccJ1h/0oQHTy3B4H4xjTdan5W3foEXe8VaaZgwJ+5IYW61UxXgacyR7rTBQtoec7Dt88JD27dkr3vA+7GTCiSPHdPzoMR09ckRHrQxHB4cjoiqeZNKKcNiBLkLEcbB/wM7PUBSqLjMdDjQMQCMo2ON1drsgS6GUaxwSnPDtDg52OzkJDEftYBzyWIwZz3D0n3zySW3cuFEkM1988UXRZ8jrwlQI7+HDXTrpYiDKb9TFxEkXMCYt3BNO5mKYJl3IsL+nYMYasyJHiEZ9hCkIMBEkDAvHQTtDCBpBG23Ce5y04NQZDSZg3LQNEg7npAulk+4z7jWYe8KGsORnVSenama0ihU6RSEazGBK/F//qmZOCMG8HGk1Bxj1+6xLqxl2BnKfo/lNiRkComP4YJoGJ0GzuYyAbcBGGRz12tGjUTwdsZGfmBwTCpxvt4yNj0QlOG4ncMI4m7bBZ79Dxi17n/S+oTPrsUbGDj1wACtwgAeuQ4C5ak4ulO2clGaYzPviGYzZ3NwiGBLBBN4QZvrzjEa/ivHFPplz1MqYc9ZlzfoY1uQeY5iL/QML9+jHvRBm5mYenjEP84cQxDwVC7b8CSEYfzYyhhMhHDE/sHf2TQvBwh0UBYXx9fnTJIn3gCWERNwPIcwoDc8lf4JC7IMhA4fAwrqMAR4a15AUvNbhghc93M5Tc8Ql4xgTQohGADhprImyZb+0Om6ZM4QQ38hFgcAT4Ir5WYe5WRs6MwfjuAZPzc1NDmRaojHiGeN4zlhgABb6ck1/zlmP9elPHxpzgy/6sSYtmE/pCy54HkIQ49gDawAX87M3+jVaiXMkqQld4Af60JdxwMZaIYQIL0qSMfQJIcSEJuOAEdhqpkfRxYSyac952bqr6s44GyWfj09OOTCviIR7CDMGARqW7Yywzsx6FZn0pnPFtClFeszIMzMGVT33tOU+8V4JhJvtHDY25r3PbOxP4MF+4C0S217ec9XE/EUbywkbdc55jvxVPB97DWGGl9h7sxOqyDh4Yn/glr1zn30yPgTDYv1BH9aAB6Yt1+g2xoQQvI/EMJVjwY+19ZsPsGM0uFcfDw6hN7Dw3MM9tiSCfmCkX9XrKUi8cclLHSGRHbHEpTh0wfRvjmWNOPEybN0CfzAWeOrn7AUwWIsWQoi4YX7WZn/1Bj24B4+xP2gPnMgPOGAe9gCM8jwhSbgVdRPz0YdGUhPcgHP0/yk7ScwtBcM6IhKF0G3YBVX686zRBpW1gHva9CZBBb2mjWMK7OAihBD5A7tIQDbsoBUeBj4aNgY4gB+dI38mbUfAB7CMj4/ZMc5YXyXGQcVwF2PL2NmtGdfj4+Pm12mPqimTTZVmQrwu2qmlVapltbQ2q7Gp0bZgOhYGWa9mhQMf0cA3R3gcHLI/T2h+zXmtktfPmZ5lMY71QgjRCUlgdgUlAAAQAElEQVTTxLqtbN6tiLUaGrPi7drhkUE71gNxLejH3IllIbjVXCBkfhwvAghsc4OLSfNdTO20I1qz4zfN25R2+IK5BTgVqnrCyRj8gu22+TiRfKNt7vx5dug7hSOL/oD30XWMgVbw+UkXL0oOThd4/oKTsfmGZs1zErSltaBVTmxedfV1duTfrnMdTLW0tOnA/oMqWgZzTlAB+6B9nJKvK7ZJEw7USoYLn4F7Qy4wdjv5ls/mzONZ46IS5QhewRc5cuSwg7L9sZDT7wIguKt6fzL+xu0jAPPChQsjjsE7PJhz0JLJZgVvnHABeNJB1vDYiKr+b9o8xrOCAydwA5+0WleDx+Dn1VrQXO9t4aIleuWtrxJJlLlz56tz9hwNDY8qyWSV8fyFzk7NnjPXyaxWB1Ij3m9JLznJiU/V64Is+x+ybOKDIU/ABW6BCbng2ZQd1qp9mmnzOs/WrlurQkebzjzrDC1btlSHnGTLZjMxCfOXf/mXTgQM6IEHHtam5zerYt6rVoMTj3vFGuCFwJpAotUO7rADafiBn/MZdbDXYce3zcEKfARs4GzugvneS1YyT0GbinUkNAeuEIL3VFTRtOIamqHLqqzrBl0n7c/Q4BXGDlsuUzvtWeM+hBm9z9iZvhMKIUT6sn9kEzhojIFm4IZ9IMNJksT+jGVN4OacuenPmjSuoTuJF3DY5uCXgAycAzN9QwgOrhuiLDIGWOUPzzhnXsZSSOM6hGA9kFEwXmrmiWwuY90RrMOGRBBb5VcUrBumHdCmdoSr1g8V38vns2ppaba/0aR2B6PsifXYI/AgY9VqNfIqR3jCYIjn8HHF+Gf/PAthBlfgAhyzlyRJo33OGr+J8ZOx/1hvXNNCCFFHgS/WZxxH4AghiD40aMk95mY9eBBaAUODE77sa8o+v5dRJpN4/4ltcjke+83fBMk91u/Mj45ABxOPHHbRwCLk5EhFxCW8vDB33tyoYxY5sdrugia2YedLL8WEJoEw8gLNkIkdvs83MMBjob096utB+95bNm8yn+9zcv6UOH/2mafU13tKJ08cj0XHMfviTfYPONJ443lwoE/z5s6K+oRf9sF+ENdY2UZbVHJiZHJsXDnjExyAJ/YPrdKEPadC54Fv6EODVxLTAdxxH/wXfiNbUy4yhBAi3/Is8Rw8hxacg4ey5b3f+2GPDzoR/PSTG/XMxqf0P5//orZu2izuM/btb//d+C3IN7/5d0SxhQIQcdtnPvMZJ6JfF38yFXpBvyHrmX4nd5EfZJB78BQNfjph/Q2N5A/wtBuv8DowsRaNe+yJOdgjMWGapvrFffeJJAZ75zlz19eDbnwjFnqyx0OOMzln/I4dO3XZpVfEIuqdd73eCf0ZOvT19ajFdFrsZB37uv7662MCB3081wmjMcebwEPxrOrCgKo1WROI2PlBJ/0PWCeCv0Uu5nY6oIdvwcvJkyeduH3W/JnanypbBptFbEuxpdWJorVr18Z7rdaB8D40Bk7wkKZJjLGZC13CM/RjYvqBQ8aAQxLZu3bvEkmapUuXij7wDX3AzaBjXfQa8DOH0R35jKQ1hdJly5aJRNAVTrQzJ2/2M27AyU+erVq1SvyyAokiCovE+1X7J8zLXMgW97iGrsAPjMDNPDT8J/zha665Rh/4wAe0cuXKiBf4Axo3NjVG/DAGWoILaM3PyiMf6EF0Dtef+tR/RH2BnqIvjfXgJWBAVuAL9gpfIcNrjGcSXPTDfgMP+p716Me+5s6dI3IVFF3xQygyP/HEE2wx6jf61XEIX7EG4/H3wTd8n5o3weF5Lq6TnOTnSJHfzZs3R73zxBNPei70cHvUryTAgAlZBQ9LnXS7xIlEeHCu7Ti43b9/v3mxIAq09OMb2Nddd10s1oA/GnuHbvSF/vAC8GGD+ZlG6AweGxubos1Zv369gA2a8zIA+L7qqqvit7NCCEKW0KHwEHtj33Ubtnz5CvNzEmkAXxbtg0F3+nGNL0deiELyj374IxdQ9kVdxzeEHnn44fjSBTIAruCxKSfKoC10w3+GZqwH33Ck0Rf8UyCEx+FH4L7qqqvjiwmNTqbBByTCpiaL2rR5q/K+d9D5rAceeVwHnN8KLlI1Nnc44b1A8+cvsY/UIX5addh+4F4XKXl5jiT7YcsyuZP582ZpztxOtRdadMcdr9bNLpZeffUVuuuuO5SGmhPAN+rC8zdo1PHOyePH1OVx5Nb4KU38yCn7T+CFvbVbt6VJYqtdi3awZnvLfpIkFfqEZHDJsWsmm7EPVVXqGAC7BI+HECKvoMO6urqiLiZP9pBxecjXpVLRtAhCZ5x33gatdiEBeZmcmNK+vQc1ODBiP7XbMo+fUIxyx4sJ4PAVN79C52w4Ty0uiD/51NP62c9+oV4XSOHrYB99rgtqa9as1mrrgNR2HZ4iYZl4L+jExnxOa1et0Kz2FpVcAJhbaNaqJXNVHO3T0KkuJeVxqTiu7qOH9biLPw89cL/Qx4888rCesa18+umNTvZ3q8HzNNvfRd82u0Aw5Vh9yP7hbucRH374EX3nu9/V91xgu/fee3XSBbwp+6jwCnDW8cI1PAMPNjuGZo/kFZGb3bt2eZ1TUQYpgqL7/u3f/k0f+euPxF9N+Md//Ed9455vaOuWbdEXPPe8c8ULg8jR1ZaLT3/6U/p393/f+96n3/u9d+iNv/MGxxUbhO0EJ6wN/6Hjxp1j27lrp/jllk9/+tP62Mc+Fl8uevTRR02HEy5CfU9f/MIXxLeVv/GNb4i1P/jBD2r50oU677yzXKA7rsGRXvNeQZPlSc1ZOFdPPPmEc6NP6QHT/HFs83Mv6IVNW7TT+dTUPIOcluwTt7W1Wr7zGhoesl/eq+/+4Hv6ow/8se583et0k4vHf/WRv9FPTOOP/PU/usD0l7GIJVsy7OKRI0elkKjQVtBrXdD4iIvEf/u3f6u7XndXtPW8hDppWX3woUf0z97TD3/0I/UPDkV+hg7Y6Iceeij+PCt7n2W7eb3t6Jve9DvW98vt3lQ15lzkdHFCS5ct0vKVi+2PNrrYmY+/XjXq2GDMfg+5g0HHX4ccY6GDd+7cpS77b+hs/vzYoP2U1Hp2keOr19/1Wn3aBWPgxE5NOkebwT+uFF0InvC807H4Mse6Hd141D7HqBP0O/fu08annopFbmD9jIvtzPHJT35SvMzC30tNQtCSxYtdHFmveR5/1hmn65z1Z2qh481ZjrPQ89Mukk07dmu0roEPkjSx1MjuQU3kodBpmUzOvuC0KLI2NTZr7eq1usSFKwpG6884UzX7XtAPm0jshp6d5zWIgSfsu/HnMEqVmvWC7L/WpDSjovVHv+36EefR+RUXXgzCF+DlIL6h3jfQq1M9Jy0rx13sPKotWzY7Hhx2gXutFi5coKrXbGhs1Jx5c9TgfPKv7vulPvD+P9F/mF83mr+e2viUfv2rX4lfF/ncZz6rL33xS5pw7uq8Dec7ZM9p354jemrjZm3atM3r9NhP6bUufc4Fv+M67Yy1WrR4gWP3FmVyWTVarnft3a27Xbz/zg9+oF/d/6AOHTavpRm1dszSJZdfqXPPO1/zHfcFxy3d9t/5VvFK65XrXdx9z3veZb/y/dbXTea1Sc/b7D3MN3/3a2hoSLlMxjzb6vMBPfTQw/rCF76kb3/rO7r3Jz/Rxo1PxxeI0zQ1Defpyiuv1AXnXygK89ffcL3l+I26/LJLTedFGjbPPe5cxK5dO7TMRecz1p+ujs6CEuvikEmUb2504baqoeEx50JKhqVmnBZVqeY0ODhlXPeru6dfYxPT7leWzAll1wWgw8BQn9gbBdDF9hFneKco9BX7XnfaOq1bt8Z4W+ScTGqYhzU01K9MNrG96lBHR5v1UklDw4Ned1xmMzXkEmWSmlpcJG90SxL5OjhfkTGvjWpwYDDaXXwMCttjzkscdK3n0cefEL5p2T5sR+csF1WXad6ChS/7ocuXL9eaNWu0yjq/0bxBPg8/gnbqVLfjCEUa1JzvOelCZJ8LkkX7AIkBgN+7bJO+9a1vxZ9GHzSPtrcXjPv5KrR3qiHfqLlz59pXXan19kHO3XCufcv1L/vh2Eviq3P87JW3vELINz/Ru+Hssyw3q7TGtm2125lnnqENGzaYjmu1yr7k8mXLROPXZWZ3dCq1TitNlzQ+Oma8VeL8l1x6id7z3vfqox/9qP7iL/5Cv//7v6fbXnVbfJHkpptu0p133qnbbr016vXZLoJiv5Ep4kdeFNtjWwQO8EuxQd3dpzQ4OOTc2bSSJDXdcuabFUJPUgBdt26dfb3GSANsAzKemg8LzoUh6+AXn5QYAP97kXUNz/FPWZM4FX/0kUceFS8gvvDCC471R0Tcgw3OO0cJvqvVqhQU9wn+RpzvmHDucNr+Bw1bSavDgH/OOI48Zwy2IzH9QgiRJ5mTa/xcWiaT9R4T642qc5Bl+yPTqpi36/PEo/ME8DNjQzBAmvlwj0YfGndDCArhfxvP6/AAJ7yKTa034AdGjvhTPB9xLYfnXPOM8RzrDXxTBGUf4BU/MmNdwXmaJHE/wAJMzIsfPz42IRo+ZLlU9R6rqqJ7rS/pW58rGejt09jwiEbtpPCzBbTe7h4rkSFhhGouOKQhEc4ISB5xP4jC3/VEkfZ5PEwEsXHyDx/uio4djLZlyxYrro3ROD322GN22J5RPYDYbYNPoXXL1q3CseE+wcphG8gjdnZpe13YJSCDUU/1nHJyoseMOqARJyNGx4Z9HLKCGbESmzAxiy4UTmnKRmzKSVBgByEhhJiYwqjRGm0sQBzEnUHWuMasUCad0GZ/IJ1xPK85OKyZKStOrJbLRSeWplUqTjlJNWWDXDRSy74u+Xpak79J1jFH5TcMBKJrTubROA8hiLVDmGEY+cM69KfRL4T/fcY1Tc74QDCaH0eGY1zZjMt6MA7MzzmMkSQh4qJSLSu1wk9sjKomPIxFYx7mpX+9sT5zsg/wUnRCGVzUz6vVahQagxz3UJ+D6xDCy8+Yt/6M8xBCxA1zhTCzN+4DB+sxPknSOCc8lsvl4v64T796H84ZAzw05uMaeNk7x9RKiTlonLOneqvPVx/H9YxCyChJEtGPtctOirBmCCEqkHK5rPoYDBDrgG8MBWN4DjzgERgRzgYrtBBm9hpCEH1GXSSe4bNJAS/X4BgYcJRYm7lRBvTHAQdG6BkC9CxGPmWdEIKVdDbiiX2yX8ZzzvpcZ6zouMZAz5+/IBoO4AP2jJUH91k7hBD3zlpc04AfOanLC8+AFbwAG3DW4WAu+hYKhWgQQwgCH+AshBBlj/mAj/UZy5G5OGc8azI/jXPatAOjOr5YE3iZB1hYm70xJ/dy2Wyk1bQTjhY3BdNzzA40SfzG5halfp5kssr4WLE8g1tgYD0a8wEzR2hasazwHNjYW82LAm9q/srlst5TJrbUclZz36INFLKYSTNKgvHpe2XLTzZJ1e5iQd5rZ93YB425uJXrEwAAEABJREFUE8MI/CEEy+p05DHWgnZVw0g/YBsaGrLe61PRwTFzQN/UcNCYg37gmjmB31wX6Ql/GWw7OK1RNgecBIPvGN/soJLxrMN+OUohGnmes2+OIXgv1mUl65nEOiTXmFNDU17lalFFByZVF70mrPcGDeOU9W7Ek+1F1fAzPpvNKYREGTue8FKbkwfACg+yV5IJwA+sqfeU+43sM5bnwAEOgJEj87JHnnMeQlD9A/55FsLMvSnTBJwwP2OZg3FcD9iZCyEomAbZXE4tTlqmlgmFoCRNjb+qgBEZZ07GMq5iOwD8rA1vkrCCb8Bnowvo7IE1aeyJPuyBxjPoVTE+G9wXPqVfyXTFXqUpOqjstSt2jGf4AfkADuBmnDRDD/ZTtdPKnjkHt8gHvJMafsbJH+SIRkKF+zUvCl5p7CHxmpwnxgPzsEfGlhyAGxUac5BbqZYcsDSaRyclJ4sanFwOSTB+xp0EOCn4E+cYvRUCPNRgXZ5EJ5wgPpPNOLBwEOGxwAIu2BPFnZJlpM0JmyYnSqB9hx3Kjo6CfY3G6PwDc9n4YX+8DFWxA5NYxnIufDZbrhYuXqLTTztT5593QXR+L7vkUjvRKzRn9mw70Uv97Awn1c7SnXfepbe97W269dbbtMwONniAPuAV2nHd0tbqIuQsrXHwstR9SL739/eq6ICAPlP2DybdRhy45HNZTTuBMGneZ0+0JgfOax1snHbaaSJxOX/e/ChP4LfgPa1z8RFnlwIyb25CL4oz7D/n/ayzk33mGWdoyZJFWuu+BBdzXDzOOaE04URMIqnB5/hawQFPq/Vah/E14kQDyYvjJ09o0H7csO0MhUpoCW167Z/tcVIQmhKoXHzRxVrq5DpJU66Bt838v2jhAq1xALLBAQtB5UUXXahFixZ6Dw2a4+QZeMBfI7HV70IxDj3FePj+7W9/h2688SYVCp1OPL9ondOuq668Tnv37tdPfvJTHTp4SE8+tVE1/0dAMmHdnreNPOpk42b7iJudACKQ27F9uw7u269TJ7t1uOuwSLCx36PHjtm/K6lqHWRXSDKfETyk1qlJkspumgjIqsZL0cnHAQeMY8aL1VDkQ/DOm6HthYKDxCWisDHLgVHV8KADwBUNHMGfTebHNhc6GwwjiUuCyDRNva9WjdlXzFlnQPPEcgNvoMc4ch98QHPOec68ZfsUyC/XwJ4x3MgAQRnzIZ/sJ0lS+0pT4pjPN4g1qt4EYzPWT/ApfjY+8aZNm2KSoqEhL35Sa9p+KXYrbx7JWOY45vN526lcbMAIvyeGmXP2V7Zvg/4CXvrCk/Tpd7GLRDz8jf5DvrmH/QBH3KcfMMkf4OMZe+LI/VEXmrjP3liPe6lx6O5xX6z3/7H1F4CVXfe9L/5dex+QdARH0kgDmhlpGD0eM2Ps2I7jxI6dOLHD1CRtQ6X03Xvb3r7ibdM0adNQw2iHHTvgmGHMMOBh5hlpxHzo//2ssdK+93/Hs7z32XvBb/0Y9j7qcYCOPMLr4Bo4QgjRXgHnhG04e2Yc64EL+s3ATZ+y6X3syFEnG0+q2TJBvHLKPM9DFZx7MmW8LknxY5YR5mK9nPGL3BD8NjQWtGvPbhGT7HXymzjk61//ekxsbnAS6be/uV8kXp9wUsXQmd/Kmjd3tvpdAG13YqXf8jDhYm5Lc5NmO8GGXpZ1bd58snbtGl3qghRvjK1bd0Z82A25xF9a4AQKx37bZooa4G/KCWPWJ/nQYz2EjFt1Ot4oOXnSal1ajUkR9t5sHmUMfM088BbfwTv4Beec0xfcCn43fvmey2Wjnwb96UMD1+B4xDrk8Ilj6h3s1/5DB/Wb3/7WCakH4k/5/ua+X2qkf1B3vOV2ffkLX9Rn/vnTWuJCyoqly/QzJ1L/7bOf1Z5du3Tbm26JCeEQQnzABFiBCdqx1xNOjsFjrA+PsT681emkCv2ABZ6bgXuOE4k0+KfBuhY/jnFtTmAyBh692sUkjsDPvMxJAoI5mJOkGYUXYAA3FF7QC7feeqvedsc7tG7dmba/Vb3smHTLlk2WQ6lz9ixNTo3pN7/5lb5hnoBHiE3HbQtYp2p7nniPrdYtvLm82Dx99vr1usYJ4w7v5Yx169RUbNFJ88gRF9PPP/9868liTESzP+aD/uhh9HJf3ymvm4i9IUvwK7hjn8hACEFdThizJjzGQzr8AtOoaTbLBdvvffe7saDGGBIy4IP50UfgFN5C53R1dYnkDfOzFg3eoVBAEulyFwv4OTHkDdsO/5I0Yg6K4MADfkdHx4yzSvRfieFZb8D8PHv27FhsmWdYkX/0AGtBCxoywJrQAhpRgIcvadATGsMjwA7t4Esa8Fx11VXCdqID0YWve93r9KEP/Z5YE1+B6+QfSDyRbAKv4A7dyV7Qu6wD/liH+cEHb19h98DVpG07PgC80GFbwf6x0RSbSHZN23eBFxlLQycy97jHcZywjWNvwAyfgNs662Pgxx4BE3ZljmMz1oUvp63LMrYNM8c2JzXBxYST56f6+p2TGbYvZh1j3LIe+OTBJWAHn8wNrNCFvU4bRoo/6BBg4ju4ftzFYHjr4osvdrJ2haAPvgDwkouhwDAjm/Ao16EVa/b19dknqI92FZ3Dmm2WQfaJXDAOWAadJ+rp6dGqVatiQQ9/Y519C+h2+eWXiX1lbNN4YxJevurqq3Sli+qsR96IdeA1cMcRfgaGsn1wjqwH7aAV+A8h2Ccdj7wInFKIb4M++NsH9PX//Jp+e//96j15Mt6/7bbb9J73vCcm0TPG96EDB7V50xYNDY1oykXXrq4F6u8b1P69+3Xk4FFNj09r0kXIKScj5fWL1rvNziO129/pmjNP/CJatwve7BG9g3zOth2o2jGpuZ133jnib8m9/wMfELwK3rut2zPeP386CPwaXMFzjMfXkn2Zsv1w3nqTPxXP03uqX8dO9sbiSXvnbPurHWqy/zxsn6TXdCFPBs8/YH39TRcBv/eDu3S/C1n3P/CQhkbGtHTZCr3mmte6WPA2veMd79KFF14i+K5i/6S5qRD9rV/9+jc6fOSYC2IDGjANH3viiYjXTuuyYrHVsVxGvdZRB1ywOeA8Hb++QGJ3u5PKo4YjhBB97Itc/Ke4dND5vEYn3xfOm6NMdUrzOxqVq4yoMnpcY737NHbqkE4e2qWmfNCyhV2aZ9+9zf5owbIyPDQY+QQevsX25Mwz16utbZZ162v1rne+Vze9/g2Rd5FL5Ak5wA+DB5GBmm0wNiWEoA1PbdAHPvDBmDRH18D/R44ciQ9JoS+QJXQCY6ABeVDm4cUP/E8KsF/68pf1Ixd+DnhPGzdt1G/MU69sfUW8ydTU1KhiS7P27t2tqvNuwPzP//xP4q1UeBdbgJxjDxb0dKutfVbU88iPTPwm+w6N9kPQE/A1uocC3o9//GP98le/Eg8afOlLX9K9992nnbt2aNPGlzV46qQO7NmpfhfI+m2vjx7YpxNHDuqIfZhx+8DovJptfiabqt6FleaWRuE/L+heqD/51J/piy6G/d6HPqy1lkt88knnT1paZ2npspWm8YCecXH2wQcf0Ze+9J/6l8/8i37/9z+sv/+7v3VB6mexWDZ/4UKddc65estbb9f7PvgBXePiw+KlS9Xt/SHnxWJR6LcFC+Zr0DkC7MOvfvXL+LPWX/va14SOHrGf2O9CfV//SfuFGYVQNt/1Kf7Eqv39hoZ6q+mqY5AOrVyx0nHGtbrm2mt16WWXa9GixR6TF77AQRd9wVmX+Qw67tu3335vPq7fb3s0XSpr7Zq11l0NmnA8pSDjpN6yVNYLL7+sx556Stucbz7gYu3WrVucw94ibCp+Utb+dNV++HEX7I86Zhl04TaEIGzBAvtwyDG63VNaLzbEfMKE/YNxN2jZaH3Bm5KT1uNDw6MadBseHrGd7hMx0rNPP6tHH35Uz/k46aLu74o/ScZ+wKT3r7j/Zss6OaZx+8UTjj+npssKmZz1wGzl6xuUyWYVkuB9AUOLgv3eKcfP8AA8jXxOOS9C8W10dETkQbaaf5GF5SuWCv6YdhwxatgyIVF9XYP9zqqGB8fse3bqDTe9SW94/Zt04+tu1hveeKsuvPgSw7/L/Plr9VtXwMfk1tB76Gn+dN+I5xpz6ztxUmWvPautVd0LFwgdOW/2XI2OjesnP/2p2z0aGZtQa3uHqiGY/3q975oiD9mHoBiFv/Lgg7/VX/zF/9CPfnyXBof6Na9rjv32LRqfGFFP93zH/5at1hbV5bJqqMtrdken+qyv7rv3V3r26efFW4SrVq4S+uGAY8znzOM/sd/KQyjIGLxCPqatraiLLrpAb7z5JvG3QoeHh3Tk6GG1Gf75PfPVUKg3vjPWP0XH6yu1bPlqNTa2ej9TGh6esI8+aZo0aon94iuvvFpX2ze94XU36I233Kw73v5WvfcD79b/+Is/15vfcpsWOI8Bb0xZ/qbtAwxaVoB52IUhvjc1NcfYE9005KLYCcs6heVCY4PIsUAzfnJ98NQJqTShxrpExaasig0ZdVrmu+a0ObbvFj/pvM6F/1Uu0s61P91kPdtQKChjXMH3T1hH/uKX9+qgff526+FVq5ZqxfLlLlYujb7i+vXrxU/wn332WSKHgVwMDg26YHxMvPk8OTWh5cuXRTu+evUq54EylsGcuuxrtrYWzW/94sGxL3/5K/re93+gx5/YIAq5fbZrfX0D6rfOGrFsRB6y/RszPwzDO7Zte/fs0R7HaH0+nws/2K/Gt2D/+XzW+GnUXPtSwMfbmvz98dtvv13vfOc7ow7mLdi3vPktOv+880R+6ITjj2eee1bENt/53nf1hS9/SfdZN+3YvVvTtrtF51a6XMhc5JzIPOdG8FnxYXt6ekzTpd7ncq1wzqbHuq4r5knqBd8cMu62bt0af/Xk2Wef1UMPP6R7f/lL3XPvvfEt4Geff0EbN2/WIcesxywTR6xTePMUO4nvjHxis5BVfrVClgXoFH1b06rOOYmc80Vpehq3uVzOOqcQ8/voop7uHmHTsdfkWrqM+8WLFonGdfbQbH3EPOhJ+cMRHZa1/sjb7qKzuI+M0NB9HIELPULjHH6kzdzHj5lyHnjafqenjTUK5qQP12jMw70QgliXc8aTS+L+/1+zzph6tbEmazCHTbuHBtvaapRlrjOWPhz5Hud1joNr6MyRkRFx5DtzzDT6AaMnjDqHIw34ksAaNdn9MikSX0bLn25pmhU5eXAGvhLVFJ3OsVeDojzEaWhQnZMNLAoAgxbuYQs2BD5+/LhgaNoxM8JuMzgBB4pouwuk+62g6IPDQdtjIdjl4BoHne/cYyxKgbn7behwWo460dHbe1LTTl7m8lm1tdsQz+2MyrKpuaCsHYJsLqM0k3hTcgvRkMJoNJg9b0agwQyNjY3KmTmyrzYQBoIhzJidYvaC8zpl4pdtcNhrpVJS1a3iwmnNDlHNRRGpqgCSTL2aDeoM0kMISm2sQDTDh4QAABAASURBVHgIQf4nPtyfaXynhcD9IPrq1U8IXEviNebJ2LHOWqnR2AMKIp/Ped8ZJXYqQghifMXFihmlKxkywwWDgE/a6X1UzGS0agxyGQdM9IOW7B9cVJwIoKXeB8f/3mbGwJjMC60mHCgyf9WKjvvyh3nBMULNtapx5MsKIUQm55xxUxYI1qEPjXGsBxzcY37WqRomxjAP9+kLbmicc2+mMR+NfsDFdZiaxjlCz9rsgfszc7A2jX4FKyh4J4QQFX+TnWLWmWn0A8aZOYB1Zl5g5D5r0T+EEPHN/RCSyJ/QEBi5zzzcYw4ae4YPmQN+JSiFd4ErZ15gDPfAb/AijIV27CmEIO7Ln7z5nj3QD5h8yQXckuiHrA0ODkRahHCaX4CH9ZkPueYc/DAPihZYgKG5uSkqaRwa6Mva9KWBD/bDuNP8OK0QQpQJ7nGd+8DIvMAnf07veSQqNeCjD/AAewhBrEtfYAjB+LRzQR+aVZUwdJPmJX6GGcksWR4m7ShPut+UjWDOxqbOjiVyglFOLVesn/Wx5PshnOZL1qt3QMw9+CIEMKy4hxBO4wlcMmbSjivro1iZh/4z97jPeVCiNEmsN/Ome04lGxTG5O3QkfDGwQQXXAM/k0620ODdEEJcF7yGEAQ+QjjNj8DIeOAMSRD8Ac8yD/RgjpkGLMzBPa5xn31CP8bAS8Cet24PIdj4T4oxIZxeH1i4nzHv0crWfwTxGevQJE2UdyGtrlAnHLA6BzlWAxqx3Rh2EoKHa6yKJAU74DXvIaf6+oLy+XqFkIp7wC5/wBc4AFauAQPXfMv9oLJ+dwR+YOcIfPShL3ByzjXO6+rq+Rr3w9xc5wKz8RAEfEMrW7+AU/iCeUIIdkibo+yjHyvmp0KhQcyZzeYELbjGnFMONGbg5T5rIF+MA998Z0/sZ9hO4KT5JrXTU29+HHPQMGVnecLJcpwm5mMuaDIDB+e0mbk5Mgf0RFaQHdYAF+wthBD3m8vllLcOYD7kBhhoXGt3gpXW0tLCkKgHOGEd+nLOOBpPyU6+ypfMyTqJeRo+AgbWp9F33EHfsH0C9o8Oo8Wg2M7uoP2FKdvVITva7JPiAo4me+A741gH2SA4wfGrs9wmSWreqai5qUXdC3pUMr5ymYzqbPs72tt03rnn6hYXRs930XTtGevspM9XY1PBvkKbnftZ1ndjSgwv67NGl51ckovAztr4Hvga+Bzsacp6BF7gGngdNs32OQiX8Vqw/0A/gihPqYGBU4ZnUpPj42qwHHS4wAidT7nwxLzsa8iBjl79EDzMs9NPmzWrQyTLu51ASzOpMmnqJFiToG9LsSjoACzwBz/7NOCg4pTXm5icUNWCc9CJq4NOXFFcku0ryR38KmjR29sbeYCfO4PX2eu8eV2a42BpntdfvWa1Vq5a6QC7WfWFJicPLJvZfOSDaftax+13DZlOVXwg8/e+/XtFwpXCKXwKDoqGEf4hWcj8PD1ZZ3qdMpwWF23bvlOD1gEjoxMac8LgRG+/zr3gQrW0tmnP3gNOSoyJwAScthRb1VJsi3q83+PrrSO6HFxnMjnNnTtP2x2IdLS1i6Izf5uO5CNv8xQ9FzhGhpsdBBZcOIMPg0KUXWxnp5PMc7zv00FOjwpNjaIgXTTv5K2vWjnW1ykxDYJ1acmOdtn6oGAfAH6HBvAlvMI+x03rfvunh4x/GvfgL2SH/pzDA4wDthCCMtaV0Iyk1aT5F/xkjO9ia7ta3PhJqLr6xqgbGxoaHQS2mG+nHOTP9T7ysWWzOQfjo0rTTJRr5kaWYa0h8xj7znodgqNMJqsOJ/vZf6N5Nmdd0GJZJwDn2OVgCj7gOmNaHSTO7JfvU5aBYcsx+605YuAa++c6+8tY/pAN9s6xZn7kHrCk5mO+c8788ATnNPBCQz8wP/Azjn7Mw7zwFWvN7I/rzMc95shZpwEPcAAz15kTfUlfjnX1Oct/UeXKtIptLSqVp8S1BtspzovFJrU0FcxPLfY5xpwUalWEmwXcSqWqCq/iDRnjTZEf/vCHAh8kwAnISb5fe8019sWzQtbRHSSt9+/fH2Vv0PoOmSEGAufAxZ6BvdfyCc3AXwjBdJ4d6VUwz7GXGRljTsZWnKxnn/SvmDeJmTiCP3DVUF/vpMIeJ9mmom8WQoj6gxCl0TLR7MRLPsYNWTEPjf2C49T8xL7qLQMhBGVz2Tg2TZOok2qm/5D5PVjH7N62U08//oR+dvcPtWvbNo2ZR6ZcMG5oyGvR4gUeV6cnHn9Md9/9A/GWW58TjG9/57v00Y9/Unf6yN+Lkj9NzUXHcAuUpFknaY6oXKkZ1EQTk9OaM7dLJScEp6dKKjQ06qUXX9bPfvpzHTxwyMXxXiep+51E3mjdcsqJ101OUg0ouLJcLDZr6ZJFohgK7y9w0oPCH8kEdOxCJ3nRUfXGFQkX8AYeiFfR9eC8YtzCm8Suu3ft0Q+/d7d2bt2tZ558WsuXLtdVV1+jufMWqndgSI856TM8PKaeRYt19OgJlcs19fUPOYmbOClywgmhgy4+DKreOoYHz1Lrl9SykRjHwEdSdpRfnLCsorN5SKTfdqPRfIdtRib3O4kLbWbP7rRuqBPwGn1KTRtkBvuaJImylsd+F/FLpSmNjg6Loi8J/N7eE/qlE2HXXHO1iyQXqs76OTUM6KLZ1oshhOjvMS+8QEENHq43jo4cPSqKjiTv0ResA5wHzN/gisTTb37zmwjTOiexwLP8QZ7Rj/c6UQTvDplHli1bpoVO1rNOv/U7hTFwzn3gSZIg+J49E2uwHnIHvUiuU3AgIQZ9+s2L7Bs9TMtbHyBXzEnRDz1IghX4kBPmQ/ZmOREIbzDPzTffLGTwSReFwANj0JvIcQjBu5D1wnjcGzLHBfRSm/0mjtgeaMReacwPLPAODxR9//vf19NPP22+OBJtKjmCEIKgLzRAB9Rb3oAZmw0vsn/gQAfQmL/s2IS5GQP80Ih1tm7dZhpviYnGvP32JYuXCP6+2slZcF2xvmhqahR4reKv+ztxG3TCXo+7cMBeKQrxgAh2DFtB401GaMJ6yDB5Gq7XmyfwawYHB+33DES+Ae/AXrHcQBfeegbn+80jzH3KCWtoDA5p8Cw8hI4JIUR+ZM/skXHghfWxTbPsH3XOma0Tzv/wM4jr1p+pRUuWqOS9DNg3Adc8FAbsyA54RKcCH0ca/MacHFkDvt23d6/49QBocfWVV8WfH7/26teo3snIovVkNkmVKriocTImhJGHRx99RNAKmjLHuP3cIRcKtr6yRV/44hf07HPP6bjzXtt37NDhw0fEm57Tk2UNDoyp9+SQ/deMNmx4Qa+8sk1VG/9R55oOuFgLnVPncXhY4aKLL4q6u39owDqkKmQ0m80J/PAz8o0NhaiP0zSx/BtG65MQgk4cPxHtD3hAl52yfOzZt0+jji14kG7c/kaD90Vbs2adC6bv0Vve/Fadf/4F2r3byei9+/XcCy/o4Ucf1Qbz7MubNlmnjpj3U/NPIniuz4nt/S5M8bbeqJPZ6O+GxiYhe90L56tjVnsscIaQ2O7OErLealkpe68kh0cMy/adu3TXD3+kBx54MO6Dly+ee+4ZHXahb8pxwdVXX2H93aN22+tVy5dqkYttGVuFrrmztdz8faH9/KLtY/f8Lt1w/XW66qor7E+epzvedaf+7H/8ud5y51t11bVXi593XrF6pc6/4Pyo83h4BFnK2QdqMh6KxaL3NxxjyXrHhxUHrOhY+IOYJIQQ9wxvs/cQgnFhSOzjoJuRRWhSb/kNIQj+StNUjD/opPnBg/udVF+qvS6gTrmQcMa6NfrDj/6B1q9fH+l0vwv50P+G171O73vf+/VXf/2Xuuvu7+k/Pv95/ZmLmR/68If1vve/X5dffoUWGAfnn3++rvd+KdIt9PdO45q9oKVS88C0cxxpksgmUAYn0qS1pah664Wy7QEteI9873eBsmLeSxyDamxS1ZFxTdlmlcerasw1e70FWrCwW8HzJrZLV73mGr37Pe/Xe9/7Pp19zjnqOzWgrvkLdeFFl4gCcJIE+6TDgneRieddFNi5a7dSFxor9heSNFU2n3M+YESTjisaHEOD89Q8nPEa6ChsIbFeq/1gKRiP8h7qhI5/+eWX9NRTT8aHdlvNF4t6FhrG+VrUs0j1zqGgw7EjT214Wk89/Yx2eO1J8/vC7h5h45vMowcP7NdGF0YPHTzsecoqOmbo9n3mf9G+xfT0tP3rnNBj6BT0GHTG/hxzcSMxT1fKFfOLVF/fYNlLbOtLGnT+bNqxkWoV6+E+Aeuzzz7tubJ6/etfp0996lP69L/8k/F0hrKZxHvKWjZavb+y1xqPuq+5uUVJkqq5sVlz58zTYvP5DTfcIN58/dxn/00f/r0P64LzztcJx2M/+8mPoz0eGRmyPil7zkzUUZOOzXO5vGOGZuuNmsYsa9lsXg2FJlUdcJQNe8XHiamyBl2kHnP8iA7N5nL2TRoE/4YQhI5M0iAlVVGQ3L5jqyre24IFC71eSTXTs6mpSfMcRzYa3h3b9+hr//ltffs7d2v37sMuKva62DlkexfU4YJoxrFIpTqtNBtUqU5pdGxENcsQ9iDxejXbjPHRUceBI5rd2aEz167RMuv32Z2z1VRoso7IGUf1Ih7K1zdpn2PGX/ziXv3IePjpPT8XDy08seEJvfDSi0JnDrqwefToIcf8bUI33HrrLSI/MDw8aL2ySOippsaCOUwxtzPPcSX7OHjoiHVorxaYr6+2Hbjiiqv02tdeZz35Tv3+R35ft9/+Vp2x9owIJ7xBgWeR+efqK67UJZdcbPoFbd+2VRPOeRFjdnXNF/xSl6tT0TFtc0ubii2zfC3RkP3FkydPGU8Doji82EVVfsVp+cqlWrJ8ieZbl2IfkYmenkXmpbx5raLOzs74YDhvjOMbgdsZf6HT+CoUChp2Ifzw4cPCJoaQCJvdYB1Fkf/kyWMaHjplVp1WQ11G9XWJZJpMjg9paOCk+k4c1oH9u3TsyAENDfZpemrMa5svmxsjbz/04IMuVP9Y9/ziHvPGsGUg9f2c+BOFk/Ylauaxgv2DOYaltdiqNlpbm2Fodb+s0L9LTFt8rx7L8OzZHaraL0HmKrYRaTanPfsO6Kc/v0ff+Oa3dfePfqzHn9yg3Xv3aWhkTNPO5VarNfNRRfm6Os1z/Mp8xZaiBm2HyUtsfeWVGAMhD122EStd1Owyr05bP253rMLPp79sPYDOCCEInDW7gJizHIDLaeuBJE1VMV/i+2L38eU2b9nieGOzeMD7sSced/Hz1/rB3XfpFy6GHjxy2LzXr4npCdWsgPPWSfOcX7rwwgt1/fXX65prXiP0Nz7ZPBdfW1uLXrdB466Z7HaBFt92545dlp1jCiGjJMlo1Hx08mSf+uw7IcsnT/bqhRdeNAxb7E+ajvanY+zgIiC+yITlH/hLztWcxul41MnDlgd4idxi1bKbt58Fa5QGAAAQAElEQVTcUmyxfMwyXdpss2epy7mgBQsWCPjOOOMM8XDgBbabHMEvfIitS5LE9KpGuvMdnKEvUuOLe/IH/I3ZttDGnSOBttCiWi5H3x5/bNiwc6/sa+CZ+3yfcr4BGNEPXOd+yb5v2b4e32kz972UjCz9908IwbhLfDmJ9GM8/WnMyZEmf2a+04d1WYf5uU6jH99nGv1o1A3oy3nZ/O6pIj7Qn/gEMy2XzSlxTB0C8AQlp5Ock9FhZlIGQAwQN+mNHzlyxM7CPvFUEQEMjjNFUxxiHDoCGZw7nvY85QBxBokQd3BwMDozXAPhIKzmgL2mqmjZXOpERr0TiwUrUgeQ2TRerxixIH/YBgGBYB6+l18lDEjQq5+alXbFQjHTuEc/kAfRaVNmwsnJcY2Pj2rCCoGfBOMn0MrlaVW9VsUtHj0/41+dWiEEgQcazARTgR8a5zONe/ShcU7jPIT/5/gkCeIDHhCGJA2aaeIWuLFRAzchkZJUCj7K19lTxfuUP8DId/bIOY3v42ZsGudx36bf9PR0ZDrgAVfQASHgyHwwDccQQuzn6UW/eitMhIkj1+jDvKf7l6PQcE7jPgwGXlILHX2Zg/6cY5RRssD2O14wrrkHXKyTs6JjP8NWHKM2vMBIf/Yx04+5aSEEllTNiiOe+H/0Axb6hnD6PufAACycM7+7KoQQFQbX0igMQYynsQf2DG1ZiyMwMgffZ2QD2JiLe1znOEMH5pU5mWtJkipJTisornPO/E12VpgLOrBf1uYeeGhtbbUiLog12ZPBtaHKCVjYD3050p/7fOc8hCTSkHs04AFGYAXvp/sEK+CRuH9oBkw0YJm5H8Jp/EkhOmDAC1ysn5q+nHNkjyHQ1xxrWrAe10MIEZ/gm7WBj7Gswf2yFRRHDFwIIeoeZJz+M/uRP4nXL5vnyzau0x4z5sC25muZbM7w/9eaIYSIK/CVMx+xDkf2w9rMwdyc0+jn6cW+srmsgCWE/5qD7zT6hRBexXsl4pZr8F1lhn99P5vNeP2K8TrsPiXlHJyQ9CpXSh6LjivYwc5FmQEu+J312St4AY4ZWNGb8D58UfYa2exp+KDfpAMj+tOXe8CCw1osFr1OxmtXhNHFEYQW0BX8sxbjgKliPJbsdGTTnAouZDQVmpQmqWkwFZ25qnFdtdPDGtlsTjm3bCbnKVIncEuma9nrVI1/udWUyWadWG2M1yLc1rXlctVOmvuVpWwmrxCCm9ynIniu0w4jDg57hC450yw1X3HOvkIIhqUs7nvheGT/yEnVfMa+83YYwBv05BrfmyxTmUwmjmXv0zbS4I+AaeYec04aRtZibuaCDuAd3DEuJEmcg34TE+OGuyzgC5Yv+rGekppydlZpk3ZIkwz7q9p5b1E2m4s4Ye2Z/UAn6M48XGedCTta3KcBQ8V2CLiYP4Rg/FaV2GaAV/ZJH/BQis5U1XBVzHe1CJv8YQ3w0OmABR1SLpci7qp2ZlkzTZM4Jmd8gyf2Bx3ATZIkqrODyLFimWM9T+n1kygnFD1pE8YHjblkHcfcrDNuu4qDT4PnwBM+AechBOMkq4ZCnWbP6bBuazBcYw4Gh9TYVK+582ZroQtq9Q5gW1xIXdS9SJ2zZosgutDQ4GOd6h0sdMxqs4PYLpzCeXYOsSk4mAccRPN0+cFDh8WbN6zNfvtP9ZmOpRiIwgN79+6JTzxncxkHl3WG3oXblkaNT4zqlBPUzQ54s7mc+ICH1DxZcFIAehQK9RodGxYFmv5TvapVS25VhXCatwft6+AL4a/QTp486T1OWGamHCQMiyLtRjv4JPeef/55Pf7Y43aaNxu2XuNhLOoGinskniqml0JiWSuJOaFpoanJeCuIfZTM17lcVq3FZgej9p8aG7Rw/lw1+Vh2UalmH6K5tTk6/uVqWdl8VvW+hz83AxsBRJ2TMAQAK1euFM40QdnyZcu1zoVqkrEXumi9ZMlSkZjirYBVq1YbhkbDO+5Cxyknx45pVken0kzewU/Q8w4Enn/+RfH3rPbu2WffSuapBn8/7gLtLm3fviP6khP2S5I0Kx6EOezkwQEXT3Y52Xfi5Al193SLB/SKxaJpV45NCio4wUjglrdu5YlnZKbDRUT0SaFQiPBDv07+JpcD2ykXa3odnKAzcO7RicgO+ETGkA/WYG9TDq5CCJFHma/dRVcS7/TJWr8ht3NcpEVOwD1N/sDb9faTmA948vm8EiuCCReHSqWags/5OzSzrO86Zs9RiwPPJvN3xrRraWmJfNzc3Gzerhd6iDUSyyEwMxdH5mW9Sess9sB91oMnM9Z1E9YhnAM3csu4EEKcL+fEy5QTTmNOigIr/Rmfy+UMZyLwxt4Yx/VsNif68Z31kCOOrMHaOY8LIdhWTEY9AsxGg7gOTDP6E93BWsAUQjAP1EVdBmzACs5CCPHJXvAMXsEz19kvsDAv+4bfwVFqWWQ8MMOnrMm1umwOVawGJzRy9uXMiMomqWq2c+Mjoxp0QafQUBflpsl8QmGBRChz551gLTQ2xj2HEMTbIytWLBfBJmsS62zZvFm7du7UD11gJSgmHmKvs1ywAXb2M//VYh6FIHCFfQNW6Af+KAAMWj/sd+HhoYceUV+Mk0ZEEL3fiYV+J7CB89vf+ra+5fb9u36gTVs266tf+5oGPM75MZ1yQu+k9RmFhBMu6O3avjP+6ZWs95wJ2Nmgk8ePWtYOiodQTrlvYtsx6sTL0NCg6R3kLcbjpO3HmAuj6Jn+gVNO/DpwHxrU9i2v6DEn2p975hl98d/+Xfff+0sNOtBfu2ql0L25fEbLVyzVZVdcoje/9bb4U3887PDud79bV111lebMmauQJBHmvPV1wYk48AyO6pwYWeGkR4P1OTSGjjRkMjVt4bsLnZi45ZZb1NPTo7lz5woZ6e7uNsyJOp2UqTcdK9ZnjKGFEKJ+OHb8uLA7xKhch/9qMJBb1bYMmgMH9KBQ8tOf/jTqVegLbBNOSq5YskwjTkpceslljllHdci2hOREnfXO5Vdd7aTbaw3THPGkeqcLno1O3vJm8+q1a9VkuU7MhyGRWqyTp53YBoacddXmlzfqgGl89MBhZTP2TXyvq2uOxmwvK/ZlJpx4pjVYvze2NFtnTml4ZMC2ZlDV2rTqm+pVta8x7ATloJOrA04ojTo5ns3VK1dX0OJlKzRtfy14retvfL3mOMFHUSqbzwlatBRbVG8bVrO1O+liFXxLQgX9zt7hzUbbtrVnrNGtt71Jbe2ttlmT2rp1q+pNK4pKfX19uuKKK7z/uVH28Ufgaxq8zz3oC/9PW7dPumGH8Q3Wgp+mJvF21V133RVtQM56pGQbRsNOMl9jY6PWOpEJPNARnuAasnbgwAEn/gaFjsD2Uyid7QIxOMZ+oT/gLXQ7c9EH2OjPd44XXXyxkMGBgQHbrzH7ac1xL79yoow14RHGTFl3s1/mhl/y1unoMuCZttxwzp7xP9jvm970Jq1Zs0a88cIY7CoPVrB/3rpkTilEniYRSEO/ARf4B7YQgmldc4yQj3oV/ct1+mGbKc5AL/DBG3LQBjvOz0KzDrLDXC22KchUCLaXpnmDi/sdHR0666z1sS1dukTr16+PxYeenp6YtA0hiJ/jxpbOsY1DPovmmZGRYaWZNL5hEUKIPiZzyx/023zzWb1tH+syLoQQ5RW6cB0+c1eVrIfhDc6hE8XEhU7qHTx4IOpd3to/dPCgTlknMs9ZZ53lQsNi+z7T0a50OmnLWzLZXFavmCc3Wy/O4AZ8gyNwSY4HvJCLQr/g21x00UX627/9W731rW+NvIs/OuL8AjQBx/DR2V5v+fLlWrhwoV577bXiwRnuBe8d+1axL9ZsfCyzXUgsv48//oSTzT+Jb7H88te/0lEXOPnp4C6Pv+qaa3Xe+RfqciffP/jhD+ld7313tHEXX3qxehYt9PkyF1xWq64+G2Xc6R+1WDZSJZp0bDs8PGKenDYPVCXr7lwuL9YsOQ5kr+AVPsUGvWxfEvpXnRvCT4F+8Obw8LBxV9KIE9MvvbxJzz77vGVupxPvvbFIvM3FefZVtY9Yi2OLKrY0R1+A8Q7/zIvmn8YWnXHm2bry6mu8pwvE29jwH/zR5cQ1a9J/1LoTmRqy7kRWgRE+gSfrzB9nWDbGRoc1bDvWaP++5r3w58Qee/gRZZJUy5ctdVsm+By5g69503fY/BeSJMos+mDX7p3a6kT5Cxtf1PObX9TL2zbpF7+9VweO7Ldt7PO9zfYbd5hnMvaLWyxLGduGkiZdvO237RxwQ57BDzzDw3rINvtBL6e2QfDNlPUxx5z9voph5bxi/Yqugm/GnUcsV0tqbS1q3All/tbiiRPH7L9Pac6c2aKI8J73vtfaVuJnGL/5zW/qH//5n/VX//f/1jvf9R696bbbXUj9lH5+zz16yQXEffv3CX+mqbGgrVtf0cMuZry88WUNDw3p7e94h/2Bb+mrX/2a7nz7HVrU063WtjbH5FnlzYsk2gdcNO2zXu93YT2TZmLMAV3OOftsXX75ZZpnO1pn20vBsbu7O8px2XHm9k079PQTG7R/z17L4ahe3viSvvDl/9AnP/Un+qd/+rR4WGKvCxxbzS/HT5x0cv+oZls/QBdkKITgWOq4eLPseG+v+XlEvBkGHVuLRed0m9VuWJuaGu3f1rnVx5bJ5JTNZNVY4H6HWppbVXG+YNB27fjxY4K/D1rfH3dccMr7GhkecJ9m4Y+dcEw1YpwPmceBgZ9+jTzxwgvOT7/gQsRz+pdPf1p//n99Sv/wD/+or3/9G3rm2eeUJKmgOzYdXLd3tGvOnE7r7A7hZ6AXmX/SxUd4eNJ5FuAJIVVPz2Jdf/3r9Ja33K6rLd/tszqUsW7Ap/rud7+tv//7v9Pf/M1fxwct+l2sGhg8ZVk77jzMqciL2VzG+03MjzmB95rz1fBd1YJ28OAh/eaX9+vLX/qK7rv3PvuZO9TtguYtb7xFb7zpDep20S/rOInieBISjVg/2GVQS0uratWg8YlJ8xn++JSC/6tvaFQLBT3HP+3tnd7jPPtNs5Wzn5vN55SzT1ayPuOnknutb8HJhOW3z/Tb6dgsbx1bV5cT+fHhoWH7IlXTsFOdnfOsU2q6774H9J9f+aYOHDjq72XlzFf8bPOcuR264cbX6p8+/Q/6yB98OBZsytNly0RJ7e3tQjdhMzmGEFSxPGXMA21t7eItw9bWNhktOtl7Sn29/Qqm1wLrU2we47Ad9ezB/B3sDKP/+08NGne/0oO/fUAHDxxU1X5hUqvqlPey2rr69Tdeb7g7VC5VlHVs0Nk5RyFkdO+9v9JnP/tvLtw/rdTrQA8e5oPmUvC+pu1DH42/NoDfsXfvXp3oPWGYS1q/7gwxd10uo7xrFWvsF2MHSy4ANhi+1tbWKJ9NLU2RNjz0vHHTJj3yyKP62S9+rm9+51v60le+bPvxI93zi1/ohy4kfuZfP6dvfec76rW/NxtwtwAAEABJREFUHpKMfS+vb3kjjsDHGLRcoO+R79Q6ap517xz2Yv4ZsMwPDvYrTYPmmp+7umYL+k04RzNsfTzhekC5UjZuqoK3h4cHzZd95qNBUUQ/cGCv8yU71Ou4u+JcZdZ7Gp8c05ZtW/TSxi366T2/1vHeISVpneoaWlSqBNWS1DH/bC23L8/bjhRWeQBzwHHCiGHFlvdZbluLRcvMW/Re60IKjeecc47WOq+wxH72bMcJBccG/N3fF154yfh5TC/bT0amW1vb1dxStO/ZqIx1cMAO2gfDzz7vggu10jmIQfPmxo2bRIGSh7jq6ut10UUX67rXvlbnnnOu0pDouWee1c9/+jPT+SlhV4YtO+O2sUPWq3nzbZeLtPBe0XDW+Tv2ddh65aR1DG1wcDDyQs6+at55sarlBv+PNmUfftQ5o0Mu6G/ZvkWvuPUP9avi/zpNh+Xmv7VnrNX6s9Zr3Znr4p9OwH7O9j3ySBXbD3JJk7YlIQTVmXd4YOW2296sf/nMZ+LPaP/Jn/yxbn/LW3TDddfpUvuuy12gbi4UVLHfnEhqtl5tamxwrDehXvPn4SMHdezYYcc1R3TUx2PWn73ey4j3hE+OXsOG0fBv0jR1TNykec6jARtt0aJF8TsyS+Maf8LkWvtFN954o3j4g1/VOMPF2FWrVkW/d639e3T+op4ey1unipYBfD9ak30b8GclZfmuRXyOmycnnLOgTTqnUbVCQx9G2fFYjoxts+1AJ3MPeQde+QPsFesPxtGSJBH3aTN9kGnulV+13+yffRsIhWBNaf5g3H9vNcm3a1FWqqb16XVMUZ8zz7Rz5sxBq1imKo4rY/MaJccFtKS3r9eObK+JcEIH7dSiPDgSYEAMNj02NhqN0bFjx+JPiyHYJROVRUIINhq5uCEQl6aJkiS4SQpVJRb0XD5jweC6AXYhtWJgyk70MkfFQHE1hBA3wjXWxPGBoWF+zmcaxIAIMAf9Jm0AZ9p0dISmPU9ZzJnJJHY8UnFMPH/wVR+UJImvZayE0tj4Ln9mCODT2IfrIYRXCRB+d43rMy2EYCLIa9bEJ0mC50zi/Oxd4TSB/H/3qYh9u7eCA+RKxMG0mWzKbUIT3suEFeHU1ISV6pRKkYDTzg+dHgdugFGvfmAa4Ki3MsGBrbNS4BbX6Qt9Mna6oAt9YNTGxkYb9jzdbCAq8TjtZCJjQkgMYzWuzTXGIRAwNeNhWAaUDDc0GHdCYGYdrocQTu87SX43NzBA4wkLEH2An7W4RuOcxj3mmrnPkbGTDsyhNff+e3/uV22BOYYQItz0p18IwTRII1+y/yRNTKOauCd/wFPeCjoxnInpFUJQzUJdMh4S4yBRiGPZP3umcc4YAlbwyJG10zSNvO9p456BgQasHOkTQojw1FlpAg/3aIxlTs7ha/bJtdNwJXFPwOxtxjXqTF/uVyw/FcsNNGINxvE9TZPYD1gbnAiBJ6A3a56epxYdWu7LH9aGtuzPXwUd6BebcTH2alGbPbA2czKGxpwynuRPkpymN8YQ3QCt4Q/govGdOUMIEQ+swxh4KjX+xuwg048+9K14b5xX7Bzlsrm4CnudmZO9AlPZTgz9mIs95Gz4uE4QlLHDy7Wa5+DpIOYHZq4BP43vdS4oMK5mJDMf+Px/r8X8GHZgnbaOQX5xPlLzzph14+lryH/NzsqA9ekpy3lZOME4WeCNxpqJcUVjLo6sC2w04ACm//f6jIOWNVslzpFJ5mMv4JBr8qfOPF2H4Td/mKPV6sTe/K65am8r2vgWjEdftROWJkkMntM0sUxM+7pMl0SJ98P+y06AyE5r8J2ScQxNJsanVLKDXClbjqYr8Xza+mnafFIqVTQ+PulrJQ0ODse9Gxw7cNM+BGUzeeuU6ZjE8gVls7moJ6AjSRT4BrqBC67RJ2dasreM9VeSJAohRPniPv1ojAEHXCvbqNGP71wH5hBClCH6MtdMomfM/AYvhXD6fgjBDk2d95/EYLTi/TOPbbYmnVwbdf9MNqskTTU5PREbepw1gc/A+V8wThuiDAFHW1urcArYB/3gU2iYd1AzYR0/MjKsko0w41kLPCZJGucJISjxnhnH/QnrTuDlGokLkkI4fvAdfF61wZ9y0mDMvMj3YrEoEmlT1p1SLeIdnJjFIw7lD/LM/DO4CyG4aNYUG/fcxbDIDlfBtErjdeAHFpz7MeMEGICPeYCNMTRsNr4D8pS1HKaeu2aZznhPgw4AJsZHhe2rOQCaMMy89Tkw0G++mVbFvIvz29t3Qr19J32tHHEK3tjPiJNhbXa0WBPeOXT4iHijYsBJ0gnjFVzWO+leaKzXnj279eJLLzjg3+1E3Gb1uQi6c+cOy2efcTIa/Z2ZZDE8QqIA+CeM7xCCiwIDQncA06jhrFgWeHJ4164dDkiG4xzAM2EnvWR/CPjQmdAKPYjPkppn5jkAghcWLerRQicSScJedtllIplHInaeHdpcLq80k1V9XUGLFna7SNoYnVP084oVq9VcbNWQE2QUIkn8tbvg1+GkQENDznyXF0/FX3/Da3XLLTfrrLPXa44TH50u4pFAof8s46zZzi14A/fIQ9k0AW8ED8+6EPqwC7xPOwi59xf36sknN8Q3big4bHUS85dOOvMGEgUlksWMHfe+N2x42gHqfdriQkxdfYN5vsPBa06jDtKHbT/aO2bFoJsECEFUtx32fL5eE+bXevdPk4waDVebA+uqbXC/6UhxZNfuXSJ5smXLFhGgDbjgNGUdE6y/8PcKhUYnoWY5edCqopMHIaSmx7jld9IBdNl8VPW9FmH/oE3euhFcgBfoVPNaE+ZhCm4yrcv+Pml9RqGCIkmfi3Bcoy/0RD7rbH/lTwgh8iU6mGvIRbuTBjl0VkO91y3GoJrAgvEnTpwQfIK8wGfwF9eRI5K/yAt0QIbQ7dA8hBBhr7dv1+nCQZ1xNc8J7FkuXp973vkxiRucXGhsbop4mD17ruY7+TI5WVISMoahVfwM2hIXw0nwERgtXrxY8AI4GfPegQHeAzf1XodEJvBVjeM280uaplH22Cdyzj36sk9g5Rr7p7F/+lfMU/ThGntZ7kT1RU5qsyfGgasQgrWSzLeFmGjpcFGc4JY5oRXrhHAax8BklAtZAmZwB67GHZTxfUbOhq1P0YtV05F1gBkfjeCXa8gKcF1wwQWWlXXGT5Pyuaz9vKzgp4p16IgTEAcP7te+/bu0Z+9OH/eoXJlWoaleV155ma50cnL1yhVqMK5aHfgBEwk9/hbfc8+/GJPVxE0E+Xv27BGxFPCy52EHta3m8R7z/8TEtHXbKfWe7BM/k/jrX/3KtqDkBGNB1zohcPmll+n1r7tRH/rQh3THHXdo2rqFhDpvjNCud4DdaT4o2+6+/NLLeuihR/TUhmf029/+1senxc+m/ehHP7Jc3utE+nahT1kf2Sd5WGxqNs84gWVccY2/IQTeSXi8/e1vF09pLzKcc8x3H/nIR3Sd17vp9TfpChcJwD1vCnzuc//uhOU/6PHHH7c9nIrw10yonO1bvfEzYtmHRvA2eEKGoAPn8A2NxCn8CGzIF3qF2BP8oZPgT4qkHJGhPU78JpZz+MOga9zxB/AwL7SHf8A1OOehFcb2uhCYt1xOWqd3ms/YCz8Dht4l+UJhcemSxaqrzzghc4HaXUxc4WRIc3OL7US/JqxzNm3a7H0+pkOHD0VeOXr0iOV52EmSVcIPgNdJXkMn9oxMf+UrXxEPzcD/6JoznFxhT9iqJE2FbkBeapaEASduwFnV58OGM2s9M+rjXieVj9m+Tdr2DA/26dmnn4yFr584CQeNwAt4POfc87R23TplrePGbfOTNNWw7aRdOME3u3bvVslyOcd2ZsQ4K9nvaKjPx7c41rmIyk9Wz6VYnc/G5EylPCmKP1//+tdjYhRbhVyzT+jHEVwDf7/tNnLebD2EHPNgCrhesXyFii7umSXEvp/asEHIHokXYOftAWiGfFPgQz+OWIbhIdbImWbMi4zznYem4I9/dmGCv/XN3im8wb/o9flOjjE3/ISco7/gKxKig8YvfAgP0Z/r8A38R7KTgiT8941vfEM//OHdouBJX/ZJX/pNOnE9NjoW9dCIccv1l156KeZN4L+s/UP8yytcdOYBg5tuuikmn0IILoZ8VfyUIHCyV3AJD4cQon/K2swX13GCiT2DX/ZBQ9dAZ/Q2vgPFYngM3Yd9BB8l6wjGgDfgQwYYS0P+eRCee+yffZGkBifbt28X8sDbCcgouCLpd4kLgIsX9+iG110nOY9TrZWts05YF01aN+5WxolXZA2+ZT7wxdzyB92bzWbEPeAC18APfMyPzwV9+Am+mp3SS+0LzZvfpUnzZf/QoI6dOO52QpOOtZAn8k74IMDHXuAZ9ghfgCvwiZyj29gvsBALUWwimYj8lxynLJg/30nyQ+IBGXgLf6jLMjHXeu4MJwWZp2QYoAf8Nekx4Azf7ZZbbtVVV10teIy3mv7kT/5Mb7rlNvP0RbrzjrcL/IGHBic4c5atpmJRaSajIfO0TOfjTmyi27Zs3qQz1q7RJRdd4NxURsP9g6q5mBQsrCEkmrKPOWW9PmL/qeSaqqzvKk5i57J1zpxJrMEegT+EIH4RCDyAJ/ALPplnwHHYKftMvX391ipBc+Z2aY59wkJzwWtM2v8aF0UlfpoRurF3fDoSzQUnuhubisJ/w987cGC/4BXmB0/M31hoMi6PiJ8/rlZqhqteGfsjzJPL5lT0/muOvfHl+l24Kbi4D89Bd3Qgx4z1FPZr187t2mcdRQGHdXbs2inwhX646+67Xaz6G/3pn/1ZLIz/++f/XZ//t3/XZz/3We3eu0e8nQs/7fKY4J1mnfNbvnyxzj7rTN30htfpfR98jz744Q/oXe97l95251t09dWXqWvebLU0F9TS0mQfqUfnnnuOKNwgmzwUlM1mo5wH+T/jGB1dk8T+0yRRa2tRGa8zYn/hgQcesA2Ytr/8pL73ve/qPvvJ6Dd4qORYJt9QH3EB7w7bB9i5c5d4Awqcoy+QU66vdnL6f/3P/6EvfvE/dNPrbxRywhtYu3bssC4ftl89S83NzV67TYsXL9KCBfNd0DF/WV7yr9pc8Nzv4uqACyzkAYChu2eheHu4ZP3Q3DbLe59juznq4t/n9Xd//ze6//5facT78DajL4QO37R9q+ps/0Jdg/qt8zZuesW+9YT9iH7H8SXlnGNIHau8YP33g7vu1le+/BV97nOfs+78oYsiL2uf6QKvH3e+eMy2i7XRkanpnc3lom9+6tRQtK/95v/xiSkF83l9fUH5fJ1jzWYBz7DxtX//AU1OTWvU8lCzjMT7hi2by0V6QPNG4/jyyy7VRfbtPvaJj+nd732faXqeyg7gN9p2//wX9wl8Lli4wHw84H30CpkBP/WW1UWLutXeVlTFeU10FTrmgG0v9oa3539l/+wu75OfWN63f794UCFNs1q4sEeXXhUBJTwAABAASURBVHp59GF32d9jzyUXWhzyqlyeFkXJaecLkING839LS2O8ftLFK2LRsdFxDQ0OamhgSAOW1VMne7Vt63a99OJL6vM5BcQkJBpwzNxQX1DVeoLCH2tns3nzYNb+edC4bQZF5lOnBry3AfPLmCYnp19tJcl4S0KqiuW0vq7B8HZGuyP7+UESP+t7ysW8Yy5mHzl8UBQfThw/Ln5a9cTxXhen8l4n47mHtf/AYcfS29VvmNvaZ2nlqhW66uorXShbZf/z13rwoQctkwOq2p9GJ/FQADgdsz9YcY6GP0mwyQXGE16rXKkob5+l4CJRnXOjwTCWTYMuxzmXXHKZLr/yKt359nfof/7P/6U//ZNP6aN/+HG96x3v1vXXXK8z165TY0OTRlxY271rt+sSx3TS/vSWV16Jb7Ly9jIwkKvOu5jK/pHfkmO8zZu26K4f3K0HH3jQBbmtzhPs0759+3Xk8FGVnNtavnyVFjgGn7IvdfDAIfW7UJg3v9dnMyrkshp0zWTH1i06euiAFnXPd4F1qWGpU8n9G1ywbnds3tU1T8Viq3P3NcG7k7YlqWlW772WrRfb7b+3tndonv0W2rThAk+DLkjuN8/Ddw88+KBmYkR83yOHD5umE5o9uzPam5Zii+XRculiWn9/n/ltXFkzXz6XMa1LGhoeUK8Lm722PQPWC4ODA2INbCfr0JAxZHNyckr95sExy3tQ0M5d+6zL7tfn/u0L+snPHEfs3CeFvLp7VriQuk5r152tCy68RBebThdeeLGIL8edD9hjPb7x5Zd08sQxjY8Om2enhd1dtGix5toG1dtusO8lS5ZpuX1EfvngkPH+pPMI99xznx5/4ikd7+2TWVUhyWhqumx9NWn+CyImmb9godA9xOebnZd4aeNGPfXU03rg/gf0wnPPC5uPb/+Od7xDf+SC5Gte8xrr+RbjJWu+71BPT4+I9cYc/9YcRCQhKGddUu/4Wj4fd1w5aJmMzYVX/NvYfG3AtBnwccx9qEuMmqf37t2rlw3Dlle2WCb6HSsWtHDRQnXO7VTNNZ7p0qTq6rM677xz9eY33+bi8rv14Q9/SB//+Mf1/g+83z7FVeKnoNnnLuerNm3ZLHz0Nscqyx1r9ixaJIq+88xPhcZ6tbcXNWdOh+bPm6NFPQu1Zs1KrV65TEsXd2u+12xpblB9XUbBhd2y1+bPUpFL2b5je4xH0VHwOrrt5ZdfNu6einEKcSu8AC6Im5uck6mvrxeN793d3fFBodc6PsW/xc8FlzM5ppWG9ayz1uuKyy+Pfi8xw9lnny2Krkt5YMp5AM7XrFlt+7VYXeb72fa7GM8RHwvbg40Dhkwmo9T2omIdgRxiJ2mT1nU85Ar9oBX3pi1bNM5pJds6Gnxdq9Uk0zUEY8T0xu5WrZtm7nGfczOY/7mv5O4hrg0M+ALZbC5+p2/FNp21gGPKOayS/UXmLDtnHN9MnX71AgDiwOzatUv7bTRwSqesIJgwZ4ZLLagKiooy43PreTP7RHSwJybH4nm1VhGNfvKnZsVReRUhbB4gSt5s2YqV6zVv1v8UQogAs4HEDksIIV77r3P5w2ZpVW+86u9VgZia15Bq7i/RnzlyuayAm3OIEkLw/dON71xnT//vVudAlnH0YS4v4jVYp2oFVYmN9WoGmrWrTgifbtwrq+r9K9SUZhKvnxF4yuZSAR/3eLMFYrD/kg0uxqP6KnE5ch0cgSsSuBxhIugwZeIxFuKHEMSxZjiAlwAGxg8h2GCXBY4ZR2MMDXyzX/ZIX/bHeBr3a8YjR9ZE6XJkDcaAL9bh3Fi0czXmNm7lPinGIIgkN+Ah1g4hRHrKnynzUJKk0Rlsd9JxphEcphYY7jMH8LEO14vFYhTk4PHMR+O+v0Y6JuYRxtLYDwaZc/qAQ/rxnX41Ow2Mn7ASxJjWLFRVO1o4MBjjaRuSJCTiWtW8yhzTOHBWluCP+ZgnhBD3BA7AH9eBGxyxFrBzDweBc66F8F9jcuZJ7nGd+RgXQhDntBCC+boW8cm9mmkbQoj7Bffsk34lB1zABd64znz0ZQwNuDjSFzi5L3+AlfVRlMDJde7Tj7m4RmMdDJYXjrAwjvm4R/+ZvYEnxnHP00fZgHfBNXOzFvCFECI/AiPjoRX9MUbsg/lQ2FwHFq5xj31UrLxqph9jWee/jlVVza+y3FctP+CWZgSqZIeMsWmaRGcteDFg8iEmqNkHsIUQIj2BEflpbGqM/RnLvnA65E9qHm1sLCiby6nOgQT8SSAObFXLf8lBP44i8DEWmQbOxDyaJMFBc1b5XF6JQpQX5mZNDAf4qJjn6M85a4HDEEJMNgMr682dOzcWV9hHzfvGactaB1esQxoL9WprbbG85JVJEx/rBF6ABZiYlzmy1kMNLjQ1OuAn+cWegaPeDiDHEELkxTRJIl4YPzY2EYOHSctIyY5myRH+tB2caTt/HEsO/DMOPotF1m+I+yvbsOTswLL2hAMls7FhahAfrgF/vQ01Mg7dwQM4SLxuzZ3RIegezsu2E/AHPPnfYeTetI1oCCE6Q4yftKHlmKan4WcexqamH/PBVwUHNewb+gPL1PSYJqdGNV0aV1NzvRSsw522CEkm4oA+wBBCEGMSw8i1SfBhO8Y5a4YQjLvT8guN6Fcf8ZoRtKClaRJpmjcvZJx4yGdz4m/kJZ5z0rCzp9Swcg7/o1PhFWjH2lwHFvpNuHDIkcY18NPQUK8QTsMw4WQsDRwxx7ADZo7AS8KC68ANjhjP/Dnzd73pYoA9j0SfmTnYE2NxgnBquc7aNGBlDuYftzNO8METg8hiNpONeoG1GM/+mB/ZimtbvkMI5o/6iO8p2zgCiFNOwDA3DTzgj+zcuVNPP/WUnnnmGRdQdzhQOGEbm6rFwXUul1Umm4lO2pgDeJKNVScAgRtY+QlOxsMHJOdYf+nSJU6GXRB/oqW7e4GaWprF07vThgmn+YgT2cM8zenkRG9vr4O1E7Gwt2njS9q/d7eLdiXTs9E6pWCHfzy+aXrgwD5/b9QcJ65I8CK30K+1rd3+0XQMNJmLYLXfQTK4m3bBfmqqrEwm5+T9lMaGRlWFt6znly1brkwuq5MOMMZM8yEncknqs4c9u/dox7btLsg8Fx3ixx97TBuefFIvPv+8Duzbp3H3PWBnf7cTMocO7HXg+IrARc54Aj7ozZPdU7bP0Ace4BwHFzoVHPhxrdn4XbigW5dccqm6F/aoLt+gixxIAduC7h7dcuubdMfb79S5552nVatXKeP5p6wTG60zN9phJxAcM18cdQD98sZN2mvfcsjJvgknqGuW914nDqo+prmsxsy3bS7AtjogZY/c73dhk/E565lsmlFLocn2pCz4qWxaIRcjoyPWA1m1tLWorlCnXH0uJhnGHTTxs8GtLiBROC1ZbkcdFJ04ekx1lsMp5K4qTZdrlvpE09bFFdubMY8LIRG6Ap7v7u72eSHqAPDW5GADOQKf9EVWoCXB3ODgYJQdcEkf8IhcwXPwX97rUqTPkQSzzJJ0m7bNCmki5z0MR01Z36tZLibsh8xy4J3x3tNMxrpqSkma6oMf/KDOOOMMB4izo18FvSiMeojFrhb5DzgJ9gic8Ovx6ZArGrABM7IFjtlDNpuLviN0Q56BFRzncjknuJri3kMIUU5Zr86+MvyRWH/xBiTzEBRxHbzN6GvWoD88RmGl33xPHxJWx520IdFP4Qk6cp31GIvcMA7csTfW4hqBLPfrnIBpaG6SyaXmYquCeSNPUOzjtC9OWH5KjsrpD2xpGpTLZ5TYP6f19CxQW6tl3vxab7uesT1tcxF54cKF3mNiWRnTgYP7NDQ0oJMnjzsJulHlSskB+7AOOZECDo8dO+GExpTvn3S/YbFX7FqdcUNxEl93uQPJDgfHszs7TbN1DoDX6MILL9SCBV7f62ED2SN4OcYvATk59Ogjj0R5ZZ6zzzlbS5cv034nuuCLUSctGi2TPS6OIzdPbngq6pZZHbM1bXvc6WQL49gHtOcnWnkY4gtf+IL+7u/+zknf7zlpt1XQ9vlnno1vn+EL/5//83/i0+QHDx2yPq5zsmO5Hn74QZFkI4HAPM8+/5w2PP2sdjh5TaBP4YlkAuvxdhIxY7/llbnhH3gMfkOnQ2v4orW11T7FiKA/f1cI2rzwwgsRj4zvcuIAXoAW4BLeHR4e0TwnY5ClScswMnbY+pn9w1fwDHzIenkn6Hp6nDSxLLMW8xOwk8zHF8ykqWjgpmQfYvuObU6E9OnTn/5nPfbYo/rCFz6vrVu36eDBQy6W9VnXVJxcm296dalaKzlJNaiJyfFYbO90EXKRExmnnMxiLopbwEMxbcnSpeIz20kDYIZ3gQEYJ0zDcetz9Bo8jmweO3ZcdfUFmZHVUGgS+ybh8fCDD+hlJ67HnJw6a90ZuuH663WVkxbtba1KJdXFt0nGVbEOyVtHIBvocPAAXpBJ+BBccn7S+jZNs0qSjKDV/v0HBR3AB61q2WmzvaKYD++i4+B1dBnzMT92tWRZSC0zUi3qHBnfTQ0Nam8pqrGuzvMnTunUtKCnW+914mj3vr3as3+fSvbXzzz7LJ3tIsYa67B6jyl7bMVxGbJA0hvdDx5DCNZxHZEXKVj94R/+oeBrZAeea7IeRr7hWWAHthBChKffeoZGP/Zeb98GnIQQTNuDCiHoD/7gD8Tbpdy/+OKLo2xCI2j1xBNPRJse927/CX6uGsYZn5Kf0YW28Bi8B5/xs7///u//HvUAPgs8f+utt4rkGYVQ5mJf9B12sQAZ+OY3vxljFnQw8DIOWwJNnnnm6YhH9PGkbRV76bAuIVkFj915553xDVP2vdXJRWDmTT7G/vrXv477XGw9QV/+1iB6FLiBl72cZ5u9YsUKcZ19AMMR6yDgIg/EQyEztDCrxYczMqZ5yTkj8IFss5flK5YpzQRlsonGJ0atM46Yt05ZzhIlxvOQbSKyAf+cddZZLgq16hHrOOYkdmC+QfdhPh40qLPv3G0ZnmXZmWN9sNJJuFtuu1Uf+ciHnZg8T/gv0AhawJdt1qN8R3+EEKyPeyN9wcFJJ5PhF/CNnaH/PvtF4OoH3/u+EgVdcellMVl40UUXCXqdccZa8dbzja9/fSy0FZqbov9zzTWvtQ+0WI2FZqHLoCUPkspzINfj42PiQYYjx47qsP2dcfs4J7w+e4O3F85fIHyQLuuyD7znvbrl5jfqdddfp3lzOl1U6Vcl4nXUEqWY+B6wLi3bjk1Y5007FirbT1JIjOussrm8ctm8Bl3YQHewd/aGb7lt29Yo0ztdvOv3HMFj0JWpdd+IC7zQOWdb2GA/qbGhzn50VjnHbEmScRG7pKO2y3v27jMeT2rQdOm3LMFTjzz+mI662F3nOKpnyWLV+9jmnA50bWxsMl6a7I+0xGNTU4t44+rYiZNirm1O6O7nLTLvwf/i/va68AavT9nPmTNnrrAz8Ca4zOZywufRV6eyAAAQAElEQVSD33u6e6IP0tjYKGge8T46Idf5VXIsii+5Z88+y+sWbdu2Q1u3bzfvH9Ko/c6RsRGTp6Y677fFMd6cOW0qtjaqVJnS4Mig8t5/ms+qrXOWLr38UuF7ptmMQpqowftram5WvXUU8jJs3JVsMybspzb7ekN9vVL3O3Rovz7/H5/Xn/9ff65PuT2x4UklaWoZGIhvWx62TB11cbFifxV54SGke+79hXY6pjl1qlf7rRuZZ4X9/fe869264orLXOj8jf7ZNumTH/+E/uXT/yIS4mP2c0cNQ9lx0hzrgRVLl+mM1Wt0/jnn2Ce/QB2zZkU72mueKzuGuN68deedb9P1N7xWK1cut9y1qNP+9Rz7CHPmzDZvn6GCfdDTOYuqRq3nkiDjuqCC8wqpv3TMandM0xSLbHt279Xw0Ih9o0nzakVV24okzaoWMsKmomOhD/J+9Nhhw7zN9NhmX2artmzZapt50HnDSc/daLtViDxXaGhSU2OLspk6x1RV1eyzVZ2f63LCfd2ZZ5oGjfa7qsqY3ylIjdo3T5Mk8kHW9g4alBzDsPawY55MNq+Va9aIv+F68823RHnGjh0z/k86jhtzYRY5OW4Z3esY6kX7Hnt279KI9XE2m41+LnYFOo06B1ixbULXwePB6wbrvzHbbh5SeuHFFx2L7hYFwoMHDwoZ46EhdFzFtEZvj5n/yBPhV+fzWfNLMF9nog8xMDKk3oFBDQw7zzJZ0fDYpM+HNGXaTZnPBi17BfN8NpNVXNvrg194r61tVrRz0KNinCVJRlPO0Yw6zznhYip6aXBw1HFyn/lwUL22+/3WBSX3KTQ0Om5uVbGlzceiKs7ZHHGxrq2V702SapHGFJZ7zZ/EIvWFggs9Exq2TCkEBfNGc4vnKTbFPWFDgbNouUgVRHF43PgLno15sCuHvMZht14XKCnazuyltbVoOtcruPPOndv1rW9/W//2+f/Q17/xTf34Jz/VPffdq2999zt6wAVQ9gX8SZpq3H7U/HkLdfubb9fHP/ZRvf0d79RlLsKOWT7HJ8asq+dZH9V5f5Nqd2w413E5PPvySxv1hS9+UV/5yn/Gh52++tWviwcC/vM//1PYDB4yOmj/b/PmLcI3fckx9eaXN4qfg25y3FG2Xt9vnjl26KBWuZh1882v1yUXn6+6+ox5oOy95NU6q1UZ81P/0JCOu9A7NDyqEefT6s3va1wMvvmWW3ThxZeo03qvzrits64pmdekoCSkamkpirhzxYqVwifJ26+Fn+CrBuusTsfITR7X4NhF9rRKLp7Ba/3W1af6+oQt7XceZXBgQPiZw465eaP35IleTZhHHGiaD3PWkYZrZESD5kOuJUoMQVV9LtI+99yzuvuHP9RXjJd/+/zndc+99+rYiRNqqG+0nBQ0e858nXv+RXrDzbfqY5/4Y73lrW/TUuuw48dPaPv2HS4GH1PZvFWwbZg3r0srVq60L7dCbe2zlPN+Gu2/tdrXnLBv8/wLL+pLX/qS/vp//9/6h7//P5H29933K91zz7362te/oX/8p3/W9++62zrkgLK5nFqL7aqra7BeKuvAgQPWL1ui/scP3G79//ijj+m3v7k/Fs03OEZC/puLLS78nyH8gYpxPeJ9l21X6xrqhZ7nKDMh8fi0bTEyOGp+n7YsjoyMqs98iz/BmCRNLSUS86LHKUjC2yXL7qpVq8RDahRze+zHNDYVDHNGHbYxq1atdDF8sYqGJWt9UHU+98jRI3raeS1+zeA73/mOHn30UfEgCPazobGgDvtBi1yAbmpp1bh1HTKJDstYL5BnWrKoR/MXzNPsznbNnzdb3QvnqaenSwu752vJ0sUiJjRZzX/DIp4dtp6n9Q/06fiJo9q/f692795pmm2zPtsp/L6NLhJv2LDBduh+0+Ae3XXXXfrud7+rb3/n2/F4//33R9nY5H7btr4SbRl5Nvwq9CG4iH6GaUX80e04YOXKVab/clF8n2NZRM8m1mnwKmvud24I/E5YflPjt6WlJT5IRN958+ZFv4+50H/o+xCC8IuhD/SUP+htzvG1mYf70ItrNM6hEWNonNO4V7V/j28SQhBwyR/mCyEoY72fzWbM93k12B+g1dXXCbuQsR1KADjzaieAQ2BDCKpgCBwsTZemotKfnBo30OOanp60wzOqPitYiFExQ7IYRwADUL4DCAuEEAyOImBc4wv3aSEE8+1/b/J3uW+ILU2Dv9dik9k2TROxmawVVC6X9XnWG8y4b+I+IRoW5gUW4CiZqWca10CU/AkhxDFpmsbxwMmcdQ4AwQGNa+4m1q25QIqzUXbholotqeICSrU6HZUm3lySSmmGBgwVK49SxF8IwfOnsWWzGR9Pt7KD3hkCAxMwhxB+twdg5z5PzE/ZaQKv7IMj8KSGm2bgTJNJwTBTFjDmYT76MgfXYGYafVAczBtCEOOzxiN9GUNj/4kZW/5wnfXAG9fAB0fWYG53ifuBX2bWGXbCg3XGrai5xlj6MzdjGE9/mI+1OAcGvgMPa7Au/Wn0Z50QTuOG7yEEcQ/YWIf1+E6SJYRgZ6wsnoyu2RnLZ3Px7cCsiZMoyCykihVnyc53zntnPuAEJ6wP3YEXWNMkEfCzDo1rNM6Bib6syR4YyziOOSsOGvsKIUSepD/3WC9NEieq6uP1UTsapxViRgSDKBb6sg57oj/z0MANc3DkO7Cxf9YNIUR+DiH8DjfsC1hpwAO+mZdxIYSoAFiD8azDdXBPP/aUNb/q1Q/jwDNzhmA8+jpjGFuzM12zAqrL16nFCT7uVix3wfgOAf7PRD7xkAgbc4FvGntBMaIw2Rt8ilKlsV7VugUYq06+JHbc0hSalK2DpixjZfNwEhVb1rQ0Qr2ivK+sCg5w6kyHrOWEY4udu5KNIU4GOAMnzJ/6PnuADuyN/TMXOEBRorBDOI1TxgF74lWqDm6djxWN/tmIq1qEK2ulWrBhzuUywrEZdCFm2jKMww+N84YrSZKou+Ah1gAHrAkv0CIs5tGacVvnACKbySqfzam1pai89d64i0UV62fZ85mBq8HKPYQgaMe8WeMEeJkrhCB4i/Vz+axy+YzydRkVW5vV3NKoQmODCh4PPsABuBl3UoAAt2xHyOQ17aSynfCS906rWL5CCJG2WcME/P7qoLPeOmlCIw742Cf0CyFRodCoYrFoHE0bL2Pi0+ggocXGMoQQZa1s2YQewACNGJ8zvoAr6/3wnfuMzRjPHNkf17hH4zprMS8Nw5ikVaWZmsYnhq27p7331DZtJH5njkwma4ds2k7lWNzniB0s+LNi/mNO+szAxndwDoyp+Qc46Us7fS1x0J5T1vAl3nfOc9NSn1eNy0ySCh6oGampx3vrXndEfEIIYg7WYr8cWYt7mcxpOwc+2S+Nc+5xpHFeMV/kTI8GO9tNTQXPN6VgRp1w8DftAlcIwXusRmcA3gshWHRqDBV7g4+Ya9r8N22ZaXXim4QhPDVhB4d1B+ycV4wb5IYxXAM+eIzvTMY1cEKfEIJlNY1BPvRkXXihva3dPNEikn233XZbfEqvu7tbPCl+hpOsJISHRwZNr6zaHZiQBLzMSS9+Go7E5AonAXGKO+xAYlPlD09jAhswAktd3oG+nVWLnPVuXq2tLcb3sI4fP+qi7NNOuOxXX1+vHchd1ilToig3YvrvcXKjGuR7fZFf+xyclOxcV+0LwHNbtmyOhd1HHn4oFiPQXTh8JJYMhlLTq2L5nTIeLTI63tuvow5m211QGXdibNzJ+HxMgo8KHbFjx1a99NKLOnL0sLZu2+Ki66no0BIU8CT7id6TMfkUgoFyO37yRPzbXWPWBcG8NGFbkstkNMfzz3Jya7WDlrlz5woZwAmFhvxNqiWLuqOtmTt3rqAFP91L8jJJU81ycmbcwWmhsdlO+VzNmT1PaZJV/6kBJUkakygk7Q46acDbACTCeMIYJ5ii3eHDhwz/kYiv17722pj4fM9732N7PG68jmrv3v1qsry3O+HT2NRsWrRq5mdiLrv0UpE8mb9wgYute52wO6YhJ45yDhR58GBwoN9BwJD6HfAddLEn4mujExl7dxqvR3W877hCRqolUsk0OukgYdg6aMj9eUMKWSqZn0MI1nktqrONmLTPlBpn2VxOWesX+L1k25XaX+A75/A8SYBhJ1rgsRBC7JuYoUIIUf9xjsygA5GfJu8tm8mLlufnOLN1qpmZmpwwyvk8k8mJvqxfthzBL4xnDXiPezUrrhBOz09QMuikCvA0OfgcdXC3jUDVBeEh+1xjDtB5wn/r1u3G/YT177R6e0/p0MEjGh0ZV1AqcJjxXuUPR/gCuJEVWgislUb9zPfU/JDP50XzEMtG2fNOCrjgG/DD+bh9PYKfYcPBOGS+1/IEvsec9AJu7C77y1gXYoOSJLUOqlnmdlu+Tpm3MlEf0cdo9VrTamluVHC/rBO8g4Mj6jMPVmtBdS42rVixSh2dcxTfdO5epDbzbaNt/CzzfqGpSQpB2NSM9ws9aMDB2hyPO1G83wUkgmNwio475aTDQhdR680XiYFA96xxQu5yF63oU2c+nD9/nmWnVUuXLVFq/Jx91rnq6Vmka6+5Trfd9hatP3O90E3ghjUJ8I85YQce+E7jHjjjYQ8aevBMJwzZe2Njo5564kn7FTXNam3TsaNHIz14y3O/kzbIzqNPPB5laY5le78T0/xNwQbbbx5U2Hdgv17a+LITHXW2ZxPa+PKL2r7tFc1qb9UeB8pLFvfomtdcpa55c7Rr+zb9j0/9mX7+s5/oqQ1POFnyJc87pD/+kz/S6296nbodhBeLzVFG5U+3g/W3v+td+ua3v6u7fvgj3XDjjepaMF9nn3dulIG9LpKh/8Dfqf5TYp/wGLgtOOED7tk/uhNcQx90PDgOIWiZC87ofnSAWT+ue+pUn3X1qJYvX6Ee0xn+gq/7nNBIEuurWR3mk5bIk9xj7WHLKfSFD5vNE9AOvD7/3HPW989EfKamHX2QiS2bN5uG3VrhYtD/+J+fir7QFVdeYX+pEPeQs/81q93rtDRptgunbS5gzjP+aKtXr7TfUtJ+JyKwB8ecrIXWFCyBhQc1oDGwoH8XLVokcMR99j937jytWbsm8hI4KhZb1VRss80uW357xVv/LzjRO2rdvnBBl3LmyzPWrtTszjZVK9OadHG130XcrPGXSUIsxvB3rUaHhnX8yFEdc7E5sWmv9x76XNDg2Gw/rKGhUTt37XHbrXt+cZ8efewJPfTw49pt/Ywcze2ar2JLa6Qra6MXE68dQrDcVi2fZdU5VkYX0TiH3tO2dZyjw044mf/zn/0sJoWgOdd4ov2oeZo3KU9Z3sbtT8ArU7ar8DGJo/HJCU1ZB+ftQytN1GV7AM6AA10MfuGpbdu2GfeVWHCGhhR/+NnBaY/FZvbaXjOGsS3Fov3REcEPNOhPwntGtzEnNg17uWzZMvuqhdiX8SSHSGwNWv+inw1XswAAEABJREFU70ia4aPD2znbDc5/5n3y09HYRH4Ojbe72TM0RY9krYf4jp1kHfQhRT2KnryxCiwj1p/Mxxr4LiSVKJgut1xwDViAAbwdcOKQuZ5x8o2CJ+Pgr4tcCLzkkkv0tre9Lb5NTqG0YvtCcvG+++7TLhdutrrgynjmY7/ggj1M2zZCu7Nd5EYOwVtPT0+kN/yK/NJ3/fr1Vq8hyhHwQHca+EjMI6MjI9YWEmOamgsi3s5ns2p0fIE+Zt0+0x7dftnlV2qxE4Rj9odKpaqLM1Xz9hxtfWW75a/JftGgJuyPsAcm5QicwBFCiP4kBcQm682f//zn0Q9bbZ0N/Ngkfr6Y/cIr0JFr4Jq9AS/nFOfR2V0u3AwPDEbexq+81QVw2vU33KA33nKL9WG3yi5YLLQeampuUdVyldqeKUghBOfEJsQnSRO12x+d96puvOnmN1i3rNA5Z5+tJS5qF+obNGReajI+FnUv1AXnnq1V1j0f+uAH9A9/9ze68YbrXBBrV80xb9X5t4r9+YrzReO2pdgNio3gAH4Cl6xZtf8XFDxGyiYZpznKKjRklXVxW44Rh53MHzjVH2NIio8njh3X4YMHtN+FzBMujB61rkBeh1wkw9YkaarWtlkCR1XPJs+dNw+3F1sEz4Ar1m5zAfvM9et1+9veqrfecYfOveB8LV62VMjtcfurg+aFxuZiLBY0W681u3DT52LOUSfa9x88rGeff1E7du1Vb9+AeMAia39jydIluvzKKyO+m43nRtOWRPuofR7kFN026PgjMUxl65uR4VGNuahaaGhy3FVvniiJoupLL27UPff8Qg899LA28XPHTz+rDU88pScef1JPPrnBieM9Kpcqyphe/YOnjKWq6lw83LFnt+FPVctm1Gi90do5WwX7c8eOn9Teffs1bl8LHxidvsd9R10oQyYpQvHQ01lnn6155iXiAPRLiZhWiv4NOhC/CD3FL7OAc/4+35OPP6EHHvytPvfZz+rzn/83bXjyce9OKthu1rtwk81lVHXsePFFFws/ua2lOX5ftLBbN934er3+9Teat5ZEPkP+Qwi2myOmXFUbnnrK+31SJ1wAWbxkkd7z3nfrox/9A916262W4UmNO87PZFPHxSXJzEFOALtWcGFnyrr4pPljyPhGR+CrYl+nnM/gfrf5t7OzIxYmOlygnXSgMzld1sjElKYsIEfss+09cMiF9L2my7Tlp+z1xu2XHrJfsl07d+zSgf2HdNT8CE6x69OmKXhb6DiQ2KC5pSXawv0ubFHEwW7j7464IEqxeMo+/IThnHZeOuu4d8Jrn+of1KFDh11c2SbejO7t7dMDDzygBx980LHMKSXGzJTjYXRVyXupmkbI5ZzZcyJ/w9fXX399fADmrW99qzrsX45a/sAB9KxYp2ZzOWGvHnnsUW145mnBm0P2PQ5YNz/99DPCzrWYf/B55A9jCpb55uYm2VRHPExb58qUnjbeegeGdOhYr444RuT8iOl1zLg/Fgsde7yPQ6paH7jS7LVGVTY/ZCyTwQEPOOg3jUbNm5PWpYMDIzp86KhxcERD9gXK1ltpknMcNhW/99k2jljWj1sOsTUUJ/sdX4063qo6t501PxRbW8z3DSrXplWplawPWmIMnsmnltmd2rNvnyg4JZaTmh02bPKll11uP/jNevudd+qP/uiP9LGPfSwWsrGHnN/p69e99rVa6dgUv0Gq+V/N+6qoYpziY8/qaFOr8Yb9WNjdo4sd719/w426/fa36S/+4i/1d//wj3r/+98v6HK7aXPZpZcLH6q1rU1F66zVq9fo5je+Ue94x9u13Pze2JBTe2ujFnXPU876kIco2+zDFRqbND5RUpqt0w033qQ//dSf6+N/9Mc+f716Fi8Rb0zWWfby2azqMlk1WRZb7U8utw4/3zJ+6UXnq2tOpw4d2KONLz1vXO/T7LmztHTpIscIRWXzOcPTKh4Gamxq0eRkScdPntKRYyd15OgJjY9Pad68+Y4XLtdll12hNavXarb5D50HbSenpiONy+bNvOeaPbvTfDjLqjWotbWoefb/KbDyIB9vVi9evEhLlizWMscm69ev0/XXXau33v5m4+3NuuF11+s8++nLly8TOr3BMU5jQ0HwY8U6cMTx1fDAsDkxVZpm1TF7vvfQFmUB32LShc79+/cLfwVf6AUXluHxJ598UvwpA4rPv/zlr2KB7Uc/+ol22bdEnnfu3BUf9N7gghwPiyTWLw35jObaPi5d3K053hP5mcZCfYzXCsbxwNCAXt60UTyM8uLLL7lwul9l27f5CxZq/Zln6+KLL9Wll12myy6/Qhe5EL1i+UotmL8gwtvo8SXrA960Pq2nppzzqXdrEDyK74VcJvZTlixZYjtzhV573XW64MILROzHXuHDceuGcfsdyPPA4KBjz1POxwyY/zt08SWX6goX689cf5bOOfdcveY110R/673vfa/w/fiFg1bnzKjdjIwMObaV5s2ZrYpzb9te2aInHb89++zTLnT3CV0CXA3WtbNdWJzrYrPTqtq8Zau++70f6Ps/uFtP2GZt37HT+vukkjQ1fy3VJd73hRdeotVr1prn5ioxj5YRpZCo0baqyXxK/JF3Tr7J8TD6a/HSpVrleGWZ7fP8hfO1wG2+49nZzsXUW5fVmcfq6/KSi/JT1onkOlKvB07gQWwceRD06cTEpMgZLXI8s2DBAs2a1Rb5aq55EjxSKC1ahsHl4OBg1IX45E86toVf4Bv8MuIlL2i+7jB/nid0Lg+wERNCH/TE2rVrtXr1avP1skjn7u4e9fT0iLW5v379ehFH8r3LdneeC64c8bubjQf2jw+RNY7gfWAEtjrHL6yN7wSc//1Yq1XFd/Zdsj0qOT6hTZuG6OySYwzu1ay/QggCTyEEJVU7bZNO7A2PDIpG0RSjmrFCTdNEiTU/k9esMJPEZshHJpoww02ZcbkeQvjdhDPf5Q9AsjD9EMgpE4lWMnCsK7swNSe+ZpoicPJciTKZ1C0jkDDTUhOXlrERAZYQgkII4sO6MwgAvpI3TOOcBiz0oW8Ip8cAQwVn1YqcI99P96kKHFRrZVVcPK2ZwbK5RHX1OeWdAE0S0FixgJYF8wUrCfYAA1JoYF0Qf3rOajQUMzCEELw/O2vGY81Nr35CCMZ1Eu+FEOK+qnZI6BLC6XvsWQrK2+mcwQnzsh4thBDnkD/MHcLpeWb6gzv60SreM3M02MCHEBzAl+xcTcf1uQ6Oq1ZizM9cfKdxbcoGe4ap6Mv8wMb8HJl73Em2ETvTY3ZC6Ms4GnNx5Br9aMyB8NO4N+rkAePoy5zMD/Nzn/m5XjKT89NLJRsdWtXORbBCoQA3zTXTn7kZzzgUNUKFcuAa83CNPbHW1Ku8zNx8h18T48WotFErR+HiHnCDP+BkHtYAR/SnMQ/X6MtY1qHRl7XzFmLW5B7zcGSumfPUiVz6MQ+KCKPAvKyLEmMt5gMfrAOeucY5jbn4znjwCA24zpw0+nOdPsDIPWAAx5wDB7CyRgghyiB44ElBnNeaeTJn54K3ecE59yrGPUeMc7GlqGKxVazFHDTmo3HOmhyhOeuB6xldAhzQCuWPM1VoKAgaFWxsCjaUeSt91qmZL4MFI5fJ2EE63TLWDdA+TWxQHIAVPKZi2WbuNA1qc0KRNcEjOAE/NHALTCU7tuAE/MEnBa8HLMDNmCnzFPedz7XcV5R4zsbGeuWNi2ySKglS3s488tTU1OiEZr2gEfRkX0aljXo+7qdi2cMxJ6nCuvU2esDPW4r87ZyseaBiJwpnn77gHZylaapMNhv5kb2AZ9bjnLXow1oc+U5jb8Cdpklc+/S+6hzc1amxscH6NbF+KvmYxmu5XMa8XrEuKEWdENc3LL/DgQuqFSy3F8oY/z6437QPVeXsKNVZP6aZJH5nzyEEz1eNMDMH/Afe4TMa+OY7cHKf5sHGcS2O4T7XcqY916dsQ/jOeWJaAx80DCEYjlJcK4Sg1LgCLyEpi7HAWsFTifqz3rRpcF8pSTLGS6NypsG0dYr8YU50ed56tt2FqWKx6H6JSr7PvKzrbsZZNsII7GXjKDET5MwP8G0+lxc0LGHrbJxl5VRxMFS1TSmYb2q2KafPG5QzTYFv6lUdFEIQ3+FD1prBAfeBrWbe5xg8Z+Z3uPaM5veC+X5oaFAkjqA/ewcPjGUejiXrxrydJ5wN5uL+ad1SUQiJHf8pJSFVxUHYsJN83KcfSaYkTePfp8MxYT7mmnBSdMgJG2CuWDbpy9rchzZ8Bw5wNm05oz8JEpJq253U3759qx3157XfSemC5Y4n98bHRw3HhHbvpuDSZ4dtlspOIFfcSqUpsS7ySQP3jKt4/+gTo8+y5gKW8Z7NZkznivKmJfABEwHkrl27xJN3OHb8POY999yju+7+kZ579jkXWA8JHclcjIOObcUWQYv29llqm9XuJOASXXL5JbrjnW/XtXbIzzrnbC3o6RYFnbLxdtLFrD4nsI47CcObqMMOVEsOVHfs3u5g6oB2+bhv3071ugjIm9FNzfWaPadN7R0tMXDFKe1e1KOFTirgnJ933nkC/+AdnsRhpACB08n9inUK+GUtguX9DurBe5Od6cQIQWceodjplrVvRREUXKAL6xw0XnjhRSq4iErxF52CDmY88gq+wBV9me8yBzMrVqzUQidz8pb3devWinbxxRdqzZpVam5pMq1KSs2bs4yrt77tdvGTfnfceYco2EKvIRc6X3DxeNOWV1wA2qTnn3/JtN6jTQ44aklGnQ4sL3XgUmioU7MLa7Jv2OSgNGO5arZ9IckCPVtaii4OdalzVqeaDH+7C/QEiKuWr9KSxUsdpHU40Tnu+WbrTDve4A5egW8Yn5qf89YtjY2NUZ5DCOIa/Eo/8NzS0mJd2Wg9UdDs2bPF9xBC7A8O4RFwBX/A31XTf8z+8bAL3SNuB48cVr9lkr+N6JqqRn1vyL4R/RvM70maxsCq1bqmzv5YzXMXmprMCx1asmyFVjrQprV5jzJuBi2Tw04uNjpwam1rd7FpuQgmCOS65s8379dHXkUHgGv44ZQT2MBaZ/+DdfXqBzkKIajJ69GHvbAHcMOeOHKNeejLvSQJ8hCvwTHYbjREXFRsF5qbipa1Bk1OlWJCotjarvqGRjUUmrzHioLhD0kq5H/UexhwAhveRX8w97ATUqxDoFm2TgXekuUaepRKJScSWmNACQ2SJHFyaEjca3bgxDXgJcAbtQ+JDzEDO37XNgf3zEcQStKYN6VGnZTrs5xCax4IoD/8npomY/Zd6QPPlKzH0Vs16xRkjLlbHTTTj59NOnG8V9hmgkX2M8fBcWNjwTzT6MD5lNgXSX2KGtDll7/8pRMwh5xknBKJfviRB0o++P4PiAQqBXTePOentXfs3BH3WLPev/yKKxyTlLXllc0aHRs2f7db9tZF/N9559vizwQeP34s4olC8F//9V+LwLLbehY13ZwAABAASURBVGTK9uXuu++OTxPvcDEqMQ8Ui0WRlEG3kIg95KIt51e5oHjOOedopwsw7BP4yqbDXhdNN27epLVnnKmLXLzhyet1688UeCdAzuZyUU/RnwbOGszT0BL+AwZwA30IsKE5uB9y0H3KPEo/jvSdM2eu8VNSh/l+nhMNmUxOsxz8dzrBnbXNhK9fcsKFuQiSCc6hB7LQaHmGD2jTDv57rKvOXHuGphyXtFln5OxjzZ83V6+56mon29rMq422dyXvI9Ec0w6eAi9mMa/ZZjimIr2ArcmyApzQGX5BJ4ArCl/gvGT7Cg81NzdF2oD7oSFs8gknQscivbFrB1z85o0B1mNfVdN30km33r5+DQ4O6bZbbxMJBmAZGxl1UuKwfnnfvW736Cc//pGecVJmwxOP6Zvf/IbwxZ+37WLd1ElDYtUOJ60mJsfML6XIK719J2x7Dtl2lmPbuHGz6bvb/NmvluYW9dlmHT50TC++8JKTOE9EngPPyBZHbMIML2QzWdVZl4AH+JI9V8wfO3bsEDLT4IQdP6nM3sxm1u279U//9E/Rr/vABz6gxU5Kgjvo9fTTTxv3FdGXueo8L/yE/IUQrGcSgXPku9P6l2Q3dGWd1mJrnGv9WWeJIkbOY7eZZ4ct/3OtC9s7O12oqYrCDgn2PhfiM4Z9zHJfKEDzaoRpvhNyrP3FL34x+jf81DQPOfB2ATQAB8ALvwMnfPAf//Ef8W0WfAgSPmeccYbAC/wIbyPzFDGwVRXbZ3g6k8mINxhIAPImLPOxX/ZHAx/wE0feBNy+fYceeeQR+0cvinmhLzIEPZAd5sRGv/zyy3rs0UdNy1PmncFow6AXfIlc8/YtfNjjRBRyCRzoI2BB12zfvl3PPfecnnTi83knS9kfcMwHh7ZL8OfZZ58t9s5bVwsXLoy8vcgJNfYGrYBN/oAnYIQnSMDCEyRU2RPzdpom0BI6MmbPnr3atXO3jrgAoErQmpVr1FTfpBEXBcqOu1qc+OanyfOmGw9THXMRYM+ePTF5+/3vf18/dTEb3A0NDemLX/iC/vUzn9HmjZuiTNz8hjfoSuvMGfjQNeAOmDlSWDx+9Jh4KwtdONuw1ZmHwOm05XjKel+2d2XbdLu2lsHjGre/W3UcnHfMgCEMVhLwDjYmuC+FfNbr6+217pgl8H3i+HHx9/0eefhhPfzgQ+JvVa5ZtVrXvOZKXXXlZU4Irvbxcidkr3Oy9AIn7+tVcoGoNDWmyYmx6MNWLF9Tjn8oeuBXg0/0K23afnUVAO0n0Y9WdW6NuLKxvkGp5YhfjBl1cYWHgbO2b7zdODk2qdHxSRcWS5bBknlnwInbY7Fh544fO6bjhn337l066uPzz78g7CRyj17CBvMgAYV96IqcAFc+X6+2tk5NuUh+2MWy3n7bQNvTwy4SDbiQkzHuWmd1qNjappBm7BvUNGDY+gcH44MPS5z8ne9ELXzWbH0LTdDx8F+Sphq37zDqeWrlqiYsy/0u0k7b56g4FyEF83/GLeui0hEXUDfoqSeejsW7KevXXDavkeExHXJBl4Le88+9qE3Whff/+n5973vf127zFkXrYyd6dciF5pP2DybNCwXzYdZjM2lOQwPQJNGpvkENj4wr4/3OmTNPXV3zha1ZZDlbvGhx/AUKHiIhKfz6m27SWWefZVvTbF+7UeCu4nlLbnXZnJ61HvyCdconPvGJ+DZQPp8zXqZVM69NOZF7/29+o42W82nzwKmTJ8yLRzXlQgc0gt7wwQEXyEsuLiJfb37zrbr6NVfpmmtfYzgusB1t05Ejh/TjH/9Qv/nVfRoeGtSpUydFwXRsdNg0P27eHtOcOZ1OYK/UpZddotfdcIM+9tE/1Cc/+Qld6sIWcgY8k16Dt9+AfZ6LIvz5gzm2yyXLC/R/g/f68Y99XB/40If07g98UMvWrFZdocn7qWlqqqIJF7LGRksuUvQJu3348FH19/drcHBAx11EJN74wQ9+oIcffsTXBoWsQtuaJNYedPEP3UqCP02S6J8nqWlu/VoyPpHRBsfCVeMu9bWz7csgI8MucNQ7pmhzQW39mevsnzVooflsNrxoG5gmGeVzdTpieLARPT2LxFgS93NcLEAn1tufUQjC3uCPvfHmm2MxgGIse9+zb5+wH7ut1zj2uXgZ9YlpCM2z2YyQH/ZRMr7kfHJLsdH6dI0udpGO4ljecdXU1Lj95jovVfH+E82b1xn1QtY6JuOW9X4L9QV1tneqo7Uj8kliuDq8l+XLV+iss87R2WefoxU+x95e5qLd5ZddqfVnro/FCezPxS7M9PQsVIN13l7zTm/vCbW7ONI5u10txYLydakam+tVqU1pYmpUSSr19ffq57/4mfilEuRnwn5lmuas5xqFXSZ+X3/mmTrHvB6LHab9xS5YvemWW0Rh9V3vfIcuOP9cZTKpqvanM9nU+2wQBVz8tox9yGnL8QEX4g8dPqLunsXxgYyy8zcUffHdOe+wX3j++edp7tw5eumFF/T5f/83ffmLX9D3v/NtPbPhCfX1ndSQ+Un2qy6++CIXvq62X1y0vI4odRzZOzCorS7oP/r4Uzp07ITWnX2e3nDrm3XHO96h3/vwh/TJP/lj/f0//oP+7FN/qhuuv05nml+wWcS4LY5xyUWQ7+rtPWZ/6RHrk33GWZMW9ixwDN9qTSzjr87X2nxs1OjYlPpODeqY7Q08v9f8ccT7w2dY7ALuqpWrY0yNHm10XEh+e8JFvfGx8fgQALazZN6u2peADxfb9nbZR86kqepdCIO36uvzloUGJUkwfjP2/Tu0xvi/6uordettb9I73/V2F1nfqvPOvcC06laxpdXxdYt1Q4cW2yfr6elR1XaE80svvVSvdfEb36bdxWrfsD49qD3OyRQMH3Se5fievRw6dCj6tsVii+SdM8eU+QIZPer4d/u2rXrZRefB/pNKk6raWpu0etVSnbV+rbrmzTZf19nHaxB/g3aeC2LMzxvXBw4eFEXN5mJR6885W5c493DWOefqjDPX6QrHKDfZvsNTH/7wh/Wud70r+str1qzRAvstLY7bQ0isayaFDabIiF4AppO9JyXLypKlS2x712nVqlXmo7kifuZt+Nde91qtWLHCerpJdbaf/B3XRucXstbTZiel9kUKtged1nmzOmZ7rtTTJRHn0OiI98wbmjzkRUz4suOU/lN96rX94+fbH3jwAW3atMXz5DRnbpcW2J9a4BhlsWnQ7VhtluMc8Ict2rz5lcizNRmzhrnmPSlJ1N7RId70Xb16jek8O+6T2OH4yV4X7ns1YhtZMa9M2l5M2IcIIUTbM39+l2PoJdbnl+hO52T+/P/6lD760d93Ufh2XW96n7F2jfm3JerGRtve1vY2tZrO7faNZs+dZ/5erEXm1/kLF6jTup+cTndPt1auXCnsHDKP31gskgvICzrMte5capsObToMdzabFZ9B23uK3MSO4AufdP/+/UJn4hvCW8jIkSNH1NvXZxsx4NYvfD10aMF8CJ3wSc+2f8qRRr7swgsvtP472/u8VNdcc038pRH6gmP8CmRojmM9jp3eGzhv8n5z+ZzRm0S5mO+4gPvFYovqrCNDCLZfUxodG9GIc1jEb+j2Ced0Et97VbFP2kidbhARItTMNf+9ATyNe1KIjINTnneikoVyVoKpBdskt2NW9rzTKtlYlOMbnWXrtKpYL0mCgaUloj9KgCON+Wgge6ZxnT4hBPHhfKaFEDzn6fb/dS2E0/dCCAyNDfjL5VKEreTELOdVJzorLpyWy1OanJpwMWHS8Dr542EMpc3AjRFIEsU9xAn9vxk8+TT+K1npgauqi9UcMeQTdsK5HkLw2CTCzTjwzX3gkj/sI4QQ+7D3mcb1aRtk+ssfcE6i4jS+MpEe9fX1UXFwj3EQetIOF+uyFjTiCExcY2zehgVcMy99Gcf10wpxMjIP59AZGGpWlvRlDuAGBpxohIdzxrMX9ktQMWFGK5fKmnQR1mD/P/YFLMwRQhCwsQZjuQZ89GedihNrFPBcP1A+m4sFiOCbE8YpsLDPEELkJ9ZnXubhyHfwQWNffJc/wIrxRiBZj2CVxnwcWR948q8KF2NDCObrsvlj2jxeiefAxzr055wja4OrnGUihGBeqsUWQvjd/qFV3rIDbhnHmJqdi5rlDhi5TpM/HKesFFEw4JS+0Ay4J01fjlxzVzteWTEv90M4vfbMPeZmLRpzAis45EjDOS+5aFSzQW22sSjYkJw26GOadmDLW78jTgTTFxjBIesw/5SNJ/tl7XorHu6DgxBC5HVg4zv34ZfW1tZI83qvAe/QUGZFJ0hQbiixTiveWQ7mi83NanKCjHnzxilrQo9cLuu5mbkWj1XL8VSU3ynb/opxXlXVTliD12BucAevAC/n7B24py2vXAOPfOecfuCJI/dDCF4oKJPNGL+5KGdJmkT5oB/w1Ey/aeMP3NaZtuwTWGWZCcFjUzuQ5uVMkqrOcpd3S7lmGMEpjfW5Bn8wDw2csYYUzHdVK/KRyHv0SayMph1M18w3rMU16MIRmBhftnMaQrB8BPNH6qO8h6znKMW5wBvz0B95aG5qVJNbNpsYj2Xj8bQuLBt21pr2HjlnXMU456eVKy4WpmninVZUsd4zWF4HnNUMc8VrVQRcyFzim+wTfiFZXbThZT54C34GZo7QCPwDFzLJU6aMY3xqvHFkHHhj/1zTqx/mrlVT63lgT301eB8yTKn3nvf+miP/sRZ9WYPG/gleWZuEGGtw3xIcZZc9MIY1aYxhXVrFNoRWddFUPGSjqsfIayYKtnsFB2JFB22zHfBkk9RdasJQN9uIhxDEWtAwhBD5i7XgRfY8bRpzhGfBCfumP/eBAXjBGbwifzgyvuqAMoREg07QHjt2RAMDpxyIH4k6jD7QA1lkbhrzkjhPPIY1eZqPaySAt23dGscBA2vSHxiYh+/NLc3i+6gTJ7xtAh6r5oiQJvFJ1tHxMSdNSEAM+yp7L0b5oaBA0g0e2rTpZTHX1q2viCQOjtYjjzzs4O3X0cli783NTRoc6pcR6CBvMjryFSebeEoZRys1b7B3cIveB370F/Sq2MGsWVZqxgv74JwgYsXyZbE4sXbtal191RW69JKLYwDVs6hHi5YsVpP3Vmf6FexU5yzbBOv81OFh43TEyQiSXGX7O6mT2RS6mxob1NnZoY6OWaZlXj3dXVq7ZqXOO+8sXXvtVTr7LJz45XZO52u+783qaNesjjbNmTPbjlyzndmC5s6bq+tuuD4GOstWrhABPM7qtddeK+DCSe1y8IEjONeOYWuxqFk4vz5Wvc8G+wPsncAdJ7LJfAYvExS2GIccoT3jz3LgzZOX8MuYA7jOzjkONM7U1Vdfo9e97vWaN2++FizoNixL7Ywv0+WXX+F7VykksrM/pHEn7qHz/IVd6nUg+6tf/VI7dm1X78mT6nPyZ8AJtdbmJjulOeXrc+q0Yz5v/kINmblAAAAQAElEQVTvcYHmdi3U4kUrtHz5aqVOfpxw/+PHj2r71m167NFHzLMDyubSODZrXuIt+WVLlmvp4uVqaSq6tUq1VPv3HtL0ZNnjdmr3rr3CCYd/+dmZl52I4meN+cm1w0ePOikwYOkMGnHAiuzACzQKeSGE6LTj6JM8JJCFrw64SM01+AjZQF8xJrE+m7Qdztvu0dpcdK9zkXrJ0mV25i/T/AUL1dW1wIFusxYu7NE5556r+Q6gOuzEQ9NWB6vMBS/mzVvVajUm9VmPghYJTe7Du6zV0txsvVYS+gnZrjedkcVBByfITmr+px/zcT5l2w3d64DP8y/02pyjdzOZrOcqy+IQ50NumCuEIHQu+0JHMBdzZjKp9XnZQVKz+HCPwjXFNb63uMjLHARRwAuemg0v1+A/+tfckX0yX7vtO3wYQjB966IMgtOZPTWbZxmLXgQvyD+wc8414AohGKaKkjQVQfO07VPqfeWctOVN8LLxCf+vd4KpYltLELXuzPXRJsHrxWKbQkhdaHzJ+q1s3B+1TpmwzzrtIsMLLjrtcttpWzks1j18+LAm7Y+xl6HhQT399FPxARb2coWT99PW1ZdccqkWOFHHOfvBrhDMAW+H/RroAT4uvvhiy9RidTuIPu+C8/Xud7/byaYL9PFPfNxJzE9qtZPu9KMI+8qWLdaNQR1OeL2yZbMO7t+jgVO9UnVaTzz2qL7twlrJcM11kLvDCYynNzwp3oDiTaRHHnpQO7dvc+LpeZF0neWEop0jB/jHrVdP6mc/+4l++tMf61dOtP5vF2H/9E//WDwksXzFMuXr63TGunVavMTJh3XrXSAviGT7M88964TsKeOxLN7G6XdClIcFlCbG1YipLMObEbTEnyNRAs3mO9kBzSnigE8KUeCKtnr1anEP3ka/IWsLnWgAt+OWVRI3rDPleGKB5Qr9xvwZ6w3OCcDBFfaEAhFz0qDZSScaXnrppWj3X3llq3hb5YknnnQB8eVIcynYR6hZVuc5mbJUDYU6HTt+xN8XRLnt7l6kJMmYTxsc0I/Yjh53ErpX+/cfiEUGaNvV1WUeniWKd0dIAriowl7gYeA788wz1dPTo7UuvsE/2NX9TiAMuCBAUpAkUte8BcZZg3lxWjzlf/fdP9TePfujHgQf6EaSzYOW90Kh0Tz6nPsX9Nyzz1sH7lPJ8t7k6zyol8/m1N7aptMP6mWFHKxw8uhiJ8v4W4S3v+0OvfFNt+imN7xRy51AKra2iT3In8R6rVAoWD+UYhEQXYBMV+zfoVegHTEJeqK1tVUkU7iOrp10PMBa/HQb8vZ7v/d7gtdDCKIP9MpbF0F75IF5x13sBkfwO7RHb3AOnuiL/4QepoDJeiRzgJHGWH7KGl3OOGAFPxS1sEHwHnLIeHgQ3mPM8PBIxDNJtjvueJuwv/22Vf/2b58z7o/q4MED0Y6ThMo7FmxubRF2/yL7Bx/9+Mf0l3/1lzr7nLMj32y2TKKz4WFsKjyP/0JCjUQRe1m2bJmOHjuqhx56KI6Bnvg/wMIY+Hwm8bTS9CDRd/7559tPLEa5yBtn2DT2yb55exnbQFKLsewbmmDzeBiDN0eQCfQxdACXyBfJJuixykkwaABPotvlD4VqHjBjDmj5ve99T/wM+PMutJJEp9jBAyHgcLETgPA2a5N8g660k7b7rMeeSKIR08Ef4J+i9ac//Wkhi6y7wvtEb/Odwuv9998fi/IU6XgbhnWO2GbnbVO7nOBasniZPvGJT+rDLtaQF5hyjmGhk4TDTp6j95584lHlcxlLs1Rw7Ndqn/uMtWtFUviiCy4USWgeqgAP6N1m38dXQ17gw8HhQXX3dNteN0Ze5ac9JyxT2BTawMCQJictm0dPRBsJTUgAQpOf/vjH+uxn/lXbrF82bdxom/JCfIOHh/bQQdCh3vs4sH9ftBkWMecz0qiDp627b33TG/XV//ySvvqVL+m9736X5s7pEDkp5q7Zb4XmFfu6+HRTFFydX6s4Bpv2OW/DTHkOHo4k0YdcwvPIqZlNaZKoyXF9nWPoTJoxpRPrwjplrDtrjl0yoay6tKq8W9mF3IrtaNWOQS1kxH4b7fseOnTEtnC3C34P6re/fVDHjAN+FWOjC9hf+9rX9fjjT5i/j8WE7oQLnGm2Tl32Gxd09yh4zd7+QZ3sO6V+F0+VySlX16CS91Xv4hc+9oFDB/WSk8/8Iguywx6woRzxw4ibCh4Tf6kpm/MeFG3/lPVNCIngQ+yBQ3HVZfOqd+OYSbPew5TGRiccc0zHcSFJlc3kVZquaJo/tZFknehvV8ZHeDqEEPvxqy5z7Zczb6HQqCRNfD0ozeSUryt4/Vr0C2QcBhexs2kwTRPVHHePOV+y2jL2t3/zN/q7v/07/fvnPqc//9SntGL5cq1ds1bwJbpltXUyvAFP5kyfkeFh4asOWsePOHFb54IJRYlXNm9SyXEGfj6F0J/9+Ce69+c/08YXX/D+Jk3LRNlsGmFscgzfajvfZZmZP69LF5x7nj72hx/Vn/7ZnxpPbYKnpqYnbMP7NDwyaBu2W0899aT6XGzYsXWLz5+IBdarrr5C73rn2/URFy1ucgHjDtuM973vfbrz9tt1xeWX66LzL3AscKXOPussF0Ya9fRTT8cCUI8LPvg0H7Tuv84FiiEXcNFP8HHFuFI1o5aGNs1q7lShrqj6fJMam1oMf04NDQVhA1LzJvgoO57B7oOXSfM4uSj22W67g9362Mc+pne/+z26wQXgbvMaY0rO63B85zvfqfe/7/2abb8I3XzzzW/QW95ym/2bdRo1bukX+cd8mLd+BecPP/JI/InTp59+xjiYVEVSi/301bbbK+2jrDS90H3n2Zf/6Ec/qndZVm+99VYXiIwD+6z4HMtNY/RexnuYNn8m5qe8aVtvPxyb19PTo07Hhy0tTabdmPbs2aWB/j7lTb/UfSddBKna1so8BZzIN0WZkeEhjTuWTsye+UxeHe2dSv3frNZ2/ckffVL/+plP64//6GP6wPverT/65Mf1F3/5P/XBD75fN7/xDVq1YqX5pxz9lkn7UMtdbL3yyit12SUX2YfI62TvUftzE+robNWs2W06dHSv9h7crVpS1tx5s9XVNVc5+9X33PML/eM//pO+8pWv695f/kZbNm3WU09u0He/9W194+tf1z0/+5nuvuuu+MY1b13f/cO740+PT1unXPva6/S2O+5QLpc1r/VGGpRNq8T6qd2FpE7HRa3G9V4Xpvn57A32Y0MI5umMfc9G83g22uw0TcUDCcSXB/fv19ZXNtsHelovv/Sixp2DyLhoQ/HvZ4YFvzF17NLgWMkJKi1ZtFgN9m2eeuYZ/ccXvqhvfPOb2rtvrzK28TzQWjNyJ61bR5xPPGZ/YIdh2bXvgJ585nlt3PRKfIOwz743D0r3O6fy3HPP6GXrrZ27doh4DR2cte5rdxw9b/4izXP8l8vkom581L76cy88H3MiHebJebZdFMaI7bHF3d3dmjN7tnmjQx3GR6tzonM6OnWWYxZkbJHlaqkLgetcVLz00ovdd45k3p2wf8y+T7lwt9e8tNnwPPPUBj33zLPasX27hgYGRZ98Pq8F1gmrXYhbaN2ctY4cHRk3LfqVz2Z1yj5rzscz7fPf+LrX6SrHNMtcDCvYlu7atSv+FPK417rllltdiPuY3uECNH9K4PU33qg333ab3uXCJg+HUuCKvO94iAe3njIsL1tPQa/U8HY5Z3HlZZfqAsvQPJ+TN8k7J9rY2GgeLNu2HLcOekb3//YB8UstR44f16DtxpR19aRtS8U6oerYLk0SIW8UgK934ZuHHHiIbP1ZZ8UHB4rFoorWE7ON02bHolOWxaP2zQ+6WFtyThMfZZVlmj22tBQ1ODiinPX62jPO1Oo1Z2i6VNXBI0d1ordPjY0toFoDtmNHXRjHL8G/4oGwwy6OH7Wfwhvh4HiJfSPmZM0G547g6YX2K5YsWWY5mq8mx8oVwz9hOSR+6lqwQHOc8ylYb+es7ydd7zl67Jiefe55PfbY43rEOunhhx+OD9cNDAyowTryfPszN77+Jt359nfq8iuu8rwL43V07ODgYNTDUWdOTthGVeyvjIgc4PGTxzQ2Meq+9VrtvS+3ruoxvOQkCpaLkfERDY8Nx/xa2T7AhOWWBxD2Hjyk5zdu1uNPPasX7d/s3L1TmzZv1m9dIP7xT36s73zn26bZhigD6NXyq7W2Cftop06dsp6btH7PqrGpKea4kOFp80eddSJ0R1+POw7Yb3nes2ePjp847jFTtlXjGhoaclw5HI/kdoid8EU3bdok+JJrjAV+YkxiLWIZvsMn+KTogUHjJWv+bjIMrFnv+LbeeqGpuUlF05/r+FfI95gLp/UNdeqyjDIXPi0+BuNy1hUhWAkrKJE/KLCMlUyaJgqBGzLSq7H5thIzamqlxSYBAOHgmkiH4rE4JZVF+afBfX3V12puAM90jGXcTON7CCGuxVw0rjFnCEF8GIugQIyZRpA1c849+tQskPSnhRDinMzDfDTOuUe/mmGq2AmtOOnPsWoHtGojVXPiu+Lzkh2UaRdXuVfzvCEkJnpGzCN/WI8msU6imc/pvsFfaxayqlst4g4GkfsCQwghXqtY+EMI4pr8YT72NelEXMnGZOY+a9JCCLFvCEEhBDttFRvRcTE3YxQk8JezAgohKIQghLjezJG3wWMdHKaJV4uOM/Pr1Q/369y3YOGhseZ/7UderxrXAkbG5uwI0FiDsSglGt9hrgYrDKamP/s5fSxr2ritWiBRACN2LlmDRl/Gj46ORvwwB/PSGD+zT470T9Ik0oM9hxDEdcazTgiJgKPeQgGM9AfmqpVVCEGJ+TiE0zismA/4Tn8UHYLMHMN2YMct9GXfHzfOuJbJZONY+jI3feFljplMxjiqRMUPLNCEhuPE+vRjXAjhd32AN4Rgx6U+KhP6hBDi/hnDvjkydwgh8hOwQhv2wn3gYl7goR/3QggKIZhns0721EVccH1mLvqDX66xf5ScLLu5XMY8lBi+afGpmkcpQEKTis9prDnlYJJ1Z/bJPMAOriNcdjyqdvyMZmVchMukKdNF+DkBDvpxZCz4Aybmo4E3+LRi3LNfGrhiTD4qLRlneTW6SEHgiJKbtrFJ08Q8kXjvUs08VnHhvmTFn4ZEdZaLNPHeLFskYqB1xjSbkQngYn7WZY9chwdoKGVgSr0P9o3RDSHYD6tFGeTJnyRNvXaqnA1B1muBoxHzMryDkQR+5mDP6NhcLuuESLuKNu4obHDH/BybbEBxJJEhcIAypxl8G0AMyICGHeRns5nIK8AKzMzPufxhLvbnUzvMpdiPtdkjfa3WTGcb1LFRB2qHNDDYr6r1X9V0q1oXZmwH8na0ONbZmDc2Fry/YGM2FhtOfS6fNX/loxEu+H5DoV7ZXCoKWzyMUjYflEqT8XsunzEfZk0b4828BHzsD76t+Dt4DSE4a71q3QAAEABJREFUuJ3ynHVRlkiel2xcB/udsBifcnDW7JxvTQSa8C+8wl6Yh4Ra3vCCAxrXmZfGdfnD9cRI5Dv3McjgK5vNGBdlgRvmxqEKIRjefIQlm81GuJgL+oBXxgM754xjfe55mQg7x6z1RdZ8kTH/0VIFo6YmEhOJz5OgV2U0r5ptUpqYT62rmTOEIGAFT1nDx7WaicZ3jvAkvMr1sgN1rpfM79Pm91otmC8n7XRMmGZZJ2f6zQMV70+GrRr3BC7QwfA38o3Tj8NyyAkM5mU+8Arf9jnhQWLwoJ0njvRjPPsFRgKegu0GctxkpwTc4KSkhrtifgLWUyTXLQ/yJ4Tg/dZiCyHEfYLLZjswBSdSKEiyBjDh7E1YD8P/x1ysfNEO+J49u7XdxQD+5gM2i3WB1TO68NVnJ2tENeTfxRL5wx6GHXTW275NWJdPOgAHbuDiWDW/1wwHstvY0iz+ttLxY4ediJ5wIiRVoSHvYtxhHTiw3/P3R16p1Wqx0MmYip1EKwMnJVrtFDcJXkCu4d/ZLpY0NRWUyyRqqM87kT2mAQdkZfsXPOxRsj1M04w8nXgCdcwJnpHRcVVriZI0q8Mu1hSM27IdffhMZhpoTrKpYHydctJwwA4h9EKvEWj3OgEyZrkuG65cLhPhAo87d26PeBuxbTtsOh/Yv8+B9Anh9EN3+GHXnn0O5Pe4CNrrfZZEIDhqutFwgPfbse179QnrknVpCEFxr05CdrhgTJBCcnKOA79ZLS16gwvAH3j3O9XV1qblLtxdsP5MXX3ZJVrUs8C4Kug8J3X46Tv2mLWchZD4erMarUuWLHKx8cwztX7dGTpr/ToXTHtUb715xDiZdkCAPCZef5+LC6d6T2mvYT/iIIYn9DOZ1PRp9FwFO9yDanEiKVgeM5avcduv+kKjg5UuFdvaFSx3kw6qBu2gw9MhBI9ttgxNWG5KlpmKg/1cbPASugcdUl9frxBClGG+yx/G+2AdOalOB8fzHaie7eJ0ix3zSa87wptlDor4aTd+pnjn7t3G/7EYAKCPkCt4FJ6GN8ecCAghMGVs8AC0BvenzEeDg8MaHRvXtGV/994DOjUwbP6dtG0samKypGPHTkQYx5woKjvJih7nGk97kxTdv/+g9zkZdUWtJkX9EWWnYp6sKWMbiWyxZ3iedUMIcU7ozn3gRe55UG50dEwEy6fnKhv3Q4Kv2Atwo2/YA7I3GvlqLN5n3/iD09b30JW+zE2rWocAA7q53n4l+gZ5oIHvEIKSTE7lqjRs2dm9d7+Qod3mh6zpzc/HjTngT9I08nMmm4vJe9bs6prvvSSW7QMRVgoSBGK5XM44GRMwQpdeJxWAueRFkInZs+cJGOHbsu0csHd0tKvY2uz99IsCBT4GOCJwo2DHelPmsyNHDscCJAUM+QNO6cs6B1yk/4d/+Af9y79+Rp/53Gf1vJNBvJnG228vvfCi0DPr152paeux+myqk9ZTqe320UP7tXvHVudwp9wmtOHxh53oeUkUm0jWUUz5y7/8Sx2x7AAHCQ6e4v6jT35Sf/G//pcWuqgJXY5afvibUX/jhO8VV10pfm7wnz/9f/Saa14TcQGth5zE2Llrtza6YDRuOeSNYQLLrOW3xf4M+6kG2UcZdnL2VDxyj+vg86ATFxQ477nnHlEsIflBAR6+2eOgecwB9Jj5Hn7rt92AHwhaH3vsCVEURYbgExKsJIDa2mapyUmXXPS7pgSvsR48S0Ia2MA182FTgAN+Wmh9xNzz5s0TSasLLrjAcl/UwYOH1WJ5hW79g6ecWNvtxF02ynO5VHFSYlAH9h9Se1uHglK1NLeqtdiuuXO6nPSaLRKr4GmTk4oTtl1znBxCPyAj3d09ET7oDf8g58DzyiuvOFlwIuqaJvt/SxcvclJ/UiQIgPnI4WMqutB/wUWXKZOvd/KtrKx94SXLluvOO9+pSy+/SstXrNKSpSu0e89ePfHkE9rqJPjRo4dd6HCCc8sm25KDkv38zs5Z0X+ets+823TkDZRaqGnuvDmiENdcbFad9e+yFcsjj5MgwkZ83YlRis74RxPmP2gJ38NP7AEZQSafeuop883no22BttgNeJokDcVA+Axa5CxjnJP8QLbanOSCduCFp9uhCXSE1iEE26Ny1Ed8f+yxxyIvMCcy9eMf/1ivbN0adc9nPvMZnXPOOSLJn6aZKGvAyFxN9k9Yk3X4Dt7Xr1+vBvsd3EPfQCv44oiTbMDwt3/7t6IIuMiJy0HbWsYePHxI3EePL1+xTHX2LU7Y7m7Z+oomrGeXrVyuhU6W1ezX5WyzwHVra1FXXHG55WhEf/d3f6tvfeubQn+AT9YDl+AE+zrD/+gEcJukiWlWH31S9gusyARyA/zYXfgM3cj4p59+2npowIX8Q+abolqNW/gcfqNgS5EUPPOAELQF/9lcLs6/atVK8asTyAxvpFx55ZXioa162zv0Gj9l9zonS8914pNfQbjmmmtceGqNReFHHnlEvIWxx3L8+OOPiwIstgB42SsNWhx+VQ9dddVV+qu/+itdffXVkffZW093t0iGkpR94xvfGN8mYA3WQm7GXDyguMbbruzhJevIb33rW6L/2972NsvvQTU4DiMpe9GFF+iNb3i9zly/VlPlKRVnFVW2vzfHMj8wPqqOBV1q75qj7iWLlHWcM+38zyl8qqFBTdu/2bZte7TlxHFT9sH4W3ObN2/Rc7yZuW+/DlqXv2Jf9LCL4vvtU/Gz1BMuSu1zMn7c9m2of0AH9x9QwclOEnCr1qzR0mVLtXzlCt3x9jt14aUXa5YLBti1EfcHL/AAfA09i8WiVrrv293329/+tr7z3e9GfJGsRkbQb+AUXoavkb+K4wH46fSDrRXLTVXIDDRGZjlO2//EFg8M9Kv6qr2fsK6adDKXeA9eX716lRYv6rY+6xFyXO/C76j902CZmnKcQQGxaj+1xNu61oSTTmyfOHnKuudptc+abVMVNOXiJDZz8bJlWum90/ewi65TUxXl6hqUry/Yzk7r8JHjOuaxIyNj0ecCB+ho5BeZrDPvFazjOZ9yjqxiWgRrs4r955JtaslHbyTy0Oj4mAaGBl0M6o1z1Rxf1pz7oalWcwxZUZqkyufqlIaM+1QcztZ8jo6peI6qspmcj7K+ySpNU98vxZaxP8R3YMv4epokUZ/XPC+yeuDgAR08tF9HHav0uRg2aH0xji1zwTBjgEcM1w+/930988QGHdq7TxseeVRT9t9yjptLpgm07Onp1pIli7XCeuWss9aLB0O++pX/1Ed+/yNRTpD1dWes0RnG5/KlyzTh+Se856rzmdAfOoYkiITwnr179KEPfUj8MgX6mwcfkBseSthvX94gRf1AQRLZmzYug/mhbF+Vaz2mP8UICjl33X23+InVz9kv+cnPfqLnn3/WcfGEGqz7Ou37t1m/dXa26/zzztU77nib/uD3f9+yd7P1VoOO2K94zsXI+3/9a/sEfVq4YL46OtrU3l4Ue886PuLBIH41gV/8m7YOnbZ9CiH4flajw4PK2EblU0mW40kntomf4IPUuhHaPvPss/qBi3bveMc79fGPfzz+WsBDDz1sm4BvNxxjty9/+cv6iRP9PHgRTLPE081xYeV6F3gXzl+oJCTK22fE1yzY10RfcoQfdzru7HVxqmJ+QgfJsLVYr2bs9+y3T/PQQw9Zp387/qz0hg1PmQeOmbfKZsuqZbBs1qsJOBlPXtFLR7uDzi66iAou5lsXEfvwAG57W1HFYrPA6exZ7eqaO0d1+ZxxMSTZJ6ZfzTmyPhcZ+npPeDr4NtE89zvha7/+5X0a6DuhWa0tWtA12zFoVcODJ3ztmAYH3L9W0qz2ounQqjmzO5TJpkrSVM0tRbV67ZJpMDDY5+x+RStWLtVZ55yplmKj5boU6XbGurXWD4vdv1UGQ7t37dPWzdu1Zcsr8U/P9Dlv8NKLL+lZF/AOHTgY7TC2/tf33acf/fAuF1+/rM9+7rO6775fKJfNeM72KGuJ8ZrLZiPekkxGhaYmhSSjfZ7j69/8tv7+H/+PHrHc8Gs/vFmazeWVWA5bmpu0xH7T2tUr1eF4b8I+Stbj0XP88kBQMN5qwhc/efKEUseIrebZ2XNmC5njTeCj1uffsS350pe/KOzXgOX35MmTlulD8cGPHbv3xOLRoxs26L7f/FbPvrDRMceUxiarLkAOu0g5Jt5S37d7nw7bR0T/z2qdZTx3KJfmTLaqQkhtL4sqtrREnkQe8dOxxSXbHHRAm+Nl/Ff2VbXumrTOw486aR+jt69XLc5TnH322eKB7/ld89RtX/YKFzqvu+76+Esxra/uH5+CPC7zojdpJcs2cpNYlpqaC8LeMtell1yiq668UlfbJr/hDTfpogsvjPMOGweD9sPRs8BUcD4C/TftWA098k0Xn3lQCzzDy/MdS8xzXNXSanpm82qb1aEVq1aLh7Q7rCdS89gxx8C7du3Urp077CceN+56RUHswMH95uOa8dWudu8B2atzXi+by2nMccG2bTv03Asvacvmrcrm6jV/wUK1mIZpLiv+rE/ZcjFlvUH8Mct2lYfReHDrrLPO0hlnnKHm5mbLYsmtrIx5rKVYdB62TRXniiiGQm/21t3TIxoPSlx00aW66OJLtXrNOq1avVbZbE4vvbhJX/vaN/Tb+x8wDQctxwXNcs6DB8Fm2b+e60LoIvuLjF++fIW6XaieO3euuowbjm1t7R7TqMamRnW4Pz44+p8817j9kjbTf9WqVcLHgjYrVqwQc+aMi5Lt++jYhIaGRzU4NKI9jvtfemmji6xPRN6etm0+66yzdfvtt9sneoN55AzLeIf33qSGhnrhi2UtbxYZTToXduLEifgrOQ+7OEvbY7sEHmqW/IzxnnMrO78wab6Ztt2dMt2nbG8njOeK/dvEunvKdiM1PnkgYIX9lfPtd115jf3GG14r4sgLL75A689er/XO/+CbX3vta3SV48uLL75IF5x/ntgfdg3+CiEYx1nD2hBh5Ro0qVpfDw0NClmYNgzQDLsrf6Ze3ce+ffus7/dFXtqyZYuIV77//e/rq1/9aow18ffx2/ucwxoaGhKxKPK3yUVY7u1yPHTokGX9xMnoPyM/UXY8P3yVz+eMx0bNmdupxfYZV5i25517vi679HKde8559tVWKQFADDGCKyMRIabJn5oRVrG2pNXsiMoBGYSYaXJ/+pxedCoyasUGp+bNe3hUdMz13xvXuU8/EMNYzmnAQOMcmLhPm+nDPcbyfcpEpM3cpz+NPiEEhXC6SYnPkwhLCMHncgv+LiVpIgScY+JNhRDE/Mwhf0I4/d2ncW/MT6OPdPoe5zP95Q/nwEQbs7PDMYSgGWeMvdHHXcWanNPox744DyEohECXaFhmrtGfeSqRJhUrgopKFiDGsta4lQ7nwIRjAAMgEFyHOTiCMybmet4CypwV02xmX1znWsSLccI56zMnR67Tp2A4kqIAABAASURBVN5ObtZCxFjWZl6+h3Aabgwa96p20GD+6emyyqWKHbAmMZ7+8B57BmYa19hfwUqbdYFp5j4KdSIy9rTK3n8Ip9cJhnHKAuZ8oHGcqs7BFLCxN+Zir8xDAx6+V82fZe+5ZAWRpKnydgrb7LQ02ignNrQEUKmNMTAAU9VGjX3P4KBiBZw37kI4DcPM3OyBPTFmwkYQHNAYz1yMn+nLd2BlnginNxBCiPwof+jHfDO4pX82l7MxbRFj3CXyBtfjeF8AV6xPY3zVuK8ads5ZC7xyzjUvZV6vxoQXgVbVsp53UJkkwTOd/ge8nGGIwGmaJqZdVnUuDuTrcsZ3IleJrAUqCknN31NVrSdqvlIzjhP3DyFEPk/TNPI064MfYGR/8Ayw0Tg/vU4q9kIDVo4zuoZ5Mp4rk2Y04UTpsBVjtVxRJsk4KEqUJkkcO2RHACdkeGRYPNVbshGggQMMFvOSsAMG+AKYkA+uhxCMm5qACV6tN0/hnE3bqHhb3l3iwFwKSVZT5ukhB0VSosbGJl8MvwtgBw0Dcleyo8QatBCCqjb8nNeMc845Zsx37D9rA9ViBxvjh4EtGe6aFwVO5gLOJE0jH4QQxIe5gLvRQScthBDhT4wLeAX+GHfQNTw8HHUG60y/qjfAY2pcUpCjOFSuTJtOVaVpYroFJxPrVbRTTpvVMUtz53Uqm83E+1nLf515pt7yk81lPE5KHTlmc3aIzQfAzv6qPifxPOZCD3BmMh5v1mkwH3kZyfeDbUve4+bZ8eA++6p53znzfAhBBDvQDl5MvC/4h8beoVNqnDA33xkfQhD3QwhRX9SM69Pw1on79JM/OBjgCL6sWq6R7YnxSeUdcHOPuVmvZlgYz1j6jlm3l0xX1mV8JpM1vhLzhpQ1LGmSRnzIVwxCpHnN+6w48AUn4IPrWeOybBpXXtVp0Pe/dEZqCCXmpyGawfNVPcfU5LhxErzHadNapmtVp+Ead9JuNI6Ztl5kLmjEEUcCHmc/8MIRBxDIPntjoYzpwv0QQixMTjjJMrN/xuKEZE3zinUnY7jGGszHWObgOkfoxnXmw4E+6qRTzbBPOAmfZlKRiB81T07aMcNZIUiFv6f9nXVJyk1Z32ezqfc4GeEB5lde2eKAcMCFoLEoZ9Cgo6PT+69owkEUTqK8DrwwMDAQk4rjdlJHRwY1Mjyo4aEBy3XOPJxG+rAuQQp7GbZ8jLnvU09tEG+RoD9w9EIIEafgAt3B3sqmfc081euAq4aT66JtkxNn/KQkP0HFvappOubgP7jfbDv4jYUm28CqA2MHpqWaBl0QGxkZN/0yamluU0tLux3lMe1ycEpQUu+gvmL9Da+xn1kOSChigF/2mhiPI+bDUctVxWuVXUSl1V7l1aIDBuBPk0Q4+KPAaNuaMX+GcFpPQX+KLjj6JF1nz54Tg6CWlhbjqc4OZLOTIvUxQZO3HoSGJKzi07jGZcTZ8Ih4aGDMBbVp+2XgBnwecKJh0Gs+6+TLseNHNeACRQghBgqz2ttN1wnzbEnAuXTpYp19znpdfOFFuvySizXfhYhR63b+1kiddQCBx8rly+x8L9PyZUucrLlJv/d779d1112j17zmCgcQt9mhXaa+vuM6cfKoOaCsM9atinyBPW90YF4z4ghKxuwnoUd4aj5JU7W1t6lQaBS4wnlfsGDB6QDJY0JIfufcgx/0a319fZSv1GPhP4Ip5ICx4G3QSdkh89K27dtjoQQcM4Z7rItcoMug1aSTmBTpGM/c8Bb36JsYV96ISvYleKssSVLTo+iER4dqrK2gpvZZ6upZrMaWDjnusRZNnPSQQgiRbhnjrtM0bXEQ3uT9IGPwUwhBifki9Tzw1pTpNmpeqli2uSZ/kF3ggp84cp0xjEcWmppaIn5rtaBp67BCY6O8sFLrkVWr1jix2qFia5tW+nzN2nXqnD1XOReE6pxIrdZqYq8UBtBtHJkzhBDlGDyxrvyZ9P5neBZYW53IYh/073VyhPvAB7zgkAANmnR1danbCXp4P2O9NWr+ZK2BgUHhnxFMrj1zvWlZ74DofFXKNfGWTVDqJE+dmhpbVF9XUKEBua1pfGzKha6S9ch4lN0jLrocP3HEgdk+LXByfpmT5UePHhUFQwph6Mth8z/7YC32RBLigQceiD4KcKOjnnjiCfsOjZaHSY2z13xOR48f00svb3TCecw0b3bidFyPPPCgXnHw9/gjD7uYekSz2lrUs3C+ZruYe+zIIbXbTi9xErTRyW/WIcmHvr7CyRbowt6BmcTq5z77Of3VX/ylnnIBrGQ70Wja/cu//Is2OFl07OgxJ8Y2OznUp507dgiemOPEE/Rd7iIe8sGb3cBOIqjFegY9UG+5QI7yTkpW7XvmvA8KbfhZ3EdWOC5fvjzqAHCEHlu9erXgzWPGHbgBh+Crrq4u+qdzrAvAFeM50pdi1rjtx3EnBJA3YEnNy/IHfNOAZ9SFCngW2QZudB3yReKHe8y310mEgwcPaeXK1S4+tQl4eNu/1fgslU3z6XHBb63m5YULu217JsQ+R81PZev+F504LDuWoEHjZS4gsGfgNziRridtJ5Ax6IGt5AiMrHX5ZZfF/S8k4TKnU0sdrF9y8YWCp1esWOmC0Fm6/oYb9ZE/+Lhuf9sduuqa16q9c46ecWHn2MleJ/Sm9MJLm/TCy5tjsfWll14Sb4NSkKVIT2Fr0L4o8oFfecS6ePmqpVYtVdXbd6vZPtXZn8/lM+bLKSeDD0d7B7zI6A033KA3v/nNUV6RK+Q/7/gH2qHzkDFoA7zgF3554YXn9Rsn0MEFiS3Wp2/Ncl+1TWP/S5YsiXyfzeXEfPAgOho8BusmvjMX+CJpBz8zxwUufiPT8BJ6g/mQOX7KFtnHdre2FYVNgye4783GPcH/+CPwJW897tq5Szy0AJ3gD/zgVU5m9fT0RLq1OfmFHiFZyFzz5s4zj7SaV1bqsAsFyDh7AU7wwv5y1jUhBPsYWeO33jaubJ4Zjzb4E5/4hJDHmnHe3Nyknp7u6BsWiy2m95Rqjg2effYZHT16xEnok1GXgA/kmZ98g1/hZ+CHnuwFfoa/4SXwApzQDXjod8xyRdIW3mQsvAhu+J6xD/GKC/r02+BCwD4XA0dHRiK84IR9MS/7r5l2T7hQ+r3vfe93/hE+wbp1TjYaZ29961sdF6TRdgLzqGWPN3KhDXiqt34AvoVOAINr1gVGeAddwF64hu9HYgsZYr/QGJ3PeMYiV/c5Mf/II4/oeieRsW3ojM2bN0dahhAEzwEXcps3f7HGHBcbysZ7Y1Oj9ey49fm4pozvqmOuCduvBsdvh4+d0Cvbd4g3KvfsPSiF1Pqv5sTvCReQpiNP7dy5Uy9v3BiTd/iIyBhFbN424qdaV7jQdenFF+u6a6+NyeJ9TvSxv9def73edOutOmX/AL8uSVP1uvAw5Visc85c1dsHmfT5lA15Yhs6OjYO2ypnWUNfUVj+5Cc+qc9+9rOxfcb6+n//7/+tj3zkI/Z/bhd6ZPbc2ap5j/InhOAkfsV8NR1tatW23Zct49PeUyXa/6zXCSH4WknwBcVqEow7LRfHjh23/h0x/57uCy7hOWjZ58Q+xykXR4dN596BIR3r7dexE33RBxkcHNIJ6xl+LeHxxx7XkSPH7E82RB9Axuno+HSMoaesP0vlKmBF+YSOB+03HnbRnfXQMVP2kUo0+9x0rJkP4eM0TWKsFZIgfP6a9x1jK9OSvda837LxWXLcjo3Dh8hlMsZPLe43m2ZM0ymVHfdlM1nLa873PJVtV/Aa1fK0ZbNq0xl8vSb8tTRJ/F1uwUvWVLPPLfveIQRNOy4jRzUwPKiTLnIdOX5E+w/u16EjB7Vl62bd/9tf6etf/6r+9V8/o2dsd7HX6D3i7rGJEfEWTKGpoDSb8XmfvvyVL1v+t+k1LnL0dC+Mb4sNurhBERXcpIb/He94u/7lM5/RX/3VX+lDH/6Qbr75DeJtnPXr18fjrl27hJx84fNf0B/+4Uf1lre8RTdcd53e/973Wb/0RbsDHtAXifeGrsX2fvMb39B/fuU/tW3rNvvtA9q+bZuwKy+88JwOHTigo/Z9KGoG45yfi54YGdWxQ4c15iMPNPA21nnnnKs33PQGXXzRRaJAg97+5Cc/IR7S+urXvqz/+MK/6x/+8W/1V3/9v3TZFRfruP324dEhFylOme8GzQ/D8TjhOJRcyJjjHPnT0FDQtPMurqqonGTVs3SFC8xrddbaVbrykguiDti0cUss5vEQ1i7L62b7TTyIe9L+4q9//SvD8M96//vfq0996s/c7xmdONHrPR3TqVMD6jcvI5fDLvDDG7Nta8FPvWMncM6DwjL5S9Yd6P5sLmffuxR9hH37DxjmYWG/sIepZbxiPpTxZNAFT4JndFIul7F/N6LGhrzSRJaPjGU9Vdk5mHrb41bbBOx1s3mi2FxQS1NDbEuXdGvhgrkq1Oc0NTmmIRc+Q6g6Rmt0rFKnF154Vnfd9X0fn9emTRtNw606aJpNOvbuctH2cuN6ydJuJSpLoSb0Xl19o32aFjUXWtTS2KyK87VTxnvqeYvNTQIG4B0xDXpP9tk2TmlWe6f95AYNDY1r6yvbdKqvXwXTBvt5442vEw/uUZzjZ67xIc4991w11DUImwE+xh1vDA4NRlmZ8D7GHXuPOV+XhhB9XuII9Db443jcNOrrH9TkVEkHvJ9XzJMbTdeHXDjnQZ4X7XOMenyDc1LQJcZrjnkS83XOhdc669G8W4f95WJrk6ZdNM5mU82Z3Wl7sUSFQoP3sVU/++lPXVB9zLhsELa/zQUufjb05ptv1o2vf71uvPFG3fKmW/X6m96oCy+4xMW6M9Xq2D2fqRMtdTyUTzPq7pqr2295o1YvWawW06poOnfZBnVblptta8a8f/jz+7an3/72t3XvfffqMdtX9oTdw6bTsNNFx29d8+cpk01VsZ4Z6D8ldDCyMTw8El84uPLKq3TnHXcKOcN3CmbSGdwNDvabTgPRHuTNrxnzZX9/n4vfRwSuFi9epDVrVqvFtJ7tIl/3wgWqNx5fevEFPfzQQ8KHBN4QQrQb8PXJ3l7z2V368pe/oiee2KAp61n8P+w0tqHPtq2lpRhxe6mLZzdcd62uuuIyFZsbdeLYEe3etUMjjo9mO69x1RVX6pY3vtH64vW65pqrdc45Z2mJ/eDly5dqmeMqaHDcMdGjjz6m73znO7r77h+JAuDLm17Wjt07tHPvLm3btV3PPPe0vn/X9/Tze36mp57eYB13QvPmzdYb3niT3mhdtMAF6CnLwSkX1bBl/z+y/gM+jus8+4avM7MNwAJYACTYSbCTokiRoiiJ6r1asmzJttx7jxM/TxLHTuK86Yl77Nhx75YtSy7qvfdCkRR7J9jBgt6x7bv+A8Fvft+74tHMzpxyn7uXmUXFvih76XO8fqqz0/bruLqddxixDeaB+bxlIYpi80ab61//AAAQAElEQVSd55mppS6qzprTplHLR5d5MYpS9gVP00033qR32je/wr75GWes0rlnn6vLLr1M1113fcIn/MmOm237L77kEheLW7Rv3z6tW/eq1q9fZzqess7otc93VO3t+wVvd3V3CR3f2NiY+FPsv968LH+gA34HftKLL72s+x94UA88+JD3+4r27W9XKpXWhA1ABmLTmvgIu3rSRflRx/qeJqF70brpmHXidhe3Dxw6oKHhQRd5J2vVqpWJn3ru2nO0dMkizXSReJrjMPI2BcOUt6wkLV+nvPUiD5CvOOMMXXDhBabflVq79lytWHm6KKReZJpfd/21lp1rxC8crDnL+DnnLF1w/lpdaVrfcstb9YEPvM9+zCfFw2NX2z7x890rXAQnRmidPFnIL/uAt+q8HnKMH2gzbb4bTeIHrk81jG1tbeLY6pzbNOeTye9Mcu4aXKxcudI0uU48UMyDnhzRTRTc6V8oFASumxz71dbmzOvB+Ewla5x0DHfCxdajR46ar07ZPg3ajyjZhjZo+rQZiiYckEqllAhp2YqccxrOw0RDKGG8EIIXiP4/jfslB5RV7y6E/7dPCEF8uE7jPISgEAKnYsyYg/myHRLmt4eS3AshJEc6VW2IuF+0k1QsjnpM0U5O2a1imMtJY+xEK9rpojE3Y0MIghApO1IoDo6xlR1CwnWucYysdPXGp+p9jDclcPzve/IniuLk+sSa9I3NtGk7QikHKJHnCiEkRKBP2UxLH/ZK4xrfJ/plrODS6bRyTiCk06mE0ZkPWOmT9j0YqNYJVhjKICQ0CCEkeGBOFDCNvTM3Y+nL2In+XGdt5mT+EIKNyphQLMNORocQEsZkLOPoB2wcmQOccuQ7fTgfs8M6YmeXFoVYOSfM6p2IymZqFEcpkzQoCpHpVjLzFRN6gQ/gCGEc/hEnkcbMBxyZl73SZ2IvwDbiNQh2qwpKGV854yJrfFEUHfVYAhT5wx45r/qcpF3FIUnJjg9PU9jOKYojt1iexsdIkWnFmg0NDW8IUlOCkxBCYlCBkz4hCmLuqvkRuOQPOGIsDdqFMN4HPI14TzTGu2uybxQhipvx9GGPtNGx0eR+CEHMBW2Ym3uMBTcV81AIga8JfASr0A3lSCNJSCs7OAghSvii5GClal4GBo6R95BOx+NJDPMU8zNH0fjLZtOqhrLGiiOGpWhfFT503/pa1eVrJDtWKY/NZjM2LrWKzefMyR5DCIrjWHyYj30WLa/gjRbCONzsDX4CXgwCSp4xzFG03JasQ4AphHE8spdM2kFOuaqcHaJMKq2ck3UNNiwUOasOfHASccTKlaJhCKqx01Jbl1NkcKouYHkqnwcvU0mCynQ6LeQiYx4aNY3KXrMmVyMCqozv1efzKjQ02rHMK2/nsNBQsONa54TmsMbGyubjivEjO9ClhB+YBzywJ2DnyH5o0I39Z+3ERQYIOkADOeSsmo/Kid4rK2VcxnGkEELCcyh0kgjIewghuX7SzgtzjrrIBH6rpmtsnINTzkcsH8w/gUP6IDfcT6czhn0sMQDDw6Pq6+1XOQlig8BByTiI45RxFDToJOWI8UKwBP7q6mosFwUVCnllMrFluWLeKrmVpaoS2IL5qur90Boa6pQyn7C3/t5B423ESehR4zdWrQuoVdNJ/kAH4Eem/dVzZxK6gCtkCZwAP05F2bxf9X45sscQgtcHjorG95dOjqN2FNgL88GH9IWurAF/RVEsWsX81Nc7oMGBYe8n5aAgZ1oG81aN9xOJdZgHWIATOnItNr7BK9+ZL44jcb9i/TK+NnapJJm+BtHHqudT0uhPkz8hGM92ptlTynNWzKdp84CMUHBOK9rZjxzs1DiwyqRj7y82fnKJ7MYeMwEHe2RejtlsxrJZ5z1GCVzgD7jq7IDIH+RpzLLO9W47bL6U8AW44vqAEyMcmY/zASeMGc/e0+n0n+wE96umB+PBP+OhE/PCO+hZI1bB+Cmax0nMdLm4CSIoZgE/jiJ0Zu5Tdm45dhkmglXmIsnJOrW1NQmtmff48Q49+ujDevmlF8UbANtdXN2xZbOGXSAjwOg4dixxTpEV8EEjmcie8GXYCzLOEfirdqbLbvQj4UVDL5HMYT2Ox52wZ3wUReJ+t/fBvYMOnHft3KU9TjwdOnBQBAe7d+0wXP064UTSCcPS1XlSvS4iJgFenFUmVaOxkZLGRisurMqtqv6+YR08dMzO9HHLQK2DiMXKupjPHqAx8AEriWBsR7cT4xQTgGvIAS/3wCM4ZR8EqUOmG/AdcKGgy0HNkJMc/HxM1noIOwK+SZ6VHDRAszHLDU+kg490HClnnEepWBkHVLwNO9VOKU/yTraDSiKUoKnROhI9mjJfjDmphH0dMB3K5oseByQZr3X6GSt0xpmrXABsEQHk8tNPE875WWet1psdPK11kEWbTYDp+XD4p0xqUXOhQT0O9tBNY7aNPd4zP28FrLyZuXPnNr267kV1dnUolZaOdRywjcqouaVBra3NdnBrNDo6ZCks63Qne/MORk+Zt3bsNr2cMCaAyNTkBHzzKX44wdlrmOFBcMh6IQQF6zX4HtyCe/AHDPKHBC948KnXq1dk/ohCSALwxkKjFi9e5PPpmulC27LTl1ouazXPgfXixYtV4yLd2vMu0OqzznFh6RyPL6ilZbJlNquC/ZAx61+C/3xNDSpBdbW1TnCMKWv9SbJitoPdaVOmuG+9Ct4bT6GD2yaPnTVzhjK2bVnjP++gPWUENTYUjI/RxLbAL8DMPibO2SPyyB64xjGVzmjS5FY1NBYM90Lb1bymOFgJUcpaKhL0jeK0QhwJHiC4HrVuqXOA1emkX5+D/EEnhEmQkqCFX+E55ifIDsYXOrbPgSy4B+8hBKVSqUQnpQw38s99WpfnpB9B5ID1VOTxY/Y9qyFSY1Ozps2YqX6vNzg84mLkcQ3wsJXl4HjHycRm03+bk4MdDoiwdYvfKOL1294BI/Mic50OqpG145Z75B+YD1i+B2wr9u5t1y7LO/Jz1AWP7u5O46LsBNxJ652TmuCbUcsTsEODEILt7oBpm1bGdOno6HCSa1OSoOSpbPbEGiEE80Fe+w+0a695NEQh0bf9/b06cvCAuhwIL192mtrmzBJJgbRtwKMPP6xjTmwWjQd+4pUA/5AT1/PmLbCdqPe+S9q3d69mz5qp1paCNm9cb7k6qSiuOvDebZ5rVjoV2w4OaKC3Twva5jvhV9VLL7yskZEx35+sw4eOONgfcDK3MykgDBvHr6/fqG7rlHkLF6vTycfpM2c7KdeozZu2eq7hpCidSmeVramVF1OIU6pvLGihi4MkI6BZQ6HJes/7SnBYUdZ2buWqM8xv9VrsAH7S5JbkDV1kd8g64KALxh1OUpOsLlVLqm9qELI1v22OpjkhU5NJa6qD5lSQOD9u+tRaBrq6ug1/v5MUB4V/DP1efPElHTcfTDZ/n+Xi3JlrVmvP/j266757xFop69+jvp9O5VRfWy8SBqPWbVXb+WCKn3ACIlOTVdowL1m2VCGKPXevcb1fh1yYha+hP/wEL/T29jj2KavTyVp4d/uOrf5eTPji1MlT4g2gonmmJp1RS6GgulyNLr7wIq0++2zNN455yr8s6ZRl4LnnX9A2F3xmzJ6tdDqngwePqLdvQFMd0PM3p+IQhP446oLEEy7c99heURTftWOHNm/eZJluVog8mX2LvoEeHT56SHvbdzuJ1GUa5ZVvyGuW9Qs+6KRJkxJZhK+xyWnr+jYnKzLm40YnVdjnmGUeXbhy5UpR0Lzuuut05ZVX6S//6q/00Y9+VPgeWdMBWwYuRqzbeq1ru7wX/AHOmXvjxo066YQFfdF9hlDoKAoCFdvo81ygmjNnjiiCco/1sMWpVCp5c2uh9Ti4BcZR+8IhGA+GbRzWhkSvoDsZc+6556rGuhVYKFQhz8BDworrzEki84TpvH79egEf9ORXBSgOYidCCMkb4EddrCR2zDtuCCEkfdEfXAc3zAdcPERA0pex6CKKhzxFD17AM3Dzc2mc0+qsR0nmMgd4XrpkSQIz/YAPPcp5rX07zmnAwX5aWlpse2bohhtu0JmrVyc/rwy9oBP4Zg/g8aGHHhbfiTPYL/NGcWzZHxH04OGGdevWJThHH4K3D37wg1rtOaHrZCe62tvbXVg+nPQHVtYBzxdccIFudgJx1apV1iMtiS4DL8hEn3U+80ELaAtOco7lSYIBB0f64A+gG6HTfH5m0HuFP2ab96EVe0CHAgP0YdwZK87QARfkNts3hK4FyxO4LzkWDmHcvgxZh7Eu+ANX8HqPE7snO08J/F111dWWk8mOA6pJrDQ6NKJp9oEWL12iq6+9Rm97x9t18aWXaM2aszRlymQNeD9rVq3WrOkzdMVll4ufY+RnLwdcmKaYdJMT8S32ayjA4L8F69woldGy5Wdoztz5mmLZratv1MxZc6z/mpSz3sTuYtfSlp10Nm2tU5ZJI6saTXOCeJZ1+urVZ+rqq69K6Px3f/e3Tmz/QLfddpsLRR/R5ZdfIX5GFjq8+93vFkfw1mh/ARyWHPNVHNNjvyPr55T1ddWO+5h9whHLT48LovAwcoFPXrHug2/hM+QYP37UsWjaOoH50JF19fXKWHelMxnRN44iRRbWPs+1a8cu9XX3qftUtxrz9Vpmfo68q7HRYeO5lOhD+IGCTdVjgG/EugKegj+I03lQr2TYRoYH7TuPquy8JfhIpSPNnjtb2I9+F1R6bFP4sxsVxx519mWnuGBCPBmDQO+j7Ovy2jXWAXEUS84jZIyDogsCKcdacRQleo+9RrbDDg6TQoTZR/CNPL5inxeeM6jK2k+OIu8Zf8jzhXRaKeMzWDcFr0nBudv8BY8dO9GRFF6xLwcOH1G/827djscP+vzI0WPWeSMasb3rH+jTc88/ox98/3+0Z892NdZnlYmq5oEg9pJOpxLZxTecOWOG5s6dq9NOW6ZLnLA///zzBc/91V/9pZIC5le/prfd8naR6H/Hre8yrsv2JzoVhdg6pdZ+Sdb2qzvRXX3WzRRFq8ZtmXyw5YaHqaZPn6ZIQejE+++7Vz/78Q/1pf/4d/33f39TP/rB95M/MXDnb2/Xww8+rPvvu0/rXn1VLz7/nHrsu9fla9Vm+jjjrJKLQRQ2169/Va+se1nF8ohWOPG+9rxzNNt2B9oMumhXdP6oYr1PfueIbT/Xoki2ebE48hPHp5wTGXOcTKGpbW6b2tra9JlPfFSzpjUrpVG1NOaUiSsqF4dUKY0ojiPIZd8ob3zN03TLK3KN7sHWtDumQ+cMOjZHZ/eYb0ve/+w5czVt6nQdP3FSO3buVod9A/KOuWxWPAB+kW018Qw/gYy+KzlfQUwM75YsZ+hVWmReCiEohOB9pOUTRaZjOptWjfm0xnJPnFpXB01SqrF/USmNKZdJKQ6S2VynLV2kd73jZl19zWU6//xzteKMZSK+mDGjVYXGTcfWwgAAEABJREFUvMAfD8n99Gc/MW2+LYoGX/rPL7uI/0196T+/ov/+1nf00AMPaePGTS5IPaV77r5HDz34kPbu2mPfL9h3qtX0SVM0uaFJpy9YrLlTp6m1oVFNtbUaNg/vcdFqx/ZtLoh1mFeHRezda/332muveb4nXSB6TcfMxyOWU2zvFMcpacsDeBhyIYu/H93T06MR645Ef1hGKNS02tfIZjMadUw7avzXWIc0FQr2H/IWv5D4Pr//wx/191/8BxfM7rDtfcHy8by2bd8hdFbZOAff/JQtb6QesTzhByDDaeMYPZDNpjUyMmT+N06N2y7H590uNMIX6Oca2yD8c3455bbbbhO6pGAY8BPnzZunc885V29yQfXa664VBSIeZvg/n/2svvWt/zJev6m//cLfJAXBBfPaNNzfo327tqkmHVTr5tSZZD2TjlKa2jpFdTV1iq1vu+2fnrTf02jd+a53vlMf/9jHdMONN7ggdY4uvPA8XXzJhTp9+emCR3fu3JkUMPEjHrj/Qb3w/Et66P6H9Yff/UG3/+o3uv+e+3X4wGE1NRRUMNyN9tHq6/OJ/0p8f/TIYR13UZIHOFpamtTqwunw8KBzD4dtnweF3zHDuuT8889zfH5jUjhebVt/+rJlLoouSO5HUSTkEt1ZlbRt2zYXN+8QP/+PLcYPomHrH3CB+HH7oMRWxx1PYdOh0ah9XeDYtm2Ldu7Y7vj9qIYG+5VJRZoza5bt1jKtWrlSi+3TtTQ3WV5rrKMs0eaNrVs26a67/qCf/fRnLkiu18mTneIhVGSp2X7PmjVrjK/lgu/Y5769e9S+b68OHtgn/tzJ/j171GU57nFepMv6gz99smvnDh0+dFBHHUudcNH+YPshbd22Q6++tl4dHSeMm2HrjpThyKutba7mzV2gfvvcTz/9rB595HFt2rxVI86rNjsOneVYqFBoUiadTcakzd/IdW1tXuRMFi9a5AL86apx/iGditVUaEgeEJ89e6bzPumEN/sci+GXUVjFJuac86bYh67iWGtZ7HN8fcL74Fcd8i76ostmzpzlGLJRqVRa8OyqVStdXF+jiy66QKscW80ybqM41oDlq9++CXQsFAqJf1Z1/rbXcUr/QL91SDnZ6wzH1PPmL9ACF7QXLJynuXPb1Oq4LGVl1NfT7XjmlNrt/23ZsjV5EGCddQA6cqp15fwFC53Lmm8ea1Wcip1/sF0z/TKWwXy+VrV12SRfM3/ebJ155gpdfNG5uuSS8xw7XKyb3ny97dVbdPNbbzIPXqeLL75IFNmvuuoKHy93nPEWfexjHxU/7f5XjjPwbfgTDuyHfaVSKduIoF27dmm/c2AHrNfxt/EH8Wm2vPH2Kr4tfGk2TvaLjFk1mwZF81tGTU0FNTTUG/ZRdZh/d+/ZrS3eK3zOA47r1r1m3/gVbdiw0abNCMRJAojxVrbiqpovw59atVplreQ7JyEEDknjHi2EkNwPIXgT0Z9aCFwfbwhhykhNp1NWDNmEmbJWnnEcSXZsJNauWFDLJmZJJRsRiqejVrrDJsKIFfFI4lyNaszOxqgFEgXK+hONPXDOcbyNz1V0oYaEugQskfeo5ENfWgjBjB8LItBiM5z84Z4PyX4mzieOsmvx/54rGYvxqLPDjxLLO7jiPkaEOdLpdLLGoBkZB5W9TKwVQqCL4ap6rTghJIRlPmBhn+yBudhXyY4cc3OPFlnByZ+JfuAmhJDAhOCN49cYtsHByPfZ+NHox5z/exzfmXsCXk+bwBWMu4qNwagdzt6ePhvRUUXBTBtixVFKZRdnYJUoihP4Y+MwhCCOkeELISRMyRP+FTtJtBCCstmsJM/uc67RWDtlhQDNym8UB4GJeVIWFO7XWKGwt6wNIAlnEro4oYN2TnkDigJlCafXMDOWJn9CCGIe+cO+QwjmtZL5rpLAAt0SmILMZ2PmzGoiXCSeS3aMgG+CFswJnRhTsFKCXswdQhBzQ+Nhw4MBoa+XTP5xncZcXGdeGmPAF3sEBviIvXKP/vStGB8jdlSgQ8mO3oAThl02yMDEfZQJ68EjE3ICzUctR3ynH+uyRs5BgJxUoU2sG1tGad6CwF/Je6Yve+OcNYCTfU6cMyfnzME5awVjjiP83msHncZ49hNCENdRbiizASdHRy3P8GSXkyzgjPmy1g8gjHEcx4qjiTMkB4E1bxRNQ2Q6+TrjgRcYahwkQRfWYp6i5b9qPsjZQSsbZ3V2Wqc4kVbrIw7XoNcPvl+TrVFdrlYYwIb6Bif1m5T1GII49lt0coa9gz9gAi/IO+t4S8qal+EFDN706dNt0CYLvmhqahK8GkIQ89E/2c8b84Fb5uHIOsCcs7FNObCrOKgZHhlU65RJStkpG/Ne0YWsP2J9CCwhBPPomPl1NOFjDDANHNNvYk5ocNSObpf5pWR5TaUy1sW1Yh8V64Y4jhKjwtFC7zlHkwYMlWoxOa+tzam5udn96pS2Lh/tH1S6mlI65FQZixRVsmpuaNVg/2gi+8DH/Ol0JpGJEILgTfYIDvw16Zcy303gFjzWOqCIrUPGdUBZ8H0ROlrJMCfjI+sVxoQQDEs6aczJehzZ+9DgiFSNFEdpH4NScdr6KZvsOYRgnI2JeZiPBt9kTPMQgtLptICB66zNdeamD9eRQY5cCyEkNq3qI/CFEKwfI4UQkjkm1lCIxM9QpjJZB9UVFc13jK8xvZsKjQqSHctBo7+q4C/sgfvwTzqdMr1yXgfnMp3sIW0YQwgJbuUPcCJHiTxYduEB1ibRxjwhjO+La8DJ/OCbe1xDd4DTyIEfOo/vnjaZP4RgmELCY/AeczMH90MIxmtaURwlfUIIXE7gLTuB0dPTIxwaxoBH+DOE8blwGlkHue/s7EwK+vUOLkIIxkNZvPlOgblkn+DgwXY985SDtnWvqNcFsrJ1PHqM/tAFuKIoStZG7k44UOEaurSxscEJmEoCPx0ymbRylln6Q+PgceADWLfY4QJe5hjHfVrI9Wwn8iYScFGoKLKeIwlTNm+iJ04cP+bERKdeeflFve7iBYHnptc3aI8DoW1bd2jb5p3avm2nE9tbtXfvfkEr9DO6kABkr5P6+w+1a5+LKgT2FHS6nBDHxtVYr2Hb2traNM36pcXOe87Jq6ptQn2+XnW1eW8rUohjzXCybdHSpbruTTeo00mBHjv//DRmJUR2uOsTuixauMiyWNZUJ5v4m1CNDr5ytqfwFDJeZ18mbz/Gkyb6i2PVPqNZwwHGgJP4vYost1nz7uy2OZq7YJ5ap07RbDvdi09bqmku7MXZtBrN18gJeyH4evbZZ5Lg6/4H7tdjjz+qDRs36PXNr2vfvj36/e9+lwTJJ5ywACfQg3VHjN9eB/Np02vR0sW68OILtPb8tVq0ZJFmzp4l9nrBxReryUH5dAcNp69cqZUOBFOm8VIXzi6+9FLNbmvTmGWibB1C6zRet5suhw8fFXYzWcc6lSN4gO7wFbKzb/9+J5JO+pblJ5NNinVd9oNq6+qVdXE0k61VQ6Elof2hg7uUTpWUjsuqVsZ0sH1/YrfGbIOxdV7evlBR4DeEcdmFB8rWwcgFfcDVpk0blUpsQNGJsx4nI7t01Lwx4EBmbGhA3eZtEhwdRw7qqOVidHhAUSir6HXgJXiLIuexjuMJn7EnZKzespU1HlmPhuxzPWP7V1ObF3uK45QG7FsMuSgJLNyvVoO6bJ+hSQixbUBe2Lkm82FjYyHhKeaa4gTKtGnTNWTfZ5LtbMH362xP6wsFUfAcsa1nXXQVc3EOTFKwjSkm8sk17oUQBKzw42Qn7wueg/N0Oq35TrDXWCb43mQbC53QRzRwi5wiB9xDB4za3pIsoSjy0ksvu8B2wPxfEm+zgSv2xltRJPyZHx2KrhqHLbYOlKIopdi46XfSFpzscYD1xBOPiQ9P62/bulMV42nzlm06dPiIA/1RZe1njBRLijwOWoQo1hQn51OZjG646S2+ntZi3oxsblHGvNRYaNKIaVgqjTr5cVR9PZ2a1ORE2diQNm/amBRuSQBEtgdHHeTVFwo66iTApZdfqS9+8R/0iU9+WvyNU3RCBP7sM/f29jjp35skqxRJwQFxriajJidVwBV+wQ9/9CM998yzDiAbxBsImzdvTmS33QHzTssJb1nxE7GrVq3SUsObs+5pc3LhhIN69PqcOXOcGDmW2CcehuHaVBfgoceLL76ol974GVISb/CU/IFfhlyohHZ565qi5ZzkC9cI/o8cOSoSlo3WTRRFuF9jffPcc88KeGgEtryJCYzMS5Glp6dHh5wg6fLxqAvYyHraPF+bz2v6zJm68KKLtOH11x0cb1aHC9W11nXXXHNNYqPgg9GRorkxti0eUY2TGQ2WGZIQ8F+Nea62tlYhBAF/rROh05x0nGaez+frtczJJ67DN2nTiCesM8ZVnEp7TKQzVixXoaFWuUxK9eaNw+2HbSte15FjRxN+RMcWHeOedOJrzMm/rHXADOvVfF2jrr/uBt369nfojNNPd7Jpnt5169t01RUX69233qxb3/EOffhjn9Bff/5v9enP/IWPn9f1LqhddPElmjWnTS3NrcKmDTphgr5P2U7k7WdRzI0iZG9Mcmy2d89e65ve5Cd1wcUJ6xnGgdOUealarVp/jSr2+BCC0pZF6AOdB+xLF8yPY5Y1WktLi6esjPc1vaM4TvQesok/DY5CCE6onOnkRVPij4UQBC2fefqZZByFobzpBu35aVho/oMf/EDQ69y15yY04B58jI4gpkCGGYPst+9vT376C9vDz6dBO2hCAZYkKW8ycj5t2tRkvUOHDumpp54yrYJON56hN9dm2qaiD0gQ9jsZxRsA0yzHrBnCOMzwNnoDfIALcMB3cEZRC5gKxg/rLnFBCXyCX3QmcsVcWfMpiTn2Q1/2QB+SOMgGOow9Ahc4pHiIDgM2/BZkgD7QDDkyucxXZevr+gRXyOn8efN1se3lWWetSeiHHh8aHE74g70yBzgFX/Az8LE2Pgn7Qvdxn+TrXBdyaNCS++jt7du2e7284Bn4ZMR2NWffgrdxQgiC/sy5Y/v2JE4CX8D6/PPPJ8lZ9st+wB946LYcs+Yu66Gf/OQnYj3m+5//+Y5++MMfiiI+f7vwgosudIFhhWbaB5jmxPCI+ZBfIkC+8fOAA50UKlWlo1i89ZgKkfClzjYueOgLvDY22Fe0PSZJt3jx4oQ3+Znpnbt2qse6FLiqqliOGzRl8iT9/Ec/1tat25MkbHPLZDWhy51QfeLxJ1wM2yt8OOSDhG/K8iLL27HjHeJXPkYs66MuHp2079vhAn6HfZ/O7h4dPXbcrSPxTbCHNPgltgzl83XW0/X25fKaOrXVOjebvFVy3GORi/e///3653/6Z/393/+93ukkPT/7+vGPfzwptEL3TCab0Ac6kESvqalTn3laiu3RxkpncspZrwXbCfzvTCad+PfQGFrlXIyo2hesmrmiSBqz3tprBx0AABAASURBVLbAiO/41Bzhe/CEfmAcMoPs8R3+pN+iRQt11uozXZheI+RhpgtcOetb5CRl3xI42W/ReaeKfbdMJuVEdcpLVe3LOyZ1TFB0KztOPtV9SrWGWYaLX3ia4mJBvq5G9flazZgxTW1ts+1fjHms7FNkVHEuIJtNi/j6xMnjqnpc2fySTscJboAZ+RozfaBdv/2u0aFBwUNlxx1l80fF+y+VqvYrg219RQNDxaQNDhc9r9tYyfKVU5zKaizpL9WatypxWtU4oyhTo0xNXiGVUakSxMNgFfsPURQrZV179NgRHTt8SPh0FOd5OKbz1EkdPHhA/MrEdhepqyFWY2OziqWKfvXrO/SNb35bX/i7v9dn/+9f6j//7Wv6t3/7d734wotasXyF9dlyzbEtQG5nz5ljOZykjNeeNnWG5Di5OFa2D9utwwcPJjagx3tGRp944gk9+cTjarePPtDXo1O2CRXnIXkzFXj2OHH9zFNP6a4//kEP3v9A0n535+/Em3ff//73xZ8sQKcTt1x66cVauGiBmlsaE77dsOE1xxI9am4uaLZ9+ZmOG8B3zvmpOXNma+XKlZb3NtOkzsn0K8Tb2DxEQIGg2/C94sLts9Yb9973gLZs3aazzzlH//cv/1JXXHWV5rsQAH9DyyEXjuCVSqWq7q5eVcpBoyUlD4ZFZuI6yxTHrPUvfIrewNagk15+5WW1HzhgvB/US17vySef1GOPPioeOPn1b36jJ/x969at2rN3r3msmOS30GG8QXjs2DEdR9add0UGwOlRX8vaj4iitLLwQDqnQmOTZkyfrVScUXNTi+1kvfdcbzlvUGOh3v5nUUMusk+bOlm3vPXN+vwX/kr/9u//rE9+6qOW8y/oF7/4mX71y1/oS1/6kt79rvfYz1ihGTNm2UefabnI29896BjrgPgFlv7+IR2zfqHwecI+5CH7Su379/n+PuELnjpxysXAPfZP6jRnxnTVZTI6ZD/wlH2p1slNWnP2asdf52rFquVqmz9H+YY6jbiwvcv68b7779evf32b4fm5vvqVr+hnP/tZUnQDp1nTNLL+R/brbdPT6ZQ6LXtdbqFSVmSdOuZ5ZFnM19V5/3nFlgO7JT6mFdmHhnfPv+ACXX3Ntbrl7W8XD/i8+93v1erVZ6lt7jy1OD8VqhJvcvNwQJyKrI8LYs2050pZrxQa6zXFcS/8cOToYe3evSvxJ5GvI4cPOz59KJEbaA+/yJ9hxzPEpP19feqxfu7q6tRJ6+v9Ltbtb99r+RvVeS5wX3TR+c4VTLIvfNQ6dZyv4yhywW3E/veo+a6ihro61dmHxLccst7dsW2rHn34QctVh0qjQ2owL562eJGuufIKfezDH9JffObP9I633aLz7e/Mb5uXPOS35fXNevmlVxwPnDJvVI2yYN00at4bcKGrU9AV2RzBh8ymXbDPatgycMix4p49O03nwx435usZoadPurgIv+NLcxyz3stbd2as+9HHS+yvLHVOoc6wV633sJM13gO27dlnn9OvfvVr/eGPd3neY+bZRuvdBmVsR1pbW4V/RWGWX1i4/vrrddZZZ7lPvY64wLth/Wsi1khyP+bvim1hS1NBM53jmG0bPrV1sqY7ppzc0qxa+xBZ82Imm7GPuEMPPvSQnnzqae3YtVvdLkKS6zh+6pQGHbfGtrMFx4VFx5v1xueqM1ZozZmrtMS653TnEK654jJ99APv12c/9SndfMONuvKSS7XKOnKG/UB4kQcyKbKeQNdZ39fatjQ7lm1sbLQ81YoHCXgw848u8t9z933avnWnRkfGFBSrYpvQ1dlledovfn3otuQN5F/onnvv0VbnlkrWnchBg4t1dXW1arRNmDSpRW3Wd6vPXKlLLr7QxfuzJeN5ive+yMVJ+L7QWDDeGuwztRq3WeGf7927T88++6wL7bfrW9/6po+/FXKI/UAmbrnlbYnO/MhHPpLY2Sbvod+xfV//gHqcmycePu499tt3Rz+hr4hrX3vtVZGDOHrssLK5jObPa9OqVcbhWat1/nnn6dxz12rJ0mXGRV59Lu6iN3o9X3dPT8J/A4ND5q+q6hwTtbROcW5omnXRjORPHNTXNyht+vQP9ouC+rNPP60XnBfauX2Lenuw42mddtoiXXvdVfrIRz+os9ac6WJ+s3KGo842PbZfMuQcCHoLXwLYj1mn4uMjs7vMD8yPj4q/2mOYwBV9du/eLXzpPstx1rqe/EFjY4PxmUn0zVTHrDMdIy5ZstRxyWrBq+eee67OOftcUbjFT5/qeC+VSqvXPLfPBduoYg2FUND0xsd6TikrnDiOhWEJIYh+OA44yQA30fhO494bw32wFvP/+RdCULBWiyKObpGS7xUrzaIFZtTJgXK5aISXVPKx6OTBRCuVx3yt5HvlZH1goAFrCCGBTf5wjfWLduYmYAnBa7nRl/s0zrlftZL2MDNp8n/z6ji87DdjIc1ZWDnynXlRMjiFzM+ROcoWLCYwnyfjQ/jfOCramI4l15mn6k40cAnhwC3nzMXczIeSpg260EpAMeLAg+uMA/aynbCJ9blHn8HBATHHRL8QgiI3dkN/GuNZr2LngTG0Qa8BE8H0NOajb8W8wBqDFgAYhMAqCqnE0MtOVrns4COVUSadNUPXKIQgPqwPHMzB/DTmYe2JOblHX/Ydwvi42EYRZm+0ckDZIlxZO9EhmEkUVGeFzf2JcRzZG047Tg7rynOBY+4xH/fGzFesD25pRX//37AAK9cZH0JQbF6P4siOecXObFnB5ykbD66XzSuMZQx44jyKItHYE63q0AMcA0ejlSxww0PMjxCDY8azF5wJDJD8YS6uwROMBVfMVzGtoihOcAxuapxsCcHwOWE+NlYUzjv96+vzYj3OQwjun7MBb1Ucx+a/ouWm4lWkiuk65gBhzGOHh0dsbEdsbAd9v2zlkU2eWgLesgML+CeOIgET8I95XNFyxf4arOwj38MRwRCMJsm+MSvElNcomxeHvXZQfX2dxztQsYx7dTEPCnqC7zhnHvYOTrkP78OTozZ63OM6/cAHsNFnAhaSjPRnc9zDyNP4nhhj83cIIVGKwJy3Iq+rqVfWzmo6TitWSP7LWBHW5mp8PaPIV8BbzoqV9U3SBD+sCxzAk7MT6GkT3MHj3AsheP9pMSaK4oQG0CRvJzHhA88XR8wuVU2HovHJ2Ng0Yv8cfcfLVZSryaq2Lmc+LCpKBc8pt6CSdQ17H99rvfgMOqADLhr0GZ9HhrnCbY+LBM1YAxzSh+/wShRFpnsmcZ6KTvCGEKvq4G3MQZ/88ZYSWDLZtL/JtK0YPxk7fy2a1Dw1ceJSlguHgoq9J+ZlDRr0g87wfQgh4UNoxZ6zxgX7GF9TCiGMz214gAl8sg/mA074DHnJ2mlChijsTdwr2hFhLvojR4xlj3xnrPzhO7AwBt7CkALXBIzgbmJstaoEJ+l0RiUHpCMjo8Zl1a2c4CllXskafuZPp9Pm72xyjznYN3AiZ8xdlffl9UMUK3Lfqo+0lHUbhVOeoqv6fhTH/v84foGD8TTmAGfAL8/F3rjG+sBH39hj653crXUwBr+RbEu+19ZZ/uqTvTCGscDHEf6pq8sn98rmKeYJIYi5ypZVZDpr+8c48ASOa62DgQVnEpvAPIxjTI3Xlj/AGYL3bF6Q4S1az0xcox+0BT/MSxuxbSOoppF4BIckNukHTRkLfJGdpXQ6xZTGdcmFmUGFKCR2IUjm2Woie9CYOeoMK3ssFArJddZCDmnglbll+IaHhpL79DUDKoQg1sZR5ec+SOBP7A0nq2zbS4ErlUoJXBxyohX8wJMk9rY5CDriZEd7+347ya9r+7YtOnxgv7qd2Dly6IB22Dk8euSQA5tjDoQHRGKqsSGvZsM5aVKTavM5TZnaornzZmnewtma3TZd8+bN1RwnOubOnycSHiQD6hy0kPDkCfF0JuUAKKdqCIpNs0lO4ldsT6d7DE5roWWSYhfGeu3gtjspAn7nOuEJnkIICe5CCAkfHz16xI5wb4LjnHUc+Dx8+KDtxJDldzQ5Vpyowk/jOGq9j/4BL1XTHEeWIOzo0aNJouG4CxN7HZQf9rwnnPQpGX9dTniMWrfXZLOygrMeafa+ZjrpebrmeY8D9mVe37RR2LYjnmfP7r065UCkw0F+yjJZa76dOm2GcTNPsxwsV0NKZjMnLnfrqadf1M7dB/X0s69o957DTmBJUZx3MFVVbW2TaZ3R/vZ2JzOOJ/YRHmaP8HFLS4ud++lasfIMy0VafLjeYFsHLCFKKSbp2NCkxsIk8fdT8k5aHT/ZpZQTIIXmyU6QSUc6Tqj90GFtcQKZAKXbwdzmjRt1yAmvgy7CxubbjHVBtwuRJAiam5oSeKBHj538dCZj/JcTmwUM8DI0r3fAPzDY572OqlQe1Snj9pgD/yNO6uxz8mrH5k3atH6djh4yv3WeUG02rQHTPO21JrnwmLEvO2JEHXJRr9OJWvj25BsBM/RDFqELcLAucgKP04/1SezTb/78Bb4dzHO1Tko0K2c9E6XixF8aNl2ztqPQedLkKU6KDSQ/PZo1v1YU3Kcigtp647ShodH0np8EgmX7M3EcJ/IcRZFofIc+6ICKdVLO8GeMG2TtkOWu/Q06AiN9u7q7NNGHY2Q8gzuKIwbYyaMDCV7BRz7foBMu+lF0qLdP0GD92XmqUzWmb5OD9GnTp6qJwmK+VpF1D/b4pHFaqhTVUGhUfaFepWpJkROto8bpkqXLtey0FZoxvU1XXfkm82u/nnzqOZ0wb2RytZoxa7amzZhp2pW0wMl49DNvMww5IQMepjtJwDX23VAoaOq0aQ4yp2jp0iVauXKlMSelTEepqnQ2rYOWyfWvvaaK/cN9+/bpkAtvzc0tSaC3du35+uu//muRrJjhBMTTTz3u4twGNXtf0Pt5F46PHO3Q0GhR06bP0rSZs1Tr/Z+55mzTtE78BOWVV1+jv/6bz+kjH/uoLnZSYbEDyUsvvczwnKaVK1fpiiuvTALLi12AOe2001QwzHXWueB5snmNfRCAnrb0NOu+7mQc13aZT0nM4OPzIAp8RbKfMcyDviVZgNyhq084qMde3HXXXQL2KU548bdfCZB56AZ5gWeXOLETQmD5hIeuvvpqMV/aOMMecmRO+KnBvLfMBU7mn+LEBNf3OOlJkQT+JqG1wMWlvHmWpMWQkworV5yhGdar0Cjn4u2Afa6seQXea2xsFGPwK+DNrq7uhM/oyz65xt65v2nTpuTNvRHTHT8ok0k74bvFSZZ9iS/JW9zYJvQzOoL9URwDRjZXYzuLjkVG2R9+ADDD46w1ZN3Z3FTQXCdhwOXs2W2aZl053UnU2bPnOUZosU4sasbMOZri/cw2/YtO9J88dlL80t9Q37BGBsbUXN+iqBKrOFbRZBdu26yXz1yzJqGzzI1py/uRIwe0ZcsG242M8k4s4TPs3bvHCYWeZI8hBDULCbVuAAAQAElEQVQYlsHhoQQfyG7OMgzMnGeyWZHMnKANdIE+yDt74kh/9g6dzvH6fN++fZvXzHpf05KfcbzjjjvE3/BEHyBP8Aw4YlydeTK2XkG3k/ikuAi9SIhQGAUO1oc2tXW1if/DGuCXJAs6ETxe5UQ8/ZgTGJn3yJEjetpJH972xKbCp4xDt2JT4P/lLr7Cf4wDBmjO+txnbvgC2YGHOV+5cqXod9B2GngrtqnQnHMSjHvNp3wHRnCC3MBnrMt8tFrzCLDwwAI8ztr0R34oXj7hQgjrp1IpzZnTphAi1RpPJ0+eEvOfsF788pe/rK9//Rt6+KFHFdm+Lll8mqqV4CLMS+rr7Ve/7UrWPuwCJ/UWLVrkxNYkAT+wsEdwPtVJqEsvvTRJ9tXVkWDrEzjkPv4V55dddpn1/+TkOjp9hpNW3CfJBT9cdNFFOs+JOvmz0TaUt4TuvPPO5CErXxL4+sLffkHAAI4oFL7rXe8ShQz6PuGCTmd3tyh8bLM93vT66+JhixAiQUdiPgpz4OK4/Yv169cnfkvZhTq0Scq8M+QkI32iqhSHOOFl8ElCbZ71RH2+XiEEddrOk1yNo0gfc6FyqRPNv//97/Uf//Ef+oMTrM8997y2btmmP9z5eyFv6SitQr5Rk1taE52FXMBXUhD4a2hsEPhosL2Z5ARyoblJdU62yh/4BbsMHSu2nfAx+6kzHSPDcqrzpA66IHLmqtUJ/uEj5gSv6M9HHnlY+NxbtmxO/KBb3nazrrzqSl1++eXJ22u33/5b3X77nbrllrcLHT9nzpyEL+E91gohGA8lhRASWNFZmWzapY+KkFtfdrFgOMExssz64Bi80RedyHUavMt+0tbVw9aredsieBudDo7Ra+yr1QlYdEZNvs42dJHmL1wobMiMmTOSPdbV1Eq2hxXTruw8z+TmZn3i4x/VZz/75/rUJz+uv/nrv9LNN79Vn/jEx/XFL35RvElGIe8dLkqcd9655uFmF9ELuuSSi3T11Vfq7LPP0kwXjqqWwYxjj1QcCbkqGD6H5AJecM7eii40DDrxT7wzMlwyL/RZDw7p5IledXf1q7vb5yf77FuPqFiJEj+xWPaxWNWA9e9YRaqE2D5FSFqUyihjOc7V1HmdjHjoV9Ug9CVykTeda42HqqoCJ1Oso7vsT/72jt/q6//1Df0///RP+rsv/oNeWveqsnV5+zKt9lkmqaevRx0nOnTSvvj6DRv01FNPaMgxELJz6MAhzZ41R+977/v1iY99Qp/5s88kvHDPXXfrjt/+Vl/4whcS3PBzj2++8U1697vfpeuuu9ZJ9bkuSCzSXBc+r7GevOj88zXVBZMVK87QEvsNK1as0Lx584zfSWo2TTK2efAhDzn94Q9/0B2/+52Ouwi1eMlizZ0/V2efu0ZZ24ZKtaIFC+frrTe/RR/44Pv0FhcMr7v+GvPopTp9+TItdnGJOOGee+5OfDvkIbZdGnU+oKunV8ft2xI/GHl6yy0363Of/7z+03rtt7+7U48++URS1Ljnnnv1xX/4B9345jdr0eIlgkfRk0P26foGhtRx/KRzWSWNucpaHiur2QUOqwH7tX3JAxX4VC1NTWq0DsikM0L3Y4f2OaHOHsmxRdYH+AnYpGNHjiawHneiv8cwDtpeD7nQc/joMW3buUuvvrZBL69bn8QOe/a16+DBIy7qHXSRyf6ac7HdXT06YZ9ozPyWSkd63YXnb3z9a6J95cv/qe9977t65pmnXEx5RutM+2efe1bf/e539YMf/NA2+YiiKGVZKVhu2uwfnmN/cY0WLVpiu96c6OHr3nS9PvbRj1g23mvZv1nnnHOuprpQgA0b8PoHDh7SmPFQZ/95bttczzPbsWuTi+A502qebrjxOhc0b9ab3nyDLrr4Il197bW6wjyxyD5vY2OTWqdMNS8scPF8kebNX5DkJ0II6u/vE3+CK4SK0nGkoIrj414Nu7gy4CJHt337AeMqMi5zlguLgv2YEUHfBx9+RD/+yU/0e+vYV9et037bzrL1wNLTlun88y/Q2rXnea+r7a+uStpiw4J/tdj8Q8FKlqHjLm6fPHFcZec34xCpPp8XdnrIsjHkfaNjDztuokD41a99VT/96U/105/81Drydm12MazJfs6ctlmOPzKaPWem2tpmq7W1xXjNG8erdPmVl1qnXGG/+VLvu81hbznhlS4XYAedo8RGo1uQa+A56rj3kYcf0le//CX9+Ic/1K9v+6V++cuf67Zf/Vy/+sXPdNsvf6Z77/6DNq5/VdOmturtb79Zf/EXf57IBjJWU5tToanRtF0oCpY8cHDNtVd7/2eKvTfYjhStI4eG+oXPyMMQ7S4Cb9u6SZs2rFdfT5fq7Oc2NTaYFlXLwIj306ol9rPRuTxwN8UyXmhsTGS1p6dHyB+6sGB5qLHvzIO7Tz75lL77ve/r29/+tvDhn3ahkz8hgJwAJ74Vur7Vc43/bGyDSubtndu36tWXX9S2LZvU092pGhfNCo5/pzi2aGosaKbjI4qpyZhCo6bY18jXN5qHitq+facefezx5CdvKepuNX2w688886wodu513DhgmWudOl08VH3hhRdpnnl51Nc6TOMD9mG7zA8l++hTJ7e4oHqa3nTNlfq0bclnPvkx3fSm6zR/bpvarO8WODez1Hpr8uRWTWqZLPIyyDk/0fzLX/5S6OPt27ZZZsiNZxyPD2j/vgPa7Thoj4t4W21/tzlHdKB9n44dO6JdO7dr3asva7PzH+ST6LfZMcNLL71kX/flhFa9vT2mx6haJ0027aeaTrWqOodHgbjOfni3eap9/37PtdO+zna98MLzeshF5kcefcx64Tk98sijuu+BB3Xv/Q/ohH2+jP245pZJlgLT2TnpGstXk2mY7Mlr1Nve4Tvw4D4wHvDcHfZ9vaiWO/a79JKLzXeXC1vd1tbmYmle3eaHTZu36De3/1Z/9/df1Fe/+nXbkDv1yqvrxENiZdvUyP6nLGvkW1PWnXnTr9E6orauXoOuTWw3jp61z4Rc84DKb377G/3+97/TvffebRpv1Z69u5P98acwnnji8UTf7dmzy3m5IYUg1dmfn+r4bob9g5z3FELw9aB0Oi14jreW3/3udxu2ryYP93zuc5/Trbfemti0t7zlJn3kIx/Sn//5Z/TpT3860YWrV5+pWbNmCr9+ie3a6tWrhd8PbuB7bBZ+Lb5oxAUagq03PpxXbdRCCG9ckeiDE0ErWvngeJZNTK5XjRm60ipOgFScPJOTDlLZG6nKuBNvkvGdMSUXTUvlMSuXYjJvpVpW0oxs5mMOmcwhBMVx5BYnLYTg+YL4hBCEgc45UMMYRlFI7oUwfqwaJuYC3rLh4Tv90iZgMECxHeY4TimKYqYTfWn0CyH4eiQ+jB+0YqURtDBX2fses+EdsiDSn3ljzxdCsLNZZpi4lnESiCMXmGfMTBtFkejLOObr7+9PHFFwynfakJU5hhhnk3GMgRmYi3PgpP/AwGASjE/05XoUx8L5oi/rhhAUwnhjPsaxtq8YjpQqLpAODgyrq7NbPd19Gh0pSrZa/N3AfgcUKP0BJxZYY8RJcNavtdLE6ID7EDyTG3MDK+1Pa/g6MBStwLnP/kMIXjcWdIARc07CMR+KdbqTQDiNfAf+OjuPCDhBXwStvDfmZ65hFztITFUU5C1ozIXAHhvnQcOYwOoEX9F8ShvvP2KlSxv1cVQ8BVo2j5fgVx+Za6IvawAr+2WuinkpmG7gt/wGL4FD+kErDC99WQe4MRgEtOwDJQUfsBdaxskYGQdjLmJRnKCNeC8kFkvew5j5Cpwz74j3wprgnLETOIcXYuMjlUqLD3KQQkn5C2vm83UOaIpJA86cZYQ5fDvhS+asWtbKdkCDHRiMec5wWYRUNgxSVeyzYtyQLKkaP2XL7NDQgI1oOpG7Witw+lXBTRBbEufgkLVYM2P+Z05g5xow0ujHHkggQO96K27gDiEk8IE/6A4OMMDggTFjlh/5wxw+aMz0ZS/IU435KF+XV76u3oa5pKId4ZIdwOEB03xw1Hw95qCmP5GXBBbzEkdgxMngCJ8TYLBuJpuxDggJDkve+xg/feyCQjqTShQ29E3o4QAA2ICjXCqJVk1wW5IRkuwHXEJT9lFyH2CPjRiKKrmajIJVDXiOfC1lOoYQknnoR3+SPr29vYmeYK9cZ03wAayj5nXWZx36cx48KfLFOX2KxhVjoyhK5hl1UpVWsQPK+B4bQnh9dKTsgLhkvRDZmam30W5QNl0r6EU/4KAfcAID11lnYu4QgoCLBpzAFEIQY8EBfM49+jMWvIcQBG5oIVSTtZib/sAF7MwzZH3LEdzX5GrFXtgv69Sbh5irYtwPWX8ynu8cuRZCMDmq7ho8LiUJPJQNa8n4KNsYj5jWFfdRYgvAnzsphCjhmXH6RO5bTBpw1OfzQtfyNmLWvM73jI02a6KfRo3zZEWvzVxcZy/ABw6BnXmAjwY+wGvO8oreAE/wJGM45x6yBO74Dk5T6dgymRX9maNs2yR/JnBDf+blHmM4517WzlQUxd5rWZF5IgpRsvd+6/puJ6KgBWOG38B5KoWuqRpfY4kDXbYehA7QHvjo62U9R9VzVhMcMS80YC7upayz2M9E34r1Sz8/YUmh0UENtpB5wQ24ot+YbQfnKcsFNC4UCuLI2tynL+twn37oDfaJbPKmEPzDPfBA/6LnA28hhGQfsfUAfWfNmpUEHThKF154oWiXXHKJsEnAxJroohCCJnCIrkDeIwVR5OJp1gHbTAJBkla1pmN9XY1GRofU1X1S/X1dTractHYdtfOZ1fQZkxwQtGjBgjaftypfX6OmQoOmtE5SoaFOaeuDiuX0VMcxFZ2c5jrBRCqOLJ/mQwcgNbUZ1diBjNNZOb82jn+v0GUaciEybcFRt4uZR1zwzWTSymUz3nt/EkiPjA57PynTzJbUe6vYF2OvbU6kMRb8bd++XZvs3I8nXU84QD8skqDQEpqBb3iZ8xCCGNfqQAla4IRyhA/AIz/DTPF22rSpArdLHKhRwL7s8suSYP7stefo2muv1yc++Um97e3v8PHTeo8TPddef4POOPNMFSZPUqMTjAMOeipKa8q0OVpy2koVmj3fjDYfW7V46QpNmzFHhaZJ6rdvg3xm0mlxDAE9oETee3sGtGfXXo0OjWnX9h0OMjos633q6Djqwlin0VcVb1EeOnzUhazDKlq2cPY3Oxhqd7F8cKBfx933qItcOSfeCERTsdTdeUpjtunt+9t93qN2B1Lbt+7Qnp27tXfXbr34/AvauHGDkyVHBH6DabTUjjq4ONN7BP/wKk/yXnPN1VruJNLgYH8iU80OIocdiJ+wvPAzduyp17r7iAuNu3bt1EuvvKrjThCXzAxF2/K8Ez7QgmRl2TILHc534ot16uxfFa2jWKvGgQeyMFYsK4rT4q2UgcFhxamM8dhi/u1J8NHd3SuCZnQU2n9lZQAAEABJREFUclBbW/fGw3U5w1dOkgXIG/fhC46sQyCDjFXtL8ArafNhKpUWvMLawMW5/Iktk7W1tT6T0B3Mw/jFTojUO/iaMXO2mpomK1fToNrahiRZh0xTjBiz/4S9ZI0x+wsLFiyw3R9QHKcT2Vi8aLEWLVjsZFCzGuvqtXzpMsUhTmz6NPufJAGnuwBqwKQQadmy5crZ1hAwoiegCfjjOzbhqBNiLQ5KkZFTpkm+Lmf+OaINTmptcRI/eL9LXHioJ+lrR/XMM5brbW+9STfd8CbdeMMNIvl+1ppzdNzFjIz7DFrfTnLy8aRpWDG9jjrBQuzR5WJdV2ePebAsPk2TJiVJr1WrVumCCy8WNN5u/oqtB7Zv26otmzZo357d5r19lqO3J4nDhsIkzWqbp/d96KO60oXHz/zF/9Xbb32n/q+LsJdefoVuftstmmm5n+KkxSwfSaCUbU+7HBt0d/ewrH2/jPhbwH90svUb3/iG/skJXN6OIXDnyehHH33Uge+9goYjI8PmCccTHrnaQSj8HUIQenSbkw3okMcff1y/+c1v1OWkMHaHwisFQ3iCMegU9Nc8J2YJWCkkoaPrbe+hwVQnlKELfXgTtt1JE3glb9s8aDmBp+bOnZvgB5j4nrItgS/he9YMUXDCYlA8xY/+3rljh2pNC95o4C0F+p500YSiZ9W+MHzFXNzP2f+bY1xNc2KH9bgH7+EnMTdw8vYiMpAxz/PGzQsvvJDYUcZVzR/40rW1OfHWPeMZM2TY2RN8ffjwYfN7kxOiDYk8UNQCX9xHPoCFfgMew55oyCZ7RRcY/cl49DX9kXlwhv1C7sBXsA0b6B9UpFj11hl545f9oDMaC82JjDWZL9F5hw+3a6v5Cz1EMm7AcdeRo4dVqhTV2dupoZFBZezXxulIZfIAxm/Rfm/FgFRNf4WURsfsY1aDTjphypvVGcuYu1hGY/GrDexvu3nkP//zP0Uh6LnnnksKVL91gp+E9S233OK+VU0zrwIjfgh2Zswyz76QB2iA/cFn4Dv45hzc0DhvaW5J5kFngB+DmOAKnDIP17/1rW/pxz/+sShswn8U7uBPcAn+wD10BKfMC78wNzwOroGRWAedBs0YyxhgI4l/wolyxsOzrM88rA394B3usRdsBXtnDDzMfpmT/dMXWPAtgZ3+jIPvLrEfA43hhX379mnr1q1OSO1IZBReqzGvs5e3vOWt+sxnPqO3vvWtSbGFuVauXGm/aLUTSrPV64Lq7l17koLEz3/+8+Qtc4q3yD/+walOJ0BtR5BZYmaOwAFNwCNyEUKw7R0Wic7Dtln0aWhoELRBrsENcsN19gouwOlUyxf2g4cyTjkZ+PrrG/XkE08m+oh9B9vQN11/fVJgf8c73qE1Z5+dFHKAn+Itf0duxHkc2S7W5WrEEfk18ZNCB0V09BJ4BZ/gkP1Dj8hGPbbsAie4P+qk4jrb2Q2vrbf/sFskPr/znf9J3gajWEQf5uH4um0Ab0BQzL37rrv0kx/92MWQjcJmwwvgBh6xGrAExhoecqzq2DWdsj9XkiLLSl2uTnWWj4bavG1Zn9Bzr3v/yAg4oljOT3WS0CX2h5b7XJTJWjfxN2t5I/CZp5/W806wvm544Bvs2BkrzxBv8F3g4vXceQuUSuf04kuvev512mk6I7PwEH46LYSgEIKMauvTyeaJWUpZlzIfMfRiFyouv/xSLfEReQNfxPKNpi90zFsnhxAS3Qd9K449QwgC38gVY7DXa9as0XWm5Xvf+17xNwDf/773uUByvn3WAcO1M7EfyAe8e5btyhWXXKprLr9SbdNnKa5KFedWKISjP1565WVRYGhqKig41zF9xlRdeeXluuKKy3TOuWfr85//nP75n/9Jf/Znf6YPfOD9usRF1Xe+8x268cYbXJRYpCkuaPNWE7Ze/kCzbCalOFJi25A/ZKyx0KTp02ao0NisZvudM6bP0bSpMzVn9nzV1RZUk2lQHGqUzeaVzdVrzAXVnr5Bdbm41mO5GrE+jNMZ4zOd4CPj+Cxlnqva/laNp6pjJXgFvREZ5xX7+COO+/EGeGjtWEeHXnVRiV9gAJ6S+2cdF6xcfabQIa32x6e7SLxgwVy9ycWz6+xXLlww377QPK09e40uOP9cnW/f+8xVK/XKyy/p93feodfsw1CUQG+0uqh9pQtk/KTiRz70YRUaGhUcK9Q6D9Ta0qJz1pyld73zVr3PNPs//+ezCT7PO2+teSUkugS7cs3V1zlR/RdJYhp/ot2F3C3WRS+88JLQLW1tbSImgG/AM/KXyWQED+510afTfvXwyJCGh4237lO2l93q6+8RMcywcWECa9D3I/vinP/2jt/py1/9qr5mP+XnLnI8/sQTScHy4NEjib9BUfSqq69Kiuz8dOuHP/xh/fGPf3Bx8jvmkSuTnAUyderYSZVd/K5QMD96UiM9Q5o/s01nnL5csRlh9py2xDZ3dnYJPYfcmFWEHCLb9EmZZlX7DqOjIxomP0GHOKVgv1RRWiPOVXWc7Nb+A4d1+EiHjnWctE94Shtf36LNm7dpz+59Omh8HT40HjP09HX7/kntMV4eeeRB/fo3t+nXv7oteSMNGPBRFy1cpBAi5cxLvb19OtB+UEX7xyoHVV3cz1lXNxYKie8DnPPtY11uObrwggtUaGq2tEQJfLwdf+DQYaHTJ7mwhS4etZ3d4wLUC88/lxRtHnbhBh1z2LidMWOG3v2ed+vjH/u4C37vsI+7zHyf08kTndrKz6FaxzU2NKrs+KTbvuWYaUcuMgpS2rSrcVwCbaB9twt8/Y6pucYbebWON2rcSqWKDh0+pn3eE7Dt2LFTr63foHZ/j+PYMfUCnX76soSfMp4z7clbHTueYf/7kqQQdKmuuupKrbZ8UHxpdiEJnuY4d+48LXaRvdl8jc0iln/chbp777lHj9q/vfPOO/Xzn//Mhbv7dMS+WUtLc8IH+fpax/U1luGgEJXNE7Wa3Nrk1qJp06dpigugqUxs/2hYA0ODIkbv6emxLzSS2DF4JJ1KK4oim6ey47gObeThB/vIzz3ztHG3yTywP7Gd3/72t/SLX/5UBw7u1dLTFmnhork66jzK5k3rXbjbrQOOT7dsfj3xaTOZlG1hs+a5CLhixXKtWL5cc1wEbmpuVJyKzI8DLuqddNHxRb322joRW47ad+fhP2IqZABZHHYOYod94wMuXHMtBO/TTXwMcw66mT9abatrzFu1dXkVHBulslnP3+GcwREhG1nnmlutj9Dzb3vb23TzzTcnjfO1a9cKXtxvvqYVLS+TJjVp9aozdN45Z5uu850nqRe5+1brJGIFxsCXx4+fcBHxRVFUffmVddphG7bXMfhrGzbqKRdVf3vHnfr+93+gO3zk52jbDx4S97fv3KVXXn1NFB4ffexRPfH4Y3r6qSf08osvaJPj9K5TJzU40Oec8og6jh0VOiiVjk3PyWpNCnezNG36TJUc323budMF/rv0axcUH3r4UcdKu8SDXXPa5ljvvkm33voOnXfuOZo7Z7aaXCiuzWVt4wMYtJ4cVHfXKddiOoVvUnZszsPntcZlr/1kfq64x8f58+cl+unyyy+3fZktitxNhYJS5vux0bFEb/XYrpw4eVKnTnUKWZncOlXnnH2u3vqWm/W2t93qQuHb9a53v0dveevNOv+Ci3TeBRfq7HPXaoZj31rH3viw+fq8iAHJFSxcuEAp8wo0ee7ZZ7Rl82bh3+ITIx/EKCccw6bTacfLuaSRS9xqH/4F4/GJJ56yz7lLA+QUHKOmszVKZ3LClnEEf6x/7XVvSuLZuXPnWycWtXnTlkS/3O8i8Lp1r5mHDqnPOcOe3u5EfvCxBh331NTkzOMtmmO8zpk7J4Eb2qRsP0at805ZNx+0Dtu8Zat5fL1t3Cs6YF0RhVhTp0zz2MmJjiLGe97xGQ8BEKe1O57EHz1in+9V+3x3Oe4lZm1vPyD6jlp3Ve28NTQ2QMegEMab3vhUrfQrlYqFOiiOo6RBqDiKfE12CsRAN0k2qFUXGSouOFQrxfHvXPMc1tjukIRQYs6q1TPHiueuGgDf9HzMGZlQKSvSdNJSNjyxGYNjxg5FJpu2skm7T+z+QROfqteoei2DlcCYNiEzRh6N8SGEZG8T/VGMZSco/vf6OCpcw1FBYWAAh52oQ6BBFA1icZ3xEYspaGIMip5x9GPeEEKyXGTlzel4f3n/1WQM49gX8NGRdbkG7FkrHY7cD2F8HvpMNOZiHEeuFZ0YxsmrGpfMwTGEYFxl/oTHKIpNp9gGtcZOXd4Cl1G1wtyRsmbmGgdSURR5uqCKHTASIKNWYMGXSqUxAR/4GDXTcA4OgK/GAo5zjNBxDuzMwzW+T9AgNh2DJ2Mc84BH4CyXqk6E1WqiPwKMQ81T64xnHPPV2nDWWSlnrIDHLBQ4nr0uIsswx2nv0/TmvGwcDFuRDNkI9Nhx6HeRetj7GHPBkDbs66N2AHgDq2pHFBigF2twLFpxDdlYjLkPcELT3t5e4ZgQZNOfBvzcozGm5AwA12nMxXfGG6E2rHm3euOwqH7DTCub99OGm77skf7MQ4OGHME188N3zMU1YGQMuEcm0unYRmfMDtuw5SJl5ZX1MRb9wR94zRpnMl5SUSyUcioOTpTUmQdi80cmkRnmNHcm56lUbFQGzzmkwcE+82vJinnEyrho3kAfRL5W9veSx6cFzTPGf2waj/NtWnyAl3nhDfrU1GQFbXHyadyb6EPSge/gj3m4HkIQ16c7uVlobBxPgjOx6TZmmmLkMRo8NVyxQ1Z28BR5TNp6I2MdENtJZb5kSPK/oBBCAncIQawDHOPwZcR5vQ1HiKSh4QEb/FE7QnllsmnFNiAzZky3IzLvT7w6zQmcWTNnqrGhIcEDOA6SoA178WmyBjSElsACnSdoyDlORWy8jcOQTeBjHA0cQHvGMWfWegF6AqfBN92LhrGokpP7zAnP0p/GOdfKb9wbti7jOnMBG9+rihWidGLYBmzcqor8PaWMkwzAPNHgexrzwRvMEUJICndSEPtgvRDYva/4yJ7SCQ1iwRuc0zjvsePI+sjQoBMbg4MDCiGI+8xdtm7mHkUC8NJiZxaacB08gEuOtGw2Y14sCTlHTjudyAEW7gUPAofIQa0dg0Eb25GRMfNy0fIxYnkcM8mq4sMeOFYcsHIEPsYC7/hcQZF1jQe4gFVOGg43vMZY+qEzgTFrOvE9Y7kDDyEEw1hO6CV/oB/JhRCC4RgWeGZcCCHhl4xliTU5hhCScRXrixDG78sf5qUPR3+VRSKBD/wBJ40x3ENvcp3GNfYWQlAI461k3QhNgAN8ZzLpBCZoAL+xn347kdCKa8DKXJwzhiN9gIcjc4QoyFG2EvkMKfFGQ8kFmqKTBTnzV70TtdBJ/tTV1SU8grPS7WJfCCHBA/ehGfSGFhzhEejJvsFP1oVKrrEusNY7+UvChvucA99xFzeAF/WTzHYAABAASURBVJwzNoSQ8Czwjtme0XflypXCKcVpnGLnnGLKacuWJfIOvXJeB1jYOw0cMg4YwB3F3i7z3jEXVTge7+hw0HhSBMzHHFgiP/yE3LD1f2zc9DsIPnXcgcWBfeqx4xzbJxoxjo8cPKBXX35BvU4S9LgdOnBAowMDOkJQtHGjdjjpMGB7FJngGeuNWgfI8F2Tg8ApdujZZ52TJwTNIYzLKPSVP9A1FXtktWJdV2ucp53QmGE5zgonGPyQhIOfwWkmmzKexqzzyyIIJEl2xsoVTi4t0Nx5c7Rk6SItX7HM96Zo6rRW1dmHgK6tk1tFUaGxvkE5ywBPkI7/jYktdny7tN17WP/aa8bPcQc9L1hfxoahxvI44gCuQzX5GgdLCzVrTpuiOK0R2/P2g4edYDioXgfU7QcOaufuvXr66ef08COP6cmnntFLL7/q9rK2b9+int4uDQz0aueurdqydb0DmY3as2ebnn7iEZWc4J/uwsvm1zep7EC8tq5BC+Yv0EK3/t4eXyvptKVL1TKp2YWDxkS/Vu0P8fe8sumMJjU1a4oLWJNdUIhDxW5vUQOmZc7BcW93pwOgE8qmY/Wbj6HdQcMKzx/vOKH+vj71uLjdVCiIIOECFzPf7mLAJU5y8xbP9U4cwn+j5knsHkd4lALdRPIYnsuZFwluSaDydDPHQfs1+KCRA5T+gRG1OJi95NIr9I///K/6wAc/rEWLlxqPRdOzJOQDWWHuLhevkJEQgpAXEljwEetH1ncZ6yJkD36f8IEYj2ySNEL2i7a74BLYmBdZSmcywsdh/+gNZIQG3ARd8GJfX4/9i0ENOSnWbx6vSKoajn4nGHLmYf6uHOcc0dIhhER3jxYrClFG9Q0tUpxzMDOo6U6gAhNt1apVxu9c81XKNGwWuCMRyPrILvirc8BPO+ECxikXyCjohYANMo0nTTYvlhK922x615ivSURmLWvoqFYnANj3li1bnNDtclJjgwjmHn74YRdQOxxkD6i355ROHj9imciInwCv937yDvTK9l2r1rdbN210ofUVrXv1JW1yYhtadDvwbZ02XevWv67Xff/5558V9Dl2rENxiAxT0TCVksRrhwPWWW1tWrpkmfa7SL/fAeGrTgSse22DkyEv6Tvf+a5edgKZt2tImtR47XOdoPiIE1vf+Z/v6atf/6amzpilVid62+Yt1JhlodvJ3B4XxEbtSx1zQmLztu066rUHnfSj2WAk+7vn3nv1/PPP6zEnd152YAmfgkt4p2j/ub29PUl6v+c97xF6lOtTp05NilMbrcPgAfhk2D4J+IRfKHTQwC2+/yIXnqEZ47D/PPk8x8VKkoME9Oi7kn1ueBe+HHLxmbHAwc8vUaACloULFwp+YM7hkREH8ju0v32/k09OKJoOFAYLTQXNmDnDstnjLQbz2Kj5ciCBl4ITOjyEkOjIAfsQURzbz84pRFHSF55Dz7Xv3Zfgh/3WOC4aMt7mOTEJXOwB/Yrs1JgW8MusmU6ATJ5inXfKvm3FtC1q2LFHrceyN/BKAqPG39HHjGWtDtuW16w/2w+0JzxesW+ArAIb/B1CEN/lD3zKXFn7JPD9URflfTnZJ7YCHIHLOssD80ysBaxZ++shkpA9+DOyP80cPdZtL7z4kotx25P1oXfVxak4iqwPK4kOLTp+ShlPVftyg5btdBRryPatt6tbRdMq5UmD9Wo2lVEUR6q1fExz8jWK0kLX79q11/apRi+7qHPEyY9b3vF2NTsJetwJrTe9+Ubd+u536QonwNucUApxrFHHwLGPxARNpmfOySl02LB5jL1hfzk2NTUlMINb+rMvilwUZ9etW+dk3zHrkumJ/oBPwQk8+8orr+izn/2sPvGJTwj+Yl5wCx+jI9Ex0B3c9lqOQwjmoUHhd9JYh3vgnCMFQXgi9t7hhZmOI/heZz+VuWjQCroBK7qL+9AH/YxcMA/X4YenXSR75JFHTJOt1hNjTg6vTnQ9Op378CLyBIzEU1xHxjhHfrjX3NykNuuUNif8kElojfzMnTs30aPIKrobWVqyZLFt9HwtP/10+xJ1Ipm52gUtGrYfnKJT2/fvT/ghb/5Cl/Gdwgz740g8OH/+/AReYItNQ3x4bBr4jcxTvBl8touiF154oWZbB/C2KnSE1osXL9blV1zu5OSt9mVmatQyTkH3CRdMnnnmGf3hj3/QD370Q9197z26/Y7fOoF6h15++WW78VXBtyTEKDLe6cT4kx5DI3HNz0LmLDNVy1YcWc49LzYKnEPP+rq85syarYXz5muJdcwF550v8Pmv//LP+ou/+At98IMf1Cc/+Ukn6q/SO1zUffOb35zcR4ZJRMMPK844I/FzQwiCzux10P4hMs4aNbbzFccj4CSdzqiE7XCitmxd3TZ7rq647EonxFc6Hm1QS8tkLV16mhYvWaIZs+Y4Gdujffv2J7x+5PARwTfgOk7Fln3ZH9qtg/Y1j1gfPPnkk7rtttu0cePr9p92iDd6KMwOODYr2RYQX6YyKWWtDxY6mYrf11ioT3Rgy6QWff3rX9OvfvUrffs739a//du/JW97wAf/+I//j+993Tw1V+zNIm84W5I3OuAXaAf/9dvm9DtPMzDQn9CGOA67QSHj1ltv1dVXX60rXfS7+rprxQMM/PLCpz/9KV3iYgg4B1/wGvaYvcBXXU4e8+AFcrtt+/Yk+frU00/qf773P/rGN/9Ln/j4p3T33ffpiSee1kkXd4JpPGi/g4chj9lfT6dTCY8sMT6R9zmzZytt3KFfU3Gk+nxtwvfICDxBy1mv1zfkNXPWDC07/TTTe6GmOXfRZB8iYz94hu3tJOv76fZVZs+aq1kz52rKlBluUzTVvnvkedGt/fZxM7mMeSJn/ogEXLIWTqWiBI9px9XBsPBQX5xJC18J3uRBgO7enuQN5in2cQv2UavmH/QHcrFr165kPHvAV/jud7/vZP/t9o932IfqNL/s0bPWI489+oju+ePvNWA9H5w3IgkPP84xv/OA6CMPPmRf+vHk53/7+3rF/H2OSY4cPuS4pVvt+/fZf3k9eTsKX3+7/Yhh6/w4SjkeHPdhmpsmqeL8YwixGlx4DvbncnX1Pm/SnDlzNcNFieamFtvEkv3mfsEf8AVwYE/Rn+jMuro6gY+q4Ryw7RwwDXttb0btk4ZUWp3dvTru4mut48JJU1pVm8+r3/227NimjZte1xHHYIctAw899KDu/N1vRcy6zwUc/szByy+vS/JVPLDDm0scb7rpJvFAxjLHhuR/NmxYL97wzuTSSqVSpuU0nX3WOTpr1TmaPbVN6GmKRegvfg1hvv0BdBcxWdH+i0XZerqqoaGiBofHNObiesUFzlSqRtnavHK19fbNpHSm1v5Ii2qNo2H3G7Rs5p13On35Cs2xvkYnvscFbI7o0RCC9UK9Vq5c5aJ+s8B9c/NkTZs6Q7lcrQoF8DxHl1x6iXh7EX5BTzz66GP63ve/r3/+l3/Rz395m/bYpxky7YwYw5ARH2xpj20c9miu7W+dbXefbTuxy9lrxh9eabfuueOOO/STH/9Y2FVsKXSrM72gIQXRBtNkyPsYHR7VsP0qZJZf81EkDdt/qDin3++CSRSkWsMMzoZM23qPa7EvUGcdHCwzfb529Ogx51aHdObqNS4SvV1nnXW20nFK6AIe8HvUPM2fg8BHv+/+e11IWWf5ymhuW1tix5actkSnLVuqxYsXCRtIDqDOtlheu1AoGPdNCZ9lbRNqHA+EEMy/Fdv4AReqTrnAudm65FE98+xTevXVlx0TvGq+eN2+3TH1Oh49eeqEz4+rbD8p4znAXaPnzdpPybiZQCI/MupYF3kast9CG3W+KhiITDpjfaREDrrtQ52yfqMf+eynn35K3/72f+sb3/ia7rrrDzp69JBhOmH93u79b9Jzzz1jeNZZv2/Uzu07kgLYbhf7Oi0XOdsYHuybNWu6i4Kt5ouCoigStn7v3r32eY8kbxri73Ct20U86JC23sFHXO6C7HLbsUnWX/DjZMedF198sXgA5jN//uf66Mc/LuIOCloZx08nXTTf6kLsJhfTh7y3+oZGxZabEILm2LbPbZtreiwQ81566aWWiyE9/9xz3sOzLnrtFw/s4fc+++yz2rx1szo6jgu9t3vPXr3umP7IkaPGd5+wCfDpIfuO+CzYhr3mSR5WPWnccQSGBx96RHe5OP74k09pkwuDB20r+83vJ110a3ehbKeL86+ue8WxziO6487bXWB91MXDzYZlnzY7bnv6qaf0kn3h3bv3mDYDis1zhUKTCtZd9YUW7TlwWA8/+bRu//0f9cAjj+vhx550QfcFbdm+S33OudZYxhsLzZbVvLArFcckw7aDg27sdcS6igelq9WKplqnt7hgX7HffNQ2as/uXRoa7NdcFw2vueoqXeRC6FLbq5kuhDY3t6i2hjkzGhwYNj90W78fcPyzy7y/0XZ+l3r6BtTqAuKas8/ReWsv0IUupi5berr5sGTeOei+O4Qf1+EYsM/y3tvdg2iqbBi7zDs7d+10/uZ5YVeGHOugd6D/YvtkixYt1vz5C8VDyEuWLLVNnG3VEWnr1m3iFwGQydesO7s850DC66MaHBoR5yXr8rxzR4xf6z3dcONNusnF34svvtS++YzE3uBLsmYIkbK2rZlMRnEcWwfHCS7RzQsXLtKFF12c+Ovw01Tb4pxlFx2z1Tbpvgce0i9u+41++evb9ejjT9oebNapzh6FKCUe1F5tHXK+cTJzVpuyHgf/8msh5xumm2wHiEXReQ2GNWMYRuwjdplvIgwSxgCAIgtTCMGb519VkbUZhI6s5KxC5EyybU7F16uKQ9XnVVWdtKeVfaxUKr4nTUwRQvB58LVxZyCE8e8hjB9Zj3WBIWOkZK1sOPJ9AibOs9mMcnboaJls2sFWJlFw9GWOECbWkBVPxa1sBAf3S6vGASmN+coO8AasgAetwFFICB7XUHTAzjnXuIcS4Tvw1Vq5TqxFv3Q6JeZLp9PJ3swD4lP1CfdBLgRnHq4xB/0nGvPRgIv7NPqwxv9u6fQ4o4QQvCfj2vOzDntO2alivhBCAkNsYa7Y4R4cGEoS2KMjRQtpRlGIlbUyqzfhJzlZNMkJwbwdixo7gOlMSo2Felflm5OnZ3iCj2tjxVErpVGhsIfspIALcDaBG/BCCyEkawM/jfvsI2dFnbKilD8VO3Vcy5i+4CuE4KtK6EK/TDqjnOGLo5TZq6p8XYN4ui8VZ9wvSoqR+Xx90j9EsaoeHkKwI1JSxfigVd2zZKUzYkM8MjIq+2qqmmmBIYRx3AGvuwnchRDsrBUThV10EohrwE8faMZ+2UvJTk9yzfOyTggRU2jEwkM/7gWvIwWNOBGKsh60Qh4aHtGoA6DI8LLHOuMbWDJv4GDiPDaOQggKIYhrtBDGv8sfn3qfRcM6ZvpXxPLpdCrBRY35OgSva4UErO6g2OsBYTCSWuyfEQPoAAAQAElEQVTIU+wDv+wxa5rIn3Q67fE5n5WTNfluNCZrsC8S9Djgoy5aMg4+xqEd9f6AL4oise+KZR2chRAsiyllLbt1dq7YL9fBHY0xMm1yDhLShj224mMOxnOfBBLOC4aaoi9vJo4OD2l0ZMgJyVwSvNTgsHqdOEhp46xiXZPyPMwdQkjgAQfAy7xcpwEHAQn0BH6+A3uxNOZk+ahCVFEqHStr2JqaC5rhoumEow5swAnNst5bY2Nj4ljxnT3IH+bt6ekRssHc9PdlgUfWoVG0GbTOGTFfUPzNpTNKR7HMvNafQWUHrfSjAT9z1NXVCQPFXrjOXsCdVBX304a5apzyPYRx/gbeCRxUTVD65esLTmwHG6tR9fUPeclINbX1yRz0pw94Ad5kjVTavFGjjPmUxr6hZzqdtj4oJvsKYXy9YcsA8AHzxJFz5gkhuP8YqEjmYh4cauaJTTduAGMI4/3YY611LP2AC30MXFyvep/My94Ym05lEvhZs8aGjnHIAjhjfAhBOTupKfMJ63CPccPDg+JIH/ZdNY5Yo8+FjkEnMnBgcF5IXFRME3iRVnYhMPKcwDBgOnJkbeangZ+U8cZcwAhPlM2frJsyDKzDGO5zLNsGTazPPRrXGcs9zpkTWLkHzliPMeCGxh7y1in0Gxsb1SkXBaAh42nMxdiy4QCeEetEeBQY2MOA90sf5oyiIOanP9+BGZknyUZ/4OB+2XAz15j1JU9hZbIZJT/lZ/rIc3CeyqRd6GgQTwk2OaBnnRHzCXtiPRp6MpnHOhU6w2fIVjCxJtZmj/6awMXafGceYAQmrqVs/xjL9xBCIi+c0w+Z5AiOgB8csje+1zsgA39Z2xyudzhBzdOG4475bsEPfU7ytDnYWuhkGXIIbzF2qgsDzd4XBUiSguwHOEeN3ziK1NRoHeKiyOLFC5UzfirGWZOTuBwJhPbv2aNTx47p0N492ufg5mUHC7u3bUuuZSwXOMMU3dodyO7Zs0skI0guon9JvB5wgfWYEwC81YGz2+3goGo9nE6nLBNBWeO/trYmwUU2kxH4MGkUrDfAA7CyXwrdnS4AwzdJ//p8Ihs560H0K7hK+Nd6pmRdGaci3488S9X2qMQ0CiEkbcAycerkSXWdPJW8EVB20XzI10666LPfQcw6Fzu3bdmq9n3tgr5Tp7Zq3ry5KjigJOFFwA0c8AhPOe7YsdXO/96k6GEzlqwZm9b5fJ2aW5qSPc6dO9uOc41tbL/9g5QKTTUODpo0eVKDE11p9fd16vzzztEiJwDPXHmGZjvJeO65a+3gL0t0GEnct9/yNgcjbda/Y6ZbvVatXC4rSwUHveXRosrmz2WnnaZpLrDPmDZNddZPLQ5U4qiqBYb/Tddeo7bZs7TUtF5++lI11NfaVtWo0Jh3UDLqdcZMk9iw9Gv69BniZyFvvPFG8TdLCBanO4m+xMEHMgx94dd9+/YJOeM7fENweoGd+kJTs3Ed+15Fh5086HQg0tI6VUtOX64LL7lUn/nLv9LHPv1ZXXb1dVq+6mz1O1j9xje/pf/4zy8lCY1xPggJ3eAjEhzQP2MeaTJ/okNZF/pA9xCC0tb5fEdWgREZhIdS5lPkD1msWk9mUilh20aHR3XEsA147eNOZKVCWj2nelSTqVHJ+MzYP81aT3ZbV9Vk0+rv70n8L3wg+A25QtY4BwaAZZ262pz3XjUuZd4rqtH+6sBgn2prs2porHXw3+XzWtVbrtkbsk+CFb7i+NJLLzmIfM3B3NbkeOLEcdNmxOO6RX/0IninQExAzvkpy1XBge4Oy+gWB//Tp82wTTG/2QcCZ432BSY7qTPDwSswAjv4O3myQ7F9ijWrV5qn8hqyHmkpNCg4CB5y8jETR2ppalTW8lS0f9XZeVJPPPaYfvyjH+m+e+5z4mO99uzeraNODCC/6Hb2JQVl7IOgjy5ykNhx7EQSyLYfPOQ9dOqlV9bpCQfuAw5suxz8VqqR3vzmt+imm96iD37ow5IiJyOGRPKGBMNLLirs2LFbzz3/gn5z+x36nQP+F158WVn7iCnTvcH7q3rN48dP6tjRDj1rPXXX3XdrshMme/cf0DTj48orrxSxxDXXXJP4DCQNKRzAJ+B9Ak9pz9fYWBBJ0FrLEA1fAL6Dt7AzNOgG/Tnef//92rhxo5iD+dpdpKWICF0mEqvMg16ePn2a0JHwozea6DzsF/qcRMpW69eurk7VWcctsrzlG5yktA0jMUNSs+P4cS1xIqJoeUfGS07GtjhxcbWTFCnzdhxFlu16sRZr8FQ+upc91tsGBy86w8E6wTW0Qh9yxDbAG+wBPkO+K9VSIld1dXn1dPepsaFJyJSn0PoN65wM6jWPl+yLFxObzt65B2/Bp8DDOjR0BGsUDW/OvME91kC/MwYcdHd3u0g7nCSdQjAPWd6ZC5gi74sx6F2+19pu8IABjTmYi/sVx2+sffzECU8bi6TCTBcHQggqjo1oZHQoeVviYPs+HTl0UJHtUdUFzorxeezgYfWbH8ecLOlyUvHQoQM63nFEnZaTSEXFqiQPDPXZFg048Vh1sma+deuSJQtcSLnS/PtmYfPQVV/+8pddpFhkGJTQAviqtg59/f3WI4PK2N52O9mIrjtyxOta9gyi8Z1K2li5qEqoqlgp6ZT54b4H7lfOe77cBbkLL75Ii5xM7bUvCN5ovI0aQtB1110n+BO9QLGOp/FZA94FLyRv4Gf4nMIwP2EJbxw5ciSRiwn4K8YLuO/p6Ul8Y5LiEzJw1DYdfxo9Au8wF7yLrDIefc04YAA2kIAckIREJ/AwAol+7kFzfJXJk1sTvRhCsI44qWq1mhSWwCW4a5vTphkuYgM/+4CfSHgxnj7Mzx7xh6ba75nnYgDHmprahDcHrWvAC4lX8AHMY6Y5ewCOEILgLYqpNAoK6ICVTsCSjFq8aFHC+3vtE1HkpAgK3pAf1gZf6ABkjYYOAA/gsIWHLC14LfbFWLvO8dKETGSsw8r2SQuFgvnnJmFr0dfJ/g8eTN6av/uuu5Li3YQMUKydbhlO4K2vVwjjsLPfWs9dm6tJYG13gZi3W3c70TrsHJJB0PddgHjExWze0EWWgY2kIg9DsOeLLrooedv3a1/7WlJwBOenzO8TNhVagDtoxt6gAzgHlyXnH6ABcCGLyCnX6M8RHxT+KFkHLD1tmZPCW7TTyd0B+/cUD37/+zvMa8Pib68VGhtsw7JqduEcXGzbttUJ88O65JJLXCQ61/5UfaJ70umM+9WYXyoq2pcDj/DYzFkzBB7z1l3N1o919seOHTua4AoYs5a/np4uYRdO2R989NFHbZPzYv8rV65MjrzVyN+0/eY3v5m8Zc7PQP7jP/6jPv1nf5b4RbyVWmMbUe9Ee8m+8ykn8LutP8ArtuasNWt0y80360Mf+mDyNiFvrf+Liz9/+7d/q89//vNJEZv9AO/b3/52UXz9zGf+TPT52te+rr//uy/qn/7pX7w3ORn8op587Cn919e+oR9+7wf6xldNn3/+F/3ipz/TU06w33fvfdrmBDA6BbrE9l9K1k/IOnJLngDbR7K2bJ3S3dWhXKaqQkPW+bfjLh72y1xknA47puj29xHbqaNJYaWz65RzawMadUyad85kXtsczbEvWWist04MMvu5/6h9nuDx4/ZAQXJ6TzyoRi4Kvff65k0uiO5Un3Vdt/XKiH0K8AbvZB0DZ20XOg4eUZ/5oeIJivZtc7V1gqex8SX7b8dt4x959HF97wc/0v9893v2Be6yLdqox594Ur/5ze266493G1cvaO+e3erv7daG117Vbb/6uXp7Oo3HinMfA8LGPv/i8+Ktn2effT7pT6ERvTbqIlEIkfdRtk3fpKefflY7du22715WbW3erV41uToZhS4QDNt+j6mvr9/+yqDVXKRUbH7M1qo+36hCY5N4YHPevPniITf031zrpYULFmv6tJmaOnW6plmOZ8+Zo8VLl6qx0Kg622hwMmKbhM4ifq0xDvLOh3Lk7yoj5/X1eWWJf9L22Qd6tW//Hu1v32sLU7G9qU1szBzPu8S+AvHLWWet1vIVy3XjDW8WscU0r71ixUrz3Of0F3/xWS2dv1zN+claOGehFs1frJVnrExk4NprrzX/fkjvfPd7dN0NN+qyK67U0mXLXbDMqbOrV109/Tp5qtt274j27zuobl/r7Ru0HR+TTbGGHE+fcuK+z3neZudymxwb4Idedsnlev/7P6B3v/u9WrPmHM2ftyB5++zSSy/XNOIX8xm6uWIe6OvtU6+LleTB+JuUnZazgy6Ib3ehDVri4ww5X8Wv8pDTHLH/XnEwNlYsq8GyiQ8A/qdNmyoe8MnYr5hk31D+4Eehr3ZaRz7tAj1+GwUwbNeo/ec4jsz7I6px/vJax1Dvetc7dZV9yWWnn6Ya61pP4fip6Fin5Phsti679ELNmN4qHkLuNZy+oaZCQZNbJyf6KE6nxFvZL7iw9exzL2jdq+uEDWOvyOc//dM/Wdf8u2648U2OHVN67dVXdPfdf9RTTz3p+Hqb9rkYt5fmAiK6lweA0dHQepL1XKHQmOyRXyoBd5H9phCCss4f1JmPWAce5CEQ+m5Y/5r4FYv//u//Tv525Ze+/J/6wQ9/pPsffNDyf8wyUxX4ytlONTY2JnvhCG83FZrUYppiQ2pNr+Dg3WiXHHPRShX7L5bZYecbSrYNzAE82O/enh7LTZ/YAzEOOYpO2xnsS9G8T/6rw37GyZMnEj8AX+bll1/R3r37NTxUErF/U1OD7UCdeX3IxcoOYXP37dvr/gchi1odC6esB7GVq886S+dfcIFth3ltwYIkFgAOHhhav369eblLvKFaZ387b55ZvuIMXXPNdVp15lmK0xnT7ISOn+gUD3KeONVlvu8VD3LiFxVMX2IJ7MaQ/QzyAtu3m1a2v1VDMuRCfNa6DVnmVyLwQdgruJDQmWXlzF+nnX66znLB8PQVK0RRt66+Xrl8nVLWjWVL9rD5sWg7g14cslyN2n/Bzg45/9zd020/9aSwZZ2OWbFxI861jwyPWL/3qOqYLmPey5Gbts7I52vVYP2NXYQn2trmiofCU9kaDdmO7t1/WE8+/aIeeOhJvbZhqzpO9CjO1KmldZrxNF1TnSOY5yIgBer58+ep0XgLsn61bt+7e6f27trlHMvJBCb8kGefeUb3OCYD18CMfuFBpmXLTtfMmbNVl2/wDiPzxID2mMZPP/Oc7rjjd+bFHycP3N75u9/r/vsf1IYNm0Q8ecL5m+MdJ6zPhzymP7E/g87jgNfOUyetj/uso60LzfMNrsfA+/IHOkCvadYxs2fP1lT7irPnzBYPTa0wzYFn1uw5hiU4517WmH2VdCanKJW2LavaDhTVb/s0YJoOuMg8OlY2v6etC/KaZB+2bf58zV0wX8tMwxUrV+k05zymz5xlfZmxHhnWgGGENkPWV0PmFWT/hGMVfEns9kL7mRc7ZubBJ8RYcwAAEABJREFULHxBYJo6dZp46WDDho32B+/Tb++4U7//4136/V336qc/v03/8u9f1n985Rv6zZ1/0PMvvqKX171m2j2r3955h374ox/rvvsesO7YnugZfALwH1suIk4yZm4KWjwFUmvDljMDRFYYwQ54MMIiHyMHIilXM1JRpDhEvlpNGEq+R0IPB228SSGEP7XI55H7w+i0ECbu0U+KoqA4jpJjKhUnigZn8X+3nBUPyhenmSC6xomUrJk4k02ppjZnxqkTfUJAkIoCuWMWjKqdaubnWHYwRavYaoMAFDttzEWvigOdKAIG9iUb/pKN+mjSig68q96j/KFPCMF7i5L18vm8DW2dwGEIQcwDASmQjHn9opVYuVxy/+D9jc/PXCEEZa0M2A8tjuOkD0f2zTrMmcmkk36cc4/GfXCQN0NzZB2YqOh9SMG2pqKiYS567RE7V5Vq2deKCpEUxVKuJmOcZRU7oQNs8ifnwmree0EogKfq/ZatZHzLDF8WaxQ9J0fucZz4Tj8UO7jsczCKMqcPewghyP9M39jr5kzbtIXKCmJoQEPDA+qxATDqlUplHPBmYCUf03awaoXz3GglnDJuWIP1Kh7NvMzPmlwrGr8YnBCC9xeran5SHHl/sVg8eoOuE0dwSZM/0AvcYXCYz5eMq/H9jtmBCCFWiNOqVCOV3aJ0Vql0zrCP/EkBjNpZHLKSHbBCAB7wwHHY1zhnzjoUeCr1J1oCC3QMYZxn4Psa0yBjesObYy6QVBPejRTHsUIwXW1Ey1ZEVRvUsg1p1U4RLZEtBWUzWVWNTHDFeIqi3roVfF75+lrz9Jjxn0n2x9rAxTwUkGTDUDG9q16j4rk5z2UydmRjIVf0n4AZ3FWr1YTHWItWMUzc5146nTL9amSQzTcjlqHhZM04jpKkVNbz1lie83U1yqbTilxhzDupkXzPxJrc3KR6OxJxkCqlseSnFSLTvc7981bkaeORdarGT8X7ZR9Vw8M5x6L5ftCBLriHpvQNkRQZGRmvTb9hJ3fg0xE7JYyncR15SvjOgWfR/M4esg4SOVYtRyFUNeIiL23IPEwf1gFfGFoKcdl0Rhkr1kEHBOCzajpVjFeKqiM22MCUNNNyzDJbKhUTns9aH4QAP5RNq5LXwVD0GY9V0y2lqvc7bCNfMa3oG5nPcYbhR4WUxooV8+Rw0kZtvDMOQKrGS8Z7bmho8ByZRPmzb+AOIXjuKMFLbB6DzsA1IQ/gY2J8jR0Tzses07jO+FNOOA+bxzkHt9znHnOBT/AOnOgTxtMHxzs2bsaSfZfNQ2NiDA0+Yn1a1XtlPHBDD+SHfeQtR7lsLsEX8DIvY4GDI+uyPnNxTJu/GFdvJ4rG9X7rqJ7uHg1ZXlNRLFqTnbeiYSqbTlXjDDrROIe+GcsW6zGe/bLWxNwc4RvW5h7j6MdY9pIx/lmb8SEEuiW0mMAN9yuWnzHjlrHMl/F67J8xDAAG9jhgx6Hy/8fz0IvGmjT6T8wN7mngjXm5Tkul0uanqmkfCxxPdiCEo4yT0WgHv2CnviZXK1oUYmUNT4iC0LMl69sRO6EDljHgOWVHE7iBy6gTsNDg04z3Dt1ZG9jYw8jwiGLzG/0n5BQ60o8+HLkH7hgHHlOW+Ymj/GHekvUV43LWJb6UzMm89GVP7Jt+zDkxlnnBZdl7qJrHJubHWWYeaHDSiSCCbhJ6PAXX2FgQOOGcIIe5cdhIFNC36k3n7IPMndem2XNmafrMaWpygQpYaIP9A3a++zRkfCF7w3b4kmDWtg9H/fWNG0VRcfPrm7TPibDDLpDwRtr+ffvV2XlKB/e3q8PFFZzDVx38HHPBqqPjmIPtdtvIFuvHUTuUvebjIHCHIw+8jeZ5+QNPwn8Z2/seJ3HKlaLlbsR3KolebrDTji6BNccsA2O2PeCnz8Uf9pY1DeFv9kID51I1cbZH7V8MWydlUin1dnXpuOHsd/IL2UpHkdDX17rYQgI1k844kXRC2zZvsfPeoaL5/bTFSzRl0mRNtdO8xIXr1Xa+VzoYOHv1Kl1/zZW66Py1uuySC3Xe2rO1ePF8rVx5hp30pW6niQTyeWvPFT7qmXayT1+yVAvnzteUlslauXyF6m0rZjtAmer53/6Odzpomaov/sM/mk/SusQJxB4n/h5+6AGtX/eqBvu61ePCVo+D9Yp5A59jFN02MqyTx0/olAtw/Jxlg32knAOBuU5+rXAipc1HEqbwCrwM/ruc0M9YXlYsP8OB7aAuvfxy/cVn/49O9/eMk7KyHPUPOVFkhEdxbP1XNkyxDrhQDo2/973vaefOXdbNQfwk3y9/+Us94wTUHgf8Rw53KEplVFNXrzFn1qohVtX+yX1O5v7Dv/y7bv/93XrqhZe1edsOpb1Wzna1GiLBA9AN+Iq2N6OmMfBCT+SM62nPW62ERDchFxnTnaTCTCfcG20/oGWT/bEG+52N9Q2qsV3M2yYXzGdl+0AjtqWD3lfOtiJXW+t9VVSxzexxUErSHXlBX5jxVHTAxNrIEkfkiHHoIYtTAgP3gCMYX5ls2sMqyuZS1i8D2rdvtxPHG9TX361SeSzhqy74z4WxOI40Zt4aMiwZ+1MN5u/jxzuSREZ7e7vt6oj2Oyjv6OgQ+4N+t956qy6+6FItO225rr/uBp17znmigDp37jxFUcrJrVMCxnQ6nejLlPm9akDT9nVYq1AoKDYteRPyNCeF4nQs+sxyAvqok1SdXr9kXiKOmuS+IQThKxOsgv90KvL4oMMuNlFIPXig3fzQLnAHT2A364z3U06iHTx0RI1OoB3zXrPmxZRbf/+gbnrLzfryl76qr37la2pqmaQXXnpVv7vrHu3YuVvbd+5Iisnoj8HBASd9M1rkBOSk5lbd/Ja36RMf+6Te7KTgkBN0Dabt3LY2xzW1ap3SmiQlr3CyiyT4GatW61onA09aL/G31w4fPiKKXCSPBq3f0Hv15oc5c+YkMZiJ5nnqBB3gP3RyyjhED59xxhnJU9AhBPuLtd5rj+DTvU5qNdoGcZ8x8MEiB8QE52mPRYdS0ALvIQTTJ3aBoNkJsrsTnJLE4q0zZIfxq530XOakylQH+ST0Oo4dE4Uu5uW4YcMGJxXut67tTNYnWUoynQIPawFTxbTu9/6q5kXmpChUZx5HRo6bDvASSSR+FmrYeqNs2wQ+oDH0Y92XXn5Jm5383rlru6B5xjqio+N4wqsnTnSIBBW2FDvEOORljwtNzDVqe8sY8Nba2upEQG+CL5KV7e37E94EVmAAXvqjs6EHuFzgZBf8yPwZyzX6qt2y0OlkG/BzJLkA3bhPLAjPpczfcSpWrZOc06bPFLSd4eOg/ecHH7xfzzzzlJNxuy1Pe72PETU11icJ9z7r0U0bX7fePJkkf464yGpnXqeOH9GxIwc0aLktlwa1Z/tmPfPYo+owv9dkUmrM51QtD4u/CbZ922Z970ffFXB+8IMfTAp47Ak5P+JCJXvhO/YuiiJxnrFOAsacfQK+Qwvu1ZhW4A8ckUTcuWun5lh3n7n6TOWsIzds3KCXnWTtt2z87Je/0K69e7Tm3HPU5qTWkG1cMA4yjs+y7ltXl7fdrJiHKIycTPgbeu1w8hhc8oYQxRzoAJ6BD5wCB3ybSqWSmAr+RWeEEDRv3rzEH6MffEMf5qAoxz14lT0hBxzRN8gCOGAeGvYD3oD2+F/dpgE6aqcT5MgdvANdafRnz/SDv1i324V35JQjfg58w336sxYwsZ+nnnoqkW3448ILLxQPUXDOfukHzpEPkomLFi8WCXqS3SEEMVefi98UipFPdCqFRQpT559/vpCtrOMg+jEP+hm5ZR+zZs5Ui/3StlmzEz7MpHPavXuvak2PBtsligqn2+5j288/73zdcMMNIrkHXzcVCmq1H4B9iaMoeSjkzTfeKHB8ue3zzS7QIffoHn5SGpvLG5rIILCkzVd9jhmOWd/dd++9evTBh3Tk0CE9ZrtLsY23EtDHk6wva/J1gl86nLTutw2KLEM9vb1JwYkixbI33mzLOKELr9LAG/hj/9BD/sAvnOMnkSfhnPv0hZehGXhHtzz62GPJLxmsXn2m2PuZZ57pgsoarbHuO3Bwv5599iknSXvU2toi8njwAvSEvk8++bjuuecuvfTSC1q37hXjZpKuv95J71WrEnp0dXVaBveLpC2yc9y+0KlTJxI7uHnzZsvlCbXZXgALtF3vYgJ/V/Cpp55K6ITMwdPr1q1LdCy8xbrwKglY3o6aPmO6spavEEdOsB/XiO03D/IDJ3g5YZ+cxDmwjNnXQP55KwZcZM0v0O7iiy9O4CAJ/6EPfUj89CPyha3C3iOjBw4c1IMuaoDLTDpjv3lA0Jg54IXVq1erpblFU100yKTSyZ9jOGh/vLl5smW2RlGc8Z4KOs1+wnTrwaJj+AUL5umjH/mg/uZvPquPfey9euc736oPf+R9etstbzYPXq2LLzpXa89dpauvvliXX3qebrj+Sl1y4VotW7JIzY15qTSqSnFUkwoN4kFD9oS8IosZrwfN2QcP/hCfgktkvOI8APsAPyXHrfCJ3XJ1We7R5/haHLvsf9VY//U5dux3S/o7J9FtP33E/n7R58PGd1VBo7ZbCpFqavOmfZ1yNbWisF3fULDNqri4eNCF0pfsf+1LaDkw0K+S/eV+28bjLoj02S5Q6Nnj5P269Ru12/YLGOD/ASfLT53s1KOPPqH1r73uwuoWPfH4M3rxhXXat7ddXV09if2t8Zq19t3r7YdwzNmPjaLY9mXMrWj/b8SJ/UEX3CpqKrTYbs40X7cKXTF37lzrgzoNOSbJ5/OO2wy398TeSrwK6j2mTNdO+4rYeArm2H94IGebgb2cZ10MX9LwQc61Hbjyqis0Y+Z073VM/S604nNOsaxPnTpFWcN39tnnmCeWCZ7krcyf/vQn1k077Y/0asA2pWwcycQZsQ+IXjt56riqjsOWLZqnmVNbdNYZS80nl+iWW95mXvq43vveD+hdLrZecNFFmmo+O2fteXrrLbfo2uvfpLVrz3dxb5r4O5A/+MEP9G//9C/67J//H334Qx/Rn//5Z/X1r/2X2zf0+c9/QV/56lf0k5/8VE+5cIgv0d6+z37gZm3aQsz5kl5+6aWE/+e7YIGuztt3y5lXamzvZZvXa13d1dOjXabj5i1btNMFnVdefVWPPPKonn/+eR1zHIoO4Od9gyR+ppW3XdFxDZ6L3A1yjt6loccHzCtl0ySyHl7igvf73vc+/c3nP6cv/t3f6R//4R/08Y98SEsWL1LbrFmqcywxZ/YsrXE8eOF5azVzxjTlMmmVLDPZdNrx7yRlMlnroE499uhj+uZ/fVNf+9pXk59b/9Y3v6V/+ad/1vve9169/wPvd4HzR+Ln2IGZQv/jjz8mHjjZtnWrY/MhQf+MfaOSYUNeFtpnuuCCC8R+LrZuYU/EQlOmTFWhsTnxAR61/r/rrruSwkpfX7/t4iL1e60AABAASURBVIhhOeUYY1gdji94O7Lf8f9Jy8be/fuErUOOJ2QcfoNPsQGFQqMmTZ6k6dOnm9dmaaoLPk3m75zzeLXQxHKRzmQURSmvXfUaY24jPi8L2UfPoldrjDPwzhE73+d8V8V7GnHusWoeDCEIOqBbTTLnZ0c9R9HzhsSXIV6qcY0gnY5UcWw14KJ7T3enZXS3tmzZlPRNmTfS6ZTwgafaryZmiB3/HDp8OIldd9uHH3RxK1/faN9mgRTFOmCf7f6HHtZ91r+vw0uOZ3fv3aft23e4WHtY3eazTuIb69vt27fbp9yfwAb/4EPhg8deg0L+ZbbZxP9X+rjmrDVCTldQbHMjToDX6szDafMIemH58uVaZZt4xsqVOt3ntDNdDF7ltnrNWVpoP2Wqi4EhBOFTkcvNGte0yEiqGn+jztv0G8Ye+8w91qm0vr4e9TtP0nH0iPbv26eU8dLqXFrO/gIFSN7Yr1pPZ82jke/xpwjBxeBwUUc6Tqq3b1ANpvE5556vy664SrxNOd98V3AOvKGxwbq33vola703pjHbiJx9BvKf/Pxvn/X3qeMntPn1jS6Irtdh477gvNP8+QuNj5VavXqNlp9+hmbPmqNGX8+4pkf+IU5lzKej1gPbtWPHbsfFJzTguK+p0Jw8GPLxj31c/MLGhz74Yd381pt1o3XO9ddcqysvu0KXX3aZrrriSl1/3fUiJlx77rlatGCh5ra1af68eebZqQJ3u5y/wB/FTsHfZduYsm0UqUse3lm/foP40xCPPfaEtmzdJt5SpU+/49j2A4e13b709u07zRdHjN8BTXI8u3btWp1nv265fbxp06YrZ3nImtdzrhWwvzrH+SXjGlvT4ZgMv2irZXvnjl1JrNRkHFDYveyyy3XppZeKXw1YuHCBavN1YszWbdvs42zUiy+/qi3On5yyPRpxDShbU2e5nKKFixZrxRmrdI7huOKqK3XpFZfr7HPOFr/Ugg/T0JBXVClZxCpwTPD/girecdXJ3RCClVbJgjoqS5/SqbQNbE3iENd4E1k7MalUygyUEkyefuMcJRlFwXMpmaviDVZcwKxWK54mWSg5sk7ZTErjvOqAlcZcMKWXF/NwjOMoWYc1UXhRFCmE4Hmqvh4ra+atqc0ZjqCKEzjMOdGKLq5UDEMIQQhXzkaTOeQPCmaUQLVYVsV7Zl6ab1lplC3MI0JB4ZgM2ggM2iFAQdGqhrdiXNEXp2rMjkmJQpSvBe+fecAP94GFvjT60IAFJdnoxEHWuKTRn+uMYT0CR9qIE1WxFQl9gJ0+fGcN+jJf2TiuuMVOzFTAgc9HR4c15sTZiAPCUTfgALYQgoouFjGOI/MwH+vD/MwfwjgNOaTTKRutTIIT5mDNicY4+AG8pq28hu3IsBbjclbKNbVZpayYTTLFhi2OI9MhJT70DyEkfDa+mizowwlsE+sMO/kODUZsDFLGAfsHzhC8BzspGKeqaRFCUGS8mzFUNg1GTNfhNxIbIQQxRm986JeFZ+zA19RkHWj02zANmgeK5qEo6TVG0tF8UVXs+WKVypHiVE5eRKl02v1iMWcIIeERYByzUwo+aRO4lQ1YArNxWIYPmT5UFXxMpePkSF9wkfSLU4qjSMH/yTxZtSLim5nd12ONv8lZl8hiXR5nNy+O4DlOBTEMuNg/idOseavGDl/a8okSHnWAZ0ImBT/mrnifZeMxjiLljA/GAkva8BZs4DFMEzwaQlDkfsCZKHYr90wm5emKgveKVvgV7zGOI/NL2iBXjdcRO76jTnpXDL9UtiNUNF9mPX/W+69aZsoumjZbDgo2ICnTmDmqpmEIQSEEpdJpy3jWc2a8TsU8PeZ5hy2fo+IDPMgSe027b2Q+QNZS3jP8HEeRaTyY9C+Xy6LRL/ZaIYRkTnh22Lw74mJp0TqjahkiWOh04pDv0HfY/FR8Q26YP5jvSNrn7fxDIwomo+bXyOvBk/QBJuQDWKAzc6BP+uzkFL0OsESGV6qYjwYSB3x4eFAl04X+o+bjSik4STXkwolxqJyiataJp0kq1E9K8MI+2GehUEhwlLHxZl3WBBbWlz8kQ7odbJFoLkPzOBJOGPCUjZcoiv6EG/DD2sAJXzMX89BwVBoaGty38gbuRt9YN5PIL/Mxlr0yb8aOCeOBkzUMiseO06FifglhnM7gi3voLGAFNr43eq3xvWWT9cbe0LUhmDdMY2ClgS/6m/HsCJZVtDxSxK7P51Uwf1HsHraThyyAH9YrGw/QiiAf2NBjNK4BM/vler2DA3DM/OiiovmAPaKnx+cpcyuRjzGvy967naCiTwjj+wshiLmBlfVDCG+MCQa5muxtfK6SdWQ6oW0I433AadH8wgD2WfT6nANjJjMua6xL4z4wQyPgZz1oxppl05m94ZRjt0ZHS+a5fh1oP+Ci34BlteJWtn6pFWNq7axUrcP4xzwEmTjrrM3czIlsjMNTTfbAvQmahxAn16qeIIRxerEXxjCWFkJw4NtoHkp73ZoEF8DPPBzZE2szDvxwjRZCSPDEOdfZG3tnHOfAxDhwxJHvnXaGuQcOuI7z3GM6Qd+s5Qa4DriASTIdB2xK62SdtfpMw5VVNpOyXI4pm03bD6rVpEnNyTGVjtXT26NT1hXHjh1Te3u7+2QT/MHHNPYAL/T19yUyR9ID/sDpJNAlqD908KD67CSfdMKKpP+pUyc1bH1UclATrI96XQDsckG0ybzcbIcbHSHjtdGFFhJS6Thl3SDh8JPYzVjHFs0zzIv8oMuhKfzL/nk4JAkIHDRbQcvoNP8G0yGT0CNl/Thq/4E5uMexy8k1cHbQCXIKBSSI773vHj3zxFPi7zzCc9iLiXVOnjgpfvqp3sFNxoU/b0N7du7RyWPHdcrFhD4HUPxtyaMOonpOdYq3cmPrw6MOUPodqCgogae+vkHsYeXKldaTQ0nigiD+nj/8Qb+7/XY98eijWvfKy9rqgsUeJ5Dvu/tubXPQdt+9d+uOO+/UBz74Qc1bMN9JiZsT+xHHQaxTV5dzADDoovU+9TpIGnTCCf3baVqSKFCoJMWas88+2wmTpU6KXS0ceoI0Au2WSZOc4DhPCxcu1sDgsKbPmKU2F+HqGwt67/s/qLUOAHbs2a1vffvbuvu++7TPvHHSOFz/+gY9+cyTuu+++93u02NOiMIHJGTgI8537NjhgOKQ+vsGlIoySqXSJndQ0YmhyVOmaMGSxQqm+bQZM50w+KC+/JWvJgHH6S5K5xwE9A6OaNgBQVNLq/INLaoz38yeN0enr1yuJcuWqMH2va1tnqZNmanZs9pU9rxprwGvIk89xgf8DL+UsdPWHUXrncTOjYwI2oCnkm31sL/Xmw87nfjstTydONnhQO2ojh/vcOHhcGIXjh07kiRv0I2y7WRe5B/ZGxwYFL4u+rrHyeeTnqfGcUZdXY3pNaqKGSedjuXtmkelKVMmJa2hoVbTp0/1dBSlgwurx73uERXN95dddqlOP32Z5jnQS9lOZGyHDlrG4E1kj6C9xwEyvkO1WtLwyKA2O2Ewp22WZsyc5qRiTpdedrEWOGHKGzckVNDfyBHBu/zhnMTSnDlzHIy9nvwdp3SmRpNbp5p2R/7kd0xqbfb3diVJTcvbUieSSJycuXqlpljHrF61Qv/wt5/Xe991q05bukRd5r+5DlLhO4oqixzMzZ7TphDF2rplm4aHRjXLa8ZGyGwfL7/8Cm3evEUUAdLprJomt+r6G25MeKXo4vXcuW0+H9XUKZNVdFLvoQce0qnjp9TX3afDBw5pvxMbRfsanSdOaKC3T5l0RpHnTqfTTpp16HUnzrdYng4dOayLLrxEH/v4x0UhgreCSKKR2HvooYfETyySUIR/4Z2f//zn4u/2nfC86Dp+uosgF/2KPQX/yHWdbXSddQSFlYm3AdHTg467quaVovmu1YVE8H7WWWcJmjH2N7/5jW63/F9yySVqaWnRRz/6UXE+ZcoUsc66V9dph/XBCy5mlq0rZ86ZrcWnLdVx69Yx2/6z155rmb5KM2fNNA9V9fTTT2vlypUJz8CbwBBHkfCNoXXGPnKffTdgYo81thnNjQWl4liLXPQtFAqJTaKgRBGThq7YsWNbEnhzHdkql6tibuBcYnp7CXOTzLvHkuIoOnTJkiVCVugH/zIOvgUu9s9bX8zPd2BhHfQv/bBj4Idx4J4G/sAR+5g7d66AdaqTYdCBefG3QgjqtH567oXnxc+fkZhY99o63XXX3eaBLXr+pVdcQG3XoaPHdOCw+cb6rOREyeOPP578zCdvBLPWq6++lPzdvR9877vi7esH779PG9av07GjhzU40KNXXLz50Q++r6ec1Hzqice0b/cOHT60z3x/QnW1WW3fvkUnjh3Vxz72McXGLcghYcSe0AvgsWSdxHdkMoSQ9ANXyCK2m33BPzwwCh7ADbQlMQNu9zrpxxuRJJOZj7mQ8XOdJAI/2Gv0EDQIIeiU7RO4hRfBP2u98MKLCiFKaF52rIadGnJyqmJd2uhkYtH6d5cTOgf2H9CYC0F3OfnabpwB3wTO0fPwFPqAZCBwhhASPmCvfOce49DNfJc/wAgfhhAEXOvXr0/kgmvwBQ3dAV3b2trEHqE3c4KjyEzHXhiLT0djz55a4A0YM9aZ+F3ILj7KeeedJ3DHWNaBzxgDftE90AS87LTt4lcBwCm8LMOYzmScbN2pvU48Djo5Wd/QIPaA3NOXfUEz7ALzUzQDDpKlwDvB5xSIgWuBE3n4sPv2H9S61zbq1XUbbCvsz1qnDfYNqVBfULNpsHzZ6brg/At07jnnOBF4nbDbvBl7vosUC+bN15hjtot8//JLLzONRs2D9kNMI5Lt6157LdEvv/rVr/TrX98mCqr86tP0KdP0rltv1YrTT1dkhFHABK/wIjoTHCFn2LZ6x7ULXSC48uqrNKttjoJ9D3AO3sBfyUU5xoC3EILAB/fHcVlKaMs98AK9GINMsN6lTgzeajigMX5sl/1b3gabZF3InMk8jrHA3cRDg9jZ/fv2C7+00/2ff/4ZF7ke1N49OzTNxZ0LLzhXn//cX+kTH/+IbnFCdea0GcI+p1MZ66yKTp44JXiB4ur/fPd/9Ljll32y9mQXBIAJ+YBv4Kl//dd/FW+lEjsYVUkhFniAGb4m2Q3fT7EuKjQ3K51Jq8a2AP3UYJ8F/gGvA7abj9tPgs/Q09hd5AFcgCv2m+h8F275+e7jTqoWCo32D2bYT89rhv0k5OEWF6a+8tUv69//498EbDfeeEPi746Njdi3HLRfP0noZWzRLBfvOZ522jKRqG6Z1KpzXdC66S23OMG6VCXnhWbPsi5taFKXiyYn7LtnM7HjhZRWrlyqt7/9zXrPe27WTW++Rh/60Lv1lrdcp2uuuVTnnHWGrrvyct104/W68Py1WjR/nma5ODfV+GtuatSkpmbjqT6hfcq+S87J8KrtFzRH7iLrHN5mQ6enfT/IOqAjgK5YAAAQAElEQVRcFjFAzjYpk0r7SlDW58gS/fP2obPOVQxbD41ZZ/PAXez7Q84vDlgGqtUgftGtx/atz3aXayPmzVK1qpJzUUWPkXUGCfl0Jue8mDTmHFnFRGWObscuvU6Id3Z1q8O+/fDImIJ9iDHb7mH7HH0DfTp2/Jj9vM6k2Lht+zYddBFg3Wvr9bALU7zx84D9kueee15btmxNfHx8CPhozDG/vCP062T7Npx3uGAF/8J3yAS5whrjKQ6x1+9QHKWSlk5nEvrnnAcLIVLWOWB838Ghfu3YvtW+9yOW7V/pt7+9XT/60Q91p+OFRwzPc889J+wDcQB6CH2InK9atVKXXHKxZrjQya+XfNVFy//6r/+yDD1mH2yTRs1HtGMdR1x43mu/72DiB7OPsmVxyHmkU6dO2Z6cUov5nULExeedqXe89Tpdf/UFevtbr9Hf/vVn9KPvflN/9dlPeS/HdNDxETx58UWX6Mwzz3Kh/s1a6yIM9JSCRo1r5tzpQsbLL7+iJ2yPge3gwf3atOl1Pf3MU1q/YZ394w51nOgQeD146JBesawQw+2x/9fT268+06/XhcG+3gGNOjfQaV++08XnIrzlXGJdfV4l56a2b9sq7M2I/X7sGH7e4489rvr6euFvX3fttbrW7VOf+pQ+bl/x/e9/v3n/LYnuXeCCUdW8DI55S/0bLoD+4uc/1esb1iubzXjc1XrrW2/SPPsoJ0zjScbRJz/+UX38Yx/RRRedr/nz2jSdt2LtD86zb3+29foNb75R733fe3TrO98h3u4r2rfrcfxYMd/WOBZChkrm36R5L/DjKfuA+BToCez8AfvB+DzbXFhpP9Au6JTN5hK/7gr71xe5qIoOy3uPmXRONbla7Xeu4MEHH9ZPfvxT3XnH7+zDHLUfKaUsf5VKUH//iAuFvb5WdfGsVye9Jg3847Ptt505ZX+r17qt13J33H5yb2+vQhQrZ37NmVejkLI/nnPuN68G+5rwIQXGQqEp8eHQAcCFrq21fNfV1QueRx/i72HjkJmp1q8NtkWFQkH0h5d5IIpx9aZro+81NOQ9Z6PIi1fNq0Xz8vDQgLqddzjYvlfHjh6w/B5XV+cJDQ/2KZeOtdS27dw1a7R44UK1TGpJZC5j/ZBvaHSxqkF19fUCZ+iHhx56JPkJ+O9+73viIaAXzau/+vVv9NWvfcNx8AN6+ZV14g3jLS6y8fAHuOjp6VGfebLXDRvGg0wHjbfRJJcXa25bm1atWpX8rOvptsf4c3Ecq919wDN++fXXXy8aPvNaF8T4EwL86Ya/+cIX9IlPf0of+siHrZ8/pPe//716+9tu0cUXXaTZs2apybjCLwHHhcaCcq4XZJ1XIZ9RV1ujtGsaZceak1qaxcNLc23fC431ya8OpK0riZtHXXtJe0yDrxfdl++ZTNo0jswf/aLQzp9D2uMCc69lsNa2r6HQoEbbgemzZmj6jGmm11Rlcxnbg1IS24YgtXmtc+2rrnCMizwddGwLL6czGa1wDuCttt3Xv+kGnXP2WvFrMjVvyEGteSSK4kTHbrOf1ml9HYXYc8vxxqjGrEsqlYoiL4JuferJp3XHb+/UI+bzXS508hJA2vidYRmcPm2KquYTWw415OsEjy1atFD8HddG2+6c+bfiuWS92+4c42uvbRDy8sADD+shF9fvvfd+Pff889rmovrBQ4etm45r/4ED4gGOdfa9nnzySfEG7c9/9oukAMtDeOSd8B3w/ZCzBq+D38i+Wlx4xT8rNDSoYHsXVSX+dMOhAwfVZf+9xvCsWXNW8icY+DvZaxxLzp49W5NdBM/X1wnb2+q8niol51oqpm9KM2bM0Pnnn68PfvgD+spX/1N//bm/1Ec+Yl75wPv0IV/71Kc/ri984a8VFa0YUY4QeczFkFK5KNo4AkCRVHLQIn8iM0dsJKZSKXFMmyFgkpyLKtlsxkmvtJVIrBCCqi6elq3QGFu2EitbgTFn1YZ5ovGd6zTOacDCd8aNOrgfc2Ka8ygan5Pke9EMyTWDlKzl5Qxj0eq56u+yM5YSsMoMR3/moy8wZ8xoWRsFjvRh/qKNPTBO9Emn06JFUWznsSz6AMuQAwAMNt+TMd4TcNAwKlznnP1VrMRZtwIjeeIoihKchRAMa8mMiwsi4yxjxVVjvI3DTP+JvuCZ82qCy7K8QYUQ/tS4B7OmLaix6RKMI4Q0bfi5l1xzf+YxCMkaKTs3OGRc437V9ABO9sMeGcc9rv1pP16Y61wDB0Xjv2zaKlQFr4yODWusOKKx0ogGrXgHBvs14oJZ8KKMYz6fJuuzJteYm/VwBKvGEd/Zewgh2R/9y8Zv8An7qbdCzqQzyb2qrxV9jwQe8GD0iuZjiqgV8O75iuZZfm63aN6rek4Z/8leLSQVt6qTc/wkW1BJdbUZZTNWJuUxz1xWJptWzkkTcFlxgFzyXofsNPjU+60oeC53VNZ8lE7DKyn4xDgYc0Ju2EnVfvcrKmVDo0DPqpcPdk5GErrD4xUroCgExVFkozSkERsGGfZ6J5WaCk1qtDIAb+CA/nEckvkqTvpVZV5wkjeOI3mKpDFXzvC4m3LZtKrGBz9JNOwkJW/ZUEgiaKsYN/InijxfyuN95FrVfBBCEPyEPLuLxp9iLSWwy8U+gg0auGO8uyf7pm/F9LDQa9R4qhj3wfONWF7KiWwVrZuKyqaNqzh2sWYs6cd49likj8fX1tYmzhh7hq7wB3ABN31CMHw20tyHX7iP3HGvbBqFEBK5zVoXhRBUMhzMH7zHMfMs34E1hOD1DYONXMW8UHIxt5jcL4p5h4eHhPMs8z2NdRhLi6LI26wa58HBRDk5pr2vrHFf9D6GHTSEEJTJZJLEBvfYF41rCTy+D1+VvedxvVNV1v3NkooUW6wixXag8rX1/p4S9IEurJ3wucdxjTm5zryckyzBMGD8swkOZHzmDW9FAwP9SqViZQ0n6447KL0JjoCRAB4ni3vgAPzjJLP3EQdb8od77DE2DZFHnDAcO/bEde67mxjDkXk4pz99gJ/18/n6ROdFUZzgLzJOY89Jox974Zw5wTn0q1heSpbPVBr8j+tk7pEom2gYSp6MYm3usf7EERyxP5xQYOA7LZ3OJDQPIRHUhH/ABXwHDzAHR5w68ITuDGGcvnwHRvqwT9aCLvBPp5MU7IV7XAshiH3Sh2PG9Oa+/AFvE411acztWwIPwA2dU4mDXrEzVUzmog/zlM37BGqsw/w05sjbuYFOKdtr4Ifmow6kS9aJRSfYx0bL5ouh5EnfKLYecjGBADOTTasuX6OsnbeUdcSYC2ohBIGXrPkH+jAv30MIyltnsTZ4Yr9l8yd4GbV8AT/3ig6GY6/BvYr1XGSa0xd7GsI4PplX/nB91LafOSrWV3Ecm4fRoZHvys58V8Jj7CkE6wQ7SOyRfhwZwxzAAx6YZ8R6aeJ8Yh1gAB4cs3Yn+HrtVD5rx/FFB/MPPXi//viH3+mFF56zI9+rov0QkkcE1tAinU4nuo95S/aZkBWC+y4HniSThx0wT3xnjRBCIseRdREwjllXAE++Lp/QeMCB1D4HtAftcHY5WRVVg467MDtqfdLrJAV7oYhFsRGHecT2wuY3wUPRuqvi+WZMn+YA/aSLV0e0e9cOJy53JHqs6IAInCS6xrgHHmgGHATotbU5EUx2ONFBwgrZBzaKejiu7AcdDK/Vm9bIPX9vFH1z1uqzHPxeqzPOXKF8Yz55cju2Le1xwnzz1tf15BNPip+l2WDHeN+ePU4qHFdvT4/5rl8EOpMnTUr4J2saVu3nQAsCphBCQvM4ihJe528zkSwgifajH/3IDvmD2rBxo0rmzUEHzXt37dTLLgB0uNgz2YXm5act1cJ5c7XAwfa2rVuSYOuSSy6xvlGieyo25vzEFfaKAKapULAj3ZTIPzKetf6M48jB4STNdnFt/4F92rl7px39dvX2D3jtzXrsiae1bdtOjTqhZCKqzsFj65TpWrBwqQuWK5VyIH6qu8ey1KAPu8hzznlrFWfSmjylVdNmzhBvzF122WWikXQgIfOlL31Jn/zUpzWR/G5tnZLI3ahlqaYmI/42CsEhSd2XnntJm1/foiMHjmi/YdvtBEfFdh/ePNnVo+kz52juwiUK6Ywc1+u4C9ubN20xPQ7qVGe3RobHHNx36QSJHfPtrDltarTv0eokBfwwZpkdM9+PWhbhP3ic7yXb1T7jIAppDbtY0GX+LJr/qpZOkkOtDiynOXCvcVzQ2jpJw/YJe7o7hZ6uWp75ZYDamrzQa/AlfFiyzgDvMt3xCdHTrMtayBvr9phvjpi+CxbO04ozTrePOagQsWpV2CFsH7zJnPAKSZHXzHcEeNyHt9BbyOatTkDzM4AG2Um037oIfZ7e9rZbdOmlF1lOy56vUfPnz9VTTz2uon3bjOl29OhRkfTfaL6jEEtSd82aNbr66qsdFA9o0uQpDuCPGs9dKjRPNn2Xa5ELYldff41efvlFDY8MqcPJlJq6vHloUBRKhweH9Lab35q0xvo6LTttib773e+InxkFPgI+Av8rrrhC06dPV2Rd/u///h9auvQ08+ZkNTYWxJ4bHVCuWLFCa9acrZVnrtYf77pXX/na17XUyYVJpmevC6RzTd/NGzdompO2/IT1YP9QQpNDTiJVXdw7fPCwOPZ2j+s78A/dmwoF4+d84+YSnb3mnCSRdcy4OHjwgBOFhxL7CQ6WeK/geYaDT4rFU6ZMFX/rjuQ1NMzadpDMWLlypfibW/wcJ4k1Ej74ruiDEELC7/gw8AN7kz/YGvQ2ND1y5IhqamstV/kkQULxFV3EG7I///nPBX1Xr16ta665Rmstc21OOpAYWb3qTE0zTGO2BU2NBS1xgZonyZkrCbwVRCB+8vgJoRdITPMmNueRHesKPoh5H1yHEOxb1Yu3puI4VpsTf8CIboZHeAOKwhlPSGOb3/nOdyb6jD30OWGC/h0aGnHBd5t+9cvbhMzyBhW8D517zOvME0WRkBOuVe1TIw/QhDVZD13O9dVOCsDbzIOcGmWJr9dnu4I8QxfmRx72uojY58QUtguc0x94GMM9ZJnkWwhBJDgGBoZU9to9PX2CpvwN02lONM2zbqlGaeu/ihYtXqZLL79K7eah9RteV9Z+et7+B3AeOXLItminkzdbXJS9S9/85rf07W9/x7xXsg0t6fDhg/rD7+/Uiy88o5fcfv+HO803t+of/uGLie5nj9hV4GM++IJrIQQBe7uTZsA87HgDXKArSCzBB+wdXQLeGdNnfJxwkWXLli3J28xchzdp8O1pp51mPzmlARcTkHfsH7gBt/NtS6AD+gQ6cJ3iDIVG7nOv33hFN/Czr+Cawh9yCX+uPXetLrvkMiedGjRkWEMI1hv9mjt3rpiDtQqFgvbYTnbaf0Rue3p7E5tJgp99c33Dhg3mm63JWPY3Y+ZMAfdCJzORMeCSeZl5uM8T+fAR9OYIU1kjkAAAEABJREFUjsAX8o2cwU/yB9zSB1zDK3wPISQyjq/F2j29PaJwDi6RA/rTDx+B/TP/Cy+8IGwNyfqpTrjBp+wNuQVP8+fPF3ABA3amx7yOjEzsr9n2gz7Lli1LeJ911znpT6Ee2uKzADdrwb/AgQ5h78D2qov/69zuvvtubXzj75v95rbb9Ktf/FwU9Yf6+zRWKaqukNcPf/pDPf70E07ivmwTHmm59SVyv8IF2JtveotSlm2SnaxTcWGp23aSv6167z33JHrqyiuvTB7gWLZsmRQF0aqOG+E99kPDHtU6QQrswMw1jti9jOMAmVbQArqAIxKIrxtu+Ad5hjfpS4O2jKcvvih0gqfB19DAgJ595hmte/VV/dfXv6H777tXzB8kgaNOw07OhLFNxjFzcR0ZqNj+8uDRFPsmv/rlz/WVr3xJ3/n2t/WbX/9afZb7dJRRZayi2mydfamzlLLcdxw7LtlPzVmvf+1rX9MvfvEL8ZO6vHUCveFl6IIfjB4Hbhq8w0+5I7uj9l1J6JLDobhuUBOax45Vg3UfNIW/ita7/K21e++9R+AFHsXGAzs4gw9ZD16GV+GPvXt3JzF4JpOyvA1alwRd7qIIfgI0aXTxYL6LmBRLoSNvwGNLRuxz19bWiF8fabRdpS8/o40d5vz222/Xd77zHT3m4tFx24pNm7Zq5/Y92rZllxpqC5oyabrbFPX39CttPJXGSvbD+wxDn0YcY01pbdFZZ56h05x0Xrpwvi5ae4791Nnu02991mn//bDk/E5zS5Muv/IK27gbNKllsrCvZ5y+XNgyfu2lrqZWcRQpz9FyKvu06RAr5wIpvFqy/5Y2HptcUG5sqHdOQc41DRgPkRqsZwpNzcq4+FiXbxQPf02dPkuTWqeq1v5JOp1RCFFi23vtO/S52DNqH2/UMjDi44iPA45BRogn7TuMmj7cH7P/SSvbl49i++5xLOiYyqZVV19ru51RXT5nn6VZ06ZNVjYXK3ZMn7V81ORdqLOdGXDOCrzu29fuov3reu65F+w/vapXXnlVzz//gq9tMI6OWi+e0J6du9VrH/uI7c4OF2C6O7sE/Xe5qIivcPyYi4du2AP4kHs4w1PtEy2YNz/Rmw0NDRqw7FBcO3jwgKSK6TRk336LE/j3udB6m373u9/ZL/uuvmb//CcuuCIbDz30UKKr4eOsZSDrPSK3+/bt1aj99aJ5e9SxV3d3l+E9LGDYu3ePXn99k/3KpxL782vL109/8hOv8WsXcn8k5Oiv/+qvxN+efKd9Bh5SG+jp0qsvvqhf/uRn+t53vqtf/vyX+umPfqypU6clPyH+1a9+1QX79+iMM1ZqypQpamlp0cUXX6pLLrG/dvbZWrxkoZqbG+1/lBz7ZCTnENEZ6NVR+/bYshCCwEOzixHN9l3r8g2S6R9Cyn5mq/IuTIAj9B8yFsWxFtneYFtrzH/ce+zRR/XDH/5Qt3tPP/vZz2znv5nA9+lPf9r65Cvip7/Ro8g/BZCenm4dPNBu/7oo/EAKYUsWL1YmlVJ/X6/1jvFm36Cz86Rpvl78OhC5zHQ6pene58IF8+zDLbRPN9mwLNBb33KTvvC3f6t/+dd/0ec+9zkXxj6gCy+8SEuXLNOc2QvU2NAih+qKqik11BUc77Uo6xhtyHw8PDhs+RxUb0+PFi1eYHmYpL32kyioP3D/A0mMcM/d92rb1h0att82NDiU5E06HUcdPdqhjRs3uzC/Sz2W+eGhositFIsVxXFaKe8HvcG+9cYnY35pLBQcZzRJIajLRetTnqvj2AnH7uM8ssfrdzon0W956LNfwc/Q4h9iR6BbMH3qauu9t7k6c9VZLrKvFsVldGLKco/dzVuukN9TJ0+pE9lwrDZk3wN45M+Rw8jRceFDYcOBEX7gOGfObM8313xRLx685uWsoKp6XVg9cmi/du/cqkMH96q765i63PK1KZ1x+hKtXrVcNbm09u3ZrVMnjmuy+XHGjJlJIf0jjoPf/4EP6YyVqzTHfs+y5csdV1wmbBH+Fm9A73cOhD8Zc/DQER0/2amevgHHq10Jfar2wR2gqWzddvTwYfFLXuRtZPvVkM8r77ig1TkF/PqydRK2+itf+Yp46POb3/qWfv/73+upp58SPz39k5/+VH/393+fyN2r1i3gZYrj7cXmQXzBetccoji27DSLB35uMn+9/33v05tvvFFXWS9fcfnlusax360u4H/gA+/VIvPjpJaC0s6Z1dl+DA0OJHnvyS4wL7Mvs3btuVp95pmaM2eOZbGqo0ePaL3j06dcMORBhMcee0x/cM7pgQfuF7b9sPfXcfSYyIf0WR66Ok9poiEHsenP3EuWLlHrlEmqzedULI+IX25a99pL2vj6a+bDYRHv8YAufmZ9Q8Fx6KgL/H2mW482WRfde999+tWvbtP3vvd93Xnn7/Tk40+KXzHatmVb8pBt1TF7nfEKTxywr73ulVf0wrPP6hXrpP3OmxUaGzXV8X6T+blQaBB5qRPYxY2v65CLmFOsa+c6BsPW4geDW/w/q3p1dBzX+vUbTY/nLW/7rXdHzQv1iVw0m29aLeezja8lji3B2xR/nzZtunjIiTVrDRe6Bz+SI3mqtHNz6CX6YNsLjQXh3xx17mDbls3aaJxvsg/daZlgT+jLNq8xt61NixYtctw/3/PPSuQWv5w30L/n4v9//Pt/6gtf+Hv97Gc/0wve+4mTJ8T6ra2TExxHkZMRURwUmwGiKFhoKrK2TYhdtUHkvORkLYmAIRcZBlwow0CUykX3lVLp1Hgz0wVGGkMVI7/qo78m/5Lz//U9hOCx422iry+5bzVZF2Rk7GTGnpPziWZgLUeVpGGoEHoUS9HGHeUCYuibdSIsa2FGAZQNO/dwtugHLGnDnMmklXOyJ4TwxnylJLjjPmtnrexyTvBxDhzAaQCt+McSB4M5uVa2EHMctVNBGxsr2ZCOuY3aQA/bQRqyEhjy+UDSgJeGs80cwDXxnSN7Yj3Wp4UQkoIH/UadOOQ+cNAH+BqcwIMZai28wAE8IQS6KGWFiiKnL/eYHxwwB/tEedCYm++0tBlxkpURc8KQKDnwOOqCacVGeMyJpcGhAY3aSSgbtyzFGsBSk6sRMFdN66JpQnEzhCDoxrWJdYGlbLzhtB441J7QnO8krCP3J4DhCH4QkLE3DD7fOWcftKIVKnOW7UTKTn0cmRdTGaXijKI4q1Q66wJvSfwMybCdm8hJ3tg4qbhqVSyN2vcsCZ7Pml8y5oesac73jHGQs5HNpDMK/g9BLJuuPT09pmtRzke7mQ8tH+lMSvn6vOrytWKOipU9sHlThiNWHAXJ/SxiGrOTXjINq947LaiarM+Y/v4+K7khxZbDxkK956xVyk5myQUkZG/YY8vgW0qUVWQ8xYYtDpFiH7OGtR4nOJVSzvsgaEmn07YxZfOsYXbRMOfiCNejKBI0yGQz4jv75ju4ZAwKgmv0q1qWK95TbFnku0xb8BFJqvE62XRaKc9XdT8MfdZymzIMZe+ROeALxvJE3qj37mGWuxyHpHE/4zET6zOOdRgz0biGvMBTGLhG8zzj0umUQgjJHpE9+rEmjSCI/cAzOBWFQqOiKE5wAa57+3p8XvJ2oEGUzAMM0A5+Yg9SSMYwB3PLH+acaMBDf8ax5jjech4TuacSHNO3apwxH/ukXypruFNyv+B+VQ06MT06MpbQgj5p49Q3DF8xgY85uM4cFfMAsBTtqPc5MUQAjYzGceTxOZHAiqKQ6KiiZZC1gY9z5mxw4ADNoyjS6OiYQgjm6VHrqUEXjfpUsEFkPmCgL2MpxKInhux09juoYs+Mr62tS8YDF3NPjAFWYOY7uBu23WCe2DzE2swP/aRgHJXFh3uMo4GjqmVmxEnPMfPM4GCfBtz6+3vV2XlC3p4ypj08x9r0Z50QgjiHfsAXQhD3mZtjkwMK1qYve2AteIN1ehLZHk10LbAzBpxxL45TplVkWCsJPbg2ZIcUuMf3If2/ex027otJf/owB/MBDzCwLtcYy3fGATN44Vg1rwwZz9CYPozlOjqZOQhkaNwDRvqN68QRpdKRYiuaimWdhn5lDP1o0As6sEY6k0r6NzU1+hgb5rEEd8BRsbzTBzgZh8xNnjw5wQ3rAjPylbKcs394BlwCC/donJccWINreIbv/eZzxnAfvDMHY1mD8fXWo/Acc9J/AlaO7ANcABOwMU8wD3Od+9CE+xMNOJmDvhyBw+zmvaY1Yp6KDTvXQgiJPhpxMAWOcXhxpmtqah0AH0mSnIzHiStZpxGMExR3OtnJukPmg2EXTlmPc+7//9j66wDL7vr+H3++z7nn3vG5M7Ousy6x3Wyy2WTjLoQYJHiCBW/pBystRQoF2lKKQ0uxYAlBAoEAcXfZyLq7zey4Xvs9H+/N9ts/fhPenHvPeZ/3++V6zl2OBHc9TpDAfTAmQ/1Rz4CbQkODg0D2Z5TcsIKnJfs5Gqj9lsVh6xnJwLjjisQw5rNMQ074t23foh3btjgx3651619xYjfouGXMQem+yENo2d/XG23iXgePlloh2xSfsL/swxxgJHkBdj6/5OLdyy+9bHx3aM/unRqybRk3bju2bNUTDz+iAy6I16VezbD2dh3RS8+/oG2btnjvskqGm4c8+Aml7U6OOfKTdofdpEuz4AC/pLr6ep18yqm68OKLNdVN30YnPujCLsMILSl8bPFeNCOedbC70+tAGxrYFL4HjTvwQl8KW2edeWYMeHkiFHzrCnknx0UHzaUI/8MPPaCf/+wWvbjmeS070cm0i/+Hndgxpk+fqo72dvGzRDQ2oE3O9C04Hux24aLHvqGhqTH++3pZPlP/4IBofja2Nqulvag2F7aSrKD5Cxfr3AuNz4xZmjFrjmbO6tQkB/qdLhY3Njar7LhkhoP0SVMn6zQXzFasWK7OOZ1Rz6ZNnWoY2jRt+mSVysMqtjdbPkY01XPR5/6+QZXGa+ru6nGxvVNnnnm6k7o2x10j4mnQSy66WNdde60uPO8886CkIcflu3ZRmBhXn3lHwfBoYl0vEnV+xibL5ZWleRcpBkQBkGYvTdYGJ4018zYpZKLZS1MC+UQfZhv+trY2FYvFaNOaPZfRYj9SNC1afT6Xy+x3mkWCVHSBctLEDuEzenu7LZ9D9kuFaDeRO+6bOHEC6qJx+yf0FT1KQmL8x4Qd4Dsyi65nWd5qmxi/oZiYkUht37ZdFJn2uqm2e/cu8TYIb/498shD6nbhhVFxfkKTZtQNzFdeeTHG4MCds96DT5dlk6IvOnrNNdeoq+uQG8sHjEe9bUSwjE7W/AVzdNHFF+r4E5bqMTd5SH7RZ2iCbFIk2r59uwt9T0X4liw9Xq+95nrNmDlXPMi31IXP6TNnRDm7yon4xZdc6Eb5B3Xq6WfEn3BCroeccM+cMU2TJrRrguk5zc2H9evWuehYp3afo8A8wba3xwXta193vSZOmKRf/fZ3ekL50ysAABAASURBVM3VV+nm971Pn/7cZ/WpT39avDGZy2eqt9wuWLRY73r3zfrbv/07TZ4yzQXSSZavNnH9iqte6wb7XDddT9all12gpUsX6sKLzotyd8opJ2vRooU6cqTbxawBy9WYmpvqNWwYe0zXJx9/VGuefVK7dmzRpvUva5qbspe4oHCym7irXSgYcgxbV1+wTE+17JfcbKjXlk2bRCOj1bFpo/MpfrrNoboamptUZ1gpUD380CMRr27blS4XT5568mnr8F43BZ7TSy+s0eYNG10g2BblZYr1ZvqsmeInd5uKrWr2QNbhKz8Zx6Aoh52gkUWxZad51FEsqsfFCH6S64AbwZ0uFNVsz3kIperjgG0dtJvppH/KdPPDxYGiGw4j9hWZ9aLmfGGfC3s9lhvkuMM5Ur1zrhWnrdB4bUTPPPOUdu/eLWwpT8kvWbLEtFxkO71LyPKGdRtVl69TxQWeJUsWOX5JTdcBTXHz4rWvfY2WLFqic138pNlB0+hY0aHqnGur7f39D9yn5194TshfzdoTQlBi/7fFjTceSNrpAlS0t2lqujdGG0PhMp/Px+80uoCJQga0Qgc4EkMyB93FJ/Pvf7WYptg9fCTxEn7vzDPP1jSadkuO02WXXaE3veVGXXnNtbrm9Tfoxne8S+/5wIcsR5fqjNXnaFbnPE2dPjPaq9bWZoUQxP65NKcTjj9JK1eu0tQpM6Qk1STT+W03vU2vvfpKNy9OVM752cknLzdthiQbp3r7DfwD/p18FPvBuXr7T+gKPhRV8JHeSH32ndjzzs7OGJPhY4aGhuwfDwi6UqC67Ve/isVRHmbgIYWK+U/Mwegyfw8dOqT5tuEUwPA10Bka1dXXxSIPcyZaJ4ED+rAXhSp4MTw8pKXHH6eVq04TtFy0eFGUW2CD3tgg3ug5cOCAHnARbceOHbZZXaKYTOGHuGG2be5My2fZOVWr/VSHi1EnLl9ucuWsmz320btULVe1dfNWNTe3GOc+N6T3CF9+xx132JZ1uXH9csQfXO6//z7R3IXXa9eujQ0AcGVgfye7QIW9DyEIWmLbFrmgyDVoA8zoGDzkrQTeTuXNFuQdGwx9eMulzvqdWv7OOeccnXjSSVpx6imaaP42tjRH/4lezZ47RzxU1GJ9JA5ib+jI+uzV4QJanXNv6BpCiHghlyd5vePd6Dz99NOjPNNc5YEFeAG/oSc4wDMKYsB6wE3zjZs36UkX/5QmOuW0lVpi3tQ1NrgmMKh1G9brzLMt19b3MefZfc4vnrIe11wTG3Wdo6+vR63NTUrMhy4XzkrOvapO/tGHgcHBozS1zRuwfcRnhxCO+rBCQa1tRWWF/NFYM8tJQaqzveAcjcGq14RW0BgZhXYM6E7zGxywI5njEuQe+cMfPvjgg/FN2fvvv9/61e5i99zoM+HZYtv9hfMXaMa06aKB//rrr9cHP/hB+4J363XXv14nLVsmaMxAJ/B9yBv3Yrd4Q5pi8wsuNGI7Qwj23fWW37ImTJzkGGeWmyN/ow+6OcKDKqetPE3nnnue6wD1othcc+5i0sWC5I1vfZs+5L2Ndixgwx8aTfhL8OUhJOB41k1vjvXW56JlgljllXVrbQdytqUj8YG7bjeBGTt2bI84kw8RJ+I/+Vl3YgGaOMAN3ugSNgMZ2bhxg3Gueq3h+KsD3/zm190EvTfqSsX8PKqTTZoyZZLQO+zBjTfeqGsdW1155ZV685vfpHe9650usM41TKlz5D4XfbcIneKhgQesw7fd9stYYH3YjWx+VvW3v/mdNm7YrMGBYW3dsl29R/rd8GxWluTdx6oZHrn2FJR3vcyplr/X7P8n64Slx4mfVDz7zKOxLT4AGent6412Z/HCRW4YXaO3veWtWr3qdJ3o+Q3oimnX7HwF31IaHVOtVFHetrbR/qFaHteo849e+/QejwHHhsO2h/X5esc6zdFGNNg327i4VlYxjtSMqv6aqt26ONG2p7WtzTJWkEJiWKvOg2v+HI4O71ELQVYLx6bjjmXHVbbP8ixVXGerWibQlzHXN8bHK6pUfVuSEw+F1awUFftDed3Ecu5LymWpEuexNTeTGxvrLX8Fjzo1+HPBuJa8wCHHCPvcIMXHV8oVJf6v6vM8SN3f16cR4wuO+9woet55Ck2+2355m/78p7/EmGLzxo1urLXopptu0v/7f/9PNN54QPNTbqysWrVKPPCFvcEmNTY2mk6NmuiYll8iqqVB/DzpU7Ypjz76mNasWRMfRE1tX9rb24S/G3G9Y7fjUuIoGlDjrtVE3UiO0q/s5jP6jw7io3mIlnXQEZoBTeYHv77x3ve+1w2yk4VNxHfPcfMJW1xvP0Rs/9KLa7z/C1q3cZ0ai406/9JzdcEV52r1GWfoKsd5b3Qz9kN/8zf64he/qB/84H/0WzeSfvzjH4l/smHOnNnC38x3Q5T1kYF645pledchxzU8Mmae1syPnEIIKjuXl/+CR7fjKPT46WeeFceKeQh+XGttbRW8wFbhb7qdJ+On0VXi7Vt++lP9+je/tv7c75jpGaHzp9kuT3A8Bf7I5+xZs3TaylN18cUX6Y1vfIP4d5J5649zV77mct301rfomqtfqzNWrdRSx6tT7Iv3Oxe43Q3v3//hD9rr+I5/M/eyK66w3btBVzm+f/0NN+jmm9+jz37uc/red/9L//KFL+ojf/dRve/m9+ntb7tRV3ruJW6QXXnF5Zo/d64mW+4rxplG1s6dO51jHFbVQl5XV+/mYovgUZpmjukaVCnXNDI8Fo98djhh+pXU1z+kQdcG+KnxAeeQefuDEILP91sPqnEdaI+eY+ux+Z32/TNmzHS8NF0TJkx0I3tC1MPMPmV4ZNS4HVCvc4EjtokjXjtn3wLt0YXD9lH4Q3x+T0+ffVFJQ9YF6Mr1IfusYTeBy+YX/GEecjXBtIdPayzLnMO2sjZ2Gt+Dn2Dw/fDhwzroPJq1Btzg27Vju2iYDtpGDdt/Jtb5ubNnurE4R7NmTlVdIRMNv2UnnmC9OkuXXXqJeBt2wYKFevbZ5/TAAw/pj3fdpQOHDmvI+BD/lq3LpVLZ8I8Les9w3IlNnztnrtdd4Fh5kSa7QZmzLlrYYly/1Y3bp590brJ9hxLrWcFxb4NjR2QTmTp48ID2WCf5GfpHXc/AjxILIb/IJrb7V7++XT/40Y/1Q4+777lHh4xrxcxET4kdsff33nefY6tXdNgxYj6XU5vlfTbwWTdp8C+cP18rHL9Odo7LLzD2u54waLpUK2V1ds7WRRdeqHe+/Sb9vw//ra5/3XX2m8cLfwZtS7YTwD7i+t/evfuibm12/oT8HXQsAxzAM+q6aE/PEdc21uj3v/+d/vNr/6E7fv9bvfTyC5aPnY4n9/vejXr8sQd1331/0e5dW9TcVNBy10FOPXmZjl+6OOrNgnlzRb5ODfkl3l53k/mhBx6M6x42P2qOUcgL5jkWXrhwgRbMnxfHSSccr9NPOy3i8kbHGBe6BnGSY7Pjly71Hif52iqtPPVU4U97HY/vcV6UJknkHXKOHcOu1jleZIDXRtvk++671/Dep4cfelhPOwdcv369iOHwH2lmv2RfErwOsSHx5wTLbb15HEIQfhzaxf3chN7mJi950/4D+zTk2gjyzEAPkGGO+IqqdWGK41/04KSTTtTcOZ1qK7ZaN5ut4w3KpYlrGYPabRx4iOuBB+53/HBfhPPRR5wP2wZvcd2q2/xIcAI5N3BSCybDcNl4Vm0yqz7WlKSpsnwWj0ev2XGayCEEJUYs9XVGCEHxD4T9GeQYzGGEkIgZKH7VEQTGueKCR5alVpi8R8EESV10qXqZWnTymQnIvYzqq3sidBAfYgw4kB2x4xpyMFuxsIYQBCzsG0JQCIbVRfmaKnYG4zZgpTiqVng6Uqnxzhu3mmHGwIy7uFPyqFiB2JN1OLI3cziPko86YBm1QDM3GK/UgUsIIXbVh60IjFHPYb6XVurruVzmgCSvnBVQ/hv1/QwCWeaxB+vxGRw5sqen2ohXxbVj5zkXwlEBAv4GB+kIWC4H/WpxPvdXbJSgB/MZ/3cv4GBPrmdZLsJWbyedpomVO6+iBaqtrRiPxWLRQUJrTGLyNlLABSzAz5F1MvOKaxiGxHLB+SEHbaNuArIv/C7ZWMD7mnnCkfuHzDvmMkqm/YgNKvP5TgEVPg95HdYs+zpzapYFkuc0pErcSkx8zLI6ZbmCklqqajlREjIluTqFXF5pVlBdXYPyDsYIYF2JUcmNWH5qaNR8Kjn4zDynpaWoluYWB28NXiunxEQzme0QCjGYyxvH4LOZ+VlvJU5T08r0aHQw2+GkF8PE2xg1y2KDaZnz9YQFEAJJOfOnatnP8jnDkqmuPq9WN07bOlqFPJZMH+iELHJfPssrTRLvKFlwRaA8Zoc64sIPx5LpYYXxRQlYsiyVp1sOR5Q3XMjE0eCrXnUOAuARk6EtMupernGtj3zNWS6BDXD5nGW5uGaD8cx50VHvmfpivQ1g8CLwCb7UjFuWZcYtZ+c3Fo8J8y3fAwMD8TvrAeuQec18DGmDE1r4zDrMZw0vK+SW79CX+5hfcCABPlxjPve3trbGIJdr0IuR2hYxn3kl07JmOUN+2If1ipZpgpdGB6s1w81AR9j3/96LPHMOerAfcjgM/l7/6LWayV5VavuRpImgJ3sAby7yuBrP9fT3uCBf0rgT9cGRwXgkUQcX5pbMv3HLIfCGEMyjusg3rjGHvfodsIyaliGEeI2mRZqmamtrF8UD5qCnwAsM4252sB7HIetNCCHyF1kAtqamRt9bdIDeZj3PbCvKOgqH7eOrdo+9oSf8wzn1k4AZ/0IhH+XFpLM9LTtgHIl4QkfgYM/EvOd+YAQ+zg06oIOOzAkhWEYTy1YmKXjvitcoSf7MCCFVmmYRtzQNvjYWZaJmXta8MWtIVWVZXqzJ+sDKvlwPIQg8QwhxH/kPekAb7oWWfA8hmIe1OAfZYHCNtRjII3IGL4KCwIf7Q0i8fs46Nipkgn2ZyzyOhVdlVf6DrtzDYE3msA5wcg75KjsZBB5PVwgh4ooNAC/WY/6gg2COdeii9TTvPSjIEHjmrHucHx0bNkzDNhMlJWkScYN/wy7usRa0whaDI7RgP3AmWEaXOE9ADcx11nFgBU7wmehkBR/A3MT8Za3/ey9wMh8Y87Y7rM+c4ZEhy1fVPC6bj+ORbtxXbC2KdficZfn/lU8KpVmWs1wWzN8sygByCx/kvxBCbNgQSMETn4rrA2Pe+7I/ezMfnIEffLgGfKNu+oU0MTylKDtcYw73kPjv3LVT/AQddEuSNBYlabi9+NJL4t+LIYE5xnPoRRE7ny9YL+sAJcKcmR/wk3nABY75fBZx4nuDfXUIIdpKviMH2OFEQan3HLc/CpIaXRzh7amGhjrTShp1nNNkm8n6wPHyiy+JN2hJCNgL/0PATdC/0QUkgj8CcugAvfB3DfYBZRdX6u0+kPNPAAAQAElEQVSbxuyXR+1r9zrw7HJi0NN1WN1uKPU6UR6znV7z/DN6xY3Iw/v3uJG6Ry88+6wef/QRB5dBedu9itfZ5wbrA/feq9+7gEvTM0kS0+ywk5bdItiH5mmaxtihVBqLzemtW7eI5lDRBZqc6VJ2MIt8I3PIGME2Bd2S9QI+nrz8ZC1btsz2qsOJxwmiiEexg6IqSdkZLq4udkI934H+Ih9JSKEDSSG0LTp2meXkdPWqU/UaJ3LTXTTr8N6Z9WjFilN0tYtmr7v+DZo0daZaiu2i4NvSVtRxJ52gq669RkvcSCtVy3rGRT9+lozka+eu3aqrb9SwCw6PPfa4Gya7LU+j6u7uUZ1pnCaJC9xH3JA+oqqbeds2rlfvof3qM40r1ol6X0/GSpruID5Jqm6sNWrTpg2Wn5z46bp+x7Ukj2efvVo33HC9rrnmajfEJooHqlpcmCYO2uA1f/6zn+p+JyBVJ/0kfv2Dgyq6oDPJ685z8sO/4ZakqU459RTxb3202GemIRXyNn/eAvG2w8JFizV56hT1OtkP+ZxytvENjY1R93hoYIubNfgRi6Ty+Xy0K60trZbfUZGUHOnt03Q3qnfs2OWkZUhH3IwYGexXVkjsI8bV39cb7xny+v29vW7QlS1DOfHWBIUj5Jm12aPe9o23q+AhxSJ0Mzj6OXKkR2MuxtE4yFvfCo7jzjn73AgjNgk/Q2LFWyUUU+tsv0iOWIs3I3nD8+STT1ahUIgwcp24aPPmLVGu8sarYLwpqO7ctd3zci6UP6o+w97Fv2/lfOH1r79OV199tfjJspNOOsmxR5NlvUs0Fr773e/qc5/7rM46c7W/n+ZG0IAaGptdHCipfeJ0dUyaps4Fi7TRzY8XX37FDbRplpcxrVu/UdNnzNZXv/5Nfe7z/6Kf/uJW/eK22/WL23+tP/zpLv3uD3/U0889r51OrHlz409/uVuXXnGl3nTj21RnGT3Q062SmTkwMiyMRMH044HXEII6Z881HvXGoS8mg32m//C497RteGntK5bVLj333DP6n//5vr7whc/rS1/6oo9fiPj98Y9/dDK+XbxB/Owzz6ujvSMW6C+64EJdcfkVOumEE3XT227SZZdcGtdGx6Apdq/BMDQ3N+v5558XRRxsLjx50oWOwYFBYatYd3RsVHnTHP7xFPZvfvMb8Qff4d1sF5Uo0E+fNVNLnbxPtkxTzOCBigP79mvUeVY+l4vxOmviw7A1xHf8hDA8ude2Cd4iG8gZcoIOkMxv27rV/ij1yEUfgp/BXvBQB3gg988884x6LbPQdLobLiarsKUNDY0u8h+IfuvQoQPm5YhSwzLRBRTwwfZid3M+x94Nzg9ai0Xt2LZD+3bv1Zh9cuoYZtWpK9RYV9Ck9glCL4vFNi1ZslRH5avBdrLNe9RpwoRWdc6ZptNPP0WtLS1u8DSr2FK0/h3RtBmdbljNsN7aHo3V9Je774tv7OCbGq3H27ZtF2/CUDDa7wK0/EeBZMA2BjxpOg3abgDzJhduurH/9kGe5sLJAsGHaVOnea/DnNJy28xWw5lzY3jEsesm69BzL76o23/9GxfSK5o7b77tWEH8G5IjYyNqaGrUCS5SnLLyVF1z3et1xplnGZcFOvOsczV/8XEa8l4bbGPudEHtjjv/oH0uekHDgb4B24iy/UiP18tEowg4gRl/zS8o4G/gPXaCZgwyQpObJsCAcw/kkGvwFH/Q1NQU344Zsd/jTYVzzz3XNqqs1DYS3rM2tCkWi7F5j8wQI3ANOWi3HsBX1mFOCCHGEtgt5mBvyB+he09Pj5I0UXzDdf8+pc4LKLjk7PNolPKkPfMpVE1w0XTChAnRTib2Dd0uQNM8CkkQRVh8JLKEPaawSMNnomMy9oQmW6MsZ8alYlmZqLGxcc2aNdv6X6fOzjm69rrrdNoZqzRl2lTNXzBfJ7iwSawFQ6EP9IA+7MOa4IPMtttPHptDQe8cN0nPPe9cAQv3APNxxx1nGW0UcKAbbb4H+jTZBuDH24pFsRZ6uGHDhlhA5+dzn3n2GT3jmAJfDS59boJAW+bCN2JjYMGuoNPQlDWYh99J01Sr3PjARtB4WLnyVLXb98Ez4OuyHzrvvPP0+te/Xrzldb2LfsuWLbMOnR5tN2sxNlvmWRtZmO6iKPhgf/Dzjz76qF5Y84Jmz5xhHOv1lf/4d33685/W5770ef3txz6sk1au0MSpU6zJNW3bsd02Yb/9+KaoK7yFRcOTAtztt9+uW265RXfffbdjhV2QVCGEaHdCCEqSVPylxgk5y7J8lCvknOY/Mo5MABO0QGZoLFOERz5DCC6WNqq+rk6L3AQHz2JbMf6bgDQbaaTwJuiobS48wcZiL6EVvIZv0Bzasx70QxeAB/mYatv3pre+Wa+56kp1umi8xvqOj37729+u601f7MOLbsAWskzB/+3avkPQdcumzcr7XCHL9LgLj10u0I44j8R+/+GO3+uHP/yheHAon89HX4ptn2m5RR6Q9ZzPT5oyWfySxwTb1vPPPU/veuc79clPfjK+9UYTlV89QJc5d4UbItDvoYcegpyaad/x6GOP6Oc//6n4ac35jhE//vFPaPXqM0zf8RiPIn+VStk6MxpluOIcGNlBF5AL6INNYEFsJXu84Q1v0Dve8Q5d6niytbUl8hG5JE9G7/Ed3/nOd/TZz342vmn41a9+1bj+SHfe+UdRtH/ooUccI9sPOAZ87vk12rxlm5Ks4JipQQfcKNzkBuyhw0e0efN2bdy4Rb29A6b7XE02Lfa5aXT4wEHKRaK5cN4558bi9Rzr+fQp0zRl0mT7lLp4vb6QU71pWFeXs99o1EzzcZGbZ7Pd7CiXx9TX2+M4oNs+eciyUxAyUHmVFsheybH5mG1JwTFX3rET8tJoG4puN9gH5rK8yq4xDrpBM+oaReJ8veL6VsU0LHsdBp9l+Uw9VyFR2Y0nhm+TQupLOVUrQf6kNOF6OeaKVa8RbUDM+yviQYbxaknlakVlSWkhr5KvjToPOeAmUtWfW4vF6CvqHIPnQk4Vw1/nWHHO7DladtKyaIf6HK/y4AMN1m9+4+v62Mc+qq9+9T9iw3+t4yLgxZZhmy+44IJoP9785jcLWb/BDblrrrlGNNr5xRDsIbHNjBkz1dZeVFNzg4ptzap3fpXPp4ay5nhz0HZhX3wohMbpfscu+CbsJ/sEBbFnEoLnK9rWEEJ8M+1Z28fzbMP+7d/+LTZEkfFPf+Yz+o+vfFX/+q//plWnn2EZ2SLsP2vybw/Ch/5Srx5/4THdescvdNsdv9Qdd/1et/7mV/ru9/9b0+wDml3jbGxsduQo7y7NmDlLy5ef7AbIaVp+8ik6cdlJ4mGYU05Z6Ubm692EvFk33XijrrB+nbJihRa4qT99+gz7l7yI97AZ5JLgxLHm+uyQa0/g1eDYB3uS2QbkHetwDpvCPdiy2W7qLj95hZsXLZaNsvBDWx0PbHJzZY+bX0ecM424GZLYyuaSmirOI4N5zbpzOzu13LHFBeefJx4svdEwQq/p06eLP+wJDZmNXovjWjdnnnED77fOV3/zu9/poUcecfNpn3nXLv591Bvf+la94fobdPzS4zSxrUNnrjpDb3L+9dY3vklXv/ZKN3cv0OWXX6Ibrn+93vue9/h4vVafeaaKljuzzDalLGx5YtnLcgUVLAfYkZAEoQutxdYY211yySWO85bYtw+KvA1bB3ybN22ONglbkuUydXRM1EznB7NnzdHixUuFzV28ZImWLl0Sc+EZM2ao2foILfEPBw8cVrlUUXNzs2t8bUoM1LD5gEzkbQdaWlq95gRNmTxV47Y9Scgc5+ywXjQ6hh2NcSMNVWRpw4aNwo7e7gY1D8HAF9ad6VxvmuNB1ux1bAzPsXvwe9gx+QHHmGvXrnXu0KOZ06bpvLPP0llnnK4Jjgu2btqoP7rZfesvfhnffKxVajp8qEsD/YPKZXklxrnsGt+466IjzvdCktouj0ea7Ny5Q0e6Dym+kGQ/VnZ9t+KGa+L51Ntp7g66Vjrk3PPwwf1KQ03FYosmO99vbKwXMgmseejQ2hL1YMniReLtUvxlvWsrVQvNqO3d8PCo4FuSJKZNQ7QpvhTPVSsV02pEyBY1D3w8fux973uf+HWp79nuP2a5GnL8yU/GFttavUajqLccdBx45EiX7duobUTevnqBVq06TdiRpebrBMeBxWJR5P6dtufTpk43r6Y455jmupf94MRJ4nq7ew3kMVldpjHTYdi1HOrEO3Zs07p1r2jb9i06fPhApNee3dv1ipus+/fuUp3rNgvmzNRZroVceuG5WrxgrpvS7WpubFDReQXxXprmLJdDloWDtltew037Xuff9B4SW4y849ic7fxhN9R5M/8f//Ef9fGPfUzf/uY348Maj7gRun3bFtVb16dMnqgsl6q3r0f7jDtynYbEfmuOkKMJjnnR43rnjJntA/Zw/YZ12rR5k158+SU9aD9OHMU+yOCwY4d618UKr/oieEnMP2vWLE2zTBZbilH2W2zfWltb4+c0TTTseL+vrzf6Omzwrp27tMmyuNv2pc9x5yHnHODDXHTs6quu1mts6+DL8uXLo64RE86ePds2vkXDzll279mr59e8qL/89R7dddefHdvdqySEoJqNU6VStlEvx8CgZgFNkqAkSZSYcPlC3oA1OaBsFAjkcjn9//tLvFaapsqZgFmWU6Eub0GqU119QVlmVrgoQTGvZAGo2il6ukIIcSn2ZN06M4FTw044h1zUG3BXf8zKQ2ANPOwfQvAeuSjcCH3FAs6RNSvGg/UJzEtWymP35QwPG3EOpWJgEHD+IRyFAUPEOswBnorX5R72BTZw4zNrci2ExHhlEZZCoc64HqNPJunVNe3QWZP15D+OIQTTuhJpzZrgxPBl86IWB3uEEOL6mQWNfdkT2MDt6OeyFXPcyj0a10IoCxa0EOBpLdLn2Pr1Nux1DrYL5mW9hbfVBqW5uUmeGvc7VmhnfQbrM4CrzYaQgJL7j8EB/RgIeMU0Zx3mEtA3uGCcswyMu3hzFNajcnUMP9Zg8L1iGq9d/7JYR1bWmmWR/Y/hzzoGMOKH4rU0tbi52aAsl1dqxU9CqnxaUD5X8LmCBTpnnMBfPqa+j2NiVxwUlMaRxnvz8XO1GkynivlRVT6rU3NTqwME1s98r82rdSFIyizXTU2NKlg+c5b/xOfkIitGvWr8c2miRgcOefMqn8+8XlkWj/iGQb6QU+bgqqGxXvlCZnlJlfcc6Am9CCoo8LbaCNQ7cM2SVIUsryavR0Ed48DcLMsZ1pKd9pjiE2/jo/4+/ur3UTdT+F62TIwphKDUMFuFlWWpCuZ7wbKRGT6OLS1NpnbVcFY8L4kjn4d2Nd8/6jHmtUsmfdnXUq+RKfFiIYR4RKbRH44504N14Rkywb7yH7xnjj96nZoDy6HI5zE3Nbx5PDdiA8k9zGH9vJ2dFOKeBO0YqAAAEABJREFUyATX2EP+Y4+a+TFo58vax/YFH/bkHIM5jNbWomkNzcrmJXimcd1GF5kILJiD/HEvOgGN2Z/zIy5QjtgIl12oHnVBfNBOulIpeb3E9B6P6wkkGKnE05h9g30aGh2Kn0sO/IGP9Qx6pF8IwTQt89W2oiGe+/9wLCmEEK9BR2Bpbm6O8KJHBCy9rwYvBGZBwTKUF3OGHDBBO+AFfz6naRJhrVpGSw5AGxrqHGAVxRbYWBzylClTLBcF41OK4xis0JP9oYn8B43YAz5AG2jCZ/iYy/JeM8T7+c7Im4fcm1hecJip5RCdBrZKuWp7NeaC86j1uNH6mlmWS5a3imlqOtpeskZTU3OkkbePdAIe1mFN8KzafwBnZnk+JmNl3wvtQgheb9zrVSNczGdvYG+1k0XfmhyEco7AkSNrIxfAKZm6XgMc2Jd1SSqZlyRB3AuO0IURQoh6FEIQ98ATBvaKPYGPNRjch1yAY8UZJbRkXeDmPPiwJ/eWbRtDYttlmScg4P6CbThH5ocQog5xz0QHWuzNWqOWXWSGeSP+zHVwDiH8L02AibnMYS/4RDBz+PDRoin04L5W+4m8bdXkyZOifQOfVtMQGI/NYR57gxtrwiPw5zy+o8m8JAhkD66BO/eDL29Lcg58GFmWj/RtcXDHPtzXZF5xjT3iPbYfo44JzKZId2CCd8DDZ+SCeSGEaKtCCFGGmJPZVoFzls8UQlAdibfPMf/YIGFvbSuq8ird7QVEMYDCb872ueoTAwNDXju1LI+KQJ59R2wvQjgqC+DOeuyZtz6k1gFwGHbCAb3BBby4Dq24VvPCHPt7+9XTfUSl8fEIYwhByGUIITYRqpYb5tVZFmgcENSnaeJC3Q4Xp17R4YOHnKD0qtjcqL17dqvbCWnFRQd8BrQfcFODNfpsTyhKH7MrI7Yju3bu9L392uwiI02O7W5+DtuuHTqwX8+5ufD0E0+o70i3tm/drGHHZi1N9Tp1xck6++wznSAuso1pdaIyTRQj5s6do2vckDzLCRU/o3blla/RTe98hy685CLNdWGLn7ml+He5A9dVp50mChMkwqe7SHrW6tXRtjU4loj8elXPkdv0VVrm7A/NoigDnN++fbubOM/ZbtRrxozpEZay8d6yeaOee/pJ/fnOO9TW0qwuN0BGzSvoXlffoHHbjWYnmvMXLhTyxmi2zEKLmmk9xYXreZ2z1WFdmDShTTzRyVt5dfbpYyODGuzv1aH9e033fV57nw64AV2Xzylx2WfTxnWm1VYXC7tVX9dgPlbEk/yH3LT40Y9u0bPPPm8eHVDBzYleF3qg2zlnn632jlZt37HV13bqiOnd2NAUE2F+MvkJN3Dh+YATAYoNjH7zUrZN0IC3O6BZ3v5+rovnbR0dmjWn0zFInWbP6tSyZct12qkrjWtrbFbUgtTa2qK6Ql6txVbhF9A/1kBWQwiqSfYnOf+/ok8KCuq2jB44cMANkxbtdHJxpKtbI47bK/aZBfOm1bSWIy8e/KKwlVpGZ7jQMcUFP/xPsViM67VY1+e4SFvvuBQ/h6/hCH+GXKhrbGxWr3WiNF7Whg2b1NfXL5pFc+bMVbsbHDt27NAOD5pn610wee973xsTwW1uJJHs/sFNSQqk2CIKxyP20RRWly8/Sc+/8Kx+9OMf6Cc/uUX/+R/f0MsvrtfihcfpYx/5ezcNl+m8cy7QvDkLNH/ufLUVi5rYMcHf5+p1116nNCTat3ePBq0HJPG5tKq5syfoggvP1tWW+5NPXaXu3iEVGls1YeJUzZo7zwn0Qvu7MZ1q+r/jHW8XxbkLzr9Qn/jEJ3XjjW/XRRdfouNPOEE1rx35aD9XctGg1/wds807ZPuMXxh0AywxDwb6B+KbZpFmlgeSwwMH9ppXqVpNV9cULFt5qVrT3t2749u9CwwHdoeHESgQ8obtzTffrA9/+MPiZ+be+MY3ClodtB1hPZqYNBb/+te/OAnd5MTxbieQd8WfdPvc5z6nL3zhC/rBD35g/V9iWT1i2u+PCWiSpprkJmhra6sLQEtjcWav5aTo790uopRcuKAo95a3vEVXXnmlkP0x2/bhV2NCfCs02Ozi2n333+8CweHog5ClH/3gB7rzd3foW1//evxJZH56Ef7nbMsvvfRSUYBk3TVr1kT6bNu2TdhhdBpbQcEiNXzsMeo9sd07bfua7Guw3cDCOhTHd+/aLZtm8+w0JUnqAvcGH4OL70NRDmtWoI6OdtXbluB7aHSwBzyiAA9M8OKACxCdtol7bUuHzcvegX6VzN/D1u8+F19QBvxns+O+ijeE7/3mL7lXzXnRuJuXM2bMVK/lf5ftOm/KdNou7di+VRss951uHlxw3jnCjiLvzEe3ZrjoNmXK1Bh71mo1hRCsN+1sF+Nx+DPZfAL2OuexTtOV83+yzOTTRJMndmjalIma6mL+8HC/Bl3c7HazCt2jOXrhhRfp8iteoxHDt3bdBst8v2gclhx77nER5bDtRGvbBDEGh8fj8WTrRue8+Trz3HNVNTwdbpZ02gbscbPgySefEsW+psamGAvU2c+94kI3NE3NsxBCLL5CFwY2CrkBIXic8xzkm4IXTWR4CG4PPPCALrvsMvEGEvdgu47dE0LQsGMlbB4DmuFjE8dfrH3ERSUaW8Awbr/Mvcyb4ILQC24kIV/IGnzLZVls5Jx+xhma7QLMvHnzos3EvgH/LBd/KIADI34deacBw9rsRUxaLldsVwYBL+Z14AUsnKAghFydfvqquO4Ux/F91n3WpSjcYXvPmqwDTOjOoUOHXGTbpkOOBe574H5t2+nmn/1gms+plkgTXXSss+w/5QL+Xtt0fOIGxwAHfd8GF6PRf2zrEfMSuYSe0GSDG6TQCbmi+M8bsK+4mLrXfOx1cXPQ/mCDC1fYrda2omVnUHPmzlVnZ6d4EAX9Yx2aou3t7TFup/l9//0PiEYka4MzdIM+IQSB+/Lly+1LS/ENAfbFHyAv8KjXthK54B7gwCcSJzGPI4MCO/MW2edDKz6jo8CF7l911VWimcIa0PQjH/lI9JVTpk5Vi33lBMcEra2tqnMRttW6j82e7Bi82TLLz46uffkVnXj8CTr+uOOdxzfaFrfGAXzdbpbvti0Gb76D585du+JPN2N/BgcHxMMowA5s6HLZMQp6wEB28f/cd9ttt+m//uu/9L3vfFd/cKH6j3feqbttp5csXmx/cmOkVXOs84QYA5/pWOzGt98kbDwxGTYSnWi2zUE+sRd8ztmOYhPAl+b/NsdW/bZR3/rOt+IvMfDAzV//+lc3BfdoyPEkD6yNEts6xkFWGcBa7/h6nv0NtpWY8v5779NvXKBvamyMbyyNWj5Ghwe1y4VgGrIHLDc0C/t6++yLX9Ka51/Q8OCQctbDSaZ5T88RoTesj3zT/AZu5I/CK9dodu7atVOzbA/f/OY3OTY9W1XnUocOH4w8ZD7z2h07dJh33Nvc0hRrNcSb4I8/QN6gA3acWAW5443ac22zeEjrn/7pn9yo/bl99yf05S9/OR7f9a53iQclsAusu2fPnujvD9tvwzPW3eKY+sc//rF44Ae9ivJpm/fcc8/r6aeeUZrk1NrarlxWcBOxpimOmebM77SdrKqWC1p8/BItOW6p8q5FgT/Nmeuvv14XX3ChZriBkdSkYNtdV8ipPp/GuG6CdWuhY8FlJx2vkyyXk13oPuH44/T2m24Ub4shL9SgslyqZte52q2rNdOs5FotNKfpjBwCPzqLnYI22AHqYo3NjUq9V0iC/WCd4W+1vy1oyDaVJl9vb2+M23hjrrdvQENDox4jGnHTBDqNOxYYt/9IQyrWLDjPymxH08TGyTqP/JdLZcdFQUmSqqpE4/ZllTTVsOtgg2PD/u7rpk/VBDjUddBNxk1uSr7oGPsZ7XR82G0edNmeddsGNroeCg7ocLtps8k2CruD7m3fvk2PPfao7c+z2rBhvdfZ4hhis+HvE3ZlmZuNyAHx04UXXqjzzz9XZ511pk5zDsODHatOX2n7P8Pus2wcseE1+95SlAMDL/6QXca4a6TYuGA8oe++fXvV398fB/qP/GC7e+x/Cs4jp02brkmTp5jGDVqx4pQYVx1xswO/0zm7UwsXLrb/X+bjQi3y51kzZ6tgWrLmQdv1myyfP73lJ9q53fh0H9S+nVu17sXnTKdX9LLtNn4777yB5vWefXuErE6x30fe+flh4qo/2cbwRi8PLk12LJ8Y9nr7aOzSuGMpYlF0B1nB1rE358r2afC23nES+htCor+6GfGRj35U3/zWt4X+PvDgQ+Jnv3t6eiK9QgimXdmylBf2iGZwm+NaGkPBsRN2AV1m3XH7ZWjJseTaP3IKrbHnPPyAzYNHNHLmONbANzd7LXwcPvEr//lVferT/6TvfPvbuuuPf7QuPiXs+B43osbHR1RsbRZvW06bPlHLTz1B77j5rfrA37xX733/zTrrnDOlVDpiOR81T4klRtx0keEHjmPwAAsPAxNfQ58hx7oFx1yXOO7/zGc/qy/927/pnY7FV591loptbSIuuN+xL76312tjx/LmZ0tL0Xluk0rjFW+RuI5RF2Ml8E+tE+yJvpTcXKU5CG+wSegstpi4gHXxMwcOHHS8fqLl5iQtW3ay5jrXIZaQgirm2VQ3qohhoDO8DiFE/cYHT3HswZ59jj8OWL56DCNyvWf3Hjeq92rP3t3a4Vhj2Ha+3r4gbxluss/kgZkpjkknxAZiu/nboGotVaXKyJyTS0PDJR3u7lVP74AG+ga1fftOPek8fs2La7TH8e9h6/juPTudWx8Wb4Hm0kQV1+JHnDN2He7SkP1o/lV7VnUs2td7RPxzM329Pdq1c4cef+wx4cdefnmt4/gx19IS1ZS4fluLsezQ6KiGLc8l20EZ5yyfj3TGf0Bj8OaInaqzzmS5nOPWMfXZR1Fzxb5UXT+g+d9s+5jP5xzLDQsb0+M56MrkSZO0eNFCYcexLfmsYHy6ov5zb51p1tDQqHr71TRJDUYwrQpCh4rFonhwcIpjkvYJ7dEv8nBDPN/WHusFxBNl5+P7nXetd6P10IF9hq9b465pz+2cpdNPW6lTVizXzJkzPL9D2MKyfcfufQe0buMm8W/a3uu4+bfEFn/+ix62XSQu7Hb9Ik2DyEFoVvOdt1vvv+8+PfH44+It4a2bNqvdMM5xDDzH8R6+VbbcwVSeMmmiJnvU24cFSWmaaoZzGxr92Ioe6z9+l8/4TuSUeIPG6iOPPhIfxEOGGfjVTYaVhxK6HVv1Oe7kHr4zDtvmj1jPcpYFHribMnWKbegk41tUvpBqwPn7ZteInjBu9979Vz304P0xr68zv+c4v1q4YEGMJSaZV9ggYqTUvEZ3tztnfPKZZ3XXX+5WkiTBQly1EFd8tGImctElp4K73gwaMQo1Kfh/FqiKBQshGXU3nIEzqFiAk0RejFGTp3myxdJr10w4mInhwMBiVFCSvekAABAASURBVOQ/iJckqQW4Fo1lxeuGEKKw4uDy+cyzfHetFgPsqg0n62RZTihk4g25B1g48j3LMsOQWKEqvmfMCjISDXLZgShzMLIwqNeBWk9PrwV2UMNDIyob/hBCPI7boY/bKMNEnDzCheJzhIh1dhqpGZ9lebEuhgPcUCyuIcgdTmbAAXjAN9LI8I/auLI267IGR+DmM3M5hhCUM6MYXON47Bp7sB4jhBDpwzn2Z7AejZJCoWAaZaZFUMnBUJomNrwNNoAtPp+P54/OrfPnxHNKpte4FX008oM9WSMEy4aTeuZmpntLS7OgAQraaIMIj3IWUOZnpj3K0tTcJGgwwUkmxwY3BFmL6ww+Q6dGB9MErdCJI4ZlcKDf/BjQsIPrkZEhGWzLQz6OivHgrR0MEQ3MmhW+ZpnBuVTc5Kp6JKZIsLwYicibmhU3y+WV5QqqVmoquRiHg8nyeRueZjsfAr56y2suXoOGFRu/ggubGEZwq1g2BgxXV9ch9dkIUygs2cH0+dyIjW3Z+0Lf4M3597uKbS2a5EC1UOd9s5wyj7z3Yw5wyfQExpx1w7ZIcpGEgbHFyaSWrZrPMVJPKBQy5fM58TnxPdAY2hXM45zlJIQQ5R3dQrY4x6iZDujGoBMRZLliWoUQvFbeI6dRF3P6HLSN+YgcjzsgHXYyNGbnwb3MR7Y4jjs44LPJazhSsTcOBby4zt4lBy98T5LE6+ejUcb45LOCslxeLc02XP48bKNG0DjgxAw5aHISB87cx+BzPp/FpAdYcsYRePgMfsDBPPjPWtggrnMfR+BgTtX6huyht8Abr9mpsA4wJ0lqGSmJ+8EP2yLLSy6XCJtnUplVlTiYz33VUlUNhQYVcgXl08wOfExDQ/1iz2Nwsk/BRWl4BH6J6ZFlmeWtMY4Qgvcti7+CecicqmW5bJnyJe+diXvKtlkhhHgP38G114EKsKRJIgVFXnBtxDTlp7hl+Afd9O13cR98uFa1vLEWMMp/IYQoL/4Y10b/crk02knom6ZptAVpmgi9RI+BkX2Boc9BE2PMyQ/nbN5977gDhCHb27GYHI06QRq3HUU/cDjB8KJbgy4AV41rzaNsfFkD2tQV6sU6SZJG2QohKIRg+Jo8GiM94CWDdY8G54NxTmp4gSPxHuO22/If8EJbfxT84NqxeeDAd/iFHWOEECLOnGP+UHyIZyDylftY9xj92Iu1oQ3yzjXkH/yAi8/sC/+Rf+ayJ/NYm8F15rIW6zMnhPC/sIYQlKRp1KOq+YfscX8IIcoO63GubBnhM2smIbEsj1peqyZlzWspyhJ6iq4BK3ThyJrcA77IFElbX1+vbXuz769YrhL7oDQekQ/ozj3mSuQPNAN2+Y/zDM4xj/2gL0f8IPIDj5nPvGPXbJ58t8Sa45YVrkELfAy04zP4lWz3gYHid9W2mWAJmKEfNEemoDkjmAbyX8m2iPsZ/hrlPQTz2DIbQjBuOSU+hhAss8NMMb2IW0IsbvOk8559+zTi+eOW0wNuKhx2kDbkZmOWz8c50I79wSeX5gRtQzjKH/mP8wzgYt64ZTOEEOkXQhA4EDAecZIM7tAHnrLH2Kv2dgjbbZ3hHDyEHuxT7xiE/c1olUbG9KwLMPf85c+xYbjHiUuolTXiRGKHiwJ7XLTb7KIobx3tcEGBJA7awRM+UwSm4IwcsQ8JEcEpxV72m+Qid82JyBAB58YNLp7tdCK+XRRnzj3nbJ1w3BKd7KbUJBe6wBHYmpobNNUB/tKlS+1jj+owdphzBSeOjW5UUoyc5iIRR0urSGrhuywY4Dbk5Iv1wDEES4kHsBEkA7dJLAow/BzYIReFt7uhMOoEYcmSxWpx0nvQ57p7ujVWGlOaJXrppTXavXun/mo6PeZgfMOGdbHIwhOT2KnM/rrfRZ69u/drdHBMG9Zu0E4343a7yElsknrDvt5u7duzS71HuuyfunymFv0cAfp0N295OwY5RQ8mOvCucwLUY5u9YMEizV+wMD7x+djjT+qwm45z5y3QZZddoVWnnekGVK8OHDjsuKlNJcvJs25ad7nwM+am3+49O/QXB/jPuMi93QVN+D/ZjY8zXUjn55OamxpUMt4UhyZM6NA555zjxPh4x3qtmu7CWiGXxYfDGmxjlyxeoiRJxcNI27ZtdWOwQ9OnTtbSxYvETzO1tTapxfEaMotcotPEe8gmsgB/+Ix+HbN/Zznp73fDhyemSdpJZMYtv8hMoZDZnpRFHjHFSTfJ95jjjYp9M2/fLVy4yOyuKbN/ZH3WZL0lS5Y4ge4Vf2O2DRXHbh0dE7XLTa1mw4esPfrII9q3d7+T4t3KZ7n4dG2WhIj3735zhyZPnKqO9qlO2GY7bhvRM888bR3N633ve48+97nPaNr0ybrudVfr05/+lP7hH/4+/hxifV2DDh44pB//+Mf66U9/Gu2ELIDEI9izEIKwaTPcnMKuXccbXytXKYTUPDziWGAo/oycb1F7W1GZ/epJJ53AEk7+92jpcceJBs99TjhpwDzxxJOiAdjvOKzvVb+aNy3OcmHu7W9/u2hyUuhmL3TpLNMaW4IODVpW8xmxfKLO2bNVs5/I2zYdsN2qOda7x4nvA/fcpyNuej147/363e2/1pOPP6EnHntC/Fsx5D/Ql0HBBnv0k5/8RF/60pdiIR/eL3CjYaWT7eOOP14NjQ3qsI5T9D/hxBOPfnees3LlSkGHqdZ35AJeIqc8SczDGC+seUEHDh5UlxuG0023sm0zDZjFixbFhu3//XfpuBf6It+s9dzzz4tGatnxMHp11plnxoZqsaVFf/c3f6s3Xf8G/fNnPhcbwDfeeKN4MAM6ggtvlQEHjU2ai8gU9oSiBftwDXqNOd6VbQ5yTXGNvdFf3vD/3e9+p2nWoZNOWm7+7YtvhyAHzFlo2nAvvOju7lFjQ7NtQk+MI2jUYE9b3WyhgXPQ+CtIFKTgP7RiD+6H/vB3+vRp0X9j+7i37CIYsvHlL/+roGVH+0RNnDhZvIUMPWbP7VSSpXr5pRc0ZVKH5s6Zoa7D+11w2q4HH3wwxm7gh93FrmM3oW2SJM6vhiOc7EWOBk4UbFPHHMQFVfu8Yfu6gy6O0bgbL42qY0Kb5s+fY5s7pop5WGxp1aYNG11sfDnizZPkFGKTfE6TbFOmTpth/k5RtZbT8EhJmzZv08ZNW/TiSy9r0GvLujTfTZa2YocWLlisadNmKcvqjMcCLV92iuWrWaMungN/sVgUxU/sg/yHbQQP8CLOzeVy0cdDN3jc72LK008/LZqn+DIKkdgu3mLD7hDvwH98KvKCX+Q+Yijmke97G2GT2OeQ+Qct0YkQgkEPqlrfKErC28kuNhPrcd+44xXocMAFnD0ujPMz0V0unJVs84Zt+4ZcN+mwnQYXCpXcw9rIN34NnJATGkHMw27OnDlTrD/bTdgQgrB/wL158xbDWIl2CpnENoQQhP05YN7BzwUuBPGGHnjAf+Tu5JNP9n1lQS/2O0aPXS4MTbO8I9t55yaTrdMtpj16/+a3vU1zvdaQaxgdk6aoluQkxz2zOudYvw+IuAy/gb41Oaerq6+Pvgzasge/qIOcUfzbf2C/mltbBCzgBS3RBfJCjsjgLONKwwJagBcwch55hC8ly2BqeaUhW+d4iO+btmxSm5tjvM3YUmzVnHlz4y86LLStOf7EE3SC7RZ0mO3C3rJly7TMg/3xcQXjCy+Kxhd9HB0ZEedpPG1xoY6HB+D1ti1bI+/RY96wx3YA82OPPqZ169ZF+wQ/oTF2btB5Ljby0ksu0SzzEds7NDBsnZ2qqZOnaeKESSqaFnZd8YGIdevXi332uFj8yCMP66GHHoo+grdaoTE0gNc0eqEbcvDKyy9r7Ssv6zkX9WrOrRpcfEUIgAe9BpY3veXNeu8H3q/zLrwgyhI8xqcw50n7IWQbeiIj2EsayDzg8porr4x0c+CgMccm+/bvFzxFv7BPX//Pr2ndK68ImzFndme0K8S10x3bASdHYISu0BpZRs4fsf+ucyH1hjfcIHg9lbdwHCPkzNMZbhhN7pigWfYXxeYWDZuGm9ZvFD/P+PTTz+iXv7xVFFGxrdhaGk48zIPNx3/x8A9N4ve9/322C9UYE5xwwkmxYD00NCBiXhrPd9/9F61d+4pjjSOODXfHxsWzzz6jTZs2OKcdNZ8rrhH2+1iNOh9CiD4e/sB/7MeQc0Xgh540UTstWzTUaKoim9gtbM4NN9ygc92EXfPii+bpg1KoadbsmXphzfO69757xBurBw4e8D7Sjh07BC7E5S+ueVGPuuj/onm80fq+1jK21XE98erqs1dr6sypkhuIE+ybL7zoIl1w4UWaad1BJ+qbWsRDoNQHelz83rxlgxvhT3r9bbazcx33LVEuTdTvula9m4utjv9CzfYkkcWnGkfBMUWaJKLo3dhQr4prKNTBqq6LUSOrOAft7e1VW7FVU5wrzDFOk2zfJvnzJBfLGx03wGf0q97xVaNlk7g4TTPjmmrQ+Q26liZJfFB0oK9PY67J0pgfHhz2flVVHf/ZfBqoVIWsYD9RULVcddxb1vDgqM1dals27qI4jYohDbuBmxgvJ3lqbKp3jN4iVcflMFE502rQudGo7UfwnmXHSvj+eseVdbYj6AH+BFtEDEAMg/8lXnvqqSeFHv72t7+zb3lQnNvlpj33N5g27e1Fx4dtWrx4gRv4Z2ry5EmqOXbBHoC//Iftwp4R8xELgTs0ICZhf/Yesn/EX/NgCj9f/cUvflH/+q//Gt/G/va3v2v5/1V8y3nd2vWi1rJj2y7d8bs7Dds9bhrvVGq7PGP6LMdDizVr1mzr+2RNnTLdetCmwYFBy/aY4eywP1+guXPnarb1tjGrqbUQdOKCWXrPjW/SP//Dx/SVL/6z9rv5cscdv9fnP/8F/euXvxz/bdef3HKL7rv/PvMvxDij0bXctmJbzPWandutXr1ayP0xewpu9fYH0BZa4COhQzCPtliW77nvAd3117v169/eYbz+pFtvu8043hofiPvGN76hr33ta/rWN74pbM1/f++/9LOf/VS/+91v9cjDD1lnN9leHhC+DD4k5inxOXHlJZdcoDPPXG0ajTr/e8kmLBG2jYdILrE9vuKKK/Ta175WV111la63fvJ24Wc/+xl94hOf0Bve+Ebhf6a48ZKmqWhmb9myOeYRv7/z9/rXf/uyPuM84qc//7G279yiU1et8DhFE6dMUGIZa2is1yTHx4vmm8b2kS2mC7+28YxzO/wCNguZqLfMQQvsAj9bT7OI3DvN5XSqY+v3v/8D+va3v6Nvfeubeuc732meLhI2HdkgT8QvDrtuC32JlVoclw0ODBnevmi78Is87ABd2Ae5xn5BqzbraVNri5uHVTWYh3PmzlGD9aDH9mDIDUnkiPUmu3nPW8qXXHKZabLSfrHVvG4Wsoo9h97EM+h5zTXIoaFB62K/YegWtiez4tXV58VpZiGtAAAQAElEQVSRGvcMx7pTXSOfP3+uZs6cbllsV1tbUchQa0tRWT6vas32YKyskbGK+qzjva6FtLZ16PgTlmnFKafp9DNW69prrtNnPv05feUr/64PfeBD8W3Cs886U0ucz7Y0N8rKJ+wbNG6zfcJeRZrb1tV7DBpO8qADju+OuCdUsk1JcplCkrqZW9GA98SX9fcPGo5x8XD9mO0G9K7VahF/5LnZ8c40x0006i+77DLnQ9fGh0PPPeccx7bz1dbWar3r13o3M591HnrfvffEX/P6yU9+Eh9C5SECYtRh09zGzDDnlYZcHKoFBSWxFghvyCkabEORr3rbnFyWWa49I0lUdn+D+XW2s3PnztOKFSuEj29ubNZB+5Y1zsXYCxt2xx13xAdGsD0tLS2a4hi2ra0txmUzaKy6yZ3m61RNM8nN+5LX77Oc7dy3X6847t/mutKYfcGESZO1bPkKrTxtlY5bepyOP/44XXzxxXrzm9+of/yHT+jd73673vqWN+l1112r8+z/eMgdv4ncIhv5LK/IFx9507ipsTHaTWxFnRvJyKBJLeT4oPm0wTWoZ597Lurh2rVrjddB1bmmRJxLnIN+EzMefbBkoXOJ5Vq+fJnpsMQ+r1MnnXiCrrj8Un3QscF7br5Zb33zW3Tla67QGWesEm8H47PYixzj8OFDGrYtbjSd53TOEfxljwWu5UydOs050QTztl2Z90d+ktSKn3MD4ehIVSjkhaA1Gql6G8A6K3uDFQzFqdrRlsvjNlyDHkN2hAMaseMac5JAMoKyVpyIoah8BiiOfNerf6kNE2tlWRaFkWtjTmhh6rALaEfHoEI4ekPNlBx1AkKCNGgnyH7WEl8P8f40TQxzwR3yCVrkoHmunQOC3WwBz7mYwdqjTgBGXXQcHhp1MliWqsHimYs/CVvz52CBBU8Ur1arCtjyVugQgoAPeNP/A3ej6cEc+Y/zDOYNu6nBgBY1w815aNfkoGaihROhDSFY+JMIu/zHfQx/FPNDOIoX+7PvscF3rjOPEUKIcHLOH0VgzWeO4A18fGdu1ZEIfIAWFLqAjz1ZGx4zl8/MDyEYtvR/R8XNwnE32gbdpPElHS12N0SjW3ACAlwhhMiPEELEjXW4Bg+QI76HcPQae9VbSfjJwXruz1IV8jkbqwENO7Dq7+vTiOWg5KS0Bi/sVFCWhvoGK03Bo06J16o6CAKnkgP8ERuhESc/45ZDX1Ia5FFTcMKbz+XU6HvTkGp0xLJrGRizga44QPPyqrpAXy3XpGoijhUXMXJJ6gJdFkdm+colQZ5g59SnXjuakCgGEXnLCLQuuBCbz2dChpCN5qZGZblU8gYV4xF89C2GW0pZz9dSy1MIQTXLCfyhwMix6sJ11fxieFPPTwXNmM/cxEYN2uZs9Dmfy1mOfQ6+HxvAkc/nfK/XVzXuwb2sxygb55KdwkD/QEyqoWPNOjDuwuXYWCme4/r4+LhMwrg/csK67B9CELgzWG/UTeWS7w1KXFRqksFXxTRN7BAq3mvU+sd9GMic4QWXEIJCCFFuh2ywcFojI6PxHHixNvccgzuEIP74zvXETAA+4OQ86zK/8qpcQAsC1hDC/8pqwTzKm2dJkooGCPuVnQyM2IYNuDmODUJH+gdGTAPZgNecHFYNo7xGkz+PR/hS8y7L8t42eJjNNcuPPyHrwFFyEYj9WRv4gJnvifkE7DXLA7D7Fq9rubY+lCwnQ3buzGONYdsSaAI+BdvkDgdmONKja46LBBX8uD7gZJMj/IHG7MP6jCHTllEzjKxJUSNJTXc3XLD9EydN0NRpUyI/mR9CEGvBN2BBhxnYMdblGusMjww6uR5Rn5ss/YMj6nfAM2z9Ghoe9XnLkAWHQB94uTfL5+O6Y7YlrAOO0HrccnMMthHjDE1CCDEAzvsecIZm7FssFqMsjlreynbkJcsw84EvNU/GbQtYk/PAzj3sxf6sxblclsQ1uAYM3FuwHRqx/QAOzjFYj/ncx/WCAwvoy3qc5zrXgI37GCEcpR0wHIWxYl9a78CzKeogPIMerMGazOM7c9kfuL1EnMt35oUQ4vej10KUP/mPe7jXHyNdg/UBPD3dvnlY3A+c4MlewMvcevt0/BDfgb/NQWzRgSYyckzeuAY+XAdGcOTIOsxj72Prs+cUF0HgE2vDA64DO9caG+sF31iLcxyhb878AjYSgCRJTadGJ3kl65hlxzoJ7OBXdXFonxsE0K6mmnWyZH2sWj/LnjuuwVflO00T8zVnm5f6mB0dr9qaqmVR/sM2T2jvcDHY9zrmCD4HDOwj1va+6BJwz5gxU43NzWqxzLW0ttrvtYiEe8S2TLaVA05YGOXximGqeL98nANuIYTIE2jF+vDOW8X/QZ9cLhF0AC7oeozWzKsZ35ptJvcCVwjBvjhn+tRH/4K8skYhy7tJVq8Jtgs127zenh6V7P9S+6qa7Qtrwy/2T2x3CEShIQW5Fvsn+Md+yDQ4cx29Zs6g/XDidSr2/dA1UU29boY0OKjs7jps2RrU9GlTxU8x8ZNM+/fvsz0Ntvslx2Htrxb073eBapeeeOJxPfDA/eryfRX7tjE32oL9X79t3YbNm1TzPlk+b96PRZ5iQ4GXRjK0BEbwDSE4dhsXsGH3SBTKxpufLE2zVNNmTHUhtWhvVzW0Es1Y5Ba/VFdoEE9st7tA1+44jMRhum3eZDchZkyfqqVLF2mJm7Cjth/LTlim5cuWufgwVRdccKHOdUI0y8Wp1raiZs6Y7fijXptdtKUgh5wAH43HouWE+BMdOEbTuU6kO7xf1bD3OFlrLbbp9NNPd7IwNT7xWmc+UBDZuH6TNjpBoUiDDaTQd9+994oEi4bGkPkB32e7aXb++edrxSnLo0ysdgKwys2u173uWl179VVqtbz2WQ7279mrbS688XN7m9xIX+8C3DNPPa11Tj6OuLDf19+rMTdgn3n6SQ04ntmzfYuOHNqv1Px+6fln1OdzEyZMiHuAS4dlbNx8gx/I1Yj9NES++OJLdfIpp+q8887TypWn6bTTV+mC8y/Q3M7Z8e1diooUVaBTpVrS9h1bnaAOWBYOqbvrkEYc5w248dFj2Rr0cdeOHRHuI11HNH3yNKX+r9GJY5okanPSv+rUFS7Ydajb8jZ/Tqd2xeZygyabxvw7svUuzj7vgnLRdKbBRbPjcTcQr3fT7QPv/5A+9alPq6enTxXHfvX1jdq//6AefPAh9Zo3c+fMcVP1k/rpz34sCipXXHGZRkaGXIBqsf1u0CuvvGg9H48FcwpsFEQoJn/ve9/TnX+4U48/9qQLs+v117vvjY3Ve++5R319vdaT6dbRtig706bN1Cmm15vf/GZR0HnHO94RfzLu8ssvF00Iis1TnZSP2sasWbPGCeMzIulEj+H/NBeZeaodnaRQhc7u27tPyMfWrZt1wHRpbm5SS1OTzjj9NCEf2LvLneB/+MMf1o1vvUmf/fRnHG/XxaYu8D/44IOiKA2fb3BBiZ9MpGlbdrF0wHI3Yl/b6PUo1ja7sL1g4QI1NTeJxvCll16q66+/XqtWrXLy/OZo08bHxl0c6dAy6xBF5KKbG/tdgJ/hwnhHe7uQ4Qk+QkPZzg1bBrDvNccn6D32MIQQfd71179e8+fNU8055RNPPCEK8OOGZ9hFjpL3kf+6bFcoLmEv0UWK67yxdZwb18uXL3ey2ybWpXm2Y8cOYRN2uxAAPND417/+tQuGB8zbkpqN5zTTf531BV2mKIg+s/e/fOGL2rlzt6BZm4sO3MteXV3dkZaPueBNgYI3ZMGFQtyRI0dEgZ3R5GJaLpc3xIntXNUF+y3WgyNxzYcfftSF2RddGNxi+eyJsFBMnzlzlt7ylrfquede0F13/UX9znMGbDcnTZ6s5pZm1dUXjF+r8atp+vRJ5msQRQUac9hReIqdOnz4cPRNfAY2BrpBQQ/a4xPww6l98kQXwHkAbtR0Pqbv0A85hIbIIuunSaplJ56kM13UmjZlavy8dPESnXj8CVpou3fRRRfrbW+7Uf/yhX9xses/9L73vS/KPAUJZAP42opFdbrYOz5a1hmrztKb33ST5/2Nim0TxL+NBxzwsr+/P9oi9ua+KW7y4QeazK+q/SX+1BKjHdaBwy4a1Sy7hw8dcBw6onPOOVs33HC9uBc7BK7IAPj29vbGwiQyR/MRPwhPoRN+s9n2FFrN7uwUPgC+j5oufc5RWYuGFnNmGwd8NTpMQZJ5nb5H/qOZi2ympi0xEjJKAR14lixdoimvxk6jjkfYizl5+8NByzhwUMinuAqf2HfYMXJjY5OQqRCCdS4TNOEecAghKLV/Rc9oZOE7ife4N4QQbQprQQPOgye0mOriEPSkEJUaVtYLIYg1OYceQJ9B6+u9990rHqposx675eKmd0no+dITlqri/0IIajaMUydP1Sw31ZcsWmyb1KxisWjfulwLLB/k+fv27nWjo93+cHK0GeAOXOguAxqjqyGEKL/AjT8DlhC8h/kDTOAIjfFZ8BR5gR/wGhr22g7Lf3v27lHZyWlDy9F4PPgc91YdH5ILD9rehRAEnM3W1zrXvrCz2LGjsn18zEtKjhM4D234ycKXX3pZ0yyTPCTB/tAaGUB/hp1XYAewD+D2uuteJ/gCjOjl4UOH3YA95FpDzjxdoP17d/pzoosuPF9/86EPxn/f8Oqrr9aSJUti4RCd7erqis1E5OUNLvr/5Mc/iT87ybqPPfZojBtednMV+k2xfD3x9FP6wQ9/GG1Xj2Uee3/XXXeJn/7FJtYbT3Bkvg2viK3e+ta3Chy7bN/4py+wF3f+4Q/qs69EhifbBuF3uP+vf/mLNm3YoJdffkV99uPtLtJfcNGFOmS7M33GdF3upsWVbsrScMRv0qQ6bdVpOuuss20HN+uee+4V/LML0NpX1sWHR8adF86cPkMz3JTdbx+3fu06LVu2XBddfIl6+/otf3s0eco08Sb8xk1bNO66Tbtj+7/98IdFgwRZ7vM8+AhfkYNcLou8BQYaY0+bLs88+3Rsbv785z93M3uD4B9za46hc9YjYuCRkSGFUBMPvOccu6dpolzMLRLDvyk2mP793/9d//3f/61/+Zd/0e9//3vxpvWNN96oz33uc9FHwgfO3XTT2+NDOR/80Id0+eVX6CMf+Yh4yOOaa6/W6tVnuEDboW3bt2rf/r3O44bMjqobE4PavWu/Xn5pneOQ9eru7tWu3fs852Aca02bbTSl3OB6ae3LGjC8XdbTHQePaMe+wxou1TTu+lZpvObYpyro0uBYacg1vTHXVkMIGrbsU6uqz2fK53JqsExMaG/TFDdFJ5ufs9wA4ddYaHDPc421WCw6D6uYJk2a7yZMxbn4gOldcw7V5HpbPs2JY8HrtbihWsjycW5bW1FF+66adY4HDWY6LpgyZZJarMuN9XUywjKp4/c65+Xo2rCbqiPO8+DNPhfz9zue6LMcVsarGh0eM+xj2bmkmAAAEABJREFUzg0qHsatd1hJKKhSDspn9cpyBa+ZqM41lva2dh8LytwcyBmeWkhMl4rGDHPONRaaJaOuw1QMWy7L1Gj/gk7wOR5NF+wl9gLbwkNoTzmuvuuuP8Xm3h/+8HvHKA/r8ccfN437RGOBeAIfAf/lvyRNjWItyk9dfb1zpmq0geg3+hYUhD/CfqFn5OS7du3SS27CE//cdtuv9NOf/lS//MVt+vnPf6nnHRsQp9Hse+7ZF3Trrbfpy1/6sj74gQ/qne98l/7uwx/RD/7nh3r+2edjXDFp0hTrzVS1uzGVJjnvVVbOeLU5puGIfXmSf5LB8tDX26urL79M+USa4aZi3jR78qlndPe9D2qPbXeH9Q2Yz3f8j81oMD7NTU0ijr322mtFLR67cs011+icc8+N9Xl04NSVp4p/vuFIX6/tcc2pRKIkyWnc8eCYa2c8VFULqUKaafOmrXr4oUd19z136w93/kHEa7yN//Of/Ty+kf+5z39e7//AB/SGN71RH/5/f6fP/fM/69+/8hU3H7+t2277TYyfsyyLzVR8O/zDNhTyeY3bjkNj+DN50mRNdtMQftEgxJcTa1/xmtfoLbaFf2u7QpP1/R94vxtE73ZMcYNoyGLb//u/vqd//eK/6IU1z2tgqF9pRjRSVYf94+pVp+sfPvH3+vIXv6S/tc5f4Vh/im0njRvyqpLxxYfh53j7Dtm52znEb397h5vGv7Dd/pG+/Z1v6zOf/qxu/9XtOmqbarFu2NbWHmXpwIH9MXbc4fiWnGBgYFDoV5okpqtl3LZ0aGjEMjlgnZXjhSbNmbdQc5zzEMsVCgXxgMY62/BX1q/TC5a1jc7N+adBRp337XVesce+k3x0j3PL1tai9ahehw51qeJc6oQTTnRes1LTbK+JYwaHBmy7BtVn+Tl86KCOdHd57kHHEntjTtXhnGCxY58lzrmJw+FPsBQU8plaWputd41KXKMcK42p5H4TY8S1jR07d4p/JgU4d+3ao1279mozee6OPXJpQR2W6ROPO1GXX3qF3nDDG3Shc9HmxmZVK2UV3TA80Y2+VaeeomUnnSj27eiYqAnWh2LbBOXrGmVUNOr696jpVeYLMphkGrNv6TdN8TvjthUlrzfuOWOO2Ur+XnEdgjxpl/MKHnp+8aVX1GvcyeVOXnGyVpyyIto+zvHm+Xbb6u3OXffs2RPndXcfcS7QZdqMKHmVZyEE86qqUeeCcQ/HLXKtpOwj/3wGMPCAXpJLRRxGI/P0089wnWOR2ottampsEjbnDJ9b5UbnnDlzvXZqPzts/9Ed84z6hkYV29p04oknigfN5tiuR9vmvKXifRpst1t9vWh+tU+cqMn2xU1eu2RHza+XPPPCGt1z//269de36/4HH9B2yx9+fNvWrXrggQf181/cqj/f9Ve9+MKLOnzwkNJEmul44ORly7V44VE4C9bDOvuaOGz/yS0nWRdnz+7UVMekjY7DkjQnKVFzU4taWopqK7YL+zXDNTriXHIeHhQ/5ZRTdO455+iq175WN914oxvsH9RbnGtf9dqrRN3kJOcr+VdtwW9+8xvnvc+4yd3n/Lxdq049VVdf5fus629+4w06a/UZmu4alyyX/Y5pxhz3F7K8bcRkEZuu4FcBlhynufPma57HEjeSE4gXQjCwisZl1DcxOJ+mqTCweSNcsPMNIahmQiZmeAhBIYTIcOaWLVAIVRwWMJ66wVDxncWPrWV58H01g1hVYoVJUok3+hSqGh0bUb+L84fcEe62AiKs3M8AJgqAnEtTE7a5UcViiw1Dg5qbmzyaI6IkGUsceM51Eo7jKJr5wYwYchOtagVpsNJMnDBZM1zYmDp5uiZ1TFJ9XZOLgTm12kiQYNSZqccCdvZEQBgDblr0OZHq9SCpARZwl/8S0yQ1vXC6fMbIDrr5y/WWlmYnPXnD2qh6BxrMg67M4zo09RLi/LGRZXlORXofm8va7TbQTXZY3BtCiPcwl3VwwBxZjyMD2pVdjCjDkzgq4o/7WTdnZTToylyQzOdzTvTH7WBHLQtj5pPEvGMwld3AoPjBWqzNOggbe4zbMUEr6DLspJ/PNNazXKaCg5d8Lm8uJHGkiY9xpEqT1HtnkT5VB7DIDLxmHY5lw46x5emaCQ7spkyepEk+TrSCT+hoU2sR2uZki2nDXpJZoHwhZzrXxXWDJAKykp3W0PCIi7HDNihDorkeB8bK10JIIq2rTs7LphP8b21ticXhWbOma87sWZo+bbKLGI3KWYgz043B58R7WJRVq5QNRlleKI4RJ77ggJxAo//LF98iaJvL5ZS3fuWynG+rKYTw6vk0wg/uzGEwH9hYKzEMVQd9fMcQEdRwxAiyH3vlDGM+y6tgZ5n3HgzWSEJiOuXieejCOe5lLz6Xy1Xzv2zjPmZ5KItz8h+8oZA66ER/OOqTVHHTtFyqmsYVzx+NA5xxHMAB3GXTE/lgD2AA/hCSaFvkP6Mcca+Z/1yr2cYwD7hzlp/UTOV7zrQCZ9bybfH+2qv3ABuj5nuZz9yar6GzIQSxLrQ5ei1VCEH9bgIODI0pzTWo2DZZDY1tKleSeC1J03gPNCFJLRZb43n2Br9BB5vQhUJGIZ8BTtRvcAwhRLsI3jXDwz3d3d0OMIbFPYVCnel/dP0QgriHecDP3KodmWwhQwim54j18aguovfYJwWZPw40nMBwD43hYcs29AbeBjc98oYpX8iU5XOqunFac5GjXBlX2cFJluWibEGTmmnU1NQQ4YJWwHyMxl1O2uEja7NPkqRqbSuqfUK7Wm17m5oblFnXCnV5298WKSSGq2Q7Pq4B02fciUneug+9cuYdsCdJYh0ctA4O6ug+JX8e8n3jQhbHHaRwHtjGbVOAh3uxJ6l50uHCPmtiW5lTtb5mWRZpVDtK60gzPnN93MEgsHMv67BeoVAwHcpxT+4tFot20i2vylMt8gaehBCUeBy7D9jz1iO+85l7Gx20NDe3eC2vN1ZWmmRO6sqqVYOHfH/OtqheqQMC5h+7FxgYwAV9Bv63mT8u/sC3av3mOvP4DD4cWYO1js1jLvhyLsvywk/wmfvAd8yB6JCT0TEHf2XbcNaAtsgwR9ZhPnvxmfVK5t2Y7+vr6zFfxlRxM6RWQ8eHo5yTfDGPwd7A1GRa5M1v7MvYqGXNdgE5mDJlolLbImSRMeJGDt+RhwlucI0ZLmCmQAOOx9YDFgawM7DJwMn1EEKUm5J1YNQxC3hzDX2ENxzrGxoEDYAttexwHt/E/dCFNUMIUQ7Zp888gDbARVF0+syZarZsDLp5tGX7DnUd6bFsjSpJUmX5vGW+Oa7PviGEKFOsnXovBvuC27Fz4Aa9kS325zz7yX9F25dZs2Zo+oypausoqqmlUSXra5bPx3XzPoJnY2Nj5G8IQaxPsk2sQWDuZYQsgzPz+c5neEUha5obBex56NAh027AuAyrp6fb+tivUfME/jIKhUxNbvS1u5gCjVirUMhbR5pFMRw8gvWYzzQsLjj/QuWyfNRBZIr7Fy1aqLkuslx9zVXx32Fk/9Q2IGddHRwe0hQHqicuO0l5r5s3bsd4Cz+hSYuTH/CDTgyeWG90sl7vwLvY0qqHHKwToBdbbYv8vb93UAN9xqe7Tzu371SW5u2PgwsqdYZr3PZoWCRMJA+si13ATg4bFoqiw/bVxI6zZ882bYYEPZ979jnt8FrQ4JCLnhvcmMxsOya7QAmd97qg0OukKTNOJMMU6Sg6wl/w2bZjl3r6BmJzeevWbRpx4Urm22HHt3tcIHn6iSdjkglPN23aHH/W7tZbbxXFJNZIk1Qtza1qbSmqtbU1wkUhcsiJXb/18qWX1mjrls3685/+qEcfeUhF0yxVoqpjppnTpqvsxHDKxMk6bcWpuvKK1+jq116pU09doRNPPF7TXRybOKFN9XWZnnryMW1Zv17PuAh0xM0IcOhzAwOaQBtGT0+veoyrgiz3LYZlWE+5GMnT2ps3b9To8IA2rH3JTeG1GnYBebdps87F1R4XY8dM40EXThg9XQeVz0nPP/eU9uzeprLtTJ+bt4ecdB9ywkXjgH/ThDgb22Jy2RNKnC/ZH0w17ZtdeKtWKiJ5pCAwd95cwYdR2xxi/9NOWxnllJ/1Ouvss93c7DbOJ9keBydOk7R9206tX7fRqKR67ZVXa97cBdpuPv/0Zz92Yffu+MTufhcQkkTW9Zpzkl61O9bcuHF9tINz5s52rjHJdGjWjU7a8MvwZ9z2v8nJ3054y5txboh//3vfFQ2h/Qf3uRB0uzZv2iJkh4LV510I4hoyf9iFZwobNBqWusiwbNky8VQx66JT6DhNPn6aK5dmarFMTHYhIJ/lY4Okxwk5a4wMDxrGsij+SlVhv5FfeIg/pwDy5JNPq8P4IO8DzmkmuHGO7FLMoWACfSuWIfaub2jUDifJBy3/2I4Rx8tjbmT2OgeiIQDdKSo+bXzvvvtuvbDmBTep98e3W59wUQ7dXX3WmRpxfIJMA2Oj85d6x0AvOhm/664/WxYtq44RoQmFQ/jO2j/76c9iEYz7Fi5Y4Lh/otra2mMx4KWXX3KD8S7dettt4ol+nlL+3e9+Z7kc8py2yBvsVM42B7uJXmMH+TzDBdxYkPzlL4V/z9v+pPZPGzZu1Cc/+Uk9+OCDEWdsEPBTbPjYxz6uM1efqQceeED/+bX/1L59+xTXdGI/Y/qsWEAkN7vpppsifODS4VgFO5BYkMD7sOMpBs2Jin07OXOHab9g4cIo4/yM1de+9jX96le/ivCffdY5Om7pCVq27GTL/zY99NBD4g0G8mTeUNq0aWNsxCRByqVB05wboS/EueCN/cfuAid8wv4XTHfwnTRpUrQp0LbJ/OAcBdm1r6x1zjNBfIffFGSgI9+xidg5aFLfUFCT47+a48pcZpvjGJMY4dDhAyKf77NOsyd2A91FtsCLgjC6zf40n+DF6tWrRbMSOkGDeJ9tDXaReeCCjQUOZBn5AGb0Zti2ZWRkWI898rB++5tf65EH7tNtP/+pjnQd0Afee7OmTTcuhSziyr7wFP+C3+R+9kAHisVi1Et8FnPYi191yLIs0oL9RmzXgHe6i0rEK5vsD6AJ8B62/tJ0H7IfSR1f8/OWvS7CLDl+qSa7EJ2kiQ7YxuXtP3ijKYQQ84vtLqxBm53WsR0exAujjoeADX4RHwFPwfd1dnZGXWlsaBA0IeeTJafLcgVd4DUyyHz4xT0M+EXBiWIyR+Yhm+g5g3sSyyiyiu2CTuQrFG6RIe7nOmvy0BYPhk9xQZhr7ItPZg73sDdx3BHbfZpg3T7W5+s0oa1DNceDQ/0D4nt1vKJ6xzJDjs/d99ChI91CNw45NkEmWRe7B2zYBJrKnOPBHXCHh+CdpqngC7Q52HVI9U2NSqzzA0ODttsD4q1UeMTP+SHL8LPe9CMOy/J58R2Yi+Y/coB9wPZsNm8fe+wxN7F2OZ4fsx3ts14fMV4lBIoAABAASURBVLlr2mZfTiMSP4k+/MWNyTvuuEM8ILJo0SLnAuOiqI1syTkJPKVAjw1//IknhK0EJ2BIrbfoZwjWX8dE4HfWWaujfd6xY6cL0Ads61vsv04UfIMeyB/3sG63ef8nN3Mee+Jxbd+xXVk+7+bbgHb5Xh742Lptq2O8HnEfeCGr2DPg4TP0hq7YFvQUOv/cjUXwwYY99dRTeuC++7SeB7FcZM0s29AefwLdwYGBba1zjbDOTSvg49wvfvkL8RYbDVbyxrnz5+kd73qniPumOhad4Xg3SVLD1hHtJ7JOswXdmuvCbl9fr8lXE3pAY6rbNcHM+sgceNntnLrPfggeFM2/s88517gP6c4/3mU7+bLyWb1p12YfnndjeJKCkhg78yDTuwwHD0MkNp4bNqx3YX6H1q1bH20f9EH2kAvohH/EHkAvfOKJJ55gH0M8Nuh1JwpYaRYTe/AgEjyE/9DzpZdeioVyZBa9WLR4sYhZaBJPdB2LJhT3rV37imHYbXhbYiOWZs4k23NigIULl5j3S90AmKUsV3AMsVV//OOf4kNcO3bssC3ILC8d4m+/G43Yon1usOz15yH76mHHJSPWNxrOhXyD3uhGwxlu8sx2fpPYfvT0dKnvSJeKjqsSB59JIrW2NMXR1NhgmJq8frtmmGf8GgpN1jbXNKdOmqiFjr1OdJPi4vPP10Xnna/T3Chb4HMt1sPJxm/x/Pk63o2TuXNmqaWpQZPcmG322vWFTPPmdKrZNiCzDIzZhgfDUsgy0eDlzaCyc7s0SVQsFjXZja4O54rIRsEyXnONJLHuNDc3qdExSmNDU+RvabSs4YFRVWxUKq7lpEmdGGOjVfX1Dqmvb0RjbsIOeA5vvSUhL4Wc44ZR14OGfa2smvdk8AsQZfTXOTPNi2oIyrs2nMsXrGcFFZyLsH+L4+6mpiYVbKOxgz09Rxz/PKc1joXQA+Rm//4D9pfNUf7AAT/SZry4F30h9uMng2nQ0VzH7yGD+IEx57f4YmKvxLDlTaPMo8l2LJfLjHeIOWze5wpZnRrrm1RfaFCHm50zps1Qz5Fe4ddffmmtYVrjGO1FvWR9Xmu5375zR4xl9rlJjZ3kgQge5ELv2Yum6Hvf+z5dffU1+sAHP6B33/wezXVtfdrUTtXXNzsu2aE/3PEH3fXHO7V3904dPrQv/vT6LbfcIuQQmkCbJssWeJdMS5mOxx1/gte8TldddY3OdqN1oWv2PDw2yfF9NSSiadXa2uZa0wQ1WEbKrkmGELxnvYgbprspU/P3IdeaGUmSij96Bw8+9KD++3++r49+7KN6o5spn/ncZ3XXn/+sH/7oR/qPr/5HfOjhdscKd9lu83AcMcla04OmJHp7yLFuX1+/UvuRonnU5P0T0x1eELeB0zQ3evCl73nPe3Tt618fc/QdbiLxgMnhw13q6+kTuRrx/Xb7C/Kxc886W2e5uXXmGWfoKjd8Xn/ddW5iHe+GclmjrrXYPCln+8pDcvWNdSZToh7bwH3W48Ndh3XA+dFeNzOx4/Afv5szjCPWnRHHJsCHvPG5WGyN+QP2A/rjK/E/dZbZiRMnKcvyKtkmbNq4JeZCGzds1vZtO6INqpQrkebQkwfJ51mH876v2WtOciwzx3b8kssu1RzbaGKKW93ADyGIByyXLVsm5LnRup7mgkquN/b199qHjirLZ66fN5uuiRoa6tXQWK/2jqKPBfvMMTGvz3Hj6MiQ7X5VyEuT1ymXx4SvG7PsQP+enh6td6x+v2PxW2/7lb75zW/FX6f59re/q5/e8nPd+stb9fvf/V5PPf6U+nsHZFOhoJxUC9b/fsvpXuv7sIpt7WqzjjDAM3NsXFVNZTf1K64ryjwPSapKpRL9So952t3V4zrQEfFPcxy2PyQnHnBtjZx30McB51P4Rn5R58WXX9R+2+ER86fXc3lg5bDjmxHHiOhzzTkA88Fn3HXPmvcMIbEdqVNDY5My+9PUOo0cVn1tzPkvvC9XbKOCbKvGRbzCm7U7d+42jANRNxYtWhztZd52KpfmdKKb3bwxiy7zixPEKPix7dt3xCY8MDRaxjmHjFBbHTbM7JNLE+ci9gWtrWJOsdimqVOmef2pKlo/6+sbol1Lc5l5WBLxI/+sxK9vv13f//5/67/++3v6zne+ra9//Wv69re/pf+xXv7s57foT3fdqaefeUobnFMfPnxQ/f09ojZZg/6mS71t2xTbAvzgWWeepWtsf8499zzNd+My815dh7tdP9gr8ukN9tvUQtbY3vKA1FNPPqWHH37Y+fav4wNjxFv7nK/Bh6ple8z07zYfXnjuOT304IN60I1gjo898ojIK4krMuthm+W91X4us451Wf/WrV8rftGr5JoFPajFixeJHBpbDu0SjP/RUYqMIbAa9maMqpFicB2mVfw9y+eFkDPqXdzKzOzEQpdYmUIwhyUFE4RPtVo1KoWc1B8b4w6eMRxjNh4QD2PAWgwUnbXYk0J8pVoW30NgNalk5wocIzYcwJSmqY1CFvfgyYXDDrY4ttgAzp07TzNnzXKwM1l1DvAwgPaLXi8XhZUkFoPT1NSoBjvIRgsvzrrJR4QaONlv3AI85uRG/quzQQFOYK55MfbnM9eZS8CKgV25cqUIAHNmOooILaErcMu04RzDS0YnyFrgDE7sh3D32CFz5D6uhRA8txKNCutwHlpwDR7kzHA+sxZrHxt8DyEY76A0TTyCP8t/VdOt4lH1ulV/l88n0XAAA/cn5ivrsgaDc9Clar5QrMmcROdyie+TULq6Ql4NpjVzS2MljbnwUrMRQKFDCP+79qjPQy82zbK8+VGICWtqfjKCL9Qsa0fpMWYlHfO9ZctVVYkDKIPlezK12EEXHUy1eBTyme+qGh/LTKh5bkVVG/KxsWENDw0YlhGvMx5laGxkTKXxstesed9CfBIGWc5jfExHL6QkHKVFxYarZBnIZUEN9QUVW5vtEJocYLao3g4hy/Ke7v1exQ/coRuyAl8YnhD/FwKYSVXrBYOqqbfx94qgB8YLHjI5cMHTg5FlPc4zh2t8R56P7RFCcAGtapoUVIdDMO2QOejMfcAkzwnBC3oB7mdei4NAPpdtYFIbXQxj3vqdmg+cZz/ul3yfHZFqiZKQquLAZty6yLrM44jxHXXQx/0M6Cn/IavoB06AdSdOnCjuoXjPOe4JIcQgCXxCEhTC0QHtcrnUqxylL/cBE0Emb0Awyi7Cca5ih+eJYg9klpHPZ9GmKaRqdFE6yfIu/dQ07rmHnIixft48537wZNRZfvOmATjxRBCwjzkhSZJUFEKYI/+hI4Yyrj80OBBli3tC8FkPT4l4cGQN8ARu7od3wBdCEHtBqxY3BLAtPqXe3r7o7IErTRMxl/tYHzyh6bgNOt/BP+KROTiyvPPvwZUrJVsZdLrme9MoF9yPM2QP+S+xXKXms0VRtWo4KtfNjaoi77Z3lVLZiU6zHdxR2UQ2wBmn1NfXax9gu2kHXHOkMm5bXvURPFgXuFLLE7iMuoEw4uCo7MZQwcFBwTYCemD762xP6217QwgClrzpTgIFncCR5mrVshwCtq/qQKgv4tLxapGSPWVMwR9nRtAYQhDrAysD3kF7+Q86+iBgrK+v56PxK8c1oQ20ZRyFP438C6ZTkqSRv6VSxbJf08jwqLJcIX4ecwFf1o2C5Yj9hoaG4lzWAXZ4yEYV07ViuYNfnAshCPyBGVhS04v7gZ15XOO+xPvDs9S8Qqe5xnzWxj/kbK+4Dr3ANYQQ8cO2sFYIQdwzat3kO7Rlf3DkiA4OuwBffdWmc6wgP7Wq0jTxWiHaJkt1XCdI8Qi92JM1jji4JdDvHRhUT2+/k9IR9Q95DI6qt29IBJclyyswVByoAjMwdbkQ1O0iWovtEDhwDtxCCDEwBDbgLDhJLdnewPeifTtz+AwMfObe1PRBBhghBEFXgxrtCtehF2uMmQ7I9rhlnHNpkqhiGwJfoHlM+izXJGvHn3C8ZnXO1kQXNWig1VlmmFdyUJ+kaZQb4APuJEnFesgi8Ka+zufE64cQokzIf3znuhwT1dyczrJUUtVw1sU5JKCe5gC2ORaY2traYhALzdAP9gIP1oCXxBzQgSIK9AQeBue4Bn2QyUMu5FJ02uHiCzDAu4plkmt873NRisG63AvsrCMzPLWMNds+tbQUHfxutq+RclneSWBNPX392u8kb9BJLbaBIgDFoXnz5qjO/hKZHrUPZh3wIjCFH+wJjZDZWIA2vSrWj1Hz5ehxVIdcoKZZ95ibCKO2sRudnDx27z366Q9/oLNdgL/BSWybg/txF4sK9ntH5asiZMzhGdtF2S05UemxjFIcpkhD84dG6CuvvBLfLICOhxxcHzx4UBS6uQ6NN7nBecQNdHCrr2/U3n0HtP/AQQ27MYRMr1mzRhQhWYvCKuuRQFOIgBc93YfV6yLViPVrzDayZhtZseywjw2t2ootymc5EcMsWbhASxyc55I08j1Roh43hjs6JmrKlKlRH+AHfAaPdevW6Yh9GGuWx0e1ZeMG/fZXt+tlN6i2bdysUduhzDQt5DLxs75l+7AB62ZmeRu2Pe6x3vXbjq93A7Ro/WtsqFOfYW1qqncxxrbRdrdkXiAT6FTZssJPteZsoyuqafrMOarVcmojocrntGfnNo2MDJjmFfX29rpBP+TrNYUQTK9h25I06kfePhn+poYN/Ub366xX6DVFyyNOOjPnFCTkIYS41rDzkaKTOWQzhCAKnKzR0d6uZ9zEo8FUc5xZNX1pCP3xj3/U3r17YpGoarjhx9NPP+Ok7ru6++57XNx04d4Fj507d8XiwYsvvuTzdwsZePLJx7V27ctO0L+hh92g/sktP9GPfvRDfelLX9S9lj1vb5kad+xXp0WLFv6v/zjXid5pp52mG97wRl1++eX6wAfer/e5mfOOt9+oeS4uUkyb4Mb2E08+oa9+9aua7aY9P2FGMbXOfhC5QabWu6l9yMWcIfOPpA48q+ZFCEHo1aWXXip+xuu2X/5Ku5xA33fvfS4O7DFOXZo3t1PkH/X2qUkuVdEN0xmzZ2nKtKma43xo4eIl6pgwUZdedln8iTds5GmGmaJyZ2dntNPoAvsOuBnR64Z62To51c2jaR7oecGw1ts+ZvZ38A5ekbjCO95muvFtN0b+YHt4IrtmieCnK/lZT+ZjPwcc32xyMYRE+ZprrokNSopOvM3JwxncC49XrVqllStO0RTrwIh9y/KTTtISF6OXLF2qk1es0BWvvVKvv/71etOb3qR5LvCBT71lCVhorB77jg3a6+Y+37GDOduz17zmNeLnqE53YYu3yg642Mn+X/va10SBDP5gM7i33gWDxsYWLV9+sihGvN08vfiSCy0HJdvskm110c3A2aIYCt+AG742Oz9ptm6xN3si09j3BQvmR30mCQemTW7cYLtuvPHG+HPTNcsye2NP0PU+6+3KU1fp1BUr1TlrtmMkmrwWAAAQAElEQVTGgsipnn/ueVEQ/Kmbzrfc8lM9aRmv2L9S6AshxBwF/zHgAk+DixPYDuwSRVPoxPlG85LGDkV/7PCIc2tkccy6j33L5/NKTS/4doZpFULQPffcI5qeNEcfcEELeeE6ssp62PbO2Z22b0Whs6l1Hb1GzpERmkIU4WgiPuhixs/dvAEG5HyRm1HsnXgfjlNcUIFGyBlrgQ/2KMtl4si5MeeT4NPU1BIfXNi2bbvj5yF9zU3vxx9/Qs8884ygJ7h1275YJAXtsTkhhBgrwJ9D9gE8LAr84EK8f+xeiq34N36GD37hS2mOUARnPrB3ds4RcIIL64Fnc1PzURqYhsjS9h3bLSuzhL9gLrIFDqyF7Gzfvt2NuAMuLvWbz3kdtN+GduzR39cf7SlNO+wE54fsd/G58AnZCiFEW0B8xH7AyTV4zRP10BL80XOO8IYGGvN6bbcnu8kOXTiPveFnzeAp/GVOW2tRHW1tQn+DlbvDBclpU2fY51ZEca3mWLjHPhM+QWP2RJ9ZjzdyK841J776AMGUqVPV6niuWqvZo0gDLuBtdXyyeds22WGoZLvX1NpqHRsXRStoDS7QGlzxh+CJXoEPcAJ7SIKwV132cXv379OyFSfr9DNXa9DrK01EAxJZGBocinoI3v2OfzgH3/D9wNxk3XjEBTb04FEfyU2OdB8RuCw78STRlOOBmI9+9KO64oorNNfFZfSY+g+w0EwDXmi/w3jh9+ExeshPvCNP6A66ieyhm/AV/4U9ZC4wIR/wDf1pM72ADTh564tzDjHjL3Hs2rNLw6NDmrdgro8jMbbZ4YLpdusDcpW3zSZmeOGFNfbJI9FOsy96CGzoCHoEfL/97W+jT9y1fae67Y+4b0J7h6a4qYWtxQ9dffXVOuecc2LDg5+hHXPOmNrvYD/QF3T9DW94g2h+wBfghibQCfsKfk8++bR27tjtpvVe++x9UY6Y3+P61/DwUHwwBx7z84A0UTvtpziiWxNdS4DW2CVkDb4gJzQQaL7deeef9MD9D7v5vcNxVkHIJLRsdp5LPIH/Wb7sZK1efZYmTZwS4eShDmzQggULYr6JLtNkIQaBP9CGI7ELfOU89zAfWMCLn/FHR6ETD4rgj5jP6HLMhm2Br+gfNuCEE07QJz/5D7rxxrfppptuEjLFv8eKH7ryyqu04uSVSkKmNMkbzmk68cTlOuP0s7TQTdY1L7yoW35yi23yvTHeOv/88/S+971Xf//3f69Perz35pt1k9eFRi3NLbYpmRt9zwv+3v6rX+nxxx7RTjfcjzhWXfvyS445ex2nyU3lic7xGzzqldl2USOtbyiotaVJEye0a+6c2TrhhOO0yHHrROfj2IKhwUHt5Y0x27COtlbNnztbp526QsctWazpUyfruKWLdNLxS3SCjxeed47OPWu1z08SDdwm19JmTZ+m97/vPQKHWbNmqlhsVXNTY7ye2K41OPZod7w/d26n+KdFlp14nFpd+8tZp9m76rrUVDe52tsn2MZ2qnP2HEmJRp2vp2mmqutXmZuN+axBiWk5GPPTYTclalJsquZ16HCPDnf1qbd3MI7+gSHrypgGvca41x8pVVUKicYljTgnHXZtcLQ0rjL5sumUWBnhLXp5TN7Qb/S15DwTm+xbY06Hb8CmESdgv6AhdgP7RvxwnZttxBvHH3ecsHH1jkPQGXQVve3p6Y36ccR2DtnHRrM+tgyfOLdznt5k/fv7j31cN7/rZl3rWOsyx4+8wYWMT7FvRbewLan9aX1Dk/r6B6IP/bGboR/+u7/Ta197lW62DL3/Ax/QJ//xU/r1b36rdes2iFgVuzno2ILmy6Dj1THn1mXnN6Mj/ZrY0ar3veed+vQ//b0uuvA8ne+GKTi2W1bKjim37dipqul40vIVuuiSS3WuG/GnrDxNnbahjY1NCmnO+WO9v8/TjNmdmu64Z/6CxZoxc5Zj7oqO2MeM296Qj9B4aWsrRtuBX0DP8A3oVqv9B3Qbdf61ZesW/eHOO/W1b3xd//bv/67v/fd/6fs/+B997etf16f+6VN673vfq49+9GP64he/pG996zv6n+//QL/4+a36vZvF99/3gPXmBdP7gPhrtWxCc/h1ww036CrzaoXr/gsWLtR8x6LwH15t27bNunmPfvaznwm7vubFF7XN+gGck6dMFnb0uuuu03zHhCEE2+1hjTqfA95SdVyJG5K5fOq6ZVWjbiqGLBVxSWLajVn24HkIqWU72E+Wog0oOGaDL9gZ7C52CBvV5IZ/CEH8ZYW8Bh3jb9q8WTvcUEfm6lz7VC2YjjXSU6VJpkK+XvmsEMeo4yz8CHglaaqlxx+niy69ROfY5vBPG+DbJ7tRy4A2Pc65seGDA/227bvd+Nro2OSQ9WlQXYcPqeReUD6fU3t7m5JUrtuN+NqA+TtuPCqGY1xV16UabQNqqrkxW3btoercq0HkIeAQ0kSF+jq1mv/5fMG6e1i8IbrPuTr6MWKZDLYB1ACGnLcPDox4n3LMoUqmX83rJ4lc269Th+HApzRhU+zHyo5Vytb5qqRclpPDcoHn/v0HtX/fQccR3aL2hU0/4NiRekVXV7ftRm98kGD7jm3avHmDXnHdAl/hZZRZz4gjao7T+ac8hg3PEducI27SDtjWYDvGDRcD+e2Y0KHpM2ZojpuIU6fNUKthbGltUc7rVA1QYpsD30aNJz732Weftb/bFhuNGzds0qOPPCZiGPZvtv3H5/Hgz9/9v4/onz//z1qyZIk2bNiohx5+JMopclmzOWR/7Eiv46JuxzwHXfc45DHY16/EzGpoaLQvKLpuZVsaElNYQrTqbKMLlr+8B3nVAjfi57n5PsE+o+L69O6d2/XC80/rxZee1/YdW0yn/ZYJ0/LIYddXdjmu3KB9e3dHfnTOnm0ft0D4Anwoa+ezvKSggmuCfCem3LRpo9asWRN/Be2xRx/Vy6b3oUMHLF+jLoNWNeq4r8tx9KEDB9TtGse45W7y5ImaPXum2i03Vduj3bt3xTdV7/7Ln3XvPXfrmaefMu82mcddGrXcJJLqvSd+iH+qYa/rC0PWn46OdpE38uZrgsBj5GBMagXBCBFMcg4GQFS+k9gMG6hxOw6vqxCCB58UBR+hZ9BkS9NEOY80CfJVVR0U+0Ocz/plF7dYl1GxUKH0nGdOahggEoqfz2dib+axf8lCVrYB9YZW9oqNx9HmGAFNjx0Kik4wigFjTxjQOWeOps2YLn6+qN0MbWxqMBwh3ksQz3p5Mz4KuZ1dsGDkMOQ2LG1tbcIY4ewIMklaMEw4opkzZ6rDjoFrDJMD8K2oYxFflJJ7WltblVhbgRFcpODrNaNQE8qCUIA7OEIH5oI/54GLa2XDBV1CSHxv1Uam4sLVSEwYUSJw5br8xzG1IfCWStMgjvAEPtTs8JkLHNATmFBe9uU8R/jB9RCC7099fxJ5gHHHUVZdAB4ZHlTNRqiukCnzXjnvwx6J+V2ywa+6qMVaNWsl6yNLjCE7XGSKwf5Vy0WEN0nFXJtP5dyczedzVpa8siyL+4M/eDK4D/hGLIul0pjnp1bqJitFq1psdPPmXbCRKVtOy76OIvUP9KliGsowl3wep8/PAJYcDNWY6wAA2MatZMAtG24+1wwfMI7buY3bGYek4iCo4FGnzDDKfzT8mQPfklfx4Huapr5aswMoKSRSarxyWRrvy7KccctF+jIX3oNjzfuyf6SFFbxm2EwY5XI5IQscmQcdkiQRDdGGhgblvB7zOIfcMI81mcf6BkRJCJ7iHcwTzoUQ7CDzCgauZH2EFlmWGa689yqY/nWqsw5wHXiSNLHhrPe1fDw2uGiVpqnnFWIxAlmX//r6++wQhwUMDGDg2OjEFJhoRDTYEFeNW2IcwCtJUoUQfLdUtT1gHnRIfJ2BTPKddepsrNmL+xqMO6OxsT7CUbbzkxKvlZruVQfJZTXZgQy7GEuwDSzI4YgLRqyFjUGeypYN5nCeOSGESKtgiIBlyAUL9g+Gh7ncCwxFB/YFF/GhHTLFGqzHPdX/lZ1S5DM0ZG2K091OqDgemxdCME0b4rxcLhU4hcDuclFlQNCgsbEh6j57Y1OYY/DiuXHLdM3hVlAQ+AEH+7P+sB3BqIOgAQfJOOvxsZLK41WV3IAYGymr6mDBZsF7NqrDxekGJzWpZXV07Kh9KVtHRu2oBxw0s2ZqXpVKFTeRx5SEJMpLLn9Uf8ctR2MuwlVcwAb8vJ0PD6tQUAwh2I6MK0mkfCGncetmjxNmnDfrQh94W+eEIbVclbwv5/ks/x3Dl/MtLlBim9PUGHvdinWFEULwTEXe8QFasSZrHLsOLbvtuDnX1NgkzrNPwbByjut8Bx70get1sQlciPiyJvIIHMxBHkIIQpaKxaL5WG+aZK/yMifmsyZrsy73cQ/3AiPXoNGxeznPnjXLz7DlFpnke731jQEvWIvPDO5nPeDP24+xRwjB/KyPe3N+ggMyfCG0GLcPZb0Q4EcpygswNrvwC11DOCpDyBG8LNnfYhsJqkheWo3joO34kd5elYHRssV5EsWqdXqCi/VNXiso0WQ3ISdOmhDtCPwDd+QbukIviibgyP7sR3JGkkgyxHnmyX8cGZwHdp8SOtBom3LUnjToiIuk0I59uM4IIVjeEkEX6MT8JE2jfCQhsezbj5rG7M91bHxmWws9edpv957d4t/FyvJ5WbUU4x/L9qCLcFXjTjLKWyc8Qci/hZZadzkv/3EEX2BifWCAngxkHjyYAz85B58HXYxgb/jLeXjFZwY8OHYfa4Ina3or6+JotAPsBx4hHLVfrIetYf09e/Y6SSnHmIF1OIc8MH/cfm/atCma6oJHmgbr6ZgoONU7Semz3pdtk4P96vz5C3S2m0aXXHa5ZjlR37l7rwoNzU4Ax5Qv1IuEH5ywGWNu3sF/9hmxDYLvwcCO2z4UW4tizzH78Ia6vIotTQ5yD7uQcSCOzVs36YEH79Pa9etEQ4Gfrv3xj/5Hfb3dWupCzLKTTtCvbvulHrz/fvF05b59+4U9BVfkpmJ7AB05QlfO8UYNNmzP7t067MTnsIPr/r5ejTgg3rl9q/Y7gD+4f6/1t2D/3ihiO94gKLYVrcs55ZyoDY2M6sChbh3qOqKjdBsXvAVnaAkMe/bsEfEnTdZNG9ZrhwtVFKvu+cuf9MPv/5d+dsuP9Jc//V53O2jftGGdE4ddqtZKlq0B9TtOAQdkfdT0Gx+vaOuWHXrxhZfiE6TIAPiM2zZCQ2zEmGMT7EeT49qTXJQbHx0xPRs1zwUnfur1ggvO0Tnnrtbylcu1bOUpmuaixGw31k5cdpIKhUxVx0T79uzUqBveIU11pLdHyAdPe/Yc6XHS22WaHPWvyCQylqY57XFzavv2bXr44YdiQ3nX7p3auXOnE6Mur1mNOoa+IrvYIAZyOzY25n0LsRgD3aBjwfrV1dWlQ+YLMksBs8eJ+AQX3eEj95EUQmngawAAEABJREFUU0SimAl8h9z4pglzxD5kt+Vw9+49gs8Uiv7jP/4jFuQuu+xS/d3ffTgWFynqn+uCDvSlqLHDxW0ST94wWuJi3+vdmKcIS0MM28LbKU8+8ZTtTFH/6CLSpz71KRcoP27ZqPc+QxG/MesNjYi1a9dZTtdpdHRcu8z/7u4ejdsurl37ih599BFRXDh91ek657zzdMFFF4r8AVtE0RV4em1LKahiE3ljZdeunfHNaPQ7hBDpCc40CGnAfv/7/xPj/5+7QLPffKB4s2jBwsg3msGHKVTwpqCqjgoq6nExg5/V7h8c0IbNm7Rp61Y97SY08spbCNCRzwtdCGJQmAa+aU7eW1qKCiG1n6zZPkyLeB44cCji+sgjj3rPLr373e/WQSfad999t55+5mktdsOT4jJ40fQ8+9xz1OlGEzkR65NDnXH66U76t0Z7RDMXuf7KV77ixH5DzKH2Gi/8Q8FFg5J91uJFi/Wb238Ti8AHLScjlqP1Gzfor27swe/vfOc7hmk0Nkduv/322EjnTUGK2vgGfJvNjxPz2VFnsVXwm5xuh+UWevzhD38Qb6aucWLOPdAAOQghWE8PiEIEb42AR739MQWq6dNnurg8SW3Fom1ms6a4QMk+210wo+n4a8OCPFFAe8WN8qtddOuz/1jkhjA/Kzho/3PGWWfp+BNP9L2Tow3lbeqrr74mfuZtjQsuuFAMYm50fNj3//QnP3Hz9mJ95tOf07tvfp/e8pZ36MSTVggdQe+IJ9BV4EDPGhwro4NFFwHn244j/9AcOwcedY6rZ7t4wRx4B8w02rG/xM7cf/jw4digXb36DK1auVLXuTh74fnnq8VFuiavb0FVpVRSnfUZGiRpGpuYPPiBPnMO+Gig0oCncb569WrD/hbBB3SduI59kRMaafv27XOR49lo39mfRiZ6+5DtDo1N/i23X/ziFy6gvKK91j3sDW+H8dOib3nLW3SedW7x4iUu2LXH5lG7c/p2x7nwlhwePDmydktLq/3JdmFjaPYivy2ONdkTmmbOj6ANsHV2dkYbhr3i2rRp02zX8jriYtqjLkyte2WtG0S7dNiNqF07d2nUvgNbt3zZcjWaXoutI9zLXvgLPkOP+S4+wQP4Muo85SQ37bCDwBySAAmFTMKziZMm2u8WjPvL0e5CY2iD7vAACbRAHkMgv6h3HFYXacD6yDDXGdhG8AIH6BJCsL5XtHbtWqETwIhtbjSPcw7gB/v7NWv6DBWyvOPMBrHG5ElTY5ETfzihY2I8h/9F/3jgBd8BnTiHrUEmocce8wz64heAYdWqVVEWmIOOHdy/342dCaIJl7dchRCiLCAvyArr0fDmYYDG+gZhKzgHHsgzR2SdcxCPPYl1WQuc4Cm0xcegM/jY5557Lv7ULL4BWu52zACNaCDQVNzr78yH1wddoCNn5Ts2Bb5Be2jGHugf65999tnR7p999jk625+vvfYaYfvRDfZD9uEfePKZZmCDczG+Ix/YVuz/Jhe/geeYPn75y1/WN7/xTfPp9+rq7tJuw8aewApM6HiWZuo62OW448/67rf+W//+b1/X17/2bb3wwisaH6tIIVXwQA+IOcEBPmI/Gs3zjrZ2rTr1NOVzmfANH/rQh2x7LtRxxx+veuel+124rLp2kaSp1wo6Yt99mxt1n/nsZ12w/Xz86Vts9GOPPy50Gz6zx+xZc3Szfccb3PBBnjmPrMNXeMPnBQvm2ddWlM9nUSYHHI+CO/AhH8gBukgDDh5xHn5jY7Y59qLQucQFY+xbCCHmO/Cfpg57nnHGal1w/oX6iJsor3/DDSo7GT7iuNA9BbXZTuCr29s7om1nPvjjp4GRz+CBHfrMZz4T477JkyeLJjL/nAMyjJwjB+hcCMF45IxHSbJvrrmWVqmUbHO2xdjJJx1bDEc/ht0B7kWLlrhYu9IN39W6+OJLddrKVYalNdIYfTrb8oS927Fju375y1/Gpg1+jwJwu+sTwHGxY45rrn5tfMjrpJOWifgK2LA355xzTqyN5lybqne9p9E5cQhB69dviDDtcg7EQwndR3q1acs27di1Wy++sl4bNm3VkSN9tu+94p+o4GeeE9eWFs2f60Zrp2h84gtokm7ZtM7yt9/51qgO7N+tvu6D6u/v0qbN62xr98Rm6wlujE6c2O54q0kzpk+xKymJN1Tr6+vU4DE8NOC9utXjOm+/84B9e7ZpzQtPaeuW9Z43qM7OGVq8ZKHaO4qmT5NzHWhck8zPAcc92Neyc7eSaxeD9p8lN0VHR8Y1MjymLFen1pYOTZ40zT5+ue3ryW5uLdGkybZxdc2uI9XU2zfsRuOIevoGnav0qru3TwO26TRUx1w/HPeoONoKzp/ydTkpVM3niqgd1DtWaG5uUpKmjh8bY26BnA47jyZmRV95oIEHlGh8EFMO+Rr2mLjw4ksuiT8p++Y3vklve+tbzMdLdc65Z+mCC87TqtNWavasWaZRQ5Rt9Def5WPMvt++E/uSJKlxOtEN+DOstxfpGvttdO5d1r2b3/M+vfktb9PVV18tmiyve93rHTufLx4yW2gfNXvuHDW2NIsXlTZv2aJX1q3V/oMH4kD+TGHlXQMreOSyTCHJqeBcsNu5w4svveR48FnrUYemzZimT33qH0WD/18//3m9561v1JHdW7X2qScUgmsFkyaZb80q+N7UdibvesyZtpN/54bup/7xk4b5WvGz4BdeeJGud/PyxpverhtsN45zztNhP1i0rrYWi5rs+Au7RDOany5FR+EBsB5xjQD6QHvsPrQn7+CtT45cYx4xz+9/f4d+8MMfin/G4+tf/4a+8Y1v6itf+ao+/enP6j0x3rrRtuu9+ud//oJ+4wYzen/aaaviw3bnOkc++eST1W6Y8B/4pgceelA/dsz2pS9/STzo8PGPf1xfcZ5C7I3PBpbU8pHmkB0JWR2wzB9xPjY4MiQGthwYg33wuGt++DruaXa9hbrFuPMRIoTM9GtqalZqu9/hHgV+kFi3s9N6aXseLB/gzzqpaxbwcMzrDQ4PeV9LsWsbVesN17HDNCWt2paxRs2YPkuzZnYqn9Wpvq7BdfcO49mhIevUBse3I45n28yHqZMmq6mhUdAVm81DahzXxVzpFdvKrdrsJthON9f2Oe/uNZ6HDx+0DPdrYKBPQ8a9f6BHh7sOWd+OiHh/zHkAMB50rthrPzDk+Ih1+703+c2Q6wljjj+jLhqHxLghRwrBOjyu4aER1x3GlaSJZbagEc8fd52zWhpVrTKmxHl43uRvqMtUsD20KqvmPCr1hyRN3cgtK/YRZP64xzEwOGz7ddC5xgHnyd3qdR53uOuwcdumfQf22b93+fNWz9mvhsY6LVu2TIutU9MdO+E/GkyfY36h5Nrp4MCgul1b2GUbSy5NTstnZIi1RywHOcvHuOvVo85/kJUO+6b58xZo1WmnW28v1PJlJ6u1tWjcRtRneLpNK+KM55573s3GJ2JcQ1z30ksv68EHHxL2YbdrH3vdHCzbhtG8Lbgmg3zw8uQR6zEw8aY1RxrJPKC1xzl3t5usI6apzZ5MDqWWt8yylfdosJzlXTOZPGmKsGGvfe2Vevs73h7/2YK//Zu/0Xtvfrfe+IbrdbX90vnnnyMejJk9Y4o6Z03V/Dmz1Nba5LyqTTyU09V1UI89/oheeP45y9Mh1dcXnItO0STr/ezZs/x5qvlUs2844utdIm6pugaUmVY5y0Ahnylx7AxeU6ZMFi9JzJw1M+Yy+NlClimX5uxzqpa9Ae1w7rbOse+Gdevs29Zr69Yt2m9+9vQeEXWkgwf3x3PEti+/+JLnbBT+NBl0AQ/DjZJCwPyrAeuYizmcH3NRgM8VF9QYCG+vmdQfmyZDBnxMBH8VA0/wZjmz7AYDn0gKEUmugSD3h+Bzkq9InB+3ASDQHrFiEFAjrDUXZdOQKPGsfJZTnQ1r6vt4cicJivthfBjAVnLBt+RGCutEfIwTQQyGpMOd42KxVaMWviyfV2ZBUSqNuZhfS6qq+XPZThajVLMCVi0VzS3NMYAnUEMowG9oaFgIJXCyL7BDL4S7rq5OvDoP/iQHGzZsiEFRk5OmJEkEXiEYcEl8z4wTcznPWqzJHqwJ3GOmPfzge4TLloz78mZ65gGPODKXeazDegxvYUOXj/twnXWZwzjKg0qke9U09rLmj/y9ZhhLr45xC9Rw/JwkaWwSsB8TKy68pWki6EPxjs+OVqIQQreaDTDnMgswwS8wphghy0bVtAWfY3BwBLYqcBjoEILhcGDvzxh4BL/OSpMv5JSmIe5RM8CJ57EuMOXSVAXLBsFWY0Odmh3Y1xUyyQYwM90bHYRNaCtqkmUgn0+Ume7FtlbD32S8GqKBa2ltNq1S4Zx6Ldc9Ls4BG3NbkQPf2zGhzUFQnXLGK5cLkq3HyMhgNPjj5hW4W1RtoHMKiVR1kMxITKtapEmqEIISwxQUJEfqNeNddmBXGi/bEOHOfFo1heDrUjzWjG/VdON4bAAbiovTH3HhlPNpkppGqfjjO4P7mBtCiNfYO03TCAN8KFlnxr03MIxaN+BFCAlstk5XnGSVVKsallriz+X4JA9yFkIwHXJij2PrN9hwIusEjRgl5AxdlP+wFxXbjrwNa2pjWxqvmA9ZvD9vffQUAStHdIkBfJwDZr6HYDg8ge/sAc/R8/7efo26gNnfPxiNGdPSNDH8pehMgBc4fatCEhRCMO+bBbwhJAohRJkbMw/BH7ixeVXzJkkS1RuvzPrG59S0y6JRTqwbY/E+KcTAmECq0bLHPOD9v3ixbmtrazTcIQQnEf3RjkAfrrEfuMh/SZIq8b4tLS22JxPjPewPnaEJuFQtD+zR1NQoHN+EiROjvlt0fG9qukppktlm1itL6+SczSOxs7BeVIL6egdUcQM12Ahy9HKWv6pHTRXbQRwVwZn8x1ul0IQ9QwhR1zocnLH/oAMY7q2vb1TFtndsbFTY8izLK2++HoM5mO5V29RGN74S6/FRHCqq2CZ4ybgmn72dwB35gb/wmbmyF2AtZB47yVzkKTU/uF52YMH1Mcsw17gXe8w14AYW1mUOc7mPc3weNcwEePCC+cDIkbmcY7AuPGCgc5yDJhzZD5hYiz3gG2uAC3zlXq7JcsKe7M3anGM+g7WSJI00A3b24RxD/gMeH5QaX8ax63xOLCusBSwcg/fhOveAO+fxL+yJfgIftOH7MfiYn8tlUS6H3fTKOykKSapRB3eVmlS2LjAGzO8+F9HK5nX3q0kJclKxzCAnwMi6FfM6y3JKzOumpgbxedwBLnLD/sVi0cF3u4D9iNfpcrAH3sAKvY7BDv+ZcwzOEKy7ThqgI9cotGfWTdaDL+zNveDHPmXLBfdXLGfH1uV7BmwGNvV6iWUTvWFNn1KHk5+pLopWa1UNOIZIQipokTlxKDn5HhwYdbG4ojHbHBqGw04cKibSoAPKMdvT+sZmhRCi/WF/1iRl2BIAABAASURBVGTtXC6n1PzLDC+2IIQQ5R8eA9+g9wJ+4EN+Qggx/iDg5jz4sg77MRd8+AzduIe1+cy5ISfhIQQxh/PAcGxf1mE/4KnZR6HraRrMi2A7OhptJrRkDvLDZ/S5zjpeC6n2uYFFAF1jfSc29Q1NLt4fEm/599l3rlu/1sWSveJnVAZdUNuxabNq1sucZWLUyU+vE41xJzB/+eMf9OSjj7rw3KUh404x4de//nUsBlFIoBiJXj7uOfyE5ytrX9KQaU2BkESX4HabG0IPPfSAY5V+9XttYIWe3AfNwKHeRQz5D1xKluduJ2vdTs7Kjv2CGT/oJlNfX6+gE/egy3wm7oNPyGydYwjWaXah/SQXwo93E3KqkyEaOuzFPXvd+CE2RJZpFlCYJwmtWDd4a/SgA/Ej3rvfwfi4EyIanoljiJnTp2rWjOmaO7dTK1eeotVnrIpvpq1YfrILUnO19Ljj1dk596isuOiWyyW2E6n5VbMPlupctJk6eaIWLZyvc85ereUnLdX5552hq157iZobUsvqoKq1UY2WRzQw3K9yqGjIvq7gJPhIb1/8qSLkCh89NloyHTJluYLqCvkof3PmzNHMGTOiTHc6EYcu0LLLfOSI/vC5wb4P2ePc6OioE+JBw1Yf43R4Ak1z1gGzwufrHHs1xfULjt3YH94h602Ol5F//Cny29vbG/0DhX/4UbEusz78OOXUU+1Hu+zvampwAfD001fr+uvfoHlOLJEhEkri8B//+Mfa60QRuzBv3lzxNg9vkMDbZeblypWnOrZrFN9HnescPHjYDZgLdNZZ56inp0+PP/aEDrkQXXEMQ9Hjnnvujk+Yv/jiC+ZBGp/svfrqq+Ox4EIQ/4ZKx8QJoqH3m1/fblpmXrvdMDaaF9KChYvik/4UN+bNmxcLSMgRY72LETRxjjvuOM2ePTvSDzqMOUfaannnnwvBtu3fv0+vvPyKjrN8vP766yNOS5cuibTA7mSOUylEkwzvcnG9vqFOJdvDOusDeNx///3i7U7kFZq/4Y1v1BlnnKFTTYuqbd+zzz2rgv0Aa8EfbArwtbe3acGC+Wovtgo9okDGm+Nve9vb4tu28JjEGZvM/KmTp8gVCO1z4n3wwH7jXxVNz73WF+TilBUrVLZ9oIiwYvlyF4sv1ne/+13xU5hZPtOf7rrLhYp9esHNzYceekinu4m30A3fEfvtu/58V+TDPjczeKOAIgXxyLnnni/eNDr99DM0depUUTCGFtgO/AMNEhqnFMDReXhwtOBW56L2dr3kAiCw02TmLfVbbrnFepFodudM7dq9y7qXIMZxXoPjQ2SXBwiDfQm0Ys173OBF3mabh/y01ty5c7Vs2TLBc+bDU3SJgn5IkvgQgZUsFl0qthnoBQUPck5sd9U+GL7NmjlLB1wgPc7NwU9+4pOqOn9Yt3Gz9h04rOGxsn21NH36dHE/fgKd6ezs1BQXGKsmDrRDF7F5rFssFqOuQhfmhRCsP/Ni7spDL8BJM4EmAnoJvuh5T2+vWI8xan0H7x07dkR5RT5Zj0YgjTh0EbyRrxtvvFEU9+HJ29/+dhfjj0TbhnwBV7P9O/LI/fw6AI1UdAKaUlxCN2gmodfYWwqWH//7j+v8Cy7SVddcrY9+/GP6zOf+Wde7yDpt6nTlnHOM2y9TAIHvOwwjOAE3awI3e8JQPifmIXTB/kAP8MUuQDfkOme9wt7DQ+7BPvXYz6Gb3M+5tmIx6jd2hiZbs21a3n6/4JiYh8iBBZmlGEhzvdUxx1IXhBubm12o79OY/WpLa6vgXYcLZXvczIA20AHagwNFHOixx3pE8RL5pRFGkxU6Q28GOCpIu3btijEJtQl8EwPYwY81+UzRDV6yFzRA9+E9zW5klXMjji3WrX05+hvwrHfdw240yi002Lptu/bu26/9HtgW9oFeFDThMXyFXtBpcGhQf77rT7r1l7/QgGtJFL/WPP+8dXCb+Lk1CllPuvn27DPPRHns6+sTOgy8dd4XGUQOkBNwRseIyaqOT7sOHtKu7Tvcz6hp1HWbuiwvzkF/k0Ml0xjaTHLuhFzzOYTwv7oA3OzDLwxgWyjM07B98oknrMNLdOmll4m3NJmH7YK/yP1+N37hD/Z7wYIFtvsdQo6gJbBj95Bh9oPOF154of3MWcJO1DvOoKm62/aahsrjjz6mF02PX992q37ywx/opTUvqKW5SSXby8ceeyw+VMJ6X/jC5/XRj34kPpBw0003iX/Xj6bIZZddpquuukrwEN5R2OdhkPNsHy+++KLoK19zxWu1YsVK27e82RisL/Uatb4oJGpqbnFcMj/q9DzbrxUrTtbff/KTuvqaa6I8TZo8SdNnzhD/btsR24ML3LDj3w2l0fo3Lpa+3fr9/ve/P/5qQKfjiOMt4/Pnzxdx02430J9/YY11nzgm77xxXNgidD+Eo7Exc5FPCrxJqhjPIkPYZvwMc7kH2cZOjI6OIVbRB66wX7nefvEmN1zQdew/F0cce2IX4RN2gNiZ9YjZgInvx2znuHMWGkgbt2x2pFZz86xHL619RYcc+5Rso5usryXPYW3e3OPBDWQghCDsBfuiA/Ca+AVYc7YDjc6D0W14wnVkiKIwDzImdi0N9tVjo8OOxYdMn7JyWc6fR5T5iJwVi6065ZQVOsP+DfnBvrAmfH7b296qVatWqWI79exzT+vHP/qBY+qf68EHHtCmDRtjjPKe99wcY0x8NjFAY1OL5sydpzNXnxWL3o2O5dD3Dte9oPH0adMFH4642THmGHrPvgPasm2Hduzaqz37DqtvcEwjPr9z7z5t2rpdTz37vPbtP+DYqUfQ9Wk3y3bv2qGeI4d0wEX7JJS1cMFcN1AXap7j3tMcc8yZPUMjg/0aGR7Qc888pRfXPGeb0GvZM09dy4OG6HxLU6NrHYkaHPdOnzHJsnuirr32Sl122QW6+rVX6G8/9D596P3v001ve4ve8fa36jVXXKpLLrlQp5x6snkyz7HXfM2d16lie6vjriZ1TGgXOCJX+w0zY9/eAy6m79LePQdc8xpRId+gqVNm+P6lWrL0BC2cv0TTp85SS1NRSTWn0mhVpbGqRkbG1O9Ga29/r0bclCq5QTM0dMR5VZ+amjIVDPPMmdM1bdpUNwPqjV+fsGlHZXfU9OkR+oxdh27YCeKU520DsDv8FPWhwwdsu0ZdG5qgBY4dkYNLrMs07//pU/+oT3z8o/qbD31Ab3nTG7Xy1BXxF2ZY509//GN8y5w4aveevY4Fq4an3nCYnvZL8HeOdXTp0qXOQ1bqmmuvE7/ccd111+l1r3udaXyt5lpG0BX0KHPcXldXUJbPW0bBfUQ87Dhq2zFu+zvgfHjIccGdf/yzPvvPn9e7b36Px836xN//vb75zW/ocdv1ETeip0+baVnZr0fu+av+eueftGvHzkjvRtP2SM+Qtm7b5ibGQdvHOREOfrL3pne+S29845vEw1LAedlll0cbN+5mIM20YddE+VUVHm7mLb6ZnbPV6YYw+cI555wT9eME2yJ0dK7tGr5zshu5NFky6ye2Gj+V5nLWuSzKfrN1Hd7wZiv8OXz4sLa6scyDg3+9+27913/9d3yT9Sc/uUXf+fb3YuP1wYcfUo/tYn1DvWp2OtQTgKvsHCZNbdBsJ+A9fhMf1u/aCj+n++Y3v1nYTWIlYsdzzz034j99+kzlcpkbiz2xYRTXcLzCQxPBdeKm+gZ1FDvU1tKmtmKbZs+areamJm21Tt599z3xzT3gBj/GoH35oHPvnPFstE0Cd/SsbNsWvK4MX2o70mJ7wy9zTXOeCi5JmtjH740Pe47a5uYMU53znpbmVst5i31Jpjlz5jqfWK2rr74m2n8e9pg9q1M8AFwo5K3XJQ25WTrsXLiQz7RwwTxdfvllusFNcnwU8lhyjo6NHnLeX1VNrcWim2eT1NrWFuUOHlWNN2Pcdrjfjch+4zPkPlK/a1X4pIOuLe2zT0afeKO0b6BfcZjW4Mo+OeNPzD1muRkxPFXn2YV8zrg0qNG2OJ+lqjp3qli+KP03Ntar0TaSXKzd+dAkN42h9QL7e+xpp/WozXaFBziIdbDx+HQadK+88nJ8QGXUukH9vWJdAUc+l12TxQ719w+YNsP2iaUY9/T0HBGx3yOPPKwnn3oyPljIgy6HDh2O8RAPOLA2D1whm1u3bHUMdfSBwC7LacXy1traKmwFb0/iJ4jH9jtvwg8mdjr4Lez9JNcSWt0PyexrGpzbzHAuMd92ZtqUqSI/ryMntK3vd939sGMsHhQE5jHjA07I06jtYM0CP+xaIjHPs27i8lDy88+/YF0/oGB6z3BeNG/BQs2YOdP55ALbnFN1tWOV97z73frwhz6o005ZYdtVUL/rJVs2b3Sj+qDzxGGVx+0HU8cm1qmcayH8osGw5bjHMXhQcE1hoogbiHVoElNTwtZgA4lJqTPx5uqtt96q2267TXfeeaf+8pe/iFzv5Zde1OaNG+wn18exa9dOke9B2+22Q5s2btRG5+c8HL/HeeB+5+B7XVfYuGmjeID5vnvvUZIzciEEG8WKQkiUJjkFJbL82imM2RmMq2JGO8dWkqTKWXmCj1UneCEkCnEE8Vd1wsaAgRUXHzh79HoSg5yyhadW89K+d3ysJAhfchLoXZWGVInCq/9JaZq6cJRXZvhSw5f3vnkbu3yWtxOoj0WZXC4nYErS1HDlrABNLtR2iJ/3bS22qbGpWQUHqUULfceEjjinYEeQpomTQfANcZ2akSuXx71fJowo8Mt/w1bkMopkgRx3QQPhQGA5UghGkEpW5JqRCiH4DimEYEWAbqPxc2rY8nY6SZJEGjCXc0mSxu/sxWCfMQfKCGRfX69wXOPj4+Iv9RpcpzjCZ9ZrtAHkyHdoDhyM/w/mqlh33IkD5xnMCyGYtjmPzPjW2TA0W1HaNXHCJDuyOvN7zPCPx8RiyInIoA2TOaZclou0yrJMhbq6yIPEOHm5uA/wDTuIGLYSUfyhqM6e4BTvMd2ZD/7AxDzGiI1f2XIh/4HLqI1WzYsmaWoYLRk+KpK25rpM2fw2NC4E18yzmumeJkEl31M2nxJ/brCitdvgtrtpymizIWm3Qyi2WBaMQ5ONYXtHmxWvIyas7Al83MfcBgcJpbERlW3M5X0YFa8/akM75iBXLgwX8jnLVoNyPlbcYC7bARmq/6VPluWVJqllN69cmvkWhD7EY8V6AdwyUkmSKGcZDiHYwZQFLWqhZr7kBUxcl//gI58LpmF9fb151hhpznwG11PTicHno7RI4jp8L1lGGSEEMUf+4zyDffJZQWMupg64KUlzNRi2NM2Z1on3qVoeShpzERZDD++ABbiRJ84TGJUcSMkaXO/COyOE1Dom45FXT0+vC0aH7SSGvDP/My1sKwbt/FiPdWjIDFvfkBdmEDwzRm2oOZemidfKIk7HaIAOBMn7VCP9mDfkJL3fzrLHjZre3l4avShuAAAQAElEQVTL84j1zDgYfmiFXjEHfWZvHA2JEXtBX+hURh5NK76zx1Fca5FXefOgbFmDdp6imm2ZQVDmwIN58BZ8OIdDYg545vP5aJ+AnQHdmQcMYy4OgmcIwfSu2IkOiXVS83TChAnxPvbL5zOFEOK1fL4gcAePkMj8GRNPSY/HRk9F46NlJb6QJpnGjfu47SxrAu+Y7Uxi2Wt0UAAs7DNs+R5wsAEPQggiaeONxjrjy3z5D1hZK0lSJb7/qCzL8DVr6tQpDnYmmj85hRAiraDTiBNYcB0fH/W1LMouAYnsYErlMaWOUAqFTPyNmtfQJJfmIo7wIsuyuBZ7cw0cRl61Ga2tLeI6wS4jbxoDF/viYJED7uM78sUe8CiEo/DBH+5nH66lpjcDfAfcoBmyo2YvBvRnbggh7sk+3MO90Ix9gI372YNrDK4NO7mAzsgT10M4ykOu8521GHxGDhl8Z7Av8LAP+LM2dOpzcQkY2RO8OY6Zz1xnHdZmPvdzBBfwnTx5su190baqYDxyUpAGjKd7ghq3XDc6AC/afpJkIrfsQeESGjD2OzgFJ86zDzBCa65JVcuFvG5mmWg031I12U/V1xfigwHcp1f/4A2wNfo68LMWRV++gwu0Au5j+EADaMztzGdP6MB9U100JyniM/OgH3uFcJTO7MN6rEvgzfU418kAeLJe4rkl+/hKuaSlS5ZqwdwFmjF1hiZOnKl8ocW+YoJySV5jtpPgbLIJHLq6D4s9R61TVfsG9mC/EIJCCKZHIv44zwBuaIW8HsOP+eBJwAoNmMc5glx0HhjH7cehDeePDfgD7NzHHIJI5oFf0ckH8sp1cOcekjdkANpwjntIovm5Oj4zJ4SjNGNN9gOnMfuP9vaJOuGk5ZoyY6aqtVRbXawkCN29a7t6DuzWji1rNeqCyFOPPaq77/qjtjowfe7Jp3x+i55yEfLZZ54WjdFHHnnEvrUsEltsW69tNLaahJaf8Bx1kr1n12497OYJjdYlSxbHomSaJDF5oJD8iK+95OB30Do6bPsCLuAJT8EN+qJv4AMN0H94Bu7M4wh+zOnz/keOdNt/jKvPBSOKFvtcpN7lAjT0OnSoW0pyIiFfuHiRYTjkglpX9NWsiR5Cc2g/avvF2iEE+8xx9dgH5ZKgQi5RwbFH1TFmi23uiSccpxlupGb5NNrDipWvx427Q13dymV5NbUWdbKbhZdcfolOXrlCS048TqecvEyLFs5TsbVZkydNcPxS1EknHm9dbrUlrbnhd1C9PV3q7u6y/qVqbm6UHCONmD519hUdLsynSSKSqa7DXXr+hRe02wUxfvaosbHFcppzfCXToebPaZRp5HOSCw3Tp0/TZBdPZ8+epYWLFmjylEmqOTZCNqBxlxvUIQTxxz3ITWobzmdoAn3gDef5znl0Bl7BAwrOyCG0gy9cZ60QQoxD165d6/jhUNQ34m9s4ZzOTlFoWLRoYSwCnn32ufZB082fA543KJp8NDQ++MEPuBA0x/FqnZO5fS6O1Omyyy5RX3+PZs2aYVwm6o7f/1b/+bX/cD5S8tyF3nPE/B3Vxz72CRVcKPjGN76lP991j2699bb4dO+TTz4h5Ba4sD2MEELU92efeU68hfjss0/HPZGPLhdgc44P0OdaTeJhAWQWXHK5nBoc09F0ImGDRiU3ybAB6HGWZZrqZtiZZ65WY0O91johnzixQ5ddcYmuue5qzZ47SzXLWNnrzuycq1NOW62Q1TuOqHl+s+bPW6h8UtBLL7ykL33+i7r91l9pUsckPfDgg7rzT3/Smpdf1ne+9z3devvt+t73/0d/duFl09ZtCvaF2JcRxwU8FDPQ16M1zz+jB++/R//v7z6oW378fX3961/XH90Q+dDf/o0+5kYWvHvw/gdc0PyA9uzcpZL1oc1F+SHHYxSNfvTjHyvv+Pq7//W9eC/2k3ii0fiTsAYT55JLLtU9Tkz5N3cP2rY+Ylp39fXqbe96p3odL47aR010AWOnbcS27TtE8aWptUk3uID4uc9/wR4o1YJFS7Vy1elacvzxGq+Mq2gY5ri41NbSGos7p6w4xcXo1Wp2IfmQm+cFxw1txRa95+Z36Yv/8nnTe5LecMPrtfqMVVphvaMIwk9H9dlW/OQnP9Ff/3KPJk2cYhpXRCyTZUE16/Bhr/Xcs8/avpX08MMPqrmlUdt2btWufTs07nyiyQWK5sYmTbe/2rBuve6/7z6N2d6NOmfauGGDeDiSt7pojJGvojPoF/arybACB4WL22//VdTPfhde2q3X+bp6Fx0PKc0KLuD1WH4H46CZ+aMf/Ug8gELjCZ9NQaHBcCBbFPnzxh39JD7giNwxyDWRvWHHWugsRSHsIXrLT70WcpkOumk24vwQez3FdoI3VAfMa/Bh3cvc0Ln66qutSyNCztF3GnryH+ujD+zLmuhJyX6G+8AX39DuRiM6TpGXhu4pp5yi090soMB78cUXW8e3RDyBrb93wHSvOMcY1gY3Dta7+LHXjeeDhw+JfJWfYQU/GlE09L/1rW/pQesABWtsPW8BNTU16VTbXY7gzv4GVcAE7iOmRZbloo29//77XBR+TAcPHnCMMCHG7M3NTfaNNbEetAY/cMI+7Ny5UxR1trkw09HR4fioSQsWzGd5r9ct3uLh57CBe9PmLdrpxuTLa17U4f0HtW/3HnW6kT7PhS3GTNvhltaWKAOp9bSxsdF5zqigIXpWcMzOvlmWic/QEhrDV+bwUAgwHjp0SC0uFANng9dgfnd3t47BjozAN2od+N0/3vkHvfDsc7rPNuLJJx8XOtvj+dAJ+s2yjmVZ3r5ispq9LnAtcJERH8Jas2fP1qxZs8R+7a7PzDU+J598cvSTvAmALgPDZMsSvp03jS+99FL7mpqLs2fE+yAYOL3gJgN8oigOHjX7OpqY2CB4CJ2gQWdnZ6T1ZMe9RdcCmhoa1dzYpMT2ss50gqchBLW7PtTi66ntNHBMdyERHJD/yba/NJUpcDfbljz15JOxmAxN0Q1iYmACR/aDtv3WA/BGxxYvXhzpMXXqNCELrAuexBrPPfeckK2DBw9GH4d+sibFQAqBrANPt1K8977EUXK9oeZYYqLrWk22nQsXzo/0udDN2bPPPlvAep0bIejeP/zDP4g3oXjjngbjhReep/PPP1crVizXueeeEwuZb3PzCdzq6vIiFrzu9a/T5a+5Qpe4aXz9DW/Ua6+5Trf/9g596nOf0z33368//eWvevmVtda9Idc0KnrnO9+pOW5M7HOBEXvVaztZtp2GFvAI2qB78K7VNCbGXbx4iXV1yLZprdCJiOPWrdFWDNvn8ADd2nWvRJsYQoi+Fd5CU2QRuxFCEHxisD6yDf04Mpc4gvgibxsHXMQkyAHyigxCd2BCdnmwBTlC1rGP8Ac+wT94hp5xnqbRetvqbseM7tZb38tau+5ltRabRbMhb5kiLkT2KRYDJ8V04v6K8wP23LHD/sDx/DHYmFOz7wMP7gOWvv6+/x9VfwEg2VWn/8PPubeku6t13KfHNWORiU1m4gnxBIIvDiHAIiusoLssLCzssrDs4iQhAUIChBjE3V3Gk4xbT0+7lr7P50ya3/+tzElV3XvuOV/Xe6sdx2U1MjqkjsP7pFBxnFfWxEnjrOfdGnEtatj2aPKkiTr99NOjHwQP4v68Y4p3XHml3vXOd2rl8mNEQfgB8+2Pf/yjvvOd/xQNoJ0uFh9xsTrNZtzIuEBnnn220MVjVq5wbDlBk7wudBx2/NjkOio3Ri1dskTE7e9993vcfD1V4Lpz1069ZlvVZV9UVlC2vkH77Aeff/lVPfbEU3r6mRfU2dWrziPdbhbuj42YF194Xq9ufMWNgaf1zNNP6LHHH7YMbNeevTv1zDNPuuGwQ8NDA5o2bbJOW79Oxxyz1LZ9NNrYVse/Z555mtaderKOXbNab3vrFbrqo1eJZsHOnTtEE/mwm4488Xbw4D6Nn9Sm6bOmqmV8k2O9cWpvn+6YaJamTG7ThPGtjgdzCqatSRbriMMjA0LnB1xH6u3t12HHynv27Ndr21/X9i3btX3rtmiPi24aNBjXyY5FFi1aosWLlmnB/EWaNmWmc+tGVavBtrde092MXnHMcscba7XIetpi+FNHKU2NBduzxhgj5vNZVazT+/bv836HDY98rlnI7Qo3/rg5gieK0SmefNu0aaMeefRh3XXXn/S739+kH//kh/rzXXd6z4rmtLebj6s1wzF7Q32d8jnLkOuymzZv1IMPPSh+mv8HP/iB/vM//8sNwP/Rr371K8dwd+qhRx/Vs84JNjlv27p9u3bv2qMh1+NCCFq0aHF8MnTp0mWOm3t15PAhy2CPhiwbjF43snr7BzXkfDqTz6uhqVFlx0M02UddFxywnBYcv9AYu+WPt+pb3/yW5fA78YbDXW5McLxq+e/p6lFXV6fxD9Hm3/fAY7ruht/osaef14GOLu00H/qtFyXn6BnjVW9bvmr1qiiTq1atMm/b40AP0FX5hY7Z1GvEuX3RNDZb4g0gZetiYluPvjW5NoydmmS/M8W2Hh+1xLLO4BhzeJJtmn0CdgXbwbp5N5eIkaET38f8etW+qKe3V30D/abJiG3YiHlTjfzM5XLCHoYQBD/xr6yP/h9wvMJNNM8986xp3OkYc6JOPXWdPve5z+m/v/tdfeELX9Sll1yqhfMXOu9rU6vj2bbWVtXX1SvjOMBE07BpnSapaxjLLHMne+4CjWsbb58+6NzokDp7BwWv+gaGdLirWz3W2xE3yBQS0z1RJpONcIIjdMCn4sPBr9/x9yHHDAftq2hKQtNR0zVImum6wHo3q5cvX2FdrZqPPRp1LbJQV4j5BnaUWhB8AX/WS5Mk+o+qfUXNvBnf1iJi7vOd9558yslaZr3h6eIllrt58+ZqiuNm6F/vPAi7Rd4TUsPtkaRoVU3VEJTYpqWmc0CpfTzx55x7Fhm/y9+5AYiaF/jgw/ETxArQrs9+e8R5S5IE1bluVe+GapoG11CH7e/6/T4qmb+pz2d8vNFz8tnUtVaJXtV0y8iG09brE1d9XB/+4Id0xWVv1QbTpb19jnW8Yj5YJqxX1MxHXa8bsc5g//EL+/btV7d9J3lAn2uxSSY1zlPsW+doydIlfp8ranMF245MLuseRKPra422W2V1d/c4HtupV+2X8YH82ZIjrifQqL/33nt16623xaYh+wTDPrt9htYcu0obzlxvGTtZJ59ykm3tabrcccOXvvQlffe7/6WvfOUr+vu/+1t96pNX633vea/Odyy2du1azZ87zzI1TnnXFcCBvfGdB/Yf1H7XBw87JhwYHNKIe3wDlrNdtiWPP/6kbr759+JXNL72ta/p2//xHf3hD3/UAw88oAcffCjaoOt//Wt973/+V392g3Pjq6/q1Vde1ia/77eNGHWzu621Ra3O03K5jOrzOcvcdHEzzjlnn6UTTjhOS5cu1ulnnK4r5/rmmwAAEABJREFUr3ybePr1k5/8pG3XImUdB8v2BX1Bns8680zR4F+0aJHQ2Ww2Zz/QEHUK/V+4cKEWOm6dPm2a634tvj7VyNCgBsyT/r4ex+ud1s/DHh065Jin4+AB7drxhsyvnJyNW/BLouhbtGJBoFKpbCaVxOeqGwYofsVNBj5nDFydgziATNMEOG0YKioWyxqxAo26cD9sIRlwosWaZTdj0zSnejufBhvArIGvuKlUjU3KovcYjcYmSRIrdIij4nNxTxu9shWNz9xdPeLGA0JfdDCCApQcVHK8Wq0qY7iaHKxNskGcj+Nqa3WQ06pGB/ZTp0114luwLqVKUTKHJhWvm8km/p6oZAOdNVwFJ5ohhAhTxTDkcjnVoYi+BsITjEFsEhTgHYNj1MVUPnPNqJUEGDGywM28jK+XX5yXcBbVqFzAzQAX1uC6og0U1zGXd46xFoM5zAemBsOKYZJfzBuxEeixMhIQMi9NU+UsdHkXMMCD61hjyMk7aychUcbNviRkzLfROEIIAl7mgk/JjUQFKe91MIDsaza58FaJ81iX4+zF/AEbXOAtm54c43wIR+kJjKzLO3NHrCBDNiwUUKEZDoW9oRXz+D6GYzaXUcbGJZfLCqOVeM2aZYM1eA+q+niinA1bgw1gXcQ5qySVeR5U70Rh3LhWZdJEFcNWrpQUQs1S4OKh18rbMOQ9J0mCZbnseanXS5XzfuCcSTOeHwTdgoJydjr5bM4wZVVDP1wAK1n+s5mcr8sqhES8Qgi8CVwYXF9y0aBkulYts0mSeA1wyyibzca9oU3Jc5jLHEYIIc4DFkbOcpnJZKKcQkPm8z01z+UXn9E3f4xJS9W0Yi++h3AUphCOvrM+8jJkuSha/yVgN50cEMGXYQeO6PSIGwl8rvh4CKnhyZkeVTvwEe8x5Pdhf694i5qAA3xIXIAF2Rwyr6FB0brb60AVA8x35KVie2BmRDqBmxeJuDEXmRq0ceYzeNZMtxBCtE/wpcU6n3cQh1wxl6Y+OAUvAl4jtkXQMvE1vDOYy3qDbiR5mvmc0xhdOV6xrWNO1UaY79hD5uHEwQ24OV/2vJr5zznsWXw3fJwP4SjP2AO4uQ4eABtwkqwAX9XX884+VV/LHOaXHWTwvckJfCaTNYz5CCProF/oRD6fNa2TKDvQIZvJ2+gPRF5wbd50IVDMWrYiXU2UYQfBo25u0swcHhnUaHHYuj9s2avYhhc9RrxXLtpLrmUN4AOePgcbJctIsIwU/c4oWZYRd2CCTiO2Q9C4arxGbAvBH3pwrOSiYs46VSjUe/0G71VU1cEJej76FxtajXJU8/GiZYXrwA04xtbOZnOSYWCtnHUB3nEeGKEPcPMeQlAIwXKlKC++yJ9r8RjXMWrm8djeJNDYePZjTQb7l6yPzGN9Po/JMntynGPgWTX/WBN8Qji6N3PHeM3+zGE+uPBeM54cYx9ghlcM5jJCCNa1TOQxazMHOLiGAY3Ym7VKtkFck0lznp9TkqTGNbWMpByO76zBdexBID48PBzpDR84XjM9GKltCfjznrGt4ToGd4OBD0W3xPaLuSXzqVq27luP3R9XyX6aIGPQAcigAypghFZj65NA4E8ZA/YZ+BDOAROFJWgTQrB8jFouy8YhRP5xnnngyjtwle3H8ccM+A4PoSU8yGYzXqMY8WZPcBkxrIOGLzVOJcsuiW2aSBTb2hwr1NsX1IzHYQejBw8ddDGgWzkfmzV7logj8C2sM2w9SpPE5zJR3wjOq6YdhOY879AGXOAXMIVwFA+Si7E50GbYPAAfjpHErV69OgaCLS2tQh6nOpEgsQsheL+cmBtCEMEfxeSs9btkGWUueLI+iQdyjA1Gb4GBRBOYsmku2lfmUswCNq4niaIING7CRB1/0klaf/pZuvTSy7V02XIn+K1Ks3kNOz7Z68TvkIPIQy4AvP76dg04yX3lpZcczL8af3bwd7+7WQTxt99+W7wL8KabbnIy0qeK47VR24cXn39BD9x3v15+8SW94eYNgf+999wbG6/EMBQpBpyMImPgPeDGaYNjzkkTJ8RCzwnHrtGyZUtcUFmjtnGtUaehd2qZhe+J+QLdeUdGkL1g3gTHCb0uIvV0H1F/X48qjgMI1DsPH3ZC0m0+Osn0Z56sgrYUp4btt3p7+zRzdrve+tYrdfY557p4c4JILE455RTVGy74gSyzH3TkmBTU2trmoL9dK9yI3mBannjyqWqfM08ZN+nq6hs12cWWJcuOUdv4SRo/YbK4o3ucceyx3nR0doq/+cavD4wbN0EhJJbjjJuFfZbpsnr6BrR9+xv+PqChoRHHuS3iiZEhyxIxIDKVy+ZUdRz7fGzylJ3olr1GVlMmTtXsWXM0adIUTZ0yTUuWLneCsV5nnnWOLrv8CuO3xkWKdbbR9aLoy12Yb+x43Qn5AdOpy4lcvfWy5Pd8bBrVOXZCj6E5PIMP6CLyhIwh4/ABupDgcY65FBlDCFG3scEhBM2ePdvFmt7YlKAQecTJGQVq5sovnhikKb9r105NmjhRPK3Gz4FxpykNC+wA8n/jb3+tr371K1EOKd4dcXOu6ibwrbfdYllu1HW/vFY7d+5wQjVOjSSo9rEkef/+jW/qpz/5hV60bHZ0dLpwvt802GYfOWp9m+bmyUT9/ve36Fvf+pYoVP/gf3+g6667To8/8Zibna9q6+ZtKjlGOv3Ms3X82pPU1NKmnp5evfTCS+rsOOwC2yT96Y7bXJjbrCcff1RPP/mUXnruBU1w0SOf5NTn2MguQd1dPXru2ed1/Q03iIZsoxvxb3Ej+MSTjtfipQvU5eZ50Tof0kTVIFVNm0HHanUNTrCdc+3cvVv3WKf+04nx5k2boj3hiYNjXKA70c3Gv/37v49PC3zkox/VJDcbkLNJLqL2OIfgLvYRF2wpckPre+65W9/73n/rDuvzsdY9iu4bXIynobp06VLRDN7pInGf4wOKf8R2I467aC5SYOA4d0Z/5CMf0fe//30de+yxuuWWW3TAza6aAz+KJu0uyC9btlRXuxBx0toTdckFF+rjV18tGgM0F9DrO++8M/5s5JlOiGkQrFyxItoc9A/5w45lbfNppCGznbbhJottz4Cef/EFbdm81b40a7kumOeN/px5s7ldH5P9Z03va665Tp/97N/Ybt2kGTNmiebr2rUnRBkdse2CPjXbEvwMMQ/yzU+fovcN9QVR3F7hovTixYu8fhqbfjRc+Pu23/n2t3WbCxt1jstoKO12k+2I9XyCm6IUeOBl2TLaYHm8+757tHHLJuVcsNmzf7dCJlH/8IAWLVukfCGvGS4Ml8vDLqhkVV8XrI9DKjQ3KN+Qi8XpcS4Wz53bLvzbtKlTdMCJ/zw38BL7PXzgdjcv7nahBdnJ5HOS5ejFl1+KeIYQXNTepfFuaIJzY2Ojc8C87VmrsI19/T2qM1zNLY2aOXO6Mra72PWs34kFsD/o7Z/v+rOgF/wp2deilznHa8zHH8kv9BVfhZ/y18iXTtPk5Zdf1o4dO+L1sQhkmBLbdRqyyCfrTJw4SYuWLNHCJYu12U1Umjx1zovnuFFHHWBO+1wxiClmzpwpmk0f/vCHtWHDBuErt7gxQnyGr0LWkSHgBR7Wh8fZbFZT7X+Rv0UutLS3t2v16tXip8HXrFkjvo93gxTbA2xjzR5iJNYDJ2zxqaeeap+1TOAAfXgSin2Wu+mPPrEG+4z5aNal4APtWRMdAg/eC+YHP8GYq6/Toc7DkXcHOg6pf2hQ2994XUXnuB1HOvWaeQz/wOmAC13QnEb0Yjf4gO/2O+6INN725t/txUYDL/OZix0Hb2AecpzGkwIvvfyCFi9cZBvapDrXRkrOA7im07pWcdwEfOBCMRbasQ52H91kHmsTc8j5wXFrjtXll12uSy++WAccU5DbU7yFV8G8hjfABP343Nraap+3XcQEDI5Dw9nts6N8hoAelK13mWinoR0yhw1iHeQQeIAD3NDdEIL15Q1tcSOh27avanu0dMUxGj95iiZ4dLpQ2eOGQdnwto2fIG7Wbxs/LvIS2YU2nZZX1u53nAJv2XOndRs57e7uFvILrdgX3LFj+/btE3byWfvm/Y6jprhuNc9yi2zNmDHNtM1pheHg6RDwRJaQSdbrsT/ZvHlztGscf+aZZ1zkOxJ1l3V32hYTcz3xxBOxUIhuccPhhInjtfyYZZowsc0yPUlrjl2ppuZG5euyuvjiizwu1IknrtWqVSu1cP4CjTOePb09uuzyy/S+979Pza2tOvOcsx2/1Jle2zSudbwGegf085/8VN/5j2/qhut/aX97j5504xebDU7IG3tDF2gA/mmaifEnuB9xo23ItQdgPJrHFB3fFDXOzWJijyftH8EbfnH9qlWroh3CvhBXQGv0lPPsCf7I4JjsIefb3SDqMW9L9pfQHNsCzYgv4B1xCnKH/iGrrIWNR+9oare0tIi4nPkhBNN51PlVVsz9y3WFgpJMKqWJaklqu90g/t5jk2mWRU+cz1M7RBZbfYx39kW/kBPgBD5w5Smug46vd+x8XVu3btJzzz2tV6x32WxquzUxjmbzjXV4uIM6DTTGF6MPxHzT3VA7ZvkycUPZpZdeKviA3cvl87GIffPvf68b3Ey7/vrrdf0vr9fzzz/vGGdYyDC2cK798bFrjtUi+7ET1h6niy64QC78qampUdi9Ffa9J510ok5dd6po5M+bP1+XWpc/8rGP6cKLL9Hak0/R0hUr3Vxr1fBoxbo0XT29wzpwqFPPea8jXYdtr/q1c+9u0Zwmhi3almAncrmMY8AedTj/6u/vVY9j9mH7vnnz2nXi8Sdozux2tTa1affOvY5JOzSubaLaZ8+zrZ8XdR+aPPvcc7rvvnu9Tpda25psrwpueLZr7XGrDP9yLZg3U/PmzfD7LM2YMcnN1Sb7uxYX6s2/asmx8pBCUrM/qo/XZp3YJo6yag7Oao6pyQv27NrtGO5J5y1P67XX3pBPadbM2W44LPBaE1W1c+3qct5TkeO+6Zrk2H65m0Qf/OAH9I1//7pjyG/oX776FX3Ln395zc/1nne9w/DM1Vo3B1qbm9zE3S7s6JlnnqFVq1dqVvssNbc0KbWcjbh+OupcbNq0KebbiJ599hnHe3fp9jtudez6nPoHeu2XEyWWR3QhSRKFEMR7xjEANZS+vn7hI560vpJ/8VPiv73xt27S/t7xz8265tpfuln7U93jOAG7Ob6tzXQaH+Mn5DTnvDjn2AG5L1dr6jh8RIeOdKnb+VLZxAiuLyvJqBYSy0Axxg5FwzzkHEVp6jzjOK20jctkM6K2VnNcRUyFLcA2kytw49PVn7jazcQv6HN/+3l94Ytf1de//k3HgV/TN7/xDd1x663mcW+0hejvfMtha2urG9OdpsOLIn7duHGjZagnwj1v3jwtsB+fPmOGadmiOjdFR9236LT/GnStouyaHnpIPgI8Occr4xyfsfZ0N9mNrCwAABAASURBVMt4xz+tsh068cQTbS9PtBzNE3rXaN1otB0wmUUsl7OumeiOzcqRRyOOH4mf0sSS5H0GBwacuw1FW4h/hg/8XDdx9Xe+/R03nb6tf/6nL+h9f/V+fePr39DTTz2tXtv+trZxluE1zi9OsB2fap1sirhVXAtBd6htz5g5QxMcz/M+efIkNbv5uvW118XT5fxsd7FUs63KOa7MqxqyytY3qaGxVUnOuV01aGBwRJ3m5cZNm8WfZcBm7rRfAQdoQ062aeMWdR3pcc4yoB2v79K+vQccj2/U/fc9oFv/eLteeP5Fvf7GDmHb6h2XQevmxiZxg0aTay3Nzc0iVpgyZbLha1bOsoQ9x9bONZ+aWx1vOo84bB8xYB9RMs2SNGO726C21jb7rmbVOf+ud25UaGpSpL9jo7qGOiFTVdU0ZD3p7u11c3vAtc6i2ZGIFz4VHYbX6EPevEJP+N7nPAaY8UfxFy+qVQ2YV0eci2Ifi65rVtwjYw6+fe+ePc7ntunZp5/RnbffoV/87Br94eZbtPGVjSq7HzZ9ynQdt/pYrbbMgHcmSTXFORd5z7HHHafYOHbOcIx1AfmdZtuNr6t432b7nrluJiO3Cx13NTW1KJfNqb6uIb63mIacw/avsE1ucr2YY9SOCoVGJd6LOJobBx96+GHdf/8Dzl//IPJWbrb6nx/8j+688w7ncC9qp/Nh+Iwv2OMmZtV9g8mTJkVZI2cjboRfrW2tIrbKmhdpkjEcdbLqatD6091leXBtYsR8Q04G3Afs7u4Vg2PVaqKiaccvGGzZuj3Ky8svvxKfwD3iWBa+9NhXdzvuwh8kXr/ifJrYrMMx7qhrd9iIw86ld1oeiScYe/futb6/YJl73v65pPb29mhf5syZYxmp06DrdTnzONL8+ON1iv3WBucBF1zwFl140UU60zkl9Rxuxlu1cqXt0gqd4qY+v1Dyzne+Uxe85S061fUe/sxU+yzbDsscvzTGn4faZx+WYCwQnmKxKAQHRECY4GbMqHCu7ECA48PDI1Z8OxoLNQQZpsFiQ1Q2skkmq/pCk2oBYlXEMflzNpNTaoLUqsEyHFTnwKLJgl/v5mpqgwoMZa9XdbCa2Mh4khlTE/sCGwXKrJWsobGgbM5r+ZoQgte0o/B8f7TTqoqC2+DggIPKLhuoYeU8t76+oFHDeKSzy0oUYgDUYuFsc6DW0FAvXuzf52IgRr7esAHlqAv7VQsygQ7Cwzsw885xlA5Y+cxc4KzYwYIPg3VHbDihJ3gwL4SgsunI5yRJlRqPjJ1aYhw4xjnWkII4FkKIdKjYQI6dG9uH+eA3NkIILgxW4nXs1+/gv2p6YiDqnfTWO+kC9nobnlwu63WrNiwjGhwaUJ+DlZHRYcdJZdMnY/7k30xMZLpW4twkCco4mU/ToBCOwhUCxzKq99o4vvq/rF3zNRXPq3m9rM/X+3PiESJP4D9wpVZE+VU1nauGter3EIKgC/iDB4O5GF32CCFIshNQ1bhKqeECH+YkSRLPYQASH0/89Si8tTg362Ao9bFRKyPrVsyvjA/U1+eUy2eMv2XW/Mlb1iqmOXPSkLhYUfiL4SjbCNQs61UXq/LZvPI5OyLDXvFawG8A4j9kKn7w/zjOWvCOweeig0Z4yjnwhY/IlILMk8HoeEMIkX5eIvJ2bH4IR4/nbRgSI4mMDbopyFrsy3oM6MQ1DPS534ken9nr/8lCTiEEy2XF+j8U9Yb1RmwIj45iPMc+rAmeRdsK9gmB68oq+XsIQan5CX4E9uzDHHQGfSPphH8cCyFYljJibsV0JvDBMFtqos4PDQ1FfEM4Oo+95Rf4+U2ZbDbyg2vy1nHOQwsGNMxmc0KvKuYJuPQ6GcSg9znA4/uAbQRrMZf1ODZifUcuCYhyXrNo/hSNF3gAJzBBY9bM5rJx/VFfM2IdZw1gqNWqESeuRxegF+vxmbWR4cl2oAQL0IK1WJd1gAdnVCqhwxmvnxNOJO+iO7APupkMLODFfiGEKBvsUfOFDGBg77JpWjUswy6GFt00rW/Iu+hdJ96bmxuFrnd1HRFJJQkucAAfvJJ1q1otR/1VqKq1tVmzZ81yYjvOx9CjRIn35pokSQXN0zRrWBMHRRSlG8UrTVPlTKdsNiNZV/0/caxsnoAD+CeWXY4xsMXQKWveFk37o3QNlskBjTpwAT7mQwdoVLb+uW6jNJO1fJajvLAu81gDXKA9dIVv0IfPwBFCiIkGdGdN5oMP+hFCiPZq7Bg0L1oO+M4aRScCHGM+I4QQcQd2cGIu8/gsv8CD78xlLz4jbwzkChjK9n2c5zvXhxDimqlpKL/KtknAzvDX+I/9WG/Eelr29SE4OLcd4oamsoPkEfvkCgTSUVvNvuzBxSEEy1cm0o392Je1Eq/BZ0YIR6/jGr7zztyyYaGZOupkaBibY3uYz2b/cseet1OSJi7g1Nmelp0kd4qiK3I+Yl0Bb2ABN9YacIDa48AJ3rEPOs2AZ8wdMX7gjd2FP1wDDtgUrqGw1NXV7cbLHgdr3TFoZ6+iZaiurl4E33WOM/rsDzudGJhEKltfGhxk1jXUx8JBf3+fZTNRzf4Hneju7lLePm3qtKkioR3ngnLetrbBwVPBgXqE3U24ouUCmEeMV5oGtTnByTjJBT5whGbAjiyGEMQ7uCGXvQ7umcdAtsCXz6yHjcA+E9CzBkkLSSXXcLzefrarqysG9wSRHANGAuorrrhCJHqsSbGRtQjOP/GJT+gjH/mwKG595jN/rc/9zWfiUzgUQRiXXHKp3v+hD+tiF0Pa3NhLMjmvP6wB2+Jnnn5WBNkkpJtf3SiKFC+/+KLjhn695mL3tm2va/eefeZzvemYKrFe552QQRd4SIOEBgNFOgLbSRMmONE9LNajMbZ169b4HbqecMJaneBAl1guCVLRtH3g/vtsV4uq2abJ9qlkHeRnWGhgUIQiJoVujBBChKHOcRy0Y03kpOYGRcZyyhxgkl8Z244JhoWiHfTK53PR99LE5Vrgg3+p/Vqni6VF2/tuF3VKtqmZbC4mkTa1mjplhrKZfBxrVh+nd7/7PVp32jrNnOXCz4nrdO55F+ikk0/T7PZ5CraVjY3NTnwbjVNZvZb9qoUSOCkAQbOc/Q/2o2xbyXfGzp271N3Va/QTX1dVQ6HJBbUpmrdgkRYvXu695mjAPqLDCQZ3dt5///1Rv3nCiURvhpu2qZWzy43i+rq8GhsKToBypkKiVielSZKafwXl8g3qcSKJfFGsRTfRUeRrposPwDLq+Kmzs8O0ooDRbx3qddwwoNQ6kHE8O2o6jelpoaEh+gXwoQiB7NPMQ0anTZtmXErKW7dYl2uRBWCnaXDEiWvVOjnbzVWSa64d72I2/rPBOgBMq1at0vvf/37RICFhnDRximgcAvvFF12s9/7Ve13I3qdXXnlZN910o/71X//FxZVHtXv3PvE3vw4c6LAcbnEh8QXt3PWGKHL98pe/1N+70XjsmuO1bOkxmjd3oRoLLdqw4RxlLdd/9/f/5ET0h/rl9b/Sl77yZV1w4QWmWZf+9Oc71H2kR7e40frud71XUmr/NaLdu/a6MFdzkWyhEvPgte2vac6c2QJ/bsBobm3RBU7mFixapEw+q5JtF4khdB+0jR1nuzLOeM9ub/d1c8z3yaLQiX4j58gz9rHe9o4ibJ3pmcmm3r+mcePbYiH8Ax/+oN7x7ndq7YkuRM5tV2o+UXRGH6A7CeQlbmhs2HC6oCd0hV8128qly5aIZPKUU9bpaBzXJO5AX3fqOiEf8Hq6i0zAhI266aabRKH6jjtu14MPPijoiY3i2p/85CeiYEcsdKuLYPtdMN7m5s+IbSk6Bi5TnLwPWgZ7bK95yjGxPYFWTc4ZsR8UF2+++ea4R9U2gWI2uDQUbO9LozrgpiFF+FdeeUWsx80f+w8ecoxQs4ymlof96naDAxn/4623RPlDBnny8dJLLxVN3/Xr16ujo0M///nPBVyvv/aaC6ET9VbbVwoi+IovfuELusqF44+6QXz33XfHpiw0wP888vCj+spXvqrHHn/czfh93rtiPV2sj3guSTv4tLa26swzztSyZcsEH6EJx6A5fz8NO0DRGh4VCgU3kCa7QTRZTY0ttjW2VS5cEBtVbT9mzW7XxAkTVV9XUL1z3mOPPV7rTj0trs8vjLS0NGu6mzVJmlGHm2zQZIkL7ZdecbltUqo0m1Wz4ZlmHc+maXxyb3xrW3wKp2of33W4U022GWkI6nUe0dI2XvyC0IhlddfePSrZvipNFDzaLafIFDo+edJkw1NvPRi0PaqYNweEzZZfyA08BV+OwRMftl52CR2Hr8j4ZMfM6Do2AZ/IdVOMy1wX2wasH1zX4wLjejf31607TTxJOOK4IZNmtXff/sjHrPHrsa2933bxRfsu9gQ+mquzbV9OOukkLXSBFd7Bm50u0iDD2GRgYl9uGLjP11NY5Bj8QW5S0ws9ra9vEHqAHLEmNADWA25iMp935BH7CF5cxxrgVbT8sxYwcRzc0Rnmsg70gEbQi+88yUzDAxlHTrEXrEFjFj2DLuCYmB/4MtZFNrGh4MR84ghiA2Cts08Ysa8FXuINmnDYU/QZ3LjZiCeQZ1jP63J1LkDnzc+SkM1Rw95h+ei3XEAneAWc6Bd78xn8QwgCJ8YENxWamgsxRuQJxKrtPI2JpkKjfcmQ5roAdop5gp1H34GVdaEfNoBYB54yWD+Xywo6sj94w789LnCiR+AD7cEPeIGT/YCNd+gJHSLfnOtAP2KKI46xuFmFwn9zS6vNeaodbpCOOt6u1oKLxDt12HWlpuZWTZk6zXakTtlsLsov/qettVXEbS+//LL9fUHARkGTcxx76qkn48+Fsx8wj3dDnmIoOn+F47Avf+lL+ru//Rudfvp6vf3Kt8YnRObZds+fN0fnn3dubLRWXeyEZ/AIXPkZafwmvwICjWgigj945hxXZFzDef75Z2zTOqwbu8yPei1YMFdTp06xT5ljGzPRrKoKGpXdkEeeedqkUCjo4KFDEQ9kEnv4qu0rheR20+xTn/yk3va2t9p2ro+NoEMH99kePqHf3Pgr3XTzTXrJc3dYp37pxh0+YY8Ltcgi+oe+zZ8/T8j9I4887CbOjXrhheettwe1du3xwhfRdN33pi5DR+SAGyDgOfKMbiOv0JKCL3AZEdFgZF1oBA7wGj3B5nLTD7aKOfW5vCq2ZYyy881e24r93g95x/4Ql8DLY445xnzOq9uykUlTsTd6ibyxLnuw17B1CTq99sYb2rf/gOtoNbVaTg642fDa1te0bfO2+KsEdd43TRJNdByKDOyyfLEOcB5y4bixsU4rVx2jufPadexxq9U/0Kddu3eq4/AhbdmyyT7w6Shv6Ag8/9GPfiSK9FXHjjNnzIx+ZdhxIfY/6p33gafrTz9dH/zAh/Qf3/623nbl24We85T0oYMdCiHE/LCnp1t33HGbrr+ZOwt/AAAQAElEQVTul/rJj36s//iP/4g6P6ed2GWqzjv3bB137JrYTOJnnT9mXwjtGaetW6fVq1drw4YNevvb367PfPazOuvsszW7fY7G2yfga6oO8EvOUbtcaFeSU/9g0b5lVH399uEHu+wrOtyYv0/3Of4fcS0jl0010Xaj3j4u1HKaNnWWlixeYXyn68C+w+rt7nfj+XU9++yLOrD/kFrtv/A/ienLk0Wjw/0aHuxRf0+nLnzL2frEVR/W1R/7kN733nfo8ksu0Lvf+VZ98P3v0pVXXqoN609yw222li9doPnzZniP8R7jNH3aRI1va1Iuk6oul/HnNk0cP05trS3Cvrzmpj2yMmjf3Gg/HULG/OkRDUvo+/xzz7txcafQARr/3EhKfEFTDX2gqWTyC3hln/rkE4/p29/+dz3z/FM60tuphYsX6sSTT9bZZ5+rd73nPTph7VrH/rOc5xbV1X3ETa0edfu94jwdWcxYRpM0KEntm71wVYr5LzlwxbFTzd+z9o11zpdytutNTa3ip1QzPsYDRvhDasmHnTd0dBx0DlZR1nXUfDbVdNuMU089WfhO/A7+k5uYZs9u18TJU0Q/QEmiLsvRoOsFwZ/bnEsnaWo5qqilpSW+T/bc5pYmHXDcNjQ0KPKs1PBOd/4NbOQvhx2LoevkfRs3bdSzzz1rG/GC4/pXhD199qmn1GudHHW+Or61VUsdS/PEGrAhm5/5zGfET3Ffdtll4pctPvzhD4tjV111ld73V++LP637j//wj+Lnr9cce6xmG4fp02fY3jVaN/rU63i0y3UG6MDfsux0DDVoWPEnGcfS+KeWlpYY069YtcqNmnUipp7rJtjYU63oXathSz0fewxu2VxOuWzONa7R6Pc4jp7mbBd6e/rNz37xxO4b219Xx6EODbkxNeiYZ/OmLXrooYd08+9+p8effFw7d+8Qf9fxsPOy152T3//gA7rm2mv1wIMP6vkXntOmLZu17fVtIu6A14njwEw2Z+6nrs5lpExe1SSngWJVg8Wa+kcq2n3gsF58ZYu2bN+h/qFRpYaJG4o6nAv3uJba5DwWHBc6B504cbIGLPPY4G70WUHzHJ8tWrREp558qlYds0oTJ0yyjfdePof97uszfqYrfjixLZAhGeCY167YLkxwPAsPoJkBFblS2b43a7hzboBLicqeV/N6TlMcSxh2N8wO2m7uc8zVYZntcZ0FW5ykqXPbnBLrrfwK8Zqahi2XfYah1/PweQOuRyHz8DVJkhi3o9epr59g2zl16tQot7ls1rik0b7Cr6y/MzKelyapsklGBijePLtl8xY99+yzwl/uc0xSHBqRVVI0vKe6yX2G/funPvUJffazn9E73vF228kzxU10eedx0Gnfvr1uOL4q/A834PWZRiXH5MgBvh7bQhOepzmRzxY3V8mTiYuQSfhdsT/osU/rti4OmUYcA5exffDxz7gRfNttt+onP/mxvvzlL3p8WV/96r/o3//9W/riF7/o3Plf9aMf/kiPPvKodu/YpUMHDroG0hVje9YecrO7aB864ti74vpsJs1p5ozZWrZ8hVa5kbxgwUKNnzjJ/rPeuKeOPQoqNDQqb7uD3De5SbzS88674EJddsVbtWrNGrW0trpPNWrZGoixJvWExkKjypYD9ux2Hgcdqu7JkAMf6TyibVu3iRoIT+ET72OPkdlDtiFPGcf//dEP4w3Kf77rbj3z3Aviz208Yfvxu9//Xr917vqQYxBu9iHG2fH663p9+zbtdpO513XBWrWkgmPl8W1tmjVzuhYvmq/FC+drlm2V5SWNjh5hZAAkiEH8ooNk3jGqNQsgRiBnxLNmckgzMj4quvg/aOEYNgGHh0ftUEaVyWSjkOVyedWqNbEOg7XkhXI2IAggxh4jZCBEIFG2A+CdEUKwHU4MW1UEdZlsRhMnThQOh+saHNzl6+qUsxAn4eg8BKy3uy82U484EW9pabXDnSqcO0xpdDIekqNzzU1JQZVqWWSOLU42vaX3Kit4PWBK0zQqE0qCYEIXAiQYyBiwYeM7ihdxkyIeGRtLFIHrwHvIBn7EwVUIISqg/IIGrNno4iy0gA4cY1+fjuvwDgx1LpIwlzUxMqyJkrEvx6DH2OA7+zY01ImACgGDnkmaKJvLKJNNZfSMVznyZdiKxQDGiiuDyID8AteKFbDiJIfrqw7a+Q6PjKVYL9gAcg44anbM7AsewAwvRlx0y5gWfOfOf2Dj+po3ScwH3sdwYW2+s++ADdrYZ+BiDnswoCPfuT5NE3kZoBWGiVEzHIwIo08mIfhjVZVS0U56RCUX+nKmQSYN/jxiJe2Lysq0kCjSqM60y7sBXQ1V1ZKaKNh4E9OsosB/npzNZiMv0zQVOHK+ZrwYY7hwLAEGD/DiOPNDCOI7eCA/DM4xn1E2HzDsnGeehSEakjHahWDYSyXr2oiQGWBh3rAdQ5pJVedGAN9ZN4QQcarYCJTKRS9VEzBxDdcyQgiWhdG4FriY5daDShysI3D2QHcrdl5j64bAdUWRcIYQfH02JmHwT361OLiAHhT52NOHYsAwhhsyXbBhpIiE3AALI4TgvcsRZ+BBbuA9sgCO7M/xsWvAhTlcy+es+ctezOO6NE1UcKGtzvYCeFLzDDqBW/zs7xUbM3iQs81CHzkO/VljxDKDs8WJ8b1qPifmKWuxhr+ynfWtLK4JIUQaw68QgtiX9ZBd5oM3CRrFgRCOygJ7c55roA/7cAz4uYbr+S6/2JfPHAcOaOHDkbeZbKJx41qVcdJcsy6UnBADU2Njk51XQ5QZ+MMeHGc/1mENBusU3axAl1ijYr0fP75VwAseZdv7sh0l1/Z09zgAPujE/IgG3KziGNfAg6KdKrxibXjDsZoJlVo++U7xAydYj55Z4IAzZ7/AOa4ZdULLfIVEjCTNKufGcp0LViPmR58LN8gD8OvNF/BDW2g1tjffOR5CiPoK3Yr2awz2CSFEnkH7uJ8UC7B8BhZGCCHqPtcEw9Nom43MMmeMP+BCUjQGUwjWu2xWNfs/5gzYV3Q52IdfXFvvZgDXAw84hBAifBzjO/CTVLAng2Mmn+JQcPBdso5UlclkzddCfB+xD8buMgZsQ5Eh9ub60Tfpyf7gNN6FG/CAL3nLPMegG/uEEATdZrvIOHPmTAErawET5/E1aZIa3ozyDiz4ns/nlM1lxXvV9mvIAT8N17Jlib8RSZEH3IBnxL4QvFkTuZriwig0ATbox3qpdTLvOAMdwY4gH+AELpwDfmAvNBREYYS1Fy1eoqluGjU2NavB8UHO16eOU8CTtZjPe3Nzq+rqGiLfTUrxywh9vf0asVxlspl4h+Q0B80rV6xwcej0WDRYv/40neZBk4yCV7uLAlnP7e/vlcnlBDMTbRsxErAwwCeEIOQaeOe4QMidrGudABPHgBvHM/aRWWTFzOUzckKhFFoR8LIOiSp4sBZBPUkRdIA20O7gwYOioEPgCJ+QR45ZXNXdc0TbX9vqos5eJyQ9KpZGbaf7og+iQExAPtlBPdfAF2BgbfR9hovry1euEK+tWzdrrwvndYZ3uRsAND5POeVUnX3OObrQjasJEya7sHKyjl1zXEwGiLuAEz3bseN18XTbG26ccKfnISc7+GL+plmHg3J+FpTmyf69e7XxlVdF4bbqhCF9014AE4k2cJTsy0vW4QNe48D+/ZJ1DLiRJ+STuXyGVthy5ElKRCwAXiEEQe8Wx3zQFhlBBpEj5iMjSZqKz11OmrdselWbX35RFfvXOid8vU7WCvYlU6ZM15Qp0zTdSff8+Qt06aWXas2xq3xdvWmw2oWO4zTd9GtpbRV07vB1wHfARQOe5n3xxef1xz/eot/97mbb7HExvoVWFFkmuHlWs6+d5Jg3axlOk4zlskWtreM0d+58tbSM0/wFS7zHyRq0bjc4sR10MtPb1xuLytBjtwtzFCBu/+OtuuPW2/TYQw/rVRd2773nHsvKDidBQy4UdIsbCQ870Th8uMOFjyMuxnSr0NigXU7Q9+3fox43kCncAS9/K3RwcMBFxANRhnp7e2yLRm2Lysa7IfrsMf2ut41DB4v2BfBEfqED0LfVNIH2DOQWfYEnJOAcK9sfj3fy2jZuvOW1JH7StapEuy0f25zgcHf1qxu36K677nWT9Hf68z0PaOOm7frP//yu/vu/vqfSUFFHDnXq3/71G278rXJB8lidfuaZmjtvgS688DI1No6zbp9ne5pqaHjEhbOFhr0o7sj91Kc+JX4i6N3vfreOFr02ateunfZ1+zXDBcqenl7BJ/BscYwDTldf/XHx80ivuWBBQQYdJsG9ycnZ9te2C7vyiJM0ErVCc7MbWke0y0ny8mNWasWqlZo0dbILUJNUX2hQU1uz2ttne7SLxhs/l4qNqljO6xoKmuXi9YALAEdc1MDONjuvQadGbVdztiNFy0PWtmnKFOvjSSe6uTRZZec5g8OD6rF8UEQreB/sOza1zrLMOwO80BFsCEn3JNsF7BQFeXj4rne+xzSrOeH+ia697lpxB/2HPvQhXe8i+b//+7/HAg8wX3bZZbr88svU4wQem0Sz8Yc//KHwJ02Gt2j9hU5vmK78Xbo7/nSnOLZi+XLV2R9NccGVGwE4dscdd1jeDsanndDT9773vfrbv/1bcSPJl7/8Fb344svWnwmWhbts57bZxvWJ/c8662zz7KBediH/KSfL3LlNQeJ2F4iHBvq10AX8j334IzrX9oubPaa7UYTsYWtPPfVUURy+1DoNL5Flzre3twsY+Js72OZ/+7d/089+9jO9//3v17ve9S7nnkciTcZZbtev36Ar3/Z2ffhDH1H77Dk6xoV41m8y/9u9Ds0bYnXsTMH+qt54DztOGHSxZM3KVS5ArRA3r2x8+RUN9Papr7tHzY6Xocv2LVuVs12YaX/nFEX9Pnfjr35tOd2lffv2Cb3n6bdXX33VdC1ZNwuW77I/F21DWmOMAz9p7rA/9rLs/Lvg9ce1jbN/rLO9abZvC5Hf6GevC04H3BjA39Q1NOhgx2HLU7/GjZ+oNJOzjNVEwW2HfUTRNvrw4YNqbWvWxEnj1TauRXX1OacQFeXymb/sT1Ppzjv/5ILollgAGTD+0CKEYLvUJ2i/xYVAfFQIwTgUhU8hft3jfbpd4MAfgsNjjz4m6EtxtaW1VegncB92UY1jyOIs684JJ5wQbW23CzHQChljHg1GrrnvvvvitQsWLIh+4oD9TAhBx59wrM44c4OWLF2kQy4sv/Lqy3rxpRf06GOPuKnxTPRvD7nAiaywJnKOncMWI3usJ1OAcwOOz7AdNomx6FhnHUSuJrtxzDx8V4v9EzIHvtOmTROxAnj2WfcneR7faUbxc+boMnILPaENNIGn7Ju1TeAn+cEfeqZpGusojU2N4jqOtbS0qM6xXEvcc5p4qprzw64PYPvw+2XnExU3EWfMmq0R85eYDHqDD7I0xUXxpYuXCTsEmicgbQAAEABJREFUvZGtLtdhoCn0Bddh+1DgeMEN7UHHiBtffUXPPfOM8C2r16w0vw/7+iGlzs8Xukg16II1/GNgg5BrCrbwjUGMwzuxN+eIm5gLzeE1MQg0hG4hhCjP8IVYCliYl3eciN3DDz373HNRd5DxKY5LgR2eTHAT59Chg/YbjaBhOLusH01RFkvOxfuss7v37FUmk9U6N5I2bNigpkK9FrjxedKJJzjGHFJw7JAkUo8LmvgW5p133nlCRuADTyevWkX80BD9KTyjiQgfkQdwOckNZmhO3PBjFwWvu/Ya3XLLLZrqePWUU06RjCOywjrttjHEm9hcaJKmiemaqL19lqZMmeS4vs7whhizA9ehQwdEjIVewBtwwn/T3N3g5tuxxx7rxuuCaEOQ8yE36diXxuVvbrzR1w7ZP87w+rP11re9Te9573tiQ4EbNMa54dTZdURPPfO0+PW4F1zg/8QnPq6PfORDLtL+i37vQub9D9yniy+5SPhTZBn/P2B7kLNdBO8ZM6ZbRusEPdBR6oHIPvLL06P8hDc8B/9xbtogg9g/5sMjcILXzc0tbvQ+FfmMHMB7ziMLaZqKV8F55sL588VPmrfPnOUCar2wy5kkFd8XzJvPtGijmm3PZzgGpAlL/HDITQ9kFZkfdu0P+PjTEY88/Eh8ChzdRKdfdZw7Yn3oczyBP9+88RW9+PyzOrB/r7LO3yc79uvq6lG7bdac2bPM4yn2n9M0a9YMTXfxFj6lhpe1kOlLLrlU//Gf/6HFixa4sXRE+Yxhta5iJ2h6IGPQlPxl+gzj5JrA/gOHLDKJ5jifAV6e1OdPJFA/PXjwgGPEQXEzDnHPTMeyNl967NFH9ec779BXvvRF8XQTMdI9jim5yeRF6zU603nkiNcNsW6ADZpm+4WOQuvx49p00smnOD64XKev36BpU6erodCkxUuWafmK1br4siv11re/x35juuOsjOOBggoNjW4+j+rO22/X17/+77rhhl+7cbpd9959n77zre/qFz+/Xrfe+mfteH2PDnd06/DhLscHu7Vz517t3XNAva4L9x7p1r7du7V/3x7ddssf9PJLz2vyxDatWX2MzthwijasP1lrj19tmE7Wpz95lb7171/TF//p7/SZT12tv3rvlbr4onPcGDpOJxy3Qscdd4ymT5+oadMmWOYna1xbo31zXhMntKns/Aq/QDG+ffZscXPWMY5r4AM5xsknnaw+8/y3v7lR1157rW794x/t/zY7Fu8VesuTUPDoPNuGD1s/pk6fqtuNNzL+kuP3Aevdsy+8qOuu/42eevoFvfjSJuPUqUMHjzh+77N+lkSNqlIpub7ZqyRNhQ8gNw0ouuyFnGuWXd8tuj6EfhSda5Vd6yk7d0cPKq7JhBBsL1Ilia/3aG0saEJbs6bZ90yx/cjnsuaxog2cZRkdR7zuvIX3RUsWOeZeKfQTGzR16jShI/xU9IpVK3TyulOF75pmOaa+P23KVDVbHvHzGcttS3OTfdRRHz7gWG3QvqJsn4P81HQUfnBi+KttcbNhCdq4cVO0JdwIxY0kXIf/xhbg39HP3/zmNyLGyGQyanCOMsNyjc9FRtssm83W53G2H/AKO/3Nb31T//hP/yTiztNOWx/jOBpD5Hy8jzfO1C12Opbd73wUn8ReDI4n0Dwo8qSh0KCJ1mvWR28nu7nUat87b85cLXS8Qd2hxfYJ+KTg/kZOFedCjaYNx5pce8Jv9dqHRJvutYeGBtXlWGbU9GlwbF2xku7cs1uvbNrkPKNTOeNYMD2b2qZEfqbmZS6bi7aUWLTRa+byOctIzrFZnes4dco1NGqoVNGRvgHnKQf10iubdfe9D+jhx57Qk08/F3/q/bvf+74+dtXH9U9f+Of40+E0r/78pz8Lv/Dud79XS5YstX3s1xNPPKXrrvulebNRFee0JctaxWuXRksacZO2p6cvHs+7vtfqJlWDazohBGGr0ZmpzgXGt7bRpolxMDda8/fP4V+97XTejdXUfjeTMQ6ZvPK5evu1nCzCGnJO1OdYq8v04unUAX+Owzls2X4b3iBDyBV6AL/kF/UZ7OXypcuiz+M7cV2jaYV8NJnOeccNqXWLASysxXsmm1OazXrkTNO84amLI2MYg3mKvA+PDOmIG9/bt2227m/U7l079Ppr27Rr5w43zQ+JGApeT3UMMt6+k2uhHbLfZF6OuLeC/Ue+iduDYUZvidH5Mz5dtr/USHzY+psIWOsb6pXJZmIM3W167LOsIq/gjTy2z2nXfPs8bmxauGC+WpoLGnH81+m6ADRvaWrWZMv6BOtGwfF/3vXajHUohGA7M+B6QL+Ap2i6lm1HMqZBneW90NRoWz7J9n2pTt9wpvOk9+jTn/6s3v2u9+iSSy7RyfYFa9xEPffc83TBBRcIe7n2xBN1hvP1detP0xr+LIsb8ueff4GuuOJtWrFipXVokkII4mfYOw8fibFH0XUGBjzEn8NTaIT+0yzudYzW73iiUqm551M2rMPqdE12z959InarVIPqLHs8Vc/T1M+/+JIesq+7y77ttttuEzHHo488pmfckH3l5Ze0x/pec860dOEinWZ7lmSNMIRO3yRKGQNrpQypGeCmTM4BdmoGYJyTNLWi5cQdn2maM4PqPPKCoJVK1QpRMaNK8R2kcKqMwcGBiCxMQ5FKRhpEQwjx2tTrhhBiADnignDRifYYMRCGECgejxr5AStI2c5iRCUXaREi1iujnDY4GQtr4iCEoOCIg/g+F9wbLXgUQS+46EIXLKZoxAXTsnGcPnOGWtqajU/GwhaUq8upsang76nqnPQVvf6wBQmYCf55H7FiwhwElneMGHvVORGChuA0Ng/BhrYhhEgPjjOXY0mSiFfFNAMHjkMD1shZQDnHMd5ZEwFl74x5lMtloxBxXQjBsCeqc7MVRW+wgLN+0fQbdoGoaD5W7SBZq+ZEqFar+FqZ5qn5losja95yDnwRwrKda8nXlRwQVKwQ3sJ7BPEChmiIbJBKVhiOhRDMt5JH2WsHNVhhm01zjA3wFBobDF9dPPf/5pf5GEcIR9dOk9RylfFeSTxeMY+gUwhOQWwVoQMDvGsOBGSHkbHT5RjfmQvtsqZR1mtRYMimide0jPldxp87vUJSjccazONcPmu4ajYYA+LON+iTZEK8yyskwfTJi7XhHfiyN+/QAfg4l7X+1Jn/SZJEPnMOOjKYy3H4lrfhDSHEOcA8NliTzyEEG96sE5x607BBff19IrDo6enRsOUOnrI2e7IeuHIdsgEMDNYqWbcyaUbsqzdfoA4OFfOzWitH/EZHhwV8rJV3sgIOBRs+nEUul4lXsj7XVi2n6BlrjFg/R+JTb0d1HT7jaNibkTH9YQ/XDjtRCCEozaQRt4z1nDmca21tVXNLqwL/eQ7HQvBcz6l5AebJLx+yzlfNnxHrfTEO1h124Rh4oEvwPOSf68AJ2hRcnEq9Vr15A27QgzlJSOIaReu3L4s8zjuQqHpPaMlxcIhzkzTuzbrMHbAhRu/hCfuEECI/0eOK5ZVjVb8PWD9Yi3d4yPXgxwBmcAOm8W5o4cTylg2uZw+OQ2Pm8T2EEHWLa7iedwby1eeiyohlI4QQdQy8x65hPegELuwPLFzH52w2Y7hLpumQZWBUyIKc6DM4R8Bdsg3AFmSzaeRdwbIBvPzkxFixDbxT0yibyYq7F0mW2D9vn5H1dbKODplPOLGS7QUwVSyD0AbYGA3mU71txmhpxMW4korlUWXzGRHc9ZuO4AiPuR7YwSc1X/kMjcCLOazFPGAKIQhawHPoiYzyPYQgjkEHaMn18gsaMirmnafEgJP1g88xD3sPzOzLtcwDDtZiDQbzgDGEo74KeHK2DRQRgCEoiXLHHOZyLevxzrGy/RffLYaWuZrtjlS23iVJRiGkLj6O+vqS8cqrYIdfMawRxjf3Ax50N+s9WU9+cYzB94rpXnnzGt4z1kmu5xzvnu71izEoghYhBMNRFbIO7YCZwbW8w9dR24J+ByjYh6ZCowKRnm11MN8zaWJb5vjAslDx3uhVxftDK3xT2UHI2J7wD72Cf0mSCNvAU6Hggx6mSao6B8wtTS3iLk1EdfvW7RoaGJK3infHDdnWvPDCC6L4tMtNpBBChJ39gJe9Qwim47Dxqhx9N7HrHIwHy1M2m7M+jAh8UtuwjsOdTk47NGD8OtwEy3l/1gKOBssrsQLwob+zZ89Uo/0cNx5AO/ACjxCCUq8tvwjA5/KzWS5IUZSiWL906dJof8AbHpCEHTp0KCYdJGJ79uzRy06euZbBPJ5CYRAgHnBTjoLH7j273EDoFX8H8smnnnAR4Y2YmLNmg/GDHvX19Zo9e5ZIEJFHGnYE0tCFwg/7jFpXD7pwPGHCeE1wMwD88OHjnGBecOEFet/73qdj16zWvLlzNNsFHX6yF7qNd6ExNf0uvvQyHXfs8ZrixJjGAfuPwYxtKBQKThw2udnwnyLR3evi4z4X/oFvx44dEWZ+bhC4wBcZSUxD+Id9Ljp2KzgmrbdMcbNHzbFNneOlkmWpznYeWQ8hRP+JHgA7MDDgA3KXM5wN1p+y9a2hvqDiaNn+v+iCy3499eQzlqUehSSNNo8iGPTgRoA+NzNe27bVha792r5tmx568AEXOG7V9u1btHLlCk2YOF6VaknYzIqLGNlsqj17d+vBhx/Q9b/6pd7Y8Vr8Gdg777xdm7dsUsH2lPGOd1ypKy67VK1OVNqcRDcZNpLHTW6ClIxvk/WKIvV48wM8oAv2rFgsx5tYelwkslrpQEenZWBIeywzVesgckjx5c9/+pN2vGF56O7Ry04O3njtdfX1dqtsnSxXRm37R1QyvENutPUP9nlNN0h8HjlkDWTe4httQyaTFYVAeNnS0iJoLisgOCPvzMWecN2Qi4jlqmJjh6ZXj4tHJD4D9qHt7XMVQkYtLW22Z/U69rgTHeOUdfDQYW3fsVO9g0P6yMev1gc+fLVWrTlJ555/sd79vg+qff4SnbL+HH31376tv/rgVfqf//2Jm2Zv08oVa1yEvVxnnXOeG6UX6W1XvFU7dr4h9PZTn/yE1x4ST0POnTPXydul4ieU3vWud+q009bpne96h774xS+Iu9VPOH6tMtZ9Crc0+r785S/rV7++QT/+yY/0vve/Nz61+ulPfzoWCME3tW5Da+wVST1F629/+9s6/Yz1uujiC/Q3f/tZXfXxj9relHXNNT/X0888FfMgfl41eB+eMMg47+Cu/azfCy1NqqZSGhL5InV1Ho786XcsCFzsWTO9R12E4HvBiX2DY/6y5R8e8Y6+YZNomP/0pz+Ndi5vfSlbSEadF9TZdnFdkqb2/aWoK8gV17AG68JHCjVPPPGYG0R36Q4XTrHR5557buT/FZe/VcuXHRMTWmTxoosuEuMyN1BPO+00cbPIeMc2zzzzrNChj3/84/rKV76ir33tX6P9wU5jwzhXKBQiDNhtbNOXHssAABAASURBVBB/z5ICI8V1ZIWnOfqdxzFYE/miQE7TBDtadLz7/e//QDRrx7voMGfObL3yykviJ5hvvfU2o5S4mb5CO3fv0be+/Z1ojy96ywWxaf5T8/W//vPb+vznP68vf+krGhoc1sMPPWKbULIe7Y2fd+/a40LpONXZbnz/u/+t3990sza7YHfCcceLAiCf7/rzn8UTE9AROn3wAx+MTYSKFeCgi9Uv8/fjHnssNoORw/vuvVc//vGPBX8o7KGn2Lyy+QhNiuYT+oP9pRE0zrQMIcRm8QMPPGCdybmIcDiuR8MKehJn0iQc4yP0muJCDDIKvZ5xw4rmDPDee/c9lq+ann/2OdG0joWpJNV+FxUazQ9wYD3wGZMHE1LAl1puOM9TEtgi7AHwsh++BNkp2IZlbSuamlpNuwkuCNapVKxo7Mn6YW6+tr/us2/dvv21iAtFnJNOOlnIeJpmrCfDUqiIZuxCNwd4JydNM4ntXK8OHNzrdVM1Wv6PHOmMdmuc+Y/db58zJz59DE1r1ZqQ/7n2vcCL7TpkHwt9yVtWr15tW1yIgyIn8kVxdbaL4PgmcKPIiq1jPjjSXFuyZLFOPHGtZf0EnXrqKbrgwvP1kY9+RBTAkWn8bT6fj7zCPgy8GctiJyiiojfjzdec/RfwwEf5Bb0p8hFv8hRCT0+PY/VKbKSCG8dpYLE+vAYfYidfKuZig1gfPMBn06bNMcY4xY024OdmFXjG/vDwgP09MLAe/OY7a7JOLpsV17DeiW7inbruNH3ExdOL7efzdQ2qb2hSwbl+zUliXX1e+JAjRw5r0Laf64lxZrfPFjgxoGGD+QXcc3w8a1mqOcblp9PAa9h2f5KLy8+7oYme3eXC7OOPPxF9MfIFfshgCCHyq+b4DbzJSXjvcz4E71hrDB/kCVpAO/BkcAy7jX4gE/CLeAQbxI0f7LV167a/xGHo4CYXpltd0IVn7e3t8WaxOtddoH0IIcI4xU0GfxT8JH4DVvaGn7NcbxrX1qo1jhUuOP8cZW3i8ZP4a+zepElTbKtHlabZyGueriY+BDZ4BX4PuVHPXHRs3bp1+pu/+RudcuqpovhI7MjfQqTgh9xjE2644QYRT4EbN6Q89tij8WY4YN62bbseeeRhgS+2+PXXdxjfzfrNb36rBx54UPXGrc4xFb4bGh1x0RHdh2ZnnnGmuHHmnLPPVltrq/hJc5oO+If58xcInZptGgE3tIMG6BM3j9CQoGGAv8Du3nLLLbbV34yxJf73T3fepSefeFp33nGXHnn4MReWO9Vx8JC2bd0q5Aa+Qos5LvyyRghBc6zvyBuxLXOgD7IPr4hTQghas2aNkA1o3tLSbN09MfJpq9dlPXBjhBCivCJbrMMYtFyyPnwnBn344YfEU6Df/a/v6hc/+7l+f/PvNOTYGXzRL/AdfTMvbzV9Zs2apX1794r1gQO7gI5NmTJZzIXOZcdgrE9Tp99yzPxKqab57fPdxB1Uf0+/Ruyfuju7HHs+GJ/2ffnFF+yf74m+D1uFXaq6Fpp3PQd4h6yHY3ggj+Cy1zY+zWSdrzTKxtb53qAOmb4tjj2nuyG8ZOkSLXUDoeD4lOvJfQ+7mN7f32tf3ikauTyNetVHPqJ//Md/cGPz67rqqqsE7OB3+PBh4WdoymI7kR+arPgg9BIdBY7DzqnAZ/GiRXr7ldxw9CFdcvElQobgI78A8c1vfktf+eq/6JJLLlOrY8U6y2TJcW+fGyEDbka0jm9zU+5EXXjJ+Tr73PVatXq5mtwIw9Yfs3yVxo+b6Fh30HD36sjhbhe/92n/7v1+36MH771fP/nRj/XTH/5EDz/4oPbt2q3+3h7tet3+qOOABvu7nWt2OAY7pJamvJYsmqt1p6zVO668XB/76Af0/r96p977nrfrbW+7xE3W890YeJvOO/8MHXfcSp155gaddNIJjhPHa+HCubZVDZHG2Lo0SVR1LAbfsUHD9oNv7NihR594XE8+9ZSQ2fXr1+sU2+uTTz5Z73jnO/RFN6u+/o1/0xf++QvixrXzzj/f6y5UJpuzbW9QXV2jaiFVNt+gvv4hHXFOULLfSxxjprmsGwcj9t0V11ZKwtezd8WxBrIRlFgMMsJP6s0XcIUQlFhOlKQquSYzblyTTjVOZ6xfF5vPK5cvc/wzWeU360TELXnX0Roa6uIxbHWvcyb2Yr16+4eJzpG4KaXNuUzqdVtbWwWv57uBgw/90Ic/oLPOPF3j21oNlQxTNfpPYENvB813bDONw67eXgX7j+PXrtX0GTPUa53B3g666VqyDpSc39E84+a5bc7XHnP8ddNNN+mPblxjQ4lJP/e5z+rz//QP+tLXvqwv/csX9aWvfkHf+973RQx6++13CBu60Xb/t7+9KcZqt7uhza8VQTtiM3jV4jyI+GDNmmPFU8Jnnn2WLrz4Ip1/wVssC8cJ/5mzj8cutba1KueYAHqgr+gG/hZ956YjmWfT3HSe4LhgnOWdX3DKZ3OK9dw0cX2lZn0dgCWabNuBjWtsaooyX+f8nrXzjvWbWpo1zjn5rLntWrB4kdpN33nWM+SOkc/XOXbKxbhC9qHwIpfJKUmCcpaXjPeykDo2nKSli5fqRDe2znVj/0Mf+og+8Ym/1iX2/6etW6+TT10nblBdsmyZ+oYGNNGN8XmLFmpG+2xt3LLF8vy0HnjoIee9T4on0IddNx60DRtwDtjr2K+/f0DUbeRX1nhCo3Fu1o2fMFFtrePVVGhRrVyzPJU9I2iSjxO7pJYdmnvEC9CMX6/BphCbEWfkTIO86cxoaGhUfX2Dccs4lyoJOiOrA47HuAYbhWwhp1wfQog2GTvFWuQyq1atik3GBq/D3GjbDVHW8VGdfSQ+iQFdiYtyPpb1/qn1L8mkSj0yuazgDyPj66QQ4cJehRCcs7ys+++/T/gWnm6HT/VeJ5PJqrm5VblcXkfLaxVfWVOj7fPECRNi3IHcVx1HAQvyls/lTLOS9b5ovS8LOrS2toi4ER8BnQu+vt61lImWkyVLHcuetDbmw+jhauN7+ukbbJev1LmW58WLFyqfy6jQkNfSZYst12u0ctUKHXf8sW5+viXapK9+9aviV3eIRebNnydocNBx9sOOMe699z7xd7rvdt5xlwc3zt56+6166umnhA6g0yEk2rljl26/7U798Zbb9OADD2nrlm2xHtfoGkhQEH7qpZdeds3lNRHvdNjXcC28Qu+Ja7iBZbNljxgsY/rjBwtNTVHWyX+LrkNTV4b32VxOxLZL3PRHf49fe4KWLT/GccIstbSOU4P3bWxqVp35XvX+/Y4DOt1X7HSjWubZBMeqxx1/gmj4kvcmwQoUrDxlF1eKbqTxTuGqasWWX1UXZiIX4+eKynb6GGEEr2SDzDtAI1g5A8fneI3nhxDE92w2Z6bnvH+ISGHsogB47TTNCGbnbYj5zHoIOO+s2eiCAQLS1NSo1HDmvAcBecYCWja8KAHzMDgYuaILDZ2dR8ykHS58HcRWaCAa2FJkQEgSF70qsXCK0lEkzXpv7hToG+jV0MigYSwbVgkYjYYyUfgl9mUgtIwQzGKPOMeMC+EofigqTIZOwJba6LMWg++MEIIvq1nBR2OhirmcZ4B/CMGw1+LwRCsHMIVIK2g6aMdCoMNew276QgfW4Bz7ISyMkmlUc7JTrZZVdfHR6HuNrBOhnJU5p9TJKecr5j/05F1meMUOHz7WLAdJkpom1WhkCLBYd9hBAHuyX8EJeC6XBcxIM67jnFHw95INQU6JN67ZcHOO99Q0qbcDyNuwSyHSoFSqeH7Ze1Xi97F5IQTxgm7wn7WgE2uFEIxXNcLGnszjujiMR5KmyuaMq2HEcGGgaqaDCausccdxsF6aJgIX+YXBHB4ejutCB0Zi+NnbpyPPmMN+8IpjzOEzdGGM0YljqWEAV2QGuJgbwlHdYE9oB27sUbVO1DfUx8SB65jLXoOWYegO3swDFuayF7JWsTEFnrH5IQTzt16tNqLMNSkibZkDn4sOgoBFfuVttFttPOocrOZxAoYXGeA8DYKiG+ujRQdklhFPNy+P8gvY2Q/c+DwGV5omUb+AuWTjlXq9xPSTYRrDk+tKLoQNDPZH3nGeeezJgG7MSZI00ptjdYazxcELI2t5Yy1oR4AIjmNwQJeim6UhhLj2URgSIacFJ/PMTQ0Ta7LP6GgxzuNuPPDj+hCCRaQm+AiNpaP8qlofisaJBjeBAO8UD4qlqkmc2IGNRtmVX9CkZDqDB5+Bl5Gxg4SnmUzGBcmJkUchBCfTLiD5usS0KnkPrgshRDiAk8FxrgN+T41wc4z1ent7YmEKHkILaNDvQqyXU1NTwetU7JgbNX36NJEUQ8cQQoQX2WId1kzsE9ib76wxOjri2KoS6Tdj+vSYiI2OlEQwNGgHA1zATNI9ceJEFRoKlr0GF14n2mYWTMNh22DrU00KSca9sKBgu9/m4lf/QL9CImWzGYGX/OId+OvMb/CsWidwlKNuLnAMG5y1TUYXRpy0etlIB/hEY5j5zGGdXgfd8JsBTqwBT+E911N4QE6TJIlyRsNlbE/kIYQQ7QDX44eAi3VCCEKexvaB5gQq+CuuH7ZNhj7M5TvrE3xDU/aX5SkkqWlf1oh9ViabU9H2r+hEoGIZq/n8gINO+QUeDK4bcBDInuwDPCEE86E/6nbWNAGvUdMJ3EIIvloRfr5zLk3TSOfU9AcmjpXeLN5CB/bJ2V7C0zGag1vTmwEJ5xl5z8lafvEPFScurM81w/YLfA6JMfAwWQV/M9nU8leLI2Pfzd7wCf6wT78L5mmSqs72p8F2qJ67C5OMk9pBdbqxWbKtgHZcA5xjOPIZHva46Mgx5AE6MY/P8At4CaCBC4IEyzc+P5vNW27K1rsRDZpfyPIeFz2eduF5x46d2rVntzZt3qRXX31FW91Ie+755/Tggw9qiz8fOEhsUfVyHvZr7D00PCj2gqbQgv3gP+fAk6Tuj3+8NSZrt9xyiyhwcwwcmO/FnPh3RR2GHgSEcS3bkHw+a5+dd2CXk8kUn/RJXZGr2K9PnjxJ8Ii9hiMeg5HO7M9Po1HgaGsb53U7veezonALTEkIIvgk4aShucVBaK/p2GHc0LMux1F1ubz6+npNo2E3DHb72id1ww2/1GOPPqK9u3eLpx+Hhoua6QZZpZbokUce85ynxc8Eli0XwJRa5rLZrHa76Xuk67BmzZr55o1xVbEPNqO1tTXCjHzDNwJk+J31tfCyZBvEWtAjmFDMGbTMdLjw4SxTaZr4+qpGRoatCyWv3y8Ku319PUoSec8ZWrJkiSZPnhqbJRT0U+sAe7DXMieE57tIQSEmhOB1RqKd4/ywZZr9aIT85Cc/0XXXXeem8EbbtF7t3PmGHnn0QdP2kAv4e0yrHu3bt9fHd4okO1eX1eSpkzRnXrvy/rx46SItXrIoNlsI9MEX2Fkfe4LuAQOFR5ojJI/wamh4QPwi0sBCAAAQAElEQVS07v79+3TgwD7vtTcWELa7+FO2Xx62vxt1rNfk4J/5NJtYG3msc3KJDIwYj5m23xMnjHPjqFcDvT1uJA+qp8cy19lh+lU0MNCnI11H7CeaBE+wMznzLoSgSbbtPB3Dmn0ulPCTU0OOS6rOA2qOMRsbC4LPpXLN9PMYNR1t01raJoifBS3Xgl7fsVu33fEnvfTKq3r51U2aNHm6k7gzlcnm1VBoEkXZ66+/XjNnzdaq1at1lZuqFNhIeD75qU+JwgnFOgrL+9yIR29K1o+m5oKloqrXzY+NW17xuuP1/AvP6s4/3aE0Cfrrv/5rFx3vEcXTTZs2OiHbFun5oguSN998s9DHPif4JFfLly/XlKlTDE+9dux4w/Tp1rp1p5oeLb6m076t3onv/eJJS66lIfarX/1Kv/zlL12M/o0o2KBjDAo3jzzySPQVPHGwfv1pese73qW1LlD0uZhQ73ikUquIxPBIV2eUWVtsy+iIY4MJKts2Vx3bEXMEy2suXx/j2VSJ6jJZ87BPL7gptnun5c3Ns3EtrXrNxaMOF0jPPuN0Fc3z3bt2KpMmanYONWz92LNvj5CZJtv0mm0X8cuI9aunpyfSB3weePB+271XHYuX3RBrjQV7knF0tbGxSZdddrk++tGPRrpefPHFOv3002OyfsUVV+jxxx+PRd4dLhJypzHX9bnYlXesP9kNB4ro8Bk5LQ6P6Hc3/laTXCjBDi1fsULvfPe7dOzxxylkUtOlQ1deeaUoavD3Xt/2treJIuM6NxOwkR/+0If193/3eR1/wgmWo3XW+wHb9FFdccVlotl67JrjrJudev8HPhSbD4tcVALvSy+5KDbQT/R1n/30Z/Sd73wn5in8XbmdO3fqN7/+jeVJsVDvJDnG4zTY0c80SXX/ffeZpqnOd5HpgvPfEudec+01pldFDY5/nnrqGRdGJ1iuc15jrtbzBM60aVG+kYNLL71U55x9jguvZwo9R+5eefllHensVPvs2Vq0cKHmtLdr8qRJWmWazHMz8APv/4AucyFr1sxZWrF8hWhq8AQ7f9eOGwVoKtF8bmtti3BMmTJV+1w8b3QOzZo0PdBRbB26s3TpUtvGxPQqRftOUZNCHk/RY7taW1sjXvhQPkM3RrPlhic6ert77J8HNDw4ZGkM4nvZfrrmeK3Bco1sYbsP7N+vjo4Ooav45gbTh+NJkujMM88U8kOjgz1pWmFfCs7XatWgnu5e06RLtaoEPshQveODyW4+1Tk+JJeZaHuWy2fV3Naslza+pEMu1Ce2V7Nmzoz0gy48jT3ORcoTTlxrW9SqqeZF8P7A0eKcAvkMIYiYitFg+OfMmWMejrfet6qltVnsB0E4D3xci87gl/DVyEkIwTZ0IOKadywDjlnbT96hR9m2EpswbL3kOo4xsPesCxzoDfPGG15kkaeq4QmNdL4TSwAH1yGPvEPfknMGeL1nzx7rwaBt8Ih90NRor464AEScsdfxTZc/42/Ynz1DCGIN8CGGR0d7ra+N5jM6Cs/QTRrFnO9xTF11jAqMXAeerF3vfH6ii3PIctUywB7wHFqBP/CxZ8X+isLknPY5sZhO/IevYj74D7kxhc2fO2+u7e46sf6SxYvjXGQDGYQX2BVkZtAxMdef5IYvfIMXrIWthz/sDZzQnPPEeJyHZvhF5rMONgZ5ZL+ZM2cKmYcHFNDxyeCLzSFWQn9YkwHNWQ+YgIP3FssU60Av9oBvFM5HbWeBg2IkdoyYgyfoR1xorto/UnDeu++A+k2DetvZxS70zV+4SK2WhZWrVgn/t8gF8joXQjttK16z/7/xxhuj7cI+nXXWWc7vpsenp1bYboAjPht6joyMumj7SmywTnQhsKGh0bI65ELxIh133Amujx2KuVo2m9Ntt96hb37rP8TfWAOnFtcRFi5YEP07N47QtI0/obdlq+feqjvvvCP6xAMH9nuNIcdBffEJMeZAC/w18ROxOj932N3dpTRNo57stL39r//6r2hjpzs+oTmHrO3ZvddrPmAYB+KavfZPQ443OjoOO59tdd4zqK7unpi3zZs3z37hlBizVVy76u7utuxPi3YQGUQniLfhJbKMDkEf+EODFBnqcPGXIj37bHYT5eGHHhLHyFfqbWuQO54wPeT4mJ/Znuh4CD+ELm5zc5r3kmlMgbjRNnfYzUyuGT9unNasXiPkB9+IHjCQLfQPmZ5i3816fIcuIQQR+7W2tFr+69Xb228dDYKWZ7mZfYb9yWWXX6pFixfotde36rrrfqHXXtsWaYUPYV+79mjfeSoPXdjleB0Yhp0f7j9wINp8dLXVTZ5jjztWH/7Ih924vNjyME/nnXeu+GUGfn7yC//8j/rA+99nn7RAqZHMO++Dl/jAPV4T+7Rt+/boR4CfhnC7fRc3U4BXzrkiNyogrzx9PXHSRG213Fx/3fX6zKc+oxuuv8FNhEeMX804j49NzUdchOcpwhHn98A2e/Ys87xZ605bbxqMc3Yc1Nra4hi4Wzt2btfCRe06/fST3YRcpblzZmj1quW65OILteG0dVruhtAJxx6nBfMWqM555XFrjtcF516oU060vLgRud1F+51v7NSLzz6vZ556Wju2vaaXnn9Rm155RWXr66hzqi7L3IDzoMQ5bTYNSlTWtMnjNa99plqa660X0syZ07R6zQqdduqJuvjCc3XF5Rdqjs8ff+xqzbbPbrRPw0fi47jBYdR8GLKMwH9oc+utt+rjV39c/Bztv33967r9jjtEfMrNV3/25wcdc2ze+KrqshmtOGa5pjo2mD59qqY4/5viuGqKdbrZMV6jmwB19j3U52uuSmGjKpWieVdTEqoRp4p9BXE7vxxVcn2v5Bga3ert6VNf34DrWKXID+z4qHkwwznMaaeepEsuukAXu1F40YVv0VvfdoXe8pbzddJJJ7oJfo5OOelk25HjtGTxEi22jVqxYpmmTZ9i/5NXXT5jXT2iHY5FuVGF/LnHfkSWc3SFutJU40Bzttu2ob+/T/lcVsuWLNZSN/jRlWKx7Nq91GM70N3VJXz4utNO01sdH070tRVJra4pLfTe7XPa1e4cAh8+3TYFXV+5cqVoehB/ne54dbkbJ02m1/bt29yoOShqBEla0ZlnrNPpG052fFfV448+4Bxga7yRjZsCsAsvOU6717zgaTVkn+uos4MHvGQ/big51THq5ZdfLn5S+FLHezSxGhsK0TZzoyZ2++/+7u+81+ma45iv5ji/81CHQBJ+kNuXzTfyxsbGBtvHVrW0Nmn27FmaM7dd7R6LrP9L3Nie7EbmiHOFfYcO6rAbPkO2QzST9+0/pA7n8S89vzHa2sGBwchXfFOj5SRJUiko1ogsKqo4PqnafmIn4PuRI4djjr/NNQ9sJznNE48/rhdefFH4wcP2QUd6utVvHelz/WOnc4vHn3lKh5zLbDjnLF3+jrfrJOc8ja1t2snN0/sPiKfh9/l97979ooG2dfM2bd602TnZa6JeEQwQsRq2uWaa9Fomuzq7dLijU0MDw6qWq6q63jrYP2j73BHxoqFKfluyXMMDrp06fZrzyJnWy5kiVog6YjmJdrW1NcZz4NnvOgL+AF3EVzCIZ7jZ8Ne//rXh2m79zprmc4SfIb5mH/wi1zBig86xb8m0q9ZkUhoL52shzSpkcspkc8o7bi3Yp7fZH0x0M5w/JZU6NqzYUCeey6+NTLBO1zn2LDt+QqbI04CNGGXUPDXzTJ2aqt5nwLXTimMp4m3yOmCmnjpgXvR7dL55k2FX9xF1HO4Q9n+fc+Ye60/VQBILYRvAAxmuGerm5iZNmTLJ65e0x/Ua9pArtvUNefuS4Py3w/H1AXV7TX4Fi5+W3rT5VT33/DPqPNKhQlPBNJ9lHzJf89xUXbRoscZZJ4u2L+j8NttWfqKad/i/Y+cu7dy1y3vt0Wuvvy5sPvn9ww8/Yp27W3/+893iBlfyms2bN8cbHPBl4JCmqYgj87Z1fGbUOQalzwNN8XM8lRwk+44m1TlmqrheBp2IwcCb0eHc5ID9IT4RWciaJ8A82T55pu32Asdf8xYsdB1nqhoaG6UkFXHHlq3bdNc99+p3f7hFj/CrOFVnKRknrXUOFnJ2egDGsI1TxQxD2BAu3hEgAg++x88WnhAScS2MQYirCIEFmjlcPzZKJmbJxznPNUHBKErsk5ooORftct4fRFDwEIKAo2AH1OSgvq2tTTh+ki4UIzXMZRfr2AdGld0gK1tAqghmEhQ8DplInTYkOIdp02bYwC9V27jxDjzrTIxudff0KmPCwRDmj9pxVr0OT3gM2TAkTrbSNHERokktLS1OkhuOMsW0qjfTGPILZWL4Y6QFdIApo3aWidcAp7xxq5melbKdWiLV+TsOD9qFYHg9wJ81OVa2UWNN1oHhKMmwEzD2SE0vKcSEiXn/j64h0gxaNTQUFIJdvovz4FQznxmKr5q8nRTkgNbXuMjX1NSoyXbKra0tAuYQQuT/iBV42IE9+9CwBkaT2AFsUTSTKMRwjmuAK4Qg/xMyxXfeE/MCGsD7ETtm+VXzIqzFdf7q9UbjfklIzJ9cpCPrMqAjdOA9m834XM5wJ9EBICNZ85C1oUNIEmWND6NiWYzyYHqxVwjBtqgWDaP8Yu8QgtdKDfPRfVkL/rEeY0x+gSMYthCCQghxb84DEzLIZ3DiWvbinWs5x7XsxXHghS7gg5GEHmXLMXOBf+y9bVybE/kJUeaYz3qMEIJ4MQ9YkRe+U0TmGDAwWIu9g2FuaGiw/LZGugLv2L4VG+KjcFcjDao2NGkaLOMFB7XjvH+b989HmpUtj6zLnqxJ0sv3CjLtgZ6GEBRCiGsBK/gyBzjYl89N1mV0ifU4VqnUIt+DZQRYQghRhsGZ+awvv5gPrf6/38Gxap3nXL+T/xCAvcnBW72gdwhH4QFWhuwsgLOttTXOwW702ZGO6ZUUomywXgjBclYfaVZFjmwXwKmpucX0aZHB1oh1a9S8K1uWK9avkCbyxjFJYW6h0OD1cpF+wM06vNc8t+Zr2Id5dThZ27k625WhoUF5a1+X9VJJpGXhzXMl208G9oBrE8t6CCHSj3VHnJAfpfWI4c6Yh+ONQz6uw3XQgMQe2YOP7McaDNYbdmETGEMIyuZSBaNTNd41w1uxbIQgJWkSYWq1PYSP8El+hRCcTJVjModjL1peBmw3+p0scJckgXCSZD2n6jWyymZyqss3KO/kxqvKWwiYkBkvF/fgM/qSGE9g5TvnaqYdxwleOZ637+BajoeQKIQQB8egCzixRsZJIN9Zg89yYsE7uDNnbH2OsS7HkDl0DLkdO8Ya0BK5YQ8G9GVd1oBf+XydkC/mVEzDnB3+iJumw+aRUxplsjnlPaepuTkW8EbtK9jvKA5B4Acc7MW6nIPWzIPHBIvsGde3/mVtA5nP4FzO/oW5DPBjMJ+1QghiDfBiH+BlnRCC2J+57Mda7Mk19fUNbAmH3wAAEABJREFUlqU6WYUinzK2w6wNfViLz8CayWTjvLxx41rWY3hlJdbxxHuUHPTzxOewi7A1B8uN9lUUYdMkcQKTiQWRJAlRBoAZfKA/8Ga9L/IL7zkOT0hSiAtIYiiKwWv5lTVNkFH2p1ABPATSVdMLfhggtbpIRbF1lhOvVatXx+Ida9cskL2OD0hIi25UDQwNiCIcT4vUvHbZep+mSaQXtjcEh6KWy6oJVPN7CMbY78BHIsiaIeCzB6JsQm/GqNdmPV8t9hrx95Lt8hEnlN29PepxAj9qeu11EAx9wecoHbKRVtACPMcG9EqSNMoUfGX/aVNnaJMbSCRC4LDDAeyzzz0ff3p2jwuv2M5dLmgRyD77zLN68okn9NSTT4og80UnTcRd8Lm9vV0f/9hHddVHP6JPfuJqXenGBgljxTz82c9+occef9L+oqBcrs42cNQB8l5RxA0hWGYyplot2qpuN+9KjgfLthHAD17QB7w4VrKdQ36RwTSTqNH+q6agsu3wsHUoZ7tRV98gb+ugvxafHs7lssrnc7brdd6jbBhyhmE42qMkSbx/NvpsZAZ/CF3GjrM38kuRA1g6nSDCQ2AnYeQYtOSuy8suu0yf/exndeGFF2j9+nVav2Gdk+NlllV5vyF1uRE56jgS+zDBDaKly5ZrmRsfU6ZOV2NTiwuWHU7OXndD9KD2O6HMZHJKQkYttgPQucuF7sT0onhXNh3qbDeSIBUaGnXMiuW26eNUwK8Y33HjW7Vg0TytXLNSLS3NIhmTX2O0a7GNztjmZT0yaRp1vtcytXfvLhdMuoX9S+zvW4n5/N7r4gZj0E0+bgTpdcO0aHoPOGkdHBjSoQMd2rZlu3JpTi2NLWouNGti20TNmz3XhYuZaneSf+xxx8dGMbgMDg6ou6tHQ/gBr9nlJB94iE/f/e53i2IdP+H529/eKJ4MpbAA3QddMJ3uAgi+Bxir1kVk8eGHH7b/KLpwc57pf6Fpngpcp06dqictr08//ZRxHNL4iW0uIBzSkuWLddqGU50Az9HXv/Y18fdMh4xHzYIzNNivXhcBmp0cnXrKyTrl5JOj7nMHOw3zR13MGz++TZ2dh/UP//D3+upXv6zf/e4m/cpNU4qyJNXvfOc7NVYo4YmbS10wueKKy8UTaw0N9W4qPqZVq1bq7//+7/R+FyNXrDhGwNrd3RMLwTSnxzsfaXWhgaYZsFBsG3AhqeLGOHxDDnoMZ73zDezU0HDRspyXRcTmK/F7sMzXu+CzI/7dp68Zzxeef17ts2Zp0viJ5s84rVmxUvWWs67DnZLtFr47sVAN2TdjgzKWjbJjGWjMDRUcLzm3O+mktTrFtKEQXzY86AFwZGzjGST3qa9lPjpDoWqyixU0CD7zmc/o8suv0EI3BbkGneNuYpr8zz33XPxbpPvdZLv6qo9ruRsG4xyTsQ6F7nvvv1/XujHdZTtxwYUXWmcO6v/+7/+cXN8VGwE8YXDLLbeIJiR5Ef7nVzfc4ILyddb3/ihL6HLNseGI85emljbxCxjsDZw8JUNR+ynbuYptbZvpf+RIt5od2/XY5l9wwYUuEl6g008/Q+A51Y11cCDJR65nW85nmb4UjSmm3X333eZJVu9973s0xw24Zuvy+W6wtraO0+hIST3dfaqY7tgcaLDTtnbQMk6BAxvDuiTzUy3HF7sx3WiZZA3sU48LHzTtKbyxFz8NmXHhJeP8F33i55/5zlP+PZarefPmW0fK2rx5S/QBS0zbpUuWqaGhUftcvOpyUYpfIJg9Y6aGrJP8dDA/TznFhVi+79qxUxQe0St8A429iv0lN8cAC/EjTTb0M2/bJL+Yc9ddd0U++WvMS/nZx00ufiBfU924ZP5iN8SiTbfMFFzI43r8Fte8+OKLuvfee6N+IBf4gJpp5tq1pk2eIn4Gnr/R1GM+8RNxZRdWqw7CJ02crCbboo2vbpJqiRYuWKxSsaI3Xt+pG39zk/78p7ttk7u0103EPXv3xAYje3bZv3KDlPtXtgtdanQM/uB997vQXIw/6bl161a99MrLLp4UtHffXq/RrY6DHeLvKD7tgjvNIWSJxgnxB7w9YvtGUWrAzT1wA9cXXngh2ilsHjEINvmUU04R8UrBcT1ywDs0xhdmbKvntLdH3kEXfuHh1FNPFc08biZA5pucQzU6X0fukRHWmj17toADeUI2p7gQNN6xDXOZV7Pv5DNy1ejr0fV278P17Ivdh+bIIfLZZ18wbPvAMZrs2GpgB69IP/s51oUGI87pORZtt2WqbL4hP3wfO84+0IP56ADn+AydsbnowP0PPuAYa4+WrzxG2bq8xhl+bAJyyFMO8BAdAU/oCc2hV6P1Bdoia8C0aNEi+9b90d+DM754u5s90Ab8Rh1rI8tcC52QzRCC4AFzWAe80Xngx4bBIz5j71ptq6A558ELWoIv16dpEteh4YYNAh5wBebUck9BkbnUTpAV6JkkiWODJrEnxU7oAt77bB93uFk14viP4l3f4JCmTp+h+kKTDlmPN7oAjSx97nOfE01U+InshRCiX6A5jC1+xU0haIT/mT59platWqNeN+f4Cdl5bjBt2rhF+PiJEyZr1qx2zZg+W+eec57OOedssSb0AJcnn3pK//M//6OrP361fn3DrxxTbnL8WxVFx4suujD+OsGECRNUdNyCvQe2WY6r6+274Bt0ZB3W5FcqoDW8PfHEE6PvgsY0IZCzDRs2iBtnsLH4FK7B7/IrKtOmTTecs2KeQfG5GlJxo1aPm0BSIpqw/N20Pbv3aKKb+9C97FgT24WsQ+ei/Ru619raGmmFLMFTZIXj+He+Y++NZIxj+bWHb37zm7r7z3/WtKnTVDJfKl636HfiZ5oNyECz+dNqXwJvkYPoXz2PWJL9Ob5o0UIBE/PZGxnhMzrC+T7jgnygK8gdc7Zu3RJt5M0336yqYyJ+InXJkkXm/RnacPppeuDBewUs4Pe4Gx59PE3ac0Tz5s/VggXzVXTMvf/APjeo71OaJirbrj/19NOiCTHNNrpqX1hxbASvmE98QmMWe1D2tVdcdlmM+091rDR/3hzVma8NtmFr1qxx4/JiXXHFFfGmK/jODTs00mm6gif8xK+A5+RJk9XspsKalWv0nW9/R1/90pfU7Tjr98brdzfdpMcee1Q0avm7dzfccL2uu/Y6TZs203Fvo15+eaP4NYMnn3xKTz/9jGbPbhc3TRWcI/Q4XsjnM8Z3lpqa82ptKWi862hT3QiET5vsE2ks2RTKBIj1h0bDkcvUxc+F+iZV3KSplaV8NqfKaEUH3IziSekXX3jZjdbndbf9yZPOc6pu6DSaz3KjgT3mtM/WItN49szptlttmjhpnOPxiYa5YF3rEz/zu9RNxvn2zwsWLDA/Fgi5bmttFfYInnFDb8fhw8Kn3H3PPfrZz36qH/7w/3TnHbfr3nvu1k9/8mP94Xe/091336XHH3/UsdBm7dm1U8OOs0dHhlQqjShrW9LW0qic44MR15Ic5jk3aFU2k1WwQ8EP1Nu2tjQ3qqEu5xjSB833jE+GWsVr9blh1auBvh6/96s4OiyLiva6sfL0U09q65bNhm+7hrzn7JkzHCNt0FlnnqGz3Tg786zTdfZZZ+jiSy7UW84/T2efeabWu6F4vhvzNDDJnd7z3vfq/R94n95ywXn2aXOEXKFH2L3HH3tM3KBb59ym4/BBN1e2uw6Vdc1+nNCBrOONjHP6QlOjj+fiDbvQCrvyXq97/lveEm+Y4yd5P/aRj+rqq67Sl7/wRf3bv/yrPvrhj8RmbxoS8zof5XTdulM13fa0saFR3d3d9vFdSmw7kV9g/dCHPqRP/fVfi+b29df9XNde8wtd/alP6Iwzz3KOs9YyOS2O9vZ2Nbc0R17jC/H52FxuvODGqTvvvNNNoT+LX4KouBZEHPp78/HmG3+rpoaC1qxerbe//e3x5kTyiQ9637/527/R+vXrhQ9HNmR9z+ezMnvV3NxkuKdpsRvNc9ywWujmMX86pGjBrtSCeAoU//CK7fpj1pNnnnvBcfGAG+RFJWlqeSvGGK3q+DjxgjXrfM71ImKN452/zZs7T1X7cP5GZF9Pj/odCxzYu08bX90Y/0wMfviw5RR8tm3brpdfeVWvbtyoAwdolB7QVsdO9953rx546GH1DQxq8rRpWuQ8OOMY63XXG/b52n7H5cWaVElS9To/fH3Xbm3xWvRsqMnSqMMOY/fGufnY0tws8g1o2tvdo7zhbbLujg6P6vChTtcqOkWuyQ3xRdfYqCeVRosq2zZXbXuxrU2OE2Y5boemfMbf4KfkF3YTPWRe1XQs24f5sA67CQkPuZkNvPA//FpVv+vG8JprTHKllsvBEdcb3KMZGh3ViP3LqHMmajrwb9T5FQPe1EKiTDavTK5OQ6YDTc7dpkuXZTCEIHCGLxXzR9baRsONjPHwCfXCxibLWmNBNNgLhQY1eNQ730wyiVLrfV1DnXLWberRJdv4PucaB90Le/2N120ztgl73mG88C/ELi87PnjwwQd166236pGHH9Kmja+6Ub7TOeUb4gadjsOHol7kshnlXWPJGdes49Si4z5+tavTthv9xZcfOnQoylbFNDR7RS2Y+pWMV30DsNZLrpF1O37c49gG/wa/y56fzeXU4j4fOg4feyx7xDPIgS+KeW69fQ40aGpq0lT74Dnz5mqSG9NN1okJ9vVLliyJ/uA02x30h9iCX+849rjjtPyYZVpinVm1aoUWL16oWbZfLdZbaF02r4h3q6YX34kN2atg/4aMIINTpkx1rDPV9n2CMrm8qG+/QS3t+Rd07/0PyNclNlQZj6xSK5oP/OUdIUDIGDhEBA3hKFdKGntVXTD0P3GegYARCEIECjJ85hhrcD3OlGtrCvEahJFzHEOhkyQViKRvwsKaBDgIL++HrYgE/uxbb6Eh2CnYIEGMip0CgR+BKnvjdFEEhIciIklEvq5OCP+wGwdDdjYUvxAs4EWBeQcmHPOACy6sB/zAzWcGdEHhgDFrwQohCBw4ltg4tba2xiAOgeMOoJoZlCZBCjXjXLLTK6pUHvU1I7aRFaG40InB2iF4ro6+2Hdsn7HP0Ic9UDrO8T3xviEEAQNXAhfHKpWa96uIayuGAzqxB3SVauZ7TnkLRjabcxJQi3Pr6wtqaGh0oSofzwcX+5KQ9ezESpUqhEQhpF5TLmhW2E4hBM9NI+/YCzigCWPQdGa/EIIdQbNQBASUwWcGQovw1rtICj6sAX7gwVrADO3LNvKjNpJ8Z23wZ+TtaBlHr5XgIUrIO3hDixDCX2DlGgbH2Qu6cJL9clbqEMKbOGUjTuxbsXwxt2I6si4DGICPvbn2KA71pl9DNIrAM7YP58dw4jjXgQfr8Zn9gSeEoNRGMbHMpNYD6NTc3BzXZP8xOWHPlpaWSM8QgvlXiXjXbIRDCJa1spBp1m52cM9cPiPPGHaM7IiD5GqQytZp8A7L2XkAABAASURBVEHHgAc4mQ9vmhy8NNl4NRsGjpHIwi9gL9tRoTPgBu5j78wH7hCCi6lDDih744Be4Ajs0KDRjoK90iQVL44x4jHjHkJwMNgi9Jw1WT/18aMj4RLLYc0JgXXJhgj84F+aJmIP1ue61NcAK9c3FhojLUMwjew0QwiRV3nznevTeG1Wra3N3ndiDGiQS8ccLkIPiL8RzajZkOTsEEfsELu7ezViJ8r6qfeqmgdJkir1Z/aFpiGEKFPQLUmS+DmEo8egHfRNkjTqMNdE5Pw/1gQnfxTHGfBpxM4s9fqcP4prIQZ0zOM417AvthNdqOKw3rRXHIfO0AdeMpd1MhnkPWtdzioxjDUHcQpSJk1UtfzTNMrXZVTfkIvHfEqZxPPTnEYdxJCgw2PWZ7+q7Y9c5JKSSLtR6y7ycuhQR5SHnG1P3jSsWghHjE+tVotOE1jAk2PQi+N8BhfsQAghzgshaMCBfcbOnfldXV2RfmMwgBu0iLBUq2IeOEMveArN2YvzOfMfPoQQFEKI66ATIQTb6mIciWnCtawzdo5r2JvAITUcBetLNm97atpVbTU5VvXnEEKUO+BhPjDyDm4M1mQAC/QDHuayHziDP7TgnTnszztzeK+YPxXbprwbmU0OuLiO+RxjfeZwDcfkF59Zl/PQJJfL/wVn5nCec8BZsp0AzyRNxPGCgzl8ENexBjABRwhBfHbOYHmRRkfKymXrFJRRGlIfq6piG56YjiEEwU+CW/BmXegBP5ARjrEn57E58KrRAXTOfOJa8AM+AsJBFzAJ5IDp6Dz8V84NrmERlDEf/JlfZ/rU1xXU70BfIYhAKZvL2feVHKA2ak77XJ3kgsGGDafr5JNO0joXM7mL1YZGEX83PGuWJfAu2X5QjAD3JAmRfiGEaE+wO9jAionR7cCQoBEZGfH1ZR/jPWN9HBoeiokOjQFwhjasB8+gD/uwL+/womJDBK0abTvBlzHHRXzutj3HRbBFLlpnsrkY0Pf09ce7gV948WUHtqNi3RCCcsa3salJE8dPiD4Z2gTr3hE3XEgEq5ajVvuWVStXqs5zSViDk+0b3LSguP/VL39Jjzz6sKrGIxjvS91EOsG02rf/oPbtO2CbPxx1DRzwV6wP/BXLaKNlp8VBLHSnoMATmlnTgbVyuazlo6Rataw0kYq2rUliuanKtk+2vaMadAKVJNnoF6Bvi+Gsc1wHTkmSRNpDE9bmHAU+CsLIETwBF+gH7/jOO/YRueEazoUQlKZplAmSBO6s58mgx5zw/8oNtY1OHvtpekW/OWyZH45+eLzp2djY7GLuUTrgJyqSFi5aoo9edbU++OGPatmyFWpuatO8uQs1ZfJUFW0T2euN11+PDSOe+kDeKTaSwA0ODqnfydvzzz6rF158Tlu3bXGSd0j33HuPbvnjH9zEflS1UNP4CeNslxss0tY22yGa/OgRd7hit0dcGDl46KBkPmOHE9v64WJZu82vuvpGjbpx2mSZooAyalteLlVs84hXy+ZJJdrbca1tWunmHIVGfmZovItV8CxrvoHD8uVLde655+j8t5yrY49bLZ44oSgBD5BdeAQvKPYRy3/py18STcn//M//jD/F+/DDjziBe0233PJHoc833fRbUcCkOUNxbombQ8gU/EaeaMBcc8018e/uTZ8+VbPntIufnV7nJvcpp56sfD6nWW5+IV/8TUuafFdf/XGdsPY4haSqCW68HjnSYb1vEDJDoxzaf/oznxGFXZ7Q+NKXvqDLLrvEzcHLdMEFFwia0nRkb5pI+90UR2YoJgAzxUhwpEEM37ijFrkhIeeajS+/quH+IZUs210dh/Xa5q2imNXhYsSoGxh7du2KBbP7778vNheGXWz40Y9+pB977HTxjKdAaACwJ/Zi7dq18enNz//D513kOV6TJ03SE488qhtv+JWeePQx3XDtL8VTNpmQKAlBefO9aB3KO2bGhqBD6M04Fy3QxatchDrThTDsCcVo6FxfXydsc5/tCfuOGPaaatGOwEfklHnw+JFHHtF3v/td8bTnTS6O7ndTYL9pRMEW3jH/C1/4gv7jP/5DA25efvLqT2i5iy1f/fKXTefLNDw6or/7/N/rBSf53BlesS36jPmxzgky8nPYhQGScIrrFHa++93vWU6LOtNFLool4MVTCK2W1bztQpKmTqKXaKqLOgsXLhA3RUCzVW50o8evungAblXHbEUXQWiKERv09vZZfuokhWgLLrroougr4Dm0gsfsxxNm2A7o0tnZGX9qHpuSs98bNp332yZW7C/2mw41xwHQGzzgHbaR7+BT9RyaFTSWkBNsDseBlbFwwUK1t89xDFEQd3WzHrQJIcQYFbqyLrAg68jjxIkT1draat0edU460XRYrPnzFwgZBWdsITaQuClJ7LcsE9h+Cn5FF6KgI/Zvw4YNQoexjwf37dfLL7yoYHr1uIF4yoknib89e8zSZfHvutK0f8tbLhBPzBJ/YVv3m//oAfCCd9eRI9GehBBsK/fH4jJ0BBZ0CH0ZcTwIPhQ6212wLDQ0KG9flPgabjKgEMleA+ZT+8xZoiEMPMB3wXnn6/g1x2q2i2c0m6e7AVN2QYuCIDJJcxqZh0/caIQcUPCGduBO45fiP7FFsPyULBe9jvHbmttUcbN2zsw52rF9h17b8pq+9fVv6Q83/UEH9+3TYw8/rCftI55+8kkXpTaqtaVFNFTg55M+xjuNPfgKfXmyGD5AI2wa8ECjvr6+SB9kChoAV70LScxBjya5IcFneMvxEIJ9SpOmuInK08WsiR1Lk0STbA9oTEJbZK3OOsF5+CC/4Cn2kXVo2rI+9h15RKehAU0VrgFm9Av5QbfQA9aEz/haYB12PIMsUnjk5jP4iF5Ab/bgenwSuBFrwF90+/zzz9fJbjRjg3Iu+O87sN8WpuJieoubIwXV1ee0/8BeFUujwpcRS7EveLAv+/Adv7R8+XKBQ5QZy3QIQTX7PWQYmYA20Bk4X331VWHP+Yw95Clh8OI8fGBd4Gcf8OcYNSjkBN5yDTjt3LlTyC42qc+xAXSBz9AdmuMLgAl6GxQXLHfFHGjWrNnRrgDb/PnztcADPIjpkHuuRQ9Zb9D+oWx7yPFVxx4bcTpgvwFu7A0fx7sJje/i8+zZswU+ZrNzwyYdc8xK6/FkzZ+3UNlMXvfcfZ+SJGP/12If8k43Rs41DofFz+qyHvUzbhRuaxvneYl94OX6t3/7N/3zP/1T9MvoCfErMo1//v73vy/0C58MHXbYl3EOGeKpRHwLNAA2ivdLXPx80IXcx938KzmWxh5CT3BC5imK8g4NwQX5xP/+6U9/ikV79iD+ztqngXdb6zgNDgzpgG0uuec9d92nrVu26BEXiV/bvs25SCbW23p6uwRPwZMmJ5/RQdZgIMvsy/rcXPX5z38+3ixC05qbG4gDzj3nXJ137nm64vIrbJMblLGdQMe58QQf2N3THWMF5Av5vMzNSIq78Apeomfsk6YJ7FHGMduiRYuETabpdvRcGmNQ5LO7uyvyGxr9/ve/E3Dx06OszZjTPk/IJE/MYWuR02EX9ym2Z/NZ68M0y0C9aZCqtbVZS11QPtd+fvUxqxw/PesG3RPavHlTjEFvv+02N6seFzL9zFNP6+bf/la/c7Pz/vvvVZPjdxobr1hv4C06gb6EEKIeASu/esCT0vwcNDfOnXvuudFHFV0jaS40asHcBaKRuGXzZu/7ePRPc+fOcfxynFauXKG/+qv3WR6v1CWXXGqftUQ7LUeHDh+x3peUhNQxzhTb1806eOCQ6usaIp2xJ+gqcS+5xObNGzVr1nRdcvHFWrv2BL3jHe/QpebBfPvR2fajR7p7dL8bPrt273XMUTJtmmxjCjrETTOWn4G+QePaololcZPvgF59BdrcZ7r/XN/73g90zS+utVw9rt7eAdXl623r25R1k6To/G7Y9eWDBw+JEUJinZtgWGbpOOvseZYbbN3ll1+ud7/nPTrvvPO0bOlS++X5mjFzpsZNGK/Wtlbbvpq4uYlfrKBxhS/HT99w/fW66cYbDdMuHTq0XwcP7dOhg/t0pOOgBvp7VXL8JOdPiVfIphkNu/6KHCBkqWWUgW3ne2tLs1rciGhtaVL7rBmOwxZr9YrlmjNjmkKlqHrXIRfPX2gfMl0vuJH9wx//VP/7fz/SDb/6te67/34h29D9iOvyNFZoek1yzDFt8hRNty9a7MbxcatXi78bvdZx6rFr1mjDhvWRtxde8BZxM8D48Y5PRgadC03Uu971Dn30Yx/W1772NecO39FVH/+4aTLDLeuaG6jZ+J5mcmqwDCVJGvOEa665Jso9dhP/1+0aUEfHIaHPaZpov+MuZA1bsmzpEjffDunVl16KN0aSa+3csVPdloW8Ywt8JXqX2G9CsybnQ1PdRJlgnLhZNes8FZ529/QozdXLoYBet2x2WjaxIzSVuBa/Tpx5ySWX6CTnxfi3Cy+6UKe7psDNB3Pa2yN8N1unGNg79kb3Z7fPdnw2Reece6Zl90Kdf97Zlt0rPd7u+PiSKMvLnGdNnjJJqe3e4c4u8bRnuSYlmZwq1o+s5bHsmtqg4/TDXd3OCxtV52ZmodBsqQixETRk25BxzSex3clmc8LG4uOhW5IE1RyP4ofgKf4SWjS4accvh+U8v+gGFH66pbVF+Xxe6B6yQI/ooJtq9953n/AHN7ppDH5z51m+Z7XrgHX22Wee0yvOe7bv3KPd+w95dGivj/c7v+jr6VJpeEDjmht1zLKlOvnEteIGjtNOPUVrjz9eMxzLpZbrfsdI+IxcNqtskoob7IrOW4uO1QbsAzo6Oq0XhyNv+RWlffv2iuY7dhHfjj/mMzCHYHztlDnOmtho+JgzfUIIQhaGhoa8RynmPDnLCvaaHGjAzcohx/k1Je6HVIV/LlUrKrrORZ192HH0oGnd5xpVl+XmsGNfcntiiIH+Aef2A6bdqEacfyepcXE9NOcBjqxVdB5eU1DesOQdu+XNx3p6NK6FNbrOV/B7odCoevdOsrmcgBt+tjkOaIu2ZJymmGYLXReaZ30cP3GScahTxntlMjkVGhqV9Wfoyc2sb7jpevDgAe3fs1sdhw6oq7PDdqVPXTRA3fTdazp2YGsG+lRx/SObzVi2vG8aRB+l6Pis6lpRyCRCPlLbkCRNZRQMY50mTpqocY4nQggadA2uxzkgN4JCC2So6vpWzbzIZLJet16J5XPEsUGv6Vd0vwHbhYwhqwxkr8FNz9QyEEKIvuSQc8SdO3ea990iTgSGmTNmxliIGxJnOy5qaW3x+nnHXq3C51xx+aW67PLLnEeeoTVrVmueG7XEufhp4g58MzkBg5uF2tvbbdfHG6d6ZSyDSQhBAI2SpGkiAJVfGSPgt/idYwgZ35MkmFlBIEBgnCRpBB5BKxlh/X9eXMM6TRTtMEYO6httnBDEegtFnYuaKHizmzQcx4ihvNlsznskUYCUwPZOAAAQAElEQVQReAR5wERHABkElHW+vtXEmDhpgma6WDLJAlJnhWZPkibAGLVT2blzt/bbOXbY2HEXQI8VcLeFYZ8D0A4nvhQ0YYx5J0YPwm7HgEHpsVIPDPS76NofAxrwAx5wRcgzJiB0gJFJcpR2MJfPOQs1BXSEghFCojTxsFClHiEE8Z6xoDGXa5hXdYLKZ+jG+cTX8Z0BblHYbOTqnGxAs6o/czyEo+vJL+YAB3tmDWNAyd3UqHptRgjBypSzINUJmrF/Pn/0O/TPWIjZL2flrYuK2xDn5u08KLo1NDSpwcW3fK5BUurkpqwRG+2jY8QKVvEom541Kxfv1ShHyAs8JihAJtgjb54RWIJLzjQDZ4rtJRfvwYE54MA88CxZxjjG3KpxH3ShkfeM5ZXjzOE77yGECAPnWIN31ofOIQSFECz7mQjbURkbiLIcwtFzrBNCiLIOn1iDfY10nDfiZL9oQ8k764IfMPCZeezHCCGI4wzmMMAZnIBFfnGOAc7APuqgk4QTGNI0+f+DEweADDKP+fKLNeGdPwq5Y21GpVTWsJ3AAIZotKzmljZNmkJQ3ejAL6s0SZUYvhBC5BUGftiOoeTrWDu1rNZZ14CXkc9nlctl1GLdY332QyegQwhBWfOB+YwQgriGNRjM6e7uVo91DNgZ7MO7PbzXzVluKi7ED0X6sjYDnnMtOKOXzGf9OssmMEBrAljgZX7GMOD8SU6hS846wPFR2wPmZHNZNdsBtbrQwRibk5rOpfKosrlEaaYmR5PKZlOPbKQpjmLUfIHfwITMMKrWqyTxNclRWRq1TAw5gAVWzjMXPjMnhBBlQX4BC7hULcep6QwcwJ7NZsR17AXeXMtxrucaX/oXe8QxvjMHWtSZV5lMlkPKmA4hBLEGB9iD/ZjLnhyv2umDV7lctJxno55nDAvr+lLzo+wAYkSqlX0uo3Jp2DJTU1NjwcW58Wp2IA5MrFfnAA4+8j7sZALdhL9lggoHOBwrOmAYGSkpzeRM17zxKBu04L3z5nlJyDa4hxDs5MbFAX+Bhz14B0doA13BkWN890KGsS7qPDiW7Xh55ziDdbiGPRgkXcgntojz0GOMPlzH2tgl+IL+0OxKoU0alDGPMrmsKPz2unDivroD1gZRRAH+jO06awMre6JXrB+vt6ywH3uwH+f5DLxj5/nO4FgIIcoM8sRc8IUWwM1obW2NOlM2nbne023bFGkBDMxnH9bLWhdYh0IJeii/WBPYzOS4T9l0Y31ghwZc2+cgF/8Ib+FhJj3qo5mD/2ZNLxX/VexrRkeLtidVfw+WoZo/V5x09sakFziAs8X6R+FibA+OAwuJOYkF8gxu0J+5fAd+9Jo4ADjZmzngCQzwCZrAa9aD7vAwhBBxY68kTSx7magXRcsld4GHEOzDRnys7EbVYb3x+mviZ0f4yd/7H7hfjz36qGk8LP6+ZJ8bW8XonypxzRH7PuxsGhIFSWk243n2e0GiEFV28YsTvX29IoFBVtM0FYkfuI7BR5ENG8454GeAI3hPmDAx2lLg53jewXYum5dr8xoeGnVwOkGTJ00VgSjxSJ0Lr9AQWRwaGvG1BQeWPcpY7zi2w4Fmr/GAXvlsTqPW10ULFzpRW6v3vOvdonheZ99M0bvTcRIFsp/9/Od68YUXtHrlipgMn3PWmVruYtiixYtiUYO/Z5Ha5gBjlxO4xHJes2JkDWebg+eW5jblsg0mRcZB9LCbrvvU53iMv+EZSJNti3pcMMKWhxDE9cheLpdTCEHwc8Q+l3doiPziE8CHOcgShTrW5J2iLH6ANSiUIgtdTrT5Dm2QcejLYD1k6umnn457kXRRSGMtZBKZYp/Ozs5Y9EDWOpywb3YxCBl6442dMUl8/PEnde+99zsJ6dKePfu110WZjs4juv3OP+lHP/mZC5Df1re+/V/6yU9/roceekT8bbBf/+pGffGLX9S1117ra/aIO/Ip9kNzEgJ+YunIkU7bxxHb3InW67wmTyYhadXsWTM1dfJkyU3q0shQLIwccbIGfAdcjO50IrRr1w5tf32bKCAedPElhEQ5x3bFYtm+P/W6Jcv+qKBLzrRGx3p6un1sxHpbVgjB+pIVtN795t2k0P7IkcPmX68bO7tFIpa13G/ftk233vpHDQ72W48O6QU3XaTE8vIOXXPNtWprG28c92nduvXiqRjyjkcfe8T4TDZe9Tr77HM0Z848tbS0iju6S9azK9yop+jK/gcPHhQvijg02qAVvKR5t2TJMsM8qoxxIHGsGe61J55kn1XW+1ycq7m48Nvf/FZ//alP6ctf/IL++Iff6blnn1KLE1J0YHBwQBReuro69eCDD9gWjGrLlk12aRUNObkfcPJYZ/9KMkVBhKIqcL388kui6Eyz9LcuOv73f/93LAZxp+92F3CHnUhzHXo+Z84cTXf8NclN985Dndq8aZO+/73v6ov//IVYrBxxIwJarl61SmecvkE0BprsY7luvHOoZ9xQH7KubrLcIcs8FfjQQw+Jmxyuu/Y6Pf/C8y6udWjG9Gma6Eb3c88+raoLay1NjcZnxPqX1c4db1ju7tBP33zyoWLZqTr5PeAEeu/ePabBPs2bOzf+hOvE8RMd4Qfbju4oByTH2Ch8Z53jr1qtphXHrIhF9kwmK2JB7gROklQ0sTsOd+j/fvh/uu2O2/TKq6/EQuGJJ5+k5198Qfssnwfd3L/9z3e6WdKk226/zXFATkcs67293frcZz6tyy692LatRRvd8KRQTVPykssu19qTTtWM2XNVaGxWc0ujzjnnHPXYTu14/XUN2ldlvH9DocG4V3XNz3+sG375Cz32yMNuEmyzvBejHDY2t+oDH/igZs9uFzghXyTPjY0FTZ06JeoDduHpp57Ub359vb72r191o+BGw5j3GqNCB1pM42BfX2e5SGzv+Ik7iobYbOzYLBdHyU0rLhAMuuhCPJTNZtXinJc8iOugIQ2Pca1tmj93ngtIy8V1xx93nKZNnaZGFwqypm1joUmJdZc4auHCRW6ANLs4cIKajQc2fvasOdq+7XVtfHWTfW1/xJGb24Ydz/f29mvalOlinVwmo0QhjmHnBvXOwzmehNT6M6Ke3l4tdXFXfh2xLaH4gA/I+DpoRHFh3rx5wr5CN2L6in0cn6dOnSp8MbYW2g0NDatqGeH4fDdxofWI/WXOvoU52GVuDCg6ZsYXeUsXMtbEmxYmTZikZnTTtgq/Bn2HvR62mZgA2KAz9pt3fqarp6cnNiN4OgQYF5lOPP29aeMmF4QG7CuHNWvGLF184cUaHhzWXX+6S0899YwGXXzbvv11/fSnPxOx0fe+9z09+MCDIheNNzu76EUD52c/+5nAlRtrsP2z3KylSULBlOYCPogbEZoaG0WBOWOZaHQTmILyUsPCzTPYod279uqJx5+KP7tPYfGN199Qn5vCI/Zv0GXA+Rq2Dv+DnlPkgp4c73McUXYhEzrjw7Av6F2neYV8dbh+wc0nt7kh0m16DJnHNMSZBw1Zk+s4NuAYAN5i95tcp0kdl0BbPjMoIsEfYIPe+ETggm9cTzOU7yXn5ci3jWX00yEEId+TJ0+KuoJf5aYYbsTqtD9sdf44Bgu2FFyIhdAN9CGEEGWQ48gE+B9wzabTOk7tgzE8POjtKtbdehGPFgrNGhkuatgF1RHL/N49+2yPBgRO6Bl4ADeDdYgd8R3YVmAHhwUuNpYcEwIHMgVu0B3ZBy7iCd45Bq/Xnnii0AeOoffQFTqXLM8U91kb2qIjHOd9m30kfmbChAkCJq6HFsA1BmtLS0v8SV7moRsj9iGsBW+ADZoM2Z6wJnvSwAMHdAN5AZcQgjgfQhA1rt7+QY3Y5/e7ZnLv/ffpkOMX/HCTdWz79u167LHH49N+kydPjXRrNgw0A5Dx3S6swk90jbngQcMQ2QIe4gJsBrpwln341VdfrZUrV9rPnyZwg17A+PSTT8UcgF9BAV9os379+qiz0IUnV9Er8OAXDH7hRgm6xnxu2OlyXIkfpVm+0I1H5LOhoeA8suQ4BJ163Hg8Zr+9xXJRcFwxKdqp8847XzNmTHfckzWOT+ib3/g3/e8Pvq9vfOMb9ju3x19poQmIfqFLyDn0BPd3uAnHzUw0wLocPx7vgj4wTHbcBe7zLTPYb+aHkGjDhg3iJyX7u3tVl81p3py59r3F6De40SmIV83F6S7HSIelUHPsUxftCvSE33nn0tANfrMuctHe3m57f5xoTCKbHIPGwDHfDXj0CFlCTuBFa1ub47M+x1t7HGs+5HjqDvU4rluxfJma6uu033HhU85r/vUr/6KbfnOzHn7wYe3ZsVv9Lm53G8+nn3hCwbWNOd6XOKTPxx+473495Mb0hMkTtGr1qrg2TXT4j29GRrCf1157rfh1BOQY3cNmtrW2arJtOjelNBYa9c53vFMf/OAHtdh8XLVqpY49dnWEF12yyEbZRe+PWbFCV1/9CX3rW992I/8b+sUvrtOPf/xTXXTRxbrnnnv17W9/W7fedqu2v7ZN+/bvVV9/b3wK6fQz1mvR4gWquimIPhC3vf/979eGDRvE56sto//8z/8sngTEPxEvTnXTYenyYzRn7gLNap9rGzZJWfPw4KEOx8JVzZrZ7objCn+u6ZFHHtef/3SPfnXDjfruf/2Pm6zX2KY/rR1v7BY52QTHTjPta/gVJnwI/IK36HKn7VjFPpO4YMaMGeLJKQr0NN3e+1d/pUsuvVRr3HhdvXq11q490bQ5QSeedLJOWnuS+BWVafazrbahDa4Dj9gOFPw+bdpUTXE93D0M9bp2fcQNhSHrOr5TfiFH+BfgQG5DCEKOsEE5x8zYwzRJLIt55zjzNN6xzRHDecQ61zc4qomTZ+qEE9fp7e98ry6/4q3WpZxxfU1PPvmY46Lf6KknH7ecjyhYnkuuE40Wh/25qiRV9AkGwd8l7BVN9WJxRGkS7OMbLQMLdMopJ2vhgvma4Nh4km3jeA+uTTNBiWOs5pZmpWlGqX1U2bWOomuUu90Iv+UPt1qXfyjibm5EA+YXX3xRP/rRD+MNe7/61Q269tprHKO/FHUOv0WjT34hk3nHF3WOgYquWWCn9rph1Os6Jb4RfWc9p6fq8bFu06LbOSrndu/eozccS3OzxguOu/GFrP3Ky68IW0f+snXLVvNkshobCrHWjl3h1y2CghsxE4VN+djHPiZ4n5gf3HidNa6NhTpfU6/p0yZriWV4/Wkn69R1J+kcN1ZPXX9q7Hk0t7Vqqm3asmOO0cnr1mnZMSs1d8Fitc9dqGkz52q23xcsWqZZk2dp1Haf5mo2W6daSFRz9DfqevCo63EV12tGHJM98+xzev75F/XGGzvETcz8Yid+z8yL9lW+quZaJfyrOleHDyahQjA2HjV/qdZCrDHU1xesN1nrSTmu94LrBtg2dO9tb3+7jllzrHhq8qCbrtsds+/bt8+2qUcVN+IOH9ynA3t2ZQ6q8wAAEABJREFUqWP/bnUd3q9CXeqYeKHOOmuD48Lz4jjj9PXW/wt1ySUXaa2brePGjdPIm/XdJscx+OlGx81l17Jo0g06nsIX9vb2iqdbsSvo4IjjLWR/XFubdX2iYc+IY/SQivbh2A30FJxZq1wuR1rwmWMhSawv9VEXcrls1Cfokvg476l5maSpkjSVCSVi4Uq15rqQ4lOpfe5rDZv2I5a9AX/et2+/8K97TQ/0bmBgSIPWYWpUvY5B8d2DjoGHHN8Q4xQdq2AvkzQVMTV0LzgnqqtvkEJiXcmowba2ubnVedQE69Ykj4lqdR+g0fOaPOAzNMg5f4evfa5nEkMWnRc2Om+sd/xatQKMWJ+HnAfv3btbO3e+oYPm0+HOwyLuPuQ8r8fx66BjTfg8al5kbIja2lqiD25uaRK04Ond0eKoZsyaoWnOUZubWxSUmOZFxwVDjtGHnGuPOoYbtS0pxVE1vUIInjNi295vuo2oYjkcdkzU4/iWeHbUNCw6BqXGttO1LfJx8sUHH3xQ9z/wgPBRxO/ExPyS0Fg8QUzx6quvRv/4h1tu0aOPPmL6b3PMOqLx48c5Bl1s27tas91jBJcW2yDsLP6ePz/z2c9+Tp/85CfF0+tJ1UAhMCEEQdAUptiw1tfXx44r30MI1qeamFvz/BrIWbHynlfnpIi5rXaUDALE5ubmGMgg1I1uWoynQ25hbWlpseDVmcGpkiRVJpP14D3zl70bzDhGJpOLighsCG7Ogso+OIF8Phdh43utVrVwF71OJg4D6kCw385syAQpapcNI8QiUNu+bbs6HcgzehwY9DnBHLUQHxXCBienTWp10a/Nitnm97zxg0EIM08YYLxHaKZ4oGCJFQYDUnOyCG1GfZwBzKnpmMlklFqZQggKwSLjY+n/Z3AefBoa/h+tSZLAN4QgzmeyXuPNa+J+3kt+le1MWIt92Y93ktm8+cGaIQTPOsozKRz9z8cw1kUbCRwrCXjJ62SzOfOrSfArZ8cSggXXykoSXrSyVlwIsN83aYPtaaIkZMy/N4c/12xA2aNi5auZH+xPAFVnBw8OaZrIF/p6m/AkRDkquUg26OIVhqvmQk6SMqMi7jgte52qZaziTauWN1/s/RKFEKxcRfO77MCz6lGxoRkQyoQCl204Qwg24jkbtbp4DesP2JD2O2mEN6zJesxl7Zx5nJq+fO8ZU0zzkXOMomnFNcw7iktqWhWi4UWeoTeQAwOD+cxlJMhHrRbhZk/W4TzHoREjBNPaBp39QwgRJz5XoLnpUrKBKJoHHOM66MqejJrX5jx4EZyUPRcHUrAOpUniILLiUT1Kb+NR9MgkqXWw3vTJRz0smQ9lr594b/BDFiqmf8lrsWcIwXKYAr6gcZ8LVcOGN4QkroHMNTZSqCta30ZtFaQQgoAV+smvNus+doG58GPQwR/ngAe+sK6CIjyeHnkMTnxmMBe9qFgexq7nPMc5Dx2wSQSN0J3vHE/To7KG0YXWBEwl02DEzYWa5arBNo7GIU+DjLiImTHNstbZmhuHlUiDoop27jU7Eq6H5tAfPLBx0AdcKGBwvqWlNcpFobEQZQQaMKdiuBngC1zYLc6VTGNgYw64MAfbBz1bW1tMw6Pwc37sOq4NIZiHR+WbazgHziEE8yoT+T1kh8sx1gPWgguLedtNmUM1yxV3FMl4Qa+qAyOc9lE88mosNDqAqVehPqe6XFYlO7/BgX4Xnwa8dsUyWlbJcpPzOdYPiQRfkiS4uFnwubLSJGN70mI4GywXJdPR1xQrGnYhmCAAXiHjUZ58LO9gVhaCTCZnnR6MA/iRSegB3oy87RvHSqYde6ZpKo5hp/nOOY7BD3jFPGjLWuDKOWhfcKA1dpzP0Ig5R+WqIplOqYOBqioaLY2o0NSgkEiZXKqc6Vi2fHA967M/toBr2Zc9yrar8otz2NXJTrwJ+Jhftp1iL5+O/1gHmDg+5GCEcxxDNhjgBQ2YwznsGetwMfxHh7i2aNlmDsegA5+BZewz80kOmFtfXyfOATPrw4/cm7YwgKgns86wdUU8WWwbP+ym3fBwSblcwTyueoapZHvPWuAIzFzDuuwJLYCz1wEssIQQ4p711jvmlUwH5lKkAyf2B1/g4zPXQ1f5hZxBA3jKWgyuZcA/vjOfwdwQgnjnHLDwGRh5H3IQVjN/SZynT5vhovO4KKtvvPGGdruZUF+od2PsgHqcNNWMH3dCNjUVNNMBYKJE9S50ZDP1yubqFUJGOTc2E7ccUtMoE1KRmFOkA0/2Braxz+Bds90G7jFeAyNFCGRk+vTpIrnmGPASU4FTmmY0Y/qseBNToaFRU6ZMdXxUUY/jmLq6OlHYpvDDWLVylQy29bSi1DHWosVLXBiYI5oHPQ6UexyUZ61vFfvYqmEhAVyyZImDwk+Iu8hPdIFwj5tmNGp+9atfieATG37KKac6oT/Je/a48fNb/cLNVYqj//71b+i3v/61Og8f0v79+1wg6tSIk7QkzUkhVZJmraMNtgP2R9VguGsueo4IewEtqqZbqWx58tzU+hxC8Dn7L9voUfti+YUcMRcZ553vnEM+Ik/f1BuSMuRw586dsbiGPPW5Ybtx40YndW84CdgZnwghqUXm4Adzdu3aZfhGo8ywxxw3veAZsjjGQ+JYRnt7u+a62TRkG8vf1qVotGnTZhdXHtMrL2/SXjdRex1bcif7Iw8/pp7eQZXKNRWdvC5bulzveue7deYZZ2mKm2p79uzVbseo+NQWx9CT3cRZsmy59rlwvO317RpwU/Kss07XKjewJ0+ZqZbmcUpCzsWSQe3zPi88+4L++Ps/6FE31G77461u5N5rHuyP9hPcgB16YYfGdArZ4hy0ztmecp7v4MoTJEOmJTTkWgbyx/WyrJRt94sjw96/y/vs1Y6dr9u2F6OsUXimuDfeScgTTzzmpGSrab4jNoe/+tWv6sEHHxINyLPPPtsyUI7xBAXVQ4cOCJqXbTMP7D8kCuOrVq2KP9nFHaJF+x/4RYODJAZ4ueubn5VF3oFv/979opA46lhm4aLF4o7sJ556Vr+58bfasmWbXn1lo555+jk36o6oyTnJJz55tT75qU8IvabBfP3114unY3kasMG+YeLECfqHf/i8brzxN/HJCewmxbpOJ498Rh+AgwI/BWeKczRRPv3pT+tTXpefBSbRn+6EcerUyVq6dLHtTIub7Ad1kxuuN/zyl9rk5mJTQ0H/+pWviifp5s5uj393srHQ5ELkVtGU37//gLjT/4K3vEUzXTixixVPczS7YEDBqL29XcuOWa5LLrtMn/zrv9anPvNppTnHAC5ALThmsS546yU6ZcMp6ncS/Ojjj1v29+rB+x9XNpNXqJSUOBa49uc/1f333K1XXBDau2uHfvC9/9b1112jLRu3qudIr1qb22LDrtFxXq7O/tlJdfP4Vo06Dqy5EEODi2YV9hM96DjcqVPWrdPHrvq4vvjlL+lv//7v9N6/eq8suHrt9ddseWuaYPrW2wfNXThf551/ng67gT3oGOwH//sDN3tfV71zh/379lgf87YduWhTZ86c4UZXhxuvrUps18jJRkqVWHTETv3DP/yD/vXLX9XffvZzusa2iZ/Fu/e+e/TOt12iZYvn6cTjj9N2NzKu/vgn9Y//9M/6929+Sxu3bNFLr7yif/zHz1tWX9PHP/4xffrTf+3C7Tf1s5/9RJ+0nPziZz/WSH+3isP9+tQnr9JFF57vgvbZ2rF7l/W64igq0SHjvH/fAdGQRj4q1pNcNlGnm8WJY4hJE8eLwug8NyHRLeKVfS6Y4HuJjbFlOedeM2bM1KGDh1xUGNAzbvIlIWjm9BkqOU+934VsCrOuJGifC3lTJk7S826ub3PBju9Z54pLly3V3Hlz1eNchrWbmpqUcUyLvLJHCEHwqd4+GNtZX1dvHxbUZN4yFi5cqMWLF0d9xMZxzf79+50bNzqWqxM+ashFn0RBew3D+LZxUrWmHfadFBjrjAOF3oz5g31pdYO40NAo1kGHgavfuRjxVt62B3oQQwMndMCWEw9gD4CRQg/ydcR5+xuvvRHzmfXr1rtReUTTp07XxAkTlfi/mdNn6khHp5pdHBroG4jzuK7P/pG9N7iADjzgRDME/4ytoiByzllna+q0aVqydIn4mb0lS5bqQx/8kKa5kc2TDhXLGHzZsOF0ve1tV5o+S7TINuYkF7exWb0uIrH2mWecoVmzZ0faTZkyRaeffrpt/BR/H4345xw3TvWa0+3j8S/QebZ1fpmL9/ssOzRz+TnJW/94u5u6P3dB9qloB375yxt06623u+DzsH3MI9q+/TWVnVMcdqEbGSo7jmo0/zLm88BAf/Sd2AUaKjnHdPg/bGO3i8HYDPwd9opjBV8HrbH52L6xWslu+39sG40tClMjjpnYA9i5Tn7NmTtH4DBx0qR4swVwsBd85jN7w+sQgu3fEl1wwQXCZlMXOOQiKvAscdxxyimnCDmoGA/23blzpzjPZ+QNePFZDOiG/uC76xz34K/2WT753muZZ8+idaXZRbqKc+hGy0PJece4tgmW2NR2paApk6dpuuO+JEkdx5YcrxwWcEAvYtV+1wvwZTTXKGyiz+yJvIKPUY++i2MU44ABXwCtxr9Z65pvPT9w8GC8YYxz4EBBeYrlgoZtk+FD/5IksU3eFXU0hGBbl3eONByf+IKGU900IW+Axv2OY8AZPtA8Kzinm2a5RZYpxrMP8p2mxsu05DswA2/ZvpVraWpTC0PeP/bxj2todEgPPfqQHn3iUXHDS3Nrs4uIbert77F/36etWze7ntanGZZZ9BP4r7jiCi2ynVhqPamzncYnsid2ApyaXf9DDtBl+EfD4NOf/nS84YWfqkZOoTNPn2O3v/Od78RfMaARMhaHQRfi0unGDz3NZrOgIXjz0EMPiQYrDZFbbrlFNF2RF+iw3I3Cd7zj7aJJV6mWNGnSxCib7Ddp0uT4BFveekgccswxyzTZ/ODa513sJw5j/RbHYTIvXnORnz0oxD7ooiz8hQ5Z61kIIfKIJ833OoaDNth3fo2Cm0+IcdBB9COEIOQTeSHnGWcZgQbgyw1XyBk2CrsHklXb0xCC6m2jC45FeGdtZBR6QmviIvbgSVnsGefytqeDll14gIwELwa/sK0bNmwQcM2aNVPoEPDOsF9ZuGBhtKFZ+442400829fTp7279mnE+d7e3ftELjDRDS7WRic3bd6kuXPnublxpt5+5ZW6wvKArJWcf7Lf2rVrhS7xdNPR+O6Q8EX8+gQ/aXq+G9tXW/bgLTb6GMcvZ515un1MwbnPdGGb1q49wT72LIEbuKTOfzL2KfgPeEHjasjx92WXXSr+PAS2Fh2YP3+uG2adbrb+2M3Nn+g3v/m1Hn/0MR/rErbvBz/4gRtr18a/50uxHd9DY4VzNMCQBWQAuGnewashxyVHjnS6ptOg1ceu0UWXXKKLL7nUzcWpOnTwsDl5pqAAABAASURBVC6//G3667/+rNrnzLNt3qHnn3vF/ntUba0TYyw7w83SNtfAgvmB/cD/Jgqa2z5H4A7vjnFDjFi20NQobtAuub4w1b5i/vyFWrxkuecdI2RpmmPAlatX6m/+7nP64pf+2XBcpAsvfIt16yzb1nWCvsuWLtPxa44zf85y43e5prlBjCzOdc7CXvwsMvxBloj7wbVse4HOIltV513YNOwzdbc9e3br2Wef0a233aYbf3uToCG/LPLtb39LP/7RD/WnO25Ti+GeNWOqgmtJFdfMLL62ZTmFUHVuUFbGfijrehH2AjvEfiaHkDuepi27nlOwPasY71E3WUMSos/kBsWdO3d5naCMbUBi3ZtifNYYv9NO26BVq1dHnzt+wjjtNpw333yzef4bIR/YI+zE7bffpuuuu1bE89gb7N8U25VVq1br/PPfosscO59w/AnCLq9Zc6wbugsshzMs43NtPya5Z9Ap/s5jn+MWcgNuHl5sv7XANn667cc0D+KguebnSvvyYw1Ts3MMfNEk+0Zs2e5du3X3nX/WVueJw65/gjsydcsf/hB9EHXbfufmB5w/c6Ni3vSaOGG89x+vKVMnKZfP+JKauKH/UMchHbD/HLT8dzu+2escYdQ+rq6+SfWFZo8mZV2jaB0/SVNmtCvrOkXqGkV9oUmNrW2aMXOOZrfPVduESRoYHNHBjsPqcU0gJBnVuQnX2NhkGSwqWN9CSMy/qoL9VENdg+PxgtfLSSFV1Xl72fF/yb7FqaGCj2EHRm0H4C+fs9mcMuYZegVP4CcxBD9N/4//+I/i5gHsFT5jkW3RqpWrvUeDoPUe58XYEG7aHRrqV6Ehr5WrjtFbLjxP73rvO3XZFZfo8rddrrddeYU+8KH36fIrLtNxJxwnmnQzrHMzZ83SokULrTeLdNJJJ+mcs8+JOsFnYg5sBjfyrFmzJsoQNrG1tdVNx3Gus9RbfvNCH+QX+JSNV9H1iJJltejPI/5M3s4YdC+jx3Uu7FzFsdnYgAZ8HnJOzRr1tul52+nE9MyZx3WOYdI0E2kMDTOmeXNzq+rqGpQkaTxetG7ydOuI45pR1xAYw/5Mjtvv+tyA66d8L3nfmoLzq6BhNxeptZYdA1mdzSvFPMWclEKiJE2Vet/U++WyeeNaZ77mlbM/T9JUmWxWde5LBX/mvaGxoDbn9Ty4SI4xcfIkz89J3q3sPHLEzdPBoQHLU79516POI4djXLN521bnSTuFDc3kMsYrJ2jx6qubtMc5OzJcrcnw1WLc093TE211r2PqYfegiq4jUS+mmVwqlU2PStSXkvN8+ICtgsY1wxGSYNQS45BTS1uL612NPlrz/KKIizusN8jUTseX+/fv15EjR2KdZNR8BCbsHbYZOeVXj7AdYzdH/+KaX+iOO+6Izdbnn39OTz/9pO655y7dfvutjtMf086dOxSbqVEwnBhnTdgmB9c0Y1DupkKjciZqMLIVI1IGgTiKThCKrq3U4pBfeRfnCJ4QFhwHQtnotXxKNVMrY4VCcFpaWlQoFJSaSQS7MvMhSGLh4ljW+yFsdRayTCarEIIyvpa15rjAhROYO2euEESI0NPT7YB1rw46acXQwFSO8b2r+4gIQMec5QvPP68dDpCKxrXsZHfETpK7FlCAqCTGLQlpbCa0tbWqpaX1KP5vwtDsALipqTkGOSGEyFj5BTMNaPxesUAzgJlh0gn8OFZxwbBsxeAz14AzeNS7qMCAPiEcxRdattkBM6AXdPFWFoxSdDJcD504N3Zdv409vGQuxzKmX9W0Z08MHvS2rzOcVZVsfEdHimKUnCyyHnOr1jzuyqjZUDKXUbQCxzs+rbTML/pa1pKANWte1ClvfmWtlDWquJLgpd9kdKKsVF20KZdHfaiqcrmoUrmkqptWxdKIz4+qZAPF3hk3n6EJ10MngidwqtVqUQ7ABTwJTvkMDb2o1yzHwTrMhQaMsXOslbEcQRdGCEf5F0Iw/Lm4NteOWDZIfMbWACb25xwKx2f2DCGId9ZqaCiIF9ehtOzFuRCCcStGuICVgcyyZgjhLzQatHNlXa4D76N7Z+L5seY319TbEKMHbTb46Gi9aY6epkliOtuImkbAQFAEfYA5NT1DOApHrw0VeyH3JTuDog1gf1+v+vr6bGwGolxkLDMhJBFmri/bGMvfk2yq4AJdxSa55ICHJ66QbfAHLmAGB65hQEfegYf3se+8g0sIR/Hn86gdA3NYI2Me5e1sGBwDD9YYtuwxFx6M0ZD5ZetbCEEFBwCpnUPROiy/Ki5el0s1DdvZ5LJ1qnNAEZTI1tWFloqC/8sZ13wuJ2ieJqnkY1UHBzXLPvzL5bLRVrXZFuBo26yPyCYwlK3H8gs4G2he2575q51FvQOgSeJ6aA1tkVfewT2EEGWd60MIAifwZE6P+cOc1GthJ+tc6OJzxTgyL5vNxHWZz/f/H1X/AWhZVd9/oN+19ym31+n1Tu8NGMrQhia9qggqKrHGqNFomokx5h+TaBI1URONRlEERLogCEiHoc0M03u50/ud29tp7/tZw+S9d5jFPmfvtdf69brPuRyBhevsDT3Yl2PGuFXbrpx+mgY4qy0/DU50a2rqHLDU2Y7VKYRUmUzeeNYpTXOqmKll48/5bDbneTUe1cqZTiEEz0mNY5XgAUWrEIIaGxuUtd0edtG7YnkBtiRJhRMsDBeVhIz3yCkkiXG3BJUrGvJ5+cW6zIfHrAMtWQscGKlpEULwTBk2A+d3nOM+8GaOTymbyUQYhy3X0JZrDNZiPuegbd6yVWe/VF9fH+V+7749GrYvKDrxzlVlFVJp0MF8sVx0zbKkEEJcF3zhZ8b7QMesecH6p3lAwYWEvWz7ybnEuAIjfGVfYODIdQbrASvvmVtlXWY9PnMf8MJbPiM74AnvWIdzXOd+6HUKnmyEk3nMYX3m8B4fEUKI+HI+hGC8EoXE8meFKNrIo8/sx5qmtIbsG7o6ezTggGaQgGawoB6eknMA3+9mCsFRRafW4Z5h6x26CmzQCDjAC9gYfIYu8ApcwTFnmQE+9oMvwMn1/v4+y2OtZSbVkAMdznFvtQN91oQP0CpvmoF/CMFzM5bDxngfa4I7A/qzN+uHEFhKBctIi3WZIHr6zBmqt36PHDNa82MidIbOWHymSEjPW3aOA/GZKhQG1OekpWK/J/vwUEk17DV6TQ8pVZX1tN72B/irDBO4QQvgZH/4x+dB+xbu43gaNuSm0TERcQ1yyXyukYQxWINEhHmsQ+ILLfgMnhTb+Imi1avf0bp1G/TOO2tddH1J23bs1FNPP6s1a9dpm4uvzIVmJ11QZb8G70lSc83VV4uC8vz58/XaayvcJH0wFrZ+5WYPf6NujBNFCrY//P739et779P99/1ar7z8qgssh/TyS69qxSuvasA+ZFRzg8Y0NeiC88/V0rPP0aRJEwUu0KOxscFkKzo5bdPs2TNVX1+nEaNalWZyKthedDqRG/YxsTzknATmXJAHR+gArYAbHqa2BTAQGct6LvRuNB452ybsFntRzFyyZIlmutg3xrBzjqAZvLmf+5AhjtAQmrMP63JkbWJX5mLzRzkZRi/gA2tQKKaYR4EN34IthT8tLSNUZdiXLj3HzZg/04c/fIebRNfokuWXRvloGTFC053YIWcnHJeuXrdGW7Zv1tnLztZ7rr1SV19/jWYvmKMpnpN1UWGii1VXXXOd6VbW88+/qA0bN7sQuEu7d+9x8fd4pC10YUAb5Bt8sKN8BhfgDiFEuwnOp4f8CiH8n71Ax8AZ2QRv9DWTSZTz8D/RcJPtYSYNyqSJ44Siio7XmMf+ZfNu+7Yd2rfvkBOUk2INCjhLl54V38ODWtvcu+66Sz/+8f/ov//7xy50/VSPP05y8qp1fFBnnLFYV111lZYtO19vv73SDccH9OlPf8pzfqs1696xDhYc5x+IR3ieZlItXrxY6M00FzVWuxG4e1e7G46TNXHyVDW5eD7ZeUKXGyu/+MUvXXx9MTbXj7pwsG37Nv3qV79y4WurKMBR5B7t5PDDH/qQm4YNxq8UG6gXXHChCywzlSYZ731Qe1zUARfkYs2aNfqf/wGXH7lQ80vrzmvRvhbsS6AjP2W1YcNmvb7ibd3zq/tdgPqRvvWtf3Vj+SmVK4Nqam3Urj279NOf/1QPPPyQhh1TTZs5S4tdJFq1cq3OO/sCXX/tjfFbLdCz7Ph55ozpuvX9743F7op5SHMCWlTZr6ML8CNJU117/fW60I2f0S6WoudZ+7xpM6ZpuQuqFMX6XJigSaBKogEXTBm7d7ZryDZ/lZvzXS6mvvTiK+InuihUfvWrXzXcvze9tmu1i840ENAFZG7QNo2HLtC1yW4k/f7pp82/t13EmOWE+rhlvyo24GgITHH+hl6yN8ls+549tlfvxNjznHPOMa1nqD0muofdSP+Kef+4P+91/FGrsWPHqKWlVRQDifkoxLJeZ0eH0HcKIxQJadaAJwXRcS6YFZ1n8O3ln7m5yjcF4B2NeOD4+Mc/HnlNQfvv/u7vbP/ni4dD7r8ffv1QH/nIRyLNRowcqS7HyBQUXn/9DXW7YUUsA77YCxJ/aMB9JNzsg0xxrqenS2MsW+gJtCJGgE8k6/C1ra1NwGl2Cl7xk1QjR4/WpMltqnJc2emiAn97quwJV1x9pRpam9XvYmXzqBFK8llNmtKmkWNGae7C+UqtrI11NRro69EIFxexs+1u+D5n+1HyAs+//FIsOLa6SFdlmel3g2zturXauHGj5fuACwWvWk9eiL5tj4t/2DXsab1jJWAfdpxesaENIVjX95kvNcrb9iaOdartA7ds3hIfQlq3br3XO2gb1Sdiex5eTtOs5WCsKBRNmDBJISRRl7FZh9106uzsjHCEEOK66FDZcWLBcTa2l0IwPgpbj20LIcSm8IH9B1R2zEWBtKWlRePM8+ZmH12IrqutMx1GafSI0comWS2ct1BTJk2J74vOaffv2a997fs0uW2KY/bR4r4kSZUYn3vcwDzPfmyaZXb8mLHxm2us3eD4ucd5NjYTnaNBgfzNmDFT461vM6ZNt36OMA610V4XXWgcNWpMvFY2PkXjgz8yOyP+xAWvvvKKwK9sPEab99jBW92kQEaZRzMKmV3s4u+SJWd6rYkqOhbpPH5SJR8zxm33jt06sO+AgmP3gmMx+BFCsK84JnJFfAE6StE+a9+J/NEcQg/rbJuJoxqbmoT/gMbQn/gAeIjn+PnQBx54QKtcQ6HJihwgE8wHn9R2h/s4jnUDELvE+uCLzRzpxj/5E/iw18q3345FM+ZjD467MYzOhhAcH9QL/8I11j5Na+jDWtAfGLqtkzR36h17cY65yCo6zhF82R/40bnT8LF/a+sIUaooFsqmT72ymbx2bN8VfTj60dTSoGnTp2jx4sVu8tSJ4ixrNplGrDvJhVrgY19w4iGNgn0ig3mb3XACXuB74YUXrAs98UGjvSsNAAAQAElEQVQi4EHmgYe1yLFGjByhvG009KGQzv00lNgDnIi/iPuSNLU+DUU/hm0Z5diEwX3QG3kBpueff14vvfii0F/4TMySOjdeu3atsJlLly6NdvnXv/51bDSyB7HwlVe9xzlPUZ3dJ9XR2WG9KmrxovlqrKvWM797TE888pAKA31qqK32fR0aZbsW0iTabX5WHDrQjEcvgAtcocfmzZvFt0IefvhhfdUFdBq64AYPwZt7+XYhtEbXWQc/AI2QL+w3a8HXvr7+iD9yu9k0HmnbzBx8Ejzodiz60ssvuFn2kGh07nWDhfgA20Hz8TOf+Yzj3dvEtxq7HRssW7Ys8uW2226L9p+fzsXv8fO5wIesLL/kEvEtwTbbgqnTp+tEZ5def/MtUQie4thjheNmaItP7OzoFM1V6ECzjkYp77Fv6Ax47Nq1U10uvOPL2P/o0aOxqIuthZdVtqX4i6qqKufo1VH+qp3Lcy+8ZE3sEHLIPGiMbAcTDnlbZz7X2L6zFvsCGzo01022CRMmRruDzr351tt61bB3uolTsjIcOX5MR48f1c723S7GDzqOmiS+MTl71mzxs8OzHZ+MdUP6pHV108b1GnQDYeP6NW4SPRF/EjJju4mdWLtmjZBD4OU4wY0NZOKE79u4YYOeeer3ziPuj75/86aNQlZpiA+5AdDvNYEbvTp69IQWLVysuXPmaYxtylTTf5mbIuedd45mzZolmuzoxpq1a2K8dv/9v1a74wds3Sj7x3PPXep48hzdeNP1Gjd+rMaNG6uR1rVjx446V1pnGXnYcehPYpxBI3W1bdtrr70WHx7Fn1BU37Rpk8bap9x0y826znEVclRXX6dpzhs//JE7dPsdH7I8nFSVa9o33fJeff0b/6A//fJXNHfBIoWQUTaX854jhT7wTcvJjpGIVc62Dmaymaj31W5aZHL25W2TYyOZph70XrRosc4597wYC6SZvDq7ejVkG9PU3Bz1l4dp+PKJXJOD1nzjbo/x3+74ttP+dPfudh09dsxx2IloNyweGnLeCs2gEzYenZo9e7bwY3PnzrWPHh1lDr6NtG5NnDhRYx17TZw4wTZwnBoa64xT1j5SjseazWc3blxHX7bsXNuB6Y6nhm1D88KnQ8OTXT0K2ZxS+5zEtZNh15qzuZxCIuGHQghRvhsbG4RB5hz2r7q2SvixzVu2qN2xyEnHpIxqy/Vo+8gZpv9ll11mvzlFkyZP0shRI5XNZNW+a5e2mGfsnSaJiCt58CPrfKHg+lTWMdJYy9Ix0wX7zC+JzJs3Xy1uFGUyGccUu2PTBBs65Nh2j+n5lvWExsmeXbs12n5sgZv/lyxfrk9+4uP6089/Xtdfc62WLFqkJQsX6ZqrrtYffexOx+nv19zZc4zDsPgFnYceetBr74r+GNj4eeHXV6yIeo/8r1u3Tvfcc6/+679/ol/d+4DWrN8sfAHxa2obC7zkLTw4ROw/0XzJut6+u32vXlvxhrbad3W7HlFWamnIKs3WWGcmatr4SVqw+AyNmzDZda2Sdjh/3HfwsEImp5aRY9xwalTBtdIDB4/YX5wQ/KmYOdU1dc4P88q5r+OQQsOWm7Iq/i/EkZrWOfusxDQuuDc05JgjtX+qss2Ch8gjtolzWct5nWMM5mKf+EWDtWve0cL58/TRO+7QzTfeqIaGetvTPq1dv842qEPI+vGOkzro2JBm79HjJ9S+d682btogHmrdvHWz3lr1tt56+011OcYeP3G8855r9Gd/9kW9/33v1RlnLNHsWTO11DnowoULXBuq11jHyZMtK/gDdGGfm7XoArhhQ7EbvEcOkjS1bKcCZuw2uJDncl8IIZ5XkOW9bNoU1Nvf59ipz3o2EI/4ocOHDkY/SZyErBGvoBfEOrxnP3wXe7IHcxjsxeeKrBJsYp4mwbCEjD95JH7vkSZZJT5XKQcVHMcMuEbX73pdl/1ad/wVioKGXa8aNn96evtsB44LX3PStqHXfnTQPC04HoW/IQlKLf+5XF4ZdNXxgsNV1x9KlidJiXysaNi5Bw9gZXIZVTvXqHatorau1vX3OtX4fdmzhqxnBefBtXXVjjcm68wzzxD+c/HixVpou7hgwYJYnxk/bnyMlbFnDY1Nqqp2H8XADLjWP2hfgAxlc1kRJ+XzOfckCh5F8dAd8eGg9bPbMeDJkx2OJU94WG7ArbfXfBgSdCxXyjr9gpcZ24Gc10wjf5Nof+sMPzanxvlW1rhzLYRTdol4CZs/0T6MayddP8MHE3+12zbscQ6LPpNXJ3kTL5/NKU1SZU1MngStrakVwTiLV1mZAAbmcgQgjgM2oCeNBAhlMllVOQBAYeI9VqiM12Ieo8+CRtIw4OSN+6ttEJmXtzKyPoEB5/jMPggU9+VyhstIc+Q8xOV+HDPwMadg50JT6LTh4YnmGjunshsQg/39ts9F5bOphgd61d/bqSEXEopDPm+haLQwNNXXKuc9Kib6gOf3u7FVcKG/6CSo7MSRPWTzUXQDEObwGfgYKMHpcxmvcRpnzgEXsDJfZkzl9FoWFt4zuJa+e9+p4KcpJhKnz7Eeg3msWbTgc2RvzoUQxPX/28cnQwjifmgJ87lWNC7DLoh32Rl3nuxSVyfCVnCwXPGQha6sYeNcsVLmstVqaRmpifwNGieRTU0tyuWqJGsT10EjyP+FRCGEuFcmk/P7VFLwesECX7JyF21UBu0s+v25qMTKms1lbbgLduiD3rOgUzSomLp69708L1U2e4rvXEdmisZbflVZrpAT8MOAQwvw5zx48pnBfdUuvCNXTU2N4h7owX3QjsAS/rAu73OWMwIHnDRzOY+hQ7a55/TaKC5BXq+VlftZK4SgEILhTuIALgJl4GYOa7EOA3k5fY51gYn9OMeawBJCMC+GIj2ga21dnRKf67KRIBhFPlmHdVkDHp9eg6QIGPssw+zPPGAEfujE3LKLokmoKOugIk2AG56VzK9C3Jd1s9m8iq6+9PUNqNOJQ7eL3Z4p9C4Ev0uNaxrkzN33DP/fAH72C8HXJPP41Lrwg3U5Aiv8Ap4kSeKcEBLPVlyn5KIidGFOCMHyVI6wgRP4gRf0okgzYMcRv11te5mvqrUu5FVX26hyKXi9YIM6bDrK59Mop+DPuvCbdTpNU2jEZ+CDb0M24lnLc5XtWZKkXkcKltDUepqmidfKxMF9JdsY7mOAO0ly58lOVeyF0mxGifHDzp1eH5licG8mc+p6CCHiCDzIAHhyHVqFAB4S6yM/4Mw13rM3g/u4B1yAv2THmVSkxE6NB0XQ10wmb9qib4ntS2O01SU3jYcdAPW7Oca6zGNPRgiJiuDmtbLGo8b+IG9bLb8IcKF/Js36kyJdSQbgK/cCU2paBUMwaFqWTYthO+1uB9XZbM7OszXiW3bhiHk56x73DNoxlixz8gs8GMgy+HH99Np8Zr0q2wIG63A9mNbIJ+egbdZOEZ5AO+ZkcznbowExD7teNP4Njc1qbmmNBYTT95w+hhAinCGE6HBZFxqwJvRiTdYGB2wCMHEOPvTbj/C5ZBqyHjhyH9ehE0eucQ68WPe0rGTtSznHfq2trZFevOc6xULuDyEI/BjQjfVMtiiXp9fiM3twjeOweR3htdz1Gb4jTiZ6zfth+4aCeVQJqTKOBZiLDVOSSuZjsVJ2QDascnCYZCEpu6hfVlEF6yk/eZvL5+wfcsLnAg/7pb4PuJBn4IYGyFRVVZVlryrqM7Cw16nr2Xie++ps7/qByzITQog4gTPrFRygQTP24L4+22HOcx9zOCI3/cYPmkMLfEDBMQI6wnnu51qSJsrbr/X3DerkiS5+xVrZtMqF6GFCVxdWmx0rDNhXnlRjQ71Gu3A1wrKCjyDwyplWOesEvEnTjIPOspOVgvocCBKgAwf4c4zNevuwiukHLPBm2PglllnuR6YpQoAXtmPq1KnW1+H4BB+JH3KAjMU9vS++utqBZ3Nzq31brecWHEiejAUFCi1vvf2Wtm3b6vPDYg+C95dfflmbXdSqcsOv33Z95owZWrJ4ibZv2aYnHn/ChafnRFNgthPAm266We973/vF3vlsTj0u6I9zs7lsOrY2t6ipsUnQjyC6bNvY7CI2TYBXV7zqZGejOruOa9TokS4MzFOaCSo4doIXVY7LGNPcFJowcbKaR4xUk5uQkXeZrPWworwD2omTJvv+0bEIgU5zL8ecdRhZgmZtbkKce+65saBCkRvdQHagFTjD5zRNo6whZ/CM89gUCnHoKeuFEKLs8Z75FD04Mn+0k3Y+U6SEJ41u3JatK5Mnt+mW975X/PzY+edfoPHjJ+qss8/WnZ/8hK6/5XqNGj9Km7Zv1quvv6Yt27aozs2IvIthqW1pfKr95pvU7YL8759+Rs/+4TnlsjnNmTtf5y27QI2NLeo42aM9bkzWN43wuj7XMsoxU1lpmon+EhogPyEEgVPZtpTP0Ai4oRc0pSgVQrBu1kQcG9wIIM4peT7XuQ+dBd8a050jtOJ8v3WQ97lsVvIa7NNvvUJ+O51QkICgw8O2KyXb0gnjJ+sH3/9vHdh/2Ilxs/KWs/nzF+qOOz6qz372c/q7r31dE83z6dNnRLnChiKrjzzyqCgs3HXXXaKpReEiZ71sd+PytG7fbHpdeeWVUR5ylgHgww+hX+AD7zuceCPXSZrGb6EePHDEBfmypk2drg9/+CO64QYS9gbb9JJIjJZfvFzz5i7Uli07VFPboCuvu05Ntre1jhubLd/8rSqHSY6FR9gGj3bs02oenaHUPECn+fuZPJ3/3e9+R6NHj4k4AZcU3HTcEZtSu9ygTJKsr4/TWWedHYu1HaYdRS5+Pnjy5In6p3/6R33SckPShuxOcLGzXC65IfmW+l24rnXhOrHtHW19knUteFxw/jI9+OCDMTEeth2RXxRMSdT3uUAAXZKQ0cgRY9yoHLQt2OZCyRHLUL8uuHCZLrhgma52Y+42F5DvcDEDvmMfoSWJLnrFN4ApcvMziDfffLNIhNEDdICi409/+lM3+DdqzJgxUQbXuYEG/3jS3OCIn1z7r//6LzEoSr7t5glwIaM0CtCn0/f+7ndPiOSUb/je/+t79fOf/9yNzI96zzNc2HpSK1euNB59Li4NRvnPOiHm2zJPP/WkkEGK1ffee2+ch41DVpH9dS5QcY1kd64LheAFj8a6mAYuFFXgJUVZbOT27dv16KOPutn/36KYzjnmoC+7XNAbPXqsUsc97S5g8ffWehwXnzQ/c9lU0O3OO+8U34j62Mc+Fp+EB090dYWLZtidAee/8IjCLbKNfcGuAxMyHEKwrIxRu5N09p4/f77lrlY0/Hvs67BbrIMfQX+hM7FM3rEQP/EKLSiWcB0fhM2H3svOP08TXXy79rprNcZNRvx/Z1enjhw9otYRI1Tf2CA5FwhposVLFpvOA963OsZLFA4yjofHjZ2gPXsOqK93SAqJGu0Hjp04oVXvrHEhpV4jJJyMUAAAEABJREFUXHhdcsYZwhYvXLDQetMq4KWp3NjYaJtQH3kHPRhVVXnvUSuKuTQjsbMUdOUX133wXn3q6+lXXV2Dm1F9ytumTJs2QydOdGiCG7KzZs3RpEltXrtR493IxHdhV4hFWANaYbOgNfLNmsggAzjHWg5o6mDTxrtYkslk1VDfqDY3XL/4hS8qm+aUKNXwYFHZbF6dLujudjES/0uDtL6+QRSr+XUBGlfQft/+/epwgz+xb2dkbT/ZmyIiPqfKvKLwm7Mfh1/sTaOU5gA8hU/oY1NTk9BH9IR52AZkBHkJIQi80P0Jhpu6Bcd6NxWrXK9Zv3a9jh055vhlUKNbR6mns0e9jr87jp0wD8qmV4P4Rt4Y459mMub3oBu/O5UmSZRjaIL+ABvyCp3GWs9pRs1x4R24oB9wImuT3SAgLyU/DSFEX4NesAZzgRO/hLxDE9ad74L0+PHjReMAPeH6aRzxRRUzC3pB09nv7olfA3/owMDfc63aNhtYkCHogr2hkYYekTNyjfMUpEMIgh/oHPQeMaJV4AecNLcoLmbsp3t6ux0vbVS+KqMxtr1BZctit/pcvOtxThwcy/FT3MgufnW6m2yTJk20r2hV3nEh64E38EKr0wPc2JtGHXTA/pQcg3d2dka5gYbELnxGN1gH2eD9oHMk4kRoBa719XVRx1588cXIP3QdebvllltEEwFac28IwbZ/WMCIXOErkFd8DjaGn6mDN/Ca9fnlFc5X7Gsee/QRrV/zjq68/DJdvvxC1eSzeunF5y1DdY7RRurcZedp1tw52tXeLh7OqHZBFTsH3tXOG4GTRi32kcYUugEfdu/eHXmPbEOTJ598yr65HOUPmUeeeTAG3YDG4A9NkCvWusQNzuUeA463sVH4pPXr1+rNt14X7/ft3yvsLHJA05g5L730sr71rW/HJlrJueZ19vk33HCDbrrppggLtPrUpz6lj3/847r99tuF/0M2oSs2DBq1tbXpkksv1bLzz9dlV1yhwaFh7T2wT3yD9eFHHnH8u0G/f/qp2EDBHwIDcoA9h9fIIXYpa7uA7Mo0Zl14ha3ETviU40Dy9CrbvZ7o4yrOw+RXU1OjY9phIQvQCbliLewUcBIn3XrrBxx7L1S9c6kphnfunDnKWs/7entUbfuDfA5ZlqAJsfvZ5yzV4jPdfJg7W/MWzNOFF12oeQvnW+Kl9j3twtcNOM6bPW+uPnLnH+myy6/QQH+viEu6Tp7QG6+v0PGjhzXkeKXecW5DXa2qHKeNcfxcct5DwZl4pdo1FZpNNAk77Dvqba/4ttDKVSvjgzTEOtAC3eh3/AlvDx06rGB/g587fuKoGwJHNcZNkXmGhSYJP+9/ixud8Oy9770lyjhrQK+1brI+9+yzuvvuux2TbdPefXvUYXgrxqyxqd5kLokaVm9fjxv0+2KjC9nEP6AHv/zlL+MDcxs3bhD8GXKTIMbEtt3o/IUXXKjbLCfLly9XkqbqtG047IY0DxsPO+fJ5FI1NTeoqjqvXD4bfR0yBt8YEydNijYeHgAz/EMviYv37t3nptFOrdu4SQcOHZG8/hg3dRctWawptjX8XOYW53hrHOPsdPObn9o8dPCQDppeNKE3bdpqXLs04BoZ+KB36PcxN+55jwyip9hCvmxErMTgfFV1tSbbpkPbD37wdvG3TZedd67zxUVa4MbjPMvTeMOSz2WjrYMmyPkhw1lbW289lh555DE3pf+gZ559Tr/+9QO6+5579eqKFTriRvbJri7npoVI7+GhIfukkgqOY0vFgvP91KimCv4Pu7B48WKdeeZS83yM0iR1HNgbbd2g7xvhxjj0nOFc9vxl5+vCCy7w3DM1ybCPdFwzPDyo48eOaJlt1Pe+9z19+lOfFDaF2BZbuHHDJj33hz+IByO7bH+xy5vd3Kexj8xCnzffeEP8Ukinrz/51FMxnqU5+oxzt+efe1ZvOsfbvWO7dm3foWd//7R+8fO79IP//L4e+s0D+s19v9bPfvq/zkc2qNs5NHEog7gIGd+6bZv5dUjbHHc+8bvfWT73KZPNqa6+VtX24xYhlQoVDTtf73OcOdh1Un3GZ9B1tdraOs2ZO0/vufJqXXPtDZrgnDnJ5FVT1yglGefcFWVy1frkZz6rL33lz/VHn/yUbnBev8S0bHIdY7BQsvwHjRozTnMXLtLktqnq97onvM/xji7Lc1ap475hN+mGhouW3xr5RKxxUCsKaUYhpKqqqlGd4zNytoLrhcO2ExX7xqztWwhBBddsSq4VybvlfK7WsnXctScayHdbv3p6urV8+cV6//vf73VqRcN0l+PrI8eOa/+hQ9rpBvaBgwfFmiEEYUc3Wid27tgZbSD7wLe8fS4N2a7uTp3oOCZPdS24xjZKjoUOa807q/T4bx/TU0/8Ti+9+ILz1H3i3qx9PY1P4oQTJ46rp7vH9eOSeIUQlLHdzBruvPnCe+wA++G3hiyzGcf+NbXVjhvrbLMbvGdt1Gny4yrbQuxLllp7kPqMaxEb4joKtSv2Qw6Icagb93R3u/l6UnzGDp10TkuOMWAfNzg4bHwZgxroHxRfbhtyTweaF90wLZifw0PFqFepeVNbW2vdrDIdEuGjqOGfdPza5Xh60PwcMq/49urJzk6ht/v2HVCXr7NP0TJX8ppD9m0DA8PqcWO2r69fyJ3dpsUgJyWJ64JFFdxPKLkmKOeoIZH3zEWaDRvHDjfA97sBfsAx8YB7gA2ug7S1tWn+vAVavOgMTZs2XTzEUN9Qr6bGRk10LEueNtdyPcm2sam5SdlcTsOWISE/fg8Pgvcu+zNfNCtatobNB3S1i5zmyOH40MKGDRvEA1bQ96RletD+rmhfdJp3w+YD9wwNDUb/mnFOmXct0yy3PSq6dzAo7A9wEG/Mmzcv5jbEnTnDkThfQiYLxpN1kYuk1kUUbqqyMFbZ0SKQBKl5f2YSm3Oekc3mrDxVcRPuwaEQAOM0CbbrrVQEqDlvxpF7WKfsAhRG+4QdKIZ8yIaQ86whBQNfjggVTLSSC9CFdwG0TipNUytkQdxHskvAgbHDGSfmXibNKoPwgIcVFSNU5/dZEydjyiRmdsGN1Gyi+HcCmhvrVFOVU85KUPR+p0fJhP7/JU4BgYsCPGTh7Y9C3tFxwoLVK5gAA4GTEUJQkqZKMxmFEOxMwKcUYc9msz4misROOKY2DHp3TjHixhpFOxL5VecACNqUXfDqccENRwgffCmuzREaQUMG1/jMYB2O3JsCz7ujZA1A2YITw+rqOrW0jFB9fZOqXZDNW4DyNtz15l1TU7PPNxjerPr7hwxjxbCGd3lTiHwKwXia3gRnGa9fMZwFO60hCyv7nOJ7tVLPQfCBI29ZQha4Bj04z+AaI7FgAjPwM0pWEOjFfXWmB9dKlgtGCEGcZx324Bp8gw7ci9JgjDC6GABgCiFEBWdN5nIP70MIkf7DVkbOIY9NTaca2sB6CrbEdCjHeSEE06AU+Q9v2JM5IYRII/nFOshqp41Uv4uP7Adc8JF7gI/9OI+egEfOxUPoWlNj2fSgoFpx0521kKn6hgY7mrooQ6zFvtzv7cT++ap8vA5dWJNz0Oq0fLBHnelIcltbUyd0PW8drbPBJUlobGyI9wMD+7J2NpMVRiv1kc8EWRQxuuwQcFhF80hpUDkowsAe8BSYwQ88eZKH89wPzMAEXTH0yAPXTvOhZBktu4jIkfkhBIHL6fkccw5icw7I02xOBc/vc6DYbx1Ftgetr4N25BQrO+yETp7sFHCwZ8GOg72ADZoBJ7RiTQbnoBX8Au6SHcmpuRWFEJSkiWTjDV2rq6ucSDZYT+qjM2Ye69U4cfQkDWO7TBv2xT4iT9W2S0mSxLWKtjPYD/ZjPQb3Q48686jGtiuEoGEbex/iHjnzin1O3ycFwZf6hiblslUqDJccAFRc/MnIu8AWj0Qqy06haNnEFmUVQhC0KDp5Bx72Ow0b8II/corzLrpAnqY5yzuyXxSvvO3EKVikYJ2FhshS0Y58YLDfaw/HUTSOPMwSJDEHfnIuWF5C4Cx2pWQbg4MesH6VIr7gXFNTFeEEPviHzuAMObIGdEMWoQdrM4/1GfAum80o45F3ApPJpZaTYQeJfS6g9LpZU47w5CxH6FGaprZvFeVMX9YJIShre8179mE/5uG72I95JdshHtzh3nFOKKAf95Dsw2t4CdxcByb4GkIQa8ov6MtgXX+M/9iH/dhDJk8IQSGcGpxjPeYwuAEYTt/PHrwPIZjXQ/E+5vujSE4q1qlsNnWgV69qyxYBiIx3rWWtzsEN5+pq61RlvbIpl9lumlVcfClo0MEUa1NMrnjjigOmshupcpehHEoOrIfEeuAKHRhlLwKcVY4loEvRssa5btuNIft95Bs6YouAEVpgD6AbdAY3PnMveDDgPfM5V7RsQWvWATZGFn7bxyAP7EvAM9aFwslOqjjX7MJvTU2teZAxr6uMa41jgBpl7a+rjTfrZRxHpPZZyNaAfVm1kwTs7qyZs8Q64EmwZjIoE+VYXi9RqWJaGS8K1P0Eub6308U2cAXWEIL5ULJeFCJvoAU8g2b1pj8DuSWJRs7LLpoQAHL/eBcbGxsbBV3B47jjp0wmK2gEXUIIyhgHaADtmE/Qx8/Y/Mln/0T33nuf/vZrf6tv/tM/6Y6PfFR8w+yCCy9Slwurjz32uL73nz/QiZPduviSy/TFL31ZCxct0fQZMy0rzWKv3t4+9XjY1MohnJpamjVcKujgkUPas3+fegb6o4wcOnzECf9hdff2a9PmLep2QnPy5DFNbpsYmzbLlp0rivQzZs2I36KaPGVKfOp98RlnaMGixZo1b6H3XqQPffgO3Xnnx3XTTTdrlgvlY8aOd6zSImhGUS5r3cQGQrsOF6zbXcAjJoQGyBT2Ft5DH+ZCQ67BBwb07XIi3+vGBGvyHn4yl8+8DyFEepOMj3ExaP68eSIB4JvKN930Xt3+wQ9rYLCk0ePaNHvOAqVJohoXEOscV+4/fEj7TYtVa9dpvIv85y27SAsXnqnWlpGqranXQO+gfvvYE9rhxHvJ4iU6++xztHPHLjezn9T//vTn+sEPf6QdO/do+vRZWnr2ecpX16u7b0iZXK1tWEn1Dc1R5sCpyvoFvsgSdhu5HWuZBwdkg1FjfWduU1NT9Fmcgw4UXTgH/qftEjQIIYiiDuuQB9TX1yrvWLnatjSfz6qpqUEzZkxTo4+jRvHA3USNGjnasUODxo2dqL/+q791Ye1t9fYMaOlZ5wi/9DsXCWiGsRdrI6vwEB5kzU98EDkEBdd9/P2jRx/VL37xC5VsN2qssxRDv/Pv34kFj4ceekjoCfxPM6neXr1SbdOmaP7iBbrtjg/qxltu1HwXAS+55GLNmD5VqXVJTvRmzpyuRUvm68abr9OtH3ifPnT7B6VSohdffM1NmSl6/623q6Gp1XryzyJupNE2wo3+vH09T79feNHFUfQB6OIAABAASURBVCbnz18gaNNoneTngOAB9F/mYg30xx/Ak7kuLn/4wx/WxS4+U/C76qorNcuyj17yM6LLly8Xe1BU+dM//ZL+8R//0QXgd7Rq1WpR8Co5Zznn3LOjHr3l4vDbb7+hJ594TH949in7+4zGjBmtz3/uc/ZpfULWkV10H7igTZVlo2RD/ugjj+vZZ/6gV15+TS+//IoLyd9yo/KnLi7+TI97vQcffkhF+4dLXSgfYX6GNNEnP/0pfeiOD+tPv/RFXXPNNdFf0lBEbmIR6ZlnhM5hk/mZwp+6qQovV6x4TTzNz9+UfMRFZYrQ0OCjH/1oLICB8wgXuKAXOJLDYdcWLVqgD3/4Q86vTuhf/uVfzIvb4rdGoOUCN+P/8i//Sm1TpjrhPxxln5g1sZBPmTxJN1x7nW664Xo3+fbEh1/mumHK+meffbYLaMt0+eWXq8Y6cNVVV4miPHnB0qVLhY2Ez8CKPM6ZM9v0edl0uVvYmZtcXH/ve9+rHTt2xAIojbOLLr5Ey1w8/YmLY4899ljMR+EDsos8Y1tYE7pAH/iCTYbP48ePi+tij7BPNHWRdwp22H5ghr7oAvwDj5L5steFCNZl/VFuVia2NQxgpuAK/Sn6MofiLPwn7g0hUY1jexoOyOMhF6M6XESmQNPpvASfw97stWnTJoUQhCyarC5AbBOFCBoP+9yY3+WmB7i0u8CFD8Y34+s41+R8ca6LDMTcPfYTg44XDtr+JdbN1tYmLV680Hw4V022Fxmfa2ioc5w36JirpM7uXlVZv3e5WEbRhm908c3yih3NoItH62xD89mcGhyn1DjuHOkCIN8M6XOxq8kNz1yaUdH7HTtyVA7NVVtdq2NHj7mYVadx4yaoyv57pG1TlQuKBReZSi4K9nb3YQ7U3Ngi9ipbR4rODRobGl3AOibsEXErfHv+ued0912/0K9dBP6vH/4g6sF4+2N4BQ+QZeJk9p04cVLcr7a2PtpCdK9QKLlYNMP6WVEmk3MMXnaRbVQs9Kxauco0Xu/PI6N8YZfhC3Kbcyxa77iAI7SGfzNcLEbWkC/OoW/o+KxZs4QsIDchBCGLXKf4g86OGjlK1EmwD+gm/GafTCYbY8Gm5mZIZ1k+qSlTpmqvC/gHXZDv6+uP73e4YJk37Tdu3Ch4DP9zjrNOujjFOeQl4/iDXwFLfaw1P5FV/HJTU5OAhXnsib+m/kMRG5zQC3Cc4CY/NAU2mmDoAWuih9AB2JFx/Ae2F5uBXEID7sMfoEPswRqcpyE9xTEGg/d5w8w62Gjmo6PI+JtvvqnfuwBOgZtvTlJbOu5myAkXe/e27xF8bmxqdM2nR13OKWXZTEKiaucPnSdOauuWzTrhwm2aCY5nJiiXz9pHN2jsuLGaOWu2sDXL3fA7yzYHe7bX+ow/Y39gA9a9pjmxFrCHEIS9AhdkYq/n8y0e/OdB6zA4zHEjAz6gfxQpwYd7oDvNEGjCgEfEkVxH17k/a38LT2hOYo85R+yALWEvGg3Yxopzuzlz5ipnPLds3aZXXnnVvmmVXnzpJW3ZstUxWasS87vfenrCstDQ2KQZxvfSK96jhYvP1JBlv+xM9MDBw9q9e4/rJYOCxtu8Fjggz8goMCKzPGizgZ+8t9xPdswOLG1tbaKmBA+QZWCnsYz9zFlHRjk2417+vuJ73vMeXXvtNZo1c2bUYdYf4+Y/uCJDfNuQX1jgAZ+HHnpYEyZMMh5bxN/b5G8Lw3tggU5r1qzRkON5ZAp5wa4ij+wPzdE7ZBG9W7t2reDn+vUbIn24v7qmWrfe+n79wz/8vf77v39oH3qVY686rzmo3/3uifjA2IED+//voR3yomrXB5CFEIJtY0X85PdLpvXWrVvtF09G24RMAFN1dY0W2meiXzvsn+AhOlOk9uH84Lf2Tf/zPz/Wc7Zf8B98sFXQDRyQsxGtrcI/v88NjMuuvFwXX7rcsdFN+qNPfEL/+u//pm/84zf0rW9/W//0L/+sT/7xZzRj9iwdsp19+bUVWmc+7d63V6+8+lr0u/iq+W6wzXdsBEzIJo22JsvEK25e//M3/0k/+8lPtdtxLrB885//WT/+6f+o2nb9nHPP0aWXXabbb/uA2uzPsRX9bqKiGy3NI9To+sbo0WOVd32r6M5SY1OdbVyzsrmsawd91r3jjgsO2bYWo/+fM2ee47cOxxv9pnchjoLrQtAOnQB3fCBNZPwe9ujQoYOOs7qcxwwIPe53rbi7p1PNLU36kOOS973vfZo3f77teElPPvmk/uZv/kaf+fSn9eUv/Zn+6Z//SS+88IKwI+jpcTcqB+wHm2xXaywHdfV1Oubm1z5yJTey+/p7DHuqTD6n1Dg4VY46Bl9qa+rVYHwnjJ+oBYsXaYL1YNToMSL3GjRvW0aNUsuIkc65C5aJLuPeqZGjRmvK1Gk2w4mbTrt00PlHn+lXdu2wprbe9rdevX19QucGBgac93XFmJH3DOSYmKjfdUp8Hjqwa9cu8QuO2OJDbmZx/YSb2Js3b3CMsN/yWVKVc4JG1wyx0cQl5Eq9brisWb1Gf3j2eTetnlC/fUgSMvb3JQ05lufBq107d0W9Q65POH+rdhMqYzog+13OmXc7Fli35h3t39Ouo957aHBAc2bPcRx3qRYumC9+uWPI/Oxx/oas/OpXd4tY7InHH9czzzwt/EKz/Q6x3s0332Q71SJqNYPOU/Pe58ILztdM+9JRtg0T7bNvchP+6muvjQ9wzHSef/XVV+viiy/STNsR5IRvqPNgDnYWW1Bx7ScxtQ8dOKSXX3xJDz7wgH551y/0wK/v1xuvvaqD1uvNbsY+6xiZ+IFvpu/audOWUBrhxu+U6dPU1NqiCZMmarbtOGOpY1UeIrzOcSx/quOiiy7U5LbJqrd+5Axzc1NjfI+NoPE8YFxCf6cGjh+Sek9oxtgmXXHeIjU4N0zTnAYGC9F+bNu+U7978vfOpX5p2vxBmzZu8bVhy/UIjRk3Xk3Wr0qSOp8vq6Sg0W6qTpk2TZlsXr2Wh0439rrdxC2WK7b1OYU0K5mf1bV1CkmiEII4+o3/BaVpqiRJLR+KMQm2Sn5l7XMY6N+AZXDYtfYm508VCz8PPt599916+umnhV+dazsyuW2KqKnwZ26OHTuhA45H1qxdH39l6823V4kHO/btPxDlqNO+h3Xx2evXr1O7Y9Weri6Ndx482/nWtGlTNda50llnnKGrr7xKxMNz581RY2O9iEeH3UhrNn0bXV9vbmrSeMfp9dbZfjf+qEWGEJTL5SL9GxrqHdvVKZ/PnxrOsbCpZyw5Q8stM5dddkpGJ0+eqJbmRk2eNEFz58zSHMdoc2bPdk4/TcRr9fZxdXW1avG+I22HR41odTzaoHrnKdVeM5fJOEYtR/3ptS2pmP74ox73gk4cPx7tHfkTn9HZXusCeswRPR50Q7xofSMGZQzbdgy6JjVsurNO2XkFfqxkwzLo+Jk/lYIfL7rmbfF2k7YQ7eYgdfXhivW3KL6IR/O2rxcb0qPjxztsS3qtW8PRt7Nvn2VmwLJJzTGbSVXvmkiN/VrFsBy0v9i4bp1WrXw7xr37D+xTqVxQk+lEHaHOuCeWKXyq/CKexbaMsZ5CY2wxtQPO8bmxsVG11o9q5zh15ktjc5OaWlrUYnoSEzSZl6zhpQzjoHEYNk5D9hn9tvXdtp8n4+js7DQux2NNAT+KvcMnoOsDltVjx45qk/V548YNQlYP2VdwT69pTs4CHbGtwM38JE3TqAxFFynZHGfYDHAGKJvNRWAgFklGPpd1EbJaKMMIA99ohBrr6p3I1CifzSmbyUSng4ATdBA0gzjHnAOzogk75ECF9YrejzkoGowNIUgKyuVyUWgROoKh6uoan8tbWVm7bIIMmoFDVtiSCsMlZa389fVNam0ZYQFtUZqkkgUwuMhZqRQlF1OymcQKUaOWFua1qNHJE2snngsxkiRRajoAC0f5xfkhKxsDYpUM75BhRyiBFxxDCAoh2IBU/m+EEGxUEvFiDdau8CFIfGaAO2sh5AzWZ73E9xIYn4ItifO5xlyO3BsUJM+TX3zmPr/1qVNwwGDmcgwhRFhCOHWN+SggwsKaZStUxd2wgh0UP3nS4YQBh9rd3WMaD1hhuoVw9VmJig6QS048aT4nBgFFqXaxKZ/Pmj+pk4AqFyGrzI+cRzYOaMmep+GRX5wLIcQACBgQQmCCDnyGvtCHABb5QH4Y3MecASss70/LB+9DCBFP7sHYcY41ipa3ovkGDByh1ek58gsaZW3s/TbSOoRgI5uJsDOPEUKIOtBrBQI25DOEIHACXtaGx9U2HOzNdfZiPtdZm3XYi/tLTuArDnaGhgoObAa8Tsl0q470YC1gDCH8//EzWD4xDuzBWqzJHtCDNbkHucHgMA+6MaARtKutqzV/aqITwEHDd+Q5eCHWq33X8LU2Nwu+RrgNQ7WT41P4lMRTpzQZTus430wr0TS0USzZQENzaMngfRw2qiGckr0QQuQR10M49R58am0Qi8WC+h0EglPZOluplK2PifK5rGmTd6BQrwYHb8GCx5PDDOgHD+QXTwgdP37UhchD6nCQBu0Z8MWXIy2ZG8IpWHjPea7zvlKp2ObUetRZDirqtROjUMI1YIIeNAuhtVx+AG6MOsk99C3ZCw3ZMUHLGtsrjqx5mp9cDyH8n1yxN2v12wEh+6wfQrAe5eIALuZwP8cQguEqR4cw5GZtJSRKHNwwamx/q2vq1NDQZHpZjqyjw4alYhuYsy2FzwUeGrEesCdrAh/r8h5+MI9jCCHq/YAdCc5UCnZERe87bH5kVOt9Mklqu9DlBO+Iedavgp30cRcgCECKbrQM2WYGSdgFL6e+/l5lskkc7N/V3em1kmgvmV8xr3M5dC6177BOeD5OE6dYV1cnXtAImOBFCInhKXjvQaEXFU9IM1nxd0Z4Qqq7t0tDw4NeqxhpiXyltu3IKHiyVpomymQy5nNvLJQcOXIs4tRp58oe0CL1PfIL3iELQ7b9BdMeneMc17u7u5RYN2scDJy+7luMXxqdNvOQFXSReezPPPbmGvRgzYrlj+vcy6hYxjjHNeBhPoN7mMfe3Jt3oYvPw2689/X12p70mF+DUWfyTthI6EgmkLM0zShNkmhnUjaxfIRgTjmoHbBNHTZ+zCs4qHL4rIJt56ADM+StaPke9B4lh90Vbk4TVdxQLVr/gRG4GMAKz3jP+cT7lTyH83nLItuWvFafEzz2rHIjE9qxL+cHHfQhkwRDFE54zxrcf5oeHEMIke7QhKCyw36rw3oPTfptRzo7u7V//0EXLtutc3nPTR08dUZ+E3iyDzAUrBdV9mHYzRrboQYHuBx7bev3x8Roc3y6nYbEzh3bNWT4CoWhqCMhmHaSad6nfuhkHzrswDUkqTLZbJRv4AcvZHDYehLCKR0PITghrVJqGQM3jsRI4AP9SGiBD99LMst7riGfyA/3QDfWPObJJaFFAAAQAElEQVTCH+vzlF9TU7NGjx2jxYvOkBzzvPDyi/rDiy/oxVdf1omuTm11Mrv/0GFd7uLTpz/zWRcD/kVXuNEw7ELzgYNHVLZfOtHRqcMunAwMDImf2SHYzjh2m7dgod5zzbVqmzJdk6dM04VuLsyZO1833nKL3nP1NTrLjcGJkybrzLPOdpF4RJRBikZHjhyJuoD8IFPHjh3XytXvaM269SqHREvPOU93/tHHdevtH9bESVO00g2l51xI4meKDzmhHrAtKljviEtYi/fwmvPwkgQaGhCz9NueQqcQQoxb4CM8QO+w001Njv8ccEMvrkH3o4avYL5Byx3bt4snRtMkUfvOHfrD00/pnbff1uEDB7Vl81Y9+ODDuuuuu3XUONx376/1k5/8zMF4p6ScE/mjLi4dsswdtN1p1KpVG/X22+tdrH1RP/npz3T08DE3bF7VG2+8aR/VZZr0qrXVMasb/d1OlEa4UHL11Tfo0ksv15D5sWnLdiVpThVlNG3mHL/Pe2St38MxHkGGoQc4IxPg1N7eHpMtcCuYZlzniA5hh5jLERk30OI8dEFGKdQjU1VO6NAx6AiNSfCI/VscG4x2QafVcX/b5MnKWHar7evOO+983fHhj+mKK67UxRdfat6PcaK7zXAc1vr1G0XD5yE3Qf/93//dtDpu/N/Qk79/ysWFkapzYvkpF6Y+9ZnP6Lobb9SHPvIhXXPt1Zo3f46+8udf1j/8/Tf0/f/4oT732S9ogRteE8aO1p72XerqPqlcPqtz3aTP11apmFS0s32HstU5bdq82Xz531jgwIaMcF5w8mSHThVoJ8ei24CLNBRzb731VuWdHCNH8P+rX/1rnXfeMh12Q+gyF/kWL14s6AotQgiR7jyBj66ig8jdJjej1q9fLwrU6G6kodeEJ/NdhJs1a6b3bLR/bhD84anqjG3hgYMH7Bv7dfU1V6t1xCitfmeN9h84oHUuzPbahv3IBdFf/OIun9unltYmXXjhMl3vgnG1C1nBzIOvU9wwIA5pbW21vlXHpJD99+zZI74p3OyCybZtO7TWxQiKmze7wDRiRIv4JgqFBgrz6FK3CyfAut9Fiq985c+12vrZ7mbC4cOHRQzJnG984xui2YCfQIZo/PzxH/9x/PYO7//sz76sH/3ox6KY++ijj1qOLxWNk0YXKtasWaOHHnow8h/bNsKNwXvuuUc/+9//tU68qMcffyza1DlzZonC0iiaYPnqOB9dI7aiAEeTrde5SZ1tNYWIw4cO6NtuwL711luC3vARnsObaVOn2vZnhXzDG/lFcu6DC/y7Be7sdeaZZzo2ro3zsLMHzIOTLtKsWrVKI9z8vdsFu7x1wqmSfvv4k8pZ5m/74Ie0aNEidXZ2CtkY7yYbdIp+xLHALBdQ0CP0K2tfMMK6jb5if5Az4OM+YIBGyA3nacKCA3RvqG+w/qyP39gJITje6Y/0x56xLmtNnjxZyAA+kPtefPHFKM80kOyAhIyw9vQZ0/2xHGWQmAB+YxPRgYsvvljIEDjwOZvNiAbCBz7wgdgMuuLyKyKeNS585i171dV5YTdpjnAftAIe1jz9nsIE+J6mJ99CA24aWJynOYY+HrBdnTFjpvl8wnatoLFjxooHKla+uTI+vX7certj9y7R3OF9cD5BEbrX8cprr6/Q0HC/crlUDfV1bvBvFeui/88/97wO288dtR4jq8B3GjZoj94O2Wd3uYC7w0VHcl+aq/fde79eeukVvfryq6rO12jkiNGUD3T2WeeoaJtMYyifqxL3shf0PeYCF+uzDyOEEGWp1jKKTYWX4A6fal2IRN6muWhJMwO7Ad/lF/S477774rfmkHV8PzLEOsjKIeODvGHD4R3nwIX70SnuZy/kgHuwURnTC31os5zwDTz4Bu7IOHyAHxMnTBTNJ9Y766yzYtMf3Gj+kd9s2bJFEzwnOF4etE/p6OqSBUDjJ02KMXMIQTS00C104IR5lrXMswY0Zx3wAFZ0kWv4J2QCW4VvIcYJIUSdBEd0GZqaLBEe8OV+8MLWndYz6M/ap/UGGQRHcOfI/lzHfmGDwAfaQxMGDzVg4ydMmKDzzz/fNvbC+DAR96MDkydN1mjbZvBqaGq0L6gT+S8+o845NToI7Ojd6tWrRVO01ud7HYfsdiN0/aYtWmF/v98F4U1uJGYdR5173nk67/wLRNwCv5rtV9FRfDD4lJ1Lgzd4sj6FfT6DIziBD3oFjbgPfOAfR77pCC5cg17M279/f+QvORV7QAsabegveODjmTt37txoyzgiG4899mi0NyUbvg0uKO7Zt98N+Frr2Q51WG/qnHeCO+vClxCCY+yT9rP7xLfkgL/K8T32Dblva5uqr7oRdebZS/X26lV64603xYMYNJxpWCEbyCb+FfkYYduLfIBLle1vnXPByW1t9qXNsSg9deoU2+2aaKOh47Bj+XPOPkvz5s3V8uUX6a/+6i/093//dWHHvvSlL+nTjjM+4ziDOATbTbxyxpln2dcfjnYD+UfO4D18QI+ecVPkv//7v+MvvgAHzUtsLXgT1/CNV3gyyboALbF7d911V7TZyGKE2boHTa+//rrYZL3mmqt0zjnnxGYmcvzaq6/pu9/9nr75zW/GX3O495779Pvf/17EFS+//HJ8QGnz5k2OGTuinYbWyG5bW5tYX36xLw3p9Y6p23e3Cx/5luVu6+YtQr+LhWKM9aAjNgqYib1GjhylXC5rOzqkYyeOqVgadiOlT0ecU2zZvkWr3lmtF19+Ses3bNBeNwQ7rfuvvPaaVrz2upw2avq0mUpCJvqH73//B7r//t9E2wf9sHnXOLbhp/IXLlykxYsXK++m6NJzz9b1N96gvPOut1auUllBrfb3CxYt8b3NMSbCLnZ1dSpJUzd7ChoYGojF956eXnV2dTq2Py5+3jabzSh1ntPT3asNjjX5CX78Ng3ulV77oPXumBuc/ArIO++sMl/Wi1oFMo8uoB+8h/dtpie0xY5Nnz7dsXmLRo0eqbqGWo0cSXyVt304X8jUL3/5C9177z0xVkkNI7q81jEO8vCd73xHf/NXfxXnfeELn9f3vvcfpsv9euqpp2JB/uhR09m1GGIa7ArH/p4BdZ7s0qGDh2P+8+pLr+ntt1bGuI3rwXv0uiY15BxyyLnKkHNxHibgAZibb77FMdiHdPXV12r8hEk62dWtjH0UtnrIdbVB5/XIdd4xKXqOv2Cg48AOr6BDr3NeeMYcBtdGjRqpGdOmCNmnKbhr107r9n5t3rLJMdQuN4qPmZ4dOuLcZu+e/ZbRk24oHnSMvkfZNK8QEg3Yz3Z29TgWKdtudOrNt97Wo4/9Vr9xI/KeX92ju3/5S917z73OrR603D+l11escA7WrSrztuIGujwq1u1W9yQmjBvr81kVjFO7G69b7ZsOHnS+lc9aC6SOEydEzrhq1Uo36H4f35fss7ZYf/7w7DPmwe/18KOP6fkXXtLWbdu05p218Qg9W1qaVW8bc5ZtAn/f+Y4P36H3Ore9446P6O++9jV965//RdiRD37wg7r5phvj3/O98rLLdYHzhTmzZ9kHtmqgr099zuUqrnnU19dq/Lgxtk/NGnbNoNN+kRoZ9qPoGsgoN/kucQOO42NPPC6+mQqvzjhzia5+z5Vizbq6GtNtOOooD1Mho+PcCB1pfcmZnxn7WWjMF0vOWzhdC6ePVXOuoHFNeY2sDRo4tFX8zce7f/UrPf67J7XWOrJn737reqd6BwZVXVuvrG10sA6HNKemlla1TZuu2bPnavTYcco5Bu91Q7W7d0Cd1rFOy1afc5OSfULFNSuGbPeRzzSbFfBkc1nl7Oey/lww7ZE1jhnHIvl81tMrKpqn1db/WtedC5bp9W60/e6JJ8SfKWJP7PJZS8/WiIhndVw3k82oz/QlZuw82amDzlXWOmfqcN237PVKHofd7OroOCHWxK5NmjhBSx3fX2h/e82VV+uWG27WZcsv1fnnnq9Frmc0uabc1dVp2Skb5owyaWIZqFVLa3P8PGw9K5eL0T72Wf86O0+6htQjcEqNT7Vr/vCU2jR/S/ss73XF5ZeLPxfzhS98QTw4y08O02zl14QuvGCZLjx/mc5YtFBTbW9GOw9qdJzf5H7U6NGjbKvHa9KECZpsuIF9vHnQYD9blc2p2rU+5jY3NQnfyK8nkZuHECJd0F9sWU93t3XyuPD7xJEcuQYPjKhpXzQOvXHgo7inVCgpTbK26UHFQsX6XjQNy84Zghx8+7ZElbJHxZ8VFEIQvMeGFuxbhl37GnLzdcg9jWHbp7Llw7OUz+VErkYuk7p23+m8atfuneInmrfv2q6e/h4ltt88iJ53XqE0aGCoX/0DfSpY5+VXLpdVzrKUy+eiv8fn1btu0NDQEGOBJtODX9eBfsQ+U9qmiLxqlnMw/DLniFGYh88jpmDAuyRJIj2Qqy77NujB6OzsdCzTER+m5UEZHkRct26tsDXdrvkC25Dr3NRWB10T5MhDKwlEqRjo1AZ7yEaKRUmYK+WyGmxcmt0FHtHcIhg7ZtRoNfkzjK0ycwEqayHHGXkJI52zQGYisTHeIA3ypxEncMybwMxlL+6rddJRXVWtrAkWQojIYdT5jPOvsrLXuKlTW1unhvom1dc1iHizzwoO8+TqbiaTt1O3oio1A6vcEKqNDd6sE4AQgoUEwahEuMCTtTlCzFOGQb6WKElSAZPefQEHcHLMmanVNgA5w5/JZOO81DRLzBCuF+0gCzYeZRuZEIK4Vi7/f/fk/YALgzALxYQJ3AP9QwjeHzhLbgKUxIvzXCd54h6MMPeU3XxIk0TgkDF+7M+Rz4wQQhR07j99jeshBPE6xZP6CB8NBgbzqhzoVNlAVwxz4on5bE450zUNGWUzWdWaB9wLL6EDaybh1F7gjeEp2YkUrATAHcKp/XgPDoxhG04+Q9NOG6bTeEEXrpUtc6cHc5jLZ/lV4yIFo2z4SnZGPhVxAI4QgvKGnevQHZniMzRgDdZmPfYpmEecB2fOAxfnTq/JuqwJLattLKscyHPkM/MYzCkbVu4lOUEZc5YLjBx7M7/Oclqx8cHQ9PcPWq6RwVPyzRrszz7AyT3ADqycDyH8n3zFfSw3wAwMDOYhDySLKH5/X7/XL1p+TxkH5rI2c0PwnjZ44M9awJ6mSaQX1yumZVDwvSE6jYH+PmEDupwwdTrA6/Rx0HYhSVNlsznV1Nb5Xr4NOSRkkTUKDtqgLXSApjnTAl2n2AL9gBc9S72GvNegAyzgH7BDT9JUedO5UikZh4JCxTpjGa+g5C4lp0mifC5ro1znO6U0SaKOFCxn7MUAX/lVdgOIZib0JDkLIUQ6Jr6n8C7fQwjRGfK5bB6eHsN2AoPRMA5G58RPKWQs9+Dnpa1T5bgWn9mP+3LGk8G5EILhKsfmXLcLfsypGH7mQYM629IQQrzOPqwJvU7LD/OhD4P10MWcHXY2TVRnu1Pj7GmMNAAAEABJREFUYlZ1TbWqXcyT1ymxtkfOdrjBNhm9zNrhFK2DfU7m+dktChXQJDH+jJKdHPCwB/uxN0UbeAc84MLI2K4Ac8m6VrSjHYRfDqbgV86BOnYAeR2yQxmybHAPMs+6SZpGXoFDlwMV7EImk9rxNVl+UhXdcA2JVF2TVy6fBRUVLT9DboAOFwZFcIJNytofsC6jZD4NDAw7gSr6HtPAtqhYqrgAO+wkSypahkseJNTgwhrI17DtDXjX2sfUu+DG+14nDQXLQjZru+Y9wJvr0CWEIGSVkfU14Oq0Y8X2hxAsA5UoA/V25vBOpj84hxDM+5Lxywq6cH8/PPDodnADjaA317gX+sqvEILAjwFsIZxaZ9jNcNYFLga8YE1GyfzN57Pep8p62uE9E9U6KOV8yTRgMI/74QlywZ5520dGqwPm0fbjIQR1nugQTzSzH/cAY9k2i5/9LSmI4iWN+2K5otQykUkzamlqVrMDmZL1pWD6ch8ja3qBH0doCe0Zg9YpaCi/sAnMrTU/asxDeJWxvAAn9+Uty+B61Akw9IVOReObJmnUmzjPOgc9CYzGuYhdZduRzeVsiyqWhwGVDSs8BlfmsQ77oH+sjc2EN3vad2utA6TtbpKuXbtWFIz2OzE7euK4Dhw+JJ6cLdoOdZzo1NGjxx3clZTLZwW8qWHOGV/odZpvIQQnsp22oQU1t4xUVVW1COCq7D+Ao6amxhRQlB/uQwZDCMqbL/gN+NTg4B6a8Znz0IGbStZb9sy7mN3jprnMm5qaOrW44DSfQsWSs7TcTbgW83Xjpm164KGH9SsnqJu3bdXYcePENyP4ltYV77lCNzoRvOCCC4zTUZGMHrMfPnfZMnU4UfrGP35TP/rJT/XiK69q5py5GuXidrMbNdw/aH7vc0GtrqHRRfZzXFi42I2n8zV27Hjj2RwDfIJXihW7XdDZ4AbTmjXvOIF9Sr9/9hk31VwgWLlSNAkpzLXv2aedu/fooGm7bccurd+4Sdt27BA/a7XVhcdOB7fQjWZu2T6hzvZz9GjHnw6eoSn04Qj9kXnm7nUBk8IyPEf/oTOylsvlnSAMK0kyamxo0qKFC3XmGWeoyXYT+RzlokGQNNLJDfeEEKKfWTB/QfxpVpNb48aPEwntmWeeoUmTJ7k49ynNcQFy8pQZWrR4qUaMHG8bN1pHjnZozbqNamgYIb65eumlVzk5vtb2oaz6+sbYqHrkwUe0e9ceHdh30DYlaMniM3TmkqWiSB+SRKPdtOTJ6XIlcdLTp5072i2Th63reeOQRBsFziEEy3vZ+l8bzyEjyFHZ9pLryBG6X2UZRP4WL16syS7uMTjHPPCFltCM9xzxC0Xbkqx1nvsY6FCXebJh40ZRKO+0XeR6n+Wxz0nu/v17NXp0q+6884NSeUiPP/agKsU+zZ07Wx/80O1qamnU2ecu1b/++7ctm3e7GX+BbvnAe1UMZQ06Pul0EaKcBE2ZPlUf+ehH3FifGHUemTrspkjGvu0cF6JbR7TaB1abVoPKW++PufH/+COPauf2HfbbvfrYxz6mP/nsZ3XbbbertWWEuJ/m0tKzzrC97LIO50Xi/6YbcG+seN3Nk5f005/8xM3yzfHvnna46EGDafKUNst1k2h0Q5eC45Eq6zCNOwqXb7zxhmhKkKzNnDlTNK5//vOf61//9V+VtY8MIeiVV17R3n3tMTlHHimqXnLJpYZpsq697nrd7qbcFS6c0NSlwNpi29ze3h5lr6mpUVu3btG8efMEHw+6ybfDBaBDLiLsdgOIgjjFu7/8y7+MSTtP0R8/fkI50wQ+UZTmm0rXXnut+DlingKuq6vVzTffrLPPPjvi9t3v/Yf+4z+/r989+ZTWrF2nDvP0kksv1YBtdsb2DTtKkfc+N3n41tJ5pv/nXSRgTxqRRftRCuDgtnr1Khdu7heFVz7v27dPB1zI3218aORc5sITskhTaZ3tLd96PefccyN9oOGZLiKBK009bKCUWGcqeuSRR0UyG0IwPbaKAvc3vv73+vdv/6u22GbMMu2x6fhZ+MF7/pbt93/wA61ZszYW+Fba7rBmCCHSBz+EbUXuq+0/sB3YxOnTp1mG+pTavsPzJ1zg4VsOX3Sj+IWXX9FbXgf9ypo2+BC+kcW9JNmsyXrAACzoELHV6ffwZY+b3Ngj/ALzuZeiOU0teCa/Wm1vmYv+QltkA/4DE7Bw5H72b3NBBn9KAfGhhx4SDbcG22fw5qEV1njARUuK8uj6sWNHBa29jXV1tJBl4ATmBvt09Br6l+xvgI179u3b66J9reOyXnV3d2rb9m22Sb1i7+NuJGI/kTPohZ5Bg5aWFs/v9/zuKGdcA3fWJi6n+QMc4IkdYT54wCPgoKkLnmPGjNFUN8WhFXOZx/3gv8A2HLtT67j4oJvqhUpRueqcOrtPauKUiTrccVzb2ndp4+Z1ylWlarH9Kbrg1tzc5Nip+v9sJuuttTwWLMvzbM/H2V9WO8buc5xIDA3MPEgCbm2T25w7FGxHetzsXWj/0aJcpspyfki9Pf3Rpg8NFlzU7VS7fdvxY+hjXiEkbgB06HXbDGQTnNkT+iJL0BGcsFXoB/YEXFe4sLzR9na3YxX4wTn8IO/h1aFDh7zuiXebS1PjER2D3v1uOA9Zj9GHVdbNEELEebLtP2sgAxSZfDrKO34U3qEPrIHc7rMOn+8mIzBhu7ocy+JjoTswlx1rHbfN4SGHHhfMc7Z7Y8dP1OSpLuzap03xcdC5AwOaQmPkFhkf5ViFI/qALMEHPtPoQjYGDTs6SjEQfMaOHSsa11u3bo2+Dp1AvvH3wDfNDeqgIGJG4AMf9I/34IXMcS1J4cUJy3RdlE/kDHqif9i7AdOt34VT4mL825BzHPwfMQgwJWmqIeee1fYFFcf/8GSiC6DsAX7ownoXh0MIyrumcvkVV6ixqUlNbppOmjJF/Y7tN2zapJEuns6eO0eT2iaqpbXZK5Wtk6PU1NSkUfb/rAUv8NPIBXThHOvD9177yyHnXtAT3Wn2+tAD2eI+bDXfxEGXupyPIm/cC57gA97sA43RLeQe38d6XJs8eUr0FbfddpvmOBbM5/P25fN0w403Gs7RMT7ea/sOTDR6gQHYiaEoLB9zQ479kGEazeg2fP7Qhz4Um1BVtrvE3syBh3d+7GOa7Kbk5ZddpuXLlzvWyVpPa2J8g32FNx0nTqqxsTHyf4119vDhw+IF78dZPl5//TXHJts1duxo4Ud5EAD5oTnJHsDIN2yOOeZ8w81G9OyzjhV4KIhr0BMcaJref//9wnY+9thj+uEPf6gvf/nL+ulPf2b/8wc3fh7Wfff92s2k40L2WIOm6//7f/9Pn/zkJyPsxAPYVfgBTcG/1bYd3YKWwMw3aq+55lpd40bYDdffpFvff5tmz56jMWNG6aILL9DZS88CPRfG98Y4+vHHHxd4IIfYbQa04Vus+JAXXnghPoCD3B90Y+Guu+7SA7/5jajnUrMNFcV8L+s8rsoxMbxDLltHtGj8hPEadPNgpxtmr7z6kp574XnR8EK++fbe5LY2zVuwIP46w7n85OuSJW62r9GTjh3gDTLEw1bsvWrVKj333LP2E33RD2A7zzjjzBjLLLTdPt/5B7/2QUOwUCg5Hpri2LlVaSbnGLkh2rTjJ44qX5VVVT6jJJWC48TUxfa+vh43C46KAjZyns3m/H5Q6HnqiTOmzxR1q6NHjqmvt99zjxmO3kg34NrqmGrPnt3e45hjg+OWr5LXVoQzhBAfAvvc5z4nmmbwC74hG0uML0X67fZ/Dz74gH5z/68l56Y0+Ca5+XHN1Vfra3/7t/qbr35VH7j1Vt1y0016//veJ+I91sFeP/zww/Ebv8RtfBvvwQcf1KOObx588CE96ibfm2++7Th0m9a8s07tu/dqz74DcaRpznAG7W7fq3dWr9Err7xm+j6v3z/9jH77+BPa4Dio1k2Z+QsWiV8Xgi4hpErNZ2w9n1vtk4Gj6t1cIG99Bi/5Vet8nPNpmkbZ5Ygu7CYvc4P+oPWcL1lkklRHDhxy07BfZde7qTsOurlG3IG+Y6dz2bwGB4ZEDNHd3Wdf2K1ioSyn0pbDgnLel/3QC36qdcj+Yf78edF3jbZPgIc8YPD0009rjf3W4QP7XRMsuwZWo7aJk3T2WWe5ETVFuUwmwkGDqauzU+AzxjaAHBF8kTl+ovgaN/SxjcSiL7zwou3Dbm3YsDHq8f2//rV+6cb4j3/0o3i8++679Yu7fqH/9w//oO9997t68IEH9YL1gFj70UcfjTpIzlzv2sX1jqu//Gdf1J/88WdivvHVr/61PvmJT+g9tvfnnnOOG2MTo78lZgC/MW6ejrFeT5s+RUePHXYssEKJG0ljxo45Fd+79gA/Nm/erBeef178beGyc47Ghnr7tERJSJxTNmq8ax7Y6hrDkLMOF10Hy+drrENtXmekuRk04HoxcUXZeWCx94iGug6r9/h+rXnrFb36/JNa8cIzIq85yjcMzaNCsawh83NwuKiC16t2jbd1xCg12NZWksT6New6W0XB/B9yzaffvrnfzTNqAsOOm4CbvYLnZjJZ86IqDmAoOY/EzpyewxHZKll3sq4L8nBoteubRcPa7vx946bNon5QMSbwstlym3rNXte4j7lZLu/RNqVN42yvautqRFxJTMJPB3c6dzt88ID2tu+KsrN29Tvat2evdu/a5bFb27dvj9/4HDN6jPh7tlXZKnWd6NKBPQc05Bp9X0+fhuzvS6ZFlWGqqa1SkgYNuxk+UBjQcHlY/Lx2/2C/Bj2vz7kv8dVm69/bzie3Oz872dFhWS8rDUHVlnV+xYKaESNUKvEculTvXIxvpU6bMllnLl6kBfPmasa0qRpHjcOxeLXzuLLromXTqcH1xvGW7amOH+bMmq2JbqjXOf7Im//s0dLYJH4NYML4CZpkHZniecQLy9zoX2Cb3dbWZvmYJOQGmo5xXE38hD1obmp2LFRvGcuqbN6bDfKW0d4U3VgdHi5Zb4vW4ZLxkoISGQ3Xw4oaHi54DJtmQ/5ciKPoXB4eIw/yK81khG2pq6t3/65B9PqGLEPYjI2ObXeaN4ePHBF1rf7BPnX1dulk5wl1dp1UT2+3evt7NWBaI2fDpkfJ8sSQX6ljuWrHEbW2X3X19TE2aGxpcjzVKvR/dvxG8PT4Hr0Za7zBnQHuDPwbR+JL4s6pzjfa2qZonGlJLMM11vd2Or0v74eNA7HUSctcl2tn/baDSZokkfFZIw2DeJLjqJHjJwtIlmuttAQwEJ8BYVgMgrF4wYHlkIM6BhvkMrkYBIFknQtgNWZ6zoLBfSTzeRvzEIIdXI8dWK8LDxnV1VdHQAGuaIJlrGQGy+eKQmAHHOCyX9kWGeeJwqZpKoq7wcCkSaqUz8aBvTCs1dU1hqM2MpK9OZ/x9VMwF7x2KY5hC8SgDTrHIQe6jGKx5ICt5JVDnINRC0miJHIpercAABAASURBVI5gYap4yKNioSvHgSMJIVggS1G4oMfpvYZN+IHBAQ3YCPG+YIErOxHhHkbZEly0AnMPP23gjf8PH2AGtxBC3I9rIYC1ImzsgdFigCe4M7gPnBl5F6L4zDoFG79yuWhcZPoZJ4fxQVb+pGJ6VVlZKsa9oBCCFSxVtY1K3kbh1P0Zn088ZONalL1cfJ+xU/B0v6/EdU0Zr1GMRp3CConZgA08eLIO6yVJGuEP4RQuevcFPaBDvxsRBIvHnbAjF3wGF2SKNZg3bN7R4GFt6MD6nOfIXJbEqXPknsT84/rpEUKIMEA35LTaisn71LLEGoPv8ou1kP2RI0dFvkDDYrEY74Vv7M0ROLgfg8V63Mc15gNDlZMr+MQ55rI+cLEvCsu807ABK3OBpWD5GbSOsQZrMngfQjDNQ5QLaAbMrMN60Jj72Yt9gO/UPYkPp+6RG5i5bEZZ41tnfRl2MA1cNFf6nFD2u0g6aN0oOuD1Tho0PU6ePKl+87LPTdchz88bpyrLCHifhos9gb+h4ZSBo7hocbfMBKXZvJpc5OTY1dOrog14JptTjQ1itWHgIY00TaxDg95vQMCdGr4aNxJJ/ihsNNgwpy68JuZnmiSIofz/SIth04p7oGMIIRp43ssvZBE6cYTWOdslBvfw2VMiLavy1TGoDyE4uDR9slnlclnzPvFIPZK4F/tjGzHIWc9BRlmH++FDxudCCNE+hBAiLugCc5En9mZP7uFe4ICHwJvLZFXl4oRUUl9/T7Qr9fW1LhC3OGhqdVOrKQaU3IPN5B7olLOuJ5lM/Pm+Ydtm+MUc9kzTJMpsyQ6JvdElrkETYEhMSwbnes3/3t4B0yMomLrYLGQD2tbV1GnsmPEah1O3jW91wAM+yHLZAWCaCWpoqDOsTWpqarDDHbIt6It0y1jeCoaLecCMXex14YqgWm4eZNK85xd1sqszFnf73HCvcXCHfBQsh52d3fF6n4OrTs85bRvAj6C5yk2sgm0cOMkv4GVwPUkTVdn/oBtcJ7FtcvGC654abR204Rp8SJJUdcaP6+zDEdrAqxBC5Cs0YW3kgP15Cos1GQ0NDcY5tR3NsLzledB7VNtGJsZhOJ7jXujGALbEPGCfNE3jvXzGqbe0NFsGM76/StgW1ofmY9zwgo7yizW4b8h+DLtIEzpjGWQP5Jf78pb5xqbGmLwQgBE8jHJTrqGmJiYsSUhFLCArbMl+KjX3c2lG1Q7cKi6yDpofJFE1VTVOgFukkOikG3J9thXQptOJDTTDBoEHdIQOyBu4cIQ/zOMafOXI+UEHqawDTcGlwYXhVjcYaupqNd4Fq7KjOO6tSPHJfgoJ6B5zwW2cC6G+5JgiGxtjwIDN4noIIco+PCdogl+jR7aqv7dH+XzWcl6yJywrk/N7zyVoJuBDxoAphKB+B89D9ktlxwdxH9OWfQnUGLNddBo5aoyGLX/VtmXgxXX4Cn7IELw6fY730IiCzzEXn/jbLNAI+ct6ba412IZOd4Op4tiHAPGGG27WRcsv07SZs1QJGeWra3XYRXJ+svPIkcOaPmOaPveFP9G3v/0t/cmf/EksXFEkzpt/g9YZmuBrnGTs2d2uY25EJebvaMsQxY7P/PFnXUy4TH/xl38lzs1yYYeGT9uUqbrWyeOFF16oq6++SkvPPktPP/2UNm/eqAMH9sWiRM5067QcJLbL5zmIX+jEvqWpVaNMjzPc7J03b4GWLD5LV7znKv3pn/6ZPvThj+jMs5baugXxdGwPsFnm2Gf5pZdp7NhxCiFEfU0sY+gW+NfaT0A/ZITR79gwm0vU09dlv9TrIslxF7u7HDc6MHfzj6fcX3tthSi8nXTgS4GLhJXYgvXanGjgV1pbW2MwDl9P2sd1ObHa78LBiy+9rM2btlp2KrGJvGzZ+bryiveIwkz77t0uZjzu4sYrTtS2iaIUf2/qLCf8raNGKKRBo8eOUs7xU7cD7pnTp+tHP/yRKL594uN/JP5OzB1uqPF08+GD+2WzKW9kf1bR7p3bXSzo0pB14sTxoyKRQs8q1oHT8hRCiAk7cgYt0A1kB/owb4yTB2wV8ovfQZ6Qe3BEL5ps+/hGIkfWwC+iK9Cac8xram5Raj804MSqq39YHAccq1aCrCuped+h1e+8qT8896QefuhXevHF31ufZFvXqx07tscn0f/wh+f1R3d+QosWLtG4sRM03gX3yy67Quedd74uumi5znbxAbiI9e6991495MYQzUASZcZu01mWq5xjjUYXjXtta/j7Ra+YNyvc+O/u6NQxN1x/+tOf6KWXXlSf44pcNq8xo8cKvSs6GUb3WB868J6i5Ktudv7GBZUVlo///O73dNANyzHWhSNHj8ZviNEYfPW1V/W9//wPAQ8F1pEudB/wvPb2dhdkntGaNWviNeAEhyuvvFJ79+5z8W63aXNC/EwQP++3Zs07uueee7Vly1bzrMHys1oUR//z+9/Xoy6krXUBfrQLLj32hRQku7t7Im0o5Kxe+Q6hmuUi0cb1m3T83W83YMfQ8X/7t3+LDdPFTsqxgdMtZ8vOX6bPff6zmuLCw0EXGLDND7h4h+wPO25uMh2//JWvRNrzzfBPf+aP9ed//he66uprNGlym9a4uUrxAZkhIQc3ZCWfy9mXD0R9ojmEb0LW2JMCfoN9HnYXO4bNxr/gD5At9kbv5syZIxqnK1a8FouW48aPEXKat54gd+gjdvrss88Vf9P1fe+7VTNnztbll18hnvz+9Kc+Ee3OWBentm/bEtdAp6666irbjbGioH2OG8ZbXDhFBpEnmgboOPiwfwghxmPAw4MV2OBgO/OCC9Kf//znI/+xDc8+86x+ftddbiLcpCrb9Dlz5zm2aTQP66Jfj0USKwo6Bs40PvBJ7DXehS/iiWbTmmvYG0+NtKOJ0N3dLfbgKWq+3UdxH7/I3DRNdOedd2rY8ezpfAL6QEtgTZJEfDsKvCj0Uvy9+qprbff6bceaNHlym5DRK6+8wrSbLhqh+BLwh0fcz77Qe4qLLznTfvHixaZJyTb0hLa5MESMBn+HhwftT0cotT0bMaJZyB3FB3QL3p955pnW6fH2oRVxD3ukaRpxA962tjbv322a1fp6WRRRsDPYcnQJuaCBgQ3D73GemJA1OLfVDTTsLbThJzuRy6NHj9jm2r68+ab5UqX58+ZphpvhS5cuVTafc+zZojPcoB/l2Obtt9/y3jWO6WsjDrIvbbZfHeeiGnAsWXKmr9fbVq1U+559Wnruebrg4kt0sRs757qZOG/hAt+XaMuWLTEepDF3ouNEfICiu6cblrqe0Wva97mhfchr1Qo7wgMx8+bO12j7QG8ZH/KmgYLtRZ+gC/tT9JnmZiANywXz5wve4IOgMSNN0sgP+Mn5w4cPWQYbhM6NsY3f5ObcXhcioSU0gr8UpokPQwiO08dFuIkxsIHwB1lin6p8lWPKarHuaVpXOUYGKdaHDzQCkFXWnexmLL4CP8M85BsckIPjJzr+jw7ow6Bz1mw253i1ViUXbLNpTo31Tcrl8o4x8/ZtBbW7abBq5Wr7i2GteO0NvepGwfPPvxDxRX+gy1jHdcA2auRI+5Z81AnWr66u1jnnnOv1aDaU1dXdJXwFtobr4Ad8HOEZOJFnQLNcNidwIC5Ax7gOX1579VUds2zVOc4Ar8S0hzask7X/Iedl3omTHcrmspEPEydNss41Cp3H/uJfWJvP0Btd5zProA/wFDnHxoUQ5H/mT61y+azpkpODItW4QJ5Lc87xTD/H2hQh89ZRbBc6yTqsRwyMDYO3Odtm+IQc8PO16Am2FFu7eMkSQUtwx44TK2CnzrTugjtr8SDyli3b1DZlmqbZh4A/uv5Hf/Rx3XHHR22jByLt4UdzS6tju1H2cR1RDqstM+DIfOjMvsSLDAq70GLIRVFwuM0NWvRg5IiRQp6w/TTioBu4rLVPpZmwdetm24ti1NuJE8erprZa7e27VWU+8DCFnAjgx8Gd+sC4cWMjLCEkEc5isRRtNPFQY0Ozxo+bEHWUBuCC+Qut06mbbcejzEJHfp6etYjf+On9733ve+IbrdjJWssDMv7ss8/Yp2/S4sVLdNVVV+u1117Xb37zoG3mSa+XjTR6+OFH4rcRn3dTBP+9YsUKxwO7omyCZ3t7u9BT5Aie8GDSBz7wgRgPXmUfduMNN9hmzxD2+uKLLtBH7rhD73djrtG+dfPmTVFHtm7dphfsq/gWZm9nr+Drxz/+cf3RH/2RlrsZPdtFdx564j0PRSCDyDA4ICPk3Wk2tV3ucl7T51pDVokJmrgOiJ/CZ11yyaWqqanT0GAhysTESVNEo+imm27WBz5wu334/IjvmjXrRMyE/8I2jHeuhk8aOXKEeJDniScedyy4LT4c9/bbb0cb2draEnUG20Kze5xrCddff73pulg82ITuO+RTwTWmio1ndbX1w/Ld6jidkc3mIm/HOl7Dli5Zcsa78fkFjnmmWwST+A1G5Bw5zvnekbYf2FxiEniKrObzOcvAMfPvmH3fsN5883U99tgjgs41lrcZM2eo4pgbGU2SRDSDzzjjDKEzrM03ETc4dnv8sUf1vz/5H/385/8rfFOaJKJWBR7MJ9a//fbbdfMt7xUPqJxju4UdGGEdqLLubLZvwS8i/0O2m10nu3TYDba1a9YKHv/h2T/onVXvaMe2XdrTvk/Nja1qtEwPmzfHjnXEn2He57j0sGPD485fcsaLdYGdNQ8eOiRsKLSoc00DWmB/0FPggC7EGdWuA2BXQwi2wdu1x/6QugzXsP8VUzZj315xrlZ2PaDi2jU/wz/susCbr7+pl158Sfyc7/btu8znIzp4+LBomGCLjrmWW/F92N5cNq9M1rbOuopcnnCjbND1xWwWG5jRgX37tMnNll7HSBNt/5cuPUvXXXet7rzzo/rwh2/XJZderAUL5isb60kFdXZ2qlgq6s2Vb+vRJ36rF195WStef10Fw3eR9WGJeUbDhXqD2enmUEG5XFaJ95dh6na8zc+785AKeCFTIQT7gmPa5Dx3pWOIdbZL76xerd/+9jH93df+VjfdeKOuu+Ea/e3X/ka/+OUv3KRdbxuQ6Abr72WOHYgF99gvAxv62do6QtAaGz59xnSVXSubMrVNl11xWXxY44wlS7TdcvCMG8krV76lA/v3Kc2kcolU9A6izmayComH4c7ZjxZcoznsPJ6HXDe5EUsc1eccYti2FvmG14Ou4VIL4qGfuY5fR1gPtqxdrR0b1upw+24d3rtfPSdOmn4l++FBHbMf73EOBZ3q6xqUt3wOO2cY8ppl1w7hV8m0Rv5PnR+O9rbgWLXk3BAbkDUfkb+c9Q4ZLPm+ivU4kwZl3S8goSl5jRCCkCdGCEHdPT1qd/7Enws6cOigEusRa7AXPmqf6dlh+cZvTJ06Jepmh2OxjI1FNpPGtZg/1rnUGA/g6bYMrV27Ritte7aYRpsdL23Eh1rHAAAQAElEQVR0AxQ4T8v1gJthboOo7Mb/YN+gBnoGNOD6J+8TBRVd0ynZn2Rzqapc786aDzaX6nBDesfW7c7Xd2vtO2v1/B+e092/vFvf+pdviT9P85v779djjzyip373O71hP7Bu7Rpt3rTRurVVW52fbHHzePWqVdpsWd+za7dOGpeB/j7lzVtsG78qMsp2FNyMbLTVfAO713WrYHqOtB3lT8gsXDBP82bPdI4932OBm7Pz4vGyyy7RDdddp2uvucb59rmaO3du9NujHftOmjRZ06ZOdy1wjvg2clvbVI2xPcUmNTW1qKGhUbU1dcq7Hp6xvmY9MsY7TZC/1OBUVLINKJm3RfP99IBXw5aFguu8BdOt6OtlFwwS35fNVCmfrVYuW6UkZMTDTT1u6Pf19atQKClJvLb3KNnODHoN4rhuy+JR18fIew7YJvILIMQKJ63z+Oujztc73MSmZtwfexO9GhzqV6lcUEikvG1hbW2NY6w6xxL1qrI8IyN5x1PYOuxgg31rrX08scKoUSNFvQVaYe/RV3wGutvU1BTjZeaOcG4BHVscC1U5Fk2GbMAqNjgEQzhQHCmbnHRhrKurU0M27BjhLhemhu3YEMAQggHMx1Gxxg24oIUC91No9FpBwYairBCCDVZOmUwmGhkQ4D0IViy5Q8MDnsM8qdaOq6YmbxKWhUMv29AkVpCMFYT37OOLNi5eM5+JjOQc14ZdLGEMGT5gLJiJwz6H4nMP+EA0jqkdwak5hQgjglCA4RYG3hetMFIwvBlls8CeNZOLQpGKNlxDLlQXPZfjgBkHzggO5zhi9KDZoOmKIDCHa/IrNS7sDw2SkPiMIgxF7wkM3D/opis4MQfGwmgMO0cYyPkQwv/hXzQs8IR1c7lsFJS8hSebTZX1frkceKTK+1jrhhS/593oRLKpsV5NTXVqaKxVVXXOcJSisw0hRMNIgwba19ZWq8HzCVZZNwQUqKRhy8XQ0ICKxeEISzCvKlZuBvBDF/CHFtC1YjlhZG1k8xZiZA2eINiZTCbuyXxw4TPjFE45cY/8wiieXo95vOeeTisV19iT8+wDXUIIwhizX85GnRFCMD8LDgL7dZpHzGVw/2l+sQ7ngJ3962IAMkItbhzxHthCCArhFC/gHYP57Am94FuDlRQcmS8F07kcdQqYSbSAH/jgLfcBE/tCX4x1JkmiDgEPeDGPdVFkjnyGVtAC2NmfvYCZdWv+f4Ij1mUN1g2GBRlER+BX3jLDEzNJmorr7JdJM2JwD/cC37CdatHyOmxDx37oEslNo5tmo0ePFN+AyFgOlSZu6FVUsLHNZHPK2BArJKb5UKQ9+iO/4jp2ZBW/xyBlshnlLB+J8WbfsmWqbICyPh9xNj0xaNAnhGC5zln+ypafIdO2ZHksCHowxjkIg1enacQxl8tZnht8TyUmViEEsRd0K1qX0ENGf59l28a9YJ3nGucK2BTsW5D3KsfBvafluLq6xnasVuzRb5zgMe+ZQ4JPg6vWjeBcrsrwFgT/wIXrkQ62J9AUXg470CgnUgip8claBzLWuULU0URBuUxW8DmxPsK/QrEgXqdhkPFiLR9836lgJ4QQYQYX7gVuYIBWwJA33XkPHYCBJ4iMrmlafneUouwO2M4jt8CMnJg9kYbI+ek1kKXxfJtr9GgR1FCU6XcRXOZnNptT1vCXHSWGkKqqqtZwBSe1/T4qPsFUU1Pn8/m4bs48q7P+IWe8B37gwybTpOg3PNC2XK64wdcc6QqvkX1oAj4l5ND2MGv7A64E7+DANXhTX9/gvdJIX84xuB+7yz3QhQHdkEuuVb3rlLnOOXQ3BrzWIR4cYl30AxigddnEJCBkHu8L1iXeIyfcf3pt9kHmoC9wcBx0QAy8IQSWE/ND4H2wfOQif4aGCtatQYGrFJRaf1kH+vS5EciR+1ptw/D7JFAkx4sXLdJYF+UsSqo1TvyESEN9veqhuWWitqZKiffCFmRDRtUu9FS5CBeKQflMTiOcJEAD+AJe0IXP2L7TyRpxRY1tUU1NbbShXGPeoP1IwXo3uW2K5rjw2OrkcvyEiUotH2PGjlWzYR1j2Ch6QQvkK29bNd6F6hBCTNCRCdbKG9bxljlkAhqi/9iMEEIsABM4gz8yD3zQoMsxzlE3I48eP6bde3ar1zLKk3DyPVkHtHk35+tq65Q1Laut36Vy0f5jUKqUHFRVRRqxXpWTfXwaspUkGdVZntDtmohzjdgP3wGc8KHzZGcsxoJXarmc4sRgzLgxqmuo07SZ0zRpyqT49+buvPNjutoNTJo0U6ZM0ZtO6p597hm9vfJNUWCqrs47eT/sALlVZ599lgt6zRG+Ne+sdPK9SludnB05ckTHjOMRF2FXuDn0m9/8WgP9vTp54pjqzNu33l6p3z7+uO7/zf1ujK3Wz372v/rud7+jjOHqdByYJEFbtmx2MWiX1q1b62bRHl144flOZufZnvdr1eq3tX3HVjc6LtUZbuhs2rhBO3fu0mE3uKqrauRQzo2qI8o5KO/s7Nav739Azz3/ogsXb2mbE5G3V63W0WMntMUFopVOVtev36CQJLGQk7ecdXX36uChwzpw8LAGLePdThYTwzbs2KPa8CND2MDW1pEucswU8oCsIIscGxpqrdvoSsXrBuOV8do10ZZVOwgm6bzOCQffSKR49oUvfEGf/NSn9IlPfkpLzlyqD7mQeIEbyfUN9aKIvn6T4QshFlYuufQinX3Ombr0sgtNj1kOwie4QDhWY0Y1ae+e7XrwwV85yV6rUU5g0yTx+3XeP3Xx5rj6uru1Z+9u7W7fKX5+dYIbrydPHFEaShrv9y3NDSJZGhzsc9F5hyjSYAfACzkO4ZT8k0iAc5V1Fx1EBh1uxQIe+sc1xnE3ZR955CH19nQKe3z40BF1d/WaXlXqc+KYzeRVKla0f99B9bi4MGLkKJVsoxvcFB/jQuQ0N7SaWppto8sacMy/Z3e7Fse/i3heTNQoQgYlyqRZJ58Vn7tAX/zil8S36w67qPI7J5RrLD8PP/ywtrrRutVNkjfeeMPytNfyeUxPPvmkaZPRueeeG5M+9AX9mesEsNFN3X0HD6nXfvm+++7X008/qyOHj6mzo0ur3Wzs6+nXmYuXaLxtBXHVj3/0Y33zm/+k512Y77W8pGlQq5PSEU6Uxtp21NXXxTjgm//4Tf34Rz/ShRdcoLztx99/4+9Fc/JlF2Neta40OXl6rwuZHPlZwpz9B/NuvvlmUYimSERif/nll2vJkiVOTqcpmAb4qwH783PPPdvFwWVCxj70oQ/poguXa5z359veH7jtgy4y7tQR6+Yh06fL8nCuGzk9xlFOPu0udNaZ52rIBbMHH3jUsUWDZkyfqTTNqNPFNpI8Cot9tlkklJlMRtAU27pr13aRS+RyGWVzWa1cuVLwdvPmrUIHL7pouRYvWqIrrrjSBc9XtGLF627OvRb/jtyjjz7mBvEbUT9rnWCuWbPGcO7wnBUuND4mPjOgM/vt2bNHQ7bj4FiyLR9y0QW4gimBfhV9Dvk7nZDyzQzu+fznvxDvyxgfeM1e/fbl99xzryhkMx566GHRQDvqgtGAYyruo7DIt4mvuOIKff3vvq4PuBB96SWX6FPW2UHnXV/72tf00ssv69vf+pb+0fylWD3dzYETLtix949//OMob3fffbfwLaeLM/yNV+ClQc23ebmPouksF6ZfccP9vGXLRJGszzCe7OwUT6O/YjnB56B3aZra5h22/S3Y3iSCL0OmC7gDN/FACMGNyZEuYMyK8ga+FMC2urDCkTW6nGvzt0/B+7e//a3uve++uC4Ff5pFXKeJQDMCWWRdru3YsVMhJMLPYfPxS5wPIUT/gzyucEEHGoUQhF7Aw2MuVCDXwAIe4DzfTT3mdbtBxR6rVq2Mfru5uTk+rMK6Gcsb+sm6FIL5THEhsb8IIQi4+BbdVus51/iMreIe6IJcEINMmDjRzYOZCiFEu0yciN0i7qERABwXXXSRiCEoblC037Fjh6D7mW6aZ3O5yE9sHjR7w7zqt87zzeWezi4d3n8g2kJyhopjRArLR1zYtaFSrWOcwcF+1dXViL+1jL4ODPRp7fq1zl2KGnCe09F10v7ngGbNnqFq1yioWxw5ckgVd70mTBwnvg1bcuEmm8uoVCrY953SvT172q1HrwtawdfJUyYLO0JcAo05F0KwLzjh4tq2SFcTQZtc7CNO7LY9APcq23Xwh5/Qevr0GXEdrhM7wm/0DdnF7nDvHuvks88+qxdffFHbtm93w+C4UvML20BMhI+Al/KLIhW0PmwbhA6zHvqIfLA/OjLeNstTXSA/JO5lD2SRuAaYmI/+4peKzkWQI+CpdxwJzq0u+qEP6CANlQ0bNtgmrbIdf8awdbhwvtk+cKQW2Sadd+75On/ZRaZHj7Zv26nhgUL0UV1d3eZTXZyXJmm0HSc7Tjou2R3tE3La2toa6Q1cyElqnUQXwJHrxMO8P+RYCJxH2i/zDW2aXhtN9/7ePhEz7XHDC9yZAy6sw/te636TdWDkqFGOBToiDOCJTIcQRLMMOwedwZU1zrU/g+bwC/5AI3QBuUC+4SH0DCEI/udrqpXaZtsF2B9mbU+KOnr4qN5+420X27crqST2XU2a5OLnHMfMM2bOsV+YZRrlfL7BseBojXXsjD6zvkXe8cioeI198BVcR8d4QAAf/N3vflfQhZxv584devYPf1C//RdFeJoSjz/xhDq7evTGm2/rD8+9YP8/pDFjx0R9hT773chB5l60vGGbKFZ32Y7Ba+QE2TiNOzQhVuixfN/vYjO0wB5w73/913/Fb8xPmdJmWVgUYQZe7AjyP2nSRMmax7lq06nK8W9zS5P27durtWvX2Tets79YEe9b7NiEgjs/I7zcDZW2tinOu4d16aWX6anfPxXtEzwFHuBDH6DHT37yE61ygRt6oAM0w3hY56Mf/ajmz1+gZfYDV7npiU7iJ/BD8JBfMvjpT//XMd5G25t2w7I22m0eTEEXkTOamthg7Bd6g4zwIATn33rrzVPFcheGkVnoghxDV/SFe/pddJ45Y6YjjMTNwqKmT52hy99zuePvbfYT9+rIkcPiVy6QuSbHLtQskTPs8/r16007WaYy6rcvHTJ/X3LD99GHH3Ksulv4gDHO1+fNmauZ06Y75mwXPqbeucy4seOEbjz44MN64onfRfqEEKKcNTsmxJbjS4B1vOsu6FW1mw6f//yf6KabblRnZ6fji1eFHsFrZAM7Am15mATckBv8AzwhxmVexbyGTqzPOeiBjmNX2G/b9q3asHG9ab1aq1ev0uOP/zbaz2OOqQquAxvEuCf3sgZ70sCGPvAPf0Ich33Dv8x1rImsLD1nqZDBhoY6HT12OOY4x50vjRjRqrPPXupYrDYO1j3P+s1PfHa6yXPMNnT82NG67NJLI52RU3AtuMacJG6MubGwffsOvfTSS9F2cH+dbSR7TbuqPAAAEABJREFUkn+AG3ay4jrJ1ClTde5552qu+QHs7e17zLd+lYtlscYzjoEfMj8ed/P+YR/ffGulfVZZDeb7FMc7s3yfQqojR49bLo7pqButx44djzYcfUK2jzg3bLet4zP7BktIxn6CPZCd/fsPxvuGHIPmXLdqoMHimDCEoOqqfKRBJpO12QrOhetF3afWefJI1wSqnDvzgEadPze4KZfLZHTc+5+2g1X2azt37rQ9ec483BDtDzoHHEXzruA4crC/z3YtqyltkzVyZIuOnzhqe7/L8nRSIZHqzR98T5IkQu74VvH111+nK658j2obG/Sc7dEvHOc9ZV/Y4VyfbxUWikO2qcO2BUPqslwOe6/UMQu61eU5HW4m7jGteShl0DpCrSp1jJq3Ta5yjkBtt8UyP8G2CNkZ7aYdNYS9+/dqy9bNzm/vtf182valS6z3xhuv65VXXtERN7RH2D8hZ9RX8DP8/PMqx1btu3bpheeeU29PtyZOGBdrX8DT6fgl55wjTVPHa33qsL/rdEw26NrREdNym2O+Z93Ae8Qx++mH68oOhAputvFg/xTXDGbMmOEaTato4v/Zl78iHrJAZpF5fPvkSRNi3aDvZKf27dqjPdt3a+fW3dq1fa/HHtNp2HJVdB1xSMOWY2SZgUwW7etLrlUS9yPLp0bJ9ahClIlq2+e62mplnH/BU3SbuSXrQcH9mkHnkRzLjpsqHjRFM2ki5JA9+sz/Yc/jPfEb/n7YMRnvi67PYiOam5odS1er4PN7HXPtsTyTL5BXgB++F7gGnRvA0+2Oh3Z44H+KxqfLMjBgv561fGK3iH+arUOtbpJNsc+YMW2Gpk+Z7txyvEa1jHJOPlJ5x5xAmTFf8B011eCYOu8tOn9PNHniJE2z/lI/PnDgoBvjBxyXHBLfwux8dz/qT/2uw8DzrpMdrsccdxx7VMfcHOz05x7zudfN5Q7HqnwDvMb2tN5NwYa6Wtv+IdekUjU1NqqluUmjXDdDrvh56LPPPEOXLr9Yyy++UOeefZYbq3PVZlmdNHG8znB95uYbbtRHnIve9v4PuMl6re3ZORo3drw1X6pGVxsaVV9f5/fVtmFZnw+RH+gAI0lTWd18/vS/EN9UXGOFT/BkyLo74Lh60P0sfpmzr3fQjfI+60Sf86IB276CZaTseLniIVXKXsNxTSbNKpvJe9+cQkhV8bnUulflOlJ1TZ0S86hg2Rl2Tkms0mH92O/Yg5/t3u6cgAcKVr2zRq+9/qZrZKu1yfWvvfv36ahrH109nerp7YpfThoaHlTBek/dfMjyha9ldDlm6bD/ZQw5d6upqRHxOjk+usTAf3AkhsJe83DCGDehE5QBZ5UkiRW4KhpHAuoGNy04x0BpWLzDilwywVDsjJHiCBUhGECZJMrns0L5MdT9FlAMZt4GqGIFR5gpRqZpomw242R/0ITtNVGHI3MwUpVK2YQe8rmiCVm2Ic1FuKpsuHHOOQsxI5j2wF52pQ6F7LIR7OnpMrG6TazeuG6PDQowYJwLVhoG94WQmJAFM7HkPSpxyK/UQgJeIXhxhXdh8AW/Dx75fE6JjW7JzIQmQ26sQnDecw6FrRhPjBlHlB5lAl6YUltTqyorxOk9KuVKLEyxHXszj2tlr8967JwkiQUrY3pl/39GxnTJRmGvq6uRQdKpNUiaE6U+waApnc2kYsAXo+d5FclJYLkMfSvGJ/EIPi+VK0Xlq7IuYDfYSdU6UM7H5LGqGh7kHdaUTJNhO3SUokcE5t1W+CELZsV8A4fEe5dsXNM08f01MQHHQBEIJ0kSeQvNeI/RwhEiI9CQgSxWTEPOcY2AMDXg3IP8dDsAPy1b8BN5ZD73wWfmGUHDWYxDCuavIq9ZnwFfTs/nPfexxqn1ShFGrrMW87nOvlznyDX5BQ7wnM/MYS3W8aW4XwghNnbAIW8dQBY7bUhRWuaWzOc+J28VV81ymawL2y76VqRgucB4EuyWrW8Yeb37Yi/g4mPw/4Dv9Dnow5rAFQJXJWjH3lk7ZM5H+HytYm7mLc/y3jimATu1ehtpnF/GMgNeIQRTL6jsgmoIiRobmuwUM+KbWeVCWRUHdRXrXzafUaE8pKHSoMoqKptLlVgOypYJBUVaAFfRTdhTOjPsbcvxPDThAYROJ2rDXq9k3MuGCbgtBiobfxpl3XYqnDdIhiG1/OcUvH6j7RQJAMFJrQ1fnZ1NVT5rvBPLab+DhNaYgOfzedumnOFKoj7JL3gJPNCEgcyNdAEZ51gsFF1o7rGNGoiwerqKdvbwDV7DQ+SwaKOeNW2Rb3R82EEOOOWzedU7gCyZdjQRQpJRSFJls7kYkAzaUJeMWyaTFbaWNdgjhMAh0obrZROhaJoUHDgUTD8usidPJpWsZwR3uYzX9oWKqR8ctKTWF+4dsP0tek7ZdOKekuWt7LUyng+sDHRsjAvQJNan4MhFfJkbQhA/6cE91dW19g31StOsbWfRo2C9qtgG1UT4T9E3H/nCvWXzkKMsZ2NHj4mBRapE/S56V0yTovFJQqqhwWHb6n6FkCh4AGfZMOZM02EHR/CII/wp2PmVvW6SMDcoeD484zOjYBvPnpxjFP0ZXpxas6RgGkHnEIJhrhf3nP5M8bLOhTV4D31Y59SeBfEZ2vh2oXskwF12uuyHrgw44B50oBZCMH+zkXcFy0+1A6wQEgfBvZFW0Ii1gIe9S9Yd1uQ9e3GNezgCF/yBl6zNMOoiqCiZfkeOHHMTYr+LSDvFHPjIPazDkTXRG9bP2WfymbWBlYQXuuzbt08k6fykWWtTk8Y6kR43epRqqnJqsB5NclOzxglRv5tZBfs6nkAtu9li96FsyJkuWTe+Gy0XdZEu4AXsnbZx7AvfoNHho0diEpC1Dk5ua1M2l1eVg7acG2Vl85q44jknEhRd0S1oT6IMjNsd9AIjOIIb8JesN+CLXQVX9oXf7IVOsi/nyiYYfOI+aEBQxHXOMzg3ODSgyW2TYsDU5sQja1tWsh+sti2B5y1OmkZbP+odYGJj8tmM4sjnlc9kLdEh0r/b8jBs3UeGhmwTypKTv5EubI0SyQw+ENmCNhynTZ8mmiH85CaNvPdc9R7RwONnNL/2ta/rr/7qrzVv4aIYED7n4tVLL71sXm3UtGlTdP75TrDnzbYdGXAh9qguvHCZFi5aoN1uyq1bv8YBa5daDffJE8ddiOzXDhfqV7sJe8JBedE61eJiYJ+LzT0uTv7+yae0bdtW8cADfyPmK1/5sj7zmU97/7+0va/XyY7jqqutUsWyeujQQQU3+jKZ4MJKj15+8QUnCXvU7IS2OpvqtZfdIH3jNRVicNpnmRhWs5tgM2fM0pzZs3XMDVPsyDnnnKf58xaqzQkH/qbBtOWn2Wqtf41NTVFf4FvR9g49gt9Jko3yhhwT6MNTbCk6xRE5qLa+HXNjAB6b/Bo2rlOnTjVvx8c10V2rqOEa8uVEbZOnauSI0Vq/bmMco0aOUXVVrVa+vVq//OWv3Fx+UBMmTVKbE6rHfvuEizSbhe5QHCOgnuRrS886S12dJ7R5w3pt2bxRr7z8vDZteMdxT42biDfqC5/7lD56x20a7SbetGlTVXET/tDB/RpwErVg4Xw1NTU6Xs6ooa7G96/XnBlTNWPaJA046D/gAiHF+rlzZ+mWW24w7aUh0xbc0RHidL4NONHNiBFOpkbYd/Ft30svfY8+fMfHfM+tGjt2gqAP39YccGJa4+RWjv3K1qEh6zTJ/GE3qvvtK0aMGGEeHTNMTYLu/Z5ftM2t2IdU3CwoDverqb5WIy1b411InewkfMfObW4It+v1N1bEZts776xVZ2dPLMDkcjUqmQcvvPCCk8jDmjtvbvzmyCctX+hENpeLzQx0oqWlRTy9/xEXLCeZrthY7B9FwHY3BmodO9P0evPNN8yPNlEE42cC+RbD8uXLNdW0nT1npn7r5tNjjzymAwcOW663a+Vbb4uiU1dnp+1yIf7tL4qmV1x5pY53nBA/Rx3sTygaTp48OX6r8cabbzLdxqnKxZ6aujoRn5xpPs+cNVM3uYlKARC4Nm/e7KLpLuPbad3cIPDc4eLQaPu7US62dzgpW79+fZRD8KW4n7HNyNvujR8/0X6vT8gnn7Fd99xzbywEz7au7NrVrhPHOyQnk319Q7rooot1zM3jZ556Ro8+/Jiuv/76WHzKZDKqta165OGH498r5cnrBx54QOPHj9OOndsdAw2In3/6h2/8o7733f/Qn3z2C9q8aZv4FvwRJ+3se+6554gHNs4/f5kucQJ+/bVX69Of/Lib4efFxkVFQTfdeLPpUR31Y+0764QP73HM9r3vfk//9q//ph/9939ro4uaFBuBe9u27ebFEzpoPjQ2NKkq73vNw0w2p5ve+16ds+x8dbswvGfPYeXy9aqqrtewY8oxLtre/N6b9Wdf+ZI++7lPG++LBO2r7JPyHlOmtGn+gnl64MHfeP6AMtmgX971C93lgc4uWHym3vv+27R44RL95Z//pR558EHtad9nW/Wq8d5kTKQxY0bqSTf2jx4+ojffeEsUcMbY7xUdL/AtoKVnnelG6Zu66+c/F429SRMm6W+/+je686N3qqmxSePHjRdFwmr7sMdcxHri8d8J24OPzlmmi9h/+x4bGet7RZ32DdOmTYu8Jp5B3ikahhDMn37DM1qLFi0SMST8RCbGuhmCfi9evFjTbMPwK60uxI108wfdQO95AAdZQU+Yiy60TZ4S7duw9S7jOJ4cq6+v1/avR7X26cDBXHRglRsGrIdfRP8prHZQxHGsTWOttrbOtiOrl195SVOmTtax40dsFwrR31VZN7BD2F/gnu7iLY2I03gBIzrCPPw0cGKb2eO3v33csrLRsjVC9957r3jSHrsOHtho8Ky8G7OCN+dZ79ChQ4J2tbW1utTF6hHmGQWpsmnNPOw+MQu/qPGNv/97PfH443rdzeM6y92cmbPMu0a9+dZb4uGFXHWVdrXvjrRqa2uzn2oW3+Yq2ecAA/rT48JmmoY4Z76by6wP/9gPGNBv8Ef/5FfinGeM+Yado5DU09ttez1g+9Gn9j279Pabb8aCaiZNo1xB+7zlBZmCJyEElSyDfJMQ/lLYR57gJU1i3kMLbyXoCgzIXcU5AvERTavV77zjJuVK8U16vnEPb1hrvJuhLW5oYmehFecZyCy8b3AehR+h2LjBjc5sNmuZ6RXyyH7k+uyPXII/sPM+TRLLVW0s0AMP+2D/oNNxxxshhJhPnH4/YcJ4YT/5Zhhyhx2jsYEN515wxfdD2zTJOH4arcamJh11vLtp4xaVS9aZvkEND5eUt3/JOZaEf6yBzSWXQX5YB1nLmb7sA87IGLgAO/hyDvt3zTXXiAdh+Fbw4oWLRByKnyfelS1Gj/WB5gXHGsveIcez3ZYNflo2hBBxX7t2bcQTOWd94MCf4FPlF3wDLmiHDOO/fTraDfCFD79zkwp/fPDgQRdIRR8AABAASURBVEG/k52d6nYN66Abv0k2o4luKChNFKzXPPSXplmlmZyGnWsUHEcP2X5mbWcTn2sdMUatjgmqHM8A91HHRfCr3o0b6ISNgtfwHLvBQ2Q0CZG5VtsYHiTBXxErwi9oediNl5n2TWeeeaYSw4CMwHMGtMxkstHGYWOI2VLLOXtC/6zhhxfgn7HPAibohE7RSFu8eLFuv/12ffSjH9V73vMe24ZWyGOfXRLxwDjbXOR8jGPx1PdDV3IBbAs6MNmx5Jx5C8QDd6++9rrjjWNK0ox27twVbTAwshf4zbIfHzVqtF5xg4OfjX/cdgKZRwZYd5R9N7F5X1+f4Rgh9hzjYin38s1PvnmG/GDfoOEYw4TNRgaxS9AH+1ptG8McGuw0S2l2rFmzxk3ftXreTUwecAIHeAHPH3ZT7Otf/7oeffRRIX/sgc3EHi1YsCDCEkKIscaLL77o/G9vtAMHDuwXDwfsczNnr0cllHWec4Ta+hr19vfohPMA9uenU2luD9k3gCc0ueKKy3Xr+9/v+HSUmyWD6nZxun3XbjW6gcrfFUReNqxbrx/+4Ifi7y/yoGpHR6cbo6+py/kDcLU6bsQOYsOSJBHxGk0yft559Tur3fzaqXY3ONibpjK2CX1B7sEN2v/gBz8Q32Ldtm1bPD700EMxntznQjiCwLrV1dVCblaseF3QjM+cx6bV2LeNGzfWsnOFY7iPu+F9ntI0Ucl6EZLUdcyaqFMHXHiHN9jED3zgA6L5RnPp3/7t3/Ttb3/buc9nbHNGaY35BI8YwIjs8q0yHkbdtHGD7dEhte/eaTiGnduecLzwVowv+pxXvfTSi7a/K6LcItfIDTA22o6hb+gHvxbU7CYQa6Nb0Ad55Fu6h90QL7rWdOjwAe3xHmlS0ULHPHPnztFJ++cN3v/kyZO65JJL9P5bb9U47EISNMNy/b5b368v//lf6NLLr9CiJWfoPVdfo1tvu03LL7lU453PQwti487O7ujLT7hxCE2xR9jM1Drb0NCkrG1Ixbbv9Hl4hZ8ecJ0QvUAXudbn2CI1nZET6BpHS5MWLlqgyy1bF190kS65+CLNmTlDA339Mb9YsHCB7vyjj+vKq68WukztZXBwSOwP/fjmIHI/7BrZsP3hOsfQe50DHDLv2h1fb3PcvcfNxwOuX/DN1bxtvFxn4iEp4o/x4yaq4ubM+csuFHH27t3tWm1+7vX9A67VDLnJMzTUH/sEBdO54Pymp7dfA86tSpWyYcrabw/Z7w9HGd+/b7/YH5nes3u35XmXjtKsLw4rzWVVU1enxuZm1buxVev3ZUnsw0MSNMWyaSo7Lh0+eEDr7Sf4Buwx+5B1hum+e+7Ro9b739z/Gz3z7NPR3p1zztm67LJLhTyXHEt2usl5/MQJ6/KA+xt9lrmyY+a86qyjeecSIXj9Soj1xtQ274Tn1tZUKzguOHL4qI56r27HoO+sXqXXX3tVw25wLVm8UGNGj1RwPp93zaPROfw453RTLUvTp0+JPYCCm859fT2OWY6pu6PbMcuwhocqGhosRtkZMn8GoaePNFnjcPxUMMzwkutl1xwzttdVjhc5mjTK2E+McKNyatsUETvBvxrDiw+p9rxsJjVczJT5WFGSZKKfTGxbBl1ngw8bLQM8JFaw7ytbx4ecp2LvkV3sQqftGDWlf/qnf3JucJfzwYPRP3d1ddoenoh25KjzH+RFfmG/ZHpRiycPyGQyGudY7uylS/XeW27RRz7yEfHALD4LGe3t6VXEz7EntojhZeI/9AL97LT/Zg7wVNl25Y1bCIllq+B5QdlsTnnX15ChgunEw0tD1gPwDAqqOEfvsp4ft9/tdZ8FWSqY1mXLq0nhuky1eNigfddObVq/Tnvad2losE8Zx6wDA73asG6tXnvlVfvAHca3UzXuoeWzWdOhaBgGDUNZI0e2ip+hPufcpbrYejp9+lT7mZbYuzkFh7xeqiRJLXcl18ORgWEN9A+r4HoXuGILKuYBRz4XrLPD5gf1BXLn/v5BDRivIc8fdM2hz7rWaf50uJ/Y71iuMFy07hc0MDCk7q4+dbp+0Os6ccExXsV6XHLNsVAoqWBeF+kR+PPwUMHyOKhCvLfk+0vWjX7nKB062dWr7r4BHfceBy3/+w4c0v6DR7R7zz5t3b7T7w/rhOnabz0oWIcLhrWr+6Rjh3225cc9TrjxfSDm9jzgAy+zplutYz94acJ5v2HExVbHMlqRco5DkyoTOGdjVLQCIKhdVrrUyt/gAlfGC2TfDYISc485iY02BMMAI4wdLhhwXsFCbyZaBlRjwSFhYD1vFRmTp/jo5k0+n/XGWQtSBpicTA5oyALCGihc1ntyH4UcFJJ9uTeXyyqTSQVsaZrEI/cwEgcYwavBzLKFG/j80QKQcIjr9/X1xSPzWYt9mF8w45lftjDIwBMEDgwMWvh6LDhDFryyFblGOOtGG8uGhnrDcQp2+YXSATeEBk7WTU0/Bp+TJPEaFRO+onKlHI/se3o/5kF/1sCgcGTNEILKxqVcLlmIi35f8r0l4xQs3Ily2dTvpVKxYMYO+DisooWCUS4X5dsjjaAZawIf8PM+hKBTOJeMi9dzcTT1SJKygh131mt7ZfX2dVuwO0yLkyq6Uca3UpOE+d47leEpx4JQn50k/BpyU7XfztZXTLNqgQ+4gU/WfIUW8KHzXSMDfpzjGoaUufAH/sMXaMMwmY1PsMxk4/H0HOaxRgjQuGx+DVqe+uMR2QFH7uc696DcnAshiH0bGlpsOEYb1lqhpMzlfJpmxP6swX2c48h+wAhfa1zAgpbcAwyse4qv5XfvHYrHEILpUKsGJ6tV1oEgU9ZGQZa3nPeRedxnw1yy/kW9sRFnDjQJIZjGFfN3WCEEB4blKMPsx/WK1wIuH6xTOS9Vjvj3uzAK7L0O7Bi8Zw6wghv8QM5lB5zLZ71HSYPWQfZvrKt3gJ4XMBQsT3U2IAR9/M2NuuoaTXZhqbW5RQ1uFLY6gMiEVBXjU3lXtqED9yGDvM/byIQQVOdGbc46nKaJGBil1HpSsQPLZrIq2UgePWqnbUM7aIM75IB/MAY3FVVMq2g8jRd4lOxMmhyYhmCaIP9uiNjz2NEPyOJp/bB8+hqyBu4lOypwrrLjyloOq+zU6p1UklBUDDdzhox/wbagbH1jj6KDgiHDkTFszIffefMvNfxJklhv0ndpXtJAf5/1MeNgpsZ0A95ylNWM+cu68CtjvuZtZyNdjVvJ6yeJaWcmcgwBGZZ5KPO7aD4XLJMlKaQ+ljVgR1M2HVKvWbSsACtrVVRRmibGu6LEtCRoK9pBFE2XYDjBN/FRfpUtayXTrmR6VJjrc/wDNuaEEJSYgLwHV3gE7hnTgHPyi/sqhqPitco+kvRDv1w2J2xMs/lSZ92oNq3KwOlmaW93j5oaGkUxod4BYM50qHWhDp1nXfQqtSywH7gN2IYAY9l7nIaffb29aTNsWgwIuWZAXwKQYTvq3t4+9drOE8yl9kUl389erBGCqeV/zGddbGHO8gh+FHHGjRsn9oTP3ANcrBlCMH1T82NIvdanPicPw+Yfa2TM0zRN4nXOMYCT8+zJkc8hBPO1LF6sDd7YAz73W6ZZi3sZOftI7oO/fcYFPwt9mAt8nGdtaAUOIYQIW5qmUR5ha5Kktj1F8eI9MHAvtGX/AQfARct6vYuM2J4u2+N66/3E8RPU42AzuOFjd6C2ieM1ygU47EKqIOfospt3wa+obJpTqoz6evrsIzotN4nQKfYZst72O6gjqa9vrFOdbV9dU6Nq6+tV7X2QA+QLvFLDvWjRovjNFIoS4JUkiX1Oj3EonJIp2xkSBGjBdfACJ+6HdtCSuIVr8PISJ5kcwZP1QwgxkYbW0JbB/UcdTPPTOiS3Z599lotPI9TY3Ci+KTPeuFfVVoviKAXpmpo6ZbJZthY0ZIRESlLFz+edd45u/+AHdNWV79GZTlR4ajeEIJJnYKHIcscdd+jP/+Iv9Cef+5wuvHi5Pv+nX3LT4C905VVXa0rbNPENqGPHjsdv1H3/P3+o7Q78prsROXX6TC274CItOfMsNTY1GI7Udr5X+/btUcfJY1q56i098cRjancwPTDQp/UOrB999GHxM6b/+5Of6rFHHnWy/7YowGzauFHobmLYFjhB/9SnPuFk4SZNdmMsa6Z3uPDS1XlSa99ZpaeefFybN23Qlk0btX3rZg0N9KjeSU9jXY0mThirM89Y5MbfVBXN7+6uTm3csE5NjQ2isHTd9TfqH7/5LX36j/9EbVOn6oTXHHACu39/u2jETZo4TrXV1RrhxlxVLnWy2u77N3jfNcZrnwuUh9XveKJvaFBDtmXwLk0Twbd+B8ohBMFHHkiAz0X7DwLfXtuAw26S9OJHnHjxwAA63djYqFGjR+jyKy7VmNHjNM5NG2QHXaII1mwZo+AUQtDll18eGxg03JYuPVuT3WT/669+VbfefpvucLHvL//irxwzVLtZt02ZkKilqdn+sF5dx08qDUGzZszUGBfrqnNZvfDcs27oPGQrXbQPrDbNlugiN6yWnXeu799qHm91Q+FX+v3Tv4+0fvy3j+qnP/4fvbNqZfx2wInjx4RNLbpQOmB/1Ns7oGEnFr2mQbd1b/OWbTGBmOBi4rD98O7de/TGm2/pgQce1PddAHvu+RdcwDiunOP8bCbnJm+rKLiOdHMXupAoHPcedfW12mt5qlj3+52IWQVlYmvYPBhy47ffyVzZ8cBIF0pOOubvsy2c3DZZVTVV2u4CR4cTl7ztiZKMps+cra/+7dc1w8em5lbxzZBFLlKXbZxS+5KDTm4qtifTp89wc3WGdrvQ9pCLZ6d1rddrAxe8obAZJL3lRsSLbspiA9CnL3/5y/qP//gPzZ47V50ubL+24lX9/Oc/084dOzToJInm3XnnLLPPGakF8+epaNgp7O1zQWXz1i0i0UaWBmwL169bJ+wA38iot/w2Wxa8pYbtv2gC7Nq9SxRc87bN+BQKxDSOLnKh6EMf+pCSJIk+CTyxRejwDusuzZ/Vq1fHbzXcd9+9+ru/+5ruvvsXeuGF562j60UczF4zZsxwInuxPvvZP3aR6aPqcxPmtts/IOBduXKVKObc88t71WUal0rD+qs//6JWvP6adrhh+aYLi+tXr9Gw5eGVF16KfyOobP9+zz336KXnXtCD9z+og/sP62tf+4buu+9Bvb3yHZ1x5lLz+qDWW1+r3KBM0+Aizzt67aUXtXbNKr1pWq514QVa8ze4Ko4TN23aopbmEd5zh/W21na/XzNnzNbH3GD80Y/+S3/1139p/9hjOv3W+D0nij/ZXE5bLJ/t7XtdgNrjIsZJhZCKp/OHC0PKWyYnWm6z2ZxtfVF5xwzwHF3N2LdCy2lu0iGns2bPMp1DjKva2to0e85s8RO+IQR95Stf0R13fERNrSOirFdbDtesWSuKwhnvlyijl196Rfxk7x7L2lEqneEZAAAQAElEQVQXJ/hFhuvdkL7g/Au0wvh+/e/+Vl/64uf1ve9+R888/bQK9vEf++hHjd9HZUVQJkk10D/g80UNOaZJvO75yy7Q9773fd1ww43RZiFPVY4t8UPYFuBmDNkOvW2dfGfV6lhQbHexur62TkXHLHWGdcixHXl0vjqvnPlx+OhhZXNZjXFxq76hXrV1tRrvJhQ+Dtm+6KIL436dtql9jhGQR/Y7Yn826DiWb5bzGfrRYJs0aZJ9yyzbnzqhT8hrzry5+OKLVWV4QwjmXa/QqwbHZxwpGoH3wUMHdK6b7UO2w+PHj1V3T1fkAXKL7qCn4N3T0yP8KPeB86Bxhk9DhodmAk0F4CQGofhOs4KG/ujRo8X72tpam5tK9KXAN2Rbxxr7XDAFlzoXKTdt2qSf/exnlrHHhe4gI0ma2hf2R5jSkIiHCbZu2WIZrVGXC8VHDx4SduMH3/9+/MY5+APzijfe0DoXpX9x9y/tO5+IjRWK2Js2bxIwpl63qakpvm+xPeDBCWwBsjnGzRNotGDBAkED5BaYiYUHHLvCS4r2NBeI6SiWhxA03w1ZZOMd2wT+xtdKN3YpRtaYBw4llM9mY0Odtd7ytXbLKrj3mrbkKsBEfEXcgj+kCQWtKdRDi8mTJ7sY1WWbOl3XXnut/vqrf63ly5dH+nCdQi+wUqgGPgu2OM/P//EeuuC7Z82apRCC4Bd4wlP4g8xwP5+b7fOgDw+aQS+uD9iWIo/kHtw7zjE1cNIg2W5bRRH0yJGjAgfkZ+bMmXEP8GUedp84D5uJrIMz45Cb6BQ9+alG7AOwQh9w4DP7IiesS1MKOCdOnBhzbt4j4xyhJfP5zHvOgQOyxL67XJR84oknol7SnDt46KCOWH6YN912KLVNgvbwAbqdsB9E9qEJDXDeI8/gBj6sC/+RYwrr4MUc4IfW0AoZAX5wmTNnjmhsIuuszz7QFT0GXuQOOLgOHtCIdYAPGlZX11iHgnUo73gD7U1j0RDaoZ/MhZ7cx/3wmbWBg/MD1tl6x+p55+xJklGH9eeFF16MD+3AyyrHazW2V1kX8DPOQykow3vgRCawMzXO/cCZtZFL4Af2EEKUQ3gEvNCIB6JooK5xU4FfpXjDOrlixQrxN0q/853vxH2ZB30rJloIITYSiRfAF9ihky8JPjY1NotGJg0yYOlwsXamZTljvSqWC3KCrKqavDo6OzRv4Vwhf9wHr2jo/ehHP4pNTuQDe3XllVfGByHBYY+bOdu377Afa4+5CXKw3k2eu+66K8KUs+9iPR6M/OIXv6h/+IdviOMnPvEJffzjH4+NYuLK888/X/AcHoIDtCs7T4U/8JfrwE5Dn+YjvIFX4EkD8Kqrroo6/clPftI+7w4h5/AX+rPWa6+9JmITZA76zF8wX1dceYUbbH+mP/3SF7Rw8QIX0gd00rThl0Wef+45+8VnhH865NiIuI6BnVq4YKHGj52g97/vVv3Hd/9T3/j6N/TB2z9kGZOIsaHb4cOHhV1E7s855xydf/4yLVy0QIuXLLbfOFeTJk6Idasm21IGuGOnOqw7/Kwyuo2c0ET+gJubxFQ0tcEZvF5b8ZqQW2QW3UZW+GUI9AV7gj1mPXiG/YBemUxq3k63P5pu0QixkZLJ5PS+939AX/u7v3f8fYlaHCskSSr+LiS4prb30GzQRf9Ro0cJXK5zfABM5AfYenSE/fGpvB/vBj88u/GGG/SnX/i8PvaRO/S+975Xd3z4w86Bpog1kXfsOHh2246fgrE/6mfRNSDWmThpslj/fe97n/793/9dD/zmfv3kJz/W3/7tV+N6zAnGZErbZOcml+kLn/+c3v/eW7xHm4gFbnOzdMTIkXrr9dd19y9/6TjvPm3dul1Hj3UoX1XjUaeRo8fpqquv05VXXh3pAp49zh+gy5DjmSOHj6l9d7tlZ5uw1fv3H7Av6TEOGVXbrkCjGut+lderdewiv8ANumdcLy44vubn54lPkMWKSmp2Lr106RLddMMN4gG1xvq6CPN4N727uzs14Dgd2Z89e46bxYusFxPVZL8yZsxY4ZMmudaYy+Ycq+7RY48/at38g7bv2KZu5yJ561u9YwIargXHGCNbRujA3v162THw66+t0GrHWvy94z7XpmVb1to6Sg0NTXIoq6LjY3KRJE2NhaJ8FqyDg86fDh49rm27d+uo9eNkd6+bMv3qdz/ADtExWU4hCUIXQyIVXTvs6u52XHvi1Dped5fvxReFEEQzbtm55+r8ZcuM/1nxc6hUVHJsOdn+6ZqrrtS/futf9JMf/0h/8Rdf0UdcH5g9e4Zo9HY5tiu5VtfZ1amDhw+pfc9e492jsnfqt4weP3FSuXy1Ro8ZJ3Sv2nk5cjLLTevaNKjg+k6apEoMBw9olUsFHXOT/tlnfu+86Tv6xV3/61x7pXbv3O4m7z4dO3pQ3Z3HVSoOqCqXqCrveysFlYuDKvpcxe/lxmulUlTJePb3DYmmaqmcmn6pCm5wFZ0vFV17lOmCn6v4yFyDrJzjTWxejf1DmiZxDWwecXaSBAXPLRtGcC86N/Ap5d+9p9ky0dzcojFubjY2N2nQ9OPno/cdOKjhQkkhyShvn4SPGDbe+/YdtBxv1a6du9xwG7AfOynsR8nNyRrLMHYxNe8jH0OIsSP2BruCrcEf48Pw38RY2KpON9+I1TrcqO7u6o4+APuH/CZJEtdgTdaRX6xBnHXC89l70L41hBDj7RrTIPge6pTsQ5OwoiCXUzVgWR70QDeGXNfOmJetrc3K5zPq7+3RUcvC3j3tGnasVba81tXVRBs7Y/pU57CLNN4xV7NrHRXXsVtbm3T20jNtW+ZozuyZmj9vrmZbvlpbGlXtmBOeoEsHD+5Tl/Uxn89pou01cQjxzNy5c2JTnzyJ5v4C+5KxzknQ7xFuwjY2NcacosprZUxP6BBpkMuaHhllshxzynndatcJ6J21trZaZkdrnG3AWNdg4Cv+tcqynE2zqphHg86zBtxk7ffotg6eONGpI4ePq6e7X0ZLqiSW77Jj7yHRqIV+SZIRQ0qkkNjP1ynrNcv+PGgZGbKtTTI51TZgA1IVrUjDpYoGBgsacGM2k6tSdW2dhiw/Xa4ndJoeR5yHbdq8QatWva2VK9/Szp07xMOmyLmCcybX/fsMa59ruPAsgbGNLiAgBCWU5N1kAEVI00RlG5kQgpmZU2IJL1vo00yqTDZ1k6hadfW1TvZqlMtljeCwhbbTRvxInMva3I9zk19FI2Rb4nfBRjqNA2HqN0D9Boj3FU9AEPmMsvGe8wzeI5QkaMBRMSwFI58kiVAM+VXx/T4YnpxwALUW3FO4Fa3AjBKX43XuAT5OlM0l1scZDzpxhBasxfo9ELez08asW0lIbGjyEfaijQcKypF1OKIEwFo0rqkFDIFlLdbmPMWYEEK8P4Qg/pNfIViZrE3MHR4eklGyQKbKpMF7VkQxiCdqijY0wFqyoS3b+PAeOLmHPaAb+3AO/BjAgMDn7YCgBSQC3pLXOEXPAQ0PD5h/gxoa6lO/i2nDLqINuvjZ7Y49DrLsBm1VtWlakxPHrPnP/WXTrehiJ2uCc5KkETd4zr7syZH9gItx+j2wQu/EyGJomQfcnGcUI31Lcb3UtETpSO5OyxVrAT/KBB/kF/f7YF6XTMMkygXrZrPVklIX2oouHAzaQcj4FozvkM8NxjHkBL5kHUgs5yHAj/L/yX8Ipz6zFvtDT+SLAY3BAby8iWUrryo37jBY9jQK1qFqJygjWlrFoDlR8TnuAS/kGVzAN65lXDnPdeSP8wzeo7jM5T3XgafRxhMjBQ3BH9qxJkcGNOYz90gV0yU1XbLRcMgSmFjGyk42CuZxzsWcfD6rnA2g/BqwPSjZQRZd+MGJFK1vtQ6uQkXiHPQHnjQ5xfes7QCwyutms1klaWo7UWP7kXdw1aS6utrImyoMcCYb3wMb9iMJiRInaRmfD0liSIH21JBf0JeBvLG2WWK5HY48yuN4bQwT71tlWke9d/IbQohz2AM4oU8Iwfypsn5l470hhFjEQFYLDgqRgYzvzXsdmpgDDqYKxrts41uxjgbDUrCOFqwjBA58S7TfhpV7TjtqCivQfdiOHwfNEX4xBxig24AdIrQaNm3LXhf56/e5go0/Y9BGfsCBLqNoJ5OYxgSHwDNkh9vVdTIWXsu2A4lxCGZKCr1ra1Rnm15tWieZ1LI9YMfTb5k/Zf/YF5iBgf1LlvlTo6zEdIc3NMaQbewsuHM9hGC5ySikQeDAeXiBfZBtcbARKL2rs1xPQqKC8S9b1k2yyHvklOSp2UFRk51xvQPsfD6nYKIyWIsghEQ94mInDIw9DiSg7VgHVNgB6IjOD7+7PklK2TRM04yGrcecD+EUn0/PD+EU/MANPKxRNmzsA6/QFT6fvjebzRjmOqFj9W4Enl4nZ7ngXugHntzP9bztK/czgJkj50IIYk8+Q1PwZy2ucR7asg48LTpAggdZ6w52hn3iedOV98w/dT0X/Vs2m1O//Se0oFHNHvCX9YLpDz3KpkvO+pE3nSPMxrmxoUEkklVZr+NAtN/+l2/Cj3eAM3rkCDcxq9Rt+RpwIyVrGUKfGhrqHQSNtt6k6uvvUk1tViLA9vr19Y0aOXKUmpqaFPwfMDLAl2MIIcpf2XvL78Et/y69SAJ43+Nkk+AVHMEfOWQ++IA7NEYG4DVBqvwikYc+BKwHHFyT0FHkIOHlvKeI9TvtvylqAksMjv2Za3WOD445aOroOKaxY0e5+dKqbvv79r17tW//PrW373EQ16tcPmt7FHzMq7GpSQSdyAm827Zlk1a9/aaefvJ3MTFpbqhzcrhA1153g668+lo3Ti9xEeMMjXLiM3HSFE2YOFnnLbvADcOjbrSs1Tf/+dv6xS/u1t989Wvi2xcXX7RcN910s250kb51RKvjq1oHhjmNJ9B18+iNN1a4+PuyNroYDF7gCV9J4vbv3y/+xs4776zRO26IFm3PGmwHUtuGeXNmxST81ve9Vxe46DHDBUL+1s3bb75h+F/X7598Qj//3//Rww/er507tmrf3natX7dGv/nNfW7Gvq7XXdh4/g9/UN4yM9kF+ktcqL311lv12c99Xu/7wO364J2f0ORZc9VdlNZt3qG7f/2gfnHPffqt6VJwrCG/pk2dpk1uzq5bu8603a0Vr71quj2ltavf0XE3A5ALigoXLb9YTQ68sWF5F/FoxMJ/eFlwvJG37KBHVfka61bJulBr/iRKktQ6W+/P1ZbVcZbJkdH3TJw03onEbFFsu/POj2mKG6TjnHicccaZPj9Hl1xyqa4zvzKZnGVgpJZferk2uoE0NFzUTjcLX3ehAvncvGmzXnrpJf328cciPV54/kXNmDJLxf6Sxo4er2vfc50qhYrWrlqr/Xv26fprrtPyiy+yDHXpsIuzr7px86Mf/Vgvu+i11cXbQceJyy+9wjLVqsOHT2rH9n062dGjzaJOZwAAEABJREFUfKZKmzZs0Ksvv6Sf/vR/9KMf/9B63q8qy2u/dRXdgPfIP7LPT+jSSKSQ1uFCQFdnj8aNHa+5c+epprpOuVy1aVKv6qq6uD6FqZBUVHRzLuNYrqPjuDo6Tmjnru1K06CpU6cI+tY7+Rw3bowmuJESHOtt4yc7TeOe7h51nuyKe1xwwYUu3l8vOcmpra33vdNVU1PndTJauHCxeg3vLBeK29qmKJPNKu8mGvpL83vdhvXimyj//M//rOamJvupAfOvTvDmqOUBvX/yyafEt3auuOQyfeLjn1Db5Da98vIrKpp22JI7PvYxzV+0RHPccPv85z+nW265RZMtn9j0zRs2urCyyjYrExND+E8MOd+NDYplFOVSBTH3BTdr8T3Ac8UVVzg5PUOXWMavu+ZaXe3Cxysvv6y/+PM/13333qNmN1hIrvfaTvCNgr379rs5uUm9bmpm7TewxySduyw7L7qhffjQfi2/aJlh7naj/HU3ztc7yT+uzo5OlWzzTxw7Lp56v/uXP9f1N1ylzVvX6Zb33WR5Djpj0Rm62I2v+ro6TZ/WpjSRIQ6RThRcv/Ov/6bRLqaB89zZsy3PszWlrU0UJfGXEyZM1EQXpurrG/TrX9+vr3/963G88uorwmYcO35M4DF/4QIRtzQ2Njq57hJP7j766KMiVmDe5s2b3cB0Qmk5ydmfvO0k87kXntOX3NjmYQMKhh/+6Ef0gdtv18JFC3X2OWdb9qrM0/5I/7Vr3tHLlueVb69UwbENa4QQolynaSpojzxT1C/a3w3bt2d8fq8L2dg4hxdRl8e5iDlhwgRVVdVYZjv1kBvxv/nNb+LfqUNmKV7/8R9/RvyU5NVXX6WbbropFnYvuOCCKBvQEl7//Oc/1wc/+EH953/+p4uPW71elaAXNGB/inHr3GgvWs6Khqe9vT3GicCCX0OGsVfo37Rp04Svwh+gm6yBnmKXKY5TYGbwZzAY9Q11yuYy1oeM9aw56gT2BRpCg4JtXLuLJtUuko13IxWf1NLSpPr6Oucsg+IJ8tEu+vLNgdWrV+rwkUPq6evVgGPS+uYmjTN98tW1WrRokYvdJ8yDQfOxX08//ax5uEvbtu1ws+KgaT8g6Jo47mPUuqm5cePGyAs+z5+/QHU+h9+FBnWWQfwvepO1LqMH4Fvv+GiNmyLgwDzsNPejaxRnoAX38eAAvIZuVbYDsy2v+GXkC9+Pryd2yWQyxnMo/vT3KR4UtcxFSRolZ55xpulQH+mNzED3/t4+HXQz4PHHHtPhg4fFg2HExIdtQwYdK08zf2a6eZekidgfO3CuC51f+MLntXz5RVq8ZJGqq6vcdJ5pOciLn4KjkHnYzYIuF29Hu+lLo7HavghY4VMIQVX+HEKIDRVkD5sF/OPsW8AR+ixw0xW8oR24zrftQc7gDbBTMwDfEIL5si2OvP0bcgY/JtqWnb63zvznPTKCDjAPmsuvDjco0PmJLtQO2OaSdzAvxlOmJ3yBDyXbcfhJc484aYRtB/ACP3NYj59jhLbI/IsvvijowDrwOYSg5pbmyB9gRE/B2SBYz7Pq6uz6/zD1HgBWlXf+9/c555bphWHoMEPvXQQFBHuP2DWmGE3UdNM2yWZ3k022JLubTd9Nr5YUWzT2iooFUVBBmsDQywDT251b3u/nIPv+rx7uvec85dfrOXcEHYCH8+yJfUFfXl37qoCrp6dH6A3j2A86oDs0u5e64QR9OMe1EIL4BY/X161LfO9DDz2U7I39gA/QCPpFluERbnSDA3sCK41ccBgYyDlOyJv3KRfGXnez4pd6++2NjnE7xVzwe+utt52P5hMbg5+Cf01NTUK+9zquAm7kGTodcmEaPQE/4GAvxqEX7e3t1rVuQWNkDfpgU2mG8T2EIOjNdeCENshRznkgsIQQDGdsvSzZb2eSg/FxFFmP+/SWbRK0QQ6AEb7w1CMxCrEKdEc3uQmA5ityi+wzB3ojy/gmZBy8OQ+v8VUF57nDLA+Djhubx09wc3e5mptdqF24SGedfY7q6huMV62CcwJyOWgPDQY9L4QTuoXtwxYAC3wGTvBKZzKJzsLTnHWSc9Bu+LBhSUMAOIEdOoMjfAYn9A07Kr+g/TQ3X8AP+rEWeEDzknNQmrjoBPQmX8GeIBfMgz/gfwBb2d2tkbarRUeN2NBcv31UHGmIbecrLzu+tp/abb9T8nVkaurU6ULfoN0o+5+mpmbNmTPXuUVj0mB927ID/uyRdT4FDPWOEShKI7vc4EkzlWYrNownf7FBRinxPdNsB885+2wXvmcnR3Nzs+P7TQmv8VXESvwkMjQBZ/T21Vdf1csvr0lkhZs1b7vtNn36058W+g8doQvz4ANPgvKOfGKDBl3TWb9+neP6tSKGWLPmZcflW7VrZ4vjkL166olntN0+ghiPtR62zv3W/rLFPvDiiy8S+BBbnu/m3N/93Zd13XXXC93otg9yIGidinS87ajlpU7z5813PFiR2G/owYHcwqPnHVOhw+jpk08+KWwSNOFazjLI3vCW8dBzhvOfFWesUF1dndBN5AcdwrdAe+wsjdzzzztPt912q772ta/p3/7t3/TJT35S2BX8AHLT4ryu9egx7TS+Bw8d0VE3p/a6gbjJ8f0ra1/XWxvf0e7d+8SfF9nn88hNpWNh8h32Z+9a59BPPfGknjHc5JGnLFjgmKxSPZatYcOG2683+BgCOoqsu1OmTBX7M3eKfdF45yDAi3+YMXOmZWloYj+xJXnrE7jNnTfHOni6pjt3G+k4vML1kC7np1XO6aA3MXujc8TbbvmYiLm2btkq5OId4wFd8e3jbMP4hZ0hDY2aPXeeFp262Lwaq+OOPdvb2hXcYXRIqbqaelWVVyQ2MEoFNxl6kieeaezvs/2DzoPmSd7xUMkLQ0f8YYVjFOwAtZsdbjgQD//x7rv1X9/5d33ty3+nT378Fj3xxKOON/ZatnYJeX7iySeSn/Puc2Nwp3mx/s03xc90E0f39Q6oVAiiFthvO4Ff4E/UHLbNrXRtq7Orw2XVQde1+iWFxBccPnw4sZfINzj19fSq1XwddP1s1oxZGj5spGrr6tUwtNHvdc6pq5R1DTJtPxvsG4tBKtjuFr1ejnpYiNTtPsDB1la12p91usaScw2u0371WHu7G5xHtHXbVr216R1t2rJZmza/k/zqzYBjVuT12HtNNOSSvGaCeU2DmDjdW6nTdD96+Ih6nEfRBDbw4teb8BGTLRtmiTZ7/Xccc+8/cEBF0/uAY5Gc5QIfkjHc2NZhjksWLjrFzf9TNW7cWE2ZPDl52poYo2Tb1dHZrsOub/S5jltWllYUiupzTWcg16uurjbLarv27dmpd7dtdL75ht7dbjx2v6uBvg7LbrXGTxjj3KJeZZlUMq8b2tt2pFKRio4jBl0HLbj+iA8ZdIeqUEBuCo5FB5z35dTdN+icJ68+1zU5ioWCSq4B9Rmedscr+Jte2wxqy50dHQKnXtMYOcs5lu3r63G8cFRd1qm86R/Ml3LLKLoe2QflHCcf62jXEetyW0e3cT2qNvOH+mm1852m5ibnoxPcR0mJm1IPOjbkZmyZwEFREhMM2u8OOD7IO8ZHrtE77A1+q+jaFjl1i+1epxvn+M2JrpvwDh/63sMLuLne5RoW75zHZ7Emh957MQdbwFf2oh9UND1koQCfTDYjo6jyiqwqqipUXVutqpoqfy9T1teyrs8PcyMzm0mr3Q33Hu93/OhR55PviL/Ler9zoXvv+Yv+9uCDemH183rw/vv14AMPaM0LL2jH9m3a75pWn31d47AGNQ4bouEjhmmY84iRbpIiP9gm7NL48U2a4WYqPnmIY71hwxo1083Y5cuX2fav1LnnnKtzzj5XK1as1GzHs/jIuro64R85JkyY5PGzNHnyFI0f36yhhrk6iV0rHD9Uqq62RnW2n9WV5aqs8DnnFfWeT97Au0wQaAUPRgwboYnjJ2q84xBuhG8cOtxr1NnW1pgmFUqnyhQC8ZKUck5CDfrwwYNuPB8WdQp4293dq+Ptneru7VcpSilynWfQ9fwBy2zO773ORwcL0mBR4jN/amfAJ0Kc9vcB7bb9W//mBq19ba3e2PCG3nHN78iRVstrr2uhfTrmmksEQ+M4MlBZEaBUWFBTFlL5FUVBOZp3pbxS6ZTSmbQYWwmTq6tV5uQjihDIQRvggkIIvh4rZeNEElyWPRE8IVwk5MdcsGm3oKMsORsd9kaQemz4CKwJ/DHIBSscQXqPlazLjqPHgTcHAtrrpgVzi1ZkBSX7DtrAMAfhHbSxjww33/ussNxd2NZ2PDG48itrI4QiZhzYASfMwiGUG28+19bWqsZKyDsB2DAHerxXOqEsWrGKVujY+LFGFMXJuuDD3lEUKZPOGP+0Sv4PJSpaUUIIPmf6pdNJYJzOZBJahxALIwk+rHG8rc3O+2BiOAZNH6ORjKuoKHPyWJkEJJFPlhw0lmxc2S+OY3GEEBRCEPsBC/TjHTpwAMug6cTB94KLmyWvU3ADLZ8Yw4Ji8529stmUP8t7x+of6NNgfkADNmz5xIimkqSzzM3CMjuj2ro61fmAPtA2bdrEhon9gKFgXsqvOE4lMgZdoenQoUMTfEIIibEFL+aFEHSSHvAcPp/EE9xYDydebflDXjnH4S0S/AesFP12oBRaKiurFcdp00RijZP85R3eU/AadCGLNaFLlw1Tv50764EPcpExr0qmNeeAi/cQQrIXa7Jv0XLBvG4n9OzNdymIV9H8h7f9/VZirwONGp2sjLdzhQ7Qjn2QA2iG3IQQxJ7sx7mCeQV8rMWanOManznHwTm+814wzdmP7yEEhXCCxpw7oV+DSqVjxeZ3yjpdsBwojhygFBTZSWbLszbe5YpcVC35GuuxHz/Hwd3kR+24wLOvL6eU6St5fdMxb+MTBcuOzxlVZTNlKnNikbbtgI/QEifFO/TFAJdZjqB70TQ0qQTfyiqqxZ0isQ1ewedL8ss4FDyAddPprGUzLdY4Sa9Uyt8d1JU8wEOVyaStx9WC3lEUuWhE8NAlaAA+6XTae5UJHsCPhoaGRB6Bo88OMrKeldm+BReIi/mSerr6RJCHTPfZrsAPaII9S6cziR3iO+uC48l9i4aZxHHA/Gcue4cQLJPFRO6Bl7UYVzSto8h6Ul6u2PiwXpdlqtv2r8NBFz9FUrThR/5Zv9cOos+BB83DQdvpk+ukrINcDyFYlwZto3Leq5DQjPPshawil8z5/2WmT3nzMe29wSkKsUqOMqM4lrxWbJoVTF+FyPJRIWgETnEcJXSOPS6EE7gN2g7znTFRFAkedzsgSlsW4vgEP9iXhJwkKe21oUUIQbxzjfEhhIS2UinhXacLW2W2O/A+hGCwglKGN5PJqM98w2bwOYpi07hg3AcS3nOe6ylk3vQJIZj/2WRN9oKmwCC/oA+foRW6yTs2Az9QXz/E+8WmZ96B2GACK/vFxmpepvoAABAASURBVN1TE1jhMWsO2t6GECyLGc9JGZ5iMof1QzhxPoSQwAds0BKeM5+1GMcaXOMcMHV0dDoJakt4Cd4hhKRhBD2AE9oAS+o9HEteKOeAExhraqrNs0hF+zD2IrCtsF9L5NX0i+JIsY90nHJRoV4ly25T0ziNG+eAenijym0X8l4rOCAfHOw3vXsSGhIzxFEq4XGvk44QgseWCxhI6IC91zJsUBI5GeZEkyCN6+jPO++840TqTSe2O4VfQEdDOEEfks+TNhL8WQteQRNoDOzgQvLQ6CYw+PMeWea4Dt7AAH3Yb6Sb8U1NTQlPgOfAgYM65mD0mG0aRYUNG9Zrx7s7dMyJTtFBdoULvtlMSvWmXYUTuaKCSMLbnWDlbWeL1ocQx6qsrhbfh7mYt3DRIp13/vni59LKyitllVVP34AU0skdce/u3K1vfevf9JP//anWvPSyzjrzHN1668d93CqaOO2OkZDXbe9u1569ex1Q1+rJp5/WL379G612gFxXV58k5YzZ4uR569ZtOuZigBSZ7pUOMms1ciQ8G66i/+uzveLJQALgUcZ/65Yt6nJiQKGFYlXKsRRBNjwt2Nfv2rFNdgMaO2akTlu8SOOdkAwZUudGzkTrS0533Hm3HnOx5a1N29TdX1DdsNGqGjJMg94/5ebmeRdcrIsuvVQXXHiRGxqnqtL2fNOmLU6on9A9996np59+xon1frWYDkedIB51klxygj5m9CjFIdL6N95wEn9IZeVlSjuGrK6rUQhBO3e9q10tO6xj+USPsCnYD3gO/8eNaxJ3W8N39KjP9qDTdhOZQU4K9qPr1r2m423H1NQ0XmPd1CYg3udiCQcFPGzOb1w0es4F5FluJLz86lqtefkVvbr2NTc1f60XXnjROhKL4hUFsfJsuZ547FkdP96pxx59Up/97O36zW9+lzxB9Suv87Nf/EJ3/+lPatm1Rxtd4MCvLVq6VDWOAWa5yLR02QpV1dZp7vyFbkheIp6GIL6urCr3mke0aeNb2r59q0abNtWOuwu2q8g7OIcQxDsFRIpxM12Q+ehHb9ZnP/NZfeELX9TNH/2Yxowep4J96OZ3tqrFzd3Wo23m4aCOHD7qgvchVTqZqfK6g1435xgPux9b/59+5hntcTGpZc8+dbR16ribfY1DGjTThUx0qM6fQ5xWTW297VefY9YejRg5StOmz9Af//Rn/fZ3v9Ozq5/Tjl07NMvJVq/9VK99IPFfwXZlxIiR2rptuyhmbdm+PSkaUthFt5Fr+IBdoMj2+c9/Tj+1rowZNUaH9h3UXuPxovnw29//Xn979BH9/g9/0HYXcQ646PDNb35Ta80zihJvucA5e84cN56mqMn8JtY7al1v2bVLb7og/dRTT6uDHMP6kTdMJdPz+edW63vf/W+tc0Htnbc261c//5Uee/hv+v1vfqkN617R0iULtXjRQq1+5kn95Cc/SuT1U5/6tGX9YtNiiMora8Tr2PFWsddHPvIR0ZzlLv3Ro4eLpwoufd8l4in1hS6+XehmX8q2Gt7tcOMV+/eAk9+RI4e7KXTAPGvRuOaxSfzPTym/4mbEk0897kbAW4mtnOgm0cUXX6z5Cxdq4uRJOnTosBuYFVrhBv7ESeM1ctRw/fkvfzRsVerr79H8BXP1d1/+oj73uc9o4fz5anGRgKev4jjWXXfdldjsJie/5553ruXxYl18yYU659yz3TypFYW9f/r6P+gzn/205sydpVNPXaTFp5+mH/7kx/rvH3xPS1csd/5yQBnrLPZ3JLZwwTwtcEGwyX7k3HPO0XluUuOnsLGvvvKq2tvbxd4co9yAwsfKNpV8cLeL2atXr9af3ADes3tPQmsbAuciuUTPLdZ6woXM2Mbqiisv139/77suANXrxz/+kZslv7CNyPkYtLz36/LLL0/877e+9S19/vOfF0U3YGxubhayUl9fn9Cz3LFXpX0ihfObbrpJK1euTGIIbM0C8wvfNGi/Dq/wz8Dd75wBeBmDvPLTgCOMO7YJfrY5r5NfBedZ9baj0KLHctfQMMS4B5FjhRBU6aICME12QQzcxztHQF8412/d4YB2wFiw7/GSCcxNTU3J+8hRIx0lSaMsO9X2RwN9PUlzHNyIe4CbZltDQ4N1tjeRz56eXvvxfh8DbqzvdxOo175lssa4+R5FafU7xo/jMh1t7VDLrgNuPvWYPaWkAQA8J3UU/NHzYc6Xe+zr77jjDr300kvJPnV1dUKv0U/s8qJTFunPtomb3LRlLI0XYr7Ro0cna9NcgoY80TrOjUQaPYfsJ6A3OFS6kPz66+uMfsnyfkjY+2PWa+TnwgsudA6eViJ71onl1oNbXVSf46Yyhfjptl/ASIzLja09jkl7rf9xHGnf/r3Km0cp50YTJjYL2zhi5DABH3SHvxQ2cy4gjrQfxUYdctGGm7egMeuyB/JDQ4NzM2bMFPoNnrF1jEITvojPFIDLHMvyndiGeROtz8ge47gZ4PXXX08a29CG5kt93Qk5ra2rtR8s2A68LdZBj4EphJAU059/4Xndc9+9evq5Z8QTYL/81a/0F9vlP5vu9997v56y3ux0nEMMwJOAf/jDH5J9TNSEV/xyATgAB7iDG3IHrfl+xE1qeBo5zgKXWvMY+BmDzKLHNLcpxCMnNbU19vtPu1G8VdyUgT/IOOaEZ432hRzMRw6QbWQAmtBM2WV7TZwCXfC73ACx0nrJHMYT3+HroTFwAVMIwTLdpybrBnyAPuDG+HbbnHnz5mm4dRR70t7e4bdIPInZNHac5s6dr8FcXlWV1UqZZ9l0RjPNR3iQMcz95v+ECeO1ePFix1vl/2cfQghC75FTZB55R16hCToHPsAHDHxmDDLF03jc2DZ69Bj1OmbJ2b7gn9ZYf2iMoCfM22f/FkLQjOnTBRzQhSYqtmiGm0w0ZYir4cc+F/8OWmewPexd9p6cYVNCCIldYP9q2wlghKfAyd8C3vzORufC5XrKMcDu/QdczO7Qejc7tjhuBCfWbGwYavnLJ/oKLpHXBG8+s8dc6xtyDS/ReeB/w7L81FNPqd30Bx74tWHDBr1rv3fXXXcJGYQ206dPS/iGXt155536y1/+ogcffEjIDDIZLHOsibwgA0OHDEn4wP6MwbbjNw47hgc/8O90vIu88pmni/Yd2J/YMODZ7WZOb1e35PgwEwVNmThBwxqHOI54yX5it2203Gjc6Ebf67aP3Y7HtiU6N3PmDF177bVasWKFaI4Bz4CL8ugjNgv84AXyiOydlGXgBBZowwEvoSm2DhmHd+gPT59ecMEFjv1GG479iTzD8z/+8Y/i5iGaUugFT/RyMx2NSehME/VP1vNf/vKX4rjvvvuSm1KwqYxHnh577DE988yzYj0OaP2cY59XX13nePdlrbb9WPfG61rvwnE6k9Z1779et33840m8ibwsX36G4PWx48cM3yiNd8wAntz0A347dmzXfffd4z2eTnI+8EXWp1t2iV9ZA1sHfsgttEOG4Re8wk+NcsyL3YGGzGV98nD2ZT1ohYwht6Pd4G60HUGO+VMDfEdWWBO7yXrsx1zWwV89Y/nmCXf4hG6nUml1uN6SSleopm6YMmW16s+VnMeNtHxVa+++A/aBu7Vr5y512mag68QVzKV5Bg/55Z8XXnzRsftxgWMIwbQZL2IV+NrV1Z3wkXgGPpHfwf9MOq26ulrn8g3a3bJL+9z06Onu0kB/n3W1Q7W+Nm3aVM1fMF80Jtraj6uvt1sdHce17vW14maqiy66UNded42yrqltdl644c23Hedu1G7Hy52d3TrixmB//6DGT5yc/JrGFVdc7Zhxig4ePKzt23b4+jGVnH+VVFLO+X2cjlRWkVH90DrFmdjnctaFFKUY631kuLqFbccP0rAj5o1j2a426gM3vF833fhhTbadHHRTcqt9/VjHJzd84HpNt353O0Y45AYoT+cRe/c6hjrqHHb9+rf0+usbtNWN/NfWveG8YFNih6dNnS54OtXNmQ9/8ENaevpSwdtRXhNbTv5T7hp+ufPt2HlJn/Nt6pNxnBGfeQiltrbOucgcLVi4SGOc+412jDPddn3Z8uVJ3rXc7zOcq0yeOlVDHcfU2a6MaWpSs+3B0BHD1e04obq2VvW2fVXuEVRW1ZgvQ5TOZE2xyPTJC/13+Oo9+9RhGdm7d59efeWVpLG1x3amva3dZiavQePb0d6e3Oi59tWX9fBDf9UD99+rh//2Nze/HhQ38q1Z86KbNMcTflZWVbtWOdwyVVDGPQx4nHdhobOzy42m8eKmT24mTbu+VVNdp4999BZddNFFanJOPG7sWPuqRbrqqst14QXn6vzzztI5Z63QGcuWaM7MqR4zUsNt70YOb1BFNqiQ63Gz96jajh3SsdaDqq+tdK48Uo1Dhyjj3JB6JodKRRVdOxhwbEodkveCbWghiU1LNnklYc+7egbUP1BwHhq5GhEpXwpKp1KiBnHQPm2vY/v9+/eJpz8H3TwPnsoNpoP2g9iKfvdC+lxXQndyrk/KMhrFadOhXMjNftdwdpvOxAFdlquc949ts8qrKhTFsdpdM+x234haDbasAMzeB9hSxqfbOt9tvRxw36DLetLZ0WWf1+6jTfyKDfa80/6jtrbWucLpOvvss5PcaKnz+GnTpokYhjgJe4BdShk3aBBCEPES+2ATeec8n7FpJw/O54wj106Oz5rHJdO33Q3TTsOP3apxY3XAOXq3cwdFsswVExh7LZeM2eda0dvOa5979lk97fjusUce0d8eelBPPvGYHnee/Gf7jV//6pf6tf3Ct//9X/WLn/9UDz30gF55ZY39yx6vV5Co7eX7TbeQxL/U/Kocb2OjIvtGbCt2tmQhB4/q6iph/zhyrpcRUyxZvCSh0yLnh3PnzdYMy9iUyeN1ysI5mjZ1guvyFY63ipaNQWXLUqqurlBdXY0aGuo1ws3dCudgWfOP/mGN45Mhzlew8yXn6IPeg72JzYYPG6lRI8YkelFr3jCmoqJc5FzjnTvhT+ENv4Q0pL5etV4rklz/tCy63tRvHeyxXPX09Ysma5/XzheDgmUrSmUtp1Kf40Caq30DefuCfDIuN1hQ7DEmkgYsj21u0h6nmZozEwlEeaSYo99d64wRqXADjztHEXqAR7BDCIKp5TbWBCU4/HoDWeZALZPJCGQgPIglQhXHJlgpMSwoQq8LKu02IN0kMEYCRRl0EaffDqPHSsD5bgt23gXbPErpRl9vX48NVJ+NSM5r5SFFcpQsaCUrRdFj8gWMfEjOg48/KI4jARNwZLMZRVGUCPZJgR20ojKW71IQ75zjKJppsWEHzyH1DTYiw23QayQbgZwJjqIznjWZy1joUm1mQZNaJw7sLb9KFjo+l9vQM4axcSpWOptSiEtuVA7ayFiwPDabzVqAK5PgwyCp5P/S6VTyHQVlrX4bLugGjJzjOAGHFEIQ37mWM18ZBz7AysG5PoJqI5iyAAAQAElEQVR1JwOMieI4oZGnSbZgJdM0ioPX8dcg8zoYnjLTZtA87HEXvjvhA/tlMikrQbWgUSadMW+kQr7o63kb2KLXCH63VZT8XjTtB71GXxKMYpjAA9iAAzgLLvATFJ3gV1Z877acUACLDSe0CSH4fCGBudbKw9h0Op2sbzIb94z5Hgs8MawUJChoIXclD8hYRtkDOeVzynxg7RAi45pWFMWGM28cBsUrhGC8Ssn6KRvIE9cLvl7wOUZEyZ7wNuumIdfBif3y+bxwerFhZy77yy/wICAEBvSGg3Myr5mTTqUTPap0YYVr5datqsoqy1+lMsY1axxCOAEXa4YQEpj5fGIfqd9GgiPY4kIfzkeW/5L34K6UbgdhxZJxsGsrmO9pNwwK1iOO2DSprqlWrWWYvYvWMWiFkWSdXuttv40PdCQAhj958z3rgAJn2p3ob8F87rGhbxdz4bH8MqimcXBAnjX9Cip3sRwbA/6MYa+ckxHWjKI44UkIsfVDilJplUKkAesfMow8gxvvRWyFbUAqHausPCMPU9oFNo6U12H9kvmPXEBjgyJwiY2rVFJkJwFdcg4gSyqI97yLKiGERN7yNryerhCCYvPz5Gf5xf4dHe22UQOJrERRZNyKYn3ks9ZyCg2CJ5UMZ+Q55aYV1/OWEXDB9hVMQ46c8etygETyQGDGdXhZ4YaEYycHD/3JPrU1tWpsHKZqy0ZXZ3uyJ3QolvKGMQic05mMFCLxCiEI2EIIytk2sO6gbaBV3vI8aN0cUI9529PbL372gPe8M4DK6mqVPKezq8tj+hIayK+8YT955AxzzmvCjxrLDvvgXLjuoYa36D0HfOT8uZTAyv79tmXMA1b0Ab1ocIGx1rKXc9CA/KfTKctJuXGKk7klA9zqpIB50DB2MAQP2DOESPiZfgdK7B1FseKEX6WEH3xWULIO10MIhqWQJOn+6H0qkmuRedj7nq+CN3yPothjiwmtuAbtkFn29orJNfkVez+OyGuEEBLd5LMvJTLCXNYEf5Iv8MD+sR7jQjCAHsx31i53YAFduMZY9mTusWPHdMjFEuaCCwefoWU6nU7gYf6geZNOZ2zHKxNZZn6v/S3r4atSpm+fv/PTFnEm5WZAuTjX4ACGvUMIyVzuTEt7bMo6E0JQ2nuwFzYgnU4lvGX/VCrl4GaYeAETfK12wFVmXS9ZByj+vPraa25KvZDQfawDfWIICtU0HRa7QAVcBETQkflc54AmfGcdZIdz6FjasHTbV7A3gV4IwQ3F6gTuMttlaM4Ygqtqy3OvA2v2GDdurGhygCe6NcENl2FOlOqcuIwa1qhqw1ywrxwc6NPxtqNOSlvUZ5nlScmaujqtcEHvM5/9rG7/3O266eabdZMbWaecukhjvS46U+2k5siRo06quoxrvx50ovSPX/+GHnr4EZ3vROcDH/qQSN7GT5wonsqhqFO0zq1zEnnnXXdb3wase7Fa9uzVtOkzXbCZpmIUq7yiysWcoy5wH1cUYoWQcgOlSkG2PQUpncoqmylXZXm1xrlAN8+Fw7bjx0WQ/awDbXjW0dGhIwcP6YALyK+//pr4CaDjLpDmjR9F+AN7d6vDc1538yZrW/qBG67XOWefpcqqKm10Y3Stiy6/+e3v9HM3C++68y433vZo6pSpCd03vv2WA/gnXAS7RxR5HE4ZvkqNHDFaJC+VtlkDtvMZ28GxbpDNckJSZhlqdCw5cXyTKBYMGVKvdCajw4Zp9949opBIYaW5uVm84D9yEJkeJlJSEIhMi6I3q3KS220/tH37Dhcl9tsPtYnibEtLizZufFuvvbbW4w+6ebA3OdatW+dzr4mEiLiBZOmaq68RT1P2Gc5Zs2eLpx2/+IUv6Mtf/rIWuVk+zsl4XV2Djna0qxDn1JPr1NjxozR3/ix94IPX6Qw3ln7wwx/ofZev0rIzlgs5R2dj2wf0Ep1TSdrgIuVhN5M7nTC95cbpn/5yt2Vhq44cPawoFXTq4lOSn+rZ6GutR1sTPSNB6La8s07WMSNxzkrLYoVjBorXu3bv0oDt81/cuN69Z486nBxWVFY4WRlqWrQ75ix4nYJSqYyiCN3Na8SIUeJ7bHu61w3Uyspqtba1K5UuN+0P6ujxdkE/bvjDBx841KoXX1qrX//mD/rVr3/v5si9GmVeXnTRxfrRj36kq6++Sueff56LIRv0gx/9RMfaOmxfK7XNBfx2Jx8HnADPcrO6zLkEvOFn9ijw8dO9/JQndKbw95ptxf/8z//oU5/8pLjblsLx/Q/cZ/oc0cjRI8y/PVrrYsXF51+omz/2cV1z/fs1zjL0bss2TZoyXi37WtR67LjlqEOvrHlNn7j147rT8jrCzZAxTeM020XfTZs3q9XNmMsuu0wckybRTBqra10oha4LF5yiiy68SEuXLtNUF3WiKHKz+gvib2yNa27Shg3rXWh9w42CbabRLsvYRjeJd4rmRsGGpVQKuuaqa/Xss6vdUHhGPP3BXAq5nU7SD7uohE3/0pe+lPwcIE8/FG0HyIPGjBmlX7mR+9e/PqBy52TLzlimAfvtZhdJiM9oTByxXFAQJaEddD71u9/+Vl/5ylf0p7v/qFdeellHj7Rq146dLorUacSw4Zo3Z65tRErvu+RSXXzhhcL20rj5u7/7O42fMMH2a1ziK5Al5Ay9QPdGu7hJg6u9/US8Uz+0QTPnzFJbR5sjyaIahw1VVU2lZW9AmfKs4jjIplgUDXtdGERvu7s6NW3qNM2ePUc8MTDaDbRq22Roetz2BjrwToEdm1hu+Z7tAtdf/vwX/c///o8+8YlPiMbQZhf2d+1qcZH7HaED6AIFYQqs6DN+gBuf+DnnO/5wR1KcIhfAFlL4xr+BG+/4GvQbmeOd5ga2BV+FvtbZ1vO9aNuC3ZnmhtykSZPsO+qTBlQmk1bGtoqbGigMQ0v8zUlcuN4BjRxLV1kP3377TdulPfq5ixn/9m//4rigX8ddlO6wLGAnoAXrsyY0o0DO3sQ9+/fvtw63JXEI8ONzwR84y5wrjLDfYg7nysvLxblUHKlk2BuGNAhcOd/kIiGNqUHLUghB3Y7vqmzbax2vsib+Af9NLM5NlBUVlUJft29/17Yjl8j6A276b9u2zbF+dwIPxWLkGXmhEQ09oAO6TcwDr9l/smk3z/zn5oyJ4ydoqYsvxOmPPfqY/vM//iO5sWrRolN0hu0mBU7W7OhoT3S91rEhzYBaw8m6HOBLo4e/PfbOO+84T8ro7DPP0jlu3M8/ZaFGjB6tJhd1h7pACowr3fzAz0fWsci4H3BjBTmBt9CxpaXFxaX99ve7Be3RY2IIcG0cOlQp5yLIEnI60b6bQj1yxxjWQG/QE9ahtoFPgQ+sje2GrqwLDsT5NDTBaZ2bTdhy5Ji/bwh/p9o3Qk/kDzuB7oFzHMUJb5Fl+AYcrAvfacbzBBxPqn3IhWfs2KpVq3T9ddfpGvu1D95wg65436rk7y6vOHOlLrrkYl1xxeUaP75ZI1w0pmBWU1Nj3Q222eWJnANLW1ub+ZxzHaDHNMBv5BxvdzlO6VNvT6/a37ML4HTARdIOxxjwG/g6XFiGTsRg0Aj6IWcnD3C+9957ha1HxqEnfB3vohhFc2wU8sMe2DzWhH6sB+7Yc2BmDjIXx3FSnyBmTjkmReaBh6ccmTvLNqXMtqXCPpN1abjMmzvPc+rU70J8bD9Y7TgwiqKk+NaBfr7XwCi6PlVwvlZfV5/QgTiU/cALmQAXnrJjvzLrJNc4D11YD5vDZ2ADf+wjTR3sBfAxnzWnmffgxc8bZ70OMesBN+9z1ll4gV0C98rKSvudFiEj3HSA3UDOGN/jwuuaNWuS5hu6gZ/AjuzZvVv4UviEfsEn1kJnsZ0cNIqwE5Ht2/kXXCh+Mreyslwl58Z5N0jKHVvnBwaTG3BLJnwIwfFEZHs2IGCDthzQoeDcF7kcMXx4oluPP/a4iEWRg0HnjtADPUHWr776atuaWcka8A2bzdOd+An0A5gZj02Et5W2qXxG9jnAm2YuMLA311gH2Xn88cf0+9//Xg/99cHET6fN527Hiltsxzqdd9P8qKqpEk1papmZTMr1lD41DKlVWTZW2/EjGj1qhHOcBst9rxobhzomrkzwxpZWmhecq3F+nncMBp/gMTAAGzAhDwUX/IGTfZDvFtscmp7c+MCTfdgPbNWoUaO0wvYKO8j7iBEjEp2D18g5a0AXbA/2CZ+FPWFfDnBG9qAt67L+/fc/IGQCGJA5ZBKdAM43HY+if9h8ZPjhRx7W7j0tSmVixwbNmjtvjnFudH5ZEK/RjglO7L1V69e/LvaTA1tknJuUJrv5BVyLHDMvWbIk0Rd0G/s0wboNDsQWyAE2EZnHpsHj05eeruuvv17IIDSDnkXbbPYAfv7OKjEicFRZV0MIic3qtB/tdrwBjfB77MFc9DNlWwCf2BO8eRKWeJV1Ksy71tajeuKJp50fHFHePMqWVdqflLse1qDly880/gtVU1tnHnR7zCG1Oj9hH+R8iH3DhRdfpNFjRjvufTuhBeeRvXQmk+jb88+/kDS2sfUhBHGzPDoP/9HdAevV+vVveMzD1tk/CRx5GvmVl1/WRjdKBnp7tey00xyPXqjFi08VcQL8R8/7XLuH5h/8wAcTP8/P9uKLiJXAZVxTc3Jj7qgxYzVn/kKdec65ev8NH9RNt9ymZWeeqWxZhY65KRCi2J/LzePgo+TYJuu8riaJs1x+cV5drdqaOpVlKlRdWathQ4dr4oRJbuidpfPOu0DoeDpOaeiQoUmM+fnbP6t//uev69rrr03iSmQW23LDBz6gr/7D13Tdde/X6acv15lnn6tLLrlM8x1vDx85WpXVteLJ4OdWv+CGz1rHBW8J+m1xo7jcecN028dLLr5Y55x1jq6+8ipxk1bj0Eb1dPeqkC8lMEYhVkVltfV5smiiLlq0WGeddbY+8pGP6Pbbb9cNN3zAccZK83WBc63TtGLlWVqy5HQtPOWU5FeM0D9i4tNOP12XXX65+NMv19qPLjxlkSZNnJLQOU5lnFMVFaezSvlwyK+Ozh43uI9qwLatorzKtlluPnclN+wc2Ltfe91AxCdywxH2H9nvd20+SF4jFnZwwYKFWug4aLybuWPGjtOEiZNEnlZVVasoROZHmf3xoOOifca52zapUft3H9Avf/1r3eZ86U7H/1tt1w4c3K+1r72a3FT1tvPfQdfW0nGwHRuupcsW6+KLz9fFF52nc89ZaVqucOx0hs5auUzcOLpg3izzsU5D6+s0oalJTePGKON6QEfbcfU6Bw3W9TL3VzL2EehT3jYvZ5zRU4ecyttPkutDh0H7zaJPYneOu2k5UJLaHDd0uV7NE4E8MdjuOAE92O+Y7JjzAdZLWZZSjrli+3QZ7z43PVmTtahTHjveodbW4zpErcXrcm4gN6hOy0G3129zbj1o/5N1nZsb3DlqjU/kWlbBAp1ybI97VQAAEABJREFU7SHlGhJ7sSbvPfYJ+/cdEDnG1i3btGnTO/YXm2wL95iXRU2fPt32YLkWLFigiY4BOYgpiHGwX9g4bH0IwTTIJ3zC1mLn8L+dtlHYDXCCHuCTc61pqHOqcePGJTFX1vEJ9p7Y5Pzzz9fyZcutJ6dbXs9IjrPPOVsTJ020fmaEfhdLJeXzBdfLi5aNrCrcWGT9TtP0gPOGbdu2avvWrXrzrTe1evVzevLpJ/TAX+/THXf8Xj/4wff01a9+Wd/85jecH/9Bq5971jWRV61z67VlyzsiZ9m8+Z0krw0hJHjPmzdfo1w3IK8I5gu2jpp0mXUzY5nod5O3vf2Yc5sjit3ramio05gxwzV16oTkmDlrik45Za7OPHOZVlreZs2eZh8zTosWLbDuzVNT01iNGzvG9qRRw0c0Jro2xDFXw5AhIk6FzouXnCp845m2X8uXL9PMGTPMj/GaPHmiZs6cbj5N07hxYxOfVV9fL2xPtfMcZDWOouShkaaxY43HCNuyKoVgibZchjglftmnwrWkVKZMcTqjVLZc5bYl5T4X+1xJsWjE9rneHNuvRHkLP84FhwizB3whhKC0hStrZiKAMH3QSTpjcEiMOXm9zEFeNmtj4ut9Jl6fDQIJBI3ZnJU2ZwFhPkIadALQE3vmHaQMCCEqWNALTjRtR6yaRXlYIrDMoaDQ52Ivaw46iExZAeI4FnO4o5dOPTDhPPlpBPZjrLxSOh07GcgqioL36Ve7g30Ci56eHjuJEwKXsZMrs5JV2pGCE7BiDIAxZ5x6rIwEZAg/57mOc4yjyOtGOoF/WfKZa/IL+FKGMWUCVzrQw9CUrLTgU7LAhxA8Pk7msifjeGfdqqpKxS6i5R2wMp7zzIHmwA19eec7R8EOn3EhsGaU8I11wCuOowRP5nMAPzzsdNDYbwM24IP5UmR6ywFCV3K38oAdejqdEnCBn/wasFywd7cNaKcNQZ8batCIvXM2XP3+ztqcK9ibpFJp077cShR7bZQ8b4OSF7ATCLMOazKfI2cDHJtmleZDVSLsIUnS2bPoRl/JzT9kiqPdSU1k+jOusbFRdXV1ifFgPgpd7eJM1rJrsJPEn7VPwFVI4AEn9mEctALWECIFH8DXbuPDT2B0dHSqzUXA/v5BzwOfCuNygk7ggDymrSc1NTWJsvK538VozvPebnnr7u2xgct7Xun/DmABpkHjzFjwp5jA95KdjQdavgsa8FqsAw04mJOyTHEwh+/wNZ3OqN6FXY662iGmRYXiVFZxOmvDap1TUMpjgmnGnWDMYT1waHPwJF+X5ado2URv4jiyHKUUrDfQo2BZhLfsmTVdy2wsGdrbO+Ci0EF1WZ7iCPpUGe6SeIKzo73LhneX2AcZQ2ZwJMCcsc4RPOzbty/hD+tVVlYlfGQfCpsUccAL3UmZxsyBtxnr6qBtRZ/tCuvKL+AKIRiFYNyzSXLX76YgdiCfzyXOJmMbFRkf9GowP6Devm7zJecgKGca5a0nBaW9D/LAO2vDG2jtLSy7g4Je8AO5Ax4OrseWW+jCd3jLPNYos208eW3UqJFqdLBNEAgc3lQlOz7GNLhxhTxyDRlAL8rLK1RdU5fIXRSl1G9ZgeYFm8eDh1t1zAVi1g4hMtwZy0qfad2b6Aw0LNiuY4OAq+xkUc2yg3gVnZCUl1epxuuHOAUopkNBKessTw2BQ8pjWR+camprxQua8J01oyjy+JQddkVC86IX5gghFtcYi5ylWdM2Sn6BV5/9Q95BVcp2nGNwcMA6dsxyg44F28Ss6uvrHLxXCXpUVFSqrq422ccsTs4DF7oLnYGVvXiiFlqGENl5H1e7da9kmxtCSHhXMvFCCAmfmRdC8J4Fw55ReXnWY5CTtPcv85iiQgi+lrWP6k9oGll22Bf5qHABBvoYJYFTwf4LuWBdzoE/RwjBqlyynOWTdcCd66wBDVkH3iNPIYRkX2jIgZ6wJvuAK7gxl2uM5zzw8M660OHkUXAAm3ORw2riKSfWpSkUzJvq6hrjWC4K8gWXwIMD45zhT5WllcrGkoOeChdMkHXgDCEk+gO8BHYng0RgxzaQCHZ1dSZ6jC8HZpqVdr/ep0whBPFUKoVA/OjIkSOSgIYkkMDGADoZ2GsZaHMT6d2kON7S0uLEo9MBcmtyYDu6XOwNISS0xHZQVKEJQ4OK4JtzFN/53tp6xA0kN4IswwcPHTBdC17niAujh9U/0KutWzerZffO5A/O8+TcHic3A/aFedOhp6tbqSgS38GFAtDMmTNFcYYnwHjSbZgLjqlMWgfdBNu6fZvGOBgrc6Mja33Pm+hROmU6Bm19d7teeOklPfbkk/ru974n9JBCPWtSyNq5c2dSsL3r7ruTZPHpJ5/W73/7B9My7yDzVKXijBPwXdrVssfNrDalbfv46dnnnFy+ueFt6wRJWuxinyy/Bet/zv61z7h3GddWv3cmduLwwcPWqSEOMidq+RkrksYeMtvT36M+x2h7D+xV17Gj6rVf7zEvKZD1mx749HLr39nnnCds+q6W3aLByFO3FGH/5V/+Rddcc51IONutbwfdnK20bpBovO9979MtH7tFV155jZYvX5HcqXjmmWfrqquu0fvf/4HkzlkK7qvcwDrv7LP1Phchzjv3nORu2gsvuEAkJkudwLLGB10Q/sY/f0MXX3yhA+MxmuMGzgoXmChChYBMFJJmLjdSlIr+7swsnc446a9KbDZ6yXGiuNSm199YlxRtKVIgK+gUcSHyVHLj65VXX9OWrdu1a+cuLT71FHFnI7L1q1/9yonG3XrxxZfU54Lr5CmTk4L0hZdcqA/d+CHDfqGuc6JNPEDT94477hC2eLSL+bt27dSkSRMsi3nVVFeqxnFeynHevPlznJjMd2HmgHbt2mF9kcZPaLJNHnQCs8G60WL706EZ06do2dIlTjIWJmuSvF155ZX66Ec/qhtvvNFzdwlbNNzFypcsc3fddYf977tuXm63ncu7WDBXZ6w4wwWDxZo2faqG2OfwN0lUijSYK6osW6FMutzJRaNmzJijgf68Ro4cqwWnLjZuN2u0CzBHjh7XqNHjbFs7XRj5gG77xKd11pnnGa4V5tccxXFK+G10dZIbJtgsfkqYgngIQdhE4KurqzNO3frOd76TFI1+84tf6Te//KUe/dvfRFHr4cceU+PwEVq87HSNGDlcaduoCy48X2ObvHdXhz71uU/rW9/+pi5yEeArX/6SPuQGapuLYJH3v8rNAsWRdcb0njJJefue++5/QL/4xS+FXTn7rLOEPtO4/cMf/qAtbspRsBtrHeYpjtfcvMW+oqcUFesdV5EDcIPDo48+rudfeFGt1hUKUsj9BDcfq6qqtX/P3mTd7S5ePOUktc44ogc8NR4brmOOs9KprN54fUOSlJfZVtDoZn+S5X7Hes8//7x+97vfJUUPimfYzGw27QR6iYqhoCbLxbPPPafz3bCmYZdKpVz8r3aRZaIGbbu4SQY9nO5m3xlLlzthnWqduSiRUeKPnTt3OF7bpwHH9ySdb7/5VvITucz561//mjQcSVDnzJmT2KqVK1fonHPONk9zGj58mG3zpmTuaifiWcdT45rHqnZIvUI6trwWEv5mMxnlB3Ki6Ld//z7lBvrcqOuwDA6qZBijKPa5ARG3VzrWH3BeIb+ICdCbjNdFds5cudIJ8WRNGN+kSy66wI3spT6W61vf+ld98IMftjwv0OnLztD3f/CjBE/0d4z1jL95OM685Im+F198wQXe9eJPBGBr8RGMw7Z8/OMfN27nJPY37biPBhX0X716dfI3NPEpp556auK/aTQMt169+OKLSUKPf6PQzHh8YH19fRKXkNM888wztjuVLlDcoX/6p3/S97///eQJzeefX60f/vAHev31dS7MbDTd77F+7tCYMaNt47ebxrYLziPwkSfsVHviA9vb2xMbNsJFdIos6BK0G+KCArgQJ2Qdk2eMwzNPP+U1dyb7D9quY3vIbU3eEw1t5+foZs6xJNeYD17woam5OcEBf47c7XfxhYOxjMmYr62trYnvAF9uOoCG/D0lCrhVztkocGN77nNTDHoDI/OBG9own6bRD77/A9XV1imyTSBO7e3tE2NHGcdb7TNo6BxuPazjLsREjkeOH2/Vi2tWa+PbG5Szz0pFRfX2dIonMaZOmZg8AUXBvs6yyM+Qtzh+ePiRR2zn31CX86/V1isaN6+7WQluyH27C3WZTNphSsl2eaIutH1pbh5nGYZaxRPy6pyzt7c7iXPR4xCC7X6f/W5Fcg7caFDRCCVGgQ/oJI0DZJj4CZ8CzeEfDQLogDwRR0FT4j/kHnvOk+rN5sPs2bMT2UQWuuyT8V2RYxLeWYvYCxzJp5CVoc6BWRdZAXrej7v5h02B5oyrdk6Mn4PmzO9xDYSjzLLDXftxHDt26EnkBNnvdBzQ1tHugmSXzChV19aoqblJleZz7Ni9ZMoxn7j6JN7sx/6sNXLkSBfFFiUxB3bwoosuEr+6cbmbtvyMPzhDN45du3YlzfmCbTXr9bphwDswYx/AG/977Ngx1dXViYJlCCHRTXSXseDF/sgRek6ThCI1x24XrqE59hq+8EQJa0Mn1mR/7P7L9pvI77p1ryubKVNnBzmii/K19a6LHLcv3pfo6b69+9TW1q49e/aJJ7cLLtznBvIacJ0gKNJw+66zzjxLixcv/j9ZQT+w+cABT/iMrhkJ5Z2rEV/usb0cN75ZZ9juTnCRdKQbafgl+CG/kC3ghtfATOMrhCBo0ORCN2vyDk7QDfnC1yGP0J84BFoht+WO06ArsED3g27SttnW9NsPYV844Cu5BXIMDNASOedci3mW68sp+L8Bx0L9Pf3qd60MeQSuZ5550nZvTWJ/W63L/c77srbtU6dNTeSCXykAJhr+3/rWt9xEuSShFTpKMwmYP/WpTyXNNGxeCMExfKtqnItCQ2CCHjTUkV9wzVqWsWXQiOvIGOfAl3wBm/3ii2ucA+Rsc3cqFcX6xje+oW9+85v6+7//++Qncj/gBg9rdFjvkOFxY5uUsz/DT6OzTY5B+t20Yt3qauodg8qWlyVxdHlVhYKbFLH9cv2QOsfc9QJG9A34gAea42MeeOCBpKFJg5O1uWEoa/g3b96cxHLQmms8dYotJV94/PHH7T9eT2InbDd8gH/Yjo985COJr1m1apX95FLbswuTJ6iIkeE5Y5ET7E2FY3rgQCb5Dj1pdF522Srr6DmO15cL30cMRNMR2lGDpV6DbGGDwAe67rUOvLNxs15Y/aL27dmvnu5eUXtpbT2mwmDBvqjKerAkkVHWYk/mo3sZ4wufWHeUfTf6yZrYKX5OEfvCZ2Cttv2KbaNCiIQtRD7QY9YaMH+sHgKmtG16o2NbfBTfU/aLJ69BA+DnGnS50vEzN2dBM+Qfu7NixUpdfOnF4qanbsvAcfu8jW5ArXNciI9pdfM0nc4an6w6O7s8rlLw7Zxe8RQAABAASURBVNVXX9W//9u/6de/+rX4m+Xr1q1L+At8VYZ9jONncIMX7D3ominw4BOII7iB8BE3rp95+mntbtmlNttvbDg3+44cMUxvrF+n++6/xzHa/eLPM7z59pv2UQXNdax21sqV4ieGkZPVz78g7AC/fDJ/wfzEX73++hvJk92/+e3v9PIrr+qdzVt00HhkHIMSxy45famuu/4Det9ll2uM5X3QfOuxPgfbshBi5xt9zkkHlXIMoDhyXjDS+dxpbjou0dgx41RRXq1pU6Zrzqx51pVB11869damzXrw4Yf1jOOpl15dqwcfelhvvLHevIs1wr4BvjY0NGrUqLG2d2cme9/wgRv1yU/drg99+CY3+YzToiXJn8Mhxob31LxanIOiww8//IhWe+1XjQ+xG7w5ddGpyU2Xl7jByp+xaW5qEjpXZ5sx1k1AbMVx+33+HFBvUh/M2aYcc91hp/3eu6ZVfzJ+lv3vaact1aTJU1VX3+CG1RStWnWF9Wq5Y7Fu8ZQ8N7yQH1e4AT3SDaVJkyaLhvKUqdOcP83S9GkzNHPWLDU1T1S584PyyioNbRzuWlOFbUJGNfYp0KCrq9excymJ40e4rtDUNFbklZOcP6ETURQLX9PhWnTBxT/sEjIzOOh4sbZO2Gt8AbEaT/ENcwy1Z+8e7Xp3h3bv2KGu7k4ddb6CneCmy9ajR4Rvr7StqqmtVp2PZu85Z84M83ORG80rdMEFZ+tS51ZXX3mFbvvYx/QPto1f+sIXks/8nPTHb71VxOQNtnF99tWdrpfzc8V8RqbR14LrgRx8zrlvQ70pN1hQfy4vfg4YnUXf5Bd0CCHYtw4qtm6ZQJa1MkcYjrfcOO1zLQL7k3d84NKl5+eV94diiB3f9YnmaqebnzS2Olwn6uzuUuvRo+JGbOS8u6dP8tiMa6qpbNZ+plIj7FvHu0mNTeIz8U06m1HRu5JL5V3Hofmbd86CL+00/alv4Nuee261iPN3mr7ggP9ut+8kzoLOnEPXK+xjiWXJ1cg5xjovwY7VWh456p03YDuI3SsqypO4AVtc5xgHu4js8p398QfbXGuSX8TjrMU47GmyhnUTW948vlnEW9Pc7J00eYpGjR5jeZqmefMX2u+eqmXLlym50dA1l1MWLNQM54rDhzU6Bhm0nB1zjrzTPmadXnp5jdbapm3ZusVxzx7rRl8So4H3i86DNmzYYD0/bl/Uoz7rUo3ripMnT05sUqftZr9zjSrXOcZPaNYpbo7OnTvb+UW5w528dSCjcePGWJ+WaOEp85znTdCYMSM0eVKzLjj/LF119WU6feki+42Fvj5XF1kWP/Wpj+uzn/2UbcMNiYyesnCB5s6epQUL5mnxkkVa4qbq4sWn2m8tSvDHl4wZM0ajR48Sue8I21Bs6bBhQ73XqOQ81xodO4egBG541u84BTnut1yHUsm2rVyNQxsT3tS5kVtm31mUZZWYz/JIPyVK4mEpiuPY7JGNZS5RTJQBBQ0huPBTTA4SXTaiYUmAf/Roq4t1h21ku9WXPDnar053/9vb21zAa7fB6fT5vuTo7elO1iVgQ2kQnBN7lrx2QQNO7BHGkpWj4KZZCCFxBtVmDsJUZoNfsmLm3NgENhjFPt1u6iXzjHDkRCOEkOCRdiGzaEUAZvYMIYj9/CZZVU6cH/TnkpjHNS+RfGYvhBNB5zPXgIl1PME6nlIIJqSNQxzFiRMlIUuZhsmjyVZUPoMj6yDkOM8eJy441UHjAGyywoYQkvmMiT0/hJDAgBIRzKGIMkrgyP7AyliuEySEcII/XIOu8iuEYKXIK4SQwBrHJ+DlOvwbNNwDLl4wP5PJmv4lUTQu2kgDJ3BwF0gUx75WFN/LHShWufCXsbKe3OuEIewz//tsAPMeW7KSBMOfSo4QYsNR8JH39UGxDvQY7oLMaAdNGIhyN3gINIENHKEPMMKfbDZthcuqpqZKIZS8flG8QgiJ0AMrY1kX4wS90g6aQgiJ7MC/IS421L1nlJjLeA4+Mw/6csBncMuYHlV2etlsubLZsgRm5ALDOGAZxXllTAP2Y33msQ7roS+MO4kP8EEr6J0zzcGPvU+OGzAPilZE5ppwGnRxg2t8Zw40YW34zRFCSHQJGrEu+8TmbRTFdiwF9Xu9dhswGiax6ZBxIphzM4WfLmDvonWLsXGUchCYMV8K5l2/dT5v2paEMSxBYo+Tgs8VBBw5F2S8tcflFMeRnVCFRowYKehacCMQnKB7Z2e3jrrQOuBkkj26unrUbgfb5cbEThek++0MeaKFQIZki7WYBx3Q6V4XPHhn77zXHbTD7bcTHfB7wTCFEKwxUhRFhiNO3oEv7yavTxneYhKQ9DkRzLuR1G1963GCZ7OhOB372qDSfk9nUp4fmeSlRI6KHsABLByx5R65BD9kiu/wkiOEYMfRnTgQriEHHMzjYB10+8R70TTOJ3vAv6qqKmUtU8hP3s3dAcsTY7lW7SCruqpWdfVDxB1TFLmRy5TtWDBy4A8dEnqYp2VuZNOgHHACceTIYR06fCjZR35BO/jO2IJxS6Uy5lllktAoROo0X7qd8JqkyVNfact8me1rFMWmT1pZw5hyIjhgecpZJvNO8nmP40gVlRXiPIe3Sv6PDF/ywf/wmbnJWAcR0BD6QM+qSmBgfl/isPNupmazGe+ZUggh4R97cfSbh9C7yjSr9gGtKQiic5xHz2LzKYRgG1Hu+VGi8+gZ1xucSEWW824ndT0OopDtYqGkActmzgWPkpst8AFY2Y+1gB0eolt8DuGEnQFXjh7LE34nhKCsbTxj85ZTaHPyQB45+J433ZAD1oaXvIcQkoIhDh6cGAftWQsaAQ9z2I91wBMfx979pomF1sFIlW1ijfW1z7LY4wC8xvCUC5yymXIV7OA50unMe/xNKZNxgGj845Dy2DJBI2Ayy6yzRwXOxVJR6F/ecANPzn4KmPl+cjx0waYyD/td70AQmBnPOXx1TU2tZa3Se/hM6f/naxwFDRs2TPBmpJupkeWGOAKagh974BdGOsmaN2+egA/+Q4t2B6kUnSgmACPzoA1BEN8ZM2B9gqZ8J1mGfgXbhlyuz/gNqmFovcaMGeVCYLnp1uUg+zAAJvTEb8vWBfgqyyuF3BIAk8xwEJg2OSmDb+A93MnKCMPZaF9mUdIB699rb7yuHS4ubdm2VdwF/J//9V+6/fbb9Yc7/iDgpFB2sRM8+HzY4/mZ3S2b39H9Ljq/uPo5Hdi7V9Bh6NBhqnHcM2B7eeRwa3J38wm/k9WmjZv0wP1/1atO0vvd6KqrG2J5arT8x4ot79X2XUZKg7YLcgJQ5eD8jGVLNXvWPNviLq+1SY8++oSTgGdF8r5jx7suBu52wWNQ9bV1LpbWq9bvWfu/dDprOat18teo2H5m9ernFaxzH/rwh3Wdm4XXX3e9Vp55prBV05w8XnD+BS6GXarZM2cJek2eNEU039LpjIKkEEJC16FDh4ijyolctgwZTSUyuHbtq4bxuPes0pC6Wg23rIx1nDCscZj4+108MZy1rUrbJiI78JciNUn0Dic08Lyysso+K58UsBJZcoJ7zjnnmv7DkvPMq3MwXFlZrZraGidTDYrSBTU01mvGrGmqqCrXU888rTvvulszZsw2vTZqw/o39Nhjj7h48ZyD+9P0la9+WatWXepC91lqbh5n/asScoZMoivsgU4jJ9DhShdrgIVkd7SDevjK3/LYvHGj3jE/X35hjVY/82zyN52effZZoXe5wT7b6Q5F1pmJEycKnZsyZYoWLVyo0dad+vq65BzJFHs++OCDanHzoKFhiGFq1g033OD1/lX/+d3v6B+//jUXCr+hb/37t0SxeP2G9ebbSpFQjRo9Urfd9gn9539+V1//+j/bX5U8f6JuueXjTlo+lzStPnrLbbrgwks0bcYsDR02Qu9bdblmz52jf/v2d1xomKIlp52u5Wec4T0/oNs/93mtdKNyuGHkbwhteOstldt+ZyuqtHbtK8lP4j700F+N99t603Q9eviwPnD9dTpz+XINs80eOqTOfG/Uf3z72/rVr3+tz3/xC4apoFQmrU3vbNI99/wlaULih950IkdCd/fdd1uH7nPO0aHhbnbRDKUoNdI6OnHCxMSmfehDH3JB5jTDfpmw3eggTXQSxWoXubDD9bZlvFcZ3kmTJ7lodZ++78bXc26A/e9Pf6rvf/8HOnDwsBadukT1jivXrl2XwPiLX/46af5W2r9NcvGjzsXVVZdekjy1umrVKsG/ZdZB7BJPo+Ycz9x+++d17bXXqbm5Weedd65lbYbWr18vmgoUSYiPkJvPf+6LyY0KJKjYx6VLlyY3b2RdECDOo5gDrjzh0W3/tOCUhZo2bZrlvVFdjgW3b99qnq8VRb5tTogXzJ+vi93QWLXqMh0+dEh/NO0oLlfaV//hd78XseX555+f+AuK+in7Z3wDMRu2D5tMQYBG6/jx4zXCNO63naLg2ObCxe6WXV6jQwfcEHj7zTeV6+vXEPuDonO6bhd02DOKZPvUb74O6le/+KVeclKesV7jR3ocl6DHZY5B8Hvb3JRGr7pdJKE50jx2nJrGjRP+YMBxUME+beeu3epx7EhsR4F79epntW7dWhcxX1C3m219bry1dxxPmi88dXvaaaclRcBzzjknsRP4H5oEJwsEP/3pT8UTijSWv//97+vf//3f9b//+7/iiSGKKGWOlYCFBtqjjz4qXvisVCptnPJJHIMcPvHEE0KekAt81fMvvKBXXn7FOh0nfvDKK68yb68R/OMnhxe76YKs4CuQRdbkoMAbQrC+1zvfPqLD1hlsHzzBJ2JjkA34BK2QQQpje3e3CBmoqqoUP5m+07Yem7rb58EhhJDYXexRJpOxjXssiWuRAeCnEEETZt68eYleUSBifXQHGAccH3IQr1D8p4jEOhdeeKG4MeDDN96obufn0OcHP/hBshfrcY5C8iXWkYHcgP1xlX3xETlUUKV1Z4J1jxslJ06Z7BiipC1btopmAsXAtfYRBw7sc5P693riycfU5gbrT3/yIx13cfDTn/y4brzxQ1qxcoW+bd977Qc/oPHYTPMbWeFmoOH22dOmz9BIF9F27NzpImqrdu3YaZoeEnoHbbHf8GvChAnCv2APsLNcz1ofsOtp51f9jsfQK+ZAm4ahQ4VOQINy57XYZfgEX6AN9OQdW8451gMvxkPXA25csyZytdOwYQP4jgw12DZiP1iX8+gI783NzYmupxyvF51LImtNjlP4jr7WuDHPfPhN7AwvkBXWQodCCCrLZsVcYKIoFHst8CUWqrI/rbX+si7NcOa2d3TooG0Hfor15dy82jJW4ViDGL3StYKezg61ulBfcCwZR5F1opDE+XIgMGbsmISv3PAADaAHtEZusT3YvU9/+tOi+EiDBf+O3uHjsT3YnKxhhuboAPrLO7YJvKEVcCKb8IO4C3mc7sIitIYHNOv4iVS+I7vpa0J+AAAQAElEQVQ0qLA16PVkyx/2DToiC+NonDm25AaAje+8o5EjRymESJNdpGRfaBtC0NatWwVMwJZ3XtDoOI6bsVt27XFzIa/9+w7qhefXWGbblXejgtgaOQLGRsc6wF9tfqFv8Gy9/dvTzzyj9W9u0NPPPauRY0ZrqOPNXsNSVV2dxMfgxFMxyBZyinygv8wfazs51DLJushz3ryAPvAM3nKEEISuz58/X5zneqV9AbAxHjmD9+CFLEMT5IA5+E1i5PKKMpV7DvOxW9gDYJk/f57GmtdlZWnHVWWmQa8aaqtUHOhTufPwo0cOukC7N7E57EPse+211ya/9EATCFywwW+88YZpPVm73QznHPwvs34BF/tAf2BFDtCjEILjsYJrG73i2oDtFHrEAXzwlps/UnFaPc6Fd+7YJX4OFxkrs18d7eLrXMN+luOYFY5roEXRtbFKdKG2VsgE61LXgP/sS8OTePp1w4rd528c7t2/Rx1dHYrSkWqH1KoUldRhveCGAGSJm07wO9ALOw8O9zoXeOSRR2yPDicH/v0tx1Ccp/HKXHQX+wnfgfFSN/3waeCGrvBz3bt3707iHOjDWHiDHPCOns03v5csWaIVK1YkPpBz6GAIwb4/bft9imgoE0fCC3wltP3ZT38u8EMXueGAX5zhhjQ+YwuLLiosX75C5dkKvbFug5558lm9+PxLPtYk9h+ZQT7hCbYVueIzejDWTYZZM2c6NxgqzrHfyXzp5FhoxFgOeID+Ig8c/KoCtEH3qS0EBctBPtET8IZv2DjmIDvwlf2Ra+h/pnMZmtFTp0xTeVmFsGnDGoeqqXms6upqha2laH/w4AHdeeedSVw16By56BoL66MT0PPGD99o2n1IN914s7721X/QlVdc7RyzRlGcVrnlduEppwh4i6YV8156+eWkQYH8A1udbcBkx/xDhzRo5PARotGBzjFn1WWX6XrnXvz5hWKpYN/4jnOVP+inP/tfvbjmBVEHmtA8Xm1uwq5b95rKHavAQ3CbNm2qbXA64QP+pcX5wmuvrdNTTz+jta+9rjccr+1wLDXCOde5zuXmzltg/alUu5vFx9va1e3GKj+ZS/wahUg0lZDfw64/dTq2I7/GF2x/d5sbtZt1uPWIjnW0K+VaVVlVjYbyaygLT9H8Bac4nxue2MC0c0z0ssW6feDAQfU6Xjx69JjaOrosvxUa7SZtTW1dcr6rs0f9rucdP9YmjqxjRPhWUVHpuKsgbBf0279/r3OEt+wXG4TtR84vuOA8zZs3x74uo8Pm36ED+8XR6liqxzFK1vEPfgPbPsYN7+nTZ3r8AsdpIzRq1OhET6a54XT02DHl7WcXOwc4a+XZmjJxqqIQq9PwHj/eJmwBfvmYm7WM7XLfo2A+Z+yvymwjS4pcp80p7dosn/O2KzzxljKfjid+1fGd8c85rh07psm6MEx513PKnI9PnDBZyMGePXv1NzeoN9kXHWs77tjoZfET6GteWiPyoR/84Gci74odU4+fOlULHP/MmDlbTZaLatuvjGOYXscuxywjnbZHaefTo52Xzps3W1Ps+8bbb0xobkp+mnnShGaNcnOXX4Y5Zn/esnOHjrh20Ti0QSvPWK7LLY9Tp0xy/DAoYu/gfJX6K/6G+IBGZIE+DIcL6XnrSt612QHXJ7gex5Hwl5XOnTiiiFihKKuu0o6n4WkUItMg7/X7HUcUuWQxK7hmMWAZGnDs32e6d6mjq1O9/X3qcQOv1b0pZPO4e1HEmL1ujhWAwbwrGo7B3KC7QEFZ2/ua2iEaM8542v7Uuf5aU1enyPEdsRCymXddLLjuQXw66JoK68Ff8nlitXWvv+4m/PZErwZd58f3Mo/PIQSlvVbW/Ac//DE2kJgH2eUglwTPCtOA89xER+zDjSLI3mjrIz4JX48NYi1sBXEnB3AcPHhQvFhvvPMyxuKbJ7uxyTs6gC3l5varr75G2LnP3f4ZfePr/6ivfPnv9PHbbtFtt35MH735I7rm6qs0d85sNbpOU16WVXVNlWrdbD/edkw7dr6rVsfardZtbmLADt511116+6231dKyW132pyUXxAqWX3w69OGgyb/XcrvR9Q7s1PMvPC9uLH32maf08N/+queetQ1yfWDd66/ojTfWukb1sJ50fN/ZdVwjRtoGN412/lNt/e9SHBeVLbNPra1UZVVWCnl1dR537HVQR48dds7l+KI86wZo1rJSVLvh7nN+WOG4tMmxHLRduXJlotPcJHz22Wdp2bLTNc32cdSoEY6Dqm2vKxI/mLWuwJuybFZ11p3kaVjXGEY4XhvtXGLM6JFqGFJn+tSIm7mqa6oVlSxgCDIHDosDoQghKCTCXLBjKiZCjQKQHNP8QBkRmqKVhLkllYQB4Um87t5e9dvZcFcoQs0dNj02LghjomQWbPaRXyl3dQv+3uOCQG9Pb+JMuebtxboYyUw2bcFMKYqDlaqQBOTyfnEcJed5B3HOlQwPMAEb64BfhY1ZXV2dMJp1dbUmVsaEH1CXlbCrqyt5b21tFULA3GRPG1klr9J7xjrtHYvKu0jb76AwN9ivdCpy8bPKTrtcaStOyopXZuOI40RxKpxksBbJDPszJuckst+KP2j6AF8URckuRTtI1ra1+D8jk7UiQq9BKyrr1JhhOGGUk7VCCMlc/oGGjOPoNf3hIYEJdCXQ4DtjQgguLg4mBooCRm/vwAn+DhZMvmCBTSmOYp8rJGOYJwWBE7jFxjGy4QT2vBOHAk7Bxg/4snZyGRvylL+XbIEGXTwy0RJ+gWcIQSEE8ZknTEvGudzCP8RCWVVV4f161d3dlVwHR/YEH5Jw8CiVSsk1cJdNIniBIwfjgDWEkPALWFOplKDhif0GzPNcIl/w+ORxcs2M+U0A2uCiJPtCK9YH37yTkQEnMgMOzvksv06uDSzpdCbZ8+ReJ+HN2XBDHwIF4O+1jA+6SWWCiHVZAzjYhzmszRpePqETcoscAQ/juRZC8NyUyuwMhjQMVVV1rcemjFdORdOHNcsduCEnGctPvwte3NnU2no0wT9jWFknY3zLHOxkzC+cHHAOmp/sw1EqFb1PbKNVkfC+vr4uaZRAZ4Ldbhe5um1AmcdTOnGcVhxSSqcyCc1L5n/RhnXfvgMJbP0OljLJnmWGY9BJWLkyNljAAqyVbtaBfxSlVHQQ0tHR6WSrzfLQLc4DT78DgZzpB3ysVfQelggVSiUVbMjtq5PfNC/K8ivJsYjPy/QJKrNesg+0gbfdDqQIgKB90TZDfrE2e5S8HuMZi+yEEBTHkfW8wu+x7UWXeLFOCMH4DRjmomUzNmtLCf4pyx604gghiECDddM+z8F6zKeYwf6MYw57cudWW1uHGyx9SbM8Z/ljP/BNpTNK5M3vfFaIrGJBMt2idNZaEamgyPOKGrD+RVGslPVRCoaxpIx5wPec6XgS13Q6/Z6+9ymybpfM+yQpCZ7lI4oiy0BFsk7JtAHufssV55FR+dVv3qAfXEeP4Ct4+ZLXjFTtYhkBBXaQeSf353ODC0aVDiiKDnoG3MDvH+g1WiXjhe/JJ/OhS9YOnj2wn+yXTqdsy3I+BlXyXGhZZplvcGA0pH6oA66CbUq/+ix77AdsHCGEBN+i+c4BDJxnbWQik0kL/mNHOQe+fEZWwIdrlZZX3vkO7+I4SuBgbMo8jm0nTx6swfrIMbqDLah2UWSIC/OchyfQDBxZj/HsxVohhAT/2GuyHz6l3viVO+nzlUQes6ZLpe1nmW1pVU2lYifxsX1TyvQx2xVHKRWsHDVO1vBF7M1eXV3diUyXWTf6zU98IbBAk2rzCx5CN+CpNH94z1sWoSc4MzaybADrESdWRw4fUWy8K5zkgE/acsV4xhL8QcMDBw4kOl3uMeDH+Ho3M6ADTQWKxNCPOexdYd9Nsk9gyPdq0w08oB3zgD3v+IHAEnjALwT7gHSsouW4znYLXAmo2QMZ5Gc0582dZ/3qFYWVmTNnOHkZqjrDMcJNgnrPYQ/w7+hoF3gAj/xKZzLKW9aOOF4gOFtOM8gBFmN/99vfOkj9elIMef/11+vyVZepaHq9vnatDrlgutUN1BY3/w664TDQ36tzzj5TI918UinvgtEuN1TeSY4h5m+tC5ngVLKMVrtRusSJ0WmnLdE1btCdddaZGu0kqN+BYn1NpSrLM6qsyGr29KmaPLFZBHpNY0epy02V3bv3JX/rZ9/+A3rXxeM33ljv4t4B873KcyotFwWVbKfL7U/KK6uET6lx8FhVWa0pbpRe8r7L9MlPfVqznJS96+ITfDxy7Ghik1tbjyU2mtgJvr27fae6O3rU3+PExnFVeUW5A/Jqy4ScnA7VGBcFGxsbNNawWUyM804n35s0bPhQj6tSZNuDHHU4EUrbZqVCpB4nq2848V/7yqtukqwRT9cdd8IKT0Y72Thl0SKtND3OPPtsXfS+S5O/4Zix/wuW/dVrXtQ4J5LnnX+RzjzrfF226iqtXHG2Zkyf7WbgJJFodDkGJCb8zGc+I5oaZzhRrKur1i233KyPfexmNxxv1ZVXXuGkrc0F9hYXLQ6op7dLeceBxGqRY1KKqV3GF5lEH5AV/As0aW9vd/HltcQ2lDuoB7+WnbvU3d6h+fPm6uqrrtSNN35YCxct1NXXXaufuHnznf/4j+SpzU9+8pO6/fbbdctHP+qE51bD87EElsucyAI7dqS5uVkUmleuPFMXXHCBEvuaCuKJ0Ew27WJmucrcuL7tk7fp6muucgGt1gXKSZozd65laJxeW/uG+MlmfrJq1MjR6mjvdIK0Udu3vauCE0gKzkfdLJs5e7YGiyW9s2W7Nrz9tvep1dYtm5RCx22p+xzXcsNUmwsD3b19ovhM0l9vWQau0yy/JHrYV+A++5yzkycKOY9Ojh49JikY9HnuGBc1q63nqy5f5eTvJn3jn7+R/Lzy2eZxbJnAhoxz4WO+dTjj/fm+f99+XXrRJW7qX6JtbsKkfZ6nA773/e85Edyh2PZz0qTJokiLLbnyqqv0bTduoTE2ikT0wx/+sEa62cIx3InTWDfwFriJvcK0neDmbFNTs844Y6UuuPBibd++w8nfG3rZBTH0tHFYg5u+bysKJduVHnWYDtBtmhucF3l8mfVrn2F86KGHtXbta5blF504PipkB3oge+eee65uvPFGy0reSdoQ252Mpk2b6YR/rAacA6xZ84oWL1mq1S7Ms9Y88wSb2NbRrqdcfKeIAK1vvukm1dfVq2DbM8VJNQ2KZcuWKYTgYtSxJAYAnxHG8cihI96rNkkwsZ+sRbGXn5Nst+zGVtSsferJnyRGrinGU4A+6sLFGjdE77/3Pt3z57/osb89rPv+8hft3rVTa195ycXXx3TnnX/Qgw8+oGeffVrEvuhGzr5m5cqVqrJde+aZp50Mt4riMY0OdBs87nKi/sc//lHfdkPzicce129+8xu9teFNpeKUKGjIctDUNN50fEl/e+ghATq7BgAAEABJREFU03StC2kbvWaVYvMaPRxlXkKfBx54QP/4j//oOKAv4Q1Fa54afeihvwne670XheYbbrhB/E1GGvMUIGjyXOtCP3Sd4CYb/oUbGJDZZ0zzLVu2iKI3tgv/SCGEXy8Ah3LboUluss+eNVuzZs/RNddca9vXZHrX2Ue0mv+P295vdrxYnvhE/CPz9u3bp5///OcCB85FUawRI0YKumNnhptv2D5scVtbWxJ/IkMjXfzqc+5XWVkhco2c85XZs2aqz3nH//z4R6q2fWc9eIeO5a3fFDxYCxve7xgOPqBPLS0tQn63bN4s7BqFeQo3+ObYMgFtKeChS7tdwCdmQE44fvObX1tGV4uCO3SmAYsfx07hg6sMBwUKbiDgDveRLk6wd11dnfEckegERXqaXHW19ckTY6efvkyj3Mxa6KJswXkKzflTbfs3bdyoP951t7g54uU1a/SnP95tm7ZW0ImbLR5//AnB/+eeW60f/+Qn+od//Ac9+vhjWv/WenW64U6+Ce7YBX56m18fYN+ZLu6fhAkcoT2yyY1Q8KbgmAP+4v8rHaNUWL+hD/oB/SorK83jw4JOnMPuId/oFHWGescafH766acdp5SS+IOG+gjHH8gRa8Nn5BP6A9MbbtiUOVZDl+E7/IHu7Ms45IZ3bA9PMnAd+Qdu9gcf4IIXvDtodpG5zNIf1Gn/FaJIrS4a73Wskuipc95MKqWjjnWgOfKEXeWGr5J9QbX1t+h8gD1ItDKplFKWDeKP6qoK8TR9wdlIy94W7T+8X6WoqNj1HgpPFPtmzZqlVOQ4rVAU++1wbBQZhhCC9WSsoNEKN32QPfiJjBtY60+tY4kxGunYiXnADc2IQxmDnmLPq6qqkprOnj17rGPZ5IgNH3TBtmAH0IfZtqPnnnOubnj/+4WuX3311ap3HYDGMWvPtq9c4UY9/IHurEdzC35AW2JF+AJfsanwAPsw0nLNfsj1PK9R45gunc6ovKzSxcGcZbTXLAguxjVo0LnaERf4sW/4xOW219gj7AfrQRtwp55GXAEvwQ85BG/gQhb4zFOj+CUa9sCIPGIrkDfGABNyid4zH18LraEF9oACPfOgOXhg89gTuiE7ZZbBg47ju5xDw/uEB3GkuiH1Yn1+GpFfVVpy+lJNmDBeGcdiNDL27bZNcWG+17JWXVmm0RQwq6v0zLPP6uVXXnGcUiaaxcQJ4I78s9f5jmugJXLdbVsGLOgDck/TCPiAE7xqnOM0OJ9kbGRZQneAGdqhW4sXL9FX/u5L+vznPq9PfvITmjNnnmXkuL77vf/W3fY3b7+9UQP9g+rp7jNvSqr1eugivMcGAA+fWRN6jHLDpbm5Ofn1EmBsamqyXI50zBup5PpE0XpCnnXU9Zf91ivkBnv5thulP/vpT3XvPffYL0eiaUkTk5wC28we8LfbNIZ/4IrcscYR0xC54zP2GJzZGx3ABmScowDrKPs/9OfGG29MYkeeND3fzbKbb75JyPkXvvAFfeUrX9Gtt94qCu7YZniJLCAX5GPQDVvIHidlDFsCLNgAbCPNUOABzg7HtUPcDFzhOImbWM5wg3XGjJnONypMj5Lj952JrydmQlaRbfYAdvaHvtimrHNabE3y2fEHcDEOniJzRedFjEXPidO4Bs/77cO4xnfWZx7j8Eu8cw0acXMh+sE7N3cQK4JT0bldrWNP3rdv22obfkhF+0nmjnVcynvW8s9xwI25XzsueeTRR13Tymm844MG4w5fkNF2x095+4kojlXuekHz+Gade/45Ove8s3Te+efqGsegH7zh/VrlvGXypAmmzbv2Vfc6J9qoVDrWKAr2lmXgJbeGHvB7xvTpOssxKU+YNY0bq71797iJejy5ee9q54fjfe4t+7d3Nm0UNxYSk5x77jluHCxL6iHbtm1Xh+N8k1AWT8cevdrjmOOYeRc5vpowcbLOdc502unL1DhspMABOeTG9IInHLGPeNUxLLHCfueyW7dtSZ5m45dAaGj2Oi/t6+1WfnBAu1t2Jjf0vfXmW9q394BjijbtfLdFr72yTmtfXufG5mG1Hjma3KSTdbzU1NykYfaB0LfKfnX6lOka3zRB09zonud4H34Pd3O2uqrGetovGrg7d+2w+ynYJ4wWuE6aNNH6J8e5sRsr5Zrk2H2om4DllqOsdaNkxHe37NKOd7fLWqpTFszXheefp+amcZJrBthxZBq5HTu2SeQm091kPf20pTr1lMW66MILdfPNH9VNN92sM888S0Mbh6mvP2c9TrleWqMGfx/l/CRlGW5zDt7tht6g9+S99dhx90YGlcpm5bRbg4N57xmJhz927tytx594Sj/+n//VD3/0E91xx1369a9/J35V5/vf/6Huf+ABHbSP2O/m85Z3tujuO+/QK26kvrt1m95cv17cBEldotaxf51rS7HtLn/GrWFYo0a6XlBt/4P8HznSqvXrNyTx2fe/9wPd+OGbdOvHbtN/f/e/9dcHHtRLL76iTRu3mHd7xN94RS+HeY05c2a531Hp2uKg0NvxzePdHB+mSss29U30Ev3rNy0GHOP3+xgwfsiMXbwG8oPqG8gp7y9RKu2aYLWw3RyVjpewqeWWAQ5secG6wz4cvY5rsRHAj32jzjfUefrcmdM0ffIEpR1b9Lqx5lQ0ifOxUeQJA85LzRhFjjuKvpg2T6pqqsQeQ9w0rK6tUd7xJPlVOlumuvohqqmtV1lllcrKK1VWVi4pCFiwPeQw2JUjtsH45O3bt1n/9qrdut5v24N+VjnuYCz2aL9t/q5du8RBnAkOjON6kEy7SuGXsPfUR8AN2Duc00FP9uMc+HNgC1ocm5N34NOxa/g7aAjN8NnY4g7nn+xVZlsFTFyrNa6j7ROGWDZqHLsNHzpU0910X3nGGfqgY58vfuFz+p+f/Ejf/a//1Be/8Hm9//rrdLprThecd77Ot35ceOEF4lfDli9fplmO3Sba3lErAhdsE7AQT+/es1tv2r89+cTTuvMPd+n3v71DD9z3gOPydWrZ2aI9u/c6V3tbL7zwol588QXbjtdMwz3JTY1797Ro29Z39K5t757du+ybj6inp13tHcdcv9qiTZve1JatG7Vt+2bHrG1SKKjPtqbVjf49zkOO2zaFEBK5IiaodnxRbXs+rHGoRo0cbj9db9sQzNGSeZu1PFeLGItfYgCvC63b4Lp48alqahrrGLTWPCq3rFb5qLbclCV5mfzKpNMij2l4j55Rzg2fKIqVSqVVKsmCVdTAwKCNbi45xzV56xAiYWgzboBEcaycFSNvA5F1wQwBTdlIcRcAQXm7BQGDRGCLYc3ZqKas2LHnca7dxTIEZsCKVbBiIahFO7GcG4y594r8Aw7kc7l+G5sByUoQRXJxIa1y71dVXWGjVeHvKYVQsqAP2pn1G/6CikWK78EEi309bYKVmRgVqqurEwEHwQ7BSn19vQlTocgLo8QYi3HjxgnBhgkIaGNjY5JIpjMpJYWzKHhOmc/Vi7EkBAsWLBAGvtpMk1/A32vF7+vr9Tcl66ecZJQlQp32uWDa9hveXHKcwL2onGnRYboRsFAELZousuMqcZgvGDRPNn/yyXzoOOBkeXBw0HiX/m8fBJr9GM87inhS0LM2FsARQkjmMObEGnkVvU/OsnCCH8Xke4+Lot3dvcl+IQTTsdL4lwNGMp+xFgGPlemd9pEyzTM+0irzXlHkRMnr9vR0qbOz3ev0emzeePebr4NWkh5/xgkFlSX0SVn2BpJrwA1fTsLLpkVvlneBCGPUh4My7rxzXgoC99gyBt5xHFl+UwldOC+/mAu9OHKWM2jv04apaNj6k71DiJJ57H9yHmMHLZvwlaCiw4aKd76zZtqynTW+cZzy3Ix6e1lr0Hjkjd+gErl+j1esxcG8E3DLc1JirxCC5/YmsDCGnzYYNI6RZbTSzgaYgLloGfdQhRAcLJTJly0XOQ0aJ9YMltMK6wkyXVtb6/XTYp1eFyoHrNuDuYJiw5q2MYiilHiFEIk9c3Y+URQnfGbP8vIK61chgauvD371KzaNI2/K9azxpjiCvIID31OprAackLB2f1/OwVqPZafKwU02MXLlhq2iokzZbFrwCpxOwDZguSoal0JSDBq0PHKwXxylvG9KrJkbyPt6v8cG9Ruffn9njVQqo3QmoyhG7ooJzhQBwD2EkMglazEWuem38+MzeMOPk5/5zrjy9xw7dM/b4cov4IX/ecsh60IHDuwZ51gjhBN7pU1fDmQ466Z1xt9xtPCk2g6XgIC5Hq7I/2QNO+uX2eEj+1wDjkzaOJnecRRMm5z5MZi8y3OqSPbsGMt9RKmMSiE2H/MaMF2AZcByB64hBNM767kFXxvwmAG/95tGOfO2x0Fuq3W00zQtJXQCbmQJWiSH5T9n2cBmRIYlbZkHNnBGF0warzXoNQcEXdkTp861QfORtcAJmclk0orjSIXioHp6u8wvmW+xQiQnXeWKvH57e7uwhb09PSxtfPN2bPUaNrxRDS500PCora1WdVWFYs+rralOdKFkG8H6lQ7wsg5YM6Y7e4cQknWADZrwDv+AP/J+0ArceC/aZsWWoRCCZTaT6AJjil6b6/CIxfjO0Wt7z3on57Am41iPPSqtu8xhHHgR8JCIEwwxD/qyXsb8DyEkdOQz8COD6XQ6wZ/50DXrpmlZRVaDhZxy9q3VDg5HuLBUW1eb8Bc6sx7zWDtlXgFnh5Ml9kYGgQ+c2J/PDU7amMM55JXzrIOscq7aAQnvg7ZH5W4KMRbewmM+19fXiXXxS332fdCYz+yXM/9pzlN837t3r3K2UxSq2BeaARuJOPSg0Mt19jn5TixBMApMjGVN6Hdyb3Scc9CbMTXWCeiNH5eCdStSfV29m45VanYBPp3KiJ/6GeMGzuLFixNfDn5VVZUJDin7a9aAJugigTPrgk8UIlGsmzJlipPsgo+i2o+3aaOTxcsufZ/+6R/+UVeuulwH3bzc44RtxIihkhO02tpKjRg2VFMmT9Sqyy4VSXRVZbmWLz1NV1x+ma69+kp96UtfTJ7KWOZgdawT4nPdcGpsqFW+r1Pth/eqw8fwmgpNHT9G1ea/rD+FfE4NFLFsjyhiHXCiBW5vvbVRr7qJ293X7SZYUf2meb2D55q6OpHESZGGDmlUbU29fXWF6oc0OECeo1NOXawZs+dq0eLTddbZ52qYE9fBwaLjrmqNcLOtsrrOsVe1qqprfW2YamtrRAGQBnCTC0m19jfIbrXlJe2CQMpN/TiO3ABp1Z59LeJvoby69hW9s/lt24lezZvPnovEEwH4hQYnvcytrKyQrIeZVFrVlVU67KaPOanhjcO1cMFCnX32OW5OXKcPulB08RWrNGP+bA0fN1KzT1mgUxwIr1h5lr797f/Q57/4Ja1YcabnLHLgXKeSUqqpqdPwYaPUNG68Jk+elhQ133zz7aSgdNmqS50cDzG8R3Wk9aCD/re020XA49NiBYYAABAASURBVMePKo6Dhhq+TCZW0T640vxraKjXVCck6DyNMd4rKysT2vCODl/gYuCsObN1quHip+s+9tGbde0112iuGyyjho/QlVdcoc9+5jPiKU/ugHUNLrGjJF9vrHtD+5MbkgaTokMw35A/7Aiyy5OJFBBI/tGNjW4u8H7MjS6bNTepKwQPZs+aYVwnGYfY/rjbBdx6HXccvsuJ2U43v3a8dzzlptfa19dp36EDyU/93HvvH/WXe/7ohvxeN5IPq9u2Dhnbtm2bIm+wY8e7Qm+x1XtdkNnjwvWypUt1g5tSJCjQZtiwYSKWpviC3vKkH0/9Pf/887b3FbrZ9CDupog62g3y51xcRefbrFeyPWwa1yRidm7U5M76kmPj7/3Xf+lfv/ktF0TeFU2tyMnyKy7IPuDGHk9MUEymOPmtb31LY8aO0fe+9z2V2Z9//etfF0+n3OSGI/aUdbETA44FKCTDX376DfiR54kTJ2nJaadrvAsyTz79jN50sZU7ln/wox/rrLPOFgUXGs7rX39Dhw8e0sknnbCF3HTS6iIqDRNs1YoVK7V58xbzYaq+aLn84he/qCVLloh9eLpj+/btiZ2HRoOO0VY/96J+9rNf6LHHntKSxUu1zIXJn//il3rmuRdUZxmura1LYuhy40Vhb5vnP/nkE/rzn/7kYn2v9rvQ9Zvf/Ea33367izK/ciK6MRkPLB0dbbIyuOA1KHKZQwcPuvn5hL773/+tn7jp9PNf/Nyy/7ablS+o3XJCMa6urtbzu3XXXXe4kbxOd99xh9Y4Gd7r5Dk2n7a6id2yY5cee/gRPerj7jvv1JHDBxN7f+jQIe+/KWmM0cTYsmWz5SdOYKBgM9lN321bt2q1m178jCZ+IvKaQ5yo7naSjD+4/4H7LcspRSHSHsvZzp0k28fEq8UFC+w0so/eUQBmTe7Epjm+30WN3/72twl/dnkstv3UUxeJRgqNVp4SPfPMM82fzQK+f/iHryUNzQNuGkBDmqt9zjl40pImIHqGr/ra176W2O2vfvXvRdH65ptv1j1uKLM+soX8n3feeS5m36KOji594xvf1AMuWNXXN1gnhie2iHwBHaLZhv0EH+BmLrpObNnT053EQ4yDHvgo7GSZ8yZkDZt7/NhR8Z35w4cPS3Srw81W7iTH7qBj6CH8Zlx9fX0SL7DPWWedJWzIaaedJmBAJ/CnU2zbkEf2BR9iCvblGsV59sXGQXNgwu/Pn79AH7/t45a//Qkt0UWaM7/4xS+E3djhplnKMQ17oIvQEV/fYlvEGvB8yJChuu2220STSwpCxjs7u9yUf1Z19uXHjh5Xb1ePdrsAOXXyFOvHYh9LtGDefF19xZW6/LL36Yxly+33a5OCzV/+/GfL88Yktmpvb3cxcb3usHzS8OXpMtankQF+d/r8E088IeD63n9/T6++/IrGuGlS7lyncWhjUshuc9Fm2pSp6jJM2L6Dhw4KvSJOgBbIyowZM+wvhib0hC7oOHYNe8gRx7Guv/56YSeZy3doSexBIwT7hExDM+i8wo1FaAYt0YcQgrBbzEFOmQ/t+LlrbCl84hzwwHf2hL6cYz8amUePHnUha5/9QlplLh7W1g3RiOGjklyh6JyHY5SL2/W11v3uHo12Ux/9A784TqnMxcYB1y6Ot3UIniI7+IWenh5fKxPwl0oF8dP1fQO9kuMB/GClc8BdLmb3uVm0+pmntX/fXo1zMTudSYsnezZv2ZI01WlyoEv4VWgQQhDwI3/AAK06nY+j9/AOHJFrYlPsA3KFfoQQxAt9R8+hx+WXXy7okdDJ/qOtrV1HTI82r1dfP0Rlzn0r7Mv7nUNhM4BrhBuk6MTpp5+ePOUObOwH3uxDgzFZz7xFzpAHYK90vgc/8emcAy5+lhH6Dxs23DFYmWObYS4zlXTPn/6sl9e8pDffWK9xjlGRu/mW60bHb7XO80a7qcMexLzwHnrwva6uTsAw0jDOmTMnuTmMJ7RGuYAKnIwh5iZ/BRb0EjlgHWDiPHLK2LWOHYGN9cqcjyJD0AqdwE8dbzvq2KJS3a7t7DXvehwXUPuDxvwZjAHniqzJE3BPPv6kaFj90X5pzUsvKdh+H3VTYZ/jhZ22xfCQfWg28ABGZBnp7u3Ra45DeIoKvrIuuEZRnNgCYITn3FQBb6A1OOFnkD3kAx0BN+wN9jppSO7eY31eK+J3flELWk2dNk3nnXueas1z6APc5fapVRWV9gdbBM+OWd9ZF17SHIWWzc3Nah4/3na8UTwBPc3rMA85zdpWxJYBcOUz45uamjRv3jxNdBEaW4N9OGY6NLlhc7T1uErFoFEjx6jWvr3fDQnwHT58uOAJtIIHIYQk3uKGJ/gAj2gIEne02H4CO/sjk9AU2iFr7A98yD1yDq1CCMna6Ap4sxe4IhPQD3r97ne/cwzyMxVc76XW+uijDzveelrvvLNJG97cIG5KwFdTB8UuEYvha4G12fRhP+gGDNgmfM2qVascu1+TxMicixxHIltl9mXAjo0b4XyWecMcO06aOFHABh0ZBy7wFv1HLoAZWDu7OtV2/LgO2RZjd4gRiDlffPHF5IYn5PskHBTN8V/wH78Irevq61yHSKmsLK1jR4/ojeTJs21J/M9NnDQwsPMDrk03urmEHVtlG7Ji5UrRCORhBPkFDuS3yNwbbnIdaT3iuKnH+U5/cnR3dduGBU1oHqeF8+Zq0fx5Wn76Ep119pn68t9/VR9xPDzWtrC6plqFwqBrEClNmNCsTDatPufWZpuwHU3jxgkfh89udG7Z09XleKqQNAcXzpunNscDm91QPbh/r7K2q2c4r7zk4otEbHTU11avXi1kp89xDfLS0dFuH9bmmkyf8m5kzZ23QNdd/wFdcullmjhpiusNefGrDr0ebxVWMN/aPWeX89z9B/crSgWVQjGBk9rMiBGNGjFiWELLNS+s1l13/F6PPPSgHvnb3/SYG9C7W1rcWNmdxHK7d7dotxsp7V3tXqNg+khV1VWqqakSeC5wTHHBeRdo8aLFahzSoJLhq7JtbrZOIedGXF3dXerobNdON1fffGuDNm56y2vvUqdj3bx5dry11c3b/WpzblQ0Xbs7O/TGunWW75/qO9y09/jjanWzcrC/Twdt03baP7W6SfOW5ZybBre8s1no/xDHJjNmzHQOeq4uvuR9mj9/oWOtSvWYNzW1tVrpRvepi5do4Smn6pxzz0+OmXPmqtm5xCjzfOS4MRruPKfB9hxZrq2rEz2E+cZxgdeaNXOOZs+aq2lTZ5h+o83znHY5zuFm5SMHW7V+3Xo9+OBD1sF3FPxfn21vHEXmR0olv8fplAac7x+3P+vo6LTM5dQ/QK2t183MgeQaTc2u7l61uSbUZt99+PBRN7Xe1P33/VU/+uFPHNN+RZ/4xKf1rX/5V5Fz/OpXv9Z//ud/6gc//JHuvvuPSfzU433Rb/bCR1TYp6e8Nzo24Jig383UQdcNC+ZVwUWHnBurfM8NDKjoeoVBF/qcdixY4cY5fOTIuA4mv5jHdWxRqVR0zl1UyU0qzg+6DgUvoB/yTB5MvWTpaQt0+pL5mjl9oppdD5gysUlzZkxL6EszHr/Y1NysetcQU95XUUjkuuD1s7Y/6EGDG2/4/draOg1xvNc0foJlsTqJHYEVfwW8mWzGMJXU79wRm7nXtS1iNWzOzp07hc8AxhCCsVHit7B31ZZrzmN38Re1lhnkt8X6gK/ivaOjI4mfsWvYU/DudGMe/4a9452YD7934uhI/oTLNjfWyWOBAxhYa7fzp2QNlZQyf/Cb0C95t5z0OAZrd57Q4Xy7YL6NHTXaNFxsn3i24+jLdOOHPqjPfvrTuuXmjyafb7vlY7rpxg9Z7udq0sTxmjd/rpactljLli3VNVdfq3PtS5csOU0LFpzi/HiOJk2amhzTp87UjOmzNXrUGKVTWVWUVSqbLvd7hQbcJzjk/HnDhg3ixl1sE7/+c//994mbF3/84x/5/af661/vc474jDa/87bjw3fcYN2mtrZj6rbud5k+A+ZFJpXSGMc8I+07aXTW2o7GUWReFQVdiRkOW69bXPPYsOENvbTmBW18+03nwjk1ue52xhnL9f73Xy/qMvNsR+EZsj3MNpYbNSZNmqBx48Zo9OhRmjhxgm3zBJE7RXkCZhet0umMgi0kgoETQ1GiOBYFiLSL0uU2XLELWziMvBufBReWeWoy62spA4+QRRZMkMq7wBdFUiaTUtYCl3JwREAtM7NkoT2hDDkLZ87KkciZgvcOAaFz51AnlCaEYGdS8LjBxIgVCvlkMEFKJpNWOp1SCEGR9+U7As7B+bQLeTHG3Wvlrczyi2sNLhrTiZ4wYbxGjxlpY12t+vo6NTePs8I1J5+BERog7AhdRUWZx9Woru5EsMo6IQQRqLVZCBkDHcusjJUuAgIPBoUjb6PB9ZRpxPVqFxl5B4cQTuAbG/6s8SG5Kdjg9Pb0atBCnrayZ2xYUg70Wcd2xE4mNt7pRDAGbJRYW35FUZTQwh+T6yUP5uA8B/ul0ynzJCNgYRznAYG7Y0KIzItgOhe9thRFscqcKMWWAS+V8IHPZcaRAyOQMlwcrBVCUAjBQt3u5kyH8oVelZVHSmfCezKQ8rrFJHjDeQ/YuUHjAeMAbsCUtSxBW74XzLMQguleLXiGkQ3Bhs9GlDngxiG/gKfGBXRg4hw0ASdfSv5nvZPnmcv+jOE8POJzMtD/gCtGJm3aV1rmWZsjnc6Id+iSc3Og143JDhdH2ts77ewGxH5F6xFjwIP54BSCAwwFpbxeZB6xJ3ijZ0XrEOd4BwauAefJuelUOuE3dD+5VgjBvDCPTB9ohNwznn3hBfM7HOCc0MN8AjPXoyg2f0vKW99leEqGdTCXT85VOUE7uX6/g/hCvpjICUYefgDbScMNrJHxwIAn+mFaQDOcJ3Qp2WnaoxvGktcOXiernJud1VU14gWc2UxWIQRhpIa5OVblRDOOoyTgJBAecNINHjhdubKMoU3uigMu8wE+Z6wXwAUdB+wACrZJeesa3zvsiNBL9JOj306930YW3gM/cIQQeEsOzjEXGrAu+OScDHIuMq7QDxjha2x9wKn19vaKa9gEzrM+50IICc+Yw3qMCSFYnyIVTPOU55c70UJea2qq7csjG/FB8SrZNkKfES6ETRjfrGGNDW4AZVTp4L48HbsNkHcQ0idHkuZjzk68LylUFixHBReYQwg+n3ejuTc5XzIi4HwSD+mEbc1k0oljB5ec7UwI6FlNAiM0hQZcYy54FWx3SaTACXxYr8KJJnTj4NzJ8QQV0J7zIVj2DQPXi4ZPDrR5YiplXMptU8GVcegDsLIG56A1ezBv0MEY9jCYNgV/LjqpG1JvWfJ3ngIaPXqkcSmzDvYltgV42x0gJrJpW4G95WB9rvEOX1i/YB2C7iff2Z9rg57H+erqGq9dbt0+4X+gBzCdpBmwYiPgZTqdSuT93U0wAAAQAElEQVSXuVxnzRBCYvOQF3BkbcYiL4zhHDCdfGdPZJsDGoQQErxYM4SQ8CedTid4Aj84YsuOugBEkYN9wIH5zOEmDr4jZ8zLWO+AATkF7ox1iII/PKtwMFtme896wEdSAFwkbcAM3tAReYdn0JFEl0INicD45uakcJi1bEdRLPYp93qMq6urddO7OrHjseWfJ4v3u0gNvIedvBDooaeNjY1iDz6DH2P5TEAJPaE/ug18XCdYJVhkDDixJ3PAq6oS3Yp1+NBh0WTssU/tt88BHppe4DHaCQ1zoZX8Yk2uQytwhCasx9hm4zdu3LjEtw7aRmbilI547RYHzd0O4ubPm+8G1RDtcoH/3W3bFSm4WdmgASccS5cuUbnjoPnz5qivp1P3/Plu9fd267TFizR2zCiNb26ynJVp9QsvaIQDtNajh/XU04/qiccf1LNPPaI1zz+lLU4MbVT1xGOPuVlyj44fa3MwN9aFnOG2AwPJgUzB1zPdFCBpuMKJPseiU09Vk+OdlP3J0tOX6+Mf/4QmOLHrcwA7mCtaRqWqilpxR+aQhmFadflVOm3pMlVU1qhh6HCNdPArMIrS5k+tQoj07rvvJjdf5Gz/oWGXC9vwBT3v7+tXheUAO8NPLVdUlqlxWIMmuCAwafJ4zZgxVRMnjVd5RVZtHceTBmsUxx4zTNX2Eznb+TfWv6XtO3Y6Gd6rASfvjW5ajho+xjRbqrPOPDcpOg1xosPPLPU4KcxmyhyUV9o+FhK/QwOto71Lbcc7nCwVdbj1mJObNsMwSVOnzdLo0c2mYZdqa4doSEOjNrsRdNfdd+u+B+7V3v171NndLopVg/kBlZVnlLLN4maAdjeWkDXkjjshSWz6nESjxyR1yBbXkNXy8vJEJya6GETBBrv4mouUv3Fi+uUvfUm/+uUvE5uxwQWXPuNYU1enbLZcqVRGwfJls65FpyyyDegXT4+2OKGuMn0qKytF8M56wIKs8hn5xWe3Wi4H7RNrKqr0m5//Wr/82S+1+pnVevrJp7TPCV8cRQoh6M233tIBN7tmzZ2jeQvm65L3XapZs2drlPUC+WEffDSFP4qFN954oyhCET+jtzQRedKWZgR6eVJX0CFsCu85+xf0nKYQfyuPhsyVV14paEXB9n/+539ErsFToRTk+kzLefPmJT4UGiJbA14DOkNXmgQ3feQjmuIGCj+DxlMVV7gZzT5XuYnC31JBr2lQzJo1U+3t7QKH97u5y9OWFMT4zk8NkXT+7ne/S56UaHZRlDltLrA0O0FscYNwuIvSb2zYoC1bt+vFNS/rs5/9nJYsOV3jnVyHEHTFVVc5YVzgc0s0z0WxTRvf1n4XYSorKrRhAwWPB8XPCG7cuEnrXntdf3UTjbvwX3XTlyIkiTP8o8DPE3zQCZmjUPO7397hAuJoIdctu1rU4ULhmDFjteS0ZTpl4eJEJqZOm6oxLqxTBOBvBHW7gUGctvbVtQneF1x4oZs11ypt2e1wTFheXuH8pl5PWg4ee/RJHbGd6bI92uGG+Ib1G7Rh/RuaO2uWioMD6nEBqqPtuPipr7/86W79709+pJ/86Af60913qdM6sPS0JfraV7+q737ne/ref/7YDawbHHcM2kRFqnU+VVtfpVQm0rQZ83TZqqs0f8Gp+tvDjyZxyf333qsf/+B7nv9Ffd9N8a+4qcz71k2b9PraV/XwXx9QpXOBZuP7la98SVNnTHQRqF3Xv/9yJ7FDFYec8o4R7/zD7/Xko4/p5edf0q7tu1RbWauhtl8fvvEmDXNBYMOmd/T8S6/oX77zbf3xnnv0J+87ccpk63Zngvv27Zt14OA+bXUBImu944nvj3/iVtvHW0XT/YMf/EBSsDru4ttptqH33vMX3XzTR/RXw/etf/mmTjMNZsycYRs81IXA3RriAk0IQegDT1ZS8NjqBjH6uXNXi4gnLr/8Sl122SrNmT3X9OrTNsvW3j37bL/7E7/ODQE0/pGPhx9+WL91Axjf99BDf3Ne1etG/OTEpqDvZc7F0FH2iazTfMYux84nmfsv//wNfe5zn3Nx+ZD90g7TflAdHR2igAxM6Chz2tvbk6Iqfo8iNHYLn0jexTjesS3oGDYeGUNW0f8QgvCTfbZfjB0xYnji58G72rkuxXP0Gt1iHWzhJPOg282SetOLIhaFY76Psx9ss5zyC1eT3Vw/cuSojrgAWu385LzzztdtbtDy1DBF8JVnrNTe3Xslx9Rv2Ve0uRBEMWV44zDHzUPV292lmpoqXfa+9+mntjE//d//0cdvvUWfuO1WXXfN1VriRvrE8c2aM2t28vP0aefnG99+2/7iuDLptHhKED4ePnxE3D3/s5/9TAcPHkwaK1OnTtMVtjXoLjf7NdoPYVM4uJED3mOroA82ENqlMxl99vOf05z585R10TGdychGOGnYrlmzJimEUfRiTWiLbWo3X6ADPII3xHnQHjvLAY94oi/jtfAvIQQXw49r9549iV/BdnLA540bNybnWRcZOcnLWufNU6ZMU6V1p79v0DI4mPh2nkrLOw7uMAy9bqIedUMgE8e2O70eM+DxleIVWe7wfeQgucGCeMKGQm1ZZYV1dNDFsowmTpio4Dyuzzlzt5vP3HQCjlEUK1uW1Vlu5GPXkY+uvh4XLmtsL07RuedfqImTp6rfcb/iyPYk7UbrUbVbRvAN0BYaIH/ILOegE/QOIajMa49yUa3K+SX+Q34R0xI3QkdogN8Z7qJbbNygc9Z2Bz62GW/sKjFTMI5jxo5TFMXJgWwfd90HeWc/8O92QRJYuAGaBgW84hoH8HCwH/pHsyhleTM4ia7A5+eff17ITIVjBnwsfIenyEMcRTpmPehyYRxbEFKxOt04yZk/+MZaxw3Qrr6+PrEj4MY4agDsFwK0KEvsAHtCD86PHTvWPma46VSW2AXggoZNblDMmDHDcVRJjE2l0ub7ifwKenbZF/EnLZAzmjKHjhxK5K7fObPZLGhYV1tv8Y6sR62KTdsex4SHW4/q1Vde0779B5J1WWvSpMnCh8FDCuzTpkxx/JN2jDhD2GNwy9kflZzvIee1VZVqqKtP5CqOIvU7XuA8e8IPbGLk89A9ZRqXnH+SV4APfG1qahbxR5lzoQrrIdea3Ny84KKLtdJx87PPrXaz4E/a8e4O29lGjXYzu8ryQ67DO3BGcZzQhvXLLefIDZ+hHfvlHBNHUWw8UpBbadNv0LxC7jhOwtrc3Jz4jtfWrU3ydnhCrtXcPF6XXnKJzjvvPBes5yf2euzY0TrjjGVqbh7nwvRExx3zPbcxsUfkfsgOe4A38oic73Ruwjnoi35g20OIEn5DC+jGWMZ1WZ4Atra2NpETbAawntQb5l/ufIKbzD7xiY8bluXma1DascWsWTMsd32ed1CsxQ0Q3DjC3MNHjmiXG+Y0GJ588kn9/ve/1732w9ywxJ7EO/v372frhAbYBXQlKkUaPnS4VJAGnG91d3arzc0h8AJueAFM0BL6J37FcfY4xwzl5WXJeuBCAxnbQkwIb4j/sLPgB8/gJ2tg22mGDDhHjK1fE10wf9+ll+jcs8/SLPt4eEPzuN/1ypzlkZtt7rjzLh0zTDnHp+AQQhBrYp8GzW9krn5IvYiV2ZPDgpPUjQc955gbmq+b9332hcQSV15zpfO/kZrtWPKiSy/WosWnaq4/L126NPGxYy2L4xzvxd5n0LpWcEMwsq8f7uZPlWO7CscDkxzH1tXWqLa6UiNcPxrhBsCUSRMl68+zzzyT3NDW5IbB0qWnC98MbMTh0KXHNqzX+nTMDf4e58uHzLvDrYc1fMSI5EZPbuYb5bgK33jQOQY/NZt2XhvbX/YbnyiOHeNUOUaZoAnjm6ybPWq1bZg1c7o+cuON+vCHPqQ5c2bbd1Ro3Ngxmuo4AFw2Og/Z7NhvjxuqR71fb1+3RowcJhoWI9yMHenPFZVlGjZ8qBYumKdmrz3JOFU6zq6rqdHSJUv0QTc/Lnf+MtK1s1kzZ+qiiy5SfW2NmyRv6aGHHtDzzz3reGGXOtx4aXO9pPXQIXW48V50bavBMl9bXSXqSfL36qpKVVvny+wLyGWDbUi3c3xudsO/06hCDkMIWrhwoRsv73fD+X06Y8VKrXAjtW5Igza68crPwL7mhvyal1/Sy45rt7nJe9gxzZ59+/X2pre1eesWYav379uXNPvRmWPHjiX6zg2y5F1nn3W2Lrn4Uq1adYVOXbREaeeG6EG7G6C1NfWW82C9aNOug92WxU7Hte1u/u/TocOt4maRvv4BdTsvQH677X8HnBc6ZBL1wgFfG3CTVda1TLrCdqFKqbhc6UyFat7Li2m4bt3+rtZveFOvvb5eL738irhxgz+VstrNeHIHfpWj0TI4atRI4Tvgz1DLXtZ6iL3BLhdNQ/Q6OawbBdP5xP4Did6HEBRFUXKEcOIztgydZT7wolMF16/5nrO8QauWlhZt27ZFu/2OncBeL1y4SMuWLdckx5BFI4sN6uvu1IF9u7XprTf16ktr9LpzJOwTxxHLea/rNPhu4tEBxxvc1NzT36t8Ma+8YbVwqLauTvjkUY4psJ/VjkuxRcANPP2uMZ88BmwnwPUk/Ni6busXOET2DZxnT/gCHu2ON7j5A3z4zDWOfZaNHTt2uA6yx/F7TuNcg6LeBgz4+4JrmCfWOJrIQc6wszbwsB/yBUzl9nW1tTUKISQ2CpsnvxgHTMCasr8st05VeGzan+lF9TiO5sbbXtMvk448N7IpyStjGzlt0iSNGT1KDfV1qrYfbHCNZtr0KcmN4p/8xCfFDZyf+fRndMstt1p+L9f06TNVXV2rYjFo+LBRWrToNF180aW68oprzK8V/r7EseJkj6lTu2s3J3GnpgZ/d7n5uceN4V32a7vtUza88YYef+RRPfH4466PvKKTNz3ccccd+uY3v6kf//jHeuD++/Wi62rPPfusHvrrX0X9jD99sn3bNvuVfkHLlStXat68eUkNbv/+feKJ/rWvvqLNmzfp6NEjttcdGrBf6HRtQH7hS6Y4TkE/Tz/9dK1YsVxXXnW5RcTEzVm4Sy60R3HswlMhOTiHAtQPGSIEByfPAbHLbLTLy8utkAU70f6EQTAjhEh5F7v7nFghPDA5Z+ZGcaTYxEfwylxgjaw0jD3BxJxKNvRRHAQz4ziVvKddnIbhHIY/2QuEEAwEgHOsk7YhZwzwlBmulPcZtKPpsYMChq6uTg3097kgnpNRTQp4Q8z02roaG4+sj4wIOnF077yzSQguTvWoE+her1F0kyaOY8VeF/jAgb2BA0XECRFA8BkHjQBzEBQMWKEQ9mKxaAEqKDaOwZPTFtSSz3Ek39MpC1B1EljX1dUmziaX69fx48ccxPZ4BvOLCZ38JaEFa0K/ARtHYOFzyQYrjmOdhJG9Q2AH+1JfC+HEZ+gWQkiC3iobhIqKSlVUVHnfKtPIylKS32MHvNU+ajyuzHwtGpa+xJh3eAAAEABJREFUhN/QYdABRQgl4yQLYdrJW4cVoNV0HvTcIPhSYcUsc0IDf4CJfeUXMMbmM9c5z8Ga8I9z4AbtcjaY+f/HeHKOw0uYFiXvU0pgYnzK/GHdoo1n3k01PlfZISIX0IWDeVyDVtCGc6wH/focRPAZme10wtfjYCJYnjOZrPEvNz5lCS2qTK/a2jrTOKsQgvlaTIxc0fwEP3CtdLGT9dmLd64VDFcIISmIsH8IQeAcQkjmc46x4IwR5QAezgMnsINTCCHBfdB6NTDQZ7p3K3JAxVokYtCQcTnrNA6fz8wHlkE36vle7sALPCorq9VnB4sxR46KhrG3p0991l+Li2Wi0gnFUAdTw1RdU2UnmwIM7xcJg8Ixe/YcneKCb319g8/His3X8rIK1TqZSqczplmVZSdv+a719SjBVbY11S60VCX8yXrtCh+VKitPq7a2Wpl0SmnLsRFN5Ak6QBvoO2i8OMAj4yIC7znre84JDGPkFzxnfa4XzRecds6yxDxoAa2QT+Yyh/W5RpMHmhVwngoJ3NDNS6rMtqXRzZ6amlrLe3kCF3IDn9iDdbuckEA7zvHOmhwFOzwvZ3RKLCX0PhVFlquMaRJEQBfFSvbr7+vBKKvNut/d2S6bDOXs1Pt6uxRHErZDph8L/b94sD/fcbDVNdVeO8sQr88+2YTu2KW89YkLyCi6FkLga4JfJpM2Xjnbl8HkiL15JpNKzoFHsWTfYPpHhh0YoGHJghJCSPYB704HnehQ3joI/VO2dcHyyVG0fMEHrrEG8+M4TnTi/6UX50n0T/Iw5THwKKGjJOZW2nnD50rrWkNDg/UxI8ZwDblCDz00wZtzzGWPouWBg31DCOId3ICTzyffQwiW//JkXXgPLsAF7NCx176B/eQX5/nM3JN7gSeHL3udiuTgOnuFEGxr0ZHaZH3OMx/5Yc6J/bKJ3wVHaMy+Mq1PrJ9P+Ms1cIUG4MdcYGE871GIEpmCJ1xPpdLKOEHY7+QVOWdeyb6X/aAJsHGedSqrKhL7hB1hPtdy1jF4Cx2hBwexAbxKpeJEL4YPG64aJzjwpLKyKoFzmPVmfHOTi5Yzdf0112rlsmUa7aLrTCepl112mRYsWCCCQ+zJcBe2+Fxpn9Tc3CzWphDLNXgKvhSaFixYqOXLl2v+/PnJfBoSBLrQG3zq6uocCB11INRl+R10YtHpZtpxHXISeNyF1wku8A0ZMlTBNKoor1TWtiSEoIztPbQqcyLAWiEEsW4Ux4riWJW2WVMcpMuybPenftvPXvsKdJri46B9fp+Tl31uWhG8/cmNiLwbctW2a0ePH9ViJ8aXXX6Fjh1vT2xiZWW10ums1r+xQY899qgefuRv+uuDD2irY5E9u1vU7/U6urp1xEmYRVdDGodrvnGfN28e4CXyjdzy/dprr0uSuuEjRmr8hEmaMnW6qsyLM85cqanTZyTwb313u461d+iqK6/V+z/wIV19/Q26+robNH/RIjdQl9veD1N+sGALE5kW5YpSGR1xct1uGPY5CdzlpCXEkcY1NemIk9KdhvF4R7vAm4S43Q2Yne/uFIkWQWlPb7d1LLJsVCRHvxM4KVJjw7AkQT//gvO1xMlwrWWl6CZqxk3Y6pohbsLMVtaxIkVNmsGnnnqaFjhJ6nDT9t0duzRg+wIvC4Wiat1gHLDfcuajVBQL3re6ebrOwfYGJ4GvOnHau3efXlu33gH3Rj2/eo3WuMny6ONPiLtuv/vd76mlZbfjwG6tefElPf30M/q9iz7EX+gFR9Z6UzJV0I8Bx1xTpkzVLs+hicxPuAHnn//8Z93hQJ7iBPocQrDKlhRFkZAn9JzP2N3LLn2fPvD+G9wALrccVKtlT4uL3btN0+Mq5Evq7Oi2vLZp34FD2n/wkJvOHeLJjU7bHRiPjox34YS1gAmdxI/vc/JFLLvprY16YfXzGueC6fkuylFAvPTSS9Xc3Gx5SzuxmS5+2pgnRKH/MutktX0yjZampnHWk0MJ7J/59Ked6CyzXAxNdAi8wAMaL1p0qi66+BKtWrUqoTnFozL7SewLCSFNAuxFoj+mQWz9oXBOM+T888/Xd77zHfE3I7lT/+e/+IVjmR7ra7dS6ZQoXu7Zu0ePP/FEEpNzk9UUJzDg+g9f+5obfnnddssteuapp7VhwwaNdnFmuxv8T/n7rR+7JZEDGgL19fW65tprVVNXq//+/vfEE4b8/UzutKbRCc0OubDC06MPPPCAiBXgNbgMcbOHn99rdSNh27bthq/X+lbQoH1oybaYJzGwFQNOoilEf+xjH0vsfNa2pM/JOWvkPRZe1dbWJvTkKcStbqBhS++842512F/W1tfp0OHDgoevWVbvv+c+YS9efuUlrThzhb76918z/RttC8foystXKQ4FPbP6Ob29ebOqnZ+detppTkRP1WHjEVk4RrqAtmD+AnlrtbhRd+VV1zh2K9ObG97Sb39zh8aMmqBFC07Tf/33f+jLf/8lDRvemPia0xYvUU1lteptq9KW9SeffFQ/+uEP9crLLwt8Ot2Ii+3LeYqVnyj82f/+XL//7e8FHn29OY0cPta+vF891sX9B/Zb72M99LdH9IMf/EhPPfWUaOiAI43hIy6aEedd6Ub4rbd8zHpQZruT104XsQ+42I5dfclFj5tuuin5O6jNzWPd9N6gVvNixMjh4mcS97nh3XroiPZaD7G59XV14kmsv/zlz6KQ8gU3ac+/+EK9Yzr97g+/1/XXXas33OQu2eehN1EcuYnQrjvvvFv//M//LJ5ivvPOP9g2vKDvfve/kp8OztvOXLFqlX7x85/pogsv0BDzijuah7lo95nbP6Ovf/Pr+vgnP668895MJq1sWUYfu+Wj+ua3/tnN3+v0qU9/Ulu3b1VFTZWCrze5SHvUzei77BfKHcPMnjtHI1yEWr9+Q/KE4FA35s5yAe1S24fp06cnd3lXOec488yVam5usvzlBA3xYT32O+WO5bFH+Ft0snFoQzLmaetB2ro4cuRo86RH3CDBzxHTSMOekeNWOnaqts5TcEFfWRf9JnZAz8htt7noEFl3iTXuv+8+0+W7Qr+HDh2a0Jo9mcd19Ij1LYKJb4Z3421vjrtoScHqgx/8YJLjQlP8esZ6wljiBfw7ugRMxBSTJk5O8AQ3bEGXczKaVHn7iMMuFO42z9tcUMzYd7711ttu9P/E/vMx7d7dIvhzzIXqNu9L7AIeIQTNdJGVAjK25zzbRPbnmOSi0DVXX6OP3vxRfeXLXxFPw644Y4Vu+ejH3NS41DlMtRuqLyY+4QHbiLvuulMvWyeIiaBNybrCPjQteELidBeq0X1whD7glM5ktOHNN3XnXXfpbTc2ebo9TqdV62L7KNuuyppq1dhGHHMxFXqAM7YYmrBGl3MLCmlcww7Co5P7YV/Zg+vAxL7QmHMl2yl4zDn0l3WHDx8uk0Ptbgi2Oq7o7nbO4bytFMXq4rP5PeDm1/59e/Xw3x7U3x76a3JD02TTqczxUQjBPqpoPe91GFTS5KlTxLrsxwE9eMqcugg82G57p6K9fkipy/YOeOB7tWMpfElgP8c5cRQpZ98KPMDf09tjXxB5n57ERw7kBhJdGXDtQZFUlinT0CFDtXXzVh2ynyzY4G18e6NtRGvi4/A90ANdh5bIKMdptpf8+sAVtj3QE9qGENRlu+WwTiGOrcdlif3qcxEt917uGPt8wbaDOXXmFbQNIYgXOgXu5Y5Zpk6b6vi+MoknWBuesgZ8QtZa3Rjl74AiMxvsu2i8wtMmx1T9pgP6xV7AGkJImlG7XUTEhxzxXHhfZtvBO+sylmYQTbWTPg/+UcPihgDogF4DL7q4y4XIHS7Qcu4tNzL4DvzoLzg0W2eJuYH93nvvFbYBnQQ+eMcT/eedf66lXonMEp81uJiOTaiurlHOdYZDh4+4ALxPrUePOdZtU1t7p6pr6sSNE4O+nnMuAd3gc5XlABuCXGZtI+EXPnOim2PoF3Cm05mEp8DC2B4Xpnstq8AIHcg9uQYONLu5aYB54MUa6BHfyy0zzGXvrVu36Y4770x08vbPf85Nl79pupvIxx3XbnA8jr4cd+xLPMevEcA31kNmoSUH8WwcR2Lt2PKBvJVZBoIFtMfyBO+54QJeZh1DUggGPmwu/OIcvzDCAb7YfBpB4yc0J/EW+c24cWMFPvhPaDzo2s+WLW9r/4Hdamoaq8WLF2m0i9pcw86yLuOJTyjQQx/sOXIGPAcOHEiaN8ge9MpZvvnc4tgeWXnxxRf1/HvNfeCLo0j4Ac6zvvwiXrzxxhuFLiGX1GBqa2ucj83VRz7yYcdcV6vJ/gq7AH8rLa/I0EoXrq+//vqkWQ69sMfgDYzsRbzGu7cQtC6zD6uwj+MmzaOWKZ7WXr/ude3bvUdHj7Q6/+q3zRgQcnDg4AGBM43bbssH64MbfOI6OgRt7jTPafhCE/aj4brQTbEG22IbNgXXfCud/5W5Ucj8IY6xuP7+91+nK6+8XBOT3HFI8osCyCk07nJ+FJlOQ1yLwC6zNrb+ry7go3MZ239wecu+Cp3i10NoyHLDTavlDdi3O8ZsNY780lGPZTudSgu7DY1oEA6pq3ODtFGjR44UvxbA36WnofDW+g3JE5U1VZUa6vhkSH1tIheXXHKx+DuIS13wX3LqqTptyWLbpQo3vHcI3M5yTHGdY2Nkrs15W4t9Z7tjPGwedg45H9IwNMnbIvuHoc7jySWXOu+uc1ydc8xz1PrR4zgEXhVtG3t7urWnZaf2721RV8dxxZEc9xbFTbUjHbcBy4XO+c5YviyJ+Rhf6TgEmjWYzj3mW5v90nH7wYxrx42Os0Zatuvq6tx43K8339qQvO/bt8exW5vjiSGixkyugJ9HDtOpoEHXzI4dO6Ke7g7lXNstWmdcaFPJ9auc+wHcINey411tevtN7di2VYcPHtRe28WtjhVbjxxWp+lRX1utU9y8vSiBd6nmzZ2rkSNHeP8DOvHU3P166umnDEeHwB/dOeLGHLYAvo2fOCnJu2fNnaeFpy7WkIZGHTd9DzpOp0kbR7FhLzN9y4XMoyvMk1/EZ9gcYh6arPiKBQsWiF/budY8Y1xtbW2SbyCfo2myeb9p02Zo2rTZmjxpunO/iWocOkpV1UNUW9+oxmEjxM2GZdkKSOF4uyhKk4O5ovWnRwcPtToPaVW7c8/+gbxKUcpH7LTa4xxHZOz7a70n/CoZxoLrpOl0yrlFSv3OgbDlkf1V8DXoUbR8DJre0KO3p9O62q28fXjR+oVecf7kPMZxcN7TE1sfQkjoGtuuRlHkGDsvmv2MyVifoBl7QvMW827b9m1JjpHEHZYhfDH+inXxqbttM7AL1JZiy/PObe+q41i7Ktw8HuwbVHd7j793sb1YHxzI7Y9bFrLej/o666Udt6EbyUATAhx6XPPBB4ET8zj4znnkggMeYoOxufhr8MLXVldXWT9ySbzAOOTjsPNB5moI7agAABAASURBVAI79iuEIGwNNegRI0aIm53Pdw69atUqXXzxxVq5cqWwxdgybBo+FPgYi+2a6hgNWgETMAIzBzDAT2Ia6Mk1xhQsGCEEx4khga29vT2pp7355gbXdp7TE08+rieeelyvvLJGr776susmL+jxRx/RH377W+eEv00amPw6W1QKmtA8Qeecc47OP/d8LTt9mRbMn5/0DCbajk53XWrChEladMpiXXD+RfroR2/V1//pm/rc575g23Wdlp62XFMnT9fokWM0oWmCpk6Zbtznatq06WpualZzc7OoL2bME2wJN2P0dHUoDiXlHSfu2rnD9Z7n9NSTTyY3jOJ7N7/zjrihmSbs3fYFv/z5z/Wg7fS6117ThvXrk3yXuAkfgb8mZs05DuTGrcOHDmjda6/qhedXe721brxuEmOIp8BVfVaEAQc3WRyXG2AIEgIDExFiPocQBMGHWyFRXpgAMxBkjo6OdhN9QGVuskYurOatMP1uCPa74ZOzISu6EB+iko1GWnEcWUkKiQL2uhiZ8944yxBOMM966+tFK3pBCO3J/WFwwQpcMKMRjBLhnInmaS5YBR8lYVjr6mpUb4dSXV2pqqpKldkxZrJpK2KPA7w9TpJf1ZYtWxMjyPoIXggIzYCDon7DFycGjiAAB4hAUzDp7e0xjrkEttgKzjXeoRfvKAsBF0pAYdWgKZNKq+ggP+ciYpAMY/C/Um8vhZmBBEeCw/b2du89YGdXaTpXm05ZgUvaQpLxgTInE9/7J7JxQWFxHuzbYSPNOtCFg2HQiTElE/TkZ86DMzBzgCM04nO5g5YQIhef8wlvGMv5dBqY8/5akrc1bGm/RwktwAM58EUnv/0++pK5wMDenOdgz6yDSWjNwb4EmOAXQrDDLSUH31Fu3kM4cZ5CBWuxZggnzqH0GEYO5A/6wacoOnGdgB2c4Uu1CwbsB81yDhyZG0JIDHbWxVvW7bUcshY0JDjgIEDiyS3OAQN0ZB0KFzgV1mMtrrNXCEFxFJt/tXZajQ7y8urvs7wUpIIr4VYJ87Q8kS3oivzwDh2gDziyDuuBC/vFljP24To0gYYczOtzkNBhvcvnc3Y0OQ1Y3wZtQOI4Mg8HE16wJnoLvJWVVaZx8Pl+61UmgSOO00mhvtPFCtnwWVQsh4MJb5kLjATpGHICnlrrVo2DDApa0GKvC56bN29JElhoWHQ2WuaCEvBS6I6iVLJWb1+PqpxoRXFsWPPvycig4cz5c5+deYf3HUhwyBmf4IAo8iG/oEkIyKAS3YMu0KDafAU+jtjrRlEk9uUaNIVGjAUuroVwYg35xXnkFjozngPY4ScyUoRfPtibMbxzrswB3gg7s1oHFazRYb3j3Usal8EEB8YzlnMnr8l7Qw9sLT9l1Gu7OGg8M9m0qmqr7LxTpkOP7UHe9OpT0TauzPpS5UATnFgrhCDsUAhB0B4Y0BWuc0AH9qt1UkNgNmxYo5vTtV6zaL6XhN1GFmpqqi37qWRPbGTJtrmzs93OvMsw9Pm92zDkEnygG7hDEwIZ8D1Jo5Pn0RuCA8ZE1j/w77V94x06DNq+5x1YMR5dg+7YSL4DP7xiLDiyRp+b+VyDf9iKlP0J+GVND+ZygCtjWJ9Au66uNoGXdVmH8f/vGPbgO+szhnfmnnxnf2iHHLEveHOdd2CE3qzJUWvep1JpszSI8el02v6m3rpdltjFjIPOE3CfkH3wYS2a9Sd8SL/KKzIeWzK9e/0eiRdwgVunC06MCyEk8pxxIAcciQ2xTOaTYkTOdqYm0WGuwVfgghfwhznAxWd40dPbLT7HUZTIzjEnK/iqBidL4NZu/9NNAmdcSGaAl/nQGLpg87JOLqEjtEqlUoCc7M91xhtc0yBr2UonOp4336srq7V39z5t27JNr6x5WZtcvNnoo8J6VGbbu9tFImQKOmJneGf/assoNDzJs5FOIAkSR48encAPLMj41KlTRbOdhBwYmQ/u4IwPGD9+ghsRwxyIjnECP9PwlWvp0mX2s1Ui6R7m5i9BH/ILDsgadHrBxYRNDrpO4msFsj0fULllkIAY3eQoWU+POoF60eP3govpiD+qcvHg/e+/XjNnz5ailFLGddTYJtMsJHd3Pvjgg7r99tuT4vQPv/8DNzo2KG/7fdBNiD4XTnMuqoHP/HkLtGzpGTrzrHM1adpMDR8xRnPmL1RZRZXOOvscXXHl1Vpy2lItXXaGFp6ySGf73J49e51UbNLjjz8p7rDHZsCj4cNHgEYS7w0ZOlTDRo4yaGm9uXGTtrtB+cILa7TVhc+/3HOv57+jtzdt0n33PaC/uSGycdM7bvx06bCTfX4+aOv27eru6Un4P3ZMkwtlNRrhJm5NTa2bnvN0/gXnKm37XZZJqeT4Jxtn1dXWo4HeohuF/W4UdjoG6lfe9INnyBQ82O9CT0VFuWrN/46OTg3kcoota5OcDIwcN0annbFcM+fMdmI4TMNcFO6033rumWd0zz1/0X333KP/+PZ33IBz4Lz2dXU7Md/jgvCbb7+tHTt3mXYjNGj/1O45IxycT5k8XUtPPyNJQqSguXPnu/nxGV1wwYW64QMf1OmWk7lz5mt880RfjVVeVmm5wXZmNZjLa5qb1Q0u5qJ/c8xnbgygQXjjjTcmST4JEcE7cOynEe0CwwMP3KdDDshJQP785z/qD3f8TjShM3FKb7mAl3e8ECnSkLohqrLuUGA/dclpWu7CR5WLPX996CE99PAjOnDosDIu2pXZp3c5dqmwb212Mj11xkzTZ65Wrlyp851s0UCorKz8v2IYsKLXJJrYYmxOmeN+xqTTKSHv/U4c+Om+Xq973I331qPHxR3K5Za5nt5+BcvzBDc7amrrhO6RqHbaZlHIpfBIgShrm0VxH3sGb5NkI4qSAiFj9+zZI8712k+McxGZJwGbXBBodgGuZB5x/g9/uMOF/If0L//yL/rFr36pz7ngSXGKJ8EyqZTucfO62zKS8meecOXpsZfXrBFJEmszFvo/9vjjlrdjuvXjt+kjH/mIuJuUO7/Rv7TtHTA//8LzbsTs1r2WoW9961vJz4nefNPNyVOIp55yin7r/ctMnz4Xi7KpjBOoXaKI9atf/krd1tejR49oXPMYHT122Ha5QvPmzNIHP3i9rrr6Sq04a6XOOvccXX3t9fYTDapzceOcM8+3vp6qgiXrS1/9im4xbPzk4XLr+mmnLtEpp87XJz59m4bah490sw06nih6HdXefbv1mc9+RrPnzNFLL72kOvujWbNmOUE9RZ/81Kf0hS/9nfe9WlOmTtY53nfAMSF3DF986SUKQcqWpTVv4Xz97rd/0L//239o0ztbXJSpdJO4qNGjx2j58pXqtC/o6x0Q9MEu42MrKyoT2smv2PHWjp3bHa/1auasqfrd73+r19a9prx1vbyswk2oVbr11k9o+rRp4kYXaP7d735XFzvxf9/73id+Kuxr//BP3rfCMEXCdmB3Kyr4HkynetHsGOFYCxgOuFnS4gba97//Q722dp3GjhttWc2q3jpx7vnn6ROf/KThzydPXufdAH3xhRcSm8rf1NzuhiCF+i9++e+0dOlSneYDf9LU3KyJ1hnklOvsz0GhAj3gHLCPss+hkPib3/xG/bbLww1TlRsA7FMqFEXjjAIpT4Hyk8FNludmrx1CSPBj/SiOlS/kkyID82a6iIB92Llzp7LpjHhqmyLzRDcQLrjgAuNW7nitwf6qTMOGDdOwxmG2PZXJAS9qamoSW37saJvq64bq3XdbdMcdd7l5cVyH3Gy86pprNWv2fGEbFi1ephGjmzRz9kz7wRFqbz+uBQvmG7Zyx4BpLV58qlasOMNxYt78H2X5rdJwN9g5XnPhIOcCWF1drVZdvsrjVmj69Gk66MI18QPxAT/vXWYbMmHCBI0fP97za7yHi1TmZZdtMIX35+0feRoJ3e8zDY+62FVwslFu2zRoH9DqeCTr2kG18cqky5yj9Gnc2HFiTdkeIgcTXHzhZhHsydbt72qzY4p8oaQBF+xStjecp6j6/e9/X9zY8owLnd/+t3/V1//xH/Tzn/6vnnnqSdvajTrmhvxxN1vPPvNMIRsP/+1v4kYEdAycTrG+n+lr8HXMmNG65ZZb9JWvfCW58SPjfYgbKHDSUMX2EXehD/hY+EIRnBjg6NFWUQzdsmVLEuMddSPs8ssvt29oSPhbEv9JOcPfZHkBfuQSGWxpaRHwMJ8YCRmCxhMnT1abc44xY8cmtYwoRGJd4jnGYc9bjR/wFExX4EFWKejDG+wqxbys8RiwnR8czCtOpVSyrLbs3qtHHnksOe520/eH3/u+dlKgdBP4/vvuFT4L/lHPONHcyipnP3jk8FHx5GG/4z2u99lvZNzkJo7r9WdkHDtc5j1HOUYYMP+BoeDie43lqqKqMqEHsXiZ46uD3OzX2aG0c4lIQZFhI0Y87AIjTZFUKm1ZLXrPXrFGtrxM6GfGcTex8RD7zv1792t443CVGY4+x1V9xpWfYYziKPFBNIc4gCWO4yQ2hn/ltnGpVEYKsXba3jz33PPWkTIVS0EhigWv8JXAyvjYc5FNbBT84T1t+KA34+AnfEzo4ryG862Wg6amcclNCTRXiWvhU699IfPJtevr6hOahBAE79H5yP5z+MgROhGnppJ35iA31dXVYi2astSeqqxXTU3jdcmll9mODFU2lVWT4zTlS+rp6HKzoF19boIcdLy123giN6wzwToMTYCdz9wAMdr2D7iQ9f379yVPbODrB3J9GmX9QIq5sZsnyl93MfKpp5/RavvTzVu32MZUKFteqaxjlRHm/QTbN2jc2dWt3r4B87Eg9iUekF87bA+PurkEDNA4bV4UDDO8b2096jpBt5CdTY5NuVmLg/wKfUNnDropQvzBE4+MgT/4lKzlCnvOTUqjjE9JJU3jZhXHSB+58UbdeONHkqcAuRnitltvEz6gtroueeemTegK3QftWzKW4xCC4e9LYM9Z7tE1zre3tyeNys1btyZNl/37DyS2BRhpRnKTEU/6TJ48Uddff61oisiyBczICHymYI7fOdM2CJywI9gYdBy/NN1wz503V5NtC+I40jDb6rPOOlPAvnjxYtvw0Qq2C+2O3VgX3YkcszU3j09kijoAsgpMrMde8+bNS2w7hfclS5ZozJgx9hX4glrxMMqePS166qkntGbNC2pzc2HA+pTotO0+tGE+cS68gVcD9hkd3j/rPA98prn4TYMe/wad2BeewHvwQo45Dx0HbB/ypnPuvVod67bb5p2UUfiAvozEDzvPSpkGLS6av2uaU8ewGCmyrnCAI+uhq8whJr7tttvU1NSU2FfgYD2OmupK1dZWq8cxHv6BX10hVj9wYJ/iOGjatKnChgIPe3DjFroxcfIU62iT/XEpyTk6HQ+y7plnn5XEMNATO8A8/Aw85sYU6HHVlVdp4qSJolYzyjnu0PohtlkZNwOipAZ07Ogxy3zOjwPqAAAQAElEQVSXWDOKY2F3M7YvO+3/kqeyHnlUrQcPueEwSVOnTjLeIXnismXHDh2ybpdl0irPZhwj1Dg+XKArVq3SbMeK+5yP0IAq87X3XXqxY+xv6aabbxI3Reyz/V372toknnvLuTrNpNr6Op2+bKnzuovcKL/ePvE2N0VOUQiRBiz/qXRG8DNj3SjZrsNX+MfNNAecg/G3PZ9+4nE3Wfc6t6lXXU2toEmz+dDoGsRwxzddHZ1J/NbT3aXBwqCwA4ecbxYdJ1TX1eigm5ybHcvxN72P2BbAM2S7x3loKhWp3c3bjo5jeuedjVr9/LMi9z3m3GXAdga/kHcfIgpSdXWF6muqVU6d0ifq/LmhvtZN1z7vv1svv/iCyOeffOIxPeXc4YXVq8XNe4cOH/DcKp155gqd5Zi+vLLMzft1uuvuu7TmpTWJvrdb//FRxGzodsb0LVlYkGveU+mUOAet4ihKbHhsvnLsN92JkchbiC3IYYgduIninnvucXx3h+Pmu3X//fdr/YYNSYzU6Dx+3JTZamyoVl1NheW3UnX1Naqrq3WdpFrlrunX1QzR8KEjNaR6qMcMdV5Z66PG12tVlq20ja40XrVqqB9qOWlUWXm1igoJX+Fh3jF9znFCr/tE+PkBfw6mm4c4pi2csOHW1T77r+6uTvW5T1IwrdOpWOXW/wr750rHguW2FSaFSi6Es27RtSy+Qxu+cyA36G06ndYJWSolNAohiPOMRZ/R67xtBLKW8dgq+7sy79Xl3H7Huztdx9gmfja2wv4cHW1oaBDrv/vuu3rl1bX2YZu1770bjw9YT6B/HMVizb6uAWkwVqqUVSauUFzMGNVgfSwmNgOZY/8Qgurq64R9w7bAW+ADL3w+cIKP/Kow/uBUsixzHpnF3sNjbGab42HmsH/BeIFrKpUSdpr12BN4kRFiCGyJ/ELOpjnHwkeRV9Fs56ZebhYc53y6vr7+RG2+p892fND2qVcd1jPWYH/gYR9gYx/gZ0++hxC8gxL+gu9u17eImZjba15z7rBjsp22vXv37RG+raWlRbt9tLje8u7Wbdqw/g099+wzevyRR3Tk0CGNss2+7JL36QPv/4C4YRE8Dxw46Bj2mGlfUHNTs847+1xdcdnluuH6D+imGz+qz3z6dv3rv/y7vvnP/6pPffIz+siNN+ka5zdXX32NPnjDB/T+66934/Xq5J0/L/LVr35V3DB9hWPthc5zxo0do4ryrHL9vd7nsLo62k2LPuftnTp8+JCIT7fZd2x2vW+rY/UtmzfrTccx619/Xe9s3Ohcf2ciK4zj6XRi8jfeeF2rjdfdd92hH/7g+/rmN76hyLwVxIRqcRybeeX+nrbzSHFKEAyCQ2gYTiB42MkawQvFNArsPHHR4WI8TZDYCkQghiKEEBIFKFp5eq1gfW7+sBb7hBDsGFLJ9f+Pq78AkOM607DR91Q1DE/PjJjZIgtsy5aZme0khiSGMMPuBjbJhmkxsOFs0EnMjgNmZpZFtmQxszRMjfd9jqL//vdOfNLdVafO+RirSqkLSUeOcZ4AnwFjk5AI+CA6DGZeYkX25UrTRFJV5X/823GeqjoTrd7FOJwEolBxAouAokgMhPLQoU51Hupyo2tYwRdVnHQg4Ay+gyufFL8R2iNCHkKwYJXjAKe8DWWD9wIOIMllMnZcdSrYUeSyuegECe7Ys8dGhv1zdjYIeHNzk8CDa/MO9Eh4oFtq3BLvk0kSN2IzdqpBKFfNDgpeyX+swfxmB9A47cRzfVjAj5LCI/iDUUfowYXzjNQ8Zn4IQdCljKG0ISy72ZExH/J5MCnZ8AzYcPSpUhmO9GdPXxKDR9YMIcT9ylZ86MN5+MPa7AcsHOe7VIu4wkfmAQOwcC3nMTh8hz78Zo2akeWTNfMuRPNJQElhBzoxl+uy2VTQAAPA2swLIRi3UpRd5rEONOYc+7I2fGd+YyPyfjgxAV7OcRwYuRb+gy97Vas1sQ+0x0khm709fZKD4eJwWRSfSqWKsk4A6pw8ELQCG+spJDHxy1hGgKdqRwKN2Ac+Ymz5Dv7MAV4+mQdt2B/YwIE16+yY+PSyqrPMZ+2k4SGiQLOMmwkaHWiGEMR+R2QCPay4AESTuOggCDrUjFfGTdXUI2PYOQ8e/f0Y3m4NOgkENtYBF+DAEPc56MwbjtSBTGq9NxkUkw0f4yaKqpt0fW7i5O1MhxxcE2AP2gZUqmVlPJ8B3HnrEToxevQoJ37tymazqlnes1n4UhH0P3ToUCyI9jlwqlk2oE3Fug19+A5s0AiaQi+O4eDgFcOXCBxCCF5bcQ/OI1OMvHVQ/gsh+P8VHTjz0zTx71r8XbGd8I9IzxAOyz/7Hbk+a7hZh72Zd2QAY3G4pCEXTSoGJLHMVozfkAOOXtMH/A7jlHqfSoRzxMiOWHSBh6x/BNb29o4o7+wFnvCBwRpF6zF7wltsdclBD7/BgXMcG3YShJzAB+Q9scAQaKBXwB5CMG8yEUd4jX1raKxX1bxkP9aqGQdoMWi5QA6RXdYBT+5MRp6Zw3n2G7QTq9jOdNuJcTyEEO0I9qnbSRLrcj2fwMkn81ivVMTeViNM7J3afoF7e3t7pBM4wHeD5OCwKc7j92G8U9uvipOjfgeMDSLp41oG9GQN9Di13QMfbCfrQUtohcyh/0fgYQ4wIatjHBRAN3SQYyEEB39Z251KtIvAf2QtPkvmdcXymstlDUt9hCskErrA9dCQtRjQrWJZAw7WAeeSZecIfPAPOnEcWQPWAy5AEJQBM9ch8/If5+EHvGWtXC4veE2yzHXbt28X+Hhq5An0AN8ja8AX1mQuvELWoB8jhGBdqsXiBrysy2dVsp7XDHsuk5VqUlNDk9LENto2nICXBIpi8fnnne8EdKJIBuBLoVAQck4Bh+AQ/hBohhCcJB4lbANzUvOfhJxC5xGazT/6aMEPaNfooBq+NLnY3eBA+rjjlsRmGUFo0foBPZhHYEgy/IYbiQRIDz/8sMCRc9B68eJFbpYd5SSj2fpWJ/wpd/C3tLa6+fBmTGgefuhBNywf9Pd7tHz5sjgytoV502Hjxg2x4Dx12tQof48/8qief+ZZPeFCE68Mqtn+828B5bNZJaGmmm1i1QnkOBdGJk+aqGOPPUbXOGDMZXJK05yb740uep+oG268SYsWH6PrHIyecMKJhq1R48aNd/PnKT344MP69a9/K5qCixY5cb76ap180ilaMP9offgDH3RR+cv66Ec+qjPPOMs2fciF94MqmldJNqdXX1+h1Q4mlzt5pgBOgSOXq9PpZ5ypk04+xboz23yYoxmzZqtQaBNNuqPcyK76+t6eTu3bu1uHDu23/A9r1arlbsLe5d8HtdlJfa8bbbw6apSLm01u/k2aNFnIATTd6WLTQScSPU6g4XlDQ4OgP4nD2HHjXHC6TpOnTFZLa4uCef+Ci/t/f/AB7XIQzCtZd7n5PHPWLF1/7fU688yzdOMNN+iCC87Xez/wXl3/rncZ9pM10YXnTDbj4xfo3HPP1ac+/SmdceYZuu5d1+v8iy50c+VUXegmz7FLlqihqdkNrFHKGvftO3a5YL3DcVBRpWLFcr5fG910fn3ZCjfZ/iqeJuN3wcVbdAb9QkfRGexRnf0g8d/LL72k3//ud3r+6WfV3NDswskYTZ46TU1ugFbtNCdPnqKpHvNnz9WwbSo25/bbbzcty2LNYReXnnryKSF/Zxt+ioAr3SB+/IknYpOUPRnocAhByH6PCzqsg06h+9yIMdbNc54O6XIxde269ebPoWiHOM/Y5ib8FidCDz34kHK2EzylEUKIcMATYogQgsAPfFkfHNFFdJYCJPR9xzveoYKTOGwI6y134s/8QqEQ/S76OdqNcJoSJCjYLl49y+ujKNL2OFZmbZ5gHeV56PYhx+zYHuj5yosv6fVlr+uVl1+JT4xtd2MWOCiu8TTcDTfeGJt2Gdt1/g0vin6jrVfjKESbMWefc44WLVrkpn6vC0xLdPVVV4t/D+a6a67Rpz/1KS1dcrwSSe+w/jQ6Lrj7zjv04AN/V2tzg6ZMHKfNTta//pWvaf++/TrDTaj5R8/Vvv179OKLz6m5pVFPPv6omt0gOOQGUWd3pw74c4wLZVnrOslvo3Xg4Ycf8fyXxNNfR8+bH5tbm11I/t1vfxufkPzaV78Wmzcfc3P0A27m/PCHP4zFFJ44wX5v3bxVA449U/ODu6cpuM60Pm53sXu7i3+vr1yh/W6qrFnzZvTdI0eO0N333Gm9nS1ey1doa9bixcdqquVwyXEnuCi0XHfeebf+9fNf0q1/usPyXovxFsUh6M4YcuxAkwq/ibxMnTpJdQ1ZF3Zesz6P1nluan7oQx/WxElT3Mi/WN///o+Uz2X13vfcrCVLjrNM5VzkeCvqdF1Dg8baboELxSHuBEZWkaEl1sMTTzxRA44/3/ue9+iad1wb7dYXv/AlkSyPdVH+oP3doGPJmS5Kf9I8G2U5GWd7scGJPTbllVdeiUkyRTp8zN0uRkFbmnp33/NnbXEDAd2lSDR58mRdf/31ogCBH7vzzjuj3vEKaQrXvbZNn/v852JCTWMeX9LjQjE0Qe94eumWW24RN8jwpDUFm22WSXSXfytw5MiRgl4TjO8ZZ5wR9WeSmyngiN5b1ISuVGxLmcdv5LnZ+R0yE4J10LEDc9BD/Bhr1tfXm9YTo352O47i2F//+jcXitZG+45/+79f/VrvfPe7lbP/ZU1sbMF62NPT7ThlSDnzhzw343j8gOUFX9Ti3DTr3+2ed+0171BrS5Nz5X51tBc0dkyHklDRxAnjNH78GP3tr/eKIgk37BSHi3rhhRejv0OnKcRSFIROFHmwE1nHBTTYB12MQfe3bd0mfA02ZYttD4VTvhcKbW6Gr9RTLmT+9a9/jU+FcsPEi9Z9XrXHmiOcL7S4mDXLRW6asMtsZ5597jnt2bdHmVzGdns42hviG+jD0yTf/e539VE33r/21a/qi1/8Yiz8UEihebjBhdrXXnlVf3Gx8jk347kxgxtqid/gM/KFTFCsAhf8169+9SsxsDPwfND2O4RguuZs50drypQpgu7YoA7H7htsdzNJqq2bt2j1ylUuYLa7wDRW+WzONJ2gJE0F32fZpyEHNMgmuBjEMeiS+nyd+Z7L5VwgahBvf4CmLS0tKjgm7hg10rbogItE+xVCouBBPgD+yA/roHP44YpjyoLt9FuG6Y3Va3zNPsdAXSo5Vl28aKHjiIW60I3997/vvTr/3PNEXaPsa7aaT9iFNJM1nnUKSSryO+jUab3Ya7vYb93t7e3Xvffeq1dfflVr31yrp83L5S5SEfuAC7ze5eZXyWv22F/h5+qyOc2Zc5Qy2UzUCeKLMaNGq7WpSWNccK/PZx1T1qm+LqfhcjHuW7AM1DnH7Ozu0lFu9BNLhDQROdZ2F8BT02zL1i2Od/brVRfBunq7Rd61ZftWHeC1j7bRwJ4kElEekwAAEABJREFUcqGxK9rNrPeHBzwl2OCYEvpWHc9CQwY+DH3NZDJR3uExvxnENtPclIx+2LEPvpGCbuIN2Ae9hR/MyZmPhUIh+mGuzRhW7MfBQwcVQog0kP+wJbtcbGcfrmdu1TEk6/R6Dz53uSiM/cDH9DpPxm7hLxn77YPWu7jJK+Af+Ot9WvnKcq1b+abefHWltqzfZD+0Izbn8NPgGkJwntIQ9QeZBk5kB5xGjxmtCRPHm75lHTiwz3ZkOMo4/BxrG8yNM6effobGO+6qb2jUWeecq6vffo0uufQy+9vj41xwh3bYfPTqKPsu9qBhBW2RiUMHu7w+Rday93AMViq7of+yoA92eqd9HXoF3hFHN6lpoJLTYB+IJRvNO2gGXbjmYOcBUZNoam7QGNuPxEkKtCQWH2U73eDmA43YfS4SFy2XLzp2Qy6RIfSm0fiYHeqyrO00P/Z6HvSBP8QsoyyjY0aP1agRI60bOdN0lsfM+B08ebMB+JFrwL/x48cqdc4ALeArazOwjcTA2EbwoPGGveLGFOz8WWedrdNOPd1+9XgtOHqh8GHEVMS6nOeavG1+uVTT2rUbXM8rqWIB7uvv9WfF8W02wlWw7B1ybQUbSd0Hm0YMRixGjsTTONAHuYCO5I3TnNM020fsdcwP/5c793nrrTWOj3dbf7qFHcdmr1q96v+JMeEPdGIt6MQn+65YscJ503LHH8vcqH1Oq128hpbIAvtlHTPBw7HOt8k58NFL3exFl6D9RucXwMw8/B1NBWK7SZMmOW9Ko6zBe+YjE8gVcIA3dEqtb5Hursdwjsbh5i2btGnzRu3eszOu0Ww/HEJQl20bMnDMscdqnhuS3MBBvQudQGfwy2X7adaEF9B05KhR0T7gP9ifvYkL7/v7feJ1/jTOaHrSfPj9b34b84TXXn01+lTsMzB1dXUJGKFJ1XAOOR8oul47xXy49vrrdPoZZ9jfD4o3DcCvdevW6o7bbtVtLvTfe/dduueO23XfX/6i1156UTJ8C+fP1UUXnKd5c+dou+OUv/7tb3rssUfV0NigK6+6UldefaVosCP3NE822Vdtcby0YsUqy9JaN2T6NcP6+vZrr9O1bmZcePGlGjd+oo8Pqn9gyDLQp91u8O5xIxQ5R442OmZe5pj9sUcf0SbzbKcbWWvffEMb168TNzdtd6OGxuvIER0iNmp0/NzlGGXLti3a67gE2Z1onhKPQfeRjveCbW+nbR954KHObg0MDjlf265X7MNXO6/nzRWVcs3xb7BPqzpOqjgmKKrkWlzW19bZ9vJq5Eb7jsWLFmj8mFFqNg3qLHOTHOfPO2q2j41Wo+tfwDR5ymRl8xnttN3pc0x4rOXgiiuu0Dlump94wvGaPnWKaARvcu6/yXHoPueoB90Mp4EO39sKBc2aNVPTpkwRtRDkJIQg7EAIQcgQMlN2TR07tsZNHWwZdgudQM7JmaBns/0hMtFk2Tx6/myddsqJtgNzREO1ONwnRrUyqKCy8R6WXF/gga5O51FDQ8NyOc+4tojcClqOsi0cO36c2ke0q7W1WdCfG9qb3ctocSxG3ohNCSFY1gaEf+rr7VOpWFTRTdbS8JDKHvHT8QN2NZfJqD6XVUNd3ns1CPxHOQ9BX7B34A2u6M2RwTFkHvsAzgx+D3kP5qLH6DPXhxCMW1nMPXy+pIxjkjTNaNByyM032B2uLzjOGT9+vCbaJy2Ib1M8Lt58VG97z7oV18SbHUMBW1Njk3PoRudyzaIRnHd9ui7XbF/Y6AZcUevXbXVs+qZWrVxj2WiMNqbOuX4um/P+mQiT/AdM8D2EIGgHf/F30JXf2EFsPPwETnw4sQW0AG9oAWzwH9vBYE0+N2/eLG4CJm/a4AYxx7GB2CdyKOTyxhtv1DHHHCNs3aBzJWLyrs6uSJvhoZKGBoa1d89+7d61R7yhpKen11AHIZfYKGDab58ar7MNwg5BH/wXNjFj/sp/+XxeaZKo1bJCvIqvOtE2+tRTT9Eix5FHzZzpZv8I79uvXdadrVs2a/1ba/XGqpVaZxlf7ZrT647Lnnv2GT3x+JN69NHHDNder5mxTrQ6F5N1bpd1e4eoabdaHqc5b124YIHXX2Q7Nk9Hu8Z1/JLjdcLxx4t8ev7ceTr5pJN1mWMOmq3vuflm3XTjjbr8sst00kknauaM6RrrOGa05XGScxk+m9zLyxqnnGO/lpZmoYvg2G+fyROpXY7Jypb3jHHNZbNK08QjNf/zhrNZSZqmytvpZi0Iw06GMKAIH58wVP7DYQzZgO8/eED7Duy30RqwQ65GIXZtIiLLE1eeGhe37Dh4yHhko3BFYnsf1kmS4I1b4mhubhFMaWpqtLA1iuIHeyJAZRffHSuq6g1CSLxWndfKWVArcd+qG7RyIJQkCdt6VE3okoOuQQcOQx7DQhhRNOaCU9lGCuLU19epwUaTa4espAT+CDLzE8NXs8NCoDk+6OSI4wgqI4RgGMpx1Awba5bclJKPI2iMJE2UyaYugObVMaJNLa1Nhj9rOtXiwMGgNMM2/mVfS0Ek7/mJG8NF07nPiQXngYE9GCQxFTvCihNu9uQT3qHEKCbfmcc1nEcBj6zBuZwdB3P55HeSJJFeOIWSjV+aevdaUdAnTVMbjsPwSkGJ58JDrocG8h/rcAw4oBF7Ake9Ez3msY6nRXlgbgjBPClG3rEe5xnsxTrM4XvJASzXgQsD2vMZQohw6B9/XMs67FWwk2LvvI1eHsU2/FwDXAxkmXWAncAMmaOIwBpmYcQ5hBB5Ch4hBPMrF49zXdmyODAwKJLSoUHjUK4p72Jra2ubm38dnpdVMI0A7Qj9+Q5O7Md38OJuq7xhBA7WRfYYwMocPpkHTcuWVeAGfuYwjpxjXgiGMZsTBnrYTmxwaDDKe974gxu05JoeBxs5857j4Fs2LuW4dtG8yaihoUmjRo0RhfMQUtOg4nVq4nroC5zA8//9XlYIwQakziDXpKSmkAalLr5kjRs49jhZTXxs2I2VrOW6zolvsE5RKC7axrBe0ecG3EisVEpibsbXJ16rWi15/7JHJcoK1yNTqXkKPrwGhM8BF2OK1h3wKpj/BMbQQv6DTiEEATPywfFcNhd1D9qzF7Q4/D1jnMu2G8MRrwYbVNbkHHsmSep10ngtATG0Z29GapiQJfYggQUOaF914IIBZsg2KoTg/6+ZxjkHY3mV7bixhfJfYrmBxnwewZPvzc2NyuUz0aHjoOa4SDDWxWACHWDLm8/s3draGh06+OBouBa4WBPZqdhe8Ju58L27u0e9ti/M4xqOFe0gEts96AI/ypWiuOuYwdOzaZqIc2kmKDXO8t+w7VSXHSzr5yxfmWw2+oScZaCl0Kq2jnYV2gsuttYpeO2KjXlDQ6OAu8mBICOEEOkOTatO9Ia4g7BcFaa94iC4XKoqSVLvmQh6o3/AzN5bXNDByRsUz0lispEaNnBBp5mTJEnk2xEdhH8V21DoQiK314nwsHUnTZMozyEEy1012kVoxLxh44k8ASN0Z78uJ1Vl69AhB6Yku0NeA7nPO2gMIQid63TQwrUhhOiUO0wPYE8MU4MLyawHLbgjFfkkCCJRhZ8hhCiLzGVPrkPGmMe1IYTIQ/BPjTNJOvwNIRi84GSmO8LAXHgD3sE8AJ80SaNehRCEzgAjwxdG3MGbfbrM26ojbvaumaDoHPCGEGwzGiwPh/UGeFPDQIOXuXEP/wZueMy1wAlfCB4JAoGLAcxNTgYI6Anm+U2R5ZRTTolB4HHHHSfuBB7rRkSTm1zAyO8j+8DXJstSxTIOjsACnKxDgWW0EwTWYw40Yh8G/OQTmFY6oONafvO52sn8E25S3XnnXSJQXbPmLa1bv1EvunHzwEOP6Bf/92s9/fQzWu8ksL+/zwX27VE+oRfF1Ndee03IFb8psPJvc7ziJPakpSfo+GMX621XXaHP/POnxes6ed3RYjdtwfPMM8/UP//Tp3XeOWfrBhe/33n9uxwgLnDz70JdesmlevvbrnUAOEvwE/yBfcPGTdrgxPQpN+mWvb5cf7z1Nm1y0vu8C85VE6vOiYJZp1wmq4MucO7avkPVUkXDDqSL9gM5++o9DpZHjBmjS5wUTps6w3RfoqUnnqxRY8Zpu+e/5QLcYXnudLLc57UyqtjuButz0bHRePOm0fI80kHpRBd9kWfujr/qqisFH090UwT6NzTUWS47tXPHNv3tb38RQfqY0WPU3mY74USHRi7H+l0EbGtrddI5Q7Nnz4oNnTSTUbcD/Uw+r6MXLtRpplXesBOfTZ4yVa0O4jds2Khu6+XkKVPU3lHQwGCfE779mjt/jm64+QaNte285Y9/kNy47nLxtNnFoLKLscCFrW22HLJe3n599WoXGd9co66uHjcm3nLD7jnLwAalSUYjR4zSggWLLJfTdcLSk3TMkmPV3NqitkKbmz/9olhOYYRiebuPXXzhRTrPhehLLr5EN7/7Rt3gZi/NoilTpmjhokWCVugKtg35hVaDpivyis1DVseaxhSReFKPhJCi0eWXXy6eRFi8eLEoMqFP6MGQ41lsU119Y3yatGR72tY+QqNHj9UUJyCHXDirN+0oeEKrfu/V6UZMvYuOS086STTkPv3P/6yr3Ehs8LGXX31Fh7o61e0GZ85xMw2M3oF+VYP04CMPq2LPxp6six1B1++++249+eST0YaBB7Zrtwu9NJaA8QisyD2FMewKT4C1mo4jRoxQs3Uam0KxgsbHdW50ffWrX9Etv79F492Q4t+pau8YqdZCu+NrPttEoaFm2/Ts8y/oM5/7nH79+9/rwksu1qesaxdfcpGhrDpWatT7PvAezZ47Wxe6eU7Bd7Ibf9hEilr33nuPctmMoCmJKnfnr1+/XsC27q239IUvfEFf+tKXLL9/izdojHEyNt9FNXiGXVvnpgRwb9+5S1/92tf1wx/+rx6xzbjrjjv0H//+7+LfwYR///uj/9XiY4+xzLSIu7VbLXs7t2/XRCf6TU0NKlj+odvV5gENoG9+85u67rrrdOqpp2qMdRUaUbB57JFH9Pvf/E406ykeFh3HZ+yDemyX7nIR7cVXXtYDDz/oWD5VV88hnXXWaXrnDe80/rM0cmSHHnXi2lLo0FTr/YGDXda1TilJNORiE7FEzcYDW4MfwgZg05BHciXinXW2gTwl+9a6NWoptLgJMkcrV72htrYOffOb34lPwB/l4tEB54wk0T/+8Y+jDeHO8PXW1z/deqvucpMTeZjl5tHNN9+sM844Q8gvtqDOuGCPt7vJ33mo28WLN0SynZjP6NuQdbzqYOH7P/iB/vd//1dnnnWWeHqUIiVPoHKn8U+85/e+9z8qOd5EzpA/+MVNJBbQ+G+IPf300+Ju5p/97GcRvmnTpuntb3+76ZbVEXsLzi2OtepcNEHf5L8W+6R8Jits1hGdBQd4jA/BH4QQxM0pI9xIY++Ojg5xTT5fp6rjQOwOfjkdXXUAABAASURBVAzYGNAX/KE3e0FzeIA8sk/RsVoIwU2GA5FOW1zopCADnMD1vve9LzaGT7TdNYjR1/P0Mq+sQk8fscy8YR/HWtCdeBV7sM6NxGzWtt2+lEY08lwxbUMIET9gOODGyaZNG8R4+ukn9d3vfEsbNqzX3j279ZMf/0g0KLds26FW87+ppaA/3/sX+5PFWuuGfk93l5575inL66/0na99RWtWvK5JE8aqUispdTOB/LbNdnzV6ytEc/3P9/7Zcjjkxv98zXazdP/+gxp2LLbZRaQkSZ1bN4ji6pXWkekzZoqngC659BJ97dvf0G//8Dsdd8JxKlkfqvZT0BD+pI5L2t1whFbQuNE1gC2OI7db9/bs2RMbttu2bRXz4Tc8wJYtW7bMapFE2cAecP1IN15otH3sYx+LN6dlHf9ir5cvXx7jKOwRjQKeLEGv0dma9Qk9ZS5yMGXyZFjkBmanaBDDY56AAWZgKjkXJh5bb7uCXa2z3UaGSpaBXW7k1JxTdXSMiPE/csE5ZBrbcTgXyavLPnF4uKjm5lYNDRXd8NjnPHZYnc4DnIwoSVPNto4eNWuGJrqYeoyLX8cvWWJ7ul/w5MH7HxAxTatlv80yjA5QaEf/wSOEoKBEFC9XrlqtjZs2WU9Xujj/mF55+WUXrotRTl9xU+o5x023Wee/+rWv6b+/9z39+je/Ec2qIfMVO9hWKCgJiaiJNNn3oKfI7I4d24UsNjTWKYQgZJF8gvM1W/Zdlr+h0rDqXfTmKdQNboTscUO9FmR7nhXrQv+pU6e6mXeckAFkHB6hc/sPHNAhN1VbbXdLzn0GhvrFkxZbt252fLdV2VxG8lrIn/xXLBajLPCb+B/f1+V4GflCn4EZfvAJH9gj4xiGc8gN/EHnQgiOKdKID+fR97L1b6pjGmSAZihrEE8iv62mD7+xK8gAa4x2U4F1wanNcVTZcV2vYyXo9Ypj0dVuWIDrrW6u3HHXncIOHLIu9tuHI6v4NV5rW2gtmOf7Im3AS/4rO8fxR/wPewG/OddgvZk2fZq4qRGc4UOSHsaDdShKF9rbNH3aDE2aPMVyN6wWrz9+0mQVLK+z5syN+QtwY+cbzWvwADclGRUdsxweJeVsJzPZnOHqiE23LY5vuWGDG9mgA3H+vffeqxdffDHaB+BkHXSnZn3r7OyMeG11swZ95O0VL7/8on3dQSWJLLf9jo33qrvzkNDfFStXaKP5vs0yd9tdd+hpF3jRf3wduPf29SuEoCHX7gqOXadMmRLzIfZkr9deW6aNjssbG5vUVmiL++DDnnn2aTfndkVYgG2L7c6zPtbmNRqs1+BBA/IOxwr99t/YCeSVGJqng4nXsAXAsNEx/6GDnbbDm8Uf/gpahhCETMAT/Df2YHBoQPhBYoS1LmAjUz2uz/S79lIsDztP7LJ971OaJo73twkaYWvQF66nPpiat3znODiyP9+pS2xwIZ+47rHHHotr5PNZ60aPaKaFEIRcZ20b0QN0ApuKrpBjIjfQAf9L4whdYg6f/c4D2BNa8R05gUbYRc6jH9hojmFj8V+7//G2hF7XN3bv3m04+mLzD5/HeXAilmZv9qFhTXOKc7ttQ6Btu3k2cfwEUYzHDkJbYGY94EGmuBZ/scN+g2PoCcf7DDM3zsETbipot6/HNiA/0LVmX4Qer7evZU1qvcSd+JjlbjRWSuVo+1579bXoD6AJ/gZ8kfWVq1bppVde0To360Y5nzn73HNE42KhbTYxK/ZhtGPSU04+JT6pdfEF52uyGwVdB/fpzZXL9OKzT+mRB/6qTeveUGMu0ZyZ05zLzFV9Lqsd27fpvvv+qqeeelwFx3Lvcpz4iU99QhddfJHrtiX7+Y1aZz+0fPkqrXFO2NXV63nt4sbdCy64WFe/7e3OMcbJKKjfdRz0t2YDnMnk3DhsUS6Xt74llrV+585vxaY5NGHNSqUsF2qcv3Vp9Rv4kI3asWunyq6jgU+hrSDoSu2q7JgpX1ev/W5S9vUPRr82ffostToXSNKc9uw7qAOOFSveW0qEPYXmxMbAk6ZZr1vToH3isIElBmpsatR+N36ZFyS1OjfMZ7NygGawKsq5vtXhJi83Nc2YPt1xxwQ3Gxu0e9cObXXjvaO9oJNOXKqLLrxQvKFo0LXJVbYja4xLcbDfOW6rCi3NarKet7cWdJSbS5MnTVKb7TW+gfUZyBF2JIQQYwr8AQP7SJ5Bzneh98D/IsvoIvb8rTdX2x71qr3QoJnTJ2raFDcNx4/UlMnj7NNHa1RHi5oacupob9bUyeM1c9pkTZs6SR0dBedPbZowcZxmHjVD846eoynTJ2n2vKN03HHHaNLE8ba7BTU6d29sqneDsUktxqPdMdTECRM1YcKEiAN6jN0BF/7pv4p98ZDxZpSGB1V2fWzYzbxycVCVckkV+zgG+KI3IQTT2TxxLoptwC+jX8g9PDkyD51nPiOEEO0wtinrGDyxMXe46rWr5qB8LonfsRHbnD/s3rVbrNXkmJ11iJl7evqi7QZ2bBQwgQPNzilTpzhfOjPecPdP//RPMaa+9NJLBf258ZI4/9prr1V9XYsOHezRhvVb1NXZJ1nm6uvqI11aHTPBVx8UPIRnY5y/NRuGCLfjbY6zZwjBelaMfhEaYDewsfh+bA/fkQ3sBseYA85ci93atm2bdXSDVroxiUxgo6FTwTED+3c5DoQW1OD6baewq52OWbCrh1zH5HwPN1m73vXgAw/rkUce1+OPPeHPR/Xkk09F/4rthU7ADhyHXEtgLfZpiD58TOQjNzgBI/LJeWiND4SnXAM+bzou4Rg3B29wjr3HtrvbvhqdWr16pfd7QZs3b1KXYaw5zk3TTIwjsAE8cbzLOTbwEKN12ncPW8aqFgBoVLaMoTeTnE/TXL34oov1dtun97/v/frExz6u99x0s6684kqdfvrpWrRwoXOUY7RkyXFavHiRa2zTxA0dI12vnTh+rGZOn6pZM2eIG7Hr6/PqH+i1X+lVyflkhfjIsFl6lTqWSHoceGGohh2gh5BE41OycRtwc4bHugOO1E4gWFhx2Diigh0OAyFEMEkKkyQVQh9CgHcKIcRkFGcaQogGqc7JMeukaRLP8cn51HuEEOI1/n874KxHRvwVXbgbGhrmq9gPIgXDWavJ+1WcuMgMDFacmkdVBBFF48JIkhCFOJ/PxeuLXqvsAj2j4qATeIcdyMOEI0ICLHxvckGH/VAGjtW8YdHropBcA8OGIwPLSlIZv4xS4xHpYaayN7/ZuM5FwEYb0kxIJNO2YkYM9vWJxtKwi1+HP4cNO83g4ahUCDvXMlhLThrKTq7YH4UgYBjyteDAnsDGNcAJjwhOgT+EIIwEOOUNBzDxPePmFb8ZqQWVdaBdCCHSPkkS07Vm+lbiJ3xiLmvyycAQAN+waQhMfOc6BvtwzeG9oA3rVc2zsmmVi4M5XAtOwM18cADeEEKcy3kGa8IL+A8MLTbqrM1xrmPvih0t1/7/HqtEukIj9uAa1mAtfst05XqOZ+Cf+cNrTQb7B0TCknNxtb6uQblsXsgmdGItrgcO5ITfFSsW54AfA1J0Il+0U0nSoPqGvJD9JMmoajliP+gHnMDL9Q0NDQ4MmsU5jjH4DlzgBg06bWwwRtCL86nhxZHkHKhksxkl3gtZTiz3rA9uwMTAkOeyOaVJynIKIVguyt4vVWr+I099fb1R9oCH9YHvyGC94HWVSNl8Rtm6rBpbGmNQ0WbD0+7i3NDwgJP0QzZ6A3YmLeZxRjJ9q6apVPXvrOrqc/7MiHWBCx4kXhe42TNvG9Hu9dqcjKXZVEUnt6nxbLSxRq6BA1oAL/Oz2WxMgoCZNflEL3Ac0InfBkKpcYSeDNbjWAiBj4gzawFPkqQRNuAqWd/isZCYTplIM4reoFNzNdlm0QX0IR1woUf+g4fwGV1kb+Cs1aqmc8WOfMABz7C/V5UktrOWlxAS27QGgQPXHJlPUtdl5wevu1zI7uo+FJP7PXt3C5BzDu6wxdCkwwE7CQJ4VQwYeAM3A9zrXPwDrvr6ekE7ZLbiYKZo2aw6WK25HF42jcuVkhjdPd3RoQMLNAYWoxbtKDQM5lU5Xl9SzcC0OiBMXCiomBh1tnHcVAMu7F22jS2ZhqzV09Ojin+rZklw4zTrILu+rlFJyNgOlhWUGL46paY/88GDa9gfuwTM5UizEPnFcfkPXWNexjCAG0WYNE1iYo1NSi07jJr1Dljy+TrVmSYhhCg3HENegJc1vGT8Dzxr5l3JCSf4sD/w12pBZSf7g04YBm338JEkUfiDIfuDJgfm8JOAs7m5xXwfjPuYPIL+rAM+wA+eIQQfz3nkdST4Yl7BQRAwgTMDO4P8Rxztm9gDGrEO/B0/fnwMbmlmMZd95D/WYYBz1kkTayA7XTFIqRmXsiq2mxyjQMb62WxOIaSGqc66PCToB0zQCRjxLezBWgRjnKtzAMm1tVotzgcu6IkMAQs48Jv5BFsk4QRDJNLcBc2/dUVBhCBwnZPNzS6aElSTiPIp/7E+gRhrEpgBV515mbM+JEkSA2N0ArqiO9wFCg2RD+wf8HIcPDi21QFomwuEjS40SqlefOlVbd2+SxMmTdWosRPU6ibUITfUNrg4crhIstGJ4HoX3jqVWt5YI4RgyBTlraGh3klQu0go2tsLInHYuHG9du3YoX179mobBZ3Xl+vN1W/Eu3Ofe/ZZ9VovwGmfm50UI8GbQHTVipUubKzSLicBe3Yf0Honsjt37NQBzytZ7l56+SX7Etm3NGrCxEk6bsnxuvba69xwOU1HH73QfK06EH5M97sY+gs3Cda6OdjjWK9sHaxaj/bt26ftTjIGnfiVLLf7nbzudWP16eeeEUW4rU6uB32cV7fA0x7DSUGKQD2XyzopHtB2FxOQQeQP2u7fbzgdGHMjAQUlgmWKFfv37zMuyw1vRaNGj3ST9WRNdOO1ZmMw7KSWxHicCxhr172lzVs266mnntAbDqg3rFurAfuUfQcOCR5ZtISsorPIXEuhNT6dkrXPmDBpoubMnau8v9uUqM4+F93dt2+vDh066KLDEk13YLzfDYEOJ8a8UQV5IglB3pBJEhFkY+6ceTp+yQlactzxsRF6+mln6Pjjlpi3I6KPLrS3atacWRoqD+lJNxWeePoJ/fGPf9Ddd91tet8fi37IPLIJrAwKqOgoOrZ06YmG53jb/vqoKxR1kH0KS8DU4WSVV7gtWbLEQfy46B/QHXQKeS7b/qIDJJs7XVTneGr/NmS5qHMDnYJfu+W6YBuSz+fF2jQBr3bj4c4773QhYr/27N2rZyx/9bbZ6A92FB0CzhAO20bWGzN2nHJeo89FxMcee1x/vudeNTU2a9iF+Vkzj9LGDZsELFwHHPfdd59IsikCNjc3O/HoE0Uh/q03+LDRhUDkZNh8z2Zz4sm1p598Qt///g90mwuJf/7zPU54Pqb3v+9m3XHrH3XjO6+gB1XWAAAQAElEQVTXj370I/3q17/Rd7/9bZGINjY2C5nod9Pv0//yGf3vj3+kz3zmM7rwoov02X/9ov7zv78nXre6YMFCkazxpMWf//xnF/gf1aOPPip+84TaPffcI4pZr7phDOwvuCBLYRDduOCCC6LtpphGIYPE68orrxRP2F111RWRfxRD0AeSxeOOO05r174VbxIYN26CPvrRjzsR/zdd54R7oeEAbugEHFe7UTd//lwn62fpBOttq/1EnWM4ngqk2H70gqP14Q9/OCbuyATNsF43s9EnYH/44YeF3Fasx+9+17tiQohs0fSAvk2mO685uummm0QB5rkXXhA2ZtCFjb17d6m7p9NFq1WaMX2GdXin7rjrHifiGzXs/Ai5RZcTyxMyh+4zuuwvOIdMI4N8nzx5su1Av7rcjH/l5Vcin2gK3XPPvcLH3XLLLbrrzjv0y1/+XL/4xS/0nIvHwPFzf//qV75m7ZeQm5ztN3L47LPP6be//a3puFbPWjYpgj700AO603Lx3HPP65yzz7WtDbrVDZnWQrMudpN8mov63MVPgWPO3DkxNnj+uee0zrwA7qzt9CjHkzyF1Osi6+LFi4V9RXe2bt+hfudQ+DRgwHeAO7j94Q9/cEP4m7E5+6SbrfvccDlq9my95KbQD3/4QxeVWrTs1VeNn/UJW2pb+Nxzz9rOrRB6R5MNfeO1gtw0QuE0DQn3HsZ8qtMFDJ7SA9atLqxjSze4MA3MwMkncsV+0AKYnjNeFF7xEZlMVvjAnbt2OdZu0/hx41wc64g2Cn2b6ELCXNtD5BNcv/f97+lrbmJBf+wH+o7Nw6/RRH7yyScjzdEH5AxbyJOEPBmKnoDzI488Zp0Ytn1+WvhseHzVVVfpRDdun3jiCd100w0664zT4r8nBi6TJ08ScoM+/fhH/6uN9g3PP/+cC5d7bJMPuFG1Q2NdXBpwYwc+ZU2f1oZmLVg4V1dffbnmzJ2lkErTZ07Xl778RX3mXz+vr37j66KBetkVV4hXGXe4qblw0SKNGjNWvEq73nlUzjbtlFNO1Sc/+QndeOO79e1vf9O+8RrNmzfX8cygkGH0fYf9KXwPIdivVJQ6VqTxhI2gyY+txL/tt1/cYR8OL5A15I9PeIK8XGBbwdOH2M+pbtgxf7SbXLNmzYq0ifbfeE73uVbrZpuLbPW2qc2O49BheMGTefhR4EG3Ocae6D+5RAhBwAJf2Ds43kFnkBXm4we4huL7TsPKcQpwXEs8BM7EjBnrA7j3DQy6kDoq6ks2TVQe6osF9mlTJqrdMf3Vb3+HvviVr+qfPv8F+7r5amotKONcq8t5CeuxVwhB2HGeCBqyPR9rXzFnzhwdc8wSF6Vm6IQTlop/omDiuInCrtF8OdZ28r3vfW+Uxbdfe43mL1wQYSC+2OF4hJy7obFBPNHz17/cq+WvL3NT9iXxGs9DLqCTSyIrOdtLdAR8prihxXdoju9E7idY/hPjhc49+vAj2um1eaPBHhfhXnnpZR2zaLHe4QIb/rHd/rahoVHoCbaNm5Wm264Qy2MTiI+q5aLq8xkXxBs03rFKxvrX7xoBtmPs2LFiIA8hBOVsz8q2zeQN2Bqa5OgAPGiwfMKHZstBCEGDQ4Pxqby1a9ealsNRDqvOO7i+qbEp6jT2BPpBI9YeY9kaNP+QB+LwjHlKXMtn1nWAvPdvsYxNdeF/5lGzxI07xy1ZoqNN65BJHYfVNOSCYzaf0zQXCo+aO1ttzreBlzXZA7kJ4TAu0BZZgj6rHbvyRMtA35AGB4btP3a4wDhgPIZiHKAkiFwntf/IO9ea5RjhKDdP4UfBjcNGyzzrT7TvYI8JzluAu9Da7Nh7a7Sf+DHs4bDrbVttV1+wzb3znrv1qhtOPa6b7bDN2+CG0oBpAP+ge9aySRy1w/NZH/nEJnFzDTaTOBS7SL6Mr2Q+vGHvPq+Jj8XWvexmVda6ufSUk3Xje27WJz71afFPaAD7TjfouFkAu2tHJHKAIfuPNE1FXMe6ixYdo0WLFmmLbfpry15TW6FV2ASaXtQGqFvVuyh71FEzY763y7hss2wiD8yBn0OOuwccl4MHfAc+5AfZxAeA2wHHxDNN29Gjx1hmqrZp9fGmDGSsp6fXTdIe86Eq1gW+0WNH29eOiTyCtshhYhvCPv1u3m7atFHZNNEox8bxKR3r4MgRIwx/e5TLxHNDCDF2IsYjTmLdK2yHudEL3/KJT3wi6sGy11/XJudMRef+/S7cIz/Qq8c5xDbnXNgqGmn4H/CCf/gl+M4x8gzkkOsY4I2O4tOiPnpd9p5sGeIYA7tDjjfsGBi5Qh/Yq1AoiNiMOA4Yurq6BM+xFdhc4g9seDabd5ydd0wSxM0AyAcyXK4UHeP0mnbjxB7si33nfN65J2tWK9UY91Vd98UeQNtgPah5NeZh/4Grp7tH2G7eqoIMdduWQp8XX3rRjYPN9k2Hc+25tqFzZ8+Jun+UG2/AOWXKFBVslw84l+EV2g85BnzcPnffwYOurCm+VejOu+7Sbbffrqeefkrr7GtH2TeecsopuuGGG3T6aafFpwNp6tEoyKQ1q2pRpyw9Rl/78ud18w3Xa1RbQW+5AfjEow/rqSceU39fj4475hidfvppwsdKtleDQ9q6dZvj5r/pJcd8+/Ydsi/vdg2nqjFjJqitbaT6+4dtG0pKM3Xq7R/Sbuesfb4ua3uAbh107MMbCbBx8Bc+veVc72DnQee7u2Ij+R7H6/f+5S+674EHRPy6w/nphk2btWnzVu1zva1YqiiEVBXXkrpM107n6dx40TFitKZMnaaxY8ZbvwrKWZerkudVTaeasK0V8wvZRO5KtoPkJitWrdR62xRuDlu3/i2t8u/lluONPrZ7907t3LnDutPtNapqaGqwPxshZAreoKMjrDfclMRN0xdfeL7zxeNM70Y32g5qsLdfLQ2NKrS2RB1DPqn7IxfIB/JSb1lKbUewJ/3WGfQS+DiPP+Y4eSpzFi9eHG+k5WZadG/KpAmqut7cZ3naYzr193abtzWN6Cho0cJ5Ov+8s3TGmafomGPna+bMybYJdWpozJlfHZo/b5Z99PFurk5QmlTdMK1zbNsgm2+1+/oJE8aqvb2gov3Unj07Tfs9ti1dGqQ5ah8H7NisluYmNZsu9DkS2wl6FSXnGzXXGHOu42YSuSZRjgO8we3I0D/+0MsQgrA1VTsR5IM5yAiD3/goaMHgXMY0qxiOI/PxyV1dXaKuAg2LzmnYj3gImzBoORzjWIwnNtFnbDY3rnDDLHa56N4Mc1mfmH237TP8JSY4+eSTYz718Y9/TB/5yIf1nve8x3nah5znfVHcaHv8CUuEzW5yPpfP15uOBTW7toRt6XajEn9D7E7+C7y5XN41gDrLaWscxHPgnrUvw69BD+AAbgb+d9AN527nW4yi/SO4oj/EhQziCGzrM888E3OV1atXW1+3xpwHG7vdvuawz9lmmd4p/tgPmSNXxg9ih8kbnnU+9vJLr+i1V5dpxfJV2rN7nwYHhnTQvqfP9QBsGjD02X92HuqKNvCA8yToBxzEy8CCX2YuMIMDNn+n6xbYeez9li2bYz7LMXwTfnq97Rdj27Yttid9pmWzFjovPvaYxZoxbVrUpYb6Ostrkxpc88lmUudVVctXUeVK2THlkKjJYpN7XNPeaf198cUX7L+WRR5RW7n80st004036YZ3vVtXXHZ5fGjh7LPO0qnOHRYsWCDkAt8y2fU17PC8ObO16Oj5tomLdNSsmaLB2tBQ572Kgi9Jmw2oXA8MIRGJSYObFjAaQT0sjEXBYAQZgU4tvDC5zsXTun8YAAjFO8khbPzugt2R+VzLeiULaRL3qXrjASfbRQcBZTvqIUF8BslZkqTiCdU0yYjvMBqhCwpindT7IwBVG1HmFy1QwApsjIoNZcmGtmwYUKI+J9CHbLwRFmCrWkm5vmwF5FqEleOsAfGZN+DkjmOsF0IwHCEyquYgd2hoQAcP7nfgcshw90QHyJo1V/pSM7S+vs5G1IbFxrMum1fJjeAhB31FJxuH9ypagepjcyKbTVWOTYyiP8sKwVh6QF8GuLIusMqOGfpxLHFgUzX+nhqvOfy7apragZk+CC2BC0IOPnzCbOgBPQ8ratZ4JfH6EILYg7lDhpc9jwyOM6CP/MdeRwb8x5jmHLxX/0FXkyHSZMhBJtccOe5LI97sfUSu2IN5gzbMfIJbs5MM5tQ7IQZWrmMd5vKdvRsbG2zgO0SgxJxeO49BGxnWhW8hBEE/1gnhMG7gDr85z14oGfTMJKnqc1k1N9RHpQxGoOJgTTU7awWZ7ALPRusFe7MPdGId6MK6fCcpGrLzgJ/F0pAbKH1RtgeNW2qeINNZf1bNN35DM/Bhjapp1+ZAiUCMfTjOHoPGKYRgx9foIKVN0NqCGJW3ZBi5tmI5B65MJrV+VDQw2G9eImN5G6AWw563nlUirYYcaKIfRTsY9O2QDeCQi6IhIAeJ4S1ahsoa9rEhmkV2PIOGgbmdnYfEK2K6e7riHhXL7V439/a6kATda9YNcKq3/MMT6D9iRLt1OXjNosGuKbVHrZmuZSemGX+vq8tJoWr4yqr5sxbcaTPJm1ua1N7RZkfUHAPcPgf7GOEhO3RoVfyHzocQBO1DCArBdHKiimOHTvAMGKARI8pQ1ew0fznHHOYCM2sMWz+Zx2fVPDI6khIlIeORqq+nTz2dPSoOFn2cfUsOlDptB7ocXPQKGrAHeyLD9f+Q36p5W3KgE0JQYoGDXzU35JIkY7qUrSuDxt+y5vNSMJ2C+GM94KrVauZnybwtm+9DloF6B3IdUZdIMEqWA5wT1yDvjBAOr8H1DGBAnsB3uhNsnETGsli20wFOjgMzCeGYsWMsM3XRPoUQDHMS4WOfLjd297kxYi7ZibUYnqJwlvCGfZhzGF7bsiQRtICm2FMa9T1O8spuRBaHS8apEtdGdpmDnMEL+Y+1gHco2iJ5/5pCQEaDv1csE9mIP3LG9ezJNSEEkeBwjDWRE2CClthA5DjnAAb+p8YfvPlkLteTVCEX6GB9XYNpnXXwG5TNSNBLqimEYB7VIvzMK1qXuN5sUtYTi5ZN7BJrE5ixLueHbA/ZC3rz22gKOIPpVIr6kIk0z9mWwos6+1bmMo81oE+Xg0TwCCF4bkO0CdCYcyGEGJABP3II3keOEwyyF0HFkGnK+sDCYB7ngYNzvJpNSoyj1OngnL3BhbkEg80OFFmX64aMEzAxB3j5Df5ZB4Ochy/gQJKLDAJ7jxNqgj4G/wg8N65Ad2QZuEhUCfYIpLqML9dtdAOms7MzBoSsAf1Yl/32uSnEXhwHDpLjQ4cOiWQZ2oUQRIN5sgu77E2Qx3pb3Szs6u2TpVBdDga7XBg75dQzNGvWHE2ePE2TJ00RN0nQ7CFYhabg09rSorZCmxsPQ5bBvGU8Md9T29om26umaGfRL/SMu2pJZk9zQttrvFcsAtFwDQAAEABJREFUX6EuxyLPPPOsG6vbNXfOfB17zPFaeuLJTlaP0eTJU9XWNkJr31qnFxzEdtneLFu2Qs89/6K6u/r0l3vv1b1uAP3xD7+Pr0d5zsHuW2+t1zHHHKuLLrrYsB8VC33QChpSjIV+NGBfeuFFPfjA/Xr6ySf02MMP6fmnn1SfbXrWhq7oRs2IQqtOP3mp3v+BD+jqt10dm0UUiBctWmRdb4qyBf2gxZ/+dJtuu+02N6Ye01o3LXa54dvthBYejnZRm2AYGeH3jBmzzIsxDoQXWDfzXqvRWlSODZ16B8H4vZEjR2nqtBm6+NLLxd3WU6dOccOuUbNnH2UbWRJNoD4Xl+qskyEEpc70MhnrZjbn5sEo26GKQppVuSYN2HftdQO1p/eQE/G/64GH/u7Cwlt68NEH1NTcqJUrV8TG58MPPxiLmNiZpScu1QlLT9D8BfO9TtBQcUjDpWEXAnpVtO2us80gvoWWyPeqVavUY5qh5wTdxy853o3XJTr77LPFE22nuXCBvnzrW98S+oH+jBkzOuo71/f6WniEvE+3PT7nnHN0/vnna/HiRZalrJBfYgF0Gbk+Yl/ZnyLMKhc0N2/Zahj6YjP9O9/9dz3t5Gnv3n2xiMf1XY6J8o5ptjmJOMpNpi995cv6v9/8Wh90Ejh33nzV2T+NGz9OGeuq7JfqPJfXIpZdEOLTLkpzfN0kJxKtLQXlXQhZtHCR5ewi+5+RltO2+G9FznSxZ8qUyTaNNU2bMkUfsvwsOfZYcVd3W6FF8+YcpVNOOkEf/dB7dNXllyqbZJzc7dD2bXv16kuv6bGHHtEWFyyqTrqPPnqBSG5bHANefcVVmjVzlj7/r1+QlGj/voNO/nbF5is0WOfGE/L9xS99Uf/zP/8j+HD2WWcLW0ICia3CPi9evFhXugkKnXc5MYZ3D7sQBV2xMSR/W0xLktys5elJN5UoWOZdhDn/gvMF7ygeMneLC6QPPviAm0X3i3/3bN68eZHf2LexY8frmmuu0ac+9U8uWByl2++4S9/8xjf161/9Jr5OePq06YatWWPGjdG1173DBZmmaCtqpvdCJ4lHm9au+OjyKy617i1x8W6skBVsyY033ujiyaXi9cmf+tSn4lOYlzn5o7BLUZPC2n//9/9Yvx8Qr3obtl1GTw8e6rIN79Vrr71uG/KSfv7zX+quu+/RCOsbMs9Ns7m6rI5bcoxues97NHXqFHW4KJR1kb3fORByV3X8YgaIT3wIMkucgC3c6cLNHsd/e91s4mmnGS7ct/n6L/zbF/TJf/qk8H8nnbxUA068Z8yYJpooJ7sgQePz3cZpx87desIFQWw+NvkNF/LgGzzBn0D79kKboN2co2brP/79P9XU0KTmpkbx710uXrhAD1mPE8e+PEmETlEMIP+50kXeGS6qXXbJJVGnuPt5hvHb6SR+lptcHR0d+shHP2YbM8d5XK/9eVnglslkBK+JqUj2aRo++tij+uOtf7K9e9Syu1XM+Ykb/BQskMEXnKQfpk1LfL008seNFR92Q/wb3/iGixovau+evaLJUa1UVHLMsNWy9Jwbxjyp973vfU88LYqMIv/3u4CIfaUJQyN/rJs1Y1wAOsuJ/s033yyeTBh0XoFtSZPEfqhe5B/IPjdOAB+8e9brsyY+ET/E+TfeeCM2iHld7b/8y7+Imwp4pfgtt9yi3/3ud6LZT7MQ3F5btkzIF8d4Gow3LdBg3GNcjjI/ppq+2O/Lr7gsPkFa39BguR0Xbdmxixe64DDLDfTnot2bOGmyTrd+/uQnP9OlV1yhGTNmiqJxmiaC93/769+Ef0kzIb6+jMLhoHMPdAu9RR/Ba59lLWe/0dzUqj4XKXfu2qO9Bw9prBtcOfxDJqe16zao6Fh/zIRJOuGk0zRz9jwtOfEk3fie9+pzX/iC3vP+9+kjH/tovAHji/7NjRf8e75f//rXrWeXiLcATHPBBjnhxhBoeOaZZwp/FkIQBVT579FHHxWFcGiOPhAj5GxDEvOEmx6Qw8ijNBXwY4/QI2SGWCWEIAKt1J973agBV9ZYtGiR6TMj2kLsK0W/Pscq8t8s6xj8zGWzth9tmu0GP/FWve156n2QH67n+FQ3b+fbRvHJeQpD4IVu0ShhL8bdd98t9C5NkwgP8wtt7Xprwyb1Od8Zw7+1mebUb9/a0NQih/Ax7yq56dPsXDzruHfq1Mku3rZF3ejoaNeJbrCPGzdWC62j5513rt7x9rdHf3HMMcc4Hhgtbr4d4/OTJ08W+k8h77VXX9U9bpo99dSTLtrujX7w9ddfE7kDuR++mwI3TzFQZENPie1zjpmhLbjwYAB2s1AoRJ3GzsMv8DP5Ip5Hz5+vqfZVxI7c4J5LM2pyfk8cSWyJjOMPmtz4Y93UdOUcPEOH2IexcOFC52/DdnXV+FkqlW0nazEnZC40Zz7NHNZiTWSaPYhdWaPX9alj7S9nzJjhfKPBsZEi3Fy71g1WBnIEnkmaxhso9rtgSaG3ra0t0g47RfwF3vj+kmtbeecPI2yLx9h2tNnW0Qx52zveofd+4P163wc/oK/ZLn3d8ck/f+6zuv6d79R074+sAy/wQS9gBQ9kFli5QYJjpVLVNbyS0pDTmFHjVB4u269nXT+pV0ZBGccTDd6/qalBvGWBht8hNzsoqm603yZnJH7p6urSTvtkYN5se/jUU09rguONRYsWO94smJaKNkEORpKQRh3qMC7wc5SbiPA9az3AbgM7PL3m2mujnHGO9eU/dBOfgt5Ad3wET1JCU/K2gukI/dEz/pkC/v1qbsyrsz2TdbOhuUmTpkzVrNlz1DFyhLY4d2Dsdy58331/j2+q2G+7dDhGrPiS4BhgpmZMn2l9knO1Rjec+4XNLzmeNEiaNHmizr/gfMt2n55++hnj2xpjKugPnfE/8KHOtg4ZHOnGGL4LH0dRHJsIfnWxDltvH9YX7Wxi28Omu+yb4R0yUnMLCH2AJiGEKDNcT8ODtUuuIWBboSX0DSGo27xpdExITNbshkDGdjWXq3MM0xrxI27G/v33//yXawDLI29Y6+Mf/7iIychH+I3scEPsmjVrom2gYcyAJ/hJzmNv2BuZo5iOj6JhB4zoDL4MPWEu9Bk9erR1pCTmPvXUU/FGsdbWlkjDiRMnRjqCd51lEL5DB+CFnthw8CX/5OZW6ILdRYbwLatWrfZ6e9Vj37Js2XLd8vs/aLnzNuJGxp49eyKu+OSKarHuEyzv0K/JcSt6i64Muw4An4GXfOCiiy7SZZddFv8Zid/8+tf62U9/qq985Su6+JKLNcm5acikIlY96aSThBwutA8ANhM7ygg4ZHNZzXcx/7QzzlDq7/c/9KB+89vfRH8pC3Kj5RU6Yq+ef+F53fLHP+oN073dOsONFfU+3+dG3ZO2r7ffcbvjnHUaHOizvTqkcc5Pbr7h3fr4hz6k69/+Nk0ZN07rHY+tWv6aWhrr9I63XamvfuXLOvfsc7Tw6IWaO2ee3nxzrZ559nk3OLeY5iMcC1+r6657l66++hpNnzlbmzZt0Vues33rdtvz/Vr71lvW993a7wbwXusOb1CpJUirJdR5KDI+ddpUTZw0MepMl2VwxYrlMUZ81b6Bp51pdI+3X588ZZqmWr9GjBoTY9wdO/bq4IFu41MyT4Z1wDHBQderetwQHnYuR6ybOrZL0lRF/4aeRcv9gYOd2rZ9h+cfUJImarA/6+ru0patm91cXaedbqSmGR9vyKsun3MmYnhdc4XfRfc0Ktbnevuf0SNGqNDaojHW05OWLtU1b3ubTnOs22E/tNe6uGP7VpU9v9O479i2Nfoh4h1sNjap07giq+g0Pgv4OI7cY++RX2zM8uXLRX5Cwws7sXbtOu3euUv9Pb0qub5bZx1tbqhTc1OD6vNZZVNijIomjBut6fbRY8eMtK/Lq63Q6LhYhmnAdjvr/Gme5sydqZbmRucrXQLOkmWYesdc53BLlx6vC9wkPtG58rjxY52qlMXNyuVK0aJXib+RVXSuva2gguskxCjABA5l92WgGTYIX8hANxgF0wi7M3LUSKHb6C7HsR+sx+A65Lpkng24FgDtoBV2CjoVHVNXXbdlTi6XNy9Tw+WCgJUwZ/6wR2trQUXXeaEza+RyGZUsCw22c83W3dbW1hjjAdtB8+mF559zrPwrfe5zn9H3vvc/zp9+Jt6u8/e//802+2kRD2N/yBm58RO7jH3paG8X62Xtm7BzjKrzqGKx7PplLcJVs7xXa2XbsbKPVVQ17DXrMINYscG6CsyskbHccrzqNY7gj4xgG5GHp59+Ws8//7xrGyuFTGCj8KnYT/CAVsQQ8KG3r1cc4xw+hvgCWVqxYkXMb8CDgQ3G10BP9jcZ439drgky+vsHXR87pL179mvf3v3avHlLzM1Zh3gEXwUs2HhsP76f48S+0Al5Bj/y2xCCgIU8AHi2OBbgpqj169cpft+xw+f3xjc7kHdnbSvbLTM8QTrOccDIESOFnCZeZ8g5w4BtXFfUp/3au3ePY9UhZXwNMSS16M7Og7YT/ULOZrvGtMCNU2KKmY6BFi1cpLOdZ9FovfjCi7T0+BPsx6eLVwKPdSyF7zrzzLPinPMd155qHT/Z+n6ur0nKNgxZB8oDA4Oq+Htbod3JWaMyPlZ20ERTBWImdtJ09RFcGMpvhcTCWIqD68uOsiEyj0/39w8ZiZKFtyRrmmhapQqiuRgsNBAE5BESGIbAI0TZbE78Zv3E66dJRjkfy2SyFsLIT2UyGSUJqyWyTBruqipOUssOIos2ABiiASvcgHEadvGYBgnHS1HhqvH6IwoaQlAIIe6ZOqhO0zSuXXGjgcZPxoY0l8uaJnVC6XCWCDV0YM2ym0qVakmVWsnrVJU10+ocAIFL3sY3hGA6DFlpPIe5XhcFYR1wYC3gDiGoZrokprP8lyQhXlO0AQYfaJ6Ja+eioykUWg1Po1iLNQoWrnF2gBgCggMKHu3tbdHxc+0ReL30//Mfx4/sCT3yLiCxFvBU/kFP5vD7yABn4GE9jnEde7MvfMlmMxEP1mUN5jOX3+AkByB5F+bAn2sxmCEkxrUcgwbmAwN8yGazgh78Zi/OsbcUIt4YXIwOhov1GfIf1+ZsQMEnMV0Zpq4di3lrgckmQRkfTz0q5VKUB9bAoPMJTMBW72ZfkijyD4PEQCFrDk7TTFBDY51y+YyaWxptPBsFT6D5CAcvDQ5ygw1k1QlW2QY8a7kCrpJ/J2ka8QUvgxtxxNgNWGbBgXnQjmPsmfF8DD0wBQMETzjP9ciHCa68eZfJpIJGNMnSNFFra7OPZx1cDMQ92gpt8TNv2oSQKIQQZam1xbJU36RaJTFdsr6m3ri02+k2WffykoLhrTiYyEe6J4aB/RsaGsW18Inf8B84oT3FnbJp6y3Ek1r19Xm1uAgGzP1uXAwODajqxirXDbowVHRijrHvd+NUCpKSCEdjY5PqHeCAX5KkPs2cOLoAABAASURBVK4IQwgh4lqzznCw3wYU2WB96NRgZ8R35IbBd+YCI2txHl4jh6npW7Nc1LsYk8vkFRzhhWpQr5sZwwPDqpQqam5sEXKeIDu2RcDS7MYSzp812BsY4CE4sQ90qRm+su0q+/PqpWHbJ+ZwjOuqlhHw5hrg4JN18ubnjBnTNWrUCPOoQeg0+0NTZBZHhZPCMQ3agXAde8p/yAA6x2fVDpi1juCasYywbzaX80yp6iBn0Hayj2DM9rHQUtAUF77oawMPawNPCCEWlkMIGjS/kEvWBiaSgEYXI1iXvZIkUeJ5fEcWkiQVAxihE5+J56SmOzDzvWo6mFTKORisMx8Y2SwwhmjboSOjanyO4JYxH9gT2wOtWZcRQrC9ro/w1jmhYmQyBE7Y4LJCCFHnsZHIQX19o3W8ZPszYFXi2saYNKI/9fV1cX61WtGRv3oXrtiPNTkWQvB1UtU45ExXjhPsgA84gjM6G0JiXjZ6XtV0r0W8hl34zuUypumgYRiO56AHtGOEEEyTnDgWQhDrheBP0w+8sVmsT6ANfbiGOcwHRgb4o5fIQNk+qGoaHjlO8EfgJced0ILr+ITGwMx14DRoGWNuNpv5B9zDYt3m5qYIE/w/Ag9yBwzwAtg4zhoc4xyBFcWz3W7CYQsIoAjukDMG+sEArr1ulpI0cw1zkLeMeQl8zDHYLiT0RvoQJK+IydfjMSbZvGmT3ly9UsuXvebAb6/HHlH0mzN3tk47/Qwde+wS8XrAa667Vuecc674923Wr18fmzOPuVDabNuzeMFCLZx/tG6+4UZ96uOf0FVXXqWTTzpFxyw6Jgbe48eP95pTYwLc7ICcIG6yC4TTp8/QGWecpaVLT9K8+Qs0asRojzEqFEZopL+ffc55WrjwGC1afKzGu1hZdOy0bv1mrXFztNexU0fHKG3fsUshZJQmWX/aHmbzet247Ni2RYcO7lPJsUG/7R6FWz7hK0WCPh+rs9zmPQ45oRxyArJy5fJ47apVK6REoqB48kknikR/ytSpKjhWWOKGIrKNHMFb+M3nCBflkCue+KAof+655+idLsBRJMR28SpSiu/YIpo54J8kqXWooDTNCHkKIShnf553TDRsW19yEorvqrqJVrRNzDgBGnQyiF0cP2GCdbfRPqcc7R7nDxzYL55KsMtQ0UXdAQfzvdzgYrs17LVGjh6lA4cOavWaNwWOv//db7Vn53bt2LZNnU7c+13Me+Shh/T73/5WG9a9Jf4d2bnz52qii1o1hD8owomslhxH5m1/oQXFPuQPmiB30JiC9MiOEcoYR3je3tZmOz0q3kk+bByQdfnvve99r8ZbPqDRQSf3e1yIgU/oErrBd2Dv7OnWzj27xVNyhbbC/5NQshYxXaFQMP9DpAcBPcX9xPqP70H/v/zlL4tizXwXidtcBJ9m2Wuob7C/rnOT93iNHzdBedvVsv1YcbhkO1M0b1pF8aJo2pWNb8kygq4hSyQ9Bw8cFE84oXd33XWXuixHJfvziuPXbhcbdrnIMDDYr2E3nqs+XrRP6O3u9DVbLWevqMsJy2OPPOxk9Nda9toyrXlzVWwqhUTRbw96PvS8+OKL9elP/5M+/7l/1cc//kldf/279Mtf/p9uuulmnXvueeZJo89/Wu981zt19dVX620uUtAE+s63v+M5N+lQZ2csJkFrGj8kZPALPcSu7HaTAlrxRCnNbZ7Q/fznP6+PfvQjonDCa5vOOOMMvfe979NPf/ITLV68KCamwDZ50uSo25yHNiSd2CAaKxQVli9/XTzJt3bNuphM3n//g25I3aJf/OKXTv726ZVXXnVj9Hg3X2aL/Sk0fuEL/6oWJ+3bXZBd72RxhZPY5a+9qvZCQaeecpJoZA3a1tJIw4dAfxpLyBDNMW7u+MUvfqEznbzdcNNNWnTsMUrSRIsWLVRimfjRD36oD73/A/qXf/qMfvvrW/TMM88pn2/Qlq3bVHVR+tFHn4h0/sIXvqjf/f639lsVN3brnVi26pTTT9V827p+x2BJGkR8jSyjB1nrLvaWPdBnkt9KpeZCXLebKCM1zc1iZHXSpAmx6PClf/uCPvnJj+uxhx9V2QWLbW5YF4wjRe8lxy+J9jLJZEUyTVLbaFuLjvXbdll1oqwT4+xxMkxjeMWKVeLfiJs8aYqLtyvNr/fqr3+71/w/JK5hDjYIGm3fvl0k8aNHjdbVV12l//vlz/WD7/+P7e1CfdJNNP7Ny3//j/904e86vfuGG8yvX1hOfyP0iIYaT/MC08lOlD/8kY9EGYDvJp+6u7v14P3360k33de/tU5vuPgKr9BDmivIzTnnnCNw5Olg7CT0onANXGvWrBUNBcYhF2y47p8+/WldaTihKcUD4n34TpHkv/7rvxyX9MWmGbHCevsn5AO7gz1eYP/EGmPcbOXf7hzhoh42G19IM5Dv0HXnjp3asnmLuNmDO+pPctH2i1/8oniFJM16CtrYbfhBXAQPsAmNjY0iBqAhRjH4qquu1re+9W2deupputaNC+TjzjvvVMV2fMOGdfrTn/5gmqxQartPk+gq6+yS44/XgqOPjjHZ0889q02GgyLv97//fd15+x3auG69WpobRQEGmbv2mndo+evLLFft4u7zeXPnqOr4K5/LqmDdwd4ia832txRBSs6v8BF9zivqHTu+uXqN/v63+/X0sy9o/6EuDRYrarHfVZpXJt+k4088VXOPXixeRzxsv5t3/PfcCy8p52tPO+PM+CTa5VdcoTPOPFNXXXVF9JHI1xm2E//8z/+sD7ngzOe3v/1tXXnFlTr99NMhV+TTxk0bhc2BD9j7g+YxzVbeNMGNVEX7hybTFF4T3xBHY8ehP59pmqrXPg2bjM7hP+BB3jWF1HEP8sUx8N28eZP1r1MhCcrmcqZvg/1mk+37cDxecq65avXq+AQw8oD8Icfosx2K2J/iFo1X9u637kFT7CgFW3whv3NeG7+Xs49GloERhCuuERyyzw3mfZ/9Q+qDba0tjnFaNMryON6NjbH2f9NnztRUN6ePPXaxZs+Zo3H27/XOz4Bjy9atsbgH77Hda138J554ygX/Awf2RZnYaxvAa+HW2W+T8/A61LvuuEMdba0aN2aUcq7R1AzDZtO+ualRyAc8wIejS6NHjRKve1u0aJEWuHBGsY34Ez2iYAgvGPAKmZ9vP0puZ3Tif9g9eMCAJ8CNfeA48trvvJ11uJ5j8JS58AofDp2qjrnRU44xh2PMwwfDG9YJIajNNpL165y3AO/sObOjnw4hOEqpxThjpHUc3Fg7Z95MM22nT58mrmG9vGXFhl21ak1l53TIEjdJdTnO4Pxs61OD9a1ommU9t39o0M3gIQ3Y77AG/IUf5BTIzEsvvyxkeNmyZbERhw3EnoED/gAiIdeJg3EaBqnrIyX7937HCTXHBvLIJlLesGLDkCngwC7V5XPKZtOoO2ecebbqXDcZNsxDw0U1Wb/HjhvvuHykaHT12S/R9Hz726/Rx2zH/+3fvhTfQHHeeefFmw8Wu1HP2ujS4sWLRXw6depUy2Mh5izIOzTf65wC+h3mRb9tT7NzgWOjbCDf4LfVcomtRT/43LJli5Ab9AS/APytlvVRbgB0dR1ST0+XeONDV/cB28JhlSvDamtv1c4d2/WHP/5ev7TP3ms5LjvWSl07euWVl/XjH/1I+/btF7LE087cLMPIYecsB4dlKLVe18d8teBj+JjZs+e43tQcm4nIDvRHLpFnZAtZa7IeTJkyyfMadcYZp4laJvQG7xCCmMMNPn/729/iOsTtyDD0qVqvsS91lsExY8aaLgtjrsP12AjkfNfuHdq4aZ26ug7anm/Qiy89px/+7/f1PfvZzZs2K+N4AbhYBxnZa5rjM5GhkmNO7Db+gU9gJ74h34B/0KPRNR/kDzkkRnrLjThwYx482ep4hlgIP8/ANnCcOegEdG60nZ09e3akL3jtdizIJzycO3dulC/yyBAOx9Ylx8Bci/xjv9G/qVOnadaso6IOIu+bNm8WceDTzzyjHscCzGWNvOtbDd6vbNphDyr2V+DNepEOtvvszY2CyCRxEI3RG266Qdc5tp3mWg/xRVtHuxhV16OGfA1wwNe//PWv8c0f//0/39Ofbv2T5a1HPOVfdZGBm6+WL1+uqms5Wx1nQQduggRfYven3Gzp7euLccxYN8LGjBvrmPQoTZ8+3W4giTKIrwKPtraCfW69FjuevNSN3tmzZijjYtC2TRu01fwe0d6oSRNGa8qkcVroxu7E8eMsA11av2GTDnZ2a+Exx+na69+lf/qnz+ob3/iurrn+3ZowaYrSNKt250zoNnamp7c32n3kCdvUa93etHljxGvc2HGa6RxmyuQpOuGEpdG/cvNWh+uqNHnwE8jFDufHe9zM2c+TcrbBA7YZPAG7c/ee6IO7u7uiTRt2fomPDI5pq6GqAeefiesYst8MISiby6mxqSnKQ+rjNF65YWvCxAmRRtBy6uTJmmi6tRdafFlV/b3dGhrot6/use3qdT5+ULt37TJOB7THcnbo4AE1eN3xjkFHtrVryLnqW6vfFP827CHngsPmLbKB/KBXyB46yW8+4QUyzCd6sG/fvqizY+xXpzvWRjeZt2nDZi1ftlyvvPSa4643tM7x5bq3NqjrYJfhG9Je02Kf4anL5lRveIA7myYaO3a0xozqsAwfdDy6VocO7FHefpRcrsF6P9o+EzswaLriR0a5STzD+862LoweOSracuBDv0u278hhmkkVvHbRNq5k+c/mcsp4pD6WMe1thBSvMZ/4TJyvgAf+Drvb5BwA/Sfu4FjG8Q5zGKnjIn7zCb3Yl3/ybdC1S2gJnf7/x5Hj2IRu6+qA53Idsk48h02BtpzjGLYF29vS0qzGhnrzOZi3febpQecTq/Twww/poYce0M9/9rNYI7r99tt09913iubqStdV9u/fJ/iIfLM3estv9mTwvWq6gEOSJkqQv6QqhbKStKJcPlFL6+H6IHOxF6wRQrCPzAr8oQt6gB1nD9ZlPc4B/xb7KewhNnPVqlUiBwa3aLMtn8ttJ1555ZXYdMUm77Fd3mX5gB7QFfkaPXp0rGVgo4g1WR89ZQ5r4w+R8S43LIGxaH+NDSeGwebKf/Bi0LIDbZnDOHDgQHzynHXwxeAIDtjVonUUXPmOTFCDwX4BPzHfZmJdx5o73Vjdahx37dwpboY76DWxw+zVax6jg1tc9zu4f7+yaVbZTFY1x0Gs3ercAboB05Ytm2Od6OWXX3L94EVxc16P4yN40mjfgwzSy5kwYZxmHzXTcddI29eS64mrtezVV6KOZy2fR1kfyKXwFUkIwUzMxmAKhFmkxU0CiMNAYUNIVLAjZzT7HMhmDGTewXXRicrQUMlKUrOyB+Wz9arLNVjZGtyEqGnQhcFhF78qTlow9rLxh2AEY6ztnz4UTP7E1/tDOHoHgf9oQByew++yILh9jNIkE4mUJFxdpgfDAAAQAElEQVRTjccprg1aWYYGh8R+pWJZFa+RphkrRoPn55wI97josdnd6r0xAS9aCIat2AMDQ4a/qoqdkWNeJUmqEEL8nSTBAV6dEGIGDGHAlEY7z8aGxng+SRLPL5vgFRFYFi0cCArHQwjK2ag0OIFI09TzKiAaP4+ch9ZHRgjB8Bh+O+ayDVNdQ7MK7SOVdVEkhMOwhRAUwuF1gYN1M2YuvGEfYGw2r4CTvVkHgUIphlzABz74wDgCA/NCSMyHWoSNc9D///15WAGKUV5YhwEyXHtkHfBgvwErE3tyDb9ZizlZOyxgBk4+oStrMB/FZxDYMT+Ew3gCA2tAU9bkk2MYAPbGOYBrmpgPNu41F/0cs6rRBeX6fM5ymVXO+zKX/flkTwbrBF8H7QheKCZgsA4b9gZVXcHt7etWuVJULp81v/Pi+hCC0iRVxTxKFNRiZ9DkImaTZYKGKnPALZfLKk0TNTTUWVaHYkICH0IIyufzyjrwTC0X8I9PaAIc6CL0rVlJgJG5zDnyGxqULeMlyzFrZCN+GfGXeD9kIG/ca4a/24XOxqY64zCsUnlIvFIOp5ma32mSyEhqsG9AJODZTM5w1alQaIuFlDZ/Fqz/7W0jVGhtNy7sEdTU1Kym5iaFEAQswMhwN9K41quhsV6ZTKqcnTR8aGjIu0FbL/gAzeS/vPH3h9dIVOcmey5X58bSkIaslzwlV0YnjX/qdapWfmwUTgDHAX3hEZ8hHHZ80CZreibGie9l8wY5Yg9ozl3O/f29KpeLCk76oMG40WM0ecIkBxdj1GqdaW5sdiJ2vObOne+gY5xCCGpsbIyFffbq6e6yPWhw4XFeLAp2OEhkkBhMmTJNGeshMg8v6xyYwPcjxyq2g2lqA2+cCqZro2Wm5CJ3CKlhqnjd+jgOuHmAM0EnwAWcmhzwgUeXCxd1bvRzDjqw9rCDMzndrthmQCP0G7w5jvPgeF9fjwsoB7Rz5w7195kGlpth62g2TUWwVbMspUlie1yzHJSiLUP+GGWvWzYthx2I8pt9c9lcnEtQwh7Qt+cfhaBhw5OmienWZH2pizRJvQ/XllzkGRoa9h4VNTW1GN9GVe3wenv7rB/FqA/IBfwD36qNcsVyAJ4521FoEUIwvUoasi0DrnyU85oSw8955rIf1+PkoXWD9bJsHAcHhy3f9aq4GNzQ0CTOMx+aATe8Yx8GBazD+5fiftieoVh8GNSwcchbfg+frwh+lG13+p0YsBb6BwysyfrMA15kCbkom54cA0/msS+ws2a97RbHj+ADHvCQ33xvsC/h+vr6etO4MeLN9azTZDkptBZcjBwpVYNKw2W1WW/r8vXGOxfp29zcbPqXYqLJuqzV1tYWeQXsERfbUfDnN3PAh4CIPUaMHBH3zGSy8RN7DW7gA/z7HcxAP2ABXmgMzFzLMewrNCi6IViwbeGOYj4p3lDoAndogS9AvjgG7UmmSKK5c41XuO7es0tDNHWGB5zkvqTHH31Ymzeu18rly3Tbn/7kwvsyy1dOq1etFMl6LpvVKCcD/bZ1PQ6+KpaHXDYnPve52XXy0hN1zdvervfcdLPOcJGUO9EoylBk5okgisIUr0aNGqNxLvSM+Uex4aqr3qbLL79Sl112pSa4OZr1mmPHjBP2krmXXnq5zjvvQl188aUx2Tz11DM0dtxEVRQ00msdt2SpLnVh9oMf+Zje+/4P6D0f+KDmH71I69ZvcgD/sH72k5+aN/W66cab9JEPf0yf+OQn9SEX+t//gQ+I17il2Yz+dNutarQ9XrBwgca7YAlNCYYbnBhMmDRJU1xYGjN2rEY7ITvKxYScjx90M6rNSermbdv1t/vut4yXBZ/gwxYHrRTYWy1LyAN8xC/VueAF/84662xdeull+sAHPqRLLrlMc+bMsyxkNOyGHdc02T/A74p1IpfLaN/+PRoyn4rFQbV3tEZZRF+QmS1bt4gixICLcPCefShYZW1LKR4++fRTthFVr59oZLt9UBLU0V6wf8873hpyErlG+/ftcZC7U7u271LJ/E1tU9qtC0XHhLNcOLjyssv0H9/9rr71jW86SZ5mHxgivhXbNmQc+cp4v9EukNXZbgMXNGx38bJme9PktcAbuUTWS47xDjmYL9uOkqxQKIJ2NCSxjxRNmIfekNhQtMy6eJmzbvM5ccpkBdsrdBF8uRZZH+jvFzAx8HX9//iNDgEnsPT2D2rn7r3avXe/KjXreKWmkseIUaNVtq2ksIE9JXFBZ8FtnxNyBrSmkUaj5qc//ambnC9p08aN2mW/0GV8Krbdwy4UNNi27dm9y/IySjRdKZwfcJEgY1kDJmRis4tLb7yxWvsP7tcWN/lzvmacC+g8Nblw8WItWLhQi45ZbNs4qEhL8w66DtqPzHWDpcO0LbqItdOJHs2zEEJMXrFHwEzSRWETOhJXv+jk589/uVeFtoIuuPDC2AijqfHBD39Yz73wvGiG0Xzc6WSLolfO/gL6458Y+NQQgrBrvOoHegIrNuX222+PT39+xHpFMbbLfpZr7nIzGd1vs32c5sL1QdMAWbjxxhvcbLlKzH3AjVTVEp249GTxpPBnPvt5ffCDH9YzTz2r7/33/+hd112vm2++WZ/81KcE7f9k20TDYouTxDQk+sD73iuKi5dccolaCq3ij6YB+FPw5CmGYfOFBLdieb3x5ht115/v0UmnnhJjlCRNRfHp0osviU8PzHQxqt95zaaNW7Vj526lSVYhSaNuhxDU1NLqIuFMLViwQNjWW2/7o37961/p1ddejgXY1MHzpMmTom+BX8g8dMTH8Bs9oRH9X//53y7u3apzzjlbU21fLrroQtuCi5UaHvSYgmGj9eY029KlS5fqDDekfv3r3+h2FyLajedFF12ggj9zuazy1rnrrr9eZ7sZmbeOIBvQGTnjBon//M//1H333ae9LkC3u+h4xZVXaqHli4YnsJx44oluiH5F//LP/6KzzzxLX/nyl9Uxol0UCwYdJ5D8t1v+kImNGzdEOTvppJM9Z4Tlc0Dg2Oei42WXXR6L9Fe4oQbM3Gxzww03ikY88EB/5BNZ4nOsdW7evHlCJ2iAMo9/Z4mm/6233qa7LT80iCjCPPLww9poXaMogD5j45566imh9xQ5aHYh9+hCxXqM3O23L91peaahEEKIcKJnyEjVxRnsNE/QYpsOX+cc1LaJ5jINXe6gH++i57nnnRvvXkeXeDoY2wJt4eWK+Eq7jZoyZUostPKk/CftY772ta/Fpik2DXn83e9+b9p8OT7VD/7YSfb91Kc+YV9wsS6/7FIdPX+eqpVSLECPclEOenODx5QpU7XJhXYaqcF274ILLtCl9oeXXGR5MV4lx+SdnQcVQrAfvUzoJrBC485DhyK/Si7Ev+EG4bPPPa26xjrPrclL+dx+1eez2rNrh846+0xdcTn+aLZ4hTdPk//Hf/xHzNmwf/x7iw4pI7+wSfAUWwDv29s7dJQL8Ca91rqAP9pxTr3zltGjR1qmgwvGh1R0XFT2AitWv6G33Aiur2+wz5/ofGGex1z7v+FIR2I1dAu5wxbdcsst+tMf/6Rlry1Tc2OTKErWuYbS6eJqg30qfCfOqLdfzmazxisR16L38AmfsnXbNsFXbMKLL7woik3AjyzJ8T+ywOA4OQQ6OdmF4ClTp2jcuHFRn5nPXu3WBRqHNBg5Brxch8xTHELuoD1+CdtX71iT60IIthHNjkfqnKsNxnoK15MLVmyb5D/gRucoqnY5Hu4a7FWmIafugT6tfHOtHnn0KS17fZU2bNykt9av12bHGuvdLD144KB4ymbnth0acD7Q3dmlfW5CwZtCoRD34nu7C9Ql27duF9KHXfc5tP+AptqfZpKg1HQYM7LDTbJGcfMRcgT8vT09WmeeIo/jHAe1eT3GVMs8Ppi50AiZqznXxM4xSvZP4A09iIvQm72OFaHz/fffH1+PzTxoAP7wjvmMHu/JsYNuqgN3zXkfsTJ6znroNbEBv+Ev/oY5rMVotZ1ucHEPHau3XOTtX2nosIf8h83hqS32gVfU1Wjas0fwXjQ4ka06X0e+8sYbb4gCKsXKqq+HP1nbXnCqOB/BfiADFE25Ma+xsdE5e6OwrdyIwSd+ABqCD/sDJzTjOzh4WcdqFTU2NCixrFRdf6C51+rm44SJE2MeHUJQS6FNxDHbHHuGkEa7yBrQEjoMuwYQQlDBfvcDH/yAbrL/XGp7PW7CeI0cMVKFQquwL8ToPPFM44xmK7aYmwTxpRc6RuA7Mj3Gce94xyYz3dznO3IBHsAL/DXTCzpzfMCNZeQducHGAQ9+hFhqmxut0B/anHnmmfHmCuI38sJeN1nSTE0UyIeG+3Soc78OOV6g/gEPapYr9Jl1221rpjsuveGGGyIu7HHQc6kjoHPQYaN9BfYbfoQQTNeq44Tj7G/Ps729XJMmTVHZOQxyAS7IGnqMrvCJbUcXibHK5i97t1vv4RnfgbtmvNmbIjn2arsL1hyDJ+Db0tIsrmFt+NNvfR50nN7nGgJ83eMc7Cc/+aGL0s/ryScf1QP336cG1ycmOQdpcQ4wfeq06KdbXcymML5+/QaR122zLQM/PqEndAYmYCfOAR/sNeeRq5JtP3xCPo/oDDTq7u4RsHOMufIfuswa4EkswtpcCw34DV04xh4hhGgnaLAiP8iGl3Btokmnn36685S86TxJyNUixxvI3H7H0qtXrtS6dWs1MORaiv3d7r27tXzlcj3/4guuseyMtpE9oVvNuUgIQblMVuwf5P/ZcdWSoAWLFup8+8KZs2apal5g64mHn33uOf3mt7+N9mWaY6sLPCefzQq7ge/d5KYB+t7tJsArr76qZ559RsTK2BJ8AU1/dJb4FD9wzHHHxpugLr74YnEzHvq/yvYAHkMXaA/fkaVByz88Yi1o2GgbtHvXzpgnUDusq8to2pTxOvWUpbriisvFW0l2O055+LHHtWz5SvGWoKnWs3MM89XveIeWnHC82kd0CHoc3q9kPzrsHGaHtu3Yqi7n4sQ38HC5YxH+TcTB/gFRkxrvHHvenDla6jW4mReZHeWYK5/PiRwMWOHXoP0BOQJNwOHikPOishLHsSXXbXnrXdHyM2C5RS/AabTtwWg3SEfatzc0NSlrG9nY3KyJEydp0aJFOs77zXXDuM36As+g0aCv37Fjp5trqy1z67TT8cb2Hdv9uUv45mWvL3fM8ZprEa+JVy0fcgOo6vy36Hyn33XHknNFYEX+kHlkA36X7GOAq9H2FpnkO+cYyDh0w95ip9+yn0QHNqzb5lij6BpcaroW1dXVowP7D+nAvoNurr6iJx59wnWQ1W7y7jXfNiuTyani+qMlT1XXHJtde5NzR956gf7EV3M7d693HM7Nwqfa1l59xZXihvIm187wecgcsI90DeVwrbQpynQ2k7GtT5S1fAM/uMnyLv/lnYPVHFANW6aGXW8smw/Bcp5NM47Z6uI1w/lZ6gAAEABJREFUNcdT0KFsG8X6rMHIZL1uksRYiDWhD7EO/rrO9eKq498h1+Gw2dAJ+S07BuE3A5ke9L70hsqlsuk1LGh60P4Y24IsvvXWWq1Z86Y2bFivtWvXaPny17V+3boYa/T395u+tudSzJ0S6ytPdxZdt+rt7dGwP+vq844ts2J//O4O5MG5NLyHr8DEOa45PIYMg2XTa0EiZAuc4TlzU8ssvYZSeVhJqjjSNIl2A5/E3BBC/H143WJs+vb39ceYOYTD58Bz7959zu/WGL+12rJlq23HgWh7uanzNceha958U/AVGuFz0C1sIPaC78Av/6XO54acQ2F7oBnzQ7A9M2+BJ0kSy1fGvqgcb4iAvp1dXep3PsU1xBXIDnYLu4Ld5ybU5W7uItPQGd7DM/aEb3wn/8Wm7bBPgl/EMBXrU8kyRHzQ2d2ldeYbPoUbRrD72OgRHSPV5dhxw7oNrv29oc2btqhkma+vbzAfG23T62IMS52qo2OEqMNnLWvYFGSsUGixz2tTqz/b2gviIQzsPzfWED/wVCw9npHOL7OZRDXLYQKBEhMlk0kF4DudeAMkx0GmaicgBQemrSq0timfq5dqGQ0OlDQ8VDVD612sbDVgHcqk9aopY6BrZu6ACenR2y8andwRP2ShL1mgQwheMZGw5jV5fikKQckGBYKyZ8XKV7biF4tlG4phJ7uD6u3p9bp9Ghoa8jVlWR89apGBQ2Z00YaK6+Q/GJy142Fk0kycl7Gi511QlhLvVzbTe+O6KDHXs14mkxHXQPQ6F75kSBHwqpW9YiXle5MNb6OdS0NjvUggEEIcc5ImCmkQghdCUBIFLI3rJUmInyEEK1JFeRtu1mmwkapzIsW+dTZidQ1NLoi22rA3qOxCeFWpYS0K4WJv5mFk2AOYGBzjN/RjHoKJsHPsyLkQQlT2opNscAVn5jI4dpjuVR3+C/GD/VifdY+cZ736+roIfwgh4so51uAceAEfv9kDB8An8HCs5mCSNfl+hJ7Qm8H18h/wHUkOQggKIZjfRcvBUKQF+LEu82pmGmsTDOZS05/1bZDN8AgbNPCUSHP2S5LE8lLxeiXvJMtufeRT1bzlAPADCzg0OBngLtdovM1zjDeJCa8GqljWgnWjwTyrWKYHbHS7bDxKVnJGajmoc0CZz2fV4cJPLpcVaxKUwuesZRN8QwiRt9AQXDgGjIwQDssM5zje6mCUUe+kFlygIboKfTHiA3YaBiniWnLCP2DHn3XA0drW4qJ9RY0tDZbXeuNeNB2HNejzDCmozjxtam02zRKTriJvbeOY9ZxBf/d54xlhUoj0G7IuYy8OOInlrkZgCeEwr2QrwID2Ba85ysVp8C86OcoZ7ybrDlOG7bj7HTABM3oe/qEj6HDNTp7zvT19Gh4q2WmVJe9NoDvFyW+jg47e3l5hnJEVaIBcQdsQgnGwLIdqlPmMnZOjB2WSmqpuJKc+ns8mqjoArlZLAq+EvTPZ+L1kO4QzKBTckHKxt8E6ytpTXQwimBvvAMxbuAnXGhPD8ePHaf68o0XhCwc0ZFvEmvATGgArAxpksxk1er3UNol/W5AB7N1OCMrIrSSu8Yd67awHzVMGMl90gCgbzba2QpQpHAeyyfmK5bdqQiIfTZbVqu0V61R9rOrv/Q7kysa3s+uQZaBBzYaBgUxnktS8ziibOewMgYM1SFjBvc42M5fJu2lRNn0y4lyrE9nUOEAnnCP4sTcyzvXIA7Y+8dodbtaMcyGHAKhWk+D5kOUHmLE/zANfrus1T3Ga8JQ1OF+0roEjNII3JesYstdlfRsyrYu2aYNumIRwWF+yljFZVnosO319g5bhYcm/gZdP9uWakvnMnvAJuKET5zjGd5Mt0iVNU8tTzaOqxLKTpol536R66zc8AYZhy3bG8kNBGEfO2sAcQqLDOBSjLHJM/ss7EARO9gWW1A45SRLl7Rc4Bk04nzFPWB+6ICesC3zMLbS2KDVsdV4rk2RVKVnencXs27PfvCoJv5e3/pdcpExSKSD/Roq1uD7vvTL2+2XbiubmJiXWAQZFgbyva3UhB74CD5/QCfihDQHQEXiwPcxJDUubCx/g02DbyQhBtjVF8cd16Cf0oHGGTA+bf4cc2FIQesuFLviKXKNH2EqKN+973/v00Y9+VOg9OnbM4sUiYFpw9DzLcZ02rF+jp5541InDq45DGiyfjab5kK6++mrJdoRgbPZRcywHg6IZAq9Ym0JAk+0I8LSZlnX29+AwyY1HaI9PgfZRHp3sGRVh6zpd2D3qqNlauHCxTjjhJBdQ58dYIglZTZ0yQzNnHqUZ02errq5Z3d19Dt6a1evm3vjxk+SwRkO2e2kmL5m3CqnKhlGWnSSbU72LrLt279Gf/3yveu1TLr38Un35K1/W5774r7rgoot0+tnnqrHQbnue8/kBlcw7bABFBIqiJ5xwQrRJ4EmBGHt52hln6UrT4ho3KiZMnqynnn1Wv/rNb9zcPKDW9jbl7E+WnnRiTOrhHbxC7tBrisDo+Cwn+tDlCP/37TvgacHyWmd/ctiXwl/2g2bIBndH7t9/0MH73vjvHg666b169UqNHjXCNqDXdBhQzjKYzeZdjHbjxjJYtK4jT0kIQjZqllcrnSj68m/3rXfSw5O5fPa62WVnp7psRuPHjVGfbQdB925iWPuMgb4hDQ2Vlc3kXAiZL+BHzvft2+21B1R1AGwkvERFOScF2DXiCgJzPtEzZACZRG6xDal5FkIwTnu0Y/sOdbS1SzUphGD9SWJ8mvEc9qJQih1jLXgzygUA5CqEIPQEuhZtu/bs3etmwEGRDKTWR3QzhBBhAi78PXSngANd0VcCe3QEe0CjAz+I7KKjfE50IWuEC47sw7FCW6umz5im9o6CbVejzj77DH3+8/+iz332MzrXjbCsaYhwUtyjALbRBa/NLnSP4o7kGTPE3arwF12i4AE9gG2E/WOndaOxpVlvWn/3HtivbhfZlp58ksbaL85bcLQmTZmsOicx27ZvU4/90Jhxo3XqqSdbBvr0y1/9n7717e/o3j//RTRufvnLX0Za4kuQAwqpF7ggWrEcrHrzDWHTbrrpJhF3hySIhK2ppUUUU7n+Bz/4gQuN50R6bnGBnqYDzQd4iZ7QvALXUS4GcJNEbMa5EXvdddfpTDfgoBfJJLx+5ZVXI5/RIxpeyAfHb/nD7/WTn/5YDz7IncoP6V//9V9FI2ydE/A1a9a4oLVNrzhR7XXuM2XKNH3nm9/RRz/8Eb3n5ptFw7TLxS90C3p22ZY8+fjj+uQnPqEf/M/39Otf/1o//dlPnNSv1RlnnKELXIx65zvfKZqp4+xD6x2nvetd79R//fd/u2n7HWErTzntVDWaviNc9GH/q664Qu9857tdbL1U73v/B3TSiado5Mgx6u7qi3aqx7HGlk1btHX7dvHvRLW0toin9SuOhXp6upzrNavVRdBe51v4imYXmMAbvYaOyC28+dMf/qBpUybp4L49WjB/rv3PkP54y+90+61/0pDjOv5tvY1bNuvYJcfrqLmztcd6t3nzRs+do0mWjQ7Hhi+9+LTWrH1DM46apcuuukpTbVffcoN5qwsSXX3d6vGoa8grZ9vMU9z7XGy+1Pjl6pu0/2C3cbxMIxxfT7ZdKxTa1Xmo28WsZfr6N7+pe+69R/sO7NP23bs0buIETZwyUStXLdeyV17W2tWr9Je77tBzTz0uCpg552AtbR169vmX9ctf/Frr12/SD773A339q1/TfX+9Xz/98U/1n//xX5bZfo22raGg/66bblCPYzRembtpw0YXke/XHbfdZh9xyH5ginl3viZPmiD4zCvWiy689Pb16DUXPi3k2uKifMn6/+prr+mW3/9ed7npSuH8mWeeFn/Ezcgscegs219sAAOe8CYR+MH3l156Sbwyl8bgWDeJGKPcxMR3/vSnP7UsvFOXX36FaJAiT9hobBo+A3nBr15nGbvmmmvsz04wTS+NN1hgV5jD6xy3u/D9yU9+Sl/+t6/Ep8jPdBMBu3a/m0m3336r0NtvfOMbuvPOO+Prwm4zHb70xS+Kp2WJ93iiBp/T7UJ8Y3Ozdu3ao5//7BfxlXW3/vGP2r9/n1asWK4/3fYnff4zn9Vdt98hCnq8tovcLAmJSRY0PDysUaNHqddNue6eLrUWWpWkQSMp1Dqf6bAsbLQdyjgWafe5m2+8QeeefZYKLU36y5/v1u6d29Xthu2f/vh7TbKfx9Yi0zTJGDQtnnjiiQgXtLn33nv1pgvOXY419+3bqy22KdA9k82Jm0ZGjh4tirhpkhGjLt+gObPnKe86SWtLm2YfNVdjx4zTwkWLdNrpp2u2i8L4BF4z+gfrD4M98RnAwjl0Df7X2y+j862trcLeonc0wzjPfJoFvBKyy/Z3+fLlWu+iUtH0IV5Jjf+GjRtcSHtTfzR9sV/EVzTIkBdwA2/2AzfsEXqOrcMG7tq1K8Zb7EXxDBhZN4Rgnzok/CK+iDgK+QQ2YsKsY++8fTpr4Rvwb+xTtZPsd0F5wI1P7KhMr1Wr15i2b3m8obVrVmu4NOB6TJ927NhmP9pjGdmlXTt3xrHS+K114W/AvmWgr0+b7Z/Qo8cefVT/9/Nf6PlnntWW9RtdLUlUn8urqa7BNmhIOft16DjgIi6yA24hhOh/wQ39wZZxHBqA61brJXCja/hO9Jff+EBwwedS+MduTJkyxTAPqNE5FzEyssFe8IenOVkL2rA21wED8ODX4B/0gobwIYQQbQXz2Ru40ME1b66xfuzXk08+JYro2AToGz+9L7pOrA1P2B/eUxAnr8sbfycu4oYvYl3gZT7wsTefxOF8J4YADr7TiAFOYOGGKeQLmMZY3sED+4E8ACO0GePGBDAx4C/rhhAELNAQOkNHjjMHWtVZvhubmzV+0hRlnMOw10HXE7A1rDFp0kSNd/MTe5YzT8eNGy+Od3Yeck4xbLRqMXaL1zmHAA/oe4RHIYQ4B9qwJzb07LPPjnaQeIEYisYldgBZZW10kBiIGIC9Oca52bNna+rUqXE/+M5xdBIZgu7gk3EMD5xl52G9PQPq7x1Qe3uHc4EZKhTaVHF+X3atqKerW4P2j/vtN1968Rnb2mc0XBzQ7j07HUsPK+/cS/4rOc9FltDxk046KcrGtq27tObNt2Jcwr7oLnYYnJmbceyZcS7Z0dHmOk0p1hDgD3CWnO/yHTmmsM3Nf9g8b6UOw4mdISbKWWZCCFF3sAPYDOQKfNknhETUaJAT6IAct7ePUOrYFVpvc9H+f/7zP/X3v9wbn8QbtO6Ncix68okn2R7OFvkqvGJfZII1kRHWDyHEOjTNHWQMuDkHX7d43X1uYqIT2EGOATNPD/EJnwqFQpQRcEhtA0M4rOvE32eddZaI/8CFc9ADeQcGaIh8sybwcIzvnIeu7MtxdAJ+8CaYox3bzpw1U9lsToOlIZUqw5bXcZo9e5ZqrrsQR89oabQAABAASURBVOec22QzOdWc4xWd9w267kH+WbM9ZHBTw1Bx2FWdmnO/BilJtMb+a9369QohRJ6HECw/BfkSjRk9RuPdXOTmkaLXgvbgddnll+tax7DXXnutbrzxRl1x+RWCl+g7sk+eCC2z2YzhzZp/lRgjHzhwUD2OR+EHA5lCRnKWgSP0hA/IADaA7x2u5yxauFCjHWP09XbH68dNMN7z5qrN+cBG28/bHMvc+7e/a/2mzWpoLmjegsUaM26Cvzc7d5W4sTRYXnL2FcFxfLVWVs0xftehTq14fYVeffkVrX9rndY438P+tNhOTLY9uOKyS3Tju6/XBeedrVNPPtE1t3kx/jvouHC/Yz1o2tLcaD63e4wQNpKRj/skqnddYo7hPPnUU3TJZZfqggsv0Dnnnquzzjrb4yxdcsmlutS0O+mU0zRhwmTb9VbBM+IgZJKm0Fbjh/4waAg9a99DzMCNdPhW3gbBK6J5A8f+g4e0w750t3O8nt4+6/mwarVa5EHGuprNZaOeIfvoDsfQKeQMWxRCiL4fHJgLb+AR9jR13IMOeTnb2Yy/pl6rQdy83Wyad3b2uJH0pl5ftlKPP/6U7rj9Lm3ZvEOdnb2Oo8r2W8OeX28/u1dbt2zXpk1b1dXZqc5DXZa1mibY9kJ34M1ls6q3jc6lGRVda0u8aZ1pmhg+zpOX5S0zjabvCNuSsaPHOI9oUTbJqFJ07daFj4zncl1iQc6kSayfFVpb1NTY4LnNanIOA//7TadKuSJokc/mI60S6wUDuYQ++OsRlsPRo8Zq0sTJOmrWHNvZWZpsX8Le2AN4znw+s7lc1CV0mEF9DX1Ax9Hviht0VdcDuru71OUaaU9vl4aGB6Mtrri2in2oeE5imleqllVrbIPhLrle0eu6A7aEtbodi6FPQ45FTUTJ80qlYdN70GNISRKUsQ6mqalgGnpCxC9r+jI4lCSJ+ZnGAW2rtiVSEH/YqNQ8yJsXRe8NjZhTdB6Rd44E3s3WFWxMr+kIbNgw9JzvFeNS9HXAG0JQ3usMOCbbt2+/kOtt27aLWGX//v3/sA8HYqyH3mM3gRFZTdNU7M13ZJVP1gZ26M0n9Ojr7xfX8ZvBHPAAZvhQtc6HEMT1R+Sf+UfOFY1Xv3OGTY5liQ1yplNzc5OaXW9obW1RoVAQ/mzEyBHR7mObml23JLYAB/QT3fzb3/8ubjgl72hznneU64E8LEV+Pnr0OMeD7WptLai+vlEhJFFWMplUjeYxdnDO3Dm64ILz9f4PvC++3YeHCPAB2I1LLrnENcC5SooW9JI7tji4qgV+wICnSWKHl3ezoaKSkRnsH7TiIQg5L95qY5C48DOont5B0yVVmubip/nkxumQ5w46GO5XJKQZN8STqZWaQkhVc4MwTbIGukG5XF0sjkBkiHtkhBC8nhwMlCMjhuw0ylYuKQhY+w0PxXN+B6+ZzebM2Kz4q1rwUgtbvRWT9RFOjjOnyQUCGFY1A8sObEJIBOObLXxHBILfjJyVr96ERWgQAOYjHAhhmibeLzUsRcNYio4pMc0yZnRqBiAYrMde9fV1ymYznluKuBxZa8iBkkmhmnFNszmVq9KA6cT6rAUMXJ9aaKEL+/Mp/4UQ/P+H/2M++PCLtfkNnCgQ12QNUy7iUu+iLjTPiXUQUgwEnwyuZzCfPTOZw/RkDgo8aOPAuuwRQoh0Yy6D+azB3qwB/BzjO3txDeeGXDhnHsXAQTeJ+q1onEtsYMC3yYlBVAw75BDC/0Mv1kuSVEmSmN5lddrgDzhAA2/2P7IHDppj4M1g7cPnyg6+izZmw5EPnAMWPlPTN2OnxtqsBRxcwzngr3cTsdVyQ2BkDYs6wd5FB0AG0XJcZ4VutTGArhVlzP9arRr3QdGhfc1CWOd1WB+nCF/lP/YAXs4DA3sDD+tj+I7Q/uA/EgXmswby1egmAOuwfpKkGnbxuNf62O3hWN6F8kPavHWbP/er5GZK1Q5AqtngNEc5AE6DYHqWBB7tLsRNmDBWTc0NlueSSDx4vWOji/vA1eZkAP6k3itJMtZb24KGZtU7aQ0hCH72urDUbWc07KS533ZkaGhASZqYNnUK5nHJMm/hsz7kovNsNr8bGpqUy5p2CuZRxaeD4a26aDUgXrcx4CZVtRYMV4sNaItIrHCkaZpq2IUDaMeANsAwNDRo2g/K29mR+zoX4urt9Ovr82pusg64aFZyUoGDY27FDjIEKUkS15LLZnHV+FeijIE3o99yCg82uriMgQZPZPBNJ7kUGfbs2RtflYPhJtjK20EBH/vAQ+DM53NCHhqbGlVfX6+RI0ap0fRraS6YFgWZNREGrgEXZIC9SHBZg/XAk/M563OD14CnY8eOMcwVpWkSE6d+0z0xLnnjjENF30IItrV52B33yDkxrbf8cIA1KzbcJEep7WbGvK1Waz6VeF2Zz9l47eE5FeWNR877F1yoqreNRW492XyrRbohl0mSWq7KhqfXfOzntFLzCzuLTHGA9dg7May5HHvkIg36nWRmbHtwbHyWnHwyDxoCI6Nkf1W2PwghVQgh2gnoVf2HXQfnHDiaRuxV+scaGes58KE3rFm2D2Bd5Ibv0JYBTCEEpWmj8a3zyAt9yRlveNfQUG8Zzqhaq6jZjp1jISSqmm79lhX+vTn5j3W4ps66zz49Lk7zyX42CV4zE3VjyHYRmcqbZ1XjUPNJ4OH6JusIawA3zc1m26KK8aE4kiapsuZZ1b51yDqHTcrlMk4A6lV1cjI41K+sf2ezmajzBBrQBkLX2y8xn9/D9q81+/6qaZrP5pQal0bztmw96XWilZp3GdMO2oywbQaucbGwb31y8MzvEIKAlTnADi7gWWd9y2az0T7AI/CvMz1o3HOc4t1ll10WX7l4mZMbAhRsZFdXl6AFBQ9oypM93M22fMVyN02Xa9lrr+rP99wTX9VBEXZgsE9jrAsdI9qdQDU6oRipuvqczncAdP55F2rQ9MGWDTueQQ+TJFi20yizOdOwywWafhfq0HPu1KPB22jcgqS8+Q6s4DnCRQEalsccu0SnnnKGjl9yombOmK3W1hHW62bLYtG2J6t16zbq6aefsQ70OVnZ7e/P6alnntHGTVvUeahHO9ww7enpM3/qnGCVHTcNiKIDT60cOtip884+R0uOOUazpk9Tc2uTMuYhDaWenh6VzSsKqPAFev7ehXgK3vC33jI/zkUn/KhBF8eyuawmT52ivOX2/Isu1IRJE+0btogn/Posr3nLAgEoDQVow3VjXByj+E5RCX7scxFjpwub7HlkkEzSvKxZ7lPTcMhylM3mjV+3nn3medOtXkO20RTW+XcdeSVqo4PT/S6cE5wjd/lsVmUnG51uwpVt6w8eOCBe41vf0Kj9nV3atXefdu7YJWSf162QhK1eucJ616i2QquABZiRLezkAV+/3wU56L9z5x5VyjWtXLlaFJNp2NP82LJ1s9CPbDa1bcsJvsJf1mptbRUNthCCWC+EoIIbznZB6ncMVLQPY48QgnilzCEny3XWW+hMga7RdhWZZc1mx5XoRNl2pmadDiGY3/g6ibv/B6333FRAETrnNYb8u8X7Y58omnY7MdvvpIYkh7WQX/YZMM9scO03muMrDc9xkYi7fn/585+LgnOr92Ut7F7Fth28DuNSU6sTkGbbLOQf3wLd3nSRGr0F7xHW73vdQOAaZAieI1OsQ7OGgiJ38GMP6qzH4HnCiUs1YtRIXfW2qzXJjdMx48bKSqAhx0jYwi7bkOnTZ7ghvkAUs6D1zt07tXf/3ti4Od1NQ+6UPea4JW7oL9aXvvwV/e+Pf6JVb7ypab7uxZde1mOPP6HUNui445dor5sab7ppiewW2tpioblqB8p+Vcsixa7zzjtPN910k+WkWSRTP/rRj/SVr3xVP/zhD+N87O2A+Qlftrspjo2BtvjzEEK883ybG0gUHMEVOzXONo/iIz4X+jU1N+rY4451Y/rsOK688krx6tSz3Ly59NJLdaF1bdWqlVq3YZ1muUl40UUXi9eq/utnP6+bb77JLKzFf9OKBtM1171T//7f39Pb336dLrv0Kp3hxu64seO1d88+1dmGws92yyGF3hYnknWm/eBwWZs3b7O9zmn0iDFuyP6zzjv3Ik2ZfpRGjhkdG05//fvfdOftd7rB+HqMr0rFqvbs3msdpcizW/c/9KDGTxyviy+5SD/90Q/1vve+R8cde4zqvScFyBCCbVhvtCPQFTiQ57Fu2lVthz78oQ/p0UcedTP8Ht36pz+I+OFd11+vH/3wR7rGzbmevgEtt74iw/D+hBOOF6/c7LUdI/468aST9d3vfkc8DXy8z9FsOmnpiSL+HG96T5o4SWNsi1jrve9/n77znX/XBRdcKL5PmjLVerRd99//d91339/9eZ++/OUv6RY3u5NEuueeu0yTT7gB+G/69Kc+pd/86lfi6cqXXn5BG82TFSte1x/d0PrL3/6qV5e9ppWrVqnDReHJXhe5uOyKy3XNtddYbufr6KOPdtFuhD7+8Y+74HaJ3vXud2nsuNEaO3FsbLytcLMHuE895WS9x3KXSaVgH7xo4Xx96Yuf1Q03XKuurv2aOm2SFhyzwI3dyTr/4kvU4Lj6ldeXa+PmDfYDg1q3bo3wYbPnzIrfjzlmkWW4SX+85Y968dkX3UTapH//1ncVLOf/+pnP6Tvf+pZOPvFEYUeA8UR/R5flP+QVHUeOf/e735k2XxZPy9IA5d9FQneJ47gJAH7Cb2zbpz/96VhQQffRC3B+29vfLmxAl/0y9uH3v79FvKb35z//afT7XS5A7bZOr16xIvpm/NS0aVMdJ2VdpNskdPvDH/mYZs6arZve+z59wHLzb//2bzpq5kxNcVOTwnB7oRB5/ba3XaWMCfiqm95r3MhMjMt4y1uXbW3NMcqAY9zx48cqn8+qUGj2NaP0+KOPuFl6j37761+54DxKb7kIi95j35DXM938hR7Yr1bbWHDENuM/wbHZNpMm01jHEOj6O91c/tAHPyga5YPOKVLHQFnHRkds+4F/5GTEOVzHHuQl5FHQiD1o1FDQPuXUUzR+wniNGz9OEyZO0HmOSS68+CJdYPtw5dVXiVc8rnpjtR597DHxNOwK0xAeAjsDGFmPO+IvuvBCgQs3mNEYqrMdwDdPmDgx2lZsM40XdPXo+UdrrOmGH58/b77QXZpCHGNNmqvEO9g88COngW+cg1ZVx6JZ++ddLgbjr+sdW4Anx3KOiUIICiFEHlPUP0IHdAdZMdvE91wuq3rHk9lsndo7Rmjs2HECDp426mhr8xo1NTbWO28rqs6xCP4Pvwdf2LOfGyIHhq2zm7XurY3asH6TNm/bqr/ff1/8t9vxX089+aReefll8aaIxDAxMjYCxLA8BU6cSxwzxrak0T4aeoIDv4Pn7dixI8bIyMHJJ59smIKgBzA0NTXGPGa5dRz7D10YNK5DCDr11FMdixTiNfBoKk2pAAAQAElEQVQDP8l51qchN8nyvWDBAnW4+BtCiDELMcOgayDo4OTJk4XsQFv0j2uBl0/wx//An9NPOVVzZh2liY7vOEd8gA/kGvjG3Fz2cDxDPEDxMQTvZ/yajDMxd7PziSAJuepzU5oYBpv4jGPTBx980Db0/pjLsibyAkzIEjRBnolPoBG8xt4gk8g8eHAc3oUQYkzV5FyF4yEE87cx0pfzDZYj5AOc4APXE2fyevVpjnehBXoq11GC/XrNRe4k1CTHUHLO1eS4vMkxTAgh0hz6wFvWRjb5zb58wg/OQWP4wGehUPBSNUF/+NvX138Y3uZm29rmyJ8kdT3AsRNzqtaDI/wgJkLWwZVjXM/oMy3b3URobx/p67PGt9l5SEHj7MMvvfQKXXbZFTrxpFO0dOnJOuGEE/W2q6/RB2xfpk6dYjnbr9defUHLX39J69e/aTtb1NBgnw449tvnJgyxPY2cEILXTiPcaZIRvAG2jo52YXPAHV0LIQjcexx3lcsl1zUqMZYFRuiBPpustp95ITdH7Dy8YA3oTxzY5DhjnGtCM9wwJM4ysRUS09xD/mtubjE8GaFD8+fP13GOhX71f7/S5ZdfFuNAntC8/4H79Pzzz7kg3yV07PVlrxvH9c7bVrs2dUBF57JJmrXPG+EVpfb2dq+Zes6G6Dewg+grsGOv8GfIObEEtgU5hg/wmLnEazTfsMucAx9w5Hr0hWtCCLFhyzlkAVrxHXkEdz6Zi4ySu+BHuDECe4DtZH/2bHc8xhzyK/ZPnQNhT8mHQOYN14e6u3v8NZjclicFZesblGTzokZX9RnWGXLe1Od6Jq9HPeCmIPZsz549pll3tBmTbNuHbSsa3Sw53bbmUscNN777BsvQ1Vp8zGI3kyZ6ZcV6GHyDhjQXsLHA1eu8Nmd73WH702QZzzrXSB1Lcw79HWufh/2tq8tFGzww0G+f3uhcoVVTpkwRuonun3766Y69LtD06dMt2y1CnyY6Piu7iXzw4F6pUtTUKRO0YME8TZ8xVYccK6xw7rV6zVv+3q9ps+bqvIsu0znnX6yJk6erp3dAPc5lSo4jrerGwfQxDdvtE9CzBQuPFjdOl51zPfTgA7r1T3/U//3yF47ZbtGLLz5vG9arfC5VY0NezQ11Gj9mlGZOn6IzTj9FF9u/8lQ6tQVi7psck914441iXHXVVdbDpYI+S44/XqedfobOcb5w9rnn6VR/n+9Yb9LkSRoxcmS0+8RHr7vB+8orrzmPfza+GWLlypV60/xdtXKVVnqQr/HvRqKHyFvNHK8YKd78tN9xy4BzO44ha8ggdmXIx4ih4Q2612a8kXVkF/vSZFsNj+Ab5+jRoPMhBNXl6mWCq+q6Lk8wZpzLpplE+XxWiWmokMghouPCIW11g+wN51JPP/2c49+/67FHntDjjz2tl158VZs2bldPz4DjvQPOZ/f69ybxqv3o63zdE867nnjscT337LPays0MzseJN3iIhrdGdIKbm3bDbsgho8RxifduK7RprH0tzdhgSNEZ7DO4RcDM8w7PGWGcWxob1eTaRGq70mg+MnLgE4JlwheDiG1/8Fd0M5fNmueNYo+6urpoy7HB6D862NzcqlEjx9j2TrA9GWFZbhbzoCf+mNhmlPPViRMmCpm+7rrrYkxPrIauwYt6r5umiW1nWbl8Rvm6rGQfFAJQKNpe+MyTqfCTAW8S49Bg/9Ro3sFX7AN8ht/UDvhecg0Kuw28FdfuyNP5zfcsuJke2CV4jhxwjHUYzO1185Z4jGvyrjWPczyw1DnTiSeerFNOOU3YYmLv6fal06ZNi3oMXMR1+HXsWITdtRngwmaxXp/9IHhAww7Hacgdn+wB/bAr2F0+gQ3ZlP+AI0kSf5PtRyn6Gmwv9OAg8IcQhOxDmxAO05C9mIMNZI00TZkeB3ABI5+yLrV3tAu/2+HPMbZXxCHZXE7sC42Ap8P2jT1YgJuliU/OO/98XXzpJc63bxb/1A60abHfKjuPOOg62z43kYG1zvluyU24XuerFcsbtbDmloJaC+1qcBzT0NDi+KVZGfuqOssGoxh7m0PRRpCTJyeeeIKD8zPEqzAWLVygiRPGaeqkiZo2ebIIRincgnuwWKdJ4gv77MyH7PAr0XiDLEwOIURiEZha7pUmWf/Oe+R8ZaLUQDQ2tqqxsUX5bJ2Fu97fG5XP5WMzJUlS0yCoakRKLpYPu7DW29tvxgzYaA56v2pcC4WAYCDCHF+kvAWKEUIq1mF/1uEThkmJMjYwieFPzbAj50jYIAqKzpplF70QuCMDvJjLcb5zfQhB8c+fKDCjaOWoGW7Oc9cayRfH2CubzanOBUTuwuGVKjRQ01zWcCZxsC9ro2TQkk9gzllQgA1B5DfrHRnM4TvXce7IZwhB7Ml14M48YGKEEOJ+nJf/DityJQo/+yK4rMO1wMQ1fDKfPcoWPvZkVB1cciyEIH6HEASc0I3frJ23w0bIW524wjN+hwB/CSFqNoDVuDfzU/PGIJm/WQtsg41fUxzyH+f9Ia5nD+gCv4ABuBnsCx9QCnDmGo4BB3Azl++cZ3AN81iPc6zPefAvWwbYg3M54wCeiQ0kspLPuxDqYD5jp2VUIg4VN+PqHOQAE7QCjj4H1hgn9mB9AjP2ZJ80SSIfgI9jIQSxH+eAgWNcV3Egj2OFhsyFP11dXdY964IdaJomSlPLouEp2SiWHJSWzKMhN+S7uvpcmCl7lKLRRy8ymayLYn0qGT+MSWuh1UaiUcHr0GzNuHhBINbWVogOZMeOrdb1fsOWjUl4jxtBBOFbtmyx090ddR9ZaW/viA5rypSpUQa4yQH4E+NZdjOm6AFO9kNKk4xqVoBMkjU/6633edXbiGUzOduCJrW2tDpIK1gGGpV4bocbjqNGjlbec+rrG31NnR1/j/HohVyekxjHIRVLQ/ZzFduV1J9Vj5qG3cgtee+K+VP1SEJiPIYj/eBp2bSq1aq2KxXxGUJQ4gHN4ScF7hhQbN+uoo0mOBDMk9TkLRfQC6dWtd5XzCv+cXyKlOyZcaAKDfheta7AP+ayRtEF5i7zkSdSkTEcEk4AfR12Q3zQRQOOJ0lqWrQIuWK9svk25KBb/qs4EDE6Ghzq07jxI1VoazTPiuLJwwYHJfAQmWJfYKh58dQ61tjQpFKxHPkKTmU7j+B9MqZ/NpuL9M3blrJ3kiRiXz57XPjE4bIea1VMz5ppl7M+jHHAxKCA0NTUpBCCslnz2XsaVNO2FulXtI1kLeiLQwWeFvMb+Wlw46Sxscl4tGmcC6jQg2sZ0K/mtYIRrrmjkc3Uq61tpPeoi74il6tTCKlYO4TgvYrms2XC+0FvYGYN6MdgHnLLyDpwQb9aWlosf43CVkFvjnNNxXyV96zV5P3yntOkvHEmeOUuyJ07d8T9wG3IgTE87rcz7ja90jQVe3MsZ1vOYO28ZSeEoIz17fDaNa+Zj7+B78h5eU8KLlFvQiL8MD4sZ5hZh/WylrNMNhObp8ETBy3zdS5GgQ/4sR64QD94yG954QEnMJkkdQDbKFl+m8031oOf2VxGZSdFw8VBy1e/rEyGLWMfjB8ecOLfaf3rEQVabBw0hu98sj7Bap/tH/tDW+idMZzQMoQg5JHzw9aDdgc/6MGatWv1wAMPuPj9Z/FkDk95oWtr3DBhHwpr6CPrHzxwUF3d3dq2fat1tyz2u+SSS0SyB73RXWzwlVdeIQr44LXfhc+9TgJGuBGazeYF/bo6OyMsNKMThfhkFzAfdDMO3rc5yGdfcIOG8h+fHQ7moO9hfvebHt2Wt6KsDv7e6QS4Rxs3bta0aTP0rnfeoKOcQLa1jdBJJ5/qIupF4vW6c+bN0dhxY5RmE9vjYaVJTZk0uDFW0EQXW1sdvJG4rHJxH1p1mE7oxXgXZKEle3McXeI3QeI1blxQ6CVY5vVb0JtzBtvwDamzq0t5B4FdTu7POPNsXXr5lTp+6UnatmOnNm3eajkuKVjOkFfWTy2/yDVr4DOBAbwJ8imktbvo0djQrKBU2JEd23dqzZtrddD8oaB78cUXuyCyPiaes2bO0vfcKPrA+z6o1uY2NwS2aNv6zSr1Daln7351792jvOV3yEnCslde0Xe//R3deeddseAxckSHam5K0GR49OGHxKus8vmc4BHNdRJd5ARYT3ER9B3veIdOPe00N6WudYPmo27SXx8bdsV/2D1kEj1/2YV6nqJ6yM0k7Dx3ulPAwDZDA/wc60Ln/ZYJbtQatk1Btkgoxo4eo0WLFtn3tUd7Kv/BL2iFviGv8ID10BMaz7xGid/Q9gg9kTMKByGE6Ju2ubH32JNPaNz48eIGgFb7Y+SeRvDLL74Yn8D54y1/0LLXXtMhy3WrbRfJEQVPGik//vFP4hOe3L1fcpOavShi/exnP9Pf/36f9XjQ9qbOPrZJo0aNjjoAPdgDXXvppZdEgkkhAt5PnTpVFJOgDbi1thbEfI6PdaEePJgXQnCscJgv8IYRQojFSeS0q6s7NjFztn/1TfWqd9LcPqJN9Y6NC23tuvHmm2LRBn19//vfH4s46DQ8GuEGLwnvZz/3WV3uBtcMN2A4h76yz/SZM7TPzf5hx0HNTY1CB7BH6AzXfeELXxCvAr7pphtjEQU9RsaRhVGjRokboCZPnmwdKNrWZWMx+aSTTtJPfvIT/duX/00HD+7XY489or+4yXz8kuM1b+5C7di1z03JfeJVm0+ZX5deerF4ddqO3bvV52LU4488qJdfet487HfhrKSKytqwcZ2PvaDXl70qmt7Yxmuuu15f+cY3NX7qNBVti49zoXXO3AWaMX2Wm2kbrFsV9TvJhQcM5PVPLiqVXGAi1hpwEQNb+clPfio2FqADOtFon8oTx//xnW/r1tv/ZH26Q9/61tdd0F2q3/z21/rMZ/9ZJyxdogvOO19PPP64VrqBc8+f/6wVLhI9+MCDQl7Zr812kGIatC4UCuq27SUhJV/k+GmnnaFly5bF5ue//PNnNWXKZNuwSVEWeAoX+cNuoBMUOLD3v/vdLdE3XnTRRbrKDfj2kSO078D+eM1LLzynPvvPBueF+3fvc5Fnr7Zt2yFeicxrfv9sGD/1qU/pBz/4oV7w3D+6gbtq9Urjd7ttzZOiCXnTTe8WBd2du3ZorBPvyZMmiTfJJLZW+EFg6XVDjn87a9B+aOLkSRoYHtSfbrtVk6ZM0jnnn6st27bEV7pSbEP+sHfHuHDJk8PoOQ0IYCI24ClDbAZ2xGZA6P573vMe69co266afvvb34omwfe//30X0pfqxKUeJy41zWaIV8pOmTpVZee8jY3Nbo5vVWI7HAxr3rEYa6KbJ590svWu4CLiS/a/ffrCF75oHW7QpfZ9C46eJ2DDBpYc8yLbxN7cvPLmm2+6cL1KF1xwgT768U/qX9zITxzv1UKqK696mz7ysU+42HCZzrUctHeMtEzv1T7b5JJjXppsXP/jH/9YLzz3XB6FYwAAEABJREFUfGxWIVttLiLPnDFDJ9veoj8UKKe7wIquffCDH9CnP/lJff3rX9c73/WueJPB3v0HddZZZxnuXjU2N+muu+9y8/t+bd68RR2Wr6NdiD/1lFPU3lFwMejk6DearMeNtg1Ll56gNW6Mvuc9N4lmLQ1wjre0NKlSKdmm/VW33fpHvbV2jXKOhY4/9li9/tqrOm7JsTrO/BqyLtbbXxTdED3exf5zzjpTux23VUwn4gNsc72bO/A4hOCYYVv0l9gScBtwkRs80QP0Ff42uFiGTHfYL2dT+/DikIqWnwfc1F+9aoUmTRxv/dmg5cuXadDX91vWiCOwbRS30CX2Yw3iF9aZ5wIuhZ9JtkPLrYN33HWXdrmgXkHAnEsVy+Vou3tduBwaHFK/Yzj8Q73jfW7ioTDcWihYdoJ1Zo9j1UYlvg5fhVww0Fc+gWOM43bkit/YSWxic3NzpD1vgKCJgNxif1e7oY3uI+N///vf3Rx5XtjM6C9efCnqJv4G28Mc1sVXQkP0n5uGBgwzb7M44PgA27Ju7ZvauX2b+nq7NGj7VrFvrTgnqzq3ydtHACO2nTUYwMlv1hu27euHrm4wZJx7F83LPW46/e1vf4s3yyCzd999t37+k5/p4Qcf0uOPPqYXnn1ODrNUcCGNmwbXuhAOnAfw7abl6NGjY76Fv4du6DB+jjkUy8l/8HPIObYAfzHRTQ7oAnwMdC+EIHxPV1eXFi9e7DpXncgHkBlwYB74HcHlgOlBU5bz4IYssCb48xueIYfIHTyHvjt37ozxD+fh3VFzZmuU4U8dZ2cs66lzBAaNUl6ZXDNduw91ati+gn0Z5AAHjPvg4ICm2v7g75FN8Bprv84NBee7EIlsEc8hq9hN9uQ78GFnoBVwEYMAG/TjN7EP54EbeUf+2ZfzA+Yb30MIUUaRPdZF56EDstxoHZNtIHuyRwjBc+URlMtnFSzbtSRVcF6bZrJKjTu8Yi405jvXhhAiD/gOTIwjfIKfwLhr107r/VaRE3Atc5I09V6JsqZlo4vb2AjW4NpBw89x5ANecV7+63GNBLyowWDPE9vYnPPTYcee3d192rZ1h5w666QTT1M2X+f4tkvbzMvtO3dpte30ihWrzNeaqCXmzccOx9i8HWrm9Bni5tlprrEcc9wxmjJtikaPGeu51ZhzQHvsCbxLDTc4gQO5UJomrpEQ12RifMNc8M4ZL2QUvlD3QBZSXwv8HB89ZozACzyRi9NOP03z5s8ThezEayZpqpGOH+fMneu4baaIhdMkqy9/5Su6/6EHtHHzeh3qPBAbqC++9ILu+fPdKhRadPzxS1zD6bYt36Utbs6Yo+pyTrJr127HWQfcoJsgbriuusYFDeqcswAvMMHTrq7OaNuAK7EMoBtlN4yJTx966CGh++juER6BEzLF/EKhEH0mOIYQBD/5zmBt1jMbY36IjkOba6+9Vp/85CfjTVToBTKOLLBu0TXqXC7j+Q22/yUNDgyJfbBFt9xyi/C/vNnnAcdTb775huPKndq+c7f2HOjU9l17hE3Mmo75TFY11+96Hff09fQ6f9wocuDXnAstd2y1avkKbVi/Xs88/Yyb7q/q2Wee0as+t3nz5pjXYWvBF3/2zW99U9/6tmO+227Tb3//O/3oJz/Wb3/3O7227DXtcp7Vb9llPnVAbMbR9jvkDsgOdmCWG+eLFy9Su308T/xOnTpZ45yrjh49KsZSGesZOoCMpZlUEyaO09y5szRuTIe1taj+vk7JzdWJE8boyssv0vXXv8N+eJGbwm32q8Pq7x+2/M7SaWeep4XHnqRcfbsoaw2XKkKHOxzrT3a8dtSsWRrR1q4DztsLLS06+aQTHRNPd75S1KFDB8TNcA87d3vt1ZdVKg6qrj5rPmQcLw8JGcG+lZwP8MapebaPpzm+uMQ56dVXXaUzzzxT4IsPZOAjQwjCrj711FN60OtyY93uPXsNb7+QC/DFb71of8eNJ6+9ukyr3Cje7rx3u2uE6A/1Am7ERhZ7zEvsILKJXcNmIhvoJfLGZ9E+j/iCgV2ErkfkMO+aEXIm/4UQlFpOuB76M6dYHlJIXSRKqqo6Px4Y7NXefXu0zXXb9Rvecj60R3n7RmxUNptznYG5Gcdfrcq5lnqws0vr1m/U6jfW2PZt137HfLwWlZ4KuG7csFG333677r33Xj388MN65OFH9LwbqrylY4ebrD1d3eIJUgbxCHpxyI3V3bt2ea294qamimNI4p98Ph/r+egPOgg9wR08OjsPCbu7z7Tudk3GhUxxo2A2JMqE4JpuRi2OBetMj0RytUFqcD2Y76wBzbDZ7I/ec7MF+S685JN6BPmTXPdqam5QXX1OGTdq5XpD1bVzeIWurXTM1en9ybsnTpgQbQxwQ/eaizvsw4BvwJ/1Gvl81jF5s0Y6f+lwXWjMmNG2XxM13rk7/A4hRBvDOsRW+LQQgu1wyX2tfg1Z8IdcNzycxw0JHa453ovrZ3LGNlinWEMKIYjjIQTxhxywJt8P2be/6Xhmue0ErymmFj3sdft6u1WrlsQNndhJbFqhcNgGZrNZsdegY4IQQlyfY4xcLquc6Z3iWy132OCRI0dZh0dYxxriaHHtFt0hF8RuYCuhVQgh2kBkF/+B/BE7szfwhhDM4qqgI7CzD3hBW3QGPnIOHYEeJdt2BYna58GDB7SJtxZt3Wr69XF5pAl4cA3zuyyX+JMhx4jtrh0tWLjAOcUpOuOMM0RcgS/gRvYXXUu548479bOf/1zEjU8++ZRe5ml421l8EU3VIdvkai1RmskrSbNSSF2vaFKj63PB30s+jx1lf3BLCoVWO5g6C8AYTbOTJrkptDZr8aIFOtbJyOjRI+0EW4VjrrkxgFMvDluRLZwQPTWxQ4DhtcgcCJPa4MKAJm/a3Nyq+oYmJSGj+roGC1+b12pQmmSVyeSUzeb8PVXw/2gSACBE6e8fiIYMheF4zbYghEQlG90kySj4O0LY1zdgwg5ISpR3gMJgXfm3FGSQbWDL/qyoVq0o+LpcFJRUqYUF4clksjqCBwrOKDlAR0mPfK96oRCCl6yqaiVMkhCvgYngLJ+S/8pc5yLWkBs8FZdQEitdzcAzJ4QQr8mYPsCQt5Fh/xCAsxoFjPUO41uLcAMHRhmlYwAPNOE4MLEWg+9cG0KIhgADzjwGc6Ep1wILe9c5SGlyER0YwB34OMdgvSRJhUKgCC12ZszlmhCCeVCKxRD2ZD4jtRywPjBynDVYm73+35/gywjmg/wHXCgRtK6aP3wCM9f7tHnbF+UA3Fg/SRKxHp/shfIxHxhYl2sYzAfvkpXq//u9ZENWFHM5xnXM5boQgnBqwCN/B9c0SThtniVK4HeSCBg5yBrMhzf8Bl7WIRksWQY4xh7BX6puylScDOctd9AjZ0MWQoj05TpPiYaUvbmGdcARBW1ubVWT6Q++dW6UkBHSiOh3kYD9wYG1U69nKFV1g6zPyemQm6ohpKZVg2HPKJvJiyamfYiKpknZCVbFkX3FsPG0TndPl/r6ezXkwKRiPqx9a602blxvgz+kAzZi+/bvs97Wa+aMWZowDmfTpNT6g1zQEMWhsmbJawMXfATOjGWdeYxsmrVMV1W0k60YTkYIwTAaNq9VV98Qi68dHSPUapwXOtDj30OZOnWKqtY54MqYdiNHjnTAjWGvN0x5SdYf61jO+sSdUPUujkCvmo9BU2QEPlVdrASerGHinPxXMq+K1tWy+cNrHUr+zfeGhvrIk24XD1mv3rDhEFrsRHBMI11IYS3khESmw7+5S487/ebOnWd7Oj4GEFzbYlza2grxd94wwl+uJQCDTsyBjlXbGGR6wLYP+BtcEOXuv4ILTtBsuFgxf8pOjsrmy3C0y4ND/aqrz3vtBo0aNcK2vF6sP9rJ9WQXZoCPdeEza5bN94H+IVtv08z7JSERusschpXDVJE/anF4oj+DbVPVvGk178rW/7J/15R3wTPnwdoELwQm0DpvOwxO7M2eQw4aOA4Pig4gcbCc53eXiw4EMUN2/sxFdvgOfVhbhq/qhqZrLMa75OSxWwP9g6q3LxnpZjvBATTl2rJ5mLOOcW1ifQ0hKITD9oq9+tzkg97ge2Qec6E9A307shY4MZ/iL76I64bxe0GqN71HjGh34DRZyBtrNDc3RbsLXmXTGJwI7IAL2WhwcYB9q9WaYUrMu3bVGYeanXV9XbOymTrj1qlMkmqUm34tLmx1tHeI60MIYo9cLutrg2lfMU9q8VgIIQY+BC7INPQFl0KhIGxVarvMtdCV83UOROvMn5oDxKamBtU5uFSwTloHSFLYgztDgYFkptU+vGSdRudYl32y2VyEq81yyT58hhBisZT92ZN5wB6Fyf9XcuCRpKlafc2cefO05PilWrBwkcY5cCWZW7x4cQx6TjjhBFGI/shHPiLuKiUAJwiiYcodpldccYUT8uNF4zBJUpGsvvTyy9rlIP6EE07QRCdiS088UU84OJrugm+3k1P86fyjF6h/YNh0CzrU1aOs5RZeEfgCP/tQrMjlcqJAZZCFLCAH0C817MgDg6B9wDoKnw8eOKStW3aoualVEyZMcoFhjJPLeRGOQdOtrKoSJ53lUFFnzyGVHdxWbYSrpj9roTfowEE3xgj+2Z+CKgUMAlVgXL9uvQZdPCRZDiFo/LjxAl5wxneyzhH+ggv6A9whBNuDBkFfiufdPX1KM9l47fFLlgj7Oueo2Zro4J+4hQJzg20OvAN/dJY94B2NFYoV999/v2699VbxFAPJ/JAT1gYXvZtbW4w/fqFRh5wg8e+6rH5jlR5zIbOnq1ePPfy4nnz0Ke3ZsUcnHLtUY0eP0wEX8yjajHAykmYSvf76a9rqAsHCBUcb33695sbeoy6QrFz2upa7eDDbTbNzzz5bs9ycBcYjfEG3a7b1w4YF23zZ5ZfpwosucbNijka7MDhn3nxdc/11OsaNsF4XTuH/vPlH613verebDBfGIBv5hv7IE8kVfKHB/+CDD0q2JdjUeuOZdZGLfaA3n/j2cS5M5y032HmakSTX8A0bAD9GWJ8XLFhgeGapznEXvIG2XQ78h2wbi/aHuVxeGfOGfU5wsyXnfVivbJs2xuvDexo4rY4HeGqKc8uXLxeNnDvvvEOPP/6Y+TrGhYLT3Lg4wwnwg/r85z8fi8upacvrPs8662zlsjmVhkvi5owBxwnIOOvPnj3bdr2kQ4cOWYZHWk9qUadetm7d5aSDvX/0ox/pl7/8hf7rv/5LX/3qV/Wxj31M/PuQ9913Xyya8SQF69bbxlCwpjA07CI6nyTuy5a/rjvuuEMPm6drXEyH/xQoxk+YqCVLTtBZZ5+j2fadGdOivrFJfF5w0cWCf/xbaY3NzdHv06TjLlWa3PAdHw+dd1KUdOH/DY8kSWI8hw2Gr/Bz/PiJLhxPU5pk7D+H9Ne//kWPukna2XUoFp1esLxNmTrdRYlOrVi+yupxrXcAABAASURBVPL4uu3LK0rTqvbs3am6XFYvPv+8eBVsV5eL0NNmCt2E/6tXrfT819xk3SFw4oYP9Bc4n3Sz9bv//l395je/cRPpvlhke9R6wRNoyAqfyM2zLlbcaVrD6yH7mnHjxrrguFnr1q8TukZxI2v+veMd19oPF837R/T5z39WW7du1vluAJ533jmaOm2y3nhzlfF6WI8/9pCeevIxF+LWWj4e1nPPPOWGQaM+9vGP6Fe/+oV6O7udQL5keRh2U+rveuH5F0UDbb5l9djjjrc+T4xysHnLFuUctwTTlCYGOnvb7bdr0+Ytbg6eIORxqZvA8t/atW9ZjsoxQc1m89GmI19z58yPONx33wOW0TP1ox/92PnmdL351noppGp3Yz2fz2nypInK2NZyc0br/4eqvwCQpLrX/+HnVLXN9EjPzLrOGissywrubgGChJCQ3BD3ey/Rm1yJu7sSIyFOQogACR5cF1kWVmfdx7Wn5X0+Z5n8f2/D2equOnXO17W6p9hiG7XK9nS5jj/uRH39a9+0T6vps24Q//u/v1sXX3yJfvLjH+vjH/+Yrjc+H/vYR9RYLOjW2/6m8viwrrzycuFXjlm5Ron3QL8mu2E4w/bzAsvVx93E/vLXviqa8aeceqq+9OUvqbWtJHTwjW9+s45zI69m+z13LnLTaTiWim8EdrR3CPlavHipTjjhxPgencYOP/TQQ/rc5z6nd73rnbrJDR0eDsKXH3Sx6i9//ovQkYL9L36Tdaa5mQ/Pb7nlz/rExz8R5fPhhx/Vi6ZLt4skGzZuUmtrSbv27NamLZuUyWc1p3OO2hx/NDYVddoZp6vXhbve3t5oWzg2Oa9rcLxBQ2ShfeAyF7xfePHFqM98iw69fetb36om61MIif1cIcZWGzZt0cbNW8S3qIl59u/Zq79TCLZsl0eH3TS7X8+4cT04PKAjVyxT30Cv+Bb657/weV18ySXev8EyMys2k/9qXMu2xxQXJ3W0afOmTTpoH7fiqKP1spddLP6WW6m11UX1PW6WbxcPCgFrLpdVs+Eifm31dWwwtvLjH/+4UsvFqOPE3/zm15G269evV8Xx+pDjun4Xjta7YI0uNNlOr7XPKLoJwj08bDB//jzNcWyAP7vssss04ibSiY4T2AOasRbFQGz2g9ZxbAgP61AY32QewEf0kkY6TcR+0/yf992nX954Y3zAALt++umnC51HVye7KHz8ccc5dx1w86A/PuiAvQMe8gjwyFun8CHITdW5GAU9CrIUe1/mwi/vKdwCnxVRZcfONGn63VB9+tnntM1F3H2H9mt4bDj+ROiB/ftc1C8r4/wmhBDluNFywH7EoDn7qM7OTk2zTyS+wDZB8+n+zPtx05L5fKseu04MRkONB4eQV2zojBkzdIQL3dASn0axipiNdZA79sYmwxd0JHXsgyzSFMYmPmu4d+3cpb1uItEA73JxrOqCWZokanTsIb+gSQiHYxfWwwdyDvhYO0nTSHPoMuy4yLeYPHUNWA7W2if+3I2MG264Qbf86Y+66fe/1SMPP6g//uH3tt0P2d49qo0bNmjJ4sWk0vEhOuQwhGD5LbgwOjnK5CTzj70L9tchBIFLxv758DETPxN3gDO0BK6M6Q4vs9msG0OHxM/a877fOSRz4Tn2Hn+EnIUQ3IhaoDY3zfBTd9xxR6yrID8DAwOCX932x8ha1Xk6sCA/0IP1iFngyX43HPhcsQxxPZiWmWxOx590sopuHvNnHCrO9UatjyaUc/BKzDXQT/h50kknRd1avXq1sA/sxXrI6/Nu8kHnrHFif+JUcGQwr+Z12ZNrvIcGHOUXR3DGH6J30I51kGvWHHFjB/x4f5i/FfuO8ZhHgDP8Zo8QQsx5Jt6zTgjBdiuvxDSv+z3fbhuv1XWwp1cjbnIl5lXZOQfwkpdCM+AEJmBnbfYHHmIpjhPn9u/fH+MDYOd+agBGx6SrW5+Hoj7DQ0aXfSO8275jp8ADG/Hcc+vst7fp+fUv6Km1z+gO+/rNW7aqt29AG92keM4NjL/+9TZ949vf19PPPq916zdo3boN2rlnn/KuMxyyX96wcYsO2v4TB81bsEDTps9Q2fpZKDY4j+hVkks0xXHhfMfEFkbTrRIf/gG3lpZmNdoPFpyn7j+wL8Z06CsxKbYVXZ1uncfGIr9NjrWgLTIHLtBpmpu17Ad/nnvuOT3++OOWkUTYkoxpO9nFdWznsIvx+Bb+1AM+8/Qzz3CDr0czZs7Qeeedq8VLFtonzLBu5Qz/mOYvmKely5YKnem0Xw3OPTvs+0ulVuMwrt///ve69957VC6PmecVBedK466nyn54t5vexLvoOHCBCziNO8+CVzzcQBwIr7gO79A3ZIl58B7eoqvkCcCfs00MIXifEGML6McYtl2Bt+giDyL+8Y9/jPKWsbwhSxzZc2RkTBY7ZUwTaIN9nT9/gci5LrzwIp1zzjkiXm20L+q3To9ZNtk/cU6B/Gy0b3nRcnK/fcmDbpY+xUOSzotoRrF+t33mAvP/gvMv0NWvvFqvc87y5je8Ueeee67QXfjW7SbQzFkzdZabhFe4Wci365BtcJvrGhAxwrnnnWdbs1DNrkXxTdWyaXY4p+yKMR96jl9DDxl9tlnoPz4nykhT0TzM2zcXLQfBejCg1DjwTfGWpkbNnD5F8+fNUuec6WprazS7RjXsxupg/yEt8PmTTjxWp550vJYfeYSaLJuT3ehYtXKVLjz/Ql1xxVU66aRTdJxzf34uOMmmyrkRWHJDl4c8jrS8bHjhBeeGW9ThusaSRYs0Z/ZMLXCsWyo168CBPdrgeuV+NxN77A/37dmpXTu3q9t1y/7+PsFPZIcvQuDL9zhPqLlGU7F92OJ4B9kG34JtPTSd5LrShg2bdN9998eH1zZZZ5EH1YMaXLNpb5tkWSgIuiCDHOEDckhdFtnD5iBr3Ie81J3vV13ESpIk+uWM5Wjc+gx9GfAaelNbwDfgK4GJOfAD28Ja3A9fc/lM1PFMNihJpZHREdcGR6wztp9D/ep3jDbgY9V1h8T5n6xHjIztOH62paWkxsZmZRyjmxSiTnLg4AEBA3aAPSdgYU90Bb+S2veCD/gy6s67yYHpC5Hr0cSmKbvbNMYWghdrMcAT2OUXR/Dp7x+IvghcmQO+E/dQ1y5YP4uu58L3VtfYOiwTjbZr5fKoG8S2EbWKm3MVZRxnsGYIwTSoRlsyAV/V9WzWhCfEglsdc/T19apsuzI8Mui6kGHoPWS/v0vkcfv37Ys+EtwMqu2+POrx3Lh5VrWf5Rq0KFhmstlM3N9b/8s3QLuBgX7HmSMq25aBO/hBOz6PW/94z+Aao2ZDUrM/LbseMGy72m9/UbfMTXI9nHgEOcsYz7LjwBDCv+SI/euWryHX74kHwI/YFftVddwwYj87w/pZbCyo2Nigqc450D9wow4FXMO2dwxkb4d9GTrBePbZZ2PeQDyAHkFHYGSMunaBvCDv/Y6HRx2b171o3nEtI2tZg0YMn44+ddz0S5Mk2ltwH7BNBB/WQycaHa8yl8/cn9jGsPbap5/Wba4b3HHHP+wf7o0PmxBX8KAeDc1RxzaMbC6nJsc8yOxB286NzjuYt9V1pVHDyzXosWfvXm3ftj3KCTntLtcPDxw4IOjHXjxAcPvtf9c/739AL7ywQfsOHHKeNahu+2bqiAqp8q5zlErtmjV7rqbaXyYgwwIY061dWx0EHtDevXss4N1qbWlRwQluxcyr1caj8KYZRYPa0tJkw5KPQjRuoRwZGXIQdFh4KtbOmgUj9eS8N8zbAHEOY9LYWFRDQ1FBqYWzJstOfM98iDrsQvmYG0FpklFLc8mGt0Wp1ymPjZsZ5Ti/4DVzubzSJFXikVrB82ZggwORvBPVw0xIxHkYFEKIypBaEBvckCrasTGXY4ubI9MdWDAIEPicyWSjoCZJEtdPklQTL+BEQClEMfiN74qFX8YXY2K1+9e9zKvX63HvEEJcIoTgNZM4ZwJO5iFkFRfO5FfdiuFDNAqcmxg1E6vu9bgvY2PMSI17Q0NDxJV5rMN64IYB5Dr3TNwbQoj7Qy/u51iwQchZCJkzaoXgKL/Am2vMYU/WYg8UCwFH+fiMcCJHKCX7+9b4P9eYy7WyaWTQFUKivHlEclcqtYm1uYc9EytOkiRisC/wY0SAjbVYn71CCJF+3AsO/+/Imb/ACQCsW7bsgj9zmM+ANhgm9oRWzAU/9o2fDSjvGcxhb9bgKYl+G3/WDCGINYGJ/YAxTRLDlVGaJC5aZlWwTLIuazQYrnze5xwkpGnwPOR/3EHJUDS446ZPzTKUsewV4Kf5W7Uc0JCs2BkMOPkfsMGrWgagTbMD5pIDC77uzpPiLXY0jKZik5DFURvj6nhVBADVSt2yVDdMBdO7wQnbuI3+gPcdVQiHdYMAa7cLNoODQyq6GDNz9mwRoBWbGh1AtzlAKgmehRDU4wSPwuWLL27Q008/KwJCfqYPO0IRBvowoFlvb4+d1ZCLt1XDUIvJPjClSSLgHBkeddFzVEPel4ZsdMw2uMjhTp5c7u8VsUDZxcVxO6AgeZ1qlBEC5ylTphqu9ghz0YZ4khutLbZbjX4PnRiH+VgXPMpb9goeOduPpqaikIOi7UGaJtGwdvccUm9vr3ocoBZsZ9gjY15kzZdxw9Vvp4HcT57cYTqO2eYNegzE91zDjm6yAU9ts2rmFXgwn2u9pgWfCWqQM67XzPOsnU7kpeHOWw/HbPTZc8BFk71795s2wyIxhJ5VN6EHXTQYNL1ocnQ74ap7jUGf44mkAwcO2k6ORlxxvIw0Te1EG5UapsbGouU2Z76nymRzYv/EvGAOx4zxzOcalM3kzauKatW68pbjZjuoCVpUbKcGHSgATxISrxUEv0MI0daZRQ68C/E9c/jMkfuYl1jPC7Y50JPz8C1NDtOf89iLHvPg4KFu03bQckpAUo58rziQqTooBV6rqTKGFx4CY8ZBuCU9BpYVF2gK1rVqddywjUXeshf0x4ZwRHcneH3IjpdEstuyzTnmIAMkS+VyxWvge2qGoaIY5Hntc889S69+9atcXFrk4k6v4RwVdAI+eA5P2JPP6E7JjjeEVCGxjTDc8vt8rqiaG6rj5isyhiyyN3BQgIBejZZl8AVH6MOajJrlCxvT7OIjMs91zvOZIR3mRwgh8rDRgVSDA1GS7JbWZoUQNGZ732SZaG1qVotth6FzEjSkUQdgVdN6xHYnY/mBJ8gwPMxZRpHXxDwDLo4NtlnAA7wZ6wv4j1qOc9Yz8J82fZqWLF0qvtG04uijdcyxx4ifyCTJR654CIEEdMWKo21r2qL8ULQjGZzi4I/rS9zw4edCaZZeceUr9G+vu1aXvPwyNxLO12ucZM7tnKelS490wtiqo49epSTJxhij1NauhsZmDbmxc+BQj/WjrDHHE+O2jyQ8IQQNu8nGtxaOM1w0WLvdEITPPNl4yMltGhLX4NpoAAAQAElEQVRHLCEW31qtCwXjlfVYtmKFVq5ZrVJHu0pOENt8rKouRtn2CntdC4q6UHVgi8wdDrQHhG+c4BeFjVKpFBM/km5omsvlBO4LXAgmGW930Y3g9fHHH4uNCd5ja+A9fnLEPENmOzoO2ybWh1+j5nGrZWSa6Vj2+27LepqkIlgHq4L1vcn0yWXyxq8Yg2cSDxqJDzzwgG699W8iqB61LLS3l3TWWWdo+fIj3fharKkzpupgz0EVigXToKQnn37Szab7NTg86AT5RL3pTW8UP9U0Y+Ysx49VF+Of089+8XN99/vf18OPPBz/Zubf77xT//fR/9PTTz2l17rpefVVr9BZZ5yh0049Jf5Cyry5c3S2C9WLXTgCh2w2K/SEYuL8+fNFERB57zB9oBs0H7W/mGR8U9u8YTe+d2zfGXmwYMEiLVq0WJlMwYnjIR8z1tnmWESlKMy3kCh+nOCG5gc+8IHY2J9in4JsY69GHbSn1gcGvCPo/ta3vhWfFK86sTvxpBMckO8UfrOvv1ckqA1OYuA999dsq6uOj5MkjfrX56IFuoJcwG+K2qnXT5Ik2hz0CXwvvvji+BmdmGPfPH9+p2a7oLBx44teR+bZLjfpbhaFJhqnfFtwy+ZNWunG9FQ3c2+84ef6881/0oNODigoPL/ueTHgL7rN/ugwe//+9zfF4j9roK9vf/s7RAOGbwZ+5jOfid/ynDjy4MNRy1eI5sWe3Xu01UXDF59fr71+X7a+7fPx/nvvc17Ro7PPOU88EHHSySeJh6Sg9fkXnC/0LUlT62pVNC+QY5pgRx11lGODYaGj2ENZj4Yt48gzMIcQlJq/FEfYb4ObK/y9qlNPP0VZ8hbHTY22aeOm96iLWFXTPpcrqOSYnwbvSW6mrFmz2vKzSsDCAxrELycef4Lw4+D7ta99LSZUvSRRthF16/bsmdPU1Nigb3/zG6bhs8rnsuq3b292E+eLbqQdcKK21LaKb2shm6+48kohS+gvcrB06TJh19ra2tTa2iqaJzw4snz5cvN0drQBNJzHLGsUA3/1qxtd2LlPq1atdqy10U3UO90UbYkNKb798KpXvUorbIcoNGIPKNJREDjk5srzzz2re9xo/9WNP9dvfvMrN3P/bNs3ogMuOm3r2qKDe/epy4kmeQywVWwTeQDi8Sce13o34HaafyZbLALT2Fu8ZKmOdhHsZW5kdrjh8IPv/8DFrIOOl3rtA/tEHoW9p5BIk/ipJ9fqSTe2aEYF29DD32JcKJrHNB6XLFoiZL1mX7Z7z67Y8IJeJ5kHVccZ1133Hr3rne/WpZe+3GvPiI1b6HDo4CHL1CHv2e8G/W8cz/appbVJF154vr7whc9G+Wo1bec40T3rzLPciP26fvjD6/Xtb39H3/j6N3XZZZer1fYW/UuSIB7+eOihh+0bxkTy/Rs3i4lngWvnzh0uRC7QypUrY7PhFa+4KvIJGUaemYNMNjY22rYsij8JXPLazz7zTOTV3/52a1x39qzZmtc5z/Fqhxa6QDru3KRUanXR74B+9rMbtNe8+NSnPq0PfejDlpcP6pVumqdJRnnHq0uWLdFrr/03Xf2qV+rsc8/Wsccdo+mWw8987tP65a9vdDP8z5GmNORuvvlmUciCroxTTjlFh+zDvv7Vr+g117xKX/nSF7V71071WWb3W0ZGbNdvu+1WOdhzQWmPJh5S2LNnj7ifxhh+pFavmk7rLUe/1nXXXRcbU8h357x5euDBh/T5L3xRPA2fdcCez2V00+9+Y7m9V8Txs2dM0/Kli9W1eYN1p2A7scmN2GnqMm0fe+oJ+5Ae62xB9SSJvga946GWnH3g9u3bxc/McYTGFDxDIlUdnzzvBmqLfVurffKll16qKbZ1NftZiosjbgB3O56f7r3bXIQru05hkyG+XbvTDb0b3HBDR/FtTz75pNY+vVYU237vgv4tt9xi2O8T9KTQ8jI3N9esWRP9cY9zA2T7F7/4hWX7SX3rG1/T5z7zKd3w05/oW9/8hrKZjBvKe+03b40PmbBmr+NZdPNGN195Dz3rdQm5aXDsNDI0qBXLl2mRmw0mnzraWnXsMat10onHS84Du7sP2RaOiHvxe8RNxAbci5/fZX7iD9IkETQjVsNugit6R4wQQnDtpUHIJvHCfPtO7m+1ngAP9gm/Rywy7lyny40iCkyzZs+KtplfA5igAT6L+IM92B+/AVysXTX9846PiX+zjnOxY9t27NLWrp0i5hh0gbvP8VU+TdzQrClr258xzXLZvHhhF4EHG58YH3zgiO0+64QQFOdaLuomIIN7Qggidwoh2P/uEg2It73j7Xrta1+ra6+91o2d88Rc4nz4sct2rW4h6u3rt24vVMbvkXN8LXHEHPtY9gEWmo3Lli2z/ZkWZWfdunXqs99GFoGPRjw4YwegJ/EdNJw7Z26MZaEvdAQP5lDYYx/oBZ2J6edZh84++2xQUd75FnuDPzrIfcDOgC7QmJwHHsPH2YaVeIi8Fnj48zg1+z4eDh50gbVcHnM8UlSv6X7owH43sncaX2mJ4ylwIG/kCE7gsdJ2DvniM+ehO3vtcgMcGYYX7AncwPOCGx3IMbSliAs9hl1/4B7OMw/4gD8i6H9YE7wYyNluFzMZ0c/7OvgjP9CHORxrL/GbdcCTI7ru6UL+oBv7NNgOW7VUtyxUFVQzb/sdA47ZnxA/lF1rgf7MZx/iZXSJexnUEKADegT+rM1eDK6jJ8jFBF7cP29uZ/QJ5ClH2xfjB7FTxL1L7O+XLl1uv7BSM2fPcfN8spxWq52GZNtklauW6UKjZs7p1COPr9Wh7j5V6kHdvX22H3u0afM229eH9dfb73Rj9i5tdyz74IMPa5ft89qnn9F9julG7Eu6e/u1y/UCxvoXN+kFN2kff4L1uh1TDMV8A/krOxaCl+ht0bUPZJUjNgIeDtgWdTiXaWhodMOlUeQj22yDd5r/1HngaTBNi8Vm5wFH6/jjT9Jcw56ENMZR3/zWN/S+979Xb3nbW3Tt66/VNa95tS6//OWaYTvc29tt+c553YLtVEbEKflMqpkzpvv6dEFr5KBsfHgPXNPcNEZXWlqabb8KjtU7RJP10KED1sNe1wiGfOz3uWA7VRE4Mh8dASd4jcxGGXKcQVPtD3/4g2Ohv4qHJ7Fj7BdCMGx5IVvcw97oPjYRH8E85AJ5o77AevtdgEfOkYVJ8LO1TcSzl19xpWmzPK6FTShb5oZdv9vsmHzduudEXY/1D7l+s3f/Ac3pnK8LLrrYeezr9J73vl9vfNObdM011+h1tl1z53W6UTamjsmTlLNdxbayx8KFC8UvRMx0o33vnr2xyTBivcvYlqJf6BIPFNPQpU5YNe4Kig8kYpPAs8P56ooVy7VmzSp1ds4xffMyGaKt5HrZfMAOMLBr6Dv3djjHhD+DrlGVnefX3ZhssN2a6vWOOnKZzj/nLJ10wjFatfJIzZ83U8XGVO1tjYZ3rk49+Tidc/ZpOvG41VqyeL7joVbzdLJm2s+ccPLJepXxPu/889Ro2Vy/4UXd5eb6w48+qj2OVbods6x7/llt3rRRfZalfjfBxhy/ZFNpy6YX9cRjjzh+2+yYyvGhm4Pbu7r0nOOwdc88q8ceflR3Odd86MEHtXnzZj3x+ON65OGHtYmHlYdGNdA/KOqQ+Kz2tg778ayaLONV12YO7D8kcgPwxjZ2dnYKvTli8eLoT7EN0B2Zg37QrmJ7A/3GqQPYJ0r16LugGzLKQJb4DG84YnO4b9z+N/hi3TyDlyEEIZNxjpFtcl6ThERBiXLZrPUmKF/IquA8vNl6Uiq1KN+QU5oJrkVUlOYSNRTzMUZu6yhpqptrrY4xsrmM8BO1UBf2tey62ZjhxYfIcXEunxPyNoEP8p+mqWOvqoA/Y1njmvzifINrpsHvh1yPpJ4LzFyfOHKPLwt9YS0+c417Oc858Adn3jMmbHyj7VF7qc2yqX/peYPr6h2WuclTJmmacWprb1Wj822TRonhDx4cWZ9RtEwxgJv9oHfBtUg+1xxnASv7Y+P4MyTjpkXd55kbgmlpPnIO+CYGdpT58Jp7Q4ACdbEWe9ej36qZR6lCCPF8Js1EfobAXKleCx7SeLnqUXGONvavueOWhQnY8TuTbJs7rH/AznloyB58zlsHsXmTXfuYMnW6ZXbE+dkh9dqX0FzEJuzfvzeuP9nrLD5ikXVygeZ1znW/rSnCCD3SJPW9QyK+wycc2L9fHMETvNkzibRNokxr4mVcU8sHA74y8rZZwD3ZdRTgY330BD+KbecaPGlwHDxxvlQquY7X7NpMk/izAK2ujWcs9/xcdrfj7/WOOahP/fKXv9Td99xjH7lZ5C00SQ9a70MIIq54au1T4teWnnRt6bHHnxD1kX3GBbgmT52iaVOnCpu51zk7fEQOjjjiCJ19zjkRr3WO9e7x+vfcfbd7HU/HvGqXY21yQvJE4mtGn+PIBBrACBKEvU7mCDYQIhxad/cBF3BsZAZ6NTQ4oHEnIwRmNAMaLMSJ7x6vjPl8WRAZQcJp8R6CM1CGrBmcWHgwRhUbJt5nMzkvEzTmxil7dx/s0bAN2pgd/aiN84gLMSA36uIfCf6oz6GcDD4X8g1uhDRHY1fINxpxDEomCiR7IJQIaC5bUC6bU5pYkF20tj2LQpqxA0fYgQ/8M5lsPI+QEMQO2ylxnjm5bOJ1K4Z1WHUrE18zz2YP75dzUD9qGBH4EFCMEJWF6yGEuGbmJYPD2sxloHghHL4uvybuZz/m+5RxyjjgyNk4NGpivQmYmMNgTdZKLcAIaQiJA6fBOMCN+yYEFf7U67VoBFk/hCD2Yw73M+pWBtbkvN/+y2iyB+e5zrrDDgw4x2f5xWfoBh5cH7dzZSRJqgY3zws2sqxXc2WG84fnlBVCsPyMR3gPuXlCYDIw0O/EcTieT40Xg70YyFfNDga6NzuJRvmAH9wGBgbifUmSiHsMVlyfzwUbTOYzlyCd4AD5Al7WY04Ih/nB5xBCpA34MQdZZn+OI8Y9TRKh4M1uPKZJEhUevnJ93AZ4YKDPtBvX2NhI1KERO3z2qDnJCSEIeDLGrWaHS2Rttmi8XBGyjQ6wFyO17AA388dtVCsuDLIORgn+M4yk5bOmTJrExDSXzVlu8jZEzQ5UJrlA3qg0pC/x3XOyectUk2UqZxnLel6risVmNbWU1OrGQ1t7h2GvCqPV19frOannNBuPMXVt6xJwNNkpNbkBUzH8OesAjq6xsWheN1gvmxwcTYrBcbG56ObWqIZMszHreqJgugZN8IegFBoXbHDBBfolQcLQp0liA37QBn2f9y57WAcd3I2+pG/cF7wePAWGxPO5P543jdkDunF+3DypmHZcZ3C+xUXVkotZ6Eerg48WG2zsWpN5WjdDEgPCvYxsLqcQghvkhWjrDu8XhLzWLdgY/xavx0C2kcWKaTPiIgC6wfsQQuQBsFB490f5jBvNt+aSywAAEABJREFUZXvTqhryWduqlBjGNEqMb1msTaDFmsglx3HLQSabjTyigI2T47z8yvo89psn8urGIYRg/mXcyCDJqHs9KYQgGrXD0cYOOzCpOYloME+yvpZYjlJNvFi3ajzAl/fggVx6oukwEteDXuyLTEIr5kJT1oDOra2tgi4F24DUfqBGJmkdLtp5Zq0DuWwu0pUja4QQYjMvl8uKe1mrbhrDt2w2E/FhHXwR59gHmJgDvaWa8R0zrasacmIIzMzjOnPBg/fIG0fkifugKwOeQuvGxka1tLa9xItxr1eLg2SUNShY8rNzL774gnlR8dJ1F5V7REOkzXp02ulnaOWqNQpJRuVxB1P2Mc2WkbyLoyEkUadSV86y2dR2a0i7nRy/6AI2MAEHfOXIZ+DDbjWYZgRSpVJJSZLEwXsClU4HRAQnzc1NyjsITtPE+liwnmfMJ9PEctPggJT7+cmzdq+BL6tYN8bcfMoYlpobQm0OshnoZGId6HADDXrk7cdZn2CDogHJXMF2FRihYbubWRyBB/4wHxpzD/te7IYQBeijXWyARhSC5s6dK4p6FB9IUBYuXCAKSySLyEyp1KZp02Y4AZyiNic4rNNaard9K4j5J590ihP40zV7dqdlxYF2LdXKo9do5qw5Yt6kSVNNg2ZVLHNZy1mSJLbJY2qxriO38Lr6kk9HTspuYDTk8jpi/kJN7pikUqkkbEySZNThZLlgu5dmcqqGRKOmZ9m0q9imk4Cg5wRqNIT6XGwbtw8c83p8M4Fga4J/rdaHgukGHyhKwVOuEbiS6PP3+/gZEr4BShEOuOA/90BLGic0fo4++uhYJAQX6EeSx9rMhe7ZbNa8zzoobRGfXQtXc7FFrc0lZZKM7U5V/MTOQSfz/AwcSXFfb69Kpk3NSVXOidjunV3av2enFi+Yq0svvkCrV604bKMsQCPjI9rrBHfHzp1uBOxV2ffAtwsuuMAFluPF+4Nu3M5ZMF+rjztWZ593rq5wo/TVr7lG7/+vD/r9VZo+a5bGTMdjjj9WNAduueVmPeaEeJsbPbtdaO+3/+lz8BxlxYUocEKuoC+04Wdt7rv3XvHkOME1zaddLvo84jVefHG9/c6gUusXyUXJzauq44+QpGosNinrJnKvkwxoT6EAWUA+trtwhP3O2PfyVP7f/va3GETDy6H+AT337LOxkfCj669382Agym9ra4umTp3sYvx63Xvf4cB7yM23EGTfWow+kzWBu2Zb1m5doUk71QH9jOnTLZOjtoGWK9OQv2eIHSAGDyGo1zyh2E9Dk+OGjRvjeujQm1x0oYlw9dVXi8YnOvmWt7xZjKtf+UrblcH4Tb5bb71VIQTD96KAYZ6LN2vWHKPT3aQmGWDdu5ww7HVSQSGN4hGNBmSQhgkyBv7IKAXe++67z0WLLbG4TOK8asXRCqYt8UzBdoJj1X6jublZL7vootjcomFH4RW+bdm6RZu3bI50fOyRR3TQCc6wC7+T2kpa5CK/Da2GnXMcs3ql5syZqbrtUsbyPG5dq9iv5aw/yESp1Ko5lqF5c+fq9NNO8201If/oDAO/gH7LLxJJ7BNNEPgNLiREnS6MLHcjs2jdxuZt2bJJ02fM0Mtf/nIXQI+yPZ+t/7juPfriV76qD/33f+u97/kPrVl1lH3UoHGuqZDLigbkhhfW6z3//m4tPmKB7VNOixYtEnp6sptZyBg/l0rjneIcTTh4/8ADD+gHP/iBvvCFL8QmwKpVq2zLZuvfXvdvTlUqWu0i1+c//wU3234WeQ7tsBnkR4Omz5Bpls9nxZ9rKbh4ctlll7rhd7KbQGv1iBtcmy0rRRcXjnSBC7vx8ssuUcb6kHM8M+KCR93yNtUNqHNcyOfvcF3z6mv0jne8SyeecLKOO/aE+KDKkOUYncM2IRdf//rXhdzxrbWrrro6Nid/8YsbxUB3vve97+t///f/dNNNf3Bzbm+MaZGx73//B/rlL38V9YHPjz7ymD7x8U/q1r/+TXf+/R9a+9ST+tvf/qob3aRCXz/w/g/q6bXP6uGHH9PnPvdFbdq0WT/+8U/08U98XPxt2re//e1upP5Or7/2TXGvP//5L/ryl78kfpYPej722BMxkf7a176uimURnEMILkZvty9pU952nsJZj/MOYHjowQfcAPxtLEry7bUvf+lLbsD+UH81TDf/6Y9iYJdpDB88cEj33ftPPfjAQ+JvLdGwpPBK4+ad73yH3vzmt+hb3/52pN/Pb/iFFsxbqGVLljl/rKvFcTN8TOxb29tL4m89znUxHn1sbmrRiSeeZPjaXYC+IuK8b99+1Q33jFkzteyo5Vp+9Apd/PJLdclll4m/gd3jJknFse0dd9whmoD8bBWNyKeffjrqKLx7hxtLX/vaV/Xv7363/eWJzlcKtmPP6GnT/LlnnhZNFmRz+44dqrj5Qk6OruHblx91tGbMnB3lmaYD31j85Cc/Kf7m6Zlnnqn3vve9Iv5YfuSR8VcLvvq1b4hfMUhtZ5cuXarzzj3XKU5dv/vd7+LfSG1vbXUDa4FGHXOcctqp+sSnPx3xmjV3rgqOTz75yc9YH76kWTNma5/t0Z5dO3TzH2/SY488oJ3bt2q8PKTTTznZOY2USR0rumm63wWin/z4et1x59/djDgofsb1H7fdrmeeWqt1LqR+x7z41je/qe9859v66te+os989jMRVuzbgy6uYuto8CPjxFt99jv8tOLf//F3/dxN14997GP6tOGkGQp90Vv8DHE2zaMuF20ffvgh3XvP3fr85z6jn/zoesPapYZCTqtWrtL73vc+XWZ7coptAevbHGncsQPxBXYHO4me4XOIh8btEyki8ishc1xkLjieG3cu2e48hW8J5zKp+tyQJH6rV2uaOmWqbWRd2DvixhBC9L/EapNcNGPdPsck6OcmF5KBF5uEbWQQuwBTr30NezMXO7pkyRIBY5vtMvqDH2hyfoRMNTgW5Rx2GF+FTWUNziWOj4hXwLXkuG3+wiO0xs3oBtvt4Nh/29atWvfsM7HoPW46sBc5YsV6ClzsD0z44xDsRFnYAzzGTRv290fHIjkxh88cGx2zg8O2bdui7IcQnAMMqbNznvpdH4A+l156ibZbzpHh/7Y9/8H3v89S8WdwH3v4Ee3asVMjQ8MadqPgkJslND/XPfecbepzIs7C79aMA/Ddc889ouAGzbPZbLT76MIM+w/oBDzAxmd8Pr4Uu0msRjwAjfBB8IU1p7q4B72Zz73QH3uPfIDXxB7QAZqxdgjBfn5YqXMprjeaL8WmonUpb9612vaNa8eObY55m6JvWWT/NHlyh5DbrVu74kNlBw92e257jKGHh0ctRxV/bot6zR7wGvrybfe51lNkH5iJvYAbWjAHfJARYAGPNsdcyDcDmIGP6+AJTtgT1gNXYlvmsQb8Zy73wBz2zttn8Z79OCK3zEFm0B3oiY+HF+zPvfCLPdiz5vgkY5vf4UJzU2tJGedh9ZCIAm3V/GStKLtJwvIiVqj5PB84hnBYDpkHvNA5hCDeEwPksxmRy2UdDzS3NAscZ86c5eZph6bNmKnTzjxL17z2dVpwxGKdfuY5OvOsc5QvFO2P82o2PNjZU844Q72Wu76BIbVNmqI58+ZpquPDpY5Pzr/wIi1cdIS2bdthfu50naXFOWRr5Nlz69bHc6Nj4zpi8VKdeNKpWn3ciXrDm97uwvCFCmlWA66vbt2yXXzTJuf6aZKkgoc0FNEX5CmEYJ+zSc+te97HjY6fhy03LWpxHIcO8WtCrc6/trmh++RTT+tPt/zZNZoelUodymSyanftCP3g4YOM94T/7Y510zSNMe6obXV/X4+GBvs12/4sNakHHccMuOaHHOBbiI24b8hxx4B1trOz0/JYFnKBDYGfyA52Z8z51bBrtb2O4+v14P0neZ9x6+qz6nesDj+RS47cz72sh19CT1vti7iOTem17UOW4Pew61XYLt6fcMIJIr5GJvGLieWj1fwqFps1y3lmJpNTT0+fbVm3adHt/cd8W4jx9qjr1sjHJDdCW1qazbtteujhB/SgY41bHK/8+Cc/0x/+eLNuu/3vevLJpxwTbxFNxOaWkpJsXq22nQ3OVVLTtuyGLHTM24aSQxBHdM6ea/+yUmeddZaufMUrRBPywosu1Bve+EbHD5dr7tw5GjQdsa3jtq1yzMGXNMA14/ym2XxtbW0VOKE36PWAeZFxLSCfz8a6RrU67vy7I9o+9BM5Ic+617bvoQcecgPzCW3auEUH9h0QDx12Hzykwb5+hXpdzfbnTY0Nmmb8582dpblzZqi9VFQhF5TNVC1XDeKnhM+74DwRJwPnDY7/PvLxj+v3N/9RNE3Ae6Zj/GnTpgu4u7q2CT3f634FMSEw87DRyPCQqM3wk7HkGjwwyTdPY9PUOcb65y3Tbpzy4OdmHw/s3a8d1qVDB7rFz9eudaxATPq8dWnr1m2uOx5wTL7be/VEniIPo649Ipfk7tjCIxzj4+vKrksis8gS/M5mM6ZpsE1OrBeZOJA/+Ce/sCc+RBnhmDUvuI7PyGazYjS3tIjBesxh/4n7s5YHuZ+RseyFkDrOaBQ5ffDEYrFBU6ZOsi/KKI18zPlsXSOOHwacLzCGRga5XcE5fi6fFfKkNLHM+R5gt76GJNHESBxvMLL5nHIeGc+pq275qApcgA17DB3QJW+oMceR0ArdQ27AjbngmXhtdI356PDE4Dr3sh6D88gEetff3+/YrltDrumxF3LIYD30ep5tZfSV1rO6c8ThkSHzbUTQhL3Za8i6MGZeTewPPxnoQj6XV8Z4pqnpkISIV835JoOHN9I0KJfLeE5GaZqqbvkGvhHXeFlj3HFM3ftms5loq5AFcE+MK3iFECJfQ0i8Rk70rXLuT1EPZR3WGLbdIf6pe21ohg/NO5+WXyGEmDtNdYyAX6O+Ar4T9nblypXigYQpvj7XNnPW7Nkq2fbCwxHboSRJRV41Z+48zZu/QDn7Px4Q2b59h2V9v+OEimtCFR10PajfsSIxUM15xbh7cj22jcR3xHnkLkPmwbjjsPQlOhg8hRCirwAm7CsPtGFjm2y/MpbvtlKb7eWsGFOgK+CG7cEGwcPEdEImoAP0qJuWddOBkctlnRO1RRvUZpzytoENztd5cIp7hszXXtsc6k1bHVve45rQo489pj7LjCwAh5zj8WAkeWefceOB36JjxSj3vh5CiHWDQ93d2upYnvrLBIzI3l7nIdQLDtm2MXa65gUtOMd1RkKQAXMI7ubMmS26tZNdFGpuaVS/m6iVatkMbFCDE/VisaDGxrwsZ4avboHJKZMmyuYyKjY1+HP+X0JWcYBPMXGC4CA/4ACBp+AiMg5SclnmZ5UmWVkvlbOBaGlpNUNavU9ReTM7m7XQFRrEEaJNCFvVBdCagyOOnB93I6rmgmk8ZwGAAYzEDEqSjAVfCiFo4sU1GAYs2108gygo68hwn+GpqbgHyFEAABAASURBVF4bM0zjPpad9IxHo4EyHjbie2PwytoIOkcEAFxZl3kM4AK+TCYjBoLH+YkmANeAJ5vNGt9GsRaDNf7fawga93OePViXPTnHPPbm3JAFfMCOsLe3NwoG5+QXcxjcC0+4t2b6+1I0GPWXhJbPIQTVLcDMZ4SQmPbZiD/3AF+LjTxKAFxFK0refGpygSBj/g0NjbhYN2CaVRwAjccj+8qvjOngg8+Nx0A1hKCcA2TgYQ6D9xmvw3v4MeBgCvxCOGyI2D+EEOnJ+wmDxboYIQbFhYz3Yi3Wgc/gwnvmobwEYtCdc9CJ6wzesx/3UCiHFuDNkeKgiRN5Dx+5t+AmIMFGU1OjccnYIJV9zHpaPdIWngPLBC7s0eRkFBhkcUyS1LStxbmsyf6pz4FbJs1E2nM/tE5tuKpR5muRhtzPtWwup9T4Zu0Ism78ZzzPLPScqp3JuGGqqe77gnnZUGgUepJJs+ZPxQXBMcu5VLE+SYn5MhbxA+cGGxsMyridRGNjgxuzHbFIfsUVV+iNb3iDzjnnHM11YgUuBBck/rxvsQ5jKAvW22Jjk6Y6CMrZIdRC1Q68prHKiAvvY8rbljQ1NzkhaBbyBM6jNvoV6y/3THdCinwQTEybNi3Oq1puRx3Q1OzkKg4Ohx1IU1is8tkDvlVte4BffrEmtJFlBh4G0wAe9Dn4hifoIs4QIkBLcOX64OCQMJZdNqzM81KGsSTWGHCyg8FubyvZsQ9p587dMSnBhtS8N/NxUkM28NwHDKxdrVbMj1HTfdTrVGzyqkoS2bYWVDStM+Yf+LZYv3A8TZaTcTusbCYTHQlr8DkEy79lA9lpI9huaFSx2Gy5y3m7uqALTWpPc8JVjLqSWiZC8H2ZrGEYiyO13QFGaAVe0GHYzrxuGqMbjGHTl0YQdK2YLxnfL4W4F46Ie5OQRDlFF9kH/mBn0iTVhDMed5LHN6UTyxj4yC/uBR94wBEegD+yVLSjzBhH4CrYcSKH0IX3kiXVaxsMy3jZ9ByTQbCTJpEas5y22xcVFIIi3VgzYxqyBzglSRLh5TrXgKNq+UfO2IfrFcsWR3Bi3xbLNPcyN5PNGNSadu7aLp5QSt1YyuczDkTKymVTB/Qj0YdJIcKBjRgfH/P73L/gzZjXwMR68iuEEGECxhCCkHd0AhmgsEKAwmeuM7gPu4tNItDwLcLuU9wDD9ZGB7Pm8bB5yuD8ZCc1U6dNNfx1+5yCSqUWTZ8+LSZLyCn4E6Sxb7MTralTp3ke8lV0QapTFHeOdNGUa/CJ5k0IwTwoC7lnX+6lOTHdRYDjjz9efKsj8RwSdq7BW+AqmK8lB1gynVLzGhm26NkWyjJc87FumiDTiq8QguW86HNZy3TedmpMIcmqu6dfe/cdVJLmtNoNohY3wAu2c8Vii0LIqlqpe72K6V8wX1qizuLH8f34gbxlGniwv/ivp104u/3vd2qfA6c+67r74Op2ALZ5a5dIskYdjINnap2Crgz0A1ktlUqaMmVylLuGhkK0WRQT2mwrKGqiG4nlD9w50phC7+Dn5MmT489inu4GF4ExzRx4VrXeYVsqlskGF8pIGCn6UgCmIEaBn0CX66wPbiSXIYRY0EGf67b/Q26eBB8bnDTIdoqHGdgTeRoaHVGvi/JbXYTc9OIz2uhRt50eHerT+eeepbPPOUvYqJpp2dhYVGuLbZ/jua1dW2OA/OSTT8bGw+1//3ssUmMfoSfNc2hDAp9YB3sdn/R4UKjn/fQZ05XJZdVr+gIHDR9sPPrI/SQK+Jl+F0Y+9rGP6847745F+V844aaByk/M8i3CMRfmkTd4QEOB4sWkKZNUtu+S7UCD/Rc+ccyJAcdqJdjuFhVCEHxosc1lT+wBct1gm4pf2blzl6a6iT7q4uqAfUaz451p1okzXPS66hVXeY2G2DhYu3ati0+bXcxpdzPqHUIvkK+2tjbRkEVGouwbjkI+p2Drn6aJ7UVW1WpF+VwuFlq+8pWvRF9CY3jdunWiKcIR/WfNMRePKP739vYIu7l79y7xSzLPP79O8+Z16tprXycSmTWrV+vV17xKZ1iWzjj9NF37un/T8mVHatT2/MX1L+jwE+XlWDSmWHSmmyIUsa52U/acs88RPv4yN2v4Oc6CfTdyBz5V20kZeuhF8+aHP/yhiqYJejTfyexSF9/nzpmjafbX0JFG1V/+8jc98+zzKo9XXWBJNGPydOXrGW3bsFVDvYMxeVvvQkd/b29soJos5knd88es291Kk0SlttK/dLguCT4lPo//KtiOIDvYL2BEl7lOAoRuIJv33HNv/CbCff+8T9Mcj0zE/CRXNAe/+73viW958o3EDRtetC/psB/p0Kc/8zm9/wMftg1sUpKm8enXe52o9Rzcr/LIsPL5rHiYAHq/9prX6Aff/54+/IEPmr4DsbA2oaP8ZBLNJL4Rgf1D7zdt2qRB6yTv0V0a3h/4wPv1ox/9SPztST7feecdtnWpsO2vec1rjHnQ5s1b1N3dE30J91OMf8DFOXiAHWHQRHmVeXnDz36mFUetVMVxxKBj6d279sYGMd8s/uxnPqOf/uQnOvWUkzTopJMGETCyb8U2h6R8v5uGJccYL7v4Ur3pzW8Vx7xt642//LUKDUXHMfW4HvJdMB96XFTENyxZslTvdFOWn4Q++eST7V+m6MMf/rDpOlnf/OY33aD6ufVinfp7evX4w49qzAWJfsv0LjfOVq5eFfWIb9wc60Lmo48+Fu0NjdyFCxeJb5tSZGpx0aTLhbWPfORj2rF9t21zVywqdnRM0qJFSzQ4MGz5P1u/vekmNdl/U/Dr6e3XPhf91j+3Xn/+05/dTHxGTz35uPbs2K7b3TT9p+Xj3rvu1LNrn1I+TdTNN7mcSHc7yUbHf3j9D9w0/oULiI/p/vsfdPPyLy647YqNCWSJhvnnPvd5N38/G5s5/GQqOpNz0WTK5GnqcLF50LFl1bZ8hm0fOC0+4gidd965Qp/LjhMSyzW2At1HJ2fOnGE/0mTe160Dzkmdr43Z3pFzHOXm6hve8HrLy9uETUIG0P+bb77ZDckv6GMf+5iQ79tuvVVbt2wxTQaM71PxGrJ4/fXX69a//S1+4/mkE47X5ZdeopNOOkn4oGVLj9Qpth2XXXaZzr/gfJ122hk62w2AUcfozc0tlststH9P2vbTuN3mPPqptc+IWgIP+hyxdJnA5fduqn/+85/X3XffrY9//BPCtnVbfpmHHRmzTUMfsSc/s7zi07Zu7dLmrVtiTFGxzaHgumDBAo2XR0QR+U43jje8uF67du6wHD3jItsBtba1qKFYsD5uF8XCk0891edK+t1Nv9fdd92thx54UM+5sVqxD8CmL3IhlKL/zJkzBRyjzitS63hjY6NCSMyPsmkeHCuXhR1Bh8GVvGDQektjgBFC8Dypo6M90g4Z4Bv7FJwpzPS46UmhmvfoJjzq6DhsX9CVmvMW9G/Y+XuptcXxyaAL84e01jLIT39TBMLOzZ49M9qb/v5eF+8PxXnwlG+WtzvuyGezEY+ZblKAA7Ciy9g1fCW2sc3+CNtIzIFNYV1wqVge8Z3IHTBScFx65DLts/yP23YQ74w4nxmyDXng/vv1D/v5ftuMOXPmRH+Fz4U+IQTHbTVlDQuDQvcWxxT8Ys7GjZt144036g/Wx51dW8Va4+XRGC9jm/pdDGMviMl+4IBNAZ4QDtOYn/IFduZAR86CV9kxGUfOcw94QH9s46bNm7T26afFwzvEC9e5sf3LX/5SV155pT7/+c+JX0qp2R8z3I/RdsvUoAvzWwwja/YcOChotWLFUbZDrbbZQ8IWHDx4MPpaHmYiTgkhOCYdlg9RdojJ8EHQCXzwT6wDPqwLjOgH+HTbvqAHjOmOm7EZyCR84b4Gx31L7Fs5xzVoA/7QGLkFb+5l/UE3qgYG+kzXMetPn8YdAxEnvPjC89q+o+twXrttq55f/5xjlk3xAStkGroxkA/WyjlOHHPelssVvHyihqai+NZi17Yuh49VoY9nnX220HViXOqIxCnT7PvJ//AJ1G/GLT9ewE3bg6bdoGHqd51hlFOmel3cB87QoWQ5hj7oBTTq6ekxPUMcSRKUdQzJjcwJIdgeVtzA6Yl+iHu4P+dYKoQQa2DsD22hIfKNvMM3eMIaSZpK1vUey96O3Xt0yDFexTGyTypJUlG3zDv+gc7QRn4hawyaU9CJ+k+tXjEMFWUMIzFBwXWhvAdx7979+7Rpy0bx6wc8sNFlfRh0TlZobNIUxyJHLFmmo45erUJjsw64sTPqWubYeEVbt23X7n37NeCY7UBPr+O8fba3TW6aXaVTTj1d/Nx3zQI7eco065w8gmiM7rKP7+7utQxWbLvGotyv5RfENm3RfstZa/skze6cpyTNadzxPD+PvGv3XsO3UdtdWCf2xa4ge0ZXyFTG+ozs0bTAp/HgHjlKmmY0ansKHDSl77r7Ht1wwy/0jO1sCEHwAjlARjlia1hvnmPFjHNgvmxQKrXadnYI+iIr0LqpqUk8WJaaP6wBb5MkEdfq9XrUM9YpuMbEuRCCsG0LFy4UMtDluIAcCZtz8GC3env7LUNJlBfWIs8g7kWnWltbHd81RttZcAyDrjIHnQOeHTt2CH/KgzfYUWKkvW7kFYvNGjJv+p2bIKfyK5vNWQ7wGWNR/mQJBwcFKV/I6ayzz4i+fpprW8efeKLe+va3678+9GG94Q1v1MKFRyhrXRsaHtXRK1frmGOOdS45NfrZivM1Gv9j41V1GxfkD32BnvAJe9BYLKrY3Kwpth/UDGbOme1Gfrtk2oRgu+y4gXvIr6AVuKIDY/a/8gsd5kEebBm8ht6t9kfNXpNYq7GxYPqnlqtRce9Sy+0pJ5+qJUcss09u0UDvgLZv3eGYqVv79hzQnl179Owzz8Wf09xn+drrz32HDmnc8UPRufGRSxYb53nK28488cRTuuvue92Aq2j6DPvj1pJ51hfjkh3OwZD1su1Yt2PEFBsQEst7zaMeGyZjlsFh86JOcmdcyJf59ukBN4bIl4m3ym4m4muxAfw6T7djkIzlNzFthh2TkRsXTH9+LQ957bauMLfffo4jtEbmuFatVsX1LY6pKs7foBdxfWOxoIbGvAyedZX3Dba/44ZI8Thxb942JWc7hWyEEOI1bBXwExtgE+HH3Llzo32FL/AhqCb4wv7c22B5hRchBNVrdfmy6u6DHLQdobEdXG/LZXNRvrk/4/pUtTauYecu6J5vi7acfScG8pJYNxn8UkjFRZmK8fXqzlWrnm+6m87xs2UKG1dxDFMxHdAXZJPaYAjBSx3GjfgHf4jthY7oC3Qdth1EJjkyuB95Ri7Bkc8jhpW50H6nm1h8G5z7mQfuyD46y1xowueidYH3OdMYvLgfHjKHXIj3jBHnHawDzKOugZStC5XKuOrGK00TpbY/IQRNvNinwb6Y9Qu279lsxnMS8yR4cDw8uI9ULmMiAAAQAElEQVQRwuF7wSeERJI/+1wI5pdpmNimZVx/AmZsHmsjIzQsgRmZgGbEUfycP/AyZ5ZjPOKRJdahBQvmRx+asV5gA1rsQ1sd583p7NQRjhl4GIdzMxznLnTMe+qpp8Scjfghk82paFvb7Pwob1tKg5U1wA94OALblEmTNdM2C9ks2k+NjdVc+9zpXHRzPOKroecEj6j1kdeCA/wGp6plBBgn1uU9dKlZtuRXNpu1zjSoZPgnu045edKk+EWwFucaxBTYJfbnPkbOvIV+7Au9+PJXv+PTMduJdsfi/Jz8ZNfUataLJtuwqVOnRBsPPk2OZaa66bxy1Sqdf+EFuvBlF+lk02W58ynqozXLPLQ2WFF3wOVp13j279vn2LvHsfeQffUB++S9AjfwTLgJIYZp2VxW02dM02wHyATJKPKUyR2aO3e2OjvnOiHuEEBO9rlCQ165fNbGP7UhGItKVrcmJ2nw/jU7gMRGpSEaXZ/w3LwyXp8C1ZgDtDEbPwiStSBlszkni80mZGMkJEYEgoN03kanwcJ72Fg1xTmyQBKsATsKx5FRt3BmLdzcg5JlzRz5BcHle+RXPpdTziOfS6S6kyWPyviwDh3c4wRmr41zTUkS4hElY12OrA28qZUL5wO9yuWxOA8YUFLoyDU+j9phjDo54xzXuG8CrhC8t2FBgbnG+lwH3hCCQgi+evj/EIIVuy5wCCHEo/wCHgb3cA2cWqwQCOIE/VAET40whhCiIGFQOceewAe8w3ZCHIEFfCeu85l5rA3ufK5ZMJMk9VqtbtS02LlCz7zfN6tUaot8ZG4IgWU0bGOJsLNXatolSRJxqFlYec9c1ucauMBreA+tuB5CsLFK45Bf4Awc0A46cz/3MJcj6/6/g/nM8a2W0/JLAY7iesgIa4Ajgzl8/tf6lSqn4mCdEILy+ZxxTr3WmAOzsuU8jfg4ZhJ0Bw9GCCEGsvCAAWwoJ/uEEKK+ME9BXiOjYmOjadgUZTOEw9eZi+FP00xUaPBg/7ohAv8Ry5ffxvszlvvE9zU3N6mjvV2NdrL8DbyRwQFl7RjBNU3SuG/FePX29Mr+wsF0TQddABtzAF93YF4uV90MH9T8+YtcPDldxx57TCyWwz9okJqHGPeynQ6OvLWlpKZii+fMUXvbJNXsyCtOzEdHy/F9NpNX2e/5yS2FmtJskAnmZmpFo7YB1Ti/6sRgKAZP/Q5MKTLyxOvTToD5XKnUnIQNOYgzvbN5UZTH8CMvIQTvU4t4kdywN/SCj8CM/CEbyAQ6iywmSSqeKsUWVR0AjLkwxaibIHnbG44NDvYaXfgulUrRUZHs4XxYB/nkyDeKQgiRN9AXB1+vS5M6ppiXLTKiloFx68Co5W7Ux2HjMKbUNDws84mG7cyBsWqHwr3sD16yQGH/GHzOZjKWt4rqnpTxe4482ZTN5L1eVuj+PCco/PQe81kTfMsuMrD2mPnFscG2dMb0WRHG4aFR2+dG359GGgYLYwiJC69V24y6rzUYjybhzLLZnKAnePc7uOyx/Mj2XsEIB1kGioryVywqn7VfMI4G1viWFUKIewAzMKBfrMXgM+eBk18dQEeAH3oTwOdyuagT0AG68VPb8otAcNgFj1HbWSlEuwPOpVKrt605Kdyunt5DSlKpPD5iHUmMUzXiMGq9QQ4G3ChLkkQM+QVc7J0xfYGLz8yrOuFk/6x9Vd12S06cqzXzManaH6WaO2emE7lWKVQdYB8S9PGyLlRscJF1nWV3wHIwZhgykQ7yCzzzljX2AUfW54hOsy8wIHscoQ3XKVSEEMSxYh1LU3CqRbojf8AKDZhPsgQufX293nvEeA+r7MJVr5MR5LSx2KAQQgwMgKXfele3/B+WmXFlnOCMlsdVtlx29/VZFgoikKlb/lifpHqyAxWOJL1r1qwRCdyCBQs1b9584zzoPUdFEE2RnmLa2rVPmx4vSvXE6zWaT8F6WzM1gu1qwfypRfqEECJPoIf8SkxMb+trWc9r8LWMRmxT9uw94KsZ036Spk+b6WBvjvfrtW2uWd/Kpkv2pX0Ujw2Fog66ObB7125lk9Qw9qts3SchKjtZ7TENFBItcFI72/FOwQ21RjcOsevNDsYaX7LR0LVmOWhtbVXR8s41RsY2GPoMDQ0bjkNxwA94lRiHPhdswInP8Jj3yDn0ZB3W7LdukaRRCP2lC34f+chHYkGcoupaB3M05mhUGnF1OliGz6VSKeoptN7rwj92qrW1JODEVhPY7t6z27Suarw6rorld8RF6aHRIXW5AE5jM2OdJQFijy4XIqATtpmf8JoxY5Zpmbqx95QsNNE+tLa0ae6cuf8Kyo855hhd5qI7hXhkCHuT2gaEEBSDcwfsPJwDbMgJNrTBtiiby+kEFxVoHPf09uoGF1ufevoZi0iqFzdt1o2//o0+8MH/Et92e/KptXrChXsaf6985Sv1+te/Xu9///vE3/8755xzxb7QgvPskckmlpNhy/+YZWLcspOPNLHg2bpWJP+LDlbsD3OW96plYLMbVTt27Ix8LdiHHnvssfEeCu7wDFnmPLya4SbHBRdcEL+ZdbaLiujHoIvszFu/fn1sjsITbBL8RdehS5/1CZ2D77xnDsX+2/52q668/ArLc1v8Jic0hUbYAPSMhAEbD61IKre62EsjuaWlRUucNFH0ucmFar459XM3m7/8pS+7wf190Ry8/fbbXVTbKOZs2LBRfPu17KSDIvYNN9wgmjoHXehAXn/wwx9Eezpz1iw3Ie7Snr3IzniEC/nMZnKOlXv1lje9RatWrNTPf3aD+NnYwZFBVS1bO3fv0EMPPyRkCdrybZwTjlujo1as0MzZs/W4efjOd79bn/7sZ/Sd735HW7u6tGv3bn37299yc+oWw7vB9G8S+gZ/Ru272DefQ//ztmPlyFNgxZZh94rFxmg/zNT4TSFkjxzm4osvFrJyxRWXx28JtrW12xbkhX7de+89TBcNFRI3PgDr0PCAC8wvaPnyo0RT57vf/Z4YwPz5L31Jf7rlZj3y8ANac8xqnXbG6fEb6qtWH6O//u02NbuxPM96eeMvb9Rvf/sbfcYNy1//+tdea7ljqWN1qhs8Rx11VNzzU5/6VPz2K3a0btuLDVm5cpVoPp5+2mmmQTEmbO9617v0yU9+Ql/96ldjITwJGT3x+JPWie/FpO4Pf7jJOBVMl7Hof3a6GVBz4ppNs7Fx1uf4rpAvquo46sgjj9IF51+kT37i03r3u9+piy+6UPfec492uonJfdhZ7BS8u/POO92oek7QGfpPyPpb3vIW0ayF7hQseUC2Yn9EE2/l0Su1cuVKXf3KVwn92Lx5q973vg/oPe95j+PjDl144YW67LLLdMYZZ0bY84axo7VN06ZM1atfdXXUZ2zWkUet0Dz7kg+6Mc23mW+7/baIMz9h/ZOf/NT6XBb8PWB7fuhQj2Vmk+52IfcPf7jZMD+vHdt32U92mo8b9JGPf0zf/M53LKMH9V//9V/xW+z8SZaC5Xi3i8fP2S9V7evy9u+jjgkKtkk8eHDxRS/TbOtAX2+3nnrqiShfy5cvF7i/6prXapqbBsjWrFmzI2/5hiZ2AT4il+gV46c/+Zk++clPikY9cXfe6/PNSRqc/K0vHnxh4Js7XARoLbVohvPwlStXOAY/xbrYpO22yf29vbH5zIMdw4az5oJ7a1Oz+Num7PeXv/zFNG63easLG/l2F2r51jPyxU+t97ipd/31P7RM7ddyN8qarDN8Owg72ODC0EEX/TvnzNZpp5+qV7ziFXr961+vV171Si10s7e5uVUvvPii+KbVBedf6Jh4un3nuG750190+23/0OhIOeYA2HX4t9425rbbbtOzz62LfpBvMn+Cv1H75S/r1de8Jj5w86c/3aJHHnnU+rpeT9vmn3nmWTrttNPVan/26KOcXxdpfPDgofhAAHSd7kLrwYM96unuc2N4xPuOa/Kkacpm8vbtLpr39Mf7L7vsMm3bvk2DbgD+9//8j35vu/iJT1nm/+M6F04usXxerWuufpV6vPb59h3vve46nXnGGfHhkhHnrNhlbPWwc2N81ikutPBTidiVjOND/GzduXDdccCYY4hhx6IbNmxw3DHsuGfEOB+0v8nFvzU4ecoU87BZxG0585785r//+79tW7aqF57294mfI8MnYJ8fevBB8behDuzfH3+O+YX1z2uv/fe46w1JkHOXgm1xSWmSqKO9wzFog+V/Y2zeo6d2a7YFZddrJok/p8ADTdg49BVdAnbm4ad63KwaNr5JkirxejX7wIL9XoPzH5r5dRsE4gjgxH9hF8qOuefMnKUNL7xgPRyPtu2/PvwhnX3uOSq7cZaxnR40PWoGpOiiVbeL1ltsB9g372t1x5Q171OvVZw+1BVCUGqaEifUTM9SqaSSR9m5C7TGt7785S+PPvF//ue/o01961vfqle96lXxAQ1sLO/fbZ9yhnnIzxFf5fjg6JUr1dra6mL0SuFL+aLA4mVL9dnPflYf/u8PGzrpLjfZiY/++c9/2q7fEv0C/CGWgA679+xVwXpCXA5/aIht3LhBPFBIgZuCHHCO2UeljneIxzK2I8gP7/FhDY5zoCO4EWvyvsPNdPnF9QULFkT4sGfsS8Ot24V89svlcpapkUhnGgTwAj0gZoCHxIPwFV4ympz/Mwe+7nQTqGyZoflet3+p2Sdg481mTZ8+zXW+uVFWs7mcbcIBcQ/7gzdrhBCiLYGn4LDf9mHTls2aZHmGX/ttexsamxxjjdn/NBibxDay7li0JdId/KE/MRH4ZMzjvHMe9AmaIXfrbB+IWXhAbFtXV4yZoBN4T3dTCNsFXZE98rWKZYfP0Pegm9nAfMDHEEKMCfBD5HfMZz/mQUdoNbEn8LAG9IJvzCO+ImZsdIzP/hnzsODics31CWoZjIrjxBAS4ynjWRPrsJcsSWa9z1VNi2ENDw8alhFB+72OnYi9Zfjm25+dcPJJ9mvz1TF5qnW4w/buDMvn0SJ/Wr1mjRYuOkJzOjs1y7H1NBevS67lMOZ2znPM1aPt23Zo1849yqQ5276yhodGtMtNKmuR9rvpPzA4rLvuvkcPP/KYsH3bHd/v8MB+dB86qEOm1aMPPawH739QFetaXYmy2YLhLuuFDZvU5fX7nQfFPNu6XywWhazCN2ha9zn0i6YlvpBYpWRdjXLTUHQsf5KutO/gJyZZv9c5j7xHmmYczzTZJhaEnWHAl4ncCjoiY8gEhWt4QAOB68gOn+FZCCHm0cS8w7bNwAqMjG1uUmM/m5xrXOC4fP78BbaLG6KdBXbqPVu2dGnHjl2ucfXHfIG9iKvRIebIL2ADTz4XbAs7zQ90E70jftvumAF/NWq7D17ZbM6xapN46CBjGR+1LQA+BjDzjcAxz6WZhMywHg8gzHBzI2d9GLCP6nHed9D+ebrPESd3UsvpmKRGx5Px4WDTNpcviPnZbMZQKtoE1kMPY/T+/AAAEABJREFUsK3Qadi2HLh5OPag43ma9nGy/8k7xylaphvdMMwbZngKvOhFb29vjMe4n3VYs+KYDjpwfeIztGm3z0FX0A1oKvO3aDjnzJmnVatW64hFS+yTp6ijbbKOWHCE5s3uVEO+UaNuEqsWNGb/cWDffstzr5oam7XsyCN1qv0+X6AglmRkMtloR+oh1Yj9QLCC0Wguen5zS8l0sMy6j9DtxnJf/5BlfVh9jon6h4Y1Sl3RvlkhMWhBI6b9IdN2q+OBvW6GwIfdzjdecI7GN1iHfN9+N8e7tm4Tf5qBBwnIi7AF2WxWvb192uvr+2nMGpaMedxvfuFLsecjI0PmU8GN4FGNmffQKzbmxsdsu4et+kFV2y3Ocx2aQkcGcm3WWDeK1sOMqvaLOdtj7Cayw17oBfpG3tDW1hZta4NrE8DGGsOWH3SJedjLVvcBEuPe4QbYnNlzNMu+uqHQaB40aHLHZLU6lqs5Fzjk2GeP6QAuZeeCVfsIxrhronxmVP1ewRbOg2PNRwb8SE2bbC4X9TGEIOoHNFW5v26bOIFnCMG2sOzcpDvSp2pahOD5tj/oPXaYuSEEhRBMg2qsdUIvZLDs2JyGG7TzhHi9bD4gq8h/b2+veeTY2DyBDtAMGmLToUfGcLJnxjLFPgzWZW/u5x7WG/ea1BXHzbe6aRFCMG6p+ZIVdA5mVN32zweDwbWMr2fi9QleyHhX3awe5xdbPWr1qucqzmEN4AghUfBIbROBCTkDVmK0c889V/xpgnPOOUfAzjXsBXZn9ZrVMefhYf358+fHeIgvK6yx35g3v1Op7ULEaWhQxAcTdq1oe8iDsYXGRvXatq9b/6K6tu9UwTI0xXkX8SnyVjad8RnYbHRpyPZVhrPJzcwONzanTp0u+gKz53baf03W5KmzVGqfqlyhWaPluvVvNNok7EdXV1e0u9hjbOxON8GpVWDTkTfkPoSgSBPLgfzKWK+wmcQH4NjU3KTUes+oOXaB/9hpfA0P1XX39mj33j3a7jhn34EDQq9Zf69rYMwt2HZDvybX7podB7aUSmpsKipJUxHLT7d/ZS/izkmuZS5ynoMtmuWcDx/CvdOc4xHrneZ8nMFn4IHO7MOD7n//+99FLpdgUI2HHXubZjpR6WifpAY70JpPlkolLVy4SDNmTFfJwOQslAMD/TZWI8q6QZPxKLl43drSIgK0moPjOCyIKBMOechBdb+TBY6co6mC8UFoxxzo5a2MBTuUTCarKsGKghOP1jiamlpUsBHIZnM+2pF4LsS3vEalHLVRRra5zvFwg7UeGYBwM5g/4G41CgsDgY9vEiVJKu5jDkSHDgh62QrFMYRgnJK4b4ODYeZwbDZjIDTzUUjWZfCe9csWyNTMgjZ1AzXqwj37o7AwWH6FcNiQlL0X17mXuYmJyAghxL1ZJ2ec2YsjsE6MTCajiRfzJu4PISiEw+uzNgODMWF42As4gJlrHLk3hBD3ZH9wZU/2wLjzsy+pix4EC0N2VhRboPX/Cz8wQBeUkiOfuZ/1wZ395ddh+DPRCHGdeeDGkQEswMA86M21EIIDVDtJ05LrnOM6Azi9rGEPHMzTrN8n0RjDD0Z4ia5JkorPwEIQ3m/DAq85F8L/ZxxT849z7DVxZB7NOoI2gktg4Do0BI7hkeHoMIAZQIArhEQTa7EOhoC94QG4M7fJBgMdarLO0eBj3rhlaMwBAXwacXBUtp7wnvuBGTiAh8Fe7JG34Wi20UydbRcKGTfL2lQqNZsO4w6SBsVcjAO8xRFX7LTHx2tulJXiKLjRMHnyFK055njNnDVXU6bOUGupXVOmzdAUJ089PYc0OjpsR96ikh36oOVACmpzYDXdReUjXSDEbsxx4NnePsnBflbNTa2a5Pe5TF4hpEoJ5ppbvUarCwAFhRAE7AUXcoCNb27xmSQKZ0HgkBgfAsiQpBoaGRNJrRQMy/8XuCBjaZqKF9eHHFxUbEuQOww7R2iNPUvtwJBh+BZC0LhpPXFvoSEfHVh7R5uYC1/hU5IkDr77LIMjMQCnuVizcd+1a6daW5qcIGSjXBXNQ/QFeBpst9rdXMaeghtrhJBa7rMKAf3EyQalaWIeVeKA9+wpv8ZGRn0tjfKMnoFDxcFtxniyB3ghS6O2gQZFNrlOrEbV48IFjpS5qefi3Gu2y8Vig2neENcMlkv2CiFVsF6Xx6qm55iSJFWDg21wloNR8EiMewjBdCpHmwt84EljEbwa8jnxVH3VsJUdSEL7smnKfe1OBOFhwbKJvnAva6dpGuVx1PpsVE2TjEfKW8V1bBexmeMO8Mp+D57Ay70hBBGo8DmEw3REN/imVQghrsP8KVMmuZjUYd7k4zl0dchBBnO5F/qMu/DDZ44hBIXA/ZmYPMJ/9gOPRDWV3fQeN37VyrjgzbjhYs2qg828adDUVFSrfWRra7NaWpqFvKE37AUO0CxvPzdk2eRc1QFlzv60YhgS7ztBO4jAXGgGjMwFPt6T0LDWBH+hX8XwgG+SBDXbluRyGfFket1BHDwfcyIxd+7c+BQ58MAz7hs2Li0Ouuf42qw5c5Taz1TqQY0OnHgfgy/7Pfg25rnZXNbrDgqc42fDnslkTdusC7gdmjZtugO9uYDv4xzvt9C6NNXzg31oo85w8fysM89WW6nNsjYqfDg0Klg2oBv7hBCiDOadNGYyOa+di/emltEkSSN/oAU0SZOsWls6dOhgv2UmWC9HfJSyLgzUqkF1R/zgyXx0p+xE7uC+Pdq0cb127+jSww/dr1v/fIvuvedO28chpaYf8losNnmNrGhaAR/4AuOMlwKvFsc6yDH8YF0SeEa/A/mKi9sZ+2VwYR48Rk9fdBGawCtJEgFPCCHSstdJAHLOHK5xD3LHe75FQbJGoW316tWioEgCTlMP2EIIlrOWmITBX9btcIFu6dKlEX5kCHkDVvACrmwuo6LlFN+XpqlytrsNjXklaRAyRfBdKrXa3k91sfAorV59rMbLNW3ctMXXe8V9f//7HaqatjvdkG4sNsf9kT/2orA4ecpkXXbZZaJwDH32H9gfn16k6Mc8ZIdjajtMU4IiBbpUts247Mor9T8f/aje9o536Gjj/Ka3vU3/ed17dOUrr1bWMlFqaxd/t/G22/6u++69TzQNKfDTXN69e49lboFKlt+KdTNjWteqsrx12C+PR5pA776+XhVcKE5Ta7XtIrIEPMhKk/0n8GTMw5v+8If4E7Rcg//QB91ps+/j6X8SA2SARAG+8R7ZoXDd52apLOAzHZSzLutBC95njfc8F8q63LS99S9/1donnhR/U/ShB+4XD+c0uXB7xKJF0dYiRytXrhSN9FtvvVXIA2vfddddwgdgq5lDg5fro7ZRBP5nuKD8UdPxQx/+YEzMXvayizR//jwhW/zcJI0dvk3T4GRq2vQZuuTiS9RkuQe+G37+Cz362OMaHB1RkknU7iSqsanBsoKupxq1D3744Uf04IOP6Lln1umqq17p/GCGrv/h9epxARh44DGFtmUukixeukTtkydp1HbyqafXakvXFimV/vM9/6FLL7tECxcv1N4De7Vl21YhQ+jCT3/6Uxe8ttvfDgvaT3GigzyPma/PPPNMfFodvYSu011w5X0ISSwIw2MKfKwFPhTGeSiLHAP80SdoRDPjP/7jPzXNyRI83LVrV8QD2NGliy9+Wdy7zTHQu9797/qWG6rf+8H14m9hzZ3b6UT2GM2cPUshzenf//O9WrRkmVYdc6ze9Ja3qbNzvo479njLXdkFoSY9YR7zE6of+tB/iW8t8nOhFI8feeQR8UKfV6w4OsJykGKnG0m///3v3Vi+WXfe+Q/td1MFmJDBLZu74jez4TnN9Bt+cYN2uHl6442/EDJw99132x636w1veIOOcO42f+486/EaveH1r9e1175BNNw+5abSgOO3JEkjzSluLXRBH7qsWrVK/+Pm0+s9/8tuxp944omxYYH92+6iLMkxOvCtb33bzeLfqmPSZB2x+Ai12/bMnDnbBaWxWNz9neF3+qOTTj5Z+w4eUMb+4gHL+H+7ifHb3/5WD/o9DyVRaL7DOP7XBz+gt7z5reLbvR92o+nyK67Qvffdp0cefVznv+xiHXvcCY79hoV8rTz6KP30xz/Sm97wRr3j7e+0n5kSaVR2zEyu02w/2NExSUsWL1FIMuq3z+XJ44cefUQttm/o9Fe/9jXT9k7RuBpwwbds2SJZXuOm+JLFS1Wyb+xo64jyfsqpp+qDbsLSOKUpg91Cvo499jj9+te/1YoVK3T00UfrgQcesO2cIuTx1FNOdbP63UptZ++4484INz8X/gfblS2bN8fC0uOPPaYrrrhcJ510ounXpra2ku3sQTcpR22vMhp3/LNp80Y9arj5WVR+Po+fGOebfdf/8Ie6yTRGhkqtrcKPPGq5YcCrzs5ONynXae3atdGXPWxZQ1euefWro//tcrEDWUPe4Sn+C7hpCFJsv/W2v7nR+Yibenfqjzf/Sd/3fuD3pS99Sa973ev0xS98Idp1muPYlH//93/XGbY7c+bN19Vull577bV63/s/EB90eaf1p9Pnp9nWwJ8nn3hCcx13/OpXvxaFiHXrntPixYuj/i45Yqm+8MUv285vVJKkevSxJ6KtA/6W1lbh16dMma6dbijs33/QcfmgXvOa1+miiy7VKaecrlWr1ujA/m49+dRT0V72uuBCA/4rX/mqkN9+53yrVq1Wanm8zzJIAfvn1p1vfPObCv4vFqd8/Rw3dmfN6bSvk95lO9HvJkWrc52sYzjsyohrCjOmThOvxL5m4cKFjjcnxb9zxz7QCruybXuXvuNGPvJCc5JviW7r6hL2eYF1rt9xw7PPPKt77rlH0PbjH/+4aEITe8BT7iMXmukcK4S65eOA1q9f51h/yPZqurBrjY7ZKQg//dTTkSd8I4efYccWNtrGs1ZDY4OgOfRvdQzD3tg+ZIU94P0B2xmahcBUcXzKAzr8CgP+bSKWwe9hg/Gb+DRgRH6wIfjAumGkIFtxzLxt1w6tc+Nx66bN2uzC9Ybn12kmD70Zlwb7YPxXwcfGxqKIAXmgZQIeYtUGx5/sW3Re9fa3v13Y7CMsJ+jby172Mq1cudL6ORL5DG7EOehxwTElPIInFMjGHWMXjTP+iPPg0NTcrLmdc10QnCx0hliC/fCv6AT8w56maSLiGuIvjnyb7ZJLLom0ZB38FfRiD3wNvO9x4b7m/IkHTqmThJCIz7lcXovs21PbBIrwO1xg7HEzm/2QI3CFD8QgzGFdaH3IRe+c43PiE3xAzcVHCn7whQL7PDdeoD0Fy/37Dlhf6rY3+ZiDbHfjZ3BwKMomOUbZtQQeJEJG+AntXjdcio4DkxBiMZKCJHEgskO8QWzFff2u+y2yP1m9cpXGbSuBB3pAz2w275ysJvYecGMD+LiObBD3wj/wAnbwBU/OQbPp9t/QFhzQb/DGryfWKWgCP/AHeGIAABAASURBVFmH98wHNvbkPHOazUd8VqlUcv7THGPiNsdoXGdveMoc1mUNaIaMERcDB+dYj8E54OI9eRo05dzEvcMuLjOqbrDWnStNdkN0qgvMUqKKzyVJqpztA/CXnZf12PYAO3HgfOt6U0uzeh0bjjqfqpuH5M39jkfrlpVR5/vY5N7ebvvPHXH0WI6ge61eE42rnHWFBx/7Bge0143tarWmXjd68m6OFdysWrJ4mfjJ+1de9SotW3ak/Um7c7HZWrLkCPFnAE4+8QQtW7LYviW1/RiMDzJ0zp2jo45aHh/gOss272T7rROOO16LXKxfuGC+Vh29wvcsFfKhl17PuQHe1UV8NqppzvtaW9vildT54Kh98MhwWchBX++g7ZUbwJZBGuG7d+/Thhc2auvmLnVt2ab7//mA8dxtOW2MfEO+h10vJhaDB9sdb8BD9KrHejLsWtiA5ZDz6B31okWLFugIF8GxkeQ+p59+umGa5n0PRZm/+uqrhU1vbGyM8RxzkQFsVwgh5i/wHDmJfLNsI7+J5Y97xuBVva7zzjsvxtLkWDxMhsxWbCO7bMuRr87OTut4TcgMsodvHRwcjP6ftZHzI49cJtblm/34AeJS7B7woB9F5x/Ix132BZu3btV2x6Tk6TVTt9E2ME0zKo9XFELiM4r4dLjGQkPgMO2GTc9dgl7o+MMPPxxtIzaNfeEhOWrw3altUAgh5qH+KPSH44D9GrLPe/QVG0d+C73BCb5UjbdJornzO10fnGoaHuZfyXIAjJXxqm8PqltHGHLAP3/eAi1dcqRm2P7Pc9O1c9Y8tbgWODJSFjHHU2ufUk9vr1qsx3n7rH7TruycEBoP2n7x85vdloG6gqwuKnhOk3O9RvuOoaER7bXdG/Za/QPDGvAYdJ4y7NrYoOPcXsd33V6b2uCh3kOq+r+h8rC27tyq5198Xk8/+4zWv/iCdu3eafqOa4ubql3bdpg2Q26GjihJQuQrPAI/aNfb16P9B/ZpYLBf6Ci06eraKmJ1aFi2HEErvuWKTDC4r1AoCNvIZ2QQmwY9K+ZrvQ5P83Ev1kDeof/jjz8eH8qCTpxHThvsGxst06xZtS1hLdZEdrk21XnNDNtWbDS+tNX+r1Ku2l+WlUlzMd/L2x8hf9SuqtWKzDABH+tmcznJ8mEWKnGfJ5vPqe7P7MUe2KS66qo4ycYmVf2eedQUWAMYQwjiBS3QI+gBjFXLD2tw5HoIwTYpazonYi7XoDWD98wzaVQxjAecS/TZhnKeAY2wF/hT5B4aTfgtrnNvCEGNlpNcLmuUgtE05CY216A/gzocg55U1XUBG0fHfmUNDQ86xuxVSOpKXCcBprpxpe4GrGO2dxO4xXUMIzhyjaM3U5pmlLFtDOHw3jSG2Zsx5vocdBm0vPMZfzNz5kznbKtFPkK+wZF4h1j7nHPP1ulnnKbjTzhWraUWwyS1lFq1ZNkyvezii3XlK17h62eIvHuSazGJeTfuWnhd0DgX4SAmAY9sLi90LZdv0Jh1tm49LVivik3NXrukVuti0TYpdT1kzLo4ZpmG79lcTtgT+IxsEUti/4i/hkYqYoy6uTo2Lo1Xk3/NbbDMlr0GtmTfvn3iISh4OeT8jPMMaEG/sNd+kXrCkGu2vfaJ6FW3/Wmf4+Uh+wGuH3ADFb2rW4jgL+szgJNfF9nmJush24x+2zTWlulfM98zlgN8cd7+NM1mRJyFn+EI/YkfiBEY5CX4j7POPFPHrF4j7HizY468/Tw2E3+C34FnpkkSE2oYz2L7DeD+ffu1/8BBEUiBOAXuyGwXzAteJLFxkQUqn8upzQSf7MJ1S0uTWltbLLQFK2ReaRS8qiqVsgtDo1aSMaVmbKMNQAjBBrGmmhWx4AZGU3PRgVBTdKi5bD4WIAAUJYdhUhACMG6Gj9hI1hxcZMxgjBIDwUBxxuz45Fdra2tMIGG0ETRMjYYn9RV5z7pCYL1xB53VyOg0TSMNOI44qMEwoRgIt/zKu5AHkdkTeCAmgsMRonKNfYBjzMoBrbifzxwJBBhjho95rBNC8MqKcE3cDw+Yw4A2zAM/xsRarD1k4cOIsDb3ICjwDsGCX729vbEQhWCCA3PACRgQQM5lzAtgB2dw4j1H4GNdziOYIQSxH0acPVgHBeAz6wArAxjgQQhBrJWzouYsH6zJ/lxnsG6SpJHuIYRoRJlDMHD4vty/zvEZGoQQxFqp+QTRWA8YOTJ4P25nxDFJksjfbisjcAMTRhJYec9erFO17I2ZV5znPujL2uzH4D3zGSEEZbKZyCv249qYecl93A9NmMfewAyszCk7cYFOh9+Xo7xxH3zhHHumaWKjXdW4dSvxPmmScEnoHPD3uDnGzx9BO9bl/hCCkvQwPKPGgXmsOWqYrHbKec3y2LAS62jRxfKMP9fdXOHhhiRJHfwU1e7CQLMLRi0uFnZ0TFbFjdWR4TEH2cPW1YqeXvusHrj/Ed119z8d7GyKwSlGDlxHy6PasWeXdu7drYrXHXIjeePmTfFvjxw81KPunl5h8LLZnNij4GS/sbHJiX+DoG1q2Ov1xHI1HOUU3Kp2QtAQnW2yMZ/sBu7ZZ5+rU089Xe2Gr8HOsNnBU2qnlLNs5R2UTHPAkLOMSQGfpdTykc1l/b5uPa8pMS1ZD0NHwIqewZ+C741w+Do0m9jbZD28hnkdAmtWvU412q+9e/cIo97W3qpMNthWFdU/0KNW2z2MLgEt+yMTeduLqVOnCviSJI2yC04Y6YhDmpU1P+6V8V7YRGSBe0MIUf5T45ImacSFa0mSKONzNds+5KrqgGRiPu+HHDQOOaikCUXAz5rQkznQiPvBn8SB9Rx/KW8n2mi6jph//5JrOztkrB5k+gXl8zlRiMk74cYex2t2SKzNQG7Zn33kF+/HLJNjlkUGNgdHiB4wh3MMYMCeTMgu9gwZJqhkXS8VcW+0v4BX3BMCPKnbp1QsO0MyKcR+wH6YJvbevhFcS60lsQfJmU+ZppnoV6BNiwPLEIJCCLGwyHVoxJG1UtOZgVzy2QznUlyvVqt7z5qItyr2R1UntGUXPdMktZ+xfJufDXbSwNDkBGiq5bjdyT1+MniVZgcnHNMk8f4SuB2GvWK8xu3nyv+CKTUcwACOBcss9AkheP/Dfot7+10cxOZnbM/xGdAJmEfcWAkheI9gHuajrDU4UGptKanDTf7ly4/SdDd7pjgZLlrfkAv2y9u/Y9/xIdDPIJt2OVHoylnvzHrDN6Zu26Wcda/J+AAHfOJ9v4Md9u914AOdOT/XhdNlDvZmuiHZ4ICK+0II1ou84UuivZmQxyRJTYeqr+Ui3MDAGgzkl72AkQcwWJfiVN761lBocjHooIZc9Ow3TXbs2Cl83ZhlcbNtU1fXZr34wgviiVh0mcQHmZwxY6YIhqBtJpONuI1bBzKOL6BJm3kHDPABWoQQDG/ZupEInhBc8QRhYn6yBnPHLPsEi8QHDGwQa3E/fIG+rM88YGQg/1zjPLbkIhcL3//+94sg+kwHcjTKmIMO1ix8S93AqPtotjuB3im+WUGTjQSaBIy1gQd6syZ7cp3C7qc+9Sk999xz5mF3pHPdilRqa9GLG9brkYcf0sIFi1Wt1H08wg2vy3Tssce7YLFERx51tF796teqzU0GCkkUgAqmPfyk4cfPYAEH38okuZntJv3sWbM13XYa2aAoCK58C5In+T7hwvEdt/9d0yZPcfFmgRa44DTDMpl3Q5EAeJObDmP26zNmzdF7XZj/6te/oa97vOqaa2LB/tWvfZ0WLV6qI49c7nivM/KkbH5XrY9DTnJpsGJ7SLbWrVunIQfm0IE4CX6m1i/4NsdwAh/0hWbEj8cec0yUn7VuRhCLYru4TjEVnlD82+fiM00x6Prggw+5wL9TBOXwb82a1Vp59NGW5UqkMXYHmgxYNu+6607de+/dLnpscMPjWbW2Nrsp+QoXf9r9+TkXJfdGvwidKJDS+ER+gJvCL3J3pBuVC1zsWr1mlS6+5CKdfc6ZLl/XnKDs0+ZNG7T++Wf1wIMPateePSq1T9Ipp52mo90k2Ofm9h9u/oPPufjofUdccGhpaXMTaLpWrTpG+NVVq1dr27Zt4iGL+QvnubiwRf90Y2tkdMTzpgi9G3IM+r//+7/66U9/ohNOOF5nnn6GvvW1b+gf5meriyRD9kd8q32v84kR60PBet/YUlTBtvFIF+/4+dBr3/B6Xf2aa8TPSSoJWuCGBHRGZ3Zaf3O2N9iQftsU/Aj6Q3KzcuVKQQP4lLMNCiHEBmvNRmT58uVRP0MILqoMxHnIP8UYEm2aFt///vfFN/aQAZqF559/vgt6tt3W+XYXp84/79xo64GlGu19cPzTq2wup4KbEjv37dEJboDRMLrcyWvG8c2Y46fu3n49+viTOtTTq1HL4etf/3qx1y9/eaMbo7foJz/5qT760Y+IAh9yt8cxRdE+ArkCtoetexUXYaE9css85AzbiQ2BBug1POtysafimHHzpk2aav057rhjNdtJOLL3wgsv6o9/vFk3/fEm/fwXP9NPf3K9fvHTn+oPv/t9/Obs0UevjPhecNHFOtkNqDXHHqM1x67RuvXPauXqo3XCiSfo/AvP1/MvrJdS6Za/3qJtO7dp8bLFai416/Y7blffYK+yhay+/6Mf6Jl1z2rW3FnabBvbMXWS3vfB96m1vUVPPP2khl1suPf+B/Tpz31WP7WsPPH4w9q9c7NymXGNl3t17EmrdcbZp+kDH/ygPvqRj+mrX/66bv3b7abbD/XBD39IX/rWd1XNZNU3NqKZnbO0eMkCdR86oOve+e/6wTe+qxfWPa+LXERg7oqVR6ulpahpUyerpblBt7sh+Ohjj2i3C22f+cIXtXPvPnW7ENPd36cDPYfUP9SnvYf2aY+bFcF7jNelQmuLLr7ySr3hHe/WiuNP1Fve/Z+6+PLLdMSyJVrkQvRJp5yqK696pc4482zNnDlLbaU27d69Sz/60fV66qkno8whkzSX1xm22bPnOAZu0rD98TnnnuP7zhCF9fnz52nmjOn6gWXx5z+/QdtciJs8pUOValmPPf6obvj5T/XNb33dzffPaP0L6/S8afy9b39LN/zkxxq3Hm73/FJzs4qOy0ZcgH7qqSdsm18dC8c0F/jZVRpC2PuPfvSj+oWb7hTlxuzbeOCDJ91POukkEY8Qq+JbsZkPPnh/LNw9s/ZpYcs3Wr52uOlzOEZocozTGJvHPD1PA5k4Yffu3c4RNogmaQhB/IwlhU9sRMXxUcH6kcsXNO6mVs6F/zluUp5z7nn60Ic+rDVrjtUTTzyl7373+/rkJz+tz33uc9HGDNp+DLhpsN9Ng+7ubmF7iD1ozj/u+cOuA2zfsVu9fQNu9t6ix594Ujt27tbUqTP0xje9WdgCGlHkhRdddJE6OzujfcY/Yofx629+85t12WWXmT8tciBiW7k7FoePOf44LbONomFVaiux/OPhAAAQAElEQVTpZzfcoN22o9ji/S4Cbe/aprp1r+4Y/Gg3l152yaW64hVXuaH7Mv32t7/Tl90Mfsow1m07VAuRZtddd51919eFPi8/6ijHKvuirDz00EO2DX/Spg0bdMD+BP8DfDxMwYMP692EZM7vfvc7N/0e1uTJk0STcNgFpXtcdOdYKBRc+B100a9P2Ihttt3TXUgFfmwcsdNMN7KxpaeffnqUP3yf/IJODGKAltZW029qLCBzX6lUUtU4ch27iG1FZpYtXSr8IH4JW80+fJMnBMdG5jF8ztqWTjMMxxyzRudfcK5efunFuuKyy3XeBefrlDPO1KW2m0euWeNm5ixVTKN6yGry9OlavuKoKF80LGfNnh1lAdt4n/0PTVv4BM7EL8QSyK3RELLNry8Q00Fj+IvdJ+edaj1jzoGDB9VaKom4Yq39epcbIfjY4NiNfBMdXblyZfwlA/zM5MmTNUED1gUvjn22IdCHNaEt33Yasj/s6OhwjDFkXgxF3hJT1C20ecfUXAfuYrHJPOp1PJ4RD0FwHf+2x/LFQ3c8HMFPUPIe3cLugwNxBXRgLfQNuQAWaMC9rEMszHzi4VHrxyOPPObYo6AuN76ef369Nm/e4nwj65ERsDAHOvENrUfte6gbdDlW3rtrp/rdyMs6PqIOQVza031QI0OD4u+p8VAH304ecGML+tcdPw66GFy0L5vhGL/q4i1yg4xBE2iI7CEnyAu0AGf81zrHZRyZD268Zy3Od1vv8YPAytrwE1lnT/aB9lxDPsfsZ3h/yM1h+MJ8HuhDbrHHDHwne3Mfn6EV75nPvtwPzdFB+Mu6dfMPvnMf97A3cOC/uRZCsL6UXcNJVXVNY3R03Lp90D6q2zHDIW3b1uWYcLe2be9SkpHmLeiMD+uSy2+3nj726KPatHGj+DuiuUyqVtc4ZjsGhlbAjj9vdhMWGNgT+iFXNNcc8KrDBfOcY6q846uWUqtjlKz6+we0c8euyOMR5/bAzv39llsK+XPmzNZRy5dp8qR2pY67ctms+IWC+W7KNzU1xm9Jr7FuzuvsVBIS25Ve9bqmiH1qamqx/mxVlxuk6198Uc8//4LwMy+8sMH51Ytav/5F/f3OO/Xww4/qscce0/Zt243/fv3lz7fqr3+51eee8Fp9OuD68vPrXrBMjRjWHabTNse+61xz7rKKB0FjeAkvNjsPQM7h3/79B5QkSYzr4PF++4c9rkXVXYfK5TKxVjPg4vkLzvUYxMvoOvhnbJOQSfjeZrsOP5E5ZIBr8Bv+wlfu5UGf559/XugX+RwyyjXsxo4d2w1Dg/jTKTRxoDEDOWJN9kGe9hm+bdu3RVlgj3wuq+muDV10wQWaa/s2NjqqBtvvVtte8HviiSecG9wbadHvuJfG8UNuikLrAdt85D/nODSERMEjSVOFEMR+yAu5zEzHgUfZx5x88sniM9fAfwJ+ZBsakU9wHpiBVX4BB7rKHuAMbj5tGR+JMTa8AHdo3o1NGB1SuTqm0fExDYwMqLe/V9jRpqaia4pVBd9cdzGJuvrAwJBtX59p0aM+y2hvb7/6zKvtliWav/g5Gsz42e5D3W6u9oi4vX9gUPv2H7ReHbAf3utzPaLGWLN/bWktqc12d8zxd//giOPuiluliemRVQ19dEdn2LZwdLTsGmvVzc8hx4N7tXv/Xo0Y5hHDPlwZcXw5qF0H92rztq3GoUf7fR088afsUyqVoh8fdExyWB72itrSmON8ZGLUMdmgc85xr1l23VeuvQb4Y1mtOS+pepgUhisV80MIQo6RicPXq/EzPIfu22wbsPlcb7Bujzh+TEI98nOaazbNthOsgy9CR+AX/EeWU8s5Oo3+PPXkk9E3QkeHt9aPMduHflUrNcfKrf9/8FATPwy3/7VNN4hRNmuuzY45h+M6w0ZBcXhCzXhSAwSHJE1VMKzZXE4hGD8PZK7iWGnccYH8CiH4X4lzXIMG4IfMYdd4D86cDyFEmnDu8OdEyH/RNSfOTegZ16BPb2+vfe9g3BtacA45Z+8x84nPvGdvdIL7Jo5mSqRFQ6FRmTQXY1VyWINgm5o6pxwTuGeyieUgL4WaKtVxz7Pse214gF5VTSv4EkKIcCRJGo+cYySWB45Vx1XMJz4dHh5xvDAo/Dr6hQ7gE/B/g5a3zVs26e//uE0PPnS/1q59SsQsDzlu/Oc/7/P752w7t0Y6zZg5Q4uOWCR0nziNOsUFF1zo+s1xWrp0mebNX6CZ9i3tkzoEDYn3pjkuXLxkieO5E3XmWWfplFNp1J6oo1as1JzO+WpubTOHE/X29bvOtFsbN22OdmCHG5XoBr4a3sMz+AEPi44DohxaHqB1uRI05CbrwFBZBw71a+fuAwI3Ymls0LDtGnyBHqzX3X3IPmOvbUWv9XXQe/eJvAW9GjWth5zvYGvhZ9lyxV7sDW3Lrv0ccuyy2/HULudl2+x/sC/AyvrA1mm/hl1ERvgsv8Ys38CCn2Gd1LADEzK1zfF+19auKFvEM8Tf1F9opHI/sMD/hMm8YaB8e3bviYigfENW4D179mnLli4HBz0aMdPZAMC4r2wAKi52FV3whohpmpipwY4wEcjhmLI5iqI55exEGhoLanEy3mSHTfG3YsGruHiA4jOfNQoOPIOR43POxRSUBmI1uuhPIAEyTS7+NnrPootuVnvrQc2KkHjfNB5z3pP7CLiYz1owFdjLJj4CjDAPOTiEiPILYWiykgJnakL6lBASGFg1nNzLsI54j1Ssj+MBJmABV+ZDR2iDErN2Npux8jWKeazPPigT8CRWrGw2G9erWrkQqiEH5dxXLo9bgcvR+JWdALM3Rwb3shfrACcjhGA61MU6DOZwnQH+wAsM0CabzZo/hQgTnyfmszYCyv4hhGgEuM5aXAM35rIf8HANWnF9Anbm8Bk6sm/RisUc4GBd4GYNBvM4DzwFBxTswTqszT3MZfCedaAzn3E40BdYuQc4GhxQlhxMQmN4znxgYS32YK8QghsD2ciPFjsj5rEmNGct5sAT9pNf3A883J+3LGLwc5ZP8JiAH35yH3Dw+/vsj1yAD9e8jNra2iKt+cxaDGSwXpeNcVXIJDhwHVpw3RYM0Y7Og8CbPZgDTWsOInxr5PfEsWZnzWC/XC6jXD61E0iUpFJIaspmEjWaxs0OcubOnROftOPvodFIqDj5GRkZtUEfduC4T329fdqydUtMAAgqUsvLrFlzlWby6vY1AiH0vupCCYnkNhc+N2zYJM4P20aEkHrPjBuzo16rXwU3cRrspGqVutgnQ9Lg4LGjY5J5UZSU+PyY+lwYoYjeY6eIU8FprHdh8KADb64RjA3y1JmbhgQa2CjfrIqddZ8TBWQCY8zod7BWML7IAbyK153wQVvoDpzwAJqh4+M2wmM21FU7SHjQWGyww2l0ADZiQz6oltaCcoVgG1O3ge8xbVNNnz5N7e1tymaNqx0C+8Cjim3aBCzjtjfYA2DiPXOQsUwmoxAS2xhFJ53a5mRNZ/DhOmPcep/P56Ot4XqDC7l5F6U4l/WeyByyCx/KthfIK/czd9jwjIwOK++CpxyEId9jttdlB3pNloE1LvZTEJnbOS9+GzHrolxiviReN1hWqk5OGJXauGp1B6i2gdCTeznm3GStWQ55Xyq1CXizhh8d4VwIQcCRN/ycQ8/AHd8BzEXbBRwautJAAOZ7uY/53Ae8zA9WhLoZxmfw4zjiBIT3SRrivjn7FugCHbgH2lKASE3TDDjZzgJvo+k34uSSe4G1Zp2BTqzPXOQIHnGEj8DIedbLWf+5J00zkkJMFMpjFVGQCJZfYAdHgytwqDsYhSYh+Kr3r5p+BNzAAEzjljfW9WWvVRFJNKNoP4essC/7hxCiD+Az86v2E+OWqbJlg5GzrwuGZ/KkycLOQMsQguEa1ciwx9CoxkbKGnaiMWD9qlln66bnqM8hD+AUQhAFVYpHuWzO8FR1YP8hr5qqualVUyZTYBu1nGdtcxTxk1/QD5ga0G/zsFqt+1qD5+U1d+48TXdxDJg2btykJ9xkkJObmTNnG84OB6xZ662TrZAoZxyIPSgiQjPoCIyMEIyL+Q3OfPa2GnKhdb8Lj+hYX1+v7Uaf4aq7SDFJIaReLx/3LpVKgkYEPSQfg/atBKy9TuIGnKAtckOSxkJIE9FECgrW+aIy2WxcQ35xf94yzBG58CnbrMb4QAq8YCTmL3OgPXIAnNCVgHHEMRRBG7QKwTt4cA1+cg80P9INIM6FECKvWS9JU9PpsN9o72g3H4p64rFH9chDD1qdq+pxQ6Ehn5Wsp/1uDhDrLHFQTDGQYiKwID/si5+DBmedc66uuvpV+r+PfkTHHn+cpk6ZGuXk8Ucf0zMunmeSVPykaEv7JB13/Al61MUQ4r8DbjYMmwelUrsOulgFn3rtB8Ztcw4ePCD06SwC8VNOcWOwVRRsKdjjt7gGPhnTqMO2cpaD91bHb3f8/R+Wy1HNcUGB5Hndc88bvyccsA6rUCiq1NahBfMXKm+9ay+VxBrYkWJzswr23ZOmTtdouSJ8Z9fOHbFxiE/gYUDkjWQUPaKRymCPB9zUwa9wDflBpuABNglZwm7DO/aiIHH55Zc7yTjBPnpcxE6cu+vuu8RT5SEEEXg//czToohLsXeji2LQ5h//+If4adffv/TNsc9//vPx20m/+MUv9NGPfVQ/dVOJIgUFG+SRdbZv3y6aIBRElyxdHJvoJERz584V/MRWw0MK2iQyN7pBNzAyZFnNmTZ5DfSP6g+//6O++fVv6Wtf+rK+6ObVejdgim5sDrthumPXbmWsZ51uwK607b/hxl/ornvuFvhXbZukml544Xld+vJL1d7Rpor94Pj4qBZbR1a6KXzBhRfaD5ZjboDdOOWUE2Pjg0bqLjdb+JuXV7/ylWpz8nXHP+7Qrp27XPzYr4JtQ8X2pmD7gD2Y7dijwbFar308zZJcLqvXuKF6ztlnmfeDanczE5vM31Ddtq0r7pdaF6A98ly1/YOvwACtn3rqKTW3tIjkkkI0viWEEO3BNDfxWY+iKniSAJFoIuP8JCS0hdf4of/4j/+IRfwQgtdr1q23/lU0i7/9ne+Y/xXbg4L+8Y87dc+999n/D2njls3ib5pV7AOfW7denzPNf/ijH5tGFX3y05/SlW7IkdxiN7CRFMeBF5sEX/tdiD7j9NN06mkn66yzztQqNzFPOulkJ7On6Ho3zP7zuut06imniZ/5Xr16pRYunK+mlmY3Leeo1D7JTYgZNqepsGnPPfeMHn34Yd38xz/oN7/5re775wN6ccNmN4e26cWNz1rPBl34GVQumypvep9mPSUhHLId3bVnrx56+JHIy+DC6u9v+q1++atfOI+o6Qgn5vzc7eT2DqWmy+233qavGs/jjzlW73zb2/W5T39GX/jCF3Tde96jy6+4Io6Xvexljmcqet2114pGNXy+28XVY1ycveSSi2OhNpPJav688uMO3wAAEABJREFU+frI/35EU6fN0PSZc7TsyOW2fRX12S4/ZFz++eADXvd9Lio+pxfWv6CnnnxCz1jXKCyMV8rqsc3r2rFNd9x5h77w+c/p29/+tqZOnaKybdIOyyO0nje/U0fZtl77utfpHe94p7705a/oM27W0Vz70Ic/rO+6kfnqa64Rfzf0Z26Yvetd79YlL3+5Zs/pjMW7nc6FB+0z6pbfYr6o6VOn2df0Oo7Om45BX/rC5/XKq64U35DBjuPD8i/FZ889uy7631dedbVuuPFG/fYPv9WFl1yktsnttquPxD1peD7y4EP6zY2/9lpf1vuue7/e9fZ365Mf+6S6Nm9TW0ub5jrufuyhx6J9W2B+XPWqq7Xm2OP0jne+S9PsX/Fj820nO0rtuvD887XcTd8/3vR77d29UyGE6EOwxW3OQZ549BH99ZY/6c83/1H/tO4//sjD9iMHY3N22EVNdCtn34eM0hxDZx6wzXzsscejrUP/oO8Ljsm/bFr+7W+3ar4LNPjQhx562M3KXdb5fXrkkUf11FNrza9n3Bh+QuhYvwvD++1HOFIsHHW+8aQLfX/5y19cuNxv3o8JX8W3QtY+/bT9SEkzZsxUu3ME/kbvChd3FixYGL8Jfckll2i2m9TzLEMve9nFIqfY5yL7wYPdut46+OnPfEZ3332P58yO8FAUZ0/sD/dmjSPfAv2gG/h33323ZaYsvm107bXXxlgbO87fxtvmguaqVavitwQ+ZZ3m25HLLafYjSBZp4bd5H4+FoaYT6P2BRfxM47tkf01q9dothvux1lfvvaVr+obX/u6mhzf/cQwfvfb39GnP/kp/eqXv9QO70NRPtRrkReFbEYV5yINuYzWPvG4HnnwAb24/nk3Le7XHjeu1z33nHEein73vvv+qR/+8Ifxp3YvteziH4488shYdJ3ponrBORBySYEbOS47buTz4+YpNolmAfQg5oLvxCu8h9f4yt3eD74ktg00R/Bb0AT7S1EZ28y8Btt3/GmD5Z9zQUG5NKOkLhXsd6a6gTBv3jytXHm0Vq1eFX3aaaedrhNOPknXvvFNOtdFv7nORVzj1cy5ndG2Ea8UW0tq8njejZsxx734yi1dW/XMs8/ojjvuEL72wQcfFDTBbwArcjzLfub4k07U0atWieLZdDf55i9YoFNPPVVnnHGG4VipE085WXzL+gMf+ID+3fb/Ctvs893koNDIWGG/d9zxx6u1VIqxJfqQMy74H2QDeUK2j1i0yNc7NHEdXBkWEWUsC9CD2IUYBFlEvlpbWx3HDrlg2BOL2xvcTMev82cFlruRz6+RLF682Doww7rQGuWSe8ANv4bPotHGuvCLfWr2RSOO63kwmnx9xvSZIn6fM2eu2tsna/q0mY73xt0Ae9EyXxW54caNG7TODU3wIr6dZp+50XEMDyJ0uQawznTeummj9u3ZrTsd1xCD7tu3N8peg3NGfmISegBXxXEEhc5qrRr9b8HXkT9khevQClqwVwgh4oSsIpfwDtkEJz5zX+ElWeIacSQxG8ea8zZia2wJcsraZee1IYQYl3OOOazDtYn9iAVmWA7gC+sQ83GNvTjWnbyxF3TgXuBF7oG5ybVBZJy5eecD6AwDunOee6gnVJ0DDbsGcsi2iHrpM7ZlG9av16hrjSMujA+6TpG3H05C1bxp1KgLw22tzZoyaZJKrS3OixLTzrzJZaK/rrg5UymPOo7Kq8l5e6NrnvAbOIJ1EhiAjYZrg2uiTV5j+dErrE/nC7uPzUSOeKAX3R52XYB4mHuQnXbH5M3NRbW1lzTJcV+j9bil1CqFRMjj87ZnW7u6oo1++uln3CxdH221/AJfaj/YdZqj/DkBh5GW50HdZ7/x8MOP6c4779Htt/1DFSt2Q6FBxNHNxVbZ1Kmjrd1xVT7KErxAP6j5sC8PCxA78B7awi/ie/gOb+ENvIUWfIYebfZx5NjdbvKN2X4+8cRjjgsftF+pClkEd+4Zd+495loI9/EZXmespwzOQVPoRh6zZs0alUqmjfnDPB6c/KPjrG9/55viwSNi9RCC/czeOI84ALq2mA/xvsmTNH3GNE2ZOkmFhpxhqdhvDOmxRx7RQ7Zb+xxjlJ1bFeyTJhn+022f+PUIkzc+oLRv3z7HYtXYaOnq6opHvvFedR6f2r6OuVm4e/deN1R2mO4DAkZwY0Cbqba7wANO4AfdQgjmR0UhhGhbmAdtsQMM3g+6VjY6MqyBvh49+/RTGhzoU2p5I9dknYZigwqNeeVcXyoYryS1oVdFmWyi8dqYdu3dpf7hPjW2FB0PVh3X9Rn3mtClsmO0/v5BwzvovGUo2oHZs2aqrVTyuX6xd4PlcELPwIlfHRl1HsOXNOomDr5g2Dwc9VpKsmpyrJR33pjJFpRkXMOoSaNjZZXdn7BZVDabU2J6VVzrLJtmNTdfU9dt0sTwOp4ct/2ouc5VRzBtB9I0MayJxsybEfKsKB++IySW2axoyBddwzIo0e5PyB9H+f66Y0YpeI00jmy8PxN5Oeo1x+3LQggKISgxDPIL2eM+ZJL3qfOeEILK9tnQAv3F/+G38bnYw2HXF0IIQu46Ozvjw3Q8cLZq9WpRD8DvAeewbdKwdb/iWin+n7yVX6E4cPBgpFNzS6umuklbMg9S0wmZmD1rtubOma1p06Y4bmlQ0XlbIZ9VvVaJtqhkO9Hq3Kux2KCcbX3GcYvRUNV7gFP4f/AKIQi5yWazEWdwZC7nsAnwm1FwvJKzj02SNMpoxfke+LNW3nsUTfMpkycLv0Fehw+GF9w7sTZrNjU3C7lnbXCGdslL8HCdoZdekeb2KTSFJ+AKSlTINyifa1ASMkqTjPL2R/CtzzYcmMZsY2quv7CswbWcjztXHFfdvGev1CdT87BqXWWEkEiC5z6aHiEEMY/BPWOWZ2S/bhmcMm2y+JIi9p66BPATi9FoJe5hkON4CTXbN9Xsc4kh/vrXv8ZfH0I+wH/ZsqU6+5wzdeFFF+i888/TmWeeKR7ObS2VlGayrmPnlMnmxMM4rW0l8Yt05BU8XDbNsQD0nWR6F5uabdqD45Vuy8uI2HfE9gF57LJdwqeQe0O/vP0j/iVnPqbGP4TDePIZPiFbVkHVQ04hLcRG674DvZF2fX292rlrZ/Q9ux1zHHSda9R0Jq7Y7xifmJM9+8wD/H/ZOt7rWhQxC7HsDtcdkHNoyfkd7k0AG/UV5D6E4FioXSXjCr4hTVQ1vQftn/E/rMMDLRzZB35Q46IeAU3xP0mSxHgP20pMVje/s5brpK+/Vyg3myN0CAuGrq93wMHeqI3boIYGR2VyqIpVqgdVbYh6jQCJHM4LAgYpKj0L1w2c7a7y+awNZV4Y3XzBTMukZhwMzAoiVx18jdmIJZ6McKdp4vMWtJeAQxgAlmPNRf3DTx+lLmYWbBwzUWizVmAYBPNQHBlScKBABrEncJJfVStmCIbfx5qVp+59wJ33qZmOIeno6IgOhrVgPkqA4jCXeXyeWJPPSQLMqeHJRsUIIRiHw5+zJnDOxUAMhAwX81mHEcJhOICJ9ScGnxnANWJDyV7cB31yFk7WYk9wRGgQYAZzEGLmsT7BCQLH4Dr3cJ21ERDWnxhc5z3nWRO6cWQPcED4oQ/3co69JmBjzYz5yp5cYzCPASzwhvu5PrEHuDJvYg1gy2ZzkYYhhOh0uQ7ujBCCJtbCmEKDnGkhv9gnhKCc6cwATmBm37ZJHZEn7MdgLeDgPUfWBH74jvxwT2JZ5JqXjv+zPrSARtyfJKnPB8veYXmHFj7h5HZEFcsze7MmMLIO19GtvA2xlGjMyp/J5IxPViFYkW0EUeQ+ByvMq9j5AwfzWQP5p8A6Z84csT8wp5bVioOCmvWxZjmueo2KHRjJAHQDP4LifD5nWQwestFMTKPUOjomvs3A39n6080366677taO7TtVHqvYUGILxmwoJqm1rVkNRTtOB/0YMgIY+R9oPGZLuN/Nlu3bdrjIcjDSot16Az5jBDfGs7HRQZT1a3y8qpbWktocOKdJRuPlqmGoyKALY84T6812yCUb94KDbdYvFpuUeO6LTjC32ximli8ar61eJ+c5lVrQuJOW/W6oYPCwRY0NxRhQkFAkaSLo0mcbRWCIEYVu2JHCS866aAek+Aqeq8gX6F92AblaHTO9guUxSKGivv5ulUlqHACVjV9/36DGRscFPXp6uvWiE46DDkqgd6MbdkmSaNxz4UnOckoSkbeDQR6QJ86XHSCNm9cmkUYtE3yWX8DJ/czFtqLH6IkviQcAkI00Tf0xmEaJoNtUFxEbGholGV6PgmnU6MQql82L/UZtR6AHeopcjXnvdc+v17rnn3cScFBJmjUMFQ064BoZHdGYkw3gAc4JeKxipkfWspSa33XxuVqpKUlS5S1niXFmr7zxLJjGeumFXqETXEOHwIdjT09PXIdpFcsu+zBnzAEFa00Mmcip8Q0hCJiYw9xp06eqtbU1wgNeBeOcyWYt4zklaRJ1BfoiS21trWppKSrvwD9Ng/etmec14xCUvAQ3NIbm8osje0DDJIHWivuARzab8ftMvC/1tRB4nzG/K15X9ncN8Zg1LMVio8+XPTdE2Cdkocm6kShoyIXjrANXbsjlsqq4gdHQWBA0Ald80cQAFt4TNIcQDEMak46c94EmvT19GuwfUvfBHq87rGJjk9qtc8Vi0T683wncsGEZj3CAH/eMDI9pdGTM/n1E6CVFmPFyRaNOWpBfYEiSxODVjVch3ktCP8VNuI6OyQohNR3l8+Pq7e0X98ivfdbLTZs2acOLG8UeC1zs5duD8Jk5DNaFxp7uNWouUvfFxglzOMcoWI5CCMpZptJMVkoyyjrAbfPeHYYBWYWmFEk4pmlqOBvEfcgRxXeaLffee69279ljPiQaAV8XyOe4wHSBC3iNps+QCxq9thUHuw8JW3zQRd8dO7YLOQWeCXiBGdoBG0doyDWO6CX0wldwDn0DHgLgP9rOUjh//PHHBc7AylrwhjgDW829zIf3FJmbmpuE3SKou9GNL4qHSZqo4kTmqWee0Z0uhv/5r3+Jhetdbh6wJzJHEYJki3uBn3Mce3t7lXVCV7TsDVhOfv+7P+j6638sfrYXXmFD/u2116i1uaj9e3eLZOu+f97nptKtIi6AnoXGvHU9r+nTp7mB0G47MSbWh97ATnKzcuVKEdSzX0iSqKPQqs22u73UpqmTp+r0U0/Tj354vT76kY/EBtbsWbN0xOIlOuXkU7Rt81ZtcfO9YH73dveIxCyby7nJ3aQdu3bpr7feaphu049//GPt2LFDIYRYzOahIGi9du1a83jE8thr33RABMDQFDiLtvlNHtB/69at+r2bndwD7Q/zKxMDbXQMnoIzRVOaAyQx4LHaBfIjjjhC9913n6BbqbUkvkVA4WWGG8U0Pa+66qrYTOPvdc51M3Sgf0CH7fRUkZh0Ounlb8C9733v08c//nG97QP+mSYAABAASURBVG1v8/xXGMdmHeGG+NFHrxKykXNMk7ddyzp2KDQ2adnyFVqybLlee+0b9MpXvUq79+7TMy6E8ncJuw/16k1vfIs+86nPiG80X3ThRVq5arWWLV0WdQL7QSICDlNdYHnrW98a9e0HP/yeG+T7lcmm6u3rjnby3HPPNl1rlr8DyuUykb733/9gtBXgg761u8G2xQ1Fvnl5621/0wP3369R+48kJLrg/At1xpln6aijVjiW6PCaLdpuXu1003u9mwL80kbWdnSyC1Q065AdnqIHpolvi613AZLEBfojz4lliXlN5l+vZZn36BoFNPhHkTybzaqrqyvKJO/hH7qKjoUQ3OB5yg23qaKgynV4zr3QGhnJWD9INEMI4lsZ3/rmN/XFL35O/NTqL35xgzJponlzZ4mmR5ptVGvbJK1d+4xOOPF4feCD5uWnPqE3v/PtOmB+E59kMnk1uZntXFqTp0zT9Bmz9I877tIll16mm35/k374ve/qxz/8gfWrL/Jo3H73qBVHKeN457gTjteUKVP8PqOiY4rnn3/OTdFhHXfsMXqbeffySy/VRz/6CX3oQ/+j11zzWr35TW/Sz3/+c/3gB9/Xu979DvP+KPW6YNXtWCW1fwbfbDajjlJJ/O20xYsWaKrXR5cvcAPh4osvibw66aSTzPtE2Bx++vIZF9L6ent0wEW9Psc6WcP2kx9fLxp2A/29mtzRrjkuuJBn9DuGJQHHXjz44P0iPlu8eJH4BiPn1rnpvG/ffhUaGrXb623Ztl1btm7Xw488ru/94Ef6/vU/0k9vuFHTTKdpbgQQv9/x979rdHBICzo7RdNizIl1pEsuq2luFpEQv+vd744w3H7b7bZNM9Xo9fmbn2984+u1wo2JH3zv+5ruRmjd/hW54e8RgWdbW4euu+69jk3b9Mc//jHaDYraPYcOaXioX7t37VBzsVF157t9lrku2wx49rnPfkof/b//0+RJrZaPz+jXv/6Ntm/foaoZTfLONy0PHepxbH2PPvaxT+idbny+4Y1vtoz8l97znvfpS1/6SvwGzuDgsH1rIh5cWbbsSC1adEQc//Zvr9NSf/63f7vW/P1vve7114qmzxlnnBEbhPPdFKLR0+aY++9u8B861C3+Jl6Ti0333nWHug/u0xLT/fRTT9G5Z5+j559bH31zl31a/9CgNrsZxfs+F/enuGDCQ9P4FjNeSlJHXFLGMsPPqd5kuiyxTWpysY0Cyxzbs+AciQI9PuLHtsPoETnK1GlTjcvxgr7oI3aUZhd6Ouq4GZ2+8x93C9/z7W99Vw8/9GjMO1YctVLz5y1UsdgcbWm7G6gDLubuc/EE/V1hnaBo+Je//VVf/spX1DfQr0lTJ2vrti498NADjglyetnFF+vNb3mzLr/8ish/7MIC0wk7+03rMTbx5JNPdmwzqkbHxl/44hcN63GieYNNozj1t7/9LdoGePGud70rPkzBTzvToBweGo5yfIppevDAASVpalmbpnPPO1fz58+Pa4LnHOdp2JOsbRH2jIYt8r/H8Qe5CMXqf/7zn6IxSeOVfG+mG64LFy5yHCTbrrx95DS1lzpsT8tqdLwzx0XNeZ1z1dvTq69/7WvaYz+4/rl14ufsD+7fq1wmo39YT2pOJsANG4//Qv8YOfvPEEKMK0cdX7fZBkxxzgDeFCXRzV1e8zk3aYGxv79fwAt8NINuuOGG6HP5BhrXyLmCZWD8pToK+A05pkIOsKeN9llNjqsafCS2yVlX0zRYBseiiDXbhmPHgTWEEGOKNE2FXyyVSqbrdPGTvKedfnrkAd9anzO3UyOWoe1uPuzas085Hs6tSdtdPOvvH7CYhHjfxZYDdJtYmZieOGjYfom9prgoCC1avEfZufqYaTHq+tOBQwcj/xLDMuyCM34A2vATe8Rf4MtaXIMuwM417BD4sg72j2vgAS2gP/c0uClAjMEaxEfnnnuusLfYSZrdyCjxxJkucp533nnmf9Y+NxdjKPgBzfGDwD19+nSxPnuxJ3vzGf4RC/FA0Z9u/rNuueWvuu3W2xz7dImf0r7xF7/Svffcp9279+mZZ57Ttq4d9tcPatOGjTqwf591cERVNxT2Oe576skn7PcPRlkBbvI0iradlusT3Fg+8cQTdMbpp8W4bnx83PP6NO58MmceZ3M5EfNBF2QBuwTNoCdwAi+4cB/84Dy6ks8TU04X/A8h2A4UNW/efNVcR2SthQsX2kcORv8EPc3sGKdxDbqwHscQghLHCcj/qBsW0F9+oYvMgSfwBtqxN3Tcvn179LHMaSo2Cb5A5/9v7cNNJ+DnfvDiyJBfE/uxJrQCP/YFb3gO7MBDzWX/3r0q5DKqVctqb2vVYvvga159tU495SSVWlvU2tKsrP1rxnhUTdMR28BxyygPtvT196lsHiXWo5zz2JZSs2bOmqFJbtYhj9AFHKquC4EXMGTMj+kzZqpz3gItWXqk3mY/9Ka3vFWvevWrNdf6hM1e7abLAtO6xcXyonUWHhAnD1qf9x04GOUthEQtrW1adMRigf9aN4ir1n1wpEbBuSRN7T9HtXPHLnV2ztfJjvErkmbaX0yZMU0hmyqby9m+z9Gc2XM0qX2yFixYZFnrETEBa+133rjftpWYj9gaWnLEbyDfxPLM4fyIC/nszXHKlMkRLorgPNiILZs7d46w/W9721u1fPmR3ueg1q17Vs8+87QOulYDv8jtDKLAhc+pcYCOyGk+n4trslcIwX66LuavXr1Kr77mavGg2cjwoG31JK1ZtSLGhN0u/G/ZvMn3VZS3PtT5jqT5FUKI94a61Gtf3dLc5LxnuY5esVxLlixSwbXxumt4LS0tolaDXV/geGemfTOxyPO2ywdMGx5YpGbQ7TyVJit6yXHYNgv4axTVlDie6VBTU4uSJDUs8t7VmP+jEzXXC8EDPNFBzg0MDChvHUTm4X+H4/JMJqOWllYtcf6wfPlRytmfNTi+aGsrKUkTr1lx3j/mUTZfU4UkSEldqZupBw7t0+atGzUyOmSZGHJdqU8Dg31KfK3YUlTw/TU3oQyqEt/T4Yb+8iOP1Gn2raeefJIWLZjv5l2ja2xjhnso7kGzqM+NFvS4YtsNfK2trZrsXKbT8rt8xdE64aSTdYJ9/PKjV2regiM0adJUhZDRmOuVQ8OjGhstK5NkrYN545Pz3sbDNmxsxNeokblWGYMfhEIh7ts/0B9tDzSHxsOWu0zGa9gvN72kM9AuhOA7DvM5SZJoU9IkjfrT7MZee3u7gBe656wHBdc2itY3eMA5+ILcgR/vkclR2zB4y7Hi+mPGPEHH4R/zhg0zRz4z6vb/WcsdNdDe3t64NzztcDxFjMFDhFdeeaX4VZH3vf/9uvb1rxc/6008OcN2YunSpZrbOU/4qalTp6nJclo3XuA5xfHWrNkzXYNsUi6TUdXwdB/cL/xGg2Unl6bKOb8AjhpwWF6gQwgh6k4Ih4/AKL/SJIkyB/4Mn4r/hxCi/0ssTyEEr48Vkfw2sga6YGexB/KL2AuZbWtrE/Fmk2MLaDtzxgz7kHniM/TjXMHNYOgHv6BxSJKYd3U4hyEeKjjPmjpjumbOma1Wy2Te82v2QXnLvZTYz43bdtdVd/3Z6hp1q17zlZCa31mPTJQpgxX/LzufGxjstx6MiC/p0BQd9znsFk16aDVu+QMWrnEcMU+3bt0ict4hx+oZ+wNwYySmCX8es8d5GHJBrIYN4JuY/c69Gg3vZOcEw/Yb/IQ/NQvWwYYeOLBfI7YTuXxOxO5r1qzWokUL7VPbIsxRtn2duLvHtbA+x1Q8hM0XqZqtZ9Nc8zniiIUihj7Dcdkxx6zxOkeY5h3mV0ZZ23fgq5sg6Cd8Qs6RcY7gxjn4wDkG7+uWlUgs/0NDtVwJ5kmrLAWqjPtkPStogh2m2QnOfS81Ujnus118ceMGrX/xBfH3U0edH7IPdB0wDkP2Y9y72bWKp1wboua9YeNGdW3bFv1An2Nd5rAH/CCW6vc56Itcoj9zZs/WsmXLRFwQQoh1wYPOEZGrkmmz2PUg/KjZIxMjKxALIZjp1Qg8EytODrHPYy72U5jOJBmLVKJsJmdjWrWxQbjkJL8cBSsJic9jZMsac5AqvyAW9KqbyFUbwbHyqIOCcSVp8Eg0bopVbeDzZnI25/UNUXNrkwma88h75AxfGg0RhVyYAuIQABhrBjBj5Q4hKLVC170ZxMD47du31zCOKZvNqLmlSfxEZ7HYYFzzcW7OxSrmY8QQJgZrsF7WxiBvI8F7Ly2OORtB3sMo5gJHzbBzT6MVEYM5w0o8zU6wVCp5n0Lc5/C9WWFceM/aaWqD5ICEvWGi/GId4JlYHxxhKnPYp/rSfM5PDK751vh/NpuLgShwMx8YuY7QEegTZCBYE2sO2IkiPMxjbeBCDnLGE5gm4AAm1mMOc6E764I/AtfYWDSfGgT8IQSFEMQ9AMWaOBHW5R54wxoM1uQc+5QtL8yFPtCJ+//fz5xrdBLcYWNB8RLDyZoYpkMWbHCBJuDGeywv90ALcAHmiTVZB9iABRyAAzpwvWZ5Yj4wcQQ+1uQ676FBNodMZqOssxdzmcMe4GURNO8bLDNZ61PdCbydeCZrOczGc6wbQgAEdTu4Yu0hF4y4P2tZrVumgCXje8AJwzhgBQduHHO80f+klntwJPCFr6MOvHnKwpeUtS6kiRRUs5MDjoq6ew6qu/uAYarEQt2kSZM1Z9YcrV59jM53AXSFi7hHOnAq2TFls3kNuoBQdqNr2A22PU4EKIL22UnjqIds6Fm9udisEFLj22gdbYvHgYEhF6NGBTwhBBvcKda9dgd57Sq4MMx1ZHI4JrlFB0yjsZE74OIONIDGmWxOqfEvlys2XiO2J2XbiqrnjgiDX2goapKTY5wldiFrfR13sg3dHLMeprXPQbOa6TlsR9HjBh7BOk6uYm84YnqN+Z6aeT70ktE96EYKQYrBVs2MHB6yvXKjecCFybLnYger0MTrwXf5Fed6j0HzELyQKXhc87kh05DzfK460WGUjdOYm7FVF+nG/R56lJ08Md/LRTvBERkOfpMxnyNehoc9wYX1fMnylPH8jOlesJ3MRbzrde4KMVjJZQuS+ZO1rau4AT3iAI2n0XiSdNTv+YkHCnMEzuw/amfEsWpbwx4hsJbEvuMOBKBzg502dM3lcl5b1nVF/QdG+QW8FeOKLhx04oKOhBAirM0OLFPLJnNZg/WgF2vBR/YddXALX9FdcEVPK6Z5CIdx8hYqOwhh/cPXBwQuY7FRNqr9+w4apmB65OPATkDfsm0MMjbs5hl7siZwTBwn4EYWkBXWxL6Me6+R8YpCCOI/5leMX8XN5GqlrvFy1cmUbA98TJJI93nz5h3miWU4n81ZH23vvUbGuOPzMplUFSfVjcWCMk4yWGDMtE/s/2bPnmUdrcZ1gAVYoRn04NvvBfNy6qQpmtIxWeNOFCi4jVjOcrncjXbPAAAQAElEQVSsoG+SpBp0QFUxzaAj9OL9iOmaNSx1K8g+F7UplnS7YYU+H3ASS2GBp5DHrBd8ZhC0cty1a0/UvQMHDmnXrt3iHmjENWCEVsAJ/yY7GVvgQua8+fOs+5MdsHXE4kexWIw0SU0DcEmSRCGEWMgiWGEoyMnXkBLLPPpZsQ6VTbe6LzAfPg64Cc0xZzqAG/sis/CSAb+QuWHbFwpSh2lR1eZNW9XpZOE9732f3uIku9F+CzwymawbWU2mXYuFOait1B79KOdZC9rlLOsM5FV+sR94IN8k+bfffptuv/12EdzCA3Bl4PtOPeUUUdwnWcEHD9t2INPQn/u7urriz+6udbAHHbnne9//vu51M/OAE+cVK1dq4aJFarD/Q+6ZR4K0aNFiHb1ylU5x4YK1gXW+C7uLPJdCHbTANwI/wXjdBmXYOr9zz14tOXKZjndhbK6LHZ2dnW7KPiyKxCaApjtBXb58uV7zmteo6uYtT0iOOW7bs2e3FGqmVYP6nBxjB5qKTT4XlDG/QghRZnkiHtyzPgftS6WSHn3sUf3w+h/q4UcfEX87k4J4n4Ndm14nG2MCRvlF/ETQfLC7WznHXwXjPGBZfsyN6CRNYwH84ksu1nkuPKLXyAS4cR9F/MsvvzwG/DQAFjgpJ1aAT/ALXcA+k2SAN9+iCyGIb7bwjRHoTrAOzZAf4ODcqaeeorPPPjviVnUMyzm+4Yi8nu7EAvoR+x137LFCPpBtAu9Gw07R9fNf+LzvP8vNxeU60oWdq199jY46eqVmzZ6rNJPTmJP4A9296u7r18bNXXriybXq7u2XklQ9Tmx6PZC9CVpWrddF051v9xHEgzsPFqAT81xYaHYR5PkX1muS9ZC/F0gBH1kATujFWsjsKZZLePz5z39Wf/nLLbY5FY3bxre0NKlmvhMzh0TW4UlRf9lnwL6dbw/wYAA/R8qaxGRvdLOouaWkGW5wTXPRN2edqtpGFhuLyjnWneTG49w5c3TUkcs1y3NoPKdefMi83e+mMI3zHvN8j5sOFMP5FhiJILygQQE/0BtszVTLZ8kyhZyzdwhB8JuGE7xEp0KwHjuOoQnyghuzX/nSl/W+/7xOf7nlz+LvVtI4oYH2pa98We9w4+Rd//4fes01/6ZXXHGVm5Xv0K9+8zt945vf0Ovc2GptatRF552tV155iTqai/rAe/5TRyw+Un/5662xiVW3r6RAtsvN4v/9v//RP/5xu4ZcdME2ppZZZK7buD300EMu6K3TCSecoF/ceKPe6uLmJZddrkcefcwxWl4rV650fJTXyNCA2lpa1OUE8I7bbtNy6+q/v+ud+rSbtRe4GN85Z5ZOO/UklV0cmjp1um3LVULOsT1/+estuvnmm8z7Dl333g/o1DPO0ZNPPRMfnKLh/exzz+g2N7/vuvMO3XTT7x37rRaygLyu9P7Y+5/+9Ce655579Ngjj+rJxx4T347b7Wb47W5mPfPUk9rlAvTundvdUL1Jh+zfq5aZQi6raW7O/uD739OXv/QlZZJEM6ZPFXJQsxygE/Bo1LlkkmR05SteqRNPOFn/cd37dd173q8zzz5XF19ymd705rco6ybMr377G139qlfr/dddp/f/53/q5OOP0ytf+Qo12Ifs2rtHh9zgHfG+8j473CT8+te/rvkLFsZvzvCAHrLS4EbG1GlT9N8f+qDmuPCM35w+ZapjhTGhK+jGGWecof/60Ie0x83dqvlIw2ry5A7761TzbRtfeH6d+h03dm3ZKproyxYv1tFu0Kahap1o1uxZ03TmmWe4YfpO8RAF9mDNmjXRViCH6Mlz69Y5hh0yqKmwk0uWLRWNIn769dOf+bQLWic7Lu92/NyqTttiZOVnP/2p+MYcMkrMiV4j93yT86677ooPc2Cj3/CGN+jLX/6y7rzzTv3h5j/qootfprdbVt77gffrrW97m1atWa3XXXutm75f0Jvf/GZdccUVuvDCCyN8TS48Ufi45NJLdOxxx2r2nDkquejH31ui6ZPN51Qqtehr3/iGgPPd73mPrndj7dc3/UEf//Rn9NkvfEnHn3iSdrnBdZSLmZdeermOO+4k+9GS9u8/pC9/9evRH173nvcal/frm15n/YvrTbd2odNvf/vbxT74P+g0r3Oe3vSmNzl+269NmzZqq5u+O3fv1q9+/Wttc/HjwP6DCrZHfBsodf3gzW95kz728Y9F2I47/li1uSj2+FNPaNRxHnbxpJNPth2ruVi/Lxan8K34Gfj+3ve9V/+8/35ddsXletU1rxbfmF/tAtGR5u1RRx8V6THVdmbcsd/MmTN1hAsmpVIpFlVoQLa0tDgeGo72fraLLeCAb+cIXdF5HkZoLDYouIre29st9O6RRx7SwoULdMYZp+u0006N7/MNeWVM61mdczXFRasBF+lr9tXY6Yp1J5NmXbhaqqlTZ2rx0uWqOL5ftGSpVq4+Rhe//OX6wIc/rKqDug0bNznbk/Iu1AbrBb6oaH3Zbn0FHuQK+0gORFEM24lfoGBE04exatUq+/eibf5k4R+QlWuuuUannHRS/Hly/AW+M5fLRxkihrn55psPF6Z6erX2yaec+w1r2LlQxbQjBsi7+SPHDRTUOba3l1zIW6RFbiDDJ+SYvTdt2mS52S++4Yvu4D/R03w+b9yniniSOAe/u9x+pHPevPhN91Md/5x6yqnWy5WaPnWG7c5MKQnq7etV2TAMOlclVoUGY643keOg62OOc5M0VTaXizJTcY1q2DH4iOUnyaTK2KbxAAFyAJ2AY5FjK+KO7dt3CN8UQojxK3OgtUMYYXfYiziD5g/+d2I/bPR282OrC6YhBIEfPg//hnwyD77BG2DmiG3mHNeIY7Ah7M2DgvxKBr/IAL0anJd1TG5TwfK0f/8Bjds+EosmSapiY5NJkqrfeWx7e4fjraq6urbFWl+vc3r0i1h5I4VJ27x19hPPu/n05BOPaeeObXrB8USTZYlG+ZNPPBG/sRaMLPAVi41+J6VpojHTD/u00QVLYAI//DgPDxDz8hk8iWVS0z6Xy0UagNs+22DOMci7OEcMVnG8Ax4NtufQnnifwfkx8xC+INu8n5CZJtu2dtsy1iJmIIZkPe6Bl+DMPcyDtpwHNo5cH7fcMBLrETCCIOdZD/qHEDjlPLMurjPSNCOut7W1aYbrgAxsAzBNc02Qz+DB/dlsRsTVixcvcsG/aH3rMI8aYrOi1bal6NiR+G3atMnqsF+dMnWSWqiLNuZVsk1ubm5SsIyPjo2obt1KMkHZfNZ1zmaV2kpqsa0itsRW8AB6vtDoOLNimBP70GYVvQfxWnNzq+9pVVNzi3g4peh1oWer719+1ArNm79AxOHQBt901FFH2c/OM94112x6ov1DJkfNh5ztTprJW6bGtGbNMXrzW96mU04/QzPmdKrY2qK+4X5t2PqiHnzsAT3k8cTax3Tg4AFVqcU4N0VeaBwj9/hveAxd4TsyAx+Zg5zgt0IiDTpWYpBDz7SPX+SCP/ijf9zPPfCNojef11m2H3/8MW3dulXMAS+ugwN7Ipf5fF7wHZ24x3EQ+oUcAkfWfEPO+IWDyy57uQputFBXmDdvrlpbmtRnO79j21ZVzBeaGw22k8F19K2bNoufdV6xYrkWzu9Uatg7584x3yeZ741KfWLYuNSq46q6aU7zhbWPcMNjiutcB900eOzRR0UMOeYYquo1X3xxg37605+KB5aGXL8ipv3Rj34UfSV4lWO9alyZTFa5XME4ZVT3fflsVtQhqo53wCWxjFNPxc5Ab65xJB5YuuxIN6U6hRzPd245zf6p4PistaVkWUpjLDU8PGZf0GC+j2qPY4Ex2wB8SjaXamRsSJlcoqaWooZHB2zf99jWDmnSlEn2ffPdUJ9nez1VHW5ezZkzS6efdpre+pa36O1vf5vjqSt1knPUWTOnu/neJupD2WzqfRVtbrv1e5qbfsS++CRiitlz5mrJkmVabP+4cPFSzXFM0VJqs01uNA3yhjNvmc3LAqya6zehnjjWyymTZE13arWjMWZIrFsZ8zqTyZhuSTyHDCIryFG/c9cxx99BqcZd/6nbJ1egp+t6mUzO64do15CrnG1co/U5tb3jfujO4FrVtg25G3VePmYdwv7Aj6x5FEKwPR0TMsl9Lc3Njp06zIs5Atfp06YL3FesWOG46zjTx3lbXZalVMQo5MOXXnqpXvPa15qWV6mzs9O0WaIjndt3TOpQS0tJU6fN0LLlK3TUypWaadqFYPqGRFXLCd+Axjcdco1oaHA46nvNCTt5Yda0yecypl2wTI3bn4zFB2sq9q/ZXE51BcnwA3fNNZwx+9QJ/LLGrbGpaH7kLJuZiCPXoIleenFfCEHQImMesBb0g47oYepzzMFGc2+rm1rMG3Q+yTloynl0nHUZ49YH+cV1BvScNWumptk2o/OsQaMRu1sqlTTF8R/xcGp4R908zhgvYquq8WG9bCZr/W+wTBUUZJpV6hoz/9FPYvYkSZVJs0qMh/yqO77IOK7IZjMq2mc2umfUYJ+dz+ci7/BFzKGBTyz5zDPP/KsudPjnyp9SV1eX9WzY8lixCFfNp3HVXJPIZ7Pq6Giz3C/SRRddoFWrjtYM49VgW9bj/shDDz7o+tStevihB53vOU40DuAJ7vyyzkzHuMRg6FRra4vAH3uAHgMjn5nD/FbTeqpps8A1PuI3YsTzXI9Zs2a1/d5046soC0O2Z+Om27jjkDHbhEiGuiLP4SP4lkxn/GVzlO02tXrv1HqSJEnkPXSuVVOVx+rGM3WDNai/b0Rj1pVB1zyJZXt6ezXm+vmoz+23nSQm/f8xdRYAlpV1//8+59yYmTtxZ2a7ZraLhV0alu6SMEEBxVYM1FdFfW3E7u5CSRERJIWla4Ellu3umJ3uO/f+v59nHf/v6MO599znPM+v85yz1CjbnLexTta0oabPP6vz6spX9fgTj0c7+sILL2ibY7Ed27er3TJeqVSiXQEm8MYmjm0eI+os5K4zbP+gSb19Z9byx9pV9nnM5VySmrlJEmxsqhVCMHNg0IiGHUygBEmSuolRislg2YpUcnAvG46qfI0ZWrESlVSyEUFQQ0gUQoiD64ftFOREouIQf8SCVDYDGUNWOAQyNdEOCuqQCGIzFta6Yv1/YUjTRKnnADAj598ZnIvrmIAEoTjffhcvBs2wEReBRsrDdtAlDZmR/QN98bPBEn9cF0KIilxwQaraAdrAwKA6zBAcdae73r12TChjyYYuhKCMlYY9uV4K4g8mMwbNQJhQMl1Kns+1/f39GnVkzGHPYdOTuUOGmeOgYR39zO+syWAe1zOAodcCM+g9WDtJkkiPjBlpvlugaNLlnLw2KEkyHokVO29FLdhJj40DRjPAM4SD/B20MwbOgf8YcODgM7CyNkKOsEPr0T3Bn9/YV/4LIXj/QSt0Je7H+swF1i43/lgTvEIINjhVETZfJvAAR+aBjZhA2gAAEABJREFUH5/Zm8F1DHgxahRZM4TApXGMwpG3kWAkSaqR/9A+MW+YmYZEWdMqb74hN/AHZQUvrgGPxL8DM9/5jSP4y3/ANDr8Vczl2tH52WzO8pOPvACHsvUitdGsWC8s4gohEXNqa+s8L+fPWbEG+9Q6yIc24A+POc9x+87tTnS64jxgZuAsGxqK8fzBV9122pD2K7VO5KwLqeUAPoUA1rLMDSmEIPQxSVPJhitNUtOnZH0uCbxbHVwsXnyoSAoLdmj10Zg1afGSIzVzxhy17e/Q6jXrXSDZo243EkfKQTnrOncm5h1EBaWqK9SrsbFZMx1oT3dCW2MdAr6RkbIKNQUHT1nLhQx3TzRykZfmUbebIKVh2xc7nYph63HCvW3bdrW5oTxgGU/TjKTEcjVkHMqWm2ohu+McMDXYgEMT6FrlxKC2tt50rXJCMs4BRlOkywEbxLJtUcVMKNn2mBRep6SQBOWqcsrX5FVVqNKgm1gd3V3R5uQNOzCxbxIySpODIwmpkpD81y4iQ/AOGEKSCDnutZ3odaI+6GZzfX2d51aJa+BtCEFVdpTZbKK8985lq0yToBE3NDPGMzV/cACD1kVwqigIfiEP8Ja9kBdsFHxjPkeSVxwefGcue5WdjCCDFfOqzKjIPKtWkslpyHSvqq4x/0cclPWaToMKITiQqo/2AbwImvLWpxHzr+TGFUdklICAPWvt6NgfnNERzqMfFQM85ACFOVWWDXgUQlCSpLZJtbHY1GsaVZvGB+dUqcrOB7zAb8i2MDUdipbBJEnsTyw/TtjTJDGsPRr9LWsfFUIQa3Atc3ssSxCsUKi2jIw17as9P6s0yeggraUO23R0C9pwDXtmsxnL16DpMSzOsab8Vy6X4/6DtsvAfMDFb47gDI3Ae9AyGgwb/JGCsDvy34D9RwipaqoL8Rw2DPqwdt7JVsYJQLlSUjbnOYW8sv4ez3nP6IS9JvuAG3AkaSICPW5eaNu3X3t27pbzZSdo9mvmT8X2ZufOHdavTpFMl5yADdun8uo7ApypU6dYJ5pVdBIxduw4B9aHuBg3z+eaotyCB3o1adLkKAeJ90emxlvPCNKRuQkO1DnSgEVGKbiDE/6RJsEkFwsogjEfmQSPgnlXNC/hG3552EEU/OZ7BYU3raAjn/G1O92g3bZthxMw25quXg0PlcTThwP2SyGEaM+4tmz55jpoxNHLCNra3JoGXWIO8tvjQJoiE8k2gSJFt3POOUfIJUVpWcUWOfGYPXuOP6aW3qBaFxHgJzTIZi0/lrVB07LOMp/P58RvwIudhx+RP6YXsHANeCPfFA9o5M2dOyfCDYzD9vlTXWiFLsgTtKPIxNMGJMUk6AR+wN/qRIcj3+EFhflDXLjgXEtLaywGg9fUKdN04esu1JEuVkwy/6ry1aLARZHu97//fXw6DfpBJ/AGfmgFrElIlWayavFe48ZNUN52lObhJPPy2GOOibRE/9HL7bt2aLOLaLv37tbefXt00JZlrNM92uPvff09Tto3xuCcZkYaEqXmWbyjvq9XxfpadbgRXGP5pyGxw/6NInix2GB9HWc71B+fFEQWQwgihtvqhk2D5Wehk718dZUbi+vF00ipdfaMs87UNBcf5Ln73PhP09Q2pi42IcA1Y96R+PFvt5KEEPgT+B7rxhVFYV6fx6uIGeedd564ngFdKJTze4ftBYE9MhxCELLLXqxLQZDiyqtujKxYsUIULSjK33jjjaJoim2hGPnYY08Ylw7LnBMDNzUzhrPKvnqOi7CXveVN4mmlltYZqq6pU+oCR68T8u7efsn02+UmN7I5y0VmeEhxGdnK+/p+N+AJ+neYRiOWq4ptR7d9GDYKmVzs5ImneR528ed73/+Bdu3cq0eWPaF3uNkC/sCH/PU7NkV2SRQmONkCtw984APiN4oy99xzj5DLmkKt/VVFJCdjmsdqmhPtkn0JskxB+81venO0uXwmGfv3Iw+rvrFBg4Zt+/Yd4q0SXabnlo0bVZ2r9sirOpu3HavE0Wn7Cg69LkpU2/f0W2asnnG/P7lhQ1xB4we+QAtkcsR6GTwpURB86erqtM0uKW/54N8cowB85OLFGmO7V2eft9tw3Hv33Xrt5VfdCH2jHn/scZ139jk647TTNMnJ4JVXXqFPffrTus4NrV+4CXjX3f/UH37/O/3iF78QT01/+lOf1ne+9S3VmharVr6me/91j5s863X3nXeqs32/zjz9FC128wVLssIFul//8pfqMc7PPPmkvvWN67VixQv65a9+rj/f8Ectf/7ZaP/fcdWVqqrOxebm3n0HdMutf9Nrq9bEp4T3Wq/6HU90trcpn0us1znDeqr3atOA85uNG9arr7dLzU316ulu14L5C+0nGlRdVRByV7adHDOmSRdfcqF9XH98kuu440/SL371a/Fvln7/R993AWumk9IRkSS+wY01kk7sHg1ybgZpdUPn8suv0Nlnn60q++qi45phF0IqzqvSJOj000719SWda7sKTI8/9qhhzWmSG+gvWS+Os7598Qufj80nztG4xm7xRAX2ebybvyeffKqbbJvV03cwKR4zdoyOO26pTj31VD31zNOikMBT20qlu/75T/3xj7+3PK3Sj3/wQ11x+dv0+S98Qa9zkehLX/6yTjU8F7mo2WU5mmLbeOIJJ+nKK94u7H6nmykk810+3nDDn20r2hwb5JS1DSSG4bWe51/wOr3uogt10cUXCzokxpGm8wvPL9evf/VL/fxnP9WPfvgj0TT+1Cc/KZqWN910o+3xKq1Z/ZqbSHujHUOPytZJ5JWnIG+99VZ95Stf0U9+8hNhI/i3QK+44gp95atf1fXXX6/3f/ADOso2l2YITbfq6mrdfPPNOtb0m+uG7S233CJeRUvj5Xe/+62w7TwFik3DR7Afv7M+vuUtl12mifb7jGnmYUePC9cb16tihamuK2iLmz/Ahx/kiUN0X/7DR3DDB/7uuuu+Jl55/PGPf1yXXnqp3vnOd0Yby17YbXSfGxPQR/zY2tVrVJWvsr3YIdl+DQ6UtH7dZu3etU/Ln3tRG9dtjE8073asssRF5K995Yt6z3uu0uIlizR7znRfUtGRRx2uT37qE26IflVvfOPrXWfo0Rve8AbxetU650o80VWxvm91nsANYEODw1EetmzZbLu7Qvfff5/uuON2/ehHPxT6dtJJJ1j2ZouGzvfcZIb2PHW6xc1Y7Mqvf/1rYVOnuXE8xw1S6Pr5z39e4ATdS87hkfvNno/frHERFB/VYb1mzj/cOOSJPuze0cccLd56AV9ed8EFOsmFYGQcf4RPPeLII0URDN/2hz/8QXnbOW74eN3rLnCz4XDb1Kk6xmuc52uv+9pB2iMfX/jSl/Shj3w42qZrPvYxfeSjHxUNTeCENzTFjznmWE1rmabxtuFOp3T529+hBW5+VNnuVZJUvcSklvNySBWcbzy3/Hk98uijzut2Cv8I/7q7uw/GUY7N8AvADax79+yNRSXkRf7jXN62gFgnTZKoJ8hDnYtKrTOma7FtLoUm6MRd+hnPSSwPZfuLvXv32B8e0Nq1a7TJDcRhx4TDjvuhJTHryy+9EuWeGAu/zM0NNNjZi/3hB0/y8nTaeprF1jHkf93atcJmoffQfKeL+Mg1n4edk4BLj3OPvfv2in+y5rVVr2rb9i2S7ZhsJ3n6a8h2jfgH/LgOeiSGvegYZMCxPk8x/OOuf+qhZcvsZ8riDzoRY9bbLqIz8DRN0+iPsB/oE+sRwyEjxMY0qIm3icVYA33FH/MZPGfNmuV8ulHD9p3cLAFe0IccHX3vs+9HBztdm4LGIRyMTaZMmSL8ODBA/xkubi45YrFOOf0kHWYdW3TYITr62KM0c+b0aFcWL1mic885T8cfv1Qnn3SyKMKzPnIPXsQb7IOujMo79MfPUoxdv36d/VCvSqYbNxqXSsOGecg5xXCMeVmDJ26qne8ttkyM4gUe3GCHToA3NAohuODaHeNA6MI5rgfXIcsHegd9GXznN2DZuXNnvI54F7noNY/hGfTGPsF3ZAlawgeu4xwxVAghyi50Z0A3+Exus9lFauCAvuzHNSGEqB/ZTCZeB59ZG94gm+zL+nzGZjQ3N6m5uVnkHtgX8iNojD07zTEHMgAPa0yfKtsCruFaYGEt4IF24AE9qq1zwc2ens5edR7otOwG5d2cyzumJucbHOpXLm/YchlZ3Qxr6lrtkHodmw+YhsPOE0Oa0962dq3dsEkvvbJSL7z0sp5/8SXt3demfT6/wzEnbzjh9YhPPvWMHnjw31rjxl+f5Z8CNIXqXtcg8eGvrVmthx99RNscg5Yo4BsHeDJkuR107pbY3sxdOF88LbjdfPL28d+3hBfwddj2ALnp6e/W5i3rVaitEf9+X6/jX/QYnxyMSAghylNqvYIP0Ijr894PHUNPt27d4lykTwfaD8QbqLa7IE4DHhnd4mbm/ra9evqZJ/XiiueFDdq4eZNj8gbHGKfZ9h4R9YbYFt5jA+DjkGnGgL/wBPk923EQPAQWeNQ6vdX59EIBywrHO8gLMs2RNdI00Yh9CHzmJqxBx21Vuaxm2Cc3NjSIf7bqxptuFv+ExHXXfVUrX33FfC2pyjxsbKjX7FkzddSRRwr52Ltnt/1Sn1rcZKy3D8/nctEub9iw0Tb8Fe3evcd2SdaHXu13DW3OnHki/khNN94ORD5Cw4AjegJMfY6zM5bnftuUbtuTxIhm/d2HGO9zDCHEfcAx0r9ie2O/MmCfst4+vdfyQB0EWg3Z1va4jkecssP5PHCMUOOyLOQdG7gc53VlG1FyjtHumK9byO7Q8ID4IZfJKE0SZUw3bAe8W7XyFZVduz/h+ON0tXOTL9g/f/J//keXveXNOuuMM7XUMdJ8++7Wlhb78irTYbdt+1btdV64e8+uaItDCK5t1Km2ts60rFbesKT2g0GJQgji6LaEj0H8odc5dMsyBt7YH97shc0iVkInQwgKITi2Hoxj2HKP/EOjkuuaditKkox4G1dnZ7cy2az3r/W5RMxDPpDjAdc3elyr6HKdvM/52JDlDp6wZ848BhbWHh1ch52eZnzJTxvsd7EdNYWa6Dew3wsXLNBJJ5+sJYcfLhpcjOnTp6vF1/CZGO+4446L3wu1BaWmBfLQ3d1jGw5vurTBek9dhnP8m7Q7bRuwC5u3bBXx447tu0zrPabzfutdh3r6B2xbDqiju8sy2GPfMBiP6PkIyh9S5VxjYCRJVgqJkjSNspW1fIA3A9kE10hH2xXwhV7QgVHyOWiJbQwhRNvQZ7u/e/du68HLji3WCp/KNdAQ2qCP+ArsOntgM/gd2rMP/gI7jVzwe0dHR+Qp9oDYCD5xnuvgEzqVdZ5Z5QZos/OViVMmiydYi7b52XxO2DVGYllOjLesMyNu1o+4pgpvGdgx+Q888PsNrg8AB/HGxEkTHMuNU119rahd4CuAs82NUHxyb2+PsvyJv5QAABAASURBVJYn1i/ZvvBwE3Bu2rRJ1AX2Oc7q7uxQJkgNXmPCuLEa78FNJNNtsw5ZuFDznFcUDD95W4dzzEJNXuOMy5Qpk6KuQLO85a/Bdogb3mjOQqPpliN0DT3A90AT4IJm0Ai8kFvmAjs1SGJral8NDQ2qKVSrxvuSnw4M9lkXhkyFiqAp+ECbgmuH06ZNdX46S4ucU8+ePSvWK9FF5iAHHJM0jdeVhoNCJaOafK1ySV6lgRHLXrfIHbfbF2ALoF+dcSnU1Qo4oB8yz5yVruNwk8zDDz2kJx5/IvoQbFiH5QBZZD/ogRzAf84jO8Bab/0Dz+mtrUIv+Q7+SVRqKwOTWQRGsRADYEq2EGUrRl/fgBP4XiEkIQRlMYJWyJIdJEYRwlTZEDW6kNHY2Gji1cTEFcEGiSQkyiSpqnJ5FWyYUytTxozLuHip//zBGGAAARAjYNrrTjPIlB1EI4QQpbGxqIZivRO9go91qm+oUy6fVcXWMU0TJRZo1oEYET8bLY4M1uq1IoJbasagTEbKBmU4FhMxJggKAsOAgFwHEzhyXd54ghdHQOcc9GJP5rM+gSZwjA7mgcP/nVuyUoAzA1g5sgbzgA0Bq3EyVzb9h22scy6+FYtNYuAkCoXaaNyZC21S84PP3MHTaB6gqHV1dVEoEXQ+Z62QuVxWCAVr1zphDeFgYItBAnZgBjcGeDIPhWc9BIfvCE+lUnHya5kAuf+M/4sTuIIPR+aDRwhBfIde4AveDOiGEeUzR2SA4+j1XMMYtuPhPMFA8J4YizrTKKnIOdKIlatKdcYJHGisDdhZsRd0AR/wLtnDly1PvjzSAdigTQgHDTXzoRN4gi+05HMISYQdOBLTulCoU9nNKynYqVfHteK+5bLlaUghBLE2NKwzH9gfnEMIYn14Jv9xnj3SbOrgaUAZyyX8wnhNdsGc4/x587TIReZx48ZZ3Q4aIol9a6JCjxk7VqwTLPslBzMDLjpIiXJu4uUsN8gG8/e37Y8JNYW7tv377Bx32SG9or/dfruDz2fU4SBgzNiJ1t96FxEbXfQtqqa2QTwtwGudhp1IATeBPrqbd5Aydsw4457VBDdjht3syWVzwujmrN97rL8EdgdsvLmOwBs4kpBaX6VOF8FIaIJpG0JQJptVQ2OTZbZZ4114m2T8G/29qqpa6EOVEwx4WbZOmMxKk1RF63+DHciMma266HXnOyCdrppClXL5jBqbipruZHLJ4Uti8jjDCedhixfrHBcDubum3cE4gUOfA8QRywUD+UIPkOXUvGiwQ0D24RmywYCfzGEgG5lsIlt39Q/0KkmlkfKwjXunC6hZMTdNk8g35JprkGvWSVy8k/8G3VTtc3Ay6CSmbMQYfO52wfiAm8QHbdFglD/ggrZjLQvjXEyhoNLkIiqO3mrgfeQRVDIv+lywJBE6YPr3xCd/+6OMHXCjY4sLRjwRsNpFsU7byNQync3mDI0s1+W4F/TwYpH2+bz5atuH/UhNl0plRMH/c9xgeR+O80MIymYzSpJEmUxW8IvPHLkGPeeY9zohMDerGieX4DRKF37PWXbazRvOY0uHXYQZGOhTxcWQnNcvFi2T2axCCOIv68/AyvoZ+6aCnXOdG2UHzw16SmI+NBwMbtMk6iv7hBDiGiH8/yN7IgPwh7X6nHgwWCuTZg1vQYWaOlW7iF3lZlahUOsAYcT+sUc5+zf5r8v0TEyDnPEYcTA4YtkCRvSlyjLMusDKuVw2Z54Mes1a635Ow05M8248lB2IEXAV7e8q9m25fFZNzY3iDtw6F3OqqvOqdtMpa3qQwHlbBxM7tXfvPicuncKXgQuwsF+16Yy9r3cQB8zMr7YvrjOdxo0bHwPz5uYxIlDAHiHXBOrZbFYUQ44++igtcoNvogvn+GeeICCghU71DjBYm70OtLer2NioQqHOMpBxkDrg0a/SyJBtdCnKBvo03UHerJmz4r55y8N4249pU6dZfnIxYIZ+mUzWclWJ15Qca4zYtoUQLAcVpUlq/Ks17KRmnxMpgigCT/w0DUsaXhSuSXop1B3jJCyExPNHlDjuqK4peO2yKVvxuWGBR2LZCSGIJjI8G7K/ITaC/xVbrDgnSRRCEOeBG/uM7LIv8HIuZ75DEz6HEDTOuso8Cq7cLfq6171OJ554YrRJBcsqvJjthhsJPNdAS2hPIY61SIa403Sm7Rd0wl5Iwfa54OJJv1Lr4xFHHOFC8hwXt7fb9nSL5hyBI3YE+IZKQzHRpGj2qoNJGo/Q6dZbb9Wtt96mX/3qV7rxr391Q/ZPLk7/QA8+eL+WuElX66TtVSf9Tz35uH7z61/pK1/4vL7yv/+rH37zm/rtz3+mn37/+3ru6af0gBtxzz39tP5+2236xc9+7jV+pOuuu07Q8cwzznBRb2b83GbbU2d/CC3gMZ851poOB9xkKzjZQ0coEF7mJgHyB49JjpA36IxNQwaff/4FhRBEclEsFqNdb3ECCd4bXPxDB7Df7AEN4B+0RcbRB+R9kpvJDPYB1pLjMmgO/7gjER4g96tXr47wH+hoN213WUb6NcV7nXLq6Rozdrxap8/Szq27df+/HtD99zygp554Uo898piLvq9qr4u6XDdsOwZ+1Y5Z5L8xY8ZEm4RsHHvscbH4TjE1NU5jXZjbuH69OqxPXS58zJwxI+oKcKchVb+LUJZEx7+1uve+f+nSS98knqZscAx+jNe6+JJLov6V7U8ooIMfuCErHKE5dMAPtrZO1969+20z2hzT9atg3eho79LmTVu13IV4XukPvYmNh1xAuf3vt2vZskd02223igLwv+75l771ne/pG9/8lr745S/p69/4hv7kpuhNN94k/n3ARx56WP+88w7ddONf9Miyh7Rn10712LfJPmRkZFh5+5b9bfvEne9nnXO2eJXcBhfPhweGNewiTodjlQ3rVmuN5fDZp57QC889rZdeWK5u84JX4K5c+arhfM7XvaDHH31Mf7M88zTh/LnzxNOvE+0nu22Td+7YoXVr1un22+8wvvvU091r2+uigJPR7du2KJdP1dHRpmcsz88+/UyU44dcYOTfi3vxuedVsQ0asD9oqK1WJgm+vkMrX1mhI444TG96w0U69ZQT9cEPvFdXXnm5srmsKKhSVKcgR1GLJtlYx2rwo9kyc+TRx7o4d4hhX65vfOPr+uIXP68/uHn2iY99VN+4/uu61s1emnnckLB9+1aB6+1/u1X2Vup2Qea111Zp48ZN5letvvWtb8emG0ni6aef7kZrUfCVgk2aZnT3XXdpy5bNKjqH2L5jt+a7GbvGBdKMbd4cJ9qf+9zndPLJJ+u8886NryHF5lA42+lGRbeLLnnHeqtWrXZM1Wz7XNKRRx6tJE20bt0afelLXxQyio8gNkdm165Zo1O93sUXXaTL33a5pjspp9j36GOPqceyO8/7t7sIOOi4J+N1qqpyOu+cszRx/BhtcuM4l8nojLNOFU9On332WfrAB9/vgtFJmjhxgrAL7daLaS3T1O444V//ulvcPLN06UnK2QfzlMb1bpL/9Mc/0jInzHWW52ySinm3/+1vsfjyzDPPCVtMYwrbsXXr1mgfK855H3/sETdQ94o4F9vwT9Nu+vQZmjlrpt773vfp2ms/o49//BOW55t17Wc+56bFcTrplFM1feYsJfZZN91yq77zve/r93/8k3hisOSGFU8YTbcO19rf5uzfiw1FXfH2dwidOfKoo3TiyYY9n9Mxxx4jbBzN1bXr1tk3lRyn7452nViaAlHZOs3ThReZtrxKdrIbqRTLeD3ZytWroi8r218dt/T4uN4kx9GTJk3RjBkzvXaf2kx3g6T1LqDhB7h21apV3ms4XosdpBALHCEEpaZdvws6Q86nnnr8cf3+N7/RL2z7f/nzn+vWW27W/ffea9v1jEqlYcv8Qp166sl6i4ufb3zjG7T0+OPN/7cJ+uIHp7gQNc/5TCaTaLUb0uvXrzUP29Q8plGzZrZ6tOgTH7tGF158ic48+1wtXHSYFh66RKeccbZOO+sc8cTtFy1vxLM0TSmApelB3j788EPGryfGEEmSWDc2urH6sJ5//nmBT8VIT5g0UVOmTtUE2/13vec9+t4PfqCPfeITmuIGa0OxqJJjNXzEFsfH621/acBiy9Crs11cR2aOOPxwXXrpW6LP/JoboRQsufkDH40c4qf32ebPmTNbLa0tete736nTTj/VRZ16EVfhT84//3y98U1v1Lnnn6eautr47wCPnTBe/FvuPFW78LBFbrgfbTgnRr+DvsMPeD8w0G8cs9G+VywL8AsakF8RW+Xz+YhHH8V8+5rpbtiNtwzwtMXmzZtFA5+cgus67Vvwk/i7KsemPNUyPDysJBArDcd9uJkA/jEvhOCGynY988zTtgNDEQZiWV6H1lgs2jZJ3PCD7+r3/jt3bretmavDjA++q98yBA3SJHXxbLYuuvBi4f+4wYx1iCGhP/M2btwomoYU5+qc13e2d0R7js1Crk44YalOOeUU29sro1wc6xivkk8ivdir3TYi51iM+b2u+xBfZLMZTZ48QUXHrNOnWd6mz4w3+0wz/6EdsHV3dxm2WTrZDfILL3ydbWZR/LFWnWOXPudVwJda7ojfgH/8+PGC7i0tLdFP85n9qkzTZ551bt3RoZ1uMmWzWct7u23xFtvOdc6/X9add94Zb8ogVmEt1sRPQIf/+xn6I5fAEULQMUcfLRp1FC4zXpe1+Y1aQZMLvXye6Zhx564dau9sV6lSUkgSddnm9rsL39s/5IZXh3xSI86peXMRcoDuIBv4zVm227XOE3o6u8R5fEGQHNMPRDygcXABZvyEsdbh5mg/nnjiiXiMcuT9hhxHE7NBC9aFN9Ca9YhF1thXwHtoC6+QcQb4I3dcz1reNvIWfHkaBlpxPXrN73wOIcRGG7wh9oUPRefwrAU9mBtCiDzlhh/8ErE385nDYN7oXtgDYGZwLTTOOH8AdvYEbo7gxOD6EEK0pazJYC2O4NzkuK6xqSnuD47IG2vxOYQQaRxCsB/LOWetE/yH5mvXrNWrL6/Uyy++ou1bdmjntl3asW2nbXmbY5Z27d6zU5s2b9B6+87XHKsuf3GF/nXf/bZ9K9w4PaDB4bIamppVXVuvjVu2a5ubX9t37tE+1xeyuRodd8KJmm27jGyvX7/RTdcX9e+HH9YmNy47rA/4B2wFNKWhWnHm1OkYjvk99g2bNm8RN9G9aj+y0jWFp59brh279qhgf1dy3kZjBl+4a/detbV3ao/zVJtj25ecbUjWfC3Hz1n7Rps061KVZUgxzg4hxCM0gsbYKHiEjeru7jaOz8enjZAV9GOv607Qddh2bN/+vZbVfvX2dWuPm23r7FNXOv9hLg157A6yiW0dlU++k2sg28gP/qreOfc+55ncIHb99dc79r1NyDk0YS9kEjuF/iMDyEmV7XDWcQw1jvHOb5eecIIufdvbdN3u4utOAAAQAElEQVTXv6GvfPVrOub4paqqLijjmEX+g44lNxKr81l1umazd/cudZvG6PAJvhYbs2vXLvu43ti4nzx5cpSRQcfI6M2g634b3DjfsmWbNm3aorVr15k2L+g+++eVr7wSn47lTTDcgJtJM0JfEtMWuYaeVVU1zkfqI+1T/86a2AvqnXWOV6aQn9ueQlfkGX0F1xCCr6sVcdSYMWPt54q2gc0RtooLRCGkluM6r1tj/1fwMe/4OCNseo3tY9Z2tM5+qtZNF5hOHIFuTp480fHgOE2eNEEnOJa5/G2X6uoPfkDvec+7dc5ZZ4mbkWY6ZshnM8q6kzTWNq/BDZS86ddYLGqq/fzkyZNU9GdgBcdsmlXWuKVJKouwRhzTl2370MFsNhv1D7yRherq6qiH0GfEcUEIweBVom5DgzKCar5xDCER89mH+gk2Evpiu5Atjp6q1LiyD0fOMTgPbGkm/W/tjTnAfdKJS02zGiFnPPjQZXnvsw/F/8RzHR2uo3apXKkIHIATHeUowxtCInSE3A2Z3rdvP9s5Zx0b6wXjxo5TElLvUatZbsgvWLjIMdwhHou0YMFC4RfHu+YzwbLW7LmF2rpYd8hmc6q1L2xoIGYqKzVdaxxnl123Yn/5DzoysrlcnFtbXyduVt/jfK7L9UjGwOCAgBVa8VY67Cn0hj4cqSnzW85rQHMG86E5dO1zPsbv7IM/mGw48WHYTWw78QN2FznF7oIP8/je09drW9SuCnRKEu21fnc5T0Tv0XU+EzewPr5R/oMv2IQayysw4h8GndeXVVGayyrnmlzOeg+8DGQiBKRBAka+cxzyNT293aJm3Gc4qMnCJ/bqtT0lbuJckgRhe5BH9oXHmTQVx/6+Hu3bu9uxNbq+RvCXHsmQ68gV10qr8hn326o0eeJ4689xOvusM113Wurc7QhBpwmON2fYvx+xZInOdY51wgnHixu/ZzteXLToEJ155mk6+WT7hTkzxZsUml1/rG+otc1yfOlYv8Oyt3nzZseD22IsAL+AEx1g/blz52jxYYstRwuct00UtIN/g+Y5+R76PWvWDP8+P+YmEyM8rZa5qYZvkuDTGDd8WQ9aj7g2A+/BHdqyHnvG3wbLGuobjqMyVFZ1Jm+61Ud95Rroyrwg2X72uFa6I8ZfxJjEH9RdyBEY5Of8833bt20TctBnGQNuxqBpyxsUoDXNbAZyknSYGAcV8kAsKrCp94qM4li2sagoKASUXMoaQArIGSeMGStPCImBlQ1O1oakxgazoAYCFxshR2casXEPdqSOtcRaIMQelUrZ11UEUUII4hxAAjT7sgYKUbGA9jkg77Yz7+vv8bcRJWmwUKZefkS9MUBui8aC9SFuCCHiwlqsy3oZOzSEGMEcthCzf8bJHELa5AADo8VgX5SE+bZN/4ULpWX024ixB4xMLdAhhIgX51gfmGtsUPJWJgbrsH8IIToQ5tRYCWs8Z3QNaALug26ojNgQYTyga5JkvHbFCctwZD5zKgaqxtcDJ3txLTCN4s5erMM5BoZp2AFFCNAsYz7lzKfq/xZ3mxzUsR58YA3oxR4hhMgf1gM3DBPGp1hsiDzmHPNJFtgDWrAO51lrFFbWw1lAh2w24+UO8pprQwgOcgb/28TmHGuwD0fWBPaSi3ckjElIlLPcZZNUOTvDGhd3ak1H1jaw6rfAsxeGhH3hP/KRmk98DyFEJ8jrh9iLwXzoBM5ZO9IqO3YUFxjqG+qFTEBncOqPcthtfgwJWJjf4DmsjTKBc7/lA3qU7Zz5nevYYxSOEEIM9EmK4HM2kxMBTGOxWWNdXBvlZ5/leq8DQpxLxWtxfbuDXowJsBKA1FbXRDhKw9aDnt7oDKVUwXTq6xt0oCRlsnmlppn812eD3dXdqYHBfpVdxCy5aDTsAns2nzX5yirUFhygjVGtnWWa5hyg95imQyqXE/OoV/y7bMDnyZGOa9eu1eZNGzXiNYYcABK0sm5HZ4ede6cNWW18nYccsfTaOVRV55TJpPHuyWw+r8ZiMcqSQfMeFcvCsIbcABwyv4EVI7bFxb/1/ymKQ99h/0ZRtN+8znqtJFQ0PNSnRCU11heUz2UcoBVUsd0qGz9ZXzKZjGk7lm2U9Wdkvho+Ozkveb9MNjXOtaZfjeHL+BJbPPOp7DWGnASix7WeG0JQzg6dz9WmfX190dfVx3WROQoc5UpZIQQhExXvnVr2kIFMNhP1LpvNxt9Yd8i4SMH8rxIyxzUhBI1ec/C6rGlUI4Kzqupqz63WtGmtomDX5wCapzsSrzlpyhTTu17BvAdG9Idj1rwH/1rztNY4jO6DE9/vgKbb8gCcvT19scCI/PI9tX6xPzBCd+DGdnEO+IB12HZlyPSJMiGZh2Vxju/s2dhYjHBzjjWACQdLQgBsXMs6qXniyyP9K6Yf87khBEcKD9g7B/3MM9ZlDvpXKNRaxit24h2Wzy7zLqu8m5tRh50wTnAzvrqqxvQuC5gZ4M9raIuWvYNrVSJPgYd9QwiK+5nPwATcwADufMd2ZLO5uB5yUWP7w55Z9My8TqNPDN5zJNIDnoEja47imySpVAnK56rd8C6rqWmMGl3gbmxsUtFwJUniAKvPn+s1a/ZMTXYyEEJwIrjbjn2v9fKAC9MttuFjLatlf283HQbV4cIRsEJ/bB/wVlVVxwYJfqXKtMjlqixr9ZFWwMw88AY+4OQ7RRzONdiP853AsrW11XuUvF/F8ljw/tNFQjtp0qSIZ8WynhivxHJTX98kbohITcPEOppmEuv1kMC/qioPWHEdbBzXQcdRXmTSjHK+jnNV5veIG9HANmRdgRcjTmhGSmXDMqLUc1kM29tgWNFrktn58+e7IXCeC7qn6u1vf7tIqCiCHnfccTrqqKPj3jI9WWu/G3scGegvvjM1D6FVtXW8tq7WNrE5yiY0Yb+SA7ohyz1wjtKHY4+bG6yTWg6Atdc2nHmNjY1KzNMa+218A/DGmMv86ujoMD/qRMAfQhDXyn/MafdvrANcmWxONdbhQdurLdu2C71v7+jUBhcbB/oH4/X822XNLtRMdOIDPYltoAWyyzpeNuI+0wX/rq5u07Ak6ILcAXuXk3YCyYrtNUXzavOhbDzvcPPm4fvu1W03/lUvPvu0+lyUG+7v1YiD6caGep126qluKnWLJzSRHZ6ied/736er3nmVznZjrKyK2g4ciIE+9gWb1OWEhQI3BQ3oOdkJUNZ2rMHxBTRgHucpaiDTFdtiZHCGmxHj3Zim6bxgwQIdfcwxwk/S6MwZXvBEh8a7cEHSxGdwg94c2RdewQf4Cc7QBz5xBAbkDp6NcaOTG1ZKlrmcZfGiN7xRp595ts465zxdedU79bs//FEf/8T/aMEhh2iHi6Rc994PvE9nnnOOeEU1/9YpT5+NHT9O+9sco/b2udC1Ua+99lqkBXCAGzTjxgRe24d9oik+GnPwG/xEhsGNoonJKfzgVIrjzWP04H33qc1J4Be/9EXddNNf9bOf/UwXXnSx8tb9ThdAKZyzD00HZJA1wZWCGHhv375TAwNDOvOMM63Xs1zw3WU/U2t/VXBCfahlMmsdmhab4fBl69ZtLtRs0tUfulo//vFP9Kc//1E/+MEPXCC6Xp/7wuf1XTeRXv/GNypvH3/c8Scom8upzbLMv9d2/NITHWfUK2fd2u/C+JBjm+GKVO8YvHdoQPc9cI8ef+IxrXZssfq1tbFZ9Z1vfUfXfeVr+v53f6BbbrlFPI3GE2c8RccTjB/72Mf09a9/Xfe6mf/gAw/GJ0tp8P71r3/VL3/5ywgrDZHvfPc78ZXOt9z2N5Wck+zfd0C5TFY7t28XxatXXn1JN9/qa37x89iM/cpXviz4kgmJkLvE+ol9onEya3qreroO6Bc/+4m2uID56CMP6Y6/36bnn3taq1e9quOPP0682vt8N0oYHW76Lly4wE3AS7XURSGKt9grbtpAzimyw9+K7eie3Xts0zttL0tW2cR7z9R99z+oZcuWiddl7/bvFAD/+pcbVF9fb/nfo7v/9U8Rg2DTlyw+Qs8+u9y6XtYrL7+sSRMn6V/33K3NWzer1nZyxqw5etOlb3UcNiJukqmynMydM0fIPPpBIhn1y3Ld7Tjyssuv1Ky5C1RTV3R4mdfSE0/R5W9/p84861zlzdubb7pZM0yP7du3qd32dIJ1j7ug0VNuZixbf1asWKEtbk7RmN/rIupLL72sH/3ox3ry8cfU56LK+LHNeubJJzTouK61ZarOPedMZZOyHnlkmT7/xf/Vk089YVu3XqtWvaZh50nDjn3mzZ6rJYcdZj80X5dccrH9aLOLClt1nwvI8J7i0bFuTL7kvVe88IIefeQRHX3UUZEvJRfQXnnlVf3617+NT8Zt3LRJ2IM0SZTP5vTpT39K8+fN1dQpkzRn/jxd4IbKoUuWaNLkKeKO/X/eda9eeXWN/nn3PS4grxF6Ae8e/Pe/Iwxvc8GUpxCfcOP4S5Yjnvpd5SLzz9x8vPYzn9Gvf/sbrXj5JeOzysXO5zXRDb6rrrpKwfu/8uqr+sOf/qiXXnlZl19xuWoKNZaFQbV3dAgdPvHEE2OOTQ6BHcNehhCiTeEGIuzLY48+KuwGdDjgxuny556L8V2wLKOXPT29XnNY55xzrv3bWD35xFNRt7ih5m9uNn/2s5+1LblJNNg3b94c46uKaTbBNnHerNk6z4XMRsveqtdWuqC/Tc889aSbQc/rMTehf2vckIVD3Tx797vfo/PdNIT3HYb/tttuc3PzIVG4wOfNdRMfm4vfoci97JGHBV48TdrT0xXpik0cts9/+dVVuuGvN8bm809/9iuNnzBZVS5Er1230YX5Ng26gDIyElTlpjwN+d1uIA0NDGiH9bvbBchj7CvwIfw7svCHsdc51re//W29733vi3bzV7/+tX7y05/qetuTgzD0WL4WRtphV7/1rW8JelCMf9iNhuXLl4snU7Hd2AqK7jS35L8ax4bEth3W/WrH7tycMH/BfPvC/XpxxQsu7vdox47tooBOQabH8cMB+8k286vfxaYR+zylzmwcEyeWixAcM9qmImvICfI2MjIi+D9oPLNpojRIHdbBRvvRxJ8b7J+r7buIpbmRAfm/+OKLY/PRINrGV8d4Dj8JfxLvc8C+Kp/JqsPH+tpaMWocu+CDmm2nsREVO6FDrXvYH2KNKu8BLMBEoXrEcUptoaBisc7Nnn2CBmkmdY43aLtU8fcO69uQY5/aeC6E4Hh2XCzuYl+JY+A7N6FMd7EP+NgrFthtz/Dt2M8Ry+SOHTvM+0HQcfN8k33ZQBz4vAbbO/Qa+jM/hGC5H4oyNjw0rFKpFGtHQ7YpzGfu/rZ9qq0riAZhdaFK+82Tfue3STajIcejJqvk/4A3sktsQYy8devW6Hv+/Oc/G46Nka6D5iNyRMEav4sMcEMB+JCPcT24vv71rxeyc8oppyiEEO36oIt2/B5CiDyGthMm5Ce9LQAAEABJREFUTIh+GFqLP/8Gz4C91oVtaIR+w8te6/h0x+3EE+xFwRD5Yt2Kgkpl06KSKFtTL6uOi9xlVTmnKhTqhSwyr80ysNL2aN26tVrx4otCT2nmYNcT711f36CGYjHqx222G88+86xj7KNcrD0y8oD4AhsFjPW2F8gJsgRenMfvhRAiTjSM9H/+wAkat7S0RHoUi0XxGXqxDnpADAVdCpY1eIlsEjPCE+JvzrPGFvPmOdvAAesJ3xsaGqK/43oG2wIrg3UYyAKDz8SA0ByY0LckSaMcI1PQFhigOfhAY76nzgPYiyPXhRCiPQNv7BE0Zs1BywjngGF0PtczkjQRORY39OGrD7POoRPED4fYP8+YPlN1NXUe9ZowdqJaprZqXPNYfy+4iF5Qc2OTyBk20Fhzg/SxJ562nX7J8epuy3JZifPWtvYubTR92h2T9zveb3f9JpPNaqJzO3S81frXPKY51lqBabLz0Rb76CHHa0kijRs/1r5mgkquXe7bf8D5W5WKxSZ1O/+hAbHX5zZu2qwh69qA7UJPb58/j1jGemPuWG3biGzAE2Q38aLQoWTdHrG+jdjGsS90LHmNiu3hJq9HHAS/er0PdhwfA/3xkU899VRsrm50fYq8hJtu7r//ft199936q+NCbiDFB1Fjgm/cNINNR7bZb9C6h4whG9hmrif2gmfwg9iON1AsXrzY+Oaif4THjBAO6i+4II9d9j1lx3Wsu92+CB2e43irwfUR5LTLtTEZ59RxhxLLVUhVZ1mvSOIGnscdQ7TbJ4wxD5ADbEihUBPjDHAAbmI2fBC4THT+R27E/h3OEfv6+lXtGK+j/YC2OM7hbQlPPvmkbXB71NEe24nSYEkDjvXIs6BxxvafkbV8ZDI5UW+qtm1gbewXOgzf0GP2IXZED9I0tf+tUsbyA76ZTMbxRXOsqfQ7T4WuJkXk+7ZtW/WaY2XsbS6X8XV5jXE9erabKy3TpqrPjSbymuA6XlNjUdOmTlGr7dk0/9baMk1z5812DHqac53zdfoZJ2vJ4Ydq4SHzNH/BbE2eNMH63SAaNccvPV6nnHqKoNv48eMFL3r7B9RpvlCDrdgWAhM6OOyaVsVf4CNHbAy6ym8hBIEr8sk8BnMY8l8IwThUKYQQbQNrcB0yyjoMPkNfaBNCEDRkhBAUzykohIPnsXf4DAbX8GYOfB02mToU8onOYIvxPR2Or/iNOeiDQYoxMesiZ9tdN0A3djlXbXMtmZvemYvst+1vU6/jD/hf44Y2dMLfH3bYYp188qk64YQTdeyxxzmvOd6fT9L8+Qus9xNcVx0v5KPWtYmGYoMai42qcowCbcC14lpCdU1eDcU6+9TaSD/8Oms3FIvmRdn2aUh2Q0otAxkPBQn5yVh2GNU0J3M561in8LPwA9piM/AZixcvdp56SBzUO4grkVGOcR/b+lrXcWody3BTDTIKz4ivcl4XGQamGvuQvOOY1LI7YDvIscq2qa6+PsbbrFnwnBHboB7TCtsBXeErMgGswC3/UfPgM3qCzIQQxO9pmkQ+Yxe4ts81+T7nPNgdBuc4ch037b397Vfq4osvMu2PjQO7gc8Bd2Dv6u7VJm5iWb1a69etc667QRs3rBNPnvY6fi6511UH3qY1vM14/6pcViXjV7KNq9i2UscpjQyJeKe+vlbTpk7SFNv4BscTZdvgGtN/4sQJQu+IUYgjZ82aaf6PdS5fjclSd0+nqCnTWxjyngEemn8NDUXLyFi1trYKv4UOwqOpU6c69qtzDDgc479e28AOx8n8U1P0FZBn+AyfGuobNNE2Db8Pr7AhyBe/pWkaZQp6wV9GtXkGbUII2rN9lzqc5+/ftVc7t2xX5/52VdfUxHiCJ89Zm/noFzxhX2wqtSlyJuKddaYrulW2HWJv+N3nPg8wcB6d2717txJOoPAE44N26iEEhRDEH8AitMMjww6dKzYQsiCULRQ5ZdOsCKbSJPX5YWUcxdfVVquGYqkZxPWDZlZvb18kForFXgzOc0TJpaAQgteoeO2SjXu/5w+IV1h0drU70O1Ur43qkINZrgMR4AU2jEmjC5UIOcogQzlsYwjMEGfYTGVwvuwuPUXJih3xoPHscQIP8ZhXW1uw0WmKTMdwsSYEzjp4RgFQBo4hBMM2GAUgNROHvRej186ctVCKQePMHpwHTuDlPN/Bt2JDHUKIAlBlB5d3QzCXy6vWxf9qF5j4XOMkjGPOis6+WSt3CCHuyzqsCdz8jvAwR/47uH7wp///f65NkiTSF7qwP9cyg+tGcePIXNZkDnPBhbl8Z26NhbDBhgnahBAiLTAqCJS/RkcCHzA4rA/PWQe4QgjGsdbOoyrym3VDOEgHfi9ZaaETuHFdhUTSwRnKjJwVTJtm85oELWd6DJn2zO0z7UMIgh9VNoTgGsLB78AMTqzF79COtTmGcHBOCNB1yLI3EuGCDowQLJMu9Ml/rBFCiL9Di5KN6YBliP3Bj7WhG3iM0gw4GCEEMZ9gJgmJGuqLamocY93JWGeyqjGvEyWW+4GYfE2w0ZjkIBZHIMszsklRl33anSTnbaCK9XUaHOhXkDR2zFiPMcLpVbmR1OumGDqHPA4bTp4mJXgAlkw2VZoJ1t9ECmVVQsmfg+obCprWMkUTXASrt/Frbh7jIGSu8l5vaHDYfC3YANVpRFJXd48TpzZxZwZGpBfddFANjXECFTdpx40boxoHe9xJXbYBqrcjbWwsKsmkUQYoSFbM34IdMAZy1DkUi3auhhmHyStws9lcLPjJmJYsH0NOeLNeY+LYscqarr1uBPJ0S+rPtd4PQ0yBg2Qqb93hOniEg9rnokmPHeABJ8bLn31OD/37Ie1zUQ/9QW4w3MxDlrkmeE94bXVVkqTWH1nGsnGEkIoiNXKCbNRYL1qmTlM+n7V85wWvWEP+Y+3UtsIgxvPZbNZnFRN6zqMv2K9xDvJw2jnDzTWMnIMSBknTrNmzvX7etrBPHSQ7mYxCOJicbdiwwU5048E1kyTCi4wDA+uhj2XzAfx67bRKpnGaJhEndG63i7MEVjnbIWQIOeb80NBg1AvwYQA7gVYIB/dlXs7wZjJZlU2ozP+BCT1jPiM1/sxlDc4jm8EiWFdXaxwkXs0+VBp0g6jbodeIBm3rsZ3MY31sMrRmfb4jJw2WFQq+BBd521BZhwqF2hi0g18S6ZD4e07ZTM6qFMR6XV3dSpJU6CkwAQ+04nMIQewDvWqsl5n/4MN6zCkpVWL9SZIQdZprar0ncjJo2Qz+PU2hf2KcRsyrXstDterrLdcjcrG7pJFSRdDY5BK0Qe5K5of8h/6QGCGnO3busO/rcsBR0PbtW1W2/2oe02TYg5YsWazW1mn+LK+ROkHvjfYjl8uqxrI45CJRc/NYjQa50GXHjp0x+eIurF7bTAJBEjuST3gNHBwnu6kFjRtta8G/z4lYTU3BfEpNvx6vmfHnoGEHY7lsXol1oaLEwVSfsA0DTsq6HSDu2btfJdvvEcsda8Gzurp6y1wlXg/urJ8kiXEri78awx4UTK96jTiG6DGcwet3OckfcPE8TTPeP/ufNRKRqGODCHYedfF4xIk3dhMcCchogLS0tIgi9YCLKPUOyhqM14gqeu211XGP+vp6lYbLhr1b3daNstcYtm3tdXxAvMDNFsCIzwM+dGrIuCMnDPDChoQQIq+RcfZKLfPoMHiSjO+1/QFf9mMt5vEb81hzxPiyLnLGZ2Sqt69Hjz/5mP5y41/cDLlH9957b3xiDHga6huVJlkHzpt9brlWrFgRbStrYA9IrEmU9u7ZI+gHzyl811rnprkQct555+jtLtTPXzBH1VVZ1dXW+PqCCnU12rptm+D7HiddD7gAsdXNM/zt9BkzdehhSzRj1lxd/eFr9OGPXKPzX3eRapxgLD3xBJ3rxtF2y+2DD/1bNA2eefZZFU1vcERPkYOtLtpAl2KxGAua0AJ80QHoE8wb4Oaptv22zyOWZQriWduYatsnCvodLizEJ1QsH7X2IRQOjj/++ChHrAV9Rix7ifUUuWIMOS6D3vzGgL7MRdbLLvA0NlhH7WMSBfXYRgAPc/otCxnrFXIMDfe17RdyMHnKFEET+NXV3SWKW8DfbbkpmMYnnXKiik1F7d67R1UO7rO5nMaOG28/2+Lra4WOsx770LyAb+CxcOFC6323Y4NUzU1N8XWs/Y6heU3q7p27NMX6ie5V7D9XrnzNhbEXddZZZ+qKK96qMWOblHcM1GUYKBZs3LhFyx5eFmUDeQBWEoV73HTkaTRsALSYOqVFJ57gYsSSwzV3zjxt27pDm52gzZgxyzpS0QzzHZ89ZN0mIeJJna9//RvxiaJ58+Yrnyto8qQWNTsWGT9hkniLxYknnaJ3vvd9mjVvjt565eU6/sSl+tjHPw4rBM+xvxTJaabMcIMcPpBwcRfsMccc5aL6LOt3b5RJ7HzFsdiwK747d+yK/DlkwUJNb2nVpW9+i77zrW/rmo98VIO2EWMcuyxZskQXX3KxTjzpJL3xTW9SzjkJzTD+7aB3veddevs73uEGySLdeONNLg4v173/ultf/OIX9Pc7bteyR5app7crNq5y9r8f/OAHtdc8J7na72JUsalRxMC8nvUBN+0muLFfX1envbt26/TTTosJL98fffQRF+7u0pMuWmGLKE4g99gGXi26du0a3XrzjXrKjWPkHcIcf9xSnXzKqVp8xJG66l3v049+8nPxbySuW7/JslbSkUcdo89+7n/17ve8V3PdlJkxo1Wt9gPPuoF7wQXnixih1oXwefMWOJas1S0336JzzjxTFdu0c885W1/68pf0tsuv0Hs/8EEdd8Ipaho7QW95y6Xida5FF0GIxUhykc1ttgE04f/nU5/WzNnztHDRofrQhz+qN5reiw5drLvvuddNzi/pz3++Ifo55Pgd77hS2Ld/3vUPfeADH4jNOQoPTaYZcl1jP3KUm5mzHctc4QZtvwta55x9tuZZRta6GDB39iz9+8H79dCDD5iXPZreOjX+tvjwxcrmc26Y7RENgf/5xCfE+Oy1n9E3v/GN+Mo8nuIkbl5guShbVrA5+Ib95l13V2ds8n3ve9/Tu9/5Tr3L49vf/k58Ghgd/NOf/qTvfuc7ollGY+2nP/2x3vH2t+uRhx/S+vVr9Ycb/qi7XIS9/e9/1z/uuluPPv6k2ju7tdLN/rvvvl/PLn9Bf//HndpmH3v+Ba/TPMOww7r6hje9WY8//Yzu+dd9mjFzlrZv2+HG63o99eRT0WY/8sij+rb3/f4PfqCf/uxnuuaaa/RzN/L/8pe/CP0kjuXJfux59M+2d+CFLkNvChM19pl//vOfdM/d/4qv6D104SEa29QsYkn+zVti4vvuu9fyMxSfbJ1iu4XOwWcK89CIInS7ZZsmJnLI05W8ophXE3/5K1/R4sWLRYGMG2v+ftvfdNvNN+mrPv+amywUPzscU3d3dmrcuPrDu8UAABAASURBVLFqKNYpk01crN+uvPWHmyyQdwq4yBe8pykwwU2h22+/XbwqHRgm265RsH7esTmNWeKgfXv2atq0abHRUl1dJewXeRT/rm3Z/pLXwdJYBl5wqampVbkSVOc4Y6xhGeviM3e+4+fqnePvcPH2wP69tq+dtnFb42uI51q2r/nIx/W1r35Nl1z8BuFnkGGeYOfGDeDnBg1sFD6G2BB41zvmBt7VlluaqLfcfLNl7DHROMNP8xQ6svqyG+L45sg/F83w9fCNmB49w8Zs3rRZ+LoH739ANAF27dolXrWLrejzNfAavpRt8xkhhBgDYUOZy568kpY9kI9aF88osKZJol4XjAsujqZB8W0AyA4xH3vXWHaQMXBodyGLeJD1KcpxAwJrsTd+Df9E7jRsW1LtXKvRvqkqV209HbI9LAo/goxwZG6N50yf1uI4okdz580VeOP7Sy7a9dqf4XugK42ONue1wER8wBrIO7kKc4ATfrDumGbLtXGb4eaOCRDlgde4UVCttQ1GPmrramOcnUlz9uSphodG7G8K6rK+YmeZw8hlc4bZv7uOAJ2BF3wZxWJR4Mw8bDa+35M14HoSuI+EigvxneJma+wHtaTdLqYB6xWOqZAV5Bt+lBxTtLa2ihyG+IO94BvrQ39y3zrDju7BN3JBZIy5wAIdoCfXQAOuIy5hDvRCLrocHzOXz/Cww0X1ascc1daZtfHJtOcFffH9T9kfwe+Sc47m5ib7+7nmzzzNnTtPPK3d1DRGxTFjbD+KjifGx+OgawCDA8PasmWrnrLt2uGiPIV3YKyqyil1To5dOee8c8WR+Js91q5dK+Rr48YN0fbgU8ADOeA8MjHguJwBjtAS3MCDz+gQtgnfS/zMOXgIrVknhGAxqMTcB/zAm2upmUBTBvTjPHykiAsN2Y+9GdWmE3wIIZjFiVLH7cCAHsB/4JL/KtY91kLfRvdnDjAxD1ow+IwcsAafiTGZx75858ge8I+9vbTtUQ8Hx1ojzplKCiEIPjO3YnsWXFPJWoEbG+o04b92bXKUqcbGopA1ZBZ8Rixvtfaz42yHxxcLmjZhjBYvmKsTjj1aJx5/nI49+hjNnQPPFyiTy6vL9aJa/t3UhqJroM224eM0Y9YsTXexfPLUqXFt4q/TTzs9PgGNr8bOVznO7LMe0wzALuxxnLt5yyb7t3WR12vXr7d/XKUnn35ajz3+uDa7kL1vX5t63bgbHh4xvqmQK64lP2LA4/b29tgwga7YPo7Bs0Pgv4r8IW7Y77V279oj3pzS4WZweaSiSsU2zvkOPEInkJUVL67QqlWr4ptkWK9k+lBPgxc0kUrWA/jBb+gOOrJ582ZxLbBMt60Bf2QoTRNhi4hhDvqbmujjoDv8BBf4zpr4CAbXsc4268wLL76g0XPILzxG9hjUT0rOlZEJs1xJmtGJjgXfesWVuvrDH9Epp52qXDZr/5QRcnzcccfprLPO0rve9S5xIxA+cOnSpVH/8J2vvfaa7XJD9J/I8AbzI0gatg2DPuTM+Bg7TA0PlYSMluxTqQP1OecfgkchtRzajiaphp0jJfYng859wZfP0HiUZ6O6gV7j97Y5zwNvaIoOcw00anQ+OKonxWIxwjeRRo2bo1OmTtaCQxY4fpovbkCtsv1KbVv6B/u9/6DK7kMMu9Y44vpQ2fWQ4GpRV8cB1dVWa5GvW3zYoZo3d44OcWw8d+5sTXXzFV5PcKzR6JgIea8u1KrJeQr1tpbW6ZrguKPKdXj8sMkT5R9/wnUjpgd8AnbwBW7mMEI4qKPEOKltRgjB8lfRkOnDNVzLefjJdfAa2eA8tGYNPnOO31if83xmb3xBCCGuB6/QD3xEn+OBbtcx223j+cw6OeeWeesj/GMONMceUvPBh8IT4KqrrxP528JDDhH5+JLFi3XySSfq/HPPjcdDnHtONK0S7wsOw/aN6B987rHesidNWNbr7Oyy7Fepzr6r4Bx8gmvHDbUNqnYtrsH78CRkoTovmnYDjvOp3fb39wn5Qk/Qgx7jAc7ggM6wn41fzNeSTKJcPufcOe99sm6yN6rF9uiYo47U6aefpvPtay644AJdcsklQvaJpya6dl5lmcnZruFviSnB8+STT9YF518gbuoj9iRPgDfd3V1CboEF34ScIrPQCpigAXoZLPfcCDJoWzHgOsKIDY1NjWt85ag3ozyE1w2uJxUt1wXHVhnLBetEvPwhhKCS7Q/+h3M1jsuaHdOgE8BLrEvsQNOytrYQ9RddBz/0nbgHe8Q5cK0uFHSgs0OvWNfXbtioLbYxHY7DBwYG1W8d5qbcPY5L9vK6cNfkyoafvsGgfe7QUL9KjsWG0SWfH+rvV6/jiHJpWDX2ifAwtc/pcS68x9cjR/g9btqgxo6dhGboPzQEn7Lt12Dsi/Sqo7PdvN6vDutnl+v0FffdgBn5I/7lxkbs6EnO0RctWiRoNmI4+gwn8gYfkGX2xB5jq5FrZB59gta11mWuy1n+K+aJSSz0B51EroCrbX9b5DG6xlz0qtMN1e4DHWrft189plfZONebb+gdeToxWcX+fpdzuBUrVsS4nrh8xYqXHANt0W7H5/tczwN3YM26Toz+JmzKRgoGxQNgQoDpJRuw4ThKRnLQhfVhb9pf6lFJA8pUBQt9Yob0R4GCmP1mCEcQi4tbCClIch4B5Tf2YpQclI94lDGKCXtXLJxe2Yazxw2aQQst+7KWf42GavQza/+XoA6us9mMSoaN9QfNTNnIZrOpOJ+miZIksISMltI0jZ8HvT6M4cgJ6MBIkiQyhCND/su5mFZlYwWTYNyIjWzWjg1DgiMMIUSjB47AyB5cy2fmMtin24lNt5tRAwNDxkdxlMsV09h4W8DLZiDr4nQa/tO0ZE94wv6sAy07bEh3uwHCesxHsJhjUMU8Buc5x2AN4OEz8DP4nqaJaZSN1zCHa4ABunPke2LagQffU9OOvYCPI9cgnJxHlkMILhTWxMFv4AxPmAtMXIegQjOuCSFEg4EAk/jmMlkb32FRQOXVXxRAo2go+H+yMx0xLxMBf870Bz4G66MMKAufWZ/9gY09+QwOOAYGRpzjKHxDFGztBMF7yEdgDiHEvUIIlq1S3JN1wSOE4EBwUAQW0JT1gYM94E/ZPB2x0Sw5IElCqmwmL8mYOErKZnP/CSAmimtYr2xDM8EBxYQJ49Xq4tiQA4a+vm5fM+JmonXNDZx8LuMmbIMdS05VNh7BFGE/AoVjjjlehy85UgtdSIGWBHo4DehRMhysz/ZJmrpULXVZv3g9y7AbWLmqjBoceI9xo2bM2GYbtQaFkIhkHEPRaad54EC7dSLreY2qcZJM47K+vqDm5mLU/W4by2w2aMyYRi1derxxaDW9UvX192j37l3au2+vet2oqDgpGOjv9W+ZuH6bC11tLozv339AB1yQyWQyGnYRPJ+v0YRJDuQnTXHCMNGF5Zz6eweUzWRVaydVMb1Sy26dnTjN35Ck1r9h9dv+DLqpVbYwNhSLgl8Vf+62wVy7Zo02b9xoeHZb7yqmYz7+XrBDqrZTI4nFyWJQ4dGIdbFQqHMxt06J16/1XvArhOCko8kJenU85swLHOFUO/opk6fE4CJNg/cgYaj4WInyg6xVuahba3uVd8BRU1OI+yNvJJcb7Az5jH3AaUCPXhfPsFH8TnBUsh0GnwOmWa+dDnbgoNNp08aNm7TfRQnumGGdsuE36gf3tnNl7pADac4Dh/xXTbDjNWWpqKqqNl/yAkcpxMSOALqMLNvesTdj1B6M2HbDr4xt75D1Bzs/Yt5xfd5FtBBC1JERX4tOQqe6ulqlDpKQ77IdbzaX+LssQ6VoB6BNjfkr/7W1tcUkGV0NIdhGDovP4AFNdrt4zV1DJD3Q1pfE+cA4bJmHZmtdSEC2kGPo6i2VWB+ZE0JQmqYRz4NyMxj3KPla4C9YzoEbHEum0YDtM3bh4Lk00skktk4UxXz5r8+NF+YWLFMkjUO2JWVPgg9JkniG4h7QAnvFOdYEDq4LIajKfobvQw5koVGHi1ydDpj6rTeFmmr1ucH22msr3QR4ISZ8rAFMQ/bPVQ4+GxubdOKJJ4mAC3oCA/ARhGEbCGhG5Ry5nTRpsulfdpJ3QOvWrdfLL7/iQu/zbs5v0V43RPm+det23elicacDkKkTp2pc8zjVO3CmwZKxTmJnsEMguH3HVuWcANVYnrAV4Jpar4Eh4/MZf07TJOoFsgvvmAMPkPk9ToYptpEItNkudNjX5XJV1sEkjkHLMjQzqZRJsyoa3yOOOEIUOjs6OsW/K0bxdrMTYpKixU4YaixT7AEt2WPQ/nfs2HEiuW8/0KkQQryDe8KYcbKpdUKQUWOxXlXWU+QZeeu0DYGWHIEb3ztgmYC/yDjzEvP4IGzof8U2aSjaJOAgqEd+kUXoBM0YNZYV5IU9CE4poiPXvKbyueeWR3tFEsBrgSkez503z9oatH7TRu3Zv191xUbNcHNiz579+u1vf6v77rvP/HsuFg/g71QXo8G9YHmeMb1VzQ0Fte3eqqcefVDbNq9RR9tejR/XbP7vizwplcpqaZmuRYsO0wTbs3xVwfKRKOME5bzXXajLLr9C73rPezVkvebVlVNdMD3VTSRwW7BggROd03XSSSfp8ssv15vcyEIOi41F/evee2KDYIWD00cffTTCN2nSpFjo4FoSfHSgxvJfsQ7u2r7DfMi7CNqpdgfEt950s14wPYoulHe2d2iXG73ICnaRZBO6gq/812ZfAl8KhdpY/MjmcuqMsVd31L9EQWtWrdY6+4SMP5M8tPsa+TPyQTEAHsNv5JK1Gl0EgF8kP9hl+A3MdU4m55kn/Iac4UuyuawGbWvnLVyglhnTlXVyMnHKZGXzOQ1YT5tcxCSpYC304ZxzzrHfXBrtJXIQQrAtG9SI6YAONzQ0iH/rkCegeBITGgLPkZZ7/q2cNEldkOu2j+12IepALGCuePElrXj51chHnhQmgQEnbABJDE9PkcRUGbaCZRAZmWRbgC7RSDnvvPO0zvaTvSjA06x57ZVX9OjDy7TfOtpnepIgl8tByMiIYxv0NITE8lJWobagEEKkf2o729LSog7rMoUtaEax58UXV4gnFLHNXV3dts0ZF29rtWv3Dq1bt8YxQZvWuZnVbhv4vve/P77G9k9/ukFf+eJXNHvGbH31S1/VKSeeohY3gwf7BnXtJ6/VVW+/St///nfVZfjOc3P/OBcQ3/ve99quvRyfGnr3u9+rR9zoHC4N6dxzz1a/ixPHHnOs7VmdoCmJa8F+6le//pWu+9rXtN8+9YLXXaBDbUd4lfSDDz2kb33vu7rrrn/pyaee1hTL/8knn6oJjlU2unm9evU6vbjiZa1etSbaZ+ICcEe2N9smbXQMQnGOJuua1au0wI2G3Tu3iXnbLfNvetOl+vBHP6Yjjz5Wu63TS23LTz39TH3q05/TlVe+Q339Q3rRfPinm3sEFUwKAAAQAElEQVQvvvyi/nnXHeK1qbyu7qKLLhLNqZkzZ2v+vEP04Q9ebZof0F//eoMyzodS295MNqtCXZ2bXbs1bF2n8IYv6nIi/Yc//EHXXnutHn30sRjfYLO6ewbU3dOnYrFZf73pFl+3S7y69j43furqGzS9tUXbXGTn1cqf++xndd11X9FcF7Te9OY3OibZqC9/+ctuVt+jBuvt0UcepcsuvUzvNy9fefVlw1Ewn9fpFz//hYatF3nHDZkk1UP/fkA333ijHnvkEbUd2Kextk8vvfKSZbtdd//zn26WDCqTZoRP3Oy454v/+7+66IILdYObor/9zW/Ubl2GxtjjJ598XFMmTYwNV5pV+IY5c+fqzNNP1/e++x1deumluu76rwld3r59m9C/Vjc//v73v0XY32wbNs/zC3U1+sCHrta3v/d9Xfz6N+prX/+WprXO1JBp2NHRIXQRmUZPsR8l20f8A/4Nu1AsNuqyt741+qcjjzpa48aN16JDD9Pb3naFZWdStAsz58zWbifpux0vF+rr1NnTrYrzr5IDlyHHEiEE24UBIUd/+9vfYpJPo6Gvb0ATx4/XsItWvF59ue3kP/5+h35vfzDgogr/xiexHPTFnnDHO0/CYX/2798nbAP2+mIXprAVyCr+EduUWnd3uyCzZ/dObbA9OMO2nvOyF6IY1Ou4fti2jrFmzSrdfdedeuKJx/Tww/92c/onjimzjmnyajeN4AdFQZqoPDmO7Zb/1rrpwm80WvFxFMa6rPPIZtlxJoWXI4843HLyc91804364Y9+FJ+ohraXXXaZsJ/nn3+++DzD9nafiyRr163TjFmzFQz/JBdVeZ3vtZ/9nC6/8sp4AwrNHnDb5xhn44ZNeuLxp7V181Z1d3SLZhFFp/raGjWaD/k06F//vFOrXn1Fgy4Itjlv2bFju15duVJ/+MMftMNyg/5QXNnjuHTFihUH/fDy5+LrdG+//W+iGPO4mwrI18svvyyejPrjH/+ojW7KPvzAg3rh+ee1ybbh7jv/KZ5mXvbww1H+n3r8CXHzEHE/Nhre8Nlkizo61f6dQhs3Kww4J6ARfc89/7Led8T4Frriw6jfAB83mkxwrkl8TNMSuWI9cgpweNUNcmw0zW/gpNlJXEKMwzx8yPbt223/7o42lScRX311pWXxCd10y2264a836ae/+KXt0K/0zPPL1WvZbGhoUpKkUXb3mzednR2xKIWeoC8//elPxb/9+9xzz2nvvn2em0TfgaywNwVYeD3smBg9Rf6BdZLjB/xwnQthSZqqyvHxPvOGGBqfSR4IzOOta7ypYtLEKZpunR3j+DWTyanKMVF9scH2Zaxy2ZxSBcd/iXYZv5JzmjrnaokJXeM8Sa5TZa2Lux13sD8D2uVyGRXd5JruvH264yvoBF7Lli3zlXL+OlZz5syxreqPsc6OHTvEHH4ETmIf8MrYNnMe+nKTIHjDI+ZwnniTz/hq4n1sS2qckSe+g2vOcQ5+pCqXF7R79tnnrC83ibcyUPxE37muvqGoBufH0O+IwxfrhKXHCd9x6VveEuMQYnnWoTHKmrlslZqbxqqjvdt826716zfpkYcf02srV8W3BPCGsLzjNjlXZE1qPKzBZ/g2YcLEKIvgSsG6wfEMMKP30CEE53e2b/CSoi24d3R0uJ4wRhNs14AF2xVCsB8qaty4cTHnSpIkxtjQD73gemKLA65XsA68B2euZU/iOOaEYD6b3lyDHKEf0Jb50JQ5rI1fxF7yO9cWTTPWq3W8FEKIPIU3DPCEh8SgXMd3cAM2eDS6RghBrMX5EEKkC3uyH/CUnUOzHnP0nz94wO/MIydsd0zS3rbPtO9XVS6jguWeJ7axnzNnztRsjznOCXh145LDDtWcmdM1c9pkjW+q09jGgmbPmKrJE5o107579swZmmU7ucCNlPkec+fN17z58+I48qijom84fMkSHXfcMXrXu66KjbtLL31LPL7fcdVpp55qP7bQvGq2DmWcx9c61sjanw+5vlEt5BV+AfvuXXsdp/Z69CiEEHkIzaFNn21Xr+sd4A4vwJdz8KfXMRqyAx2hG3rHdwZ05vyA88JB53V2lY4PSupzvaivtz/6c9ZlnZ0ujh9wbMB+8JV4D3nBLra53gDfsW3//ve/RXyGrXnV9pCbyrCV2ELiB96KQu4BLOCFbMEq+A4+4MBgH/CABvAzZ71EFoGf3+H3gHNIrqmUy+rs7FT0tY6vWQ+6oYNNY5o1ZPy2On5sc2zQ77hgx9YtytgezXOsNd/8ot4HLuzT0tISdWSnbRW2qMm5y5Ili13LKkSaz583R0ccsSTyps81M2CABu3On5Mko0w2Z7r1C1vEuX7HFcNDI9qze2+ED1rud+4JzdAzcASHbDYr8gtkED3hO/hCI65Br5kP3aAN+8I/jsDKYF3+uQiuGTFN8rYr9cVGNTQ2q+iGaLV1DxyhodVf+VxWieuBmUSqLVQp9RFbWbYgFGqrHVuN09gJY9Ts2iZx3+luQJ/iGIa1bK40aDtvYRQwIRPURxjYJ+QQPvAbuIzyC3jBFxgZCYB4Ip99iH6Z6/kOfvAVmFgH2LmWeRxZC1rwG3N73GBERpFproEHa9dt0IH2Tte/emOOSG2Wf5YLnuEjiGWQVfJg7D6+CT/D5xdeeDHWA5599lnb7fXRBz3pOGTb5k0acC0pmyYa63x0zqyZmmVbwL+h2eR8nTooA5ogq12uA2ukoqztZs5+BpnmtzRJTfdaUauvmA81NVXEfLYDDZrnvJh/DmG64+k6860qm1NddY2CpLLjY9aCxqwzuh50TpLEMUBQyEg8gXzookN02KKFcRx7zFE60f7q5BNO0JGHL1HLtKmaNmWK57Vo2tSpWjB/gW3VsdFuUQcntj322IPfqU9Mnz495nnUifudS5UtBDWuxRYKtUrtT5EreGEQo52GP/AFGhywjWi3X6I2V/GEJE016JhkyPXBYeODD2Yua9C/GLU7rBdC8BWKNRZwxPbMML3nz5+vo2xn8b/cGPGRj3xElzgOn237ja7AV67HtmCjeZPYuW5+X+hc76p3vkuf/NS1+tz/fl6XvP4NOmzJEutJkwYGS9rX1u6Yu0udXT3RrrBGFfVn86GutqA6xzb5rAlsHetxU3m7Y1hyU97i0unYe/eundq4fp1WOual3rjD8e4Oxy7YPeQV+QQ/1s1YJoAPXQfJEIJlIBdxpc9wwP6q7cB+bd22WZs2b1SP+w/5qpwmOS9DRsCVOt1pp50i4n9ieXIUcnHqEdgTYokZM2YIHnINnydNniRsHvSEP9AeeEb1FPh6nJ9QG4W3wDkqW8xnLkdsxbD7jgx0otf9jC43g8umDWtwZE30EV3GRxDHcGRPZIE5Ccgz2AxiZDKpAI5zHZ37zYw2JemIGpqsBLmRWJznQgaCRpIGQGyGIYDQFVePWQ+DgrIkqbcJFVlHlDgxSVKEymuNDGvQSTTIDseEbDgGRzCKAaAMYEnTNAo7nytWWuZzR+D27VudtG/QHnfP+T7oZirXAh97M4ANogAfnyEq6/Eb6w26sco4iM+wQghKAFaK+KJ4IYRIF67h2mErEevATAxBzgaGzwzw5jv05DPzUDD2hyF8Zr+K6cRvDOCCdsAAPb31f/cbNTasOXpNyc1jjC4Kx5F1u1wQAU/gZX3WgQ7AUOtmEMcQQhR08BuyI+F3cOI7n0dhAB7wDCGJNGBd6DrkoHcUr4aGegdMNdEpcy2/cQwhKIQQeYl8ADNrQbMQggoubmNIa6qqlU1ScSf15ImT1FgsKms+57JZJZ4HDbgWYWddRgghygEwALP8x3loiNwyuIbfoBeDz/0OyNif3xjgAk6jdOI7tAfvESfw4ML8ERtJrmd9Bp+5nj35nXOpCztyMTGfr7ZjqXdQmVeaZh1sDzhxKkc+Mn/QtONa5CDnIACDMmHCBI0bP1aZTKKS962qySvvMTQyKIKBJAk2hh129kPKu7gPr8BpxHOhC45z9arXYlFqxLACE052jwMyEpKhoYEYGI04SE/SVGkmFXvl8hkxUncPens7nRi/4AbNc9q6ZYO2bd1sfdqlvIM/ZLvsRLKj44AT3T021P3auWu7tnpOpw3O4GCvqmwYawu2D0nZ5zfZ8e9Tn5s/NGsrbqB29XS50NurJE013g3j6uqqiKtZZ9okKleGfc1+7dyzSyFJfNo4t3fZ6PZrxM4um8upwbJRY7npsDPDOLM+hc4e8xVeDViHs9mcYakSzo4EnCLtEDLuIMCLCt6VzINBB5B8zhgeZK1iusn2SUqUc+MmZ7wHHLwiE2XvH2lnuEIIEY9duwynP6dpRuNioj5RXS4GS0Gp18QGMPIunhcK1W66OhhsaJB/dtOizUHqAfU4kBm2Difmh8zjvGlSa32qdrBRXV2tes/P2kkhjwSY7Il9G3DwDX4U2ss29iEkwjGPGTNWRQfN7J8kaaQDeCCfHIGn0UES+sG5cU5IJ02e6ELsFDu1SXH+oBvRfS6+QceCAwz5b8j0Krmoj54c3C/EuchFznypYItN4yRNVXJQwXxksORrfLllLWMdGFFFZfOy5O+pjyPWjd7obBPTtezAd3Ruf+RN8LyMeZETNMS+Idup9xiFYcQy2e9CTSaTFc54zJgxGjIcQ4Y3TVIHncNeI8uySvyd84yMacoa/S6KoYcV8zeE4DmJOD9sPxRCsFwevBZ6wQ9kD92ruHlQsvesMn1Sy0lv/6BCklG/5SU1fCEE8VcyLfhe66AFOnE9NAshiMCD3/qNK78Dk4khmjpjmpsd5PYpZ7y2bt1qnAZN77yQe2w9wTX0YH3WZI287UKaZqIM9jp4IMlhHnAAP/OAocEyNXny5BjsU/AIITjBqlOhUOcmRoMLKSeIp9EWLzlc41wAGRoe0SFuql111Tt12Vsu0yELDxF2NEkS2dyJRIf1wYsx3YFqsaGoKsvyxEnjNWJaAkPFcsrvzAVX7pbb7MSw0fJaZR3BXsFf6Fy2nSpZdkjgCO7K5g/75V1oHx4qmUwmvhflOzSh4MqrkFiD5IHXL/EqPgJUAp8QQqQdT532mufsM2J49rtB19vTq7Wr1urF518UzfmdLqK98tJL/rxTI9ZNkpay54YQVGP7VucmBEkiRRVoajDMnyHxudUJA2szHzxCCFGm+NzrIgF6C9/7bK/4DI86nby2O7nnGnCc5sLo6S7y0+gikOSpmyMcaDeNHaOOrk7tsk0vO2ZonT5DBJhz5syNgfh0FwhPP+MMve2KK1zk/7queve7ddzSpdrohOmue+4yzUZsc9r0oJsUv/zFz/TAvffq2aef1j/uuNNF5Ce1bdsO24Fp4mmtT37yk/rQhz4Unyy76JI36M2XvVW83hJZuOMfd+nHP/2Z7v/3Q9q6faf27GvTSjclwQ+aJGmqTC6rnBPgEVU0ZB9FU2CK8Vq8ZIlIHD784Q+LO0rRV2SChAcdgDYl6wwBK6nGZQAAEABJREFU+5OPPa5X3dR/ecVLqlge/nLDX/SqG0g0926/7TYNW9dyjhF4RW8mTWxfm3TARdg//fFPetjNriefeEI/+tGP3ES6MRat7/rX3dpiXaIw8oR/41VfPE30svdY5oYNRe7nnGw+8sgyIVPIKQnq39yw2Obr0LuHXdymyELBV0Fxz73ekyILtrlkH4J9wX44u5fM/z2OSdHPEeNFHIQ/ymZzKldsCz0fnHssg3vM11wuF+0dMoYcbdq8ScBAcxxcfuaCM2u9+c1v1ngXGIFj7x4XN3bt1gEnK1s2b3EDb7Xuv/9eMY9m7VFHHqWxnsudyOe52XD+616nRtsXC6b67C+HLUslj9VuXG7eslGPPf6ISiND2rN3t6qdeCHrc2fPiY3Gh4z/BDdbaRA/98Lz2k1Rx7H7Xjdjho0fMoDN4Qj9Kl6XI7INPput70O2zzNmzNROF7VaWlqFbvS4eEBSQvEKfjyy7LHY7Hj44YdcoGvSJz7xCTegvqDDDz/Chelxgtb49pJ9xrfd1Pzghz+kn/3yF9pjOHqs3+McXzz40MO2ZUvj+vA5zWRs3xyXWS6rXXjscTK3YfN63Xvvv7R50yaV3Fg94YQTdPGFF+mU00/Tsccv1Yh53NHVobPPO1cLFy3S8SeeoJyvLTY1ad6C+eqwPnZ19eqpZ57TS6+s1Lr1G03bMab3BF140SU6/4ILREMafZf/li1bZpEI9tVF71fSOWefpeZivWa4CP+rX/7SCfFn480Q8KfTzcsRBTU1j3Ghcone8/73iX/LbLgs5Wxbl1iXLjKsq1a+orlzZ4snef/n05/y3ENty2scL7YrdVwHrq+ufM17Nuu73/6u/vczn9M/bv+73nXlFbrhd7/W9V/5on76kx/q6g98UOvWbND+fZ2aM2uRpk5tUXdvn+6zLP3INF727wd12y036ZUVL+juO+/Q5g1rtH/vDq1a+aIySjSjpVXDzrsK1XlNtt1fseJ5vejx2uqV9hlztXnTBv3ut7+JOvnzn/1ME93MmT59mgtz2/TEk0+o1naVJ+t++/vf2cbt1kIXdZGfV15bqb179+jfDz6gqfZbHe3t0dcjn1097aquyRrWSfr8Z/7XjfUvGa71hqascmnQBdtu06FbXZ09tuUDGtNc1G1/u0U//vGP9f73vkftlt9rrv6AvuXm789+/Avl0pymTWuNheWamlr94Y83aLkLUZusV/u2blPODm/SuAnauWOPamrr9fyLy92wWKe6Ql5DLm7+9Ec/0D//frv+fd+9+ok/X/Phq/X1669T2XHK9u271O9m/8NuQPz0xz+3TH9Kc2fP1+9/9wf9/e93iDgvn83G3Of1F19smWhVxrZ0gnW31vHD4fbH+128RK9DSJTY/yJX/DuLNL6uueajOv3U0/QGF1S+9pWv6vqvXqd3vf0d8antTtNsv+3Uk27Kbd60Ra+8/Kp+9ctf669/uVFb3DycP2+h8KusydPN0B0d27lzR2xwrV61yjJVsF25X7/61a909dVXx0Zh3n57yLFWmwsvZ7m484c//0l3/OMO/eSnP9HixYc5/hq036nYnrar2XLc58L28uXPR95SMHrHO96hRdYr4pA5bjaVbEM6OjpclOt3HJRXCEH4X26C3L5tW3wdfWl4UK+6uDPTNoTmL9djL4vODWhicEPVu971Ll1yyes1adIUy85eTZ48VXPnzhNxB7YIv3rdddfpda87P/rQeS744Xeh58O2cWvWrhFF8z2790T4iXdefOEF1Tj+aHOjO2u+dHV3asiwYNfLhru2umA5KKi/t9cw9yp1PF/vgtUuF6BWrX7N+Dep3/lQxrWPutoa3We7s3//XmWzGe9R1prVqy3jD4onQvu6e9zwaFLe+eMBN3pphj+ybFl8FTQ4DLvuQFw0Yr+YN0xSEDiAW633HDdurFa+8rL+/MffWyf7VZ3PxmNqf4x+drlGMOQ4f7pjNWJ6mmzEmfiaggtt0BF6UJAnTqFZf+stt8RXPhNn4Vsfso8l3nrxxRfia9B5EvcF0wgYFi9erJNPOUUnnHyS0mzeBdytlp2HtX7DFvHvc9YXm9VoGCe6APr6N79JH/zwh3Sxi4fAw5o0V192sxlZKDl+mGy9RwaAhVhg/JixtgVTYrEWf8N1edvEYc/tcuw76LgtsX5AI54uJuZtamwSdKMgl7Of5TM4g3/JftimXuRinEemSQWJM5549DEtf+YZLX/6SQ04h7VJ1XgX5SnwHn/c8W4utkum/4jzy5CkWunmOmte6mbT4UsWW29qlMtlVSw2iAL17Nmz1NraImTe7DDvK3HAR2hHTIM8D1uv8I3ElcQGNB3BB92Ef9gB8EBPs7Yb8h9wd3Z2CDrxOw1I7Ojb3/72ePMKcQNvrzrs0EN12GGL1NzYoGlTJlk/JrmIPlMUnLlpAZ910UUX6c2XXqbXv+GNuvjiS3TBRRfqLPvBk049RfUNRWVzOQ3Y3mczWVW55lF2vJ4xHSo+ptYPcAEOYAIOvoMz+RNwM5DlxZaVGS6Qcj61j4ZvyCCxIbkB1yRpGv049qHTzSboy+edbhRBC2ILvtN0Ys3u7u4oG62Ox4EFODhyHb8hV8DDXiEE62V/fEMK6yFPxCPQmcHaHOGP/Mc+fK6qro4+HHnhd/9kO1+OMgZM0D+EYP3Oir2ZMzq4hnW5hs+cB2fkhLWZz2/sFUJQmiRee8SjHG0q8RV7kAOCGzintjfYRpeQxPBlgvbYNNZHlthj/LhxGuc8ubGhXhMsx9Mmj9es6VPsbyZqXHOdmhpqLRf1qrPPIRct1nue46m58+Zq5qxZava1xJ4TnI+gB8cce5SuuPyt4m0PV3/wA3rb2y7TmWecZns0W5MmTtRRhx+uw2zjaxx3UZyuOO5NQqIR264kpOKv4jgRegEvn+ENuPNb2TEe30MIEX8+QzvoxkhMGwbnQgiCHqzBYA1yyP37Dmjvnv2xuco+27Ztja/K3717t/33Jscgux03r4r2lfgee8jaEw0/comdWLFihV51rIV+s9fmzZv16KOPxvh8ND9AF5kLX4AdXkIr1snZTtfXNwg6Iu/UXsAlhBD1f5/9MzfDsSb786YBbpx84IEH4tszXnZOWradwjajG/i7qW4cUSuAttsMz6033ajf/+bXenTZw45Rtqvbdh4ckXkaI91dnao2H4AJvHbu2Blt90PO5ciJXnHTmFxm/YYNrv3tVTBtc1U16h8c1v4DnYo3dZlvJes4OoIu1ls+sL8hhOhfwXWmG/nobcl+EXpjn9gPOzzLMsT8ignUZfiwA6wBTWkE4oOAN5vLKYQQ8+oQQuT9Njd77r7nHj39zLPqco2qyvWXilJlXK9rah6r+rp61Vtum11TaG4q2uc2Ojacqkn2H8RQ7DFieeImS/6N4JLrCt3OvbabDugJv4MXT8AtX748NiD5Dh+5ns/YEPBC5tC7EELUec4jM0bLsj0SdW9UnpmLTcePYZMYE1zzhSboOrLK3lwLrTgXQuBrpCkf+J150K1kOShbZ7K2l8A2Cke3Yw9ohL/ARgBTr2sN2DRoCr0Z3Ly1w7R88onH9O8H7hd573o3zZBb/E7FPIaWE8dP0ORJE2wPGiNdi7YZ1TV55R33YZv5p0OQpfGufzbbv/IgCbi1uJFPA+wUxwCnu5bB8dyzz9bJJ58s5oNjQ12dsC2MatfQ8tmcY/aSOu2/kFlgjrpsXHssJ2X79h43/HY4nnpphWs1jk3LjqsnjB8j7NC4MU1qbZni3GWGuDl17pzZzklaNNUxxljbrDRJoo2HHvASOE8yPOecc46OP26p/d9sjR0zTtlMXpk0KznWJ0aC7nnrLgM+4o+5Hl7AX0YIB2Wf3+HPgPNqGs/wgHmcDyGIY8Y8Y2CLG5z7FQo1zs0aRfx2+JIlWrx4sQ45ZKFz1+NFM/Gqq66KtZIm55whhChXxWJRh9uuznMTFltyqO3rSSeeFG9iP+GEEx1THyb+WZL5Xoe8dbr96zjX8vKuK3e5Rg1dkTFiV3zhXuf6Gzas08YN67XedYB1a1c7Hn1Nr776smsmW6JNDSEIHdnnnGnIOX+N8+Dpjh+Jvzmi28hbh/mHnqD3o8cQgtgPWnWZl72O0crWw0wmVWpnxdtne3q7NNb+aL5jcdYkjkd2zrbcvOENbxAxPXUA6lLEJktd26KWhKxhc7CL6BP8QtaR5V7rQwjB8VfOMlsl/oCBh36Aj4EuV1SJOjs4OCiuPQhjb6T17j071dvX7XpmTsXGek2zjI0Z2xT9MPghpwxsP3YjQbg7nBBtd1Nyy5aN2r1nhwYGe9zk7I1EKDjABlAccn19nYXioHFDsFIHOoMOqkYdQwghbjRiQQ+JlKfJUldjo1hlpLJK0sRG0rJqYwAigxY8kILBGCPOsRZCyAA29s5mM6ZFxYZryOv3G9FBE6BkIzvi9UJ0SBCS9ViLNSEmR9aDiH02wBwZrJ1YwQxuxJF92Z9zDAQ+6yCVAIfP3tz7jej//sZn1mLPNE2MY42YCxysxzWJ92AvPo8eB02vvr5e4zAU1wM/jG3eSsscYGbd0TW4NoQg8OIca6JQGCZ4wu/syREcKNJ2WWn4zvl9dtSdDkKzpiHz2Y/z7MER+qRpKn7jyB6D/+ELQg9MzAMuaAocwJCzw8tksuZB2XwZjjwgeGFuxkYDfLKmYZomGnZyUHISiOPPJqnSkKimqtrGKxODUmDgGox0wQ4RPNgHGIGH3zlyHjiAj3OJ6cscBr8xh/0ZIQQrUV4YP+gL3sgscDHYDxxYA1qFEDQ6J00zkd+sMzpYG1qkphXXQy/Wo0g65IBjwAVe62WUgT47MeBhXWhAUbKpudGBe594/J0mY3Nzk2met7J2KZtNLdcD6unpjM06dC6XzanOAQLwsS/wMlDiDhfhk4RrhlwI36adu3ZG+hOkEcywNzShAMNcDGfJDglD3+eC45CbHCFUVLGeth/Yq927t7vBNah662p/f7cLUG12bkMuIGSUTaQRG1DuhGw/sF+vuXFLoZdGKk6u7AC55GLk8PCACwl92muD2+PEE6OFceX3XDZrvDtssDeq7UCHRtyNymVyymeDCjU5TZk0QdxV1NjQYOdSNB/ymjZtis456wydfNKJLkqeq8MOO0Q1Tpoxui0tU+2Yx0abAj0G3WSBZ/0DA+q07I+UyqquKigo8bHGjqBfm10UgxYlB3nQZ9gyPuTRb14l5n1nR4eNaaf4LWfZZsBnHAcysMtF67a2A5LXzDmAc4/F/Byw/FdEortmzRpxd3fGeGWNb9nBGnxrcqAx1sWkEILnjog7a4p2iPB4+ozp5n026gC6RTFhf5sDf8OEvjQ2FjV16pRoWwg6M5msaVOluS4+TZ0yVY0NjcobVgMVE3RsQktrix3TWMth1s21Lo04OAL+xDqHLqA7VS6UZ6yj+12A7rKDK7kA0eviacky0mE68PTfoHnOXHBILXhkkNQAABAASURBVPPsAW0YFfO8bALAY2Sdd+1XmzfsM+SCOYPfuY5zFdv7rGHne50DqVFc+C2EoMR6DL2rHOwzFx7xHXhZH3pyDdfzO7Qj4aM5gc1Zv36DdrpAz3WsgY1gbXDkHDAP2QYNGTZZKjjPOszJutjBXqwNHCGEyJP/e475o/h0dPc66OuVkozyhhcasQ7Xcw3yyFx0EbixvXnTW/5jHeDLWT6ypn9doVZNxaIGzO8q2/+yg0dkMe/P0DPONX/5jnzk3TQ1KW0XGuwPhrRlyzbt2b1XnOvs7FZqu1WoqYmvWdrmAuRB3EvRBgIfcA5YRw64gQef+R2YKi4GFfI1KjY0qaqqRgXbYMaESRNVZb7Wmmc7d+1yQ65dDZZJ6DRiuQohWL5GhH2BxnV1tWppmWa9zqrKdM0kQXkfoUMIIfKZJtAdd9wR9YxAhEZQQ0NDpDm0a2pqFkkVBbWWlhZBxz7L5oDtKzwDD/basGGTSMCArcdJETpIE3L27NkRX+DtdqNm7779WuGm2e69+1SyTlY7gOXVrQsdbFJk5e5ACtI0dODbXJ5CKhSEz4LuyNKgfXZpuGR977edHox4II858waY5D/kFLrgf3f85w4+1h20jYHGA6Y7vzMPHDhPAY/14Qs0Yk1gIKFe5gIqyXVjU2PU42w2E/FC9gcND9dUKiMaGu7X8Ei/cjU51RUbtd6JNbqbs8xxQ8bJJ56ofW66URTfumWLSJqXLXtEBw60R1yaHKjjMyi29ZheE5zoAf9mr0OiOnf+Al3x9neI131++tprdfgRR2r58y/oASfha91AanVhOzFsww6QeTK7x0HsgOHDN6K/4Iec1VmGKFLfcMMNDtRfjeMJNzZ5Ygd5uM1NUvCFpznT9bxzztUZbhAsWrBQn7jmY/rG167XeU5+TnJT66ijFjtxmqZD3dQa7+ZgxbEFxZsLL3yduEObIiLBNwkJydxxxx0Xm84kLXzmzs5LL700JiwE79y9SlOXJhU2FPlqNC2RpyMOP0Lwq9XFuWbvxVNTzz//vJBPGpZTXdRAfkuGAVy3b9sefTK+hVcele1v0pAo45E4Sdu3e5+efPxJIVsUZ9atWyvucqSZCD3uv//+KP/ARaJAEv7G179BN914k37x05+pbDmsdgI62QkScHlZN8Knav6CBTr2mON16aVvdUNolvr6ezTJxbKKytqJT7b89fRbTlwIHLHBIDbgTtsaf5/tAkiLE88x9lU9nV3iCbR1a9a6MLNMFPJXuSFHo+bXv/5VbE4DG01K9LTfa2LjQggR7+9///sCD/SJgtBNN90U9SaEoIkuUJHsI8OrXlslmkHL3WB56qlnHPv02Q+W7dOrdeQRR7vh9Eld8vrXK5NJtNcNtV/84ufxybPPfOba+CThM889qyRN42tSL3CTmCLJYYsXq93+CxvQ5CS6ZB91ths9Y8aO1UUXXyyeuP3Wt79tGT5CJ5681OHaiJ5/4Tl93bLVMnWaxo+f6ERynY5beoIGHSMt8noZ26+NWze7+Twg7gYmSZVhWnz4kWoc0+yGXrUpXNF0+3Lg4GaORutU/9CAxk8YZ95McuFtmQt462y3C5oxo9UJ8nk69NBFKhTq9OQTT+uzn/18lLEfudH3wx/+UGvXrtW27Ts1fU6rahsL2r57l3K1BfXbT2eyOeE/jnSx/mQnlQ/ee4/XrRP6ljhB/S5P5bpw9sQTj+ohN6SfePJJ6/oBLVm8RBNd+HjZTY9cGlSoyanRxdM0qTjm7IpP0L1ovaZwd9utt+qJRx9xUW5n5N12NxN379ztgmSvKBTUOy4tO8ZKk0yM5/bbloQk1R7b2lmzZmvx4sN1ysmn6oglR5qvvaIocL6b+dg35OIhN2OIl2Y60UcmaITAz+UuYjHWrVsXi5sb163Xa26edbd3aLVlsGKf0+nPPOGaTTPRRu/es0fVbm7usn3ftWef1rggMHb8OA2bf7Nnz9Q4854i529+8xu9/Morws7dddfdOsnNnq98+Uu64c9/0kc+dHV8in7QTSaaaNjtO+/8p26++RbL+23a5ybabjfXrv30tbr7n/+I/OG6Wvu7wcF+TXOSfeQRSzRzRosa6guqranScccerbe85Y2SbTQNsmlTW3XWaWfqrdbPXW6uVlvvXu+m3wku5syz7FSnZfV37NeaV17UW15/sZYec4xmtrZq0LFBJk1ifDdmzDj7gm7xV+3iyOFLjtBZZ52tEJL4uq/Fhy/Rv+65V9dff73+ccc/Ffy/U4znSSecoNPPOF34G+jPINbExqOfd955p2Prgn7729/pD3/4Qywyc5MJun3ttZ8RTw7+8Y9/jDqRZjOxqD7Gjd4LLr5IH73mGj3w4P3RNn/8E9e4AX+Pxlj3PvrRj0R9vfjii93cvETYYuSAOOZRF6K5sYXclKLIkiVL4qvaBu0rKegi/wX76emtLfHVbGedeYZjnBHzdFjYw243TICto6Mjxn3gcsAxDX42Z9t46imn6Z3vfLc+/enPxBuDmHur/QuvcWbtbdu3Q0KVKyXbm1xct9W0pkgzd94cF6ZOE8WqweERZR1zffZzn9d73vs+neCiFf4Bmz9z9hxNmtqir17/db35rZfpTPummW6WNdlHcMf99Oktpr6vt16sXbVa+y0/y10I/s0vf+V8alj7/L3Hedw9d9+t7Y4X8B/odWo7efAV4veJG4Pwi3znhhpudMJfQiOOFP/vcYGZ11djj9EbfC4N44JjGJ5GIYbc7cZBxraS4hvxRZ19MTTEHzKXghVNtDnOK+DdyS40nnrqqf/1mfvcyOdNGT+xfcKWMv+d77rK/L002rKTTjrB9uwQ8bTTXttq3kYUQrDu94ii/gTbnWo33Yr1jSKP2mM9rXXMN8E+Z6xjzKOOPkpveuPrdcbpp2qOdfa111ZaBje6UDrO/N0pfMaDbiz8w3Hj+vXrtd81jTHOqWAiepR1PI0/HXKMD461tXXRvw7bJyMT1S7+8Xmm/RwyhtxtcnwDLLlcLtq4EIIeeeQRrXUeR/5TdPPjhj/foPt4ytd50lBfj81+xUXZvWozPeBT4n1rTEvePFFJEkHPCY6fUtN6xL6H3CrxeWidd67AkRhr0PFsl3nPm14ytqF9PX3K2J5xYzAxMbyrdQyOH0HeWJdYg9iSOBLdodFCnMhe3ETIDUarV68RjZ8dlm9whC7w9JRTTol6c5Jz6SuuuELHHnesTlh6vGa4IEr8Bw3QoYolFj8yadIkzbYsHOLG61HHHqPjfd1sN9QutL6/7wPv1zvf825d8/GPC38L3aExN4rX1tZZTyuCJ42NjYIWxKnMQeYWL14sYiX2Yx/O85liJDEi6zAPuKFBjWUY/DiH78BXcA0DGJnD9cgsOs510Jx1iG+QdeJtBr+zBvtWHP/wG/OAE5j4jm1CPpgPPdAbZIr5zK01T9iP78DAesDGeWBhDutDU2Szx3YKfkODKvOf35EHBr8jk+zHoI7EsdcxOPPZAxhWrnzVfniH/UjZMpLY92dio3LKlMkxZkAegJ0juEPHxLIMD4CRPWnmQUf2CyFEHrFHMBBp4u8jJa8/omB7WHEtp8pFH/9fLgI5JhtW/0CfY6WKiGmxU3X19QI+5Lnddnfblk0qOd6ptZ7RrJ3vHOoCN995i8GJS4/TBeefp49dc42uvfbTQv5oBmCPiBuBibVG6QwunON7ybEzOIzSls/QGp6BD7gxoC2/JdY1o6QQwMzgWwdZB77iK3pdyB82fgODferoPKAeF/E3G/YDrn/D6077E/Lm1atXixwIWxNCsB9/i974xjfoBPvReS74kxdgZ7C35FOj8sv+DPaE7/BjKNqgrIJh4xz7cAReZLLX+RLfGeg++J3onI11Hnr4YdvBTaKGVCwW3SBsjv4KepEXk4+AL/JPTI7NPuboo822kp575mnX73K60LRfevzxmuf8oKZQZ58X1O18mRwAX7pg4SHCLk6YOMmylVN/34Bt7m7H8jtc5+jSkGsmwAmvG8x36A1fgA9ZZ3/qbkO2veBATIF/grfAyfwQgpg/yrNmx8et9rfgynn0iLwbuhIPcA17IKOsgT6id9zsAaz81mUc+gaG1dHRo47OHg0MlTTg3KiqulZj7W/qbb+TNI37QqdWx5qTXDMrNjZpsv0ONwhPnzVbDbZT5KzAAj4dlgH8jfwHzsOOI5Ev6M8cYENGwRc4gI9zuXwu6gT4jOLJEZsE7AdHPtY5uJ5r+Q09rXIsyGfmsxZH1gFvaMoR/R62LHGdQYu6H6+1XQGGA/aJQ/0DGvEcdIs1hg17R8cBbbGvQ7aQ766uDuWd09Sbl+BVV1tQ1nTq8ry2fXvEseI8o8813K72Tg27DjjidfKO+6qyedkQWB4bxRuRuIHvaMvbQufh+Ke5jon4p1fwndCSJtds12MWutZy5JFHxLjqnHPO1kknneSG4VIdf/xx8XiM/f+RR3LjxSE6fPGh4inUQ7zmXF+by2e12fBTz4EW4BrhduxdY7rVOk7Me05iwHKGsboq61xbqnbvqVBT5WZwUdz8dMQRh2uRdWDRIYcc3NPx9VLr86mnn6bTTj9dZ7lxd8kll+jiiy/RqaeeFpuSE8ZPUppkFZSo7NpRCMl/eRyCz1qns9ms4BWyip5wY3GaJMq7hgcvQwiu1Q1YlzqjLsEXcICnyBm2g9rVho0bo67j09EfzmM/mIMu4fuZh/1Y5xjolVdXiu9bXNPB/7NenWORSfbd6Mh0+/aJEydEf1uyHeXGsq1bt4jYHxtHvIysc0Qu8FX4G36D3vscx7H3KttCvrMv9AcObGO/+wiDrvMYPeMflDXtkTu+D9kWMMB/VG+gBzTifNY0A1b8ZM7xV87fe+33wAPcGfjvftcWoBXrMA/ahXCQ7nwvOD5AxogzJrq2wJpl23z2OSgjdTE3Zl4IwTwsiz/mQBP6WyP2fYPOO9iLAXz8zmBv4Eb3wB86AKOcM4dUzg0yrikOa+fuHSJnTEZGhpXJpP/diM2GrZAAzgghiCObZ7MZz02icwUICEWgWnE5geZM4g1oFA1b+XyZ0LzUipo1sRgI3ejwj1EwARjAQwhmSuL1U++XiGtLdnwUDLPe1z+r3wzE+TBAmmuzXhujwqhxIRnkR4nP7xCCY8Y4YgwhLDCMuHDd5cYLa42YoBU3CDgOG3fWNgCGJSuYAuO4BqIzHyPLuiNeo98MJwkHh4PXZCxY2ThG4QBG4GId4Azh/zM2hMBl/6UF14Rw8HfWZh/2rjgABC5g4AguDU5I4AE48TuwM0IIXk/R8bIva3CeOcACrCgfeLAW34GLAYyc4xoaFQDHdRxZA5yRBeYivNAHmIAxZyONQtW5SVDlpDZVUL+dHv/m14Cb2SQp4MT80TU5sm4IIRaEGu3cCg5agZO14SlH5Ag4GVwDPIwQgrieNQet3KzPd+YchCkn6IPzgBbgB41ZD1xYD3xZi8FeFcvC6JwQDvJemo1wAAAQAElEQVSHtTgHXKzBd+azF4PP0IVjn5vlrD1u/FjV1tV4/2oHpUPK5TPmy4iNa5867dTYJ02TaHjZd3Bw2MWSHutBGuWHcwXTst6BAQETd19CD9YecHMBuEMI8XqapBhgYIOGeRtz8AZe9iEQDpYh24HocAetS8OmV9aFwbraGtXWVqu+ocoyDwbDbpAMOPHdJhxsLg2aOnmipk2drNbWaZrqQD5vXveDpx1v4oC8rq5WxYY61bFOXUHNxQaNbSoqmwlK3LjFcCFP/f2DKo1Yu11YViVxAJe148tr7JixGj9unJqKRTdtDmjXzp2iAZDYSU7zfkcsWaLDlyzW8UuP1Zw5szRt2lRNn97q5mujDVrZsxLTLWPaDro42Pcfx5WxLUk11QXvyZOmqFBTa/jqYxMBnkGPkg1/o/esr6uLa0G3TCYraN7owKtQqDNNsl47dUGr2efr45qZTMbnEuFgOtyQnOLCSgzWvFat7VDBQU6hqloH9h8QT72NdYGJoj1ww9dcNicCDQLnJcaLzzgFEsgqN0KwpyXTtq5QcHF8pg5zYrvUCfACBxkEwdNc/K2AdUhEY2vTps3RoHe6kJra5oYQlLOjQr6RF3SdBHvYaw64sD7kIAkcUvOfOfJfzjrb5GaW0FsHZiR48h/H/y/bfZF+XMP1+RhElk3vIeUNN3sjcznv7UvFdQflNInXcS6EYD4NqM+FQvjA/IztM79h06rdwON65J3fR2yf2Qu4mcswiAohuFjTbZ2qRB0IIfhcYrzz5kuvi8jtcf8B60rJxd+SBa/XhYwe26RBO1BgBQ/gYPCZUWv7w34hhOgXSw5GBkwzrklc9CBBqliX0K9B6xD8xA5zTX19vTiCM+tQ9CF5mOwgZ4LlO5/Nqt94c26igx3W6XEgMWJfQtDP9eDX6aZGTU2t0JfW1hmWu6KqLE95F/eYQ8H6oosu0VFHH+vi5TgVi42Cx7lsTtUOMkMIkScEW4PGdTRI6nDiuNfFYfAFJ4Kpku3OfgfjBG0ENdvcENpp/WNOwfaHNcA59doEcDtdnOP3rdu2ivN90QcOCpnq9PprXdDutH3L5jIuvDYqsY2jiPm1r31NJKjnnnuOGwyPiidBoBNBGzhj23bs2K4d23aorq7BepZ18LfDtrLTBbT9TvJ2Oijt0po166zjvRrvgu6GDRvjeXQA3q5duz7evXrvfffrrrv/pUdcuGXdCZ6bJEnkJ9dBE3BA5971rnc5eF4kC491aUR5207kILFdwy6MsW1CVrim33LQ4YQLemZsA1gb3kErfM8OF0ahEcEgDTf+3TUK1jQSCVqnO8hFppGdnHUEvFmbNVlD/iPGWLx4cUw6pk+brjGNYxWUqlBVoxktM5UmiWUscXF7QJ3d7dq7f7fp0h6bHbwOquKmQ59lvNfxzR1/v0N333WXlj/znOTzc2bO0lI3YcbYHpEANTmxRQYoltLoJljEjzT790mTpyjJ5OT/qBJSDbvpfpgbJR//+CfivzH43ve8SwtcZGu2zQCXYrFoOSyqbN1AJrp6urXVTX1evZekqS55/SX64Ac/aFmuj09xHO1EjCR6ogNhbCPH5c89p8kTx2njhjX65jeu16c++Undcfs/dONfbtFd/7zL173shvAL2rtnp3q6u2RPEtejwLhixQrrfk4tbsJDY3jQZdtc8SwazBRC8I3I4B0uzFJc/8Y3vxmfuoH28KHYUBRJ++LDDovxCDzEJlG8mD9/nn1Ak+l3QrRlmzdvFq/2pDnEqytphJKwDNjGLHPDaPRVjX+94S/61P98Sp/7zOd0qxs0/FuGN998c5TbqfZNwNXq4gJPh3A35hFHHKEXX3xR27duVYsLAGmSRN80ZDu0aPFhmmzfV9tQb7tXVlNzo/Zad/fta7OeZWxTBwQe4LnDurTfDS5isDbrPAX9AcvFejdKC9U1qsrmNGR/nFi6erp6NKZpjArVBfN0gRYtXKTFhy7WKy+9ImQIfGhSwzPsFYUP4EaOkCGTONId2f3973/vYsy2WHzi9dToeK1tasU+/5BDDvW86S7CX6gzzzzbvGuIdmvlypWxgDV50jTbiM3abNoijzfe+Bf94pc/1br1a/T2t1/ua1v0STf1P/6J/9FV1tua2lrd/+CD4hVHfdbNCbazw7alFcdwIQR1WQeACd1tdqMDG0nDZOKkCVqwaGF8Qu3mm28UDbflzy9XYj3rM//QR562+slPf6ovfP5/3QzdoCeeekq82rejs08jXn/JksMsC8drou048htMx/KIKWE887bTJedFsn+92w3P3W5oI3fLHl6mp9zgvNdNr337OjU0HDR/wULHSTld5qbMx//nf4ReIm/YxT3mW7VjAG5UAKcD7QfU1dnhJuzjkb5tbe362Mc+oaefftZx8IibhZdqy5atLpDN0mEuTLz1rZdq3LixeubZZ2ITsMnyIsM17OLnGaefokMcT3z+c9fquq98Sbf/7TZ97bqvxFf1XvPRD+v4444RdmrATUZomrG8KCTau++Azr/gQt1z7wM6wkWJI44+Rqe7qffzX/xSxxx7vGW12U2J9dFf8dpY7CI+FFt5rpvbNFKxOSSoL6x4UTwZTgJNfAKv4BH2N2f7ONGFsSE3LC+56HWiYNvd3SliozFjmqyD/eq3b9tgPSmHVEkuo4xjmB27dtrvD6uru0O7d+9Uy/RWXXHllS6IvlHdjlmXu6F89NFHqMpx2n7Tj+YeN0lMMJ2AddAx0qluJh173PGa5CJjsXGMOuyPB70XSfOzTz+pybaN6DrJPAUKYG9ra/O8zuibuOHivvvu0/Llz2nXnm2m/6P6/R9+rjVrXzYJB1RsrFaSlnTCiUdZloYdC85VrZvU69dv0v33P6B+F35PcLFprpsal7ghSZManePfRyP+67ZcI593uun7pS9/WT/48Y+0ftMmHevCKY2+t17+Np184lL1mgYNddVqsr249pOf0Gdd0H6nG2GnuXFFIbnFdocmSUdnmxuap7pgPqBFLjjRsD79tNNjI5z90fuy5Wb6jFblXLAqa8SyO6D5i+bri1/9kuYvXmRfvT3arWeefdo43B+//962gFfa0vT7sWHEThN3ADtFa16h+HE3Zr5sHJAL6IWe9JtPe/bsdvP6Tr388ksif9y6eVOUlaEh5ydWNORponVvvH07g3WHHM9vsw9e5Qbmw8seUck+r8q27nI3kd7/wQ+osbnJdr3a/jOjov1VV1eHi9RNam1t0Tku9H31q1/Rtdd+Sl/60pf0+je8Xh/68Ed0ohvSCw9ZpDe9+S068+xzdc3H/0df+crX9KXrrtcRjr9Kthr/uOtf2mi963MDdkRS8/gJqnf+AK+y2ax2OJ7ClzD2upGaKqjddvvQRYfpAx/6sF7/5jeLf2P34je9SVe+85063g1NnkYPtv1Lly61Xr853iiE7YVuyCHHxUuWxKbn+PFjtOLFF9z43+M4oEcN9XX6+c9+qof+/aB3kn77u9+KuAY5BR5oV+04ET2rVCqRFuieQY//h474EN7wQXP+l7/8pb74pS/r8MMPF7pMrNXZ2Rntwzw3GPBjdc6h8JE8mVxbW6OCB/M5j0/CV6BP48aOcw5aUnvbAa1zLIctGDtuQpT/mpqCc51FKrmGlM2mqi1Uu/F3nJswb9OFl1ysiZMnKef4rKHYYP0ftH4tj7abuIW4tsv+vm1/m38bUgiJ4avVkOWFdbGL2Bz0lYLk008/5bipM8rCHse0A47LeQp69WuvqeNAuz5qvlxpPcIu7HdDldct19gmNXlvaIb/5J+JaNvfrgpMN+VG7HuIPZrta6ZNmybeiEEhG9jAE7vuaeZPvbAdfMbOJWlqWLr0mpu5O/fsUSafV9YF4Vx1TplshmkiDoF3+GGa4NC9o6NDFFBrTfsWxz3z58/X4sWLbZ8ma+aMmabDoPEfsszXqNjQ4JihEvkHnHXO2TNpoozjWPjDOW5QZU1sHd+5maDKPBk3abKqnAvMdUF6nn3G/gNt2m47u8tF192mzV77N2QC2Ugss0PWQ/DliNwhZ8SVIQSBQ5XzY/Zgb2LwGtti5nCuz3yAT7yJAJ2GnszjmBrWgv1hCCHigjxD2243LjvdoJ7oWJJYYxSOOtOFRna98zJwlP/Yi8/sF0KI+BPvznDDBRrzGzRlHnCQJ4AL9h0cOIYQBJ7Ayt7IA+tVW6e4nsG+fIe/wAM95T/iY64FTvaDHiGEyKOMbQU04HpkiByYNUavhZb5fE5lyxk6MuT802mKr60WNM2aPtCc+ewBzfrcsKs4XgnhIK7gBUwV6z2/kzuhKxxHHON7qkxcy82AjyO2vb0q2yfmchnVWB+J7Y2GWIecb3h4MMZuQ44p6i1T1fYP9XUF7di+TatfW6WsAZw0fpzmz53jGs5hOnHpCaIBA42Buba2oGKxGPnAutARHKEZ38GDIwOY68xT9oYu4AGtQgiRH/zOkP84hhDi+cQw8B26cOQarqUuNeIaOG9kGbFPy2QTtbXtF7Fz3jqITnFDAjq1wLKPnUPveHqKphB+ke/oMgM5k/+AmT3gBfsBK/zkes4jM/wGDNhF4mSeusKPgd9ll12mC84/X8j2X/58g8hXiJGQQ3DAzq1wvnP33XeLp/n32GZAT2SYZgo0RHbXb9ygPfv3a/PWHdq0fYf2W0emtEzXCSefYr92qvAf01qnC7mTgiZZzydOnmxfURVrKF3Wq8QyVaipdVxXFP8UGTrGIO6HRlW2ifgK8GBg91qd52LrkG3wzXgN6IDsoDPEWW2Ol6ADvxes08g9+RTn+Sz/Qbcq24oQguVxSODFNT3OY5BdbCv1im2uGWzcsFkvmibr1q3XNtcwNjse2uwmFf6WmgvyWbLepK41tba06uxzz9Hb33GFLr/ichFbEcOPwj9r1izVOrcYdOyLHLIvuAInMPEZuEMIhlJKQhKPzAUujvCJgQ3DpnZ2dsRcJ4QQbTlrgVvi71zDPGSCaxjIBvuy8Kg8hXDQ7rE+8wes/wfp0WPfv9e5Qad1taT6QkENhn/EOePunTu0b/cubdqwLv4bkQ3Wn3luVJ7mGOOoww/X5AnjRa1gr31gh/OLPseeBywzFet80XNZJ5skvrZDvfb5bXv3xTdBtTk34d/aHHLelc9mlaRJ5BE86fY81up2PRIcGmx/D1m4UKefdpouuugiveGNr9ell71F77jqShGPXnXVVSK2JRa81vnd1VdfLd5g8oUvfEHf+MY3xPl3vvOdjgOu0KmOzdEj6AKdWB9aoMvYLYMqcoQ0SGXrNoMadlOxXmOdN4wd26zp06dp7txZmj1rpmtoRzj2PV3nXXC+47uzdI7l4hLXKrh59pRTTtGiRYdq7px5mjB+ogo1dQrOEaVEOecayHfiDeFbybSuWL6Agc99rrEj58j+JOelM2fOEDqD/FHbRX7gP8etzmG4mevRRx8RsTH5PzkxsQpzuB47g90bcWMXLMV1xgAAEABJREFUfeMzawfJud+wY/dB4zvi2GnYn4eUSTPR1yKrk63Xra4j1tiXJ0kabXerY/9pU6eqtWWaY4VWLZw/N44R11vbHVcgO7WeHwI7KK6FDocQhN9FV4lDqXcBf4evSUyLrOOVQctll3mPLrfZnvZappBx/B2wM2rs87F1wIdNgIeDzrHwt+RP3Az4xBNPiBvHuNmc/bBpPT09Uc7AHR3CR2KjoQ/xJraaOIjz6PCIeQJ/0jSJOHBd1vKaNZzyH7wCNo7MRZ4YaZqalZWIK7E2eSo3McIbchRoAM6M/sE+JWwSQhAXyn8hhBhssTiEAzkGQsHFvX09DtD61eWkNpfP2AnW+9pEZXtgAElMTI5eSnxmDUYIISKSNRI5G99cLqsQgoEte79hC8OgP494lOMYGhr0PgcDQZAEPgbrsh7ngB3YQggW7JwdQD4OhC9vR8j+/A7sXBdCsBBVu9hc5flZ719Rb2+3R4/3H4qFVJje7SJdp41Br4MQiBpCiLiwp/zHuuCIAGA4OAILc4EthIPC56nxuhBCPAI/12ZszAuFmhj88B0hYm0+Y6gZrIXQtP3H4SAUCGAITsLa28Ufgsl51gUe8Bx2EgLcfW5eAhO0Zi50YA50gT4hBLF+hxWAAQzMYz44MJdrOAdc7MFnzjNCgJYFNbsYW19bp7IbFTTqEgUrcWqjUxMdBntxHWt12zF3OdkBvmE3rTkfQoh0Z0++sz8BCUZnVNH4DUMJTUI4SFtgAGbWgXbMkfeW/9iL3zhyDfCDd/Y/Dv3/z1fkSwghKifzWSeTyXqVg79xbcbXMTjJeuwNPTAGjU2NmtY6VYcsWiBebVnrBLLZBrumkBd83m0nxr8B5i1sSButK6kbSYPqcFBTLsvyWGtZzHtuNg5wznj/TCZnmSy5qVDn33N2wj0ukm1xsbQ/rhFCsNz2utnS74LRbheZX41GGAMMfsBd54S6pqbaOlHlfQpRr4adWJYx+t48n834t4xGSgPaunm9nn7qMa1fu9LB5G43L3ars4OktNdUraiutqAGB8iNjfUqFKocaNTEkc2m/r1s491vfe2La5WGer3XgKryrD0Yi95D1mccP3cut9m4YqhHHLgnSdY88BrGZ9gJ2LCNaaOTPpzxti1btNlF1X+7uHTH32/Xyy+t0NrVa0XB/fnlz8fiIMkN/2ZUSDKieDFt+gwnfXUKSRoLtYVCnZqbx9h5znDTaYzxrTJ+bZF2IQTTpSbyHrnrt870OEgbcPONBmK/G4qDQ0O2TyXjNih4j05BX4Lcip1a0QWTGTNnuyAWtM9J9a5de5TN5oSzZ/4+J5sckR1kf7cLRIltJHaDu5C6bWtGXPDBLqKzFU8sOYipuHAVQvCeI3FIFQf4O7TRwTE6f7mT/IsvulgEKK2t06Ou1aKHlin5uryLuejGoINBZH+ci5K1Dq4I3FI7iW7rIjYOhwc8xWKDwAfZq3Yzk+/oIbAPOFgadpEoMY3jk4tOqvktZzuOLkAThoIUQhA6xN7gxX5853eOfU6UsVP8FsL/n1uyPeB3YAVOYOywbcIOVDtBnTlzZrSX7If9YJ0kCaZ11nrVbBpVxF2VPd191pvhyNeM9RYYOcp/SZpGPvaaz2XzLoSD+6P3ZetDCMHrlOP1BQejwIP9gt+sAU4c4RUwcA3yNRqAUzibN3eeWlxEaXBhdNi0pzm53w0NAg4acFyL3WBP1mc9vrMWa7IXvEFWwJ9jJpPV2LHjNWPGLJ3tYt6RRx4tmlCtDoYmuGg3yw2y41zEnjhhkhqLjSoWi5b9eo1z83b69NaIDzDSsK+urhGBGfiBG3wZsG72mi8V0yCxbzIDrev1oqDUbXs9aP7vcEC+d/8e5WvyynhOt4Oj512UprgPr6otM8De0jpNL730ovWrR6tXvyZeK/vzn/1Ef/zjH914WKo6B+c/+OEPtXDhAlEQ2u+gHRgIVig08vuYMc3avn27li1bJvSEBBO5AOaOzvZodw4/fLGKxXpt2rTR9nQg4gp/Bh3EoVckldxJfLITBppjBcs+sgOsGcsFn/GfJKc9Ds74Xm05Y38piP1knQshiX4S/sC7HusNskfyiu0BTgJJdAk94g5hZJZAjqfUwBHZhY8rXnop4sN+DPQqhCD0AdyBm3MEhfCIfZ57Zrluv/Xv+sVPf67bbr1NTz75uKrdVCeYe+Wll7V542YX8sqqti7udZF2v+3PDieSvMb3lptu1qMuKLMmyS90JElETqGL/AfcOduKagfNr61eI+74nepEc2i45BivO9ruDhfOCtV51bmQQkJScYKCP+gz3XhF4TPPPK1lTgJomnbanvUP9ItBEJxaVigy7HPBrau7RzwhRuGcovoGJ7pZF4ZyVXn7lBrtdPPPkaTt/HKFMKSTTzlRc1yAaXOC1955QBTsnnn2Wa1dtzEWp6EpNB+0z8DetriYiO2Ap22Om5AHdKvWuoxOYM/hMYE3xYrFixfHxhVP9Xzxi1/U3/72Nzfg7xKNzm+6ycprLQneaQTcdNNNUSbRWeCAR8gDdhB5yjneBI4dLlisXbNau3ftEIXZbU6SmhqLuuajH9U3v/4NN1X/Rx/64Id01lln6hQX6fscT+/bt9sy3OfRa73pdkPied11153qdvyZgT7WrUwuq/aO9hgDkMAAR8kxV9kFsSbHIOiG2RljBeBAp5Bh9L6/u1e7d+xSznakzYlw2byd4iZRpVTWqy+/rC994QviVY3YH+SapOXnv/i5fvvb30Y7c+WVV+q73/uu+XGKqp0AmTnCTsC7+mKDKKyW3NwgP0C+pruQEkIQNGpsbBTf0SvsGvyAbsgFsB3jRtwll1yia675mJYef4JWrVrngtvRmjx5mpI00ZFHHeHG67m2y8N6+ZUXRRMoZ3rUFYvKW1+TbFaf/uxnxL+L2O/4YcWrr7jZ/ooef+xx3XfvvY5LBtRmG7Pfxd6XXWhZtfLV+PrVz3/uM/qTGz0//tGPdNlb3qIf//AHmuJmmmw/1luvHr7nHv3MOL9k2U5dKW9yMeAtb75U737Pe3X1Bz+sSy55vWOdkhLjmSZp1OFHHlmmXY73dng8//wLenH5i0qceH/z+m/qJz/8id522eU684yzddIJJ2ubi1tv8b7/+7+fjX59r/UDunQ4tieZ5BWno/+mT0d7p2R/hZ04cGCf5X+N442S+Le7aL5DWxp32FAaV7wyDn7yar0DB/br3PPONn0/qqOOPVq1dQXLSEYH2ve60PmKuq1XLyx/Vk898aja9u62bclo5csr3LR61HavS7X1dZrgAvWUqdN0+hlnaukJJwp9Xb12rZup94rC3NUf+YjeeOlbtMc07rZfAJ4Dbmica191yy236plnnokxKueRrzVuGKxbty4+nX7APj6OAweETGOr8DfEh12dneJtHzzZ+bJtZwhBE9w4W+CGAXLEUy7f/d4P9dNf/kZfcDPuq9dfr0ve+CbV1NZKiedOmBB9zLRprfryl7/qYs379eUvfSXuc/75F2rlq6uEDT/jtFN1+OLDRCJOAed3v/29aLpiY3NV1dq5Z6/91SHCfxYcT2MPuzo7Yjw5Yh+BDS05pmYt9A6Zr3j/J918f9zFgI7u/frb7Tdr/IRGHXHkobrzrr/p0cce1AsvPq2nn3lEGxzTrXUT9ZnnXog2F7/PDRrfdBGp2/7uzn/coRbbNvxMxXn2pZdeGp+WwfbgH/O5nIrWB+wQPqPKxUd8OY3JfD6vPjcmH374ofjEeGNjgxYvXizWoDhwyqmnxNf33nHnnW5MPaejrW8//P73dMOf/qgdtl2bXJj87S9/5YL6gHocN7V39TjOPaDNm7bqWfumJx59wk34O7T61desAwPiJrA0ZByTNQn6HeLGLDcMnnHGGfEmFW4UwNfybyPhk6a6mINNJs4H76r/wIstotAVQhA3PCLPf/zjH7XAcUONbVBHe0fMg2iQPfLIIyLvAW+u+8c//qmbbr5V3GBw330PCL8KX4jBtjinCOYNRatbbrk50i2EEOXgmWeecmH6di1btiz6wXPOO19b3RDYuWuXnnejMs1mtHDRIWpoLCpjGuftV+7597+1dsNG1dQ3qLquqF0uMN7374f14LJHtHHzltjowxcR58AbcAf+I444Ql+3j5nhAlvrtGlqndYiirmLlyyJT7xPnDpZ+12Mku0/Rd+TTzopPmX0+osu1Bmnn67TXVA89thjxRPbNKyJDdApik/g2dDQoOuuu87NyIIOO+xQzZ41S2vXrov4/ulPfxK+k3lcgx3hZirsN/Eq5/ElyBMjTVMRb5500om2HTkh37z2bPKUiRoztkn5fFYzZpKD1Ase4n8muyDf6viU+HuTi9rFYvHgdT7Cb+BjHWQxX12wztZ7rfE6bMnhtvFn6vAjjtaUqa062GRtcGO23v6wT0MujPU6viBe2rdvj3O3AY0Z0+h4taAx9oO8+r6ru8vx8tiIKzKRtY8gLmC/lpZW0/moeHMFMkjOiT1Cfp58/Ak9cN992mse7nRDfsR52MpXV+rXv/mN7vj736P/X+0YaRdvwXG+Ah4F+6CybXPefAohKOcjdi6EEO3MFNOBWA5fiLxv2rTZmZ2Usc4CJ3NzubySJNF0N/Mo6mNnQgjiKZd++6OB4QFlc6nIjeUYvWwa8LYRriGmq3HsBp74U45rbZuRt17bYuSNvIMBL4mJsLEhBNcUuq2vnZaRGudRGS9djv592HFFv3PgPue/ff396jG9h1xXKkv2Gx3a39auqppatbg4W1tXr4zpO962Fv+OfYeWyBd0zBlPbCNwVByroIfYS2SN83xmHvkF+gFN4Re48TvzuY7feh0P5bwXa+ELmQPuyLBBU6P5z/xBxwHM4XPZ9MKXsAb4A88oDfidz8xJTI8QQrQpXIvMFy2rs2fPFrlEnfMW+Q940Q9isNHmFnCGEEzDrFh/FH7W4DtH8GIe+2Gb2ZP92xynetlIe35nLr8BLyNve8i1nAcurmeAC+f5nXkWNmUda/MZunBkfdbm87BjPvjDQD9DCFHmQghirQHzu6O9Sw7jNDg4HMeBA13Whf22FT1ePjg+HYx2ljc87DPc3FS7x35+v+XhueXPaZ3ty/YdW7Vh/Xq1te2z/V+rHdu3av26tVrx4ot6xfWblfbjJeeb2Aaak+RJzc3NQo6Lpjd2ATmGbsgyA7wZxLh8Rw7Ane8MaMDvyAi4UT/hOwNaHTxXijSW/6AHNOZ3aM4R+mILWLvk/EahoqbmolpaploPh4RM7XbDcoftAjKOHJBnYO+QX3wdvoXrgQP55ohujLi+g/7wnf3YG5hr7MfYE9lCZjgaPOH7ib1Z601vepNOdXxCcwB/D/8Y0Gn0O/oOTPi522+/PeL57ne/2/HO+zTDdZOD+w+rtrZO+aoahTRrOc+pVFG0qWvNL55A4wbB4ZJxdT7V75wfWNscl7H+qtdW6vEnHrdPfTrGbdh0cCLUp6AAABAASURBVM9bPnkDEnwIIcS6C7xBn0Z5yBH8oHEwgtgG6HXAMtTlfBpbToxI3Mu1zIXPyDG8CyFE38F54mLwaGwoWt4zwqa2ODbCxiI3zME2cIQ+rEP8M2L7VXAOO3XKeC2YN0uzZrWq1T62xfZ5rn0j/go5gK9thgvasz/Xcx45Qp84GoX/6s6oLHGeeQw+A/eAaTh6hPesyZGBDIQQIq+4JoSDeogusm8IwTxKnWqFqJ+j531CI7ZpwAId26x/1BLAeXQv5IPf8RNl+6myY1Pi1XbzEp5CG+QH2Fe99lrk6Wvmb6dj8WHrZndnh0ZsQ4fsewyh5abGMCQ64FxioL/XfqhfHeSimzfppRUrXOdZrY2uw3DT26srX3F8uFd9biSCZ4fXbPe+wDRsHlScSxGDTiKnMO3HjxsXeTvB/gM7S/4IP1vNU37jMzZi0uRJ0afDY/gKDtAE/qA3450XUO+qdeyPTCJzuVxWWcdsaWIs3CDkLTJl+/TERq5iWAZ7umS3quaGek2aMFazZ7Zq/tzZrgkcoqOPPsq1tjP1jndepWs+do0uv/IKnemcnZiL2G3p8Ut1lOtw8+ct1NQpLZo8aaplapbmzJ4jcAGGNEmjPwgB2zkQ37ABr9I0iXqSJEm0e0cddZRz3Av01rde5vFWcaMGcdFCN59bHUPBK+QTG0B96QjHSIsWLBRPAs+dM0fzFyxQi+PHevsomy2V7b+DfS3rQ5txY8fFuhvxD3Rqbm4Sthb7Q60KujEPmeTmr127dmqf6wTE1mudq3Hz9U7XNdrbDqjiWKfasS9yhLxV+TNrwBfgZE0G64UQtN95LXq9yzF0T0+35SiNA/pw7QTzrdn2f6L5P2XKlAhnmqbiD/0Zsi3CtgAvPAUn4OQcsgFNiJeo6UDH0xwbk2scd9xxQp6ADViQGfBHPrAxVa45ZS0f6AD6x7oMvg9bZ8BPpiGfsQnYV2p9+H7iRWwiNozv1IiItxIAYwEQCCGIhUEEA8xvnB+xILI4xMMgcMSRMKpd2ICIWQc5zGGwHteCPNdXnAB6aRsgYQtsQHBsI//9nqaJPycmcsa/W/BtLFhnyApdMUKjn1GeUcJUO4hNTXR+h+gYE2BjMD9rJeJY8d4o8NDQQCwOwNDU+9XV1cYGRGKBHnTRu9sFJ2BO04yLzyVhCHiNZdZ41VlIYQR4AoP8B2zQgT04jsIwep5zB9cYML6EoYq4yX8hhPgZgUqNA3RCsFgfpiMoB+EadLIw5AJbrwOZgcgb5rIHxgl4vZxYAzg5hnCQllxftuBz5DzzQgg2LtlYaEeo2B+DjJAg7NCQ9VGGEIIvqcRGEjiHEFw2kIYclDk2MI1GDv5meqFcaZJE+BA+1gnh4F7g5YXib9CK36ENOIw4KaiYv2Xzm/McmcsAZn5jLXja7UIs9GQeg+uZz+/MA2724jquZw77sUcIQdCB76zBOa4JARwVfxvlH3uxDrQJwTj/Bz6uZU8G+6KM1Zb9mpoq0zT1GopHArHh4UHjW1K1nfdEO41sNm+jOdGOf7KampotD5X/8mx0X2AaGOjzdSN2VB1xlM2/dhfSDhzoiPROkoyk4OC226NLGLYRF0QZNU5IR9eCJmmaiMQDuoQQNORguTRUUt7JTU2+mlhRI3YsqfHLJFI2kar8n6aGWk0eP0YTxzdrwtjm+KqQysigdafDW1fEX9mSkMk4cXAgxV4ZgvhySRUHoSU74JLxN+Xi+on3HpXrOjs6dKmqKqfU13Ana3CxMU1yXr/HiV2XCk4M5zi4GbGzW/PaKq13YXrd2jUuPm7WWj57yH9VNoYUx4eMUwiJ+o1fd1ev2g90eq1e7XeAv80F5M1bt2nEAgstgRVnxh7D1nlkwUsJnjK4mwm5OKhLia8ruSGcZYqby/ucFKzTti1b1eVGOBnxWheannjyKT388DI9+9xzMdEgKN3hZBt9QpagGPuQ5FP4Sq3v6DdNKgof3OlCYIoOEoC3d3SIABM4ZTq3ufHMHXYUxjY7eAG+LVs264YbbtAmBzBcExN/61JqXcQh8RTrkUce6QbT+BiA4GhGncuEiROUWDbKDihwohkzv7ev204/oxEHOj293U4c+i1vQ6bLYMS9bP0MIZgeI06yBv3bcBwlB2mMxLoPXiOGgbnQEh0ftCwQ+LEIzVIp8ZpDlv+y98tbX3L8FO1Iv4Mv1pGC9abGjdN8PM+ajG4XSNDJfif3fMdOZnMZQctiQ6MmupE4141M5B0YsGvMmzBhoijYFWoLKtmPpdmM6ooNqnMAlXMgUG0/whohBPHH9dCYY5IcPDdiWgEb57sd/PMZGel3A5JCH82r9U4kd5vvax18vOxiPPvD7y0u3mUymWhzgQvHS/LFvszhN+wN+4Ff2bKaSVM1NzZp6uQpam4e6zEmBksj/q3Hzf4e+6p9e/dry+at9guD2uPAZ7dHJUk1bF6Vy2XzfpxSr4PuYQsZmzZtirRnb/YFHmRgrJsIwFJlWoyYp2maCHJMmzbF8tPswK/KQU5BHQ6gX3TwvM1NLwKkNicdBBMrfI5gfPXq1XrhhecFLX70gx/on3f+Q2usr02NRV199QejH6Mo+oH3v1+HLDwkytNB+5jxHjWRl/CgxcXFk1w85NVKLS3TRNFsw8Z1LkaPMy+nuMA2Rne4wEwREXrmzUf0jYAGPEm4CD6neR1oCs/gF3RGJlLTBfyTNBVHzidJEukFTr0uQhEoUbzu6OiINOMaYCPww3dSFEbXWhz0sw/rsge0JSEgXuA711GkB5/p06drovUPmOA3exGokQRTdKZgiVwTuLE3d+eteGmFUscgF7zudTrRNEltd1+yfD326KO6w4nzdtujBifJI/bLFnAH0iUtf3a5XnlhhZqLjVpy2GEO8GdH+QO2CQ5aeVVvJSSqLtQKuTngBs5bXKC/+uqrdbqDURJTcKu1nZ7qJKZkW9xj/XvJBeVnnnpSK92wesTF+YcfelBVuawmuzHHuuiRTZbAL2s4Tz35FLW4CdPb2a0p4ydqkhv/b3nTpfrB938oXrl60ikna+KkSWqd3irk6Plnn7Nfqtj+dWnhokWxOHbk0Ufo9DPP0HjTbY8D8zPOPlvbrWdbt+3Qzp3brQObfdwpCluj/m+ykzSSEPAoFGrU1dkliiAbNqzXihUrtHXb1mi/SIwWOinh1Z8f+MAH9GYXLkiUsJe8lpJmDbKB/eh1IY/mA+tgB4h9C4VCTJD4Xl9fJ/i7ePFiHXPkUXrPO9+t9737Pfrw1R/S+eeep4J1q89ytXf3bu3YvkVPPrpMTzz2sLZv3aS9e3bZt63SwYL2XiEvH/noR4XN3rBhg5BrfAhy0WF5rKmpNvyDKhYbVFNdY11Nov4MOvEATuT0gBvgyFh9XZ0swJo1fYbuvP3v+vttf1PJvu8pF47Xu+i6/JlnteiQReLuW+Tqu9/9nr75zW9rvRvWLS3TRSPq0EMX6ze//q3Wm34xqbW9QAeqjVNqHULOi8ViTCbnzZsnnkCnUI39Qy+xO+BAXEkTJgkZVeVrNKZ5nCZNmqLx4yYaj4KCZbKurqjHHn1Ka1avtxxViWv/fMOfdeGFF+ijH/2QdeDEaNuwq7zmcr3t7pZN27Rpwyb97je/1T3/vEtPPPKweg7sUToypD///ncquQn0xMOP6JvXf00//8kP9czjj6smVy2KDcWGotBN/OL9992v22+7Vb/82c907113acK4Zs2dM0sffP979eyzT2lMY32843vAxeXHH3tE9/7rHv37gQdEAxQ7OnnKVNWZJySWJ598srBj1Y79EgV1uvkTJGGbkJcjlyzRcccfpw43TKAT9oabDvD12P86x0rEN7t27tGgi9pbrefc3MIrl5997mnd+ffbY5ME+4GtgQ/cMYvdgDfQv8Ey2VBfiL60ZcZ0XX7FFfrYxz7mZP1Y9XrffXt3qXXaVGVs7DdtXK9bbr5J3/vud/T/uPoLAMmuMv8f/p57S7paq7vHpafHNclIXCdKQjwBEkLQAAEWtwWyLL9Fd1lkWVgWFk0ICZYQggeIu07G3X3aXaq63u/nTJrd91+Zk1t175HnPC733t7ogvOY/bn582frPBf83/SWN+t1N7xWwDfXyTn4kvkPHj5inV0tbnC44447hA6cNGGiCxIPWBWVtHTxIr397bdYfx/TZz7zGRfKN8XECTqGJ9S5yYXAl5tOLr70VToe6Dd7zpqol/HR8FuHhkb0zne8W9/9zvf01rfeotffdLO+9KV/00rLWZVl4Rnrje0uaAX7ksR32CZvycWjrbGQ1uqExMknr9Ik++LcNDR33nz9+1e+GvkV+/Fj88g73/F2y/Lh6J/gk61YvkIrVq5S0Xb4yquuUd5JyBrL+5dd4DzrzDO1dMliFw8HBL67e3rsz+Q0fcZ0hRAU7Nsii6c4IcO5/U5EXHrppbbjk3TbbbdZ/g+K4gY3Wt57z2+0/9BhrVm3XrPmzFWL5ZSbTDKeo6622oXEIeuIvdHvwpbn81UiyTHH9CwWG+M8m+1z8Hrkb33rm7FgCh2wHRTV8RO5qWX//v3iKZZPfvKT4ilDdA1FD3CTWO6ed+H/G//5bX3hS/+qPvNbW2eni8iHNGX6VF148QWaN3+eFi9eInh1nvF37bXX6+KLL9GDLhzyutLTTz/TdmaRZkxv0dFjx/S3v/w1Jl0pdN5115360Y9+oL/+9UHrrbKTQAu1bctWcbNJe1ubii7ITGyeoLpcEvlmzP4Were+vt7+zZC++tWv6hHry4MHD2i98dRjfIM/9sbrb7Hvp556WozZq6oKmrdgUSz2zDGcxcZGkezttN6cblvW5IIL/tdJJy3XZZddavrWO17oMe9N1BwXNs+0TJ5km4l/eORYm2bMnKVG+2ALFy/V5q3bdejIMY2WKyqYNsx7wQUX6t3vfa8+/JGP6q23vF28Ev9Nb7tFDU0TlLduzhqeWabpueee53xDUUmSRj8D2vBK9D/+/g96wrZ82pTJ6jaMu6zv1760RouclDvZPDjquOYrX/mKfmJ/f/fu3cbfqGZMm65q27WWmTNs27r03ve8S+9+17t11tnn+XytcfWYHn/8SX32c5/Xb+7/nQ46DjrjjDNVa1sw1TLQanngiWBuHsIfw6cmFkGGv/+DH8SbiR63jsTeYFOTV3wj+Kqvry/KJmPw/fk96jhy1D5CobpKJ5y4VK2zW1QeGxV+Q8H8epppM9NFc/rLnyr7a9iOvOPHEIJ98aJjjlFVOYata2hUv/ecusDYa709MDSqgcFhYfOPORZqc2J2vxNzh2xHt1vn73JMtM48scHJYBs6VXvufDajBus+OfeT83f4Bdxhs4mXGqyj8ftqLM8F2zD2gF0leblwwXzrvw3a60L4Z//ls/ra179ueduvl15aq29+85u655e/0poXX1J/b4/Q+5k0EbSrmGexb8gSvAl+NzpRndo+sm/WZr/ILfof21ztWDfyIhrbAAAQAElEQVSE4DgoE3lixMn3PscX9MemglM5PsfG11TXCVw2FZvU1FBUj3mlyvij76Bjpz07d3r7Lob6HL4pfmrZSVX22dTUFH2JxHSk75hpxZNKhw4ejLSErtlsLurv6D8kGR1t6xA3hGRyWVW76FPX0KBtO3dou2NObjSxoou8mCSpJjvGGhkuOW4raLZ93HmO37EVxWIx7kv+AAf6Cz7IGCejo6N2S8aELPY5pilYTtzNOnVQ9B1zHINcj/MKR+JKeBKd22c+RBfxxpeHH35Y2E/wip+EXWct5qAl3jfrsTd4gbHgl/U4Tx/G4WvwBEy74xroRV9g4Bq0Y07gRz/g5yBL9dZRqfeDnAAP+xl8JUYNIfx9/8BOvxCCdUDy9wb/YSuw4/Am9OQcOMAu543/xGNCCNHGcB56sVe98uE34+K5ikyaEGnJeRr7Z7/sge/05XzJ8TDHJEmVhNS4H9YE2++a6lqNOq+C3/zcsy/ob9bxjzz8qO65514XXp4zrnfqt7/9vX5nHwlbmclm45qJ8dzvPF2n5XT/3j3xabgB+82D/QM6cviQdttG4/8eO3ok2jNwl8vlIh8AH/iFZ2pra8WH/QAfdAOnyCj0B1fgDJ8SnEM/cIY8A8OY82aMYzy/U9On4oQN58b3zjnWZl2+swb9G20vSM4Tz0D/A7Y5xP9NTviffMopuuzyy20n5kZdSp/pjjWgPTyJzsTuEiMcPXpUu6yvDzpW6bSsMhdwj8MLP8NnMV/kAi18CCzw1wUXXCDyN8AHPlauWqU58+Y67p0o1jQrxFgaf4kCAvwYQjDtbEOt48Fri2Nf5B4f6/zzzxf8yvrsH1+1ynqvCl3pxm90X4t9waJ1Y3AeaKw0HP/s1/w5rTr1lJWqsZ9Fzop9cSMBvsMO2yrkhP0jU/B4yfkDaEdDbpAf9gbuxyzT0AndRKFjogtpNdYt1W7QKYQQYzlujoDWzBdCEPRhHdaA14ZtH8i99Dqua3feY8A8x9uAJjVPiDcN8bdk9cqHNWkZ+1O11vcN4Mf8lUuD8s59TTUMp646WWedfobOOfMsXWn6nuLcGfEvBR54Eb4CZho8Cl2YnnnH9zX+nd80ftOHBl9xDjyAH47gBXrA1+N9wQH9B20HQgj2RYfFWM6FEMS4UddE0G8hhKhDQgjiMzIyGmUeHMF/xALr1q0TuOxz3Al/sxZ4JE+zxnEw+s7qgpA9ymOn8zvENj22bUeOHnYMtlltR47KqLJ+kIYd98CjtbZbVdmMgkeyL+jHvtgTtAJH5HnRN12ec//+vTp06ID9rN5I35defDHa2A4X56Dj0EC/C7RDShPPaDuKD7/fMTqwsh/aEccayD57Y53EuoZ1wQnX2RttxPjh3DhO0ySNeMo4Bwc8WcNdtt6reB2vpozRlzdvZEJFJe8vOO6pc16/uVjvvMZkTXYOfNKkCVq2dLHOdSx00xter49+/GP61G2f0nvf91697/3v18c+/nHHzP+qT3ziE/rABz6gd956q97lHNdb3vIWXX/99Y6hzrPvvFhTnHuZaRlb7LjoDBf7Tj311HhDEzI17Fxp1nqUPaFTsKHEDoyBB+ED5KzbuWd0CftPkyTm9Tvspx60f08BFJ0CX4ET+oOPEecFht1CCKqyna2pqbXPkTX9JOoBzI+uwJ6h+xYsWCjWnWzZQMfA/9Cpw3axt7tbRxyvIHv4I3WeiznGLNvANa7fcvbfGMeeuAb/QU/0xjPOOTzxxOOOqZ+J/Intn2Y9it6Cv8vOI2dMrwiX9S74IJfDEfygV+AFeHhc36bW8ehO/oYs/s8SF5jZy6KFC7WAgrNxzhG909o6S9NjLNAUfRvmzNkOjeMYnMHPY/a9OMcegIfvwMY1eK3Lep3GvsF5QocQQnRgGASRQghGdubv51In6UEI11mUPrIgMcmIhbjKChnEwawQrWIndsxMOeTiUMWKOQOzujH++PeM58/GFkKISgABoDE3awEwSGMNAIcYx+euROEAjuPrVptBqqxPKho2Q47aURxx4ZTvuVzGxatGwRAIeDabU8kOJi3rJMeECZN9fYLHF6y4RsRdtazHuiUbBfY2YuGEUMAF/CBz2IzJeeAEBhRHxsSvvIJ8jlwzUPEf4+gH0TAm4KliHPVbyTEPvzk/vg6Dxn+zHjChQPjOPKx3HL4RukYni/7QgDlCCGJ9+gw4IEGoBpz4Zy3O5cw49Gce5jPYVnQDcQwTHp8nY0UejJeSSg4eh+1cDTqo6XUiPwqqcdDvuaENc4If1mb8qB1lGvPiOI+fK78iJCEch2/EuB1v9Oc6cFc8sOS+fOc8fYCf8/RhPa6xHnjnO+foR3/6AQ/Xstnc3/lszE5W1nRif7Sc8QBs9OU8c/Tb+ePOttT8KvP4cVoPGzdl4zljp6JKJDms9zVifuu2QHU6wMtksprqpHJjY5N6evrcX0rTrKY40ABmlAyKDlqEEMyrw+7XExvn6ZMkaTyPQ5ezMuro6DT+R5RaUcCb7TY+PPl47Gi7hh1kpp4/tWwWCtUxkEEZ0ReYSzYYqZ0FeC8E8F1xojooZzjLo2WNOGFC8CbLaSYZcxCa1aSJTaqprbKCyTuJMFUT/buqKquKDY3Mr0lIlHdwPFYJqqlr0CQnxydOnBjlN5vNOEGaV5Im8feYlWtzc5OmEfjb+AIXfbI2GJmM+1pnFGy04O0hO0fVVTWqr61XbW2N5jpRNMWGp7mpKP6m12QnNefYOZzstQoOFjVWUWIY6mrromzXORkz5nMD5kfwxF3r3U64DJjnB73Po07Y8DqijOkNjiZNnGS5b1Jq3MEv0F02rhXvsVDIqcotn0c/pabxoCZNaBJ/A+vqK6/QdddcrXNd1MBJnWcHl8TESSeeqFUrV2rpsmWqralVn3kIGrDP6uqC8VmtejtxFMq4U6e7u0voo2nmlzHjib7IN7DAf4NOHg4B97Ej5o9upWmI/YsOaEMI2r9/nzAmfXYiU++hYFzWVNe54Nvu4LRNz73wYixOzHYSB6eQAAn+KjghiDxUjKs5c+aIxD+J+wVOGM9fMNcOe6sSexfAVuU50UvABHzIC3wJHeUPcI+3ITt/I7YDFcvt8MhwpH8IwccxDTtxzxwj1glJSJQkiZg7Y/kC7yGE+LtQKGjMNBi2TEX5S5PI0+hM1kHnwGvAxHrAw/duG3cShdu2b9MGJy9wRPN2GBqK5h3zWo8dtW7jacBwdDtRkXtlX72mkVnIa45F/ZB1Xxr8wdysiVxBj6xlJmueHbW+GrP9oOWzOeHUQ2P60g9dCCwYWOgp46PK/IrzW/L+jTZBj+l2HPhNEZx5cEqYc8RyMGC44AsM/zQXmmY6QT9q3dvnhAM80dnZpXUbNurp557X3gMHddQ6oba+QTUOENDn0BmcdFgn4aRRdCC5AzzIFHsDVvqBf2gxZr6fMWuG0kj7OjXakaz4XN7y0t3VFWkGn8MvBGY4I6eedrp4DcqCRQt1wkknaqGLKDiAw7YLi3yuoVinLjvSJ69aqTe/6Y1O7j0WX4l63XXXiX2Z7FG3VYyjRtMKvJCIgQ9wolpbW8zz9U6mDsYg4hQHskX3Q19Ao3PPPScWBq644gpRiFzk9Zl3xDTCKcSxCiEIHon85/MhBKVpKnADjdpdcJI/6F/GFRzUTZs2NQalixfb+Z08WWmSOAneHGHgDlqSB+B1PJAHj6zB2k1NTfYhuoWXCk94OScVS5ID+X0ODmpqqpyUe0G/+c29UX5zxi88x92GzANfEyxMmDBB0Oqyyy5zcvaNuuGm12uuk3wF68ZsPqct27aq2WsttcNIkWbj+g16/JFH9dBf/6bHH31MVdmcKBSClzMdIFKwmDN3nuqc+EEuoDd0Yh/wDDyxb98+Jw336qCTlIOmYZttD694G3KirmSfatTnZjsJe7oDgNXG/Smm6zIXFPK5jLZt2qR8mhGBLa/CG7T9O2re5JWyB/fud1LliLZs2ix4CXrnvO+M5Q06520DCIb37Not7Ojo8KjOOO0MtXit+Yvt1FsGio0NOm/1eXqTizqzWlt1w42v13nnr9Z0y0adk6YkA9BNFEZ2O4EBfZFDklNbXTBkjyaCbUttxDs45hrH+ob6yCPg4jvf+Y545WcIQSQX4PkVK1YIewE+W1tnxeAH/oO/0EfLXIiEV8497zydeuoptomTxd9QG7aN3eckyTOW0/1OWm7eslkvrXkxPvn02/t/o6dclP7TH/+oJ554Qsgrr89CtqbPmK4h43qdC1p79uxyAWqDHnvsERdCfht556WXXnABZa9ptUfr3eeg50bvJObTjHVULpe12qkIGQAPJBmbm5rjHcRzXQhDjghC6MtesSO8YsxiqJxt+1lnna1PfupT+vRnPqPTXDTKVOW179BBXXTpJVpsmUCWaOjZMUk569PG5mYFyxWwkNghwQk+fTnqDuwJuiaEIGgBTPsP7NeYF0WeueEG3uduZuSgurrK44IOOBHFdWSr1rb+t7/9k378w9v1nW99S9/5r2+7aPq4ef5hdR7r0KhtZq1tSMZ4GOzr1UsvPudi5+810Netf/vXL+qxRx9RLpvRtOlT9a53v1Ovf/3r9bGPfDTanhW23QTwm12Uard+necA7AYX1rNpohbT49lnn9bc2bPsIpTE3csUVeHVaS5MEGB+8xvf0McdUH/FhUheVfWIiyMPPfKIExHHYtJrv2ULG8AeaQSUyy0/f37gz3rW/NE0oVkU43e6oDl58kT96Y+/109uv13rX35ZPJF533336ec/+5nQP1W24StOXGE70qKlLm6hO7Dzy5ev0KJFixVCYv3W6aTnMzrmhF7Ge0DHdFieDzkx8ot77tFjTz6lYrEoeGDLlk1qcsIA/m6ZNUvI0oUXXhCv8bqpJ558THfe8WM9+sjD9i+ORD/oumuuVdby/qALZn/6wx/iq1gf/MsDeuG5Z63b7tPLa1/UoQP7RHLh9tvv0Pr166M8XXTRhZEvsW3ctMBTF5e++jKddc7Zwi5QYL35pjdo9erVuuzSy6K8AnNXd79++7s/6DkX/J599kX97cFHtGP3Xu3Zd0A7tu8yTebqpGUnquyYrbuzR9OnTrefXqeM/eNMJqeNm7boPe99v/jbkl/92td0rW3Qg07A//Suu/TLX/5S2Fxs8aOm29p1a4UcUjhcZPyuvvAiZfIF7+lly+JG3f7jH8W/R7bOtOm2fbviiivF68eQhwPWeSGTRpovWbZUJBu3bduufXsPa+f2ffrjH/5qXTJDfb3D9nEXad7cJXrvez+o//j6N/Uvn/uCkiTVFuurJM3Y956kJE2F/4DMkPgCjxRGn3rqqUhjEqboIWQEe7TRfgGv/KPow16QbeZE5yKztbW15pFFCiHYHj8u+JQC69nG/6svu1w2+cpm8tHWkYTbt2+PbXCt9VOn1q1fG31KaMRNJpMmTbS+O1VvML2gI7LOzUDQkWTGbOuavH2fwdurnwAAEABJREFUNhdW4fmamhrD3KHvfe97+vSn/yk+9X7AOuDYkSM6bP2isVFVUmmm/ZDLLr9US09Yoo2bN2ju3Nm63AnOA5Yhgx3H8XeF7zEfg1/Wqq2t1UMPPRT9ickuSp533vn6p3/6J1155VXiRqERF/tqbScKtTXxiWPkYcLECdZF9TrmRBR4hO/LjpnQU1X22ausS5ocv5BFPNp2TInpOsW+wYZNG/Xk00/pyOGj4oaUdu+vrrpWy09arjOdIJs7d77INxQtX2+75ZaI74z18i7bpSYneye4MJuYLxVSvfzyumivH/jjn6I+++w/f0Zf/fKXPe/juucXv7CMJRq1/Z3lBBz0oHC8du06EdtAT9rZ554T6ZnJZONar3vdjbr00ldr9fkXyKGFml0c2X/wkAqGEf0OL2AD8PtPO+008WT71VdfrVsM67XXXqv3uzBMAhAZBCfgCvuCjYKO+DWsW7DdZi7iNWiLTSfG5eYZ+qfm3WbvF1vZUF+vTJKqwXFaoqBR++KqmGMch+RzeYHrTD6vrG3J0GhJ7V094sbA4DHYiF4XY5546hm98OLLbmu0Y+du5RwvznIMs279JvFKxwYXGYc9tmC65TwXMgLM8GCX5XSi6T3BSdEp1v/dThYPueC1ds3Lev6559Tnwhw+8fbt2w2URBId+znV8e3Jp5xqek61fi5aJ+bUYb96w/p1uv++X6tSGlGqsll3WBULzzh+wBlyeezY0XgjFDhjfo5j3nOV91mx7aNfyXkOngjLmEdS46zi69gWYM9kssrnCpIDFa6NmaD15mO+458AY5IkMU4icZgmiUqOM9o72hxzFlRdWy1ukOWtIMTCIQQ1NjXGWAH4ZrW2RjsAbCXrzpxtS6GmzvudLObL56ocTx7VFttFbFa3Y4EVJ56kCfYnQBQ+I370USe6QwhiX+CSWANc4McCM74mcLLGqOFrtn9LX/gGv3+O4318hIxxEEIQeOE3/led42bGQkdkqtm+xhTnBmpra8U5bpL54Ac/KPQAPIgPTn/GwXuswbycA2Ya8wML+8bvBxbmZk7m5xr4KkMbN2CGpzmyBnOGcHy/kd/szzI/fZiP/dPoz/7HaU3fmppqQIi6imusxQlwhZ/DnvjN+l3dXUKIc9Y9o0700/hebdljTzR4gSPrsx5jxxvrMj/74Dv7HJ8fmhC/Qidg5Ynp3//+D+JGuq997T/05S9/Vf/5n99ywfT3esSF1Pvuu1/3/OrXuvPOu/SXB/4W9eb69RvjzUT42MxLgWCBE9e7d+8ST3I/9NDf1N3ZocOHDwo+2efC5G7r8ZfWrBFJ8D179kR/GrwhV/RBhxyzTu323oERfgIX7I1+4AwcE7PRl/M09gzNwTFH9ks/9s9bcvhNHxpz0PgO3PRHlqA9Og8/mXiC9eI40xo8MR+/G6zbq53nqW9otB6q1qzZc3Wubc7rbrhRpzl2mTdvvubMmRtzTOxpn2M/cIQ9xlbjaxx2nIWdaHFeC75jbvbLOsC02L72Ise0mTQT5SG1bPCnFnKmfbOLHBnzHLojb10C74CzfcYtr4RnD/D2sGNe8gU1tr3IEjfAcR18Pfjgg/qv//ov3X///VF/IFPMA694u7HYUFdboySMqaYqp0WL5+uMM0/TeS4oXea4lBwYOgK5ASfQg3n5Dt7Yz7iscI69caMIfY6vEaxPM3Ht6c6HoM84gntoBp5oIQTxASfQDPyg37p7OnWs7agOHzlkHurRgPM8FLR7XWCtsk3hzTtzZrVqunNsrbNmacb0GTGuh9bwSLD9yVm/cqNKuVS2Hg+abLzSf3bLLE2bNDnmd7hhpqerS8A0Lmsc2RN7BB5wzXXO0YCXFkIQfWnIZwhB48cQgm2GC3jWu8wDfjiGEGKukHl4mlz+gEd0VgjHxzAHv9kHsg9eyvZdkBNgYS5kGh4Dh55C2FFkCR7kJp/nbPco/nPzyMtr1zrWOqgjjg+OHG3TyGhZA85F1ZvPa61/R6yzd+/apYzt00Tbj+nTpmjE17s6umz7SvYRG4T84FPg18+fP8/n6jTiXGBPT7fgDWADR8BnM2VbkVMulzF+ksgH4mObiP06cuiQdttfAn7gZSx8Nm/ePPuDc22L6z0uFfssWz8zFBxAC3iPI2txPjhRTz/kkLnwT5iPa5kM66dK3CcxbtMkKDW7lUeHVXINadT1q2C/NJRHRbG11nnhupqCcs6TlX2utq5G02dM07x5c+Jxrv2Rpc4B80a0a665JvpUb33rW8VT4vjN2Kl3vOPt8c+NcB05uuGGG+KNE/Bl+RUayp8kSRxvjom90EIIKlRVOSaqUV1NtfKOZXPZrM/ZztvnYXzG+6EvNEc3lo2bEedlR81jfc4foiMOOl/AzZh79uzTHudmdvl40MXR/Y5d9u0/4NzyQfssHeLvKqMDsc/oDniwz37SUceUNOJe3mLCzZDY/w770d2OMXu6ukXcuXfvHu3auTP6D8AEPYBrl/mIBy/gO27k46bOh6yLNjhG5IbQdT4eMjzj9oC4Bt8Xe7HWfLp3717z1UjUicAE3ZEvvqNbWAN6cx69umTpUvvDlzoWuFLoPvyEZabRylUrReyMvYKvKOai/9kzvgeyhQwCOzwFz/C9bFyyF87ByxxHrGdDCK5JmIHlD8QLIZixEvEBQAQ2hBAVCQACLAQrWKGj3Pg9ZCOfmAkHB/tN+AE7cVUeXokbZiHGsbEQgs8f/wcwnEvTJK7Hb/rRnznpxXW+wxQgFOVAHzaF4hx0kFGxA5uxo0HypdoBEI5mjRmtYOZi/IgZqWRFmc3mNWXKNE22c1xVVVC5PBYD3mEn7tkjyAOJSZLEQJKxMGLFuBm00z3s5FbJSEytTCDaOHwhHFdu4KTaiVhwQh/mCSHEvfE7l8saLwUdh82CYGefPqxDYx35E4llAQghRAUzPl+VhYj5cQ7/b/8RExG4mIvGXliP8zBVT0+vjcxgpB9zgzuuDVkR0r/OBTECHv7AuRzklEpjVvDBirDRQlunis+hSBkHjKwtnx1y8YRzCBdFCXAlf1gf/HBk/sR8EZLj/AQth41vznPd3SNcw8YtMNGO9xn+O++QoKAf9KyxQwAM9Gd9zjMXSgTahRC81wHTtsSlqGzBhU///Tc8Mo5HaI6wQZvUPFRVyCuTTTRaGha8XHGRMbVmDU6E8z1431krK9YEDloIQSGEKNisNcWFUxwkhJL9QBsEju8ocYzDbhsJFEVHR4fgbfbCHqAxBmOiC4bLnRg799zzrGRP1bSpM5R3QJVxAJ7N5FRywJjN5lQsNnqvY8ZVyW00GpZx2KAHeOIYQhB8lLfzxasxMiFjJV2WIRf7wUCOWk7GXMhinwXLNkZi5oypmjFzqponNUoutioxGu2BsAb7yWYzPlGJ8tLjwiWGP2P8pEkqi6UoAMFPyBpzjzkQzDsx2+DkNYaX5DH4R77SNNUMJy0LlluSLwf273eCbI5OOnGZltqhPOmEE7R4wULxpAN3Hve4gMa8OE3BgWaVg8DmpokquKicyWVV6+C9dfZsYdhwzry0YY0bMF/XqtjYFA1yg4uTmUz2OB/aYQDGgcE+tXccUWd3u/r6u5W3I9nsYuocB3wUTac6oYLTia7hqZYmOxf5fM7cUY54nmiHjII6Ti64CgG+7LejcsSBeLtpNWIYaiJ/4lxi4DsdcOStE7LZbJyjwbQtWJ8NW17goYo3AI47OzutY4cEHxGIHHISqsPBfaeNGHw0efIky26DA5UX4x1gmzdvik9nPPXU03ri8cfFHWk11TVqbZ1jfhmNOhC9ihOF0501jzXUF623UqFr4EUaMsPag9aFxWJRRTeuY2hpwA2syC+8QQOXw5btvHETQog4Zg/DTqRwnr7Q0IT5+780TYQcJEki5GvMPMk8OAEE8xhS5KnHRdHjMHeLws+x9k4Fw16xvI7aIekdGFBqnV9lnQyueE1omqYRBhbLG9foE5pC4JQPwfJUNl6GBWwGwMmsjCq2FfBZVb5Kwf8BG9fZA/IFfOBwzHo7Z/rVOciv9bpwW70d0ZkzZmiikwcN5vsR44OiEk8Y1TuxNNcBF7BAQ/YFrdEd4BscZnM5hZCof2BIFE1rXDRtnjhJVZYTeLDB/Et/+k5xgqGxsVE5j+E8SQXghH4EV+CVPiEEy0nBOm7QfFgb91swr3VbpkIIkX9aHEzwejLm2Obk7pzZrWpxQq9pQqMIYngSob6hTnnb0mJDU+TJku0saxNQp9nU/Wfpumuu1nnnnKOnn3lGc7zX61/zGi1YsMh6elh93tOWrdu1c9cey9mAzw3EeVgTPVCyPO62ruT3dAdb4IjXreKMYXegJ0d4csB8yf7ypuvKVat02WWXRvnC6aOoBn+Co5JtOGN22sljHPTPWGdBQ74znpsv+A196cO84IZzsxyU4YABD+MO2ekHLpLcNOA166ratmTMTvjOXTt09PAhF+ge0fGnc34UZY61YDrgAcb29jYR4MDfJAHvcpKfghRPrwD/mpfX6K8P/i0mcSmksu59990XiyvcYAO+ZjsxlrVOhtYENdCL5O9UFyMrpmtLa4tOO/MMFepqxd8yramr02zT5NJXX64bb7pZ+UK1LZ3sp9TE5CRO9yMuCP387rudOLxPv773Xhcefq7v/eC7uv+3v9bIcL+DvmoNWEcuP2mZFngu2X/gbQL3/uoecaMH+hEbAw7nONBAZ4w4sY3Mbtu1U2vWvmznfb94heIBJ9YXzl+gJQsXa/+eA9q7b79hqTZv9KnYVFQ2n9UkJ0OrzHMJcu6AD94vWldO8x5PP/306BzDL8gla+Gw49AXG+oF/drb20Wgc64Ln9gF5AxnmrEklbmblMIiMoOjz5NPyOVM89+ShYu0bMlSTXGBvcp4rjI8ZQddIyODlrmM5y+pq6fL/sOo/ujk+Gc/91nx9NtPf/pT/cd//Ed8IpZXse7wvutsnyhwv9mB1oc+/GHxGsxWJ2QGrbc2uOj87PPPieQWdxaHEETiE/zBewQEVfYHkXXOzZ7T6vVzTij0RhlCF8Fb8OVkw1prOh90EosxBEXcsUwf5OFMF0vB0x08VRikeQsX6Mprr1WN4Wu3rSk2Nmn1+Rdq+YpVGqskyuZyTs5WNGI5yhuGBusfcC1/kCvWQ24m2w4R+HQ5CYGfiPy0d7TriScel+xrLXARvt42pLq2RrXFBvXZlx9w4D19VosmTZ2ohYvmWxcMqK+vR5dcfInl+dUOWOdrtu0WcnLhBRdo1crl4k0Shw8fsH7s1bZtW8xL+1TfUKsZM6db/oOPUx3IH9Pq1ec6gVxlvZm3/PXpORf9sCm83hL6//JXv9LVV1+jT37qNl3jQlsmk9OmjRt1hnmq18XYzRvXe+2Zai7WK5/L6OmnntBsw3rO2WfHp/MoRHz605/WXPP4DQ6O0Rt//vOf9G//+m+6+Q0362tf/bq+8R/fEE+K/b9/+ay+9V/f1gl18KYAABAASURBVB0/uVPoIV6JftZZZ9o2bxJyfdCFD2i1YME8F7G6RPLqox/+iG595zv1muuv1/ITTtKihUt1oo8H9h/S7NlzdNZZZ3mPq4U8zLbfg22AvtDi5Zde1l/+8jf7H23mzYpxNaymxmaPm6sZM2aK1/Ty5hOK4nPmzdWb3vIWKcloxYqVLnC+RjfdeIMG+rq0b+cOrXnheb3vPe/RP33yE/rm17+uDhcLhvv71HH0sIYH+vTk44/qicceVqtxw53oaaZius0RT7zzJPrpp58h7Cfyim3KWPd29fZEextCiHyMTpzgZP3LL77kAvYcffc739c/fvI2dXX3iaLosU7DcvCwnl+zVo8//ZwogLRZdxzev088+bLIOuSC8y7UBasv1uted5Nxc64+8MEPKpfNKeOWt69IsI6/U2/+Jclx8UUXea/X6tO33aZXXXJJhCOXz+vkU0+N4294/U26/IqrVLaNe+nF57X/wF4NOHn32utfYxtaF/0KEp/oVwLz4dERbbXdbG1t1aB9OHz4vr4hff5z/6YrLr9G1193o/36WTrt1LN8bNFB25F6y8Ktt75Tb3rjm/SWt75NX7POuP32O0WClqdhKHhRROQpemzzQSdF4B/4F3kDl9AfnYZfnbWOynsPBfvz6LoQgmUijTHH+nXrrF926c6f/EQPP/yw9dUfdexYu6655jrcHhcZ61RfXyvsEa++3bFjq9JE0XflNYIHDhwwXedFnVPl+e+88zgv//WvfxVPiwMHuovxvU7AoAegN3AAE75dY2Oj0MnDjiWhOfEDupY+q1efb1iu0Q9/+EO9//0fMK4H1OtYFl/k0IFD5qFUbzSeJtoXIoF8xAXZZhc+uflknRMuhw/u06Dp02gdww1HXIdPwN+99/5a//Xtb+uLX/iCfvzjH+s2yzwJnSeffMI6ZyjKYJd9IRLRJfufLa2z1OxCXNOE5njT2PIVy9Vqf2hoYFC5kGrz+g0a6u9Xr/XlQSezn/E8Lz77vHqdVCpbTza5+FP0XlPzOvK937zKvqEXSS7sdZok4onuWvuN0x1DdrZ36Jknn9KPf/BDcZMdBXR8DuZa4yI+PkCDeRfdns1mxTV8u9Q+LjK/YsUKYRu+/OUv6w1veIOKxWLEIX37TI9CoaAZ9kvh1dnWF4zBbs6fP1/o/am2d+AA3NL2Ox6D5sCN75LLZ6PfOGo+h996LcPkgWqceyEeolXbp8T3Zhz6nxgT+hKnAAMxHjx8+MjheNMB33fZ30MvZ70n+cNNsKltzpB9wauvvVb8Xez+wSHx+uY//OmPtqkvC3+tp7dfW7dt17G2DicC26L8ggtk8IEHHhCv6IcX+/sH4nVsVtlxNLDs2b1HPeataU62rzj5ZFWSjO1bJdrAGS2t5rWcJk2eple5gHDW2WcJ/3aieS21PP3m3nv0/DNPK5cG+3wFQVPmht/QvyeffErE/ajhZy3oX/G+yuar0XLJ64wqsWCFEKIOybhwkiaJmhubor7q7e2zL7Yvvuoce97ruIc5iMX6rHdJPoJTT2lb0e199Cjx+EHzZgjOWFQqzjnViDfPtLnA2jfYr6NtbeKJazIAXV1dkS/gdWQyeGwIIZ5LUsfx9ggnu6iwaP5CzbN/wnHE8RtxTd50Ia5pbmpyTmJUsejgPAD7nmy/A/7MuQ/4wO8CdvDDOvSBxuSWONIPmwmOQghRz+AXw3vsl/wf1+kL7+at1xhT45wQv7GX/Gbv4ILvrMt46M668CkNecM+Mgd5F1oIx/eML7TYRSz8LXxAfjMXa9AfnmJ+5mYfyAO0ZT+sgU5jHEfGhhDMn4OiPzqO/lKI/AnMVd4HczN2vA84kD/IY4P5gJsKoFXOMjvqGJME9rDjnWAeSp11SJxscZpNKO6y7RPzsA6wgi9wAqyeMvLG+Hlwwd7ZF3ucPHmqzrev1+g1N27cpGeefsY2Yrd14oj98FrtcdK9r2/AfJm3DzWo7q5e88mg+fOANm3aom4XsdCx2ALiNOSe+YEFPQA9jznhfti6Gvs4FirqtL88YN8PPQh/QGN0BUdwAmwcx/cwvh9wzp7YC/jqMd8hHxwH7ENzDRsIndF94DmEAAqMpooYF0KIfgfyE0IQcMKn6J8uywXwoj+wsVxjDHCwNvoQvkrSVMAEDGMVKZcvKOs8QSZXpWLTBE2f0aJp1rPkhNgH8KHjnn/hBfHkOv4nOANe5mG/rMGxxrzdbNuRGLay8z+clz+sj74ulUv2xcc0YdJEXXDxRXrfBz+gVaecYv3doSMueLCvivmDeQ+4ULLmpTWm5y4RV3LDFTSiSMH6/H7ooYei7YNmyC5rsFZi3cZavdbx8HnB9r62ttr7To3LsmV1WNyYUjB/wkcZ48RgxiIKehBaAjs4pKDHnOCCvsBG39Rj2DO4J/6Flpxr9v4ZByz8BrZiQ1Ezrau9NfNiRo2NRU2Y2BzbgHN3x/hTRM7ZNVlHo4cabfvQp/iU9TW1qi1Uq8YNOZ1k3UZ8XDCux4znonl/vv3H6Z4fez1kXiq4MJsE6aiLtkcOH1R/X69t31CU6RCCQgh/lyv2xT6QbY7sj73TgJ8j+6FB8xD+dyzXQjjOh+AIXMuf8fMW8GhfxtdgfuYc/w3+mRM9A75o8BvyRDOxND4m75wcfeER+BzdDe+Dd2wz8I2ZoVtmtarJ+eiQyTof2qs0k9OMmS2aM3e++uzzGDzPmRNvOsqlGU22P1a0XxJMHOR/9+5d9iuPCXkaGOgzfx0QMR3jgJO10e1j5m/O0Q9Y0dvIFPABT2r+gPboNvbFNfbGkbHgAH3baD+LfuB9vIE/8Dk+Lzw/iP40rhnHfNhTrvMdOODNNElUMVzBNjRjBsiliWLcn02V93dH/KLIqvKI+TBVrXkobx+PNyqWSiORP1gXXoCPZ82aJWwLrbW1VegldDw8OsnxMn/aCtjRy8AOfeRPCCHSHRwYFNjgFZ5LlTVdCo7DkQne7MLNX7NaZon8HWvA4yPO7e910XTtuvV69NHH49th/up48C/cCPunP4k8x58f+IseeviR2P7yt7/pWRfa0XH77efvcvGTXDO0gha99kHQsdAKvNH4HUKIecWscTBqH6HsdbPmiUySChyaJZQmidgv+X90cxIS7dy+Q+Qk8GW4AfT49+fs261xTL/NcfHmmOfiPDlg+Aq6gx/4g1wk+OI7+gb6kosj101fGjoOfU2f1LxEvhPaQ5tJztfjPy9csED4zWc5lj7ZfiD4g6dGXGNjj+wb/kAXw3MhBDEX3+kDbybyhxP8oDFg/KIvxX8wPgwI0tgI33Gegw3isIPFMRt2AEuMLOaCiYadOB5v9Oc757nOpCAjGJmMQxHk7VgwnvPHz1VHRzBvwS85Addv5xGBHLRDOGgDPOLkC+syH+MKVpD19Q0eU+fpEyu8UbeRaPCBmxZCUAghGs5+KwMQxJ5BSr0TSDA9DUaHqZl30IKH4IIT1kLQuAbMEITxzAOj0YfGXjmyXwNjo12yo9trpdIdjQ/rHW+Jf49YwfTZaRmKjhdMC1NwBO8wCo4BazImhOA9DURhBR7WAEaO9AemvHHJb2gVQog4aWgoCtxaP8j+l+wnm8mDFUSVGlxUndg8UVX5atVU1/l6RaxbdjBIkYBxzMmeOc+6FEVGHZAQzHTa+ehyA8fsG5zQ6MdYYAL+ahdywCk4DOE4LbjOOPDHEXyxRgjBeBsV16sdZBatKMEDvAEszA0NWY/5oB/4QeGAB/Y+ThfmBR6u07fk4CaTTZSvytoYZKMytL7UqHm2bF4bMU/TZ9SCVDGymG/E/IbgVrwAa4cQojABj/zpdEGM9/5zFyfXUc6sT6MPir6+oT7erebucV/sE5iC5QBcdnV26+CBw9q0cbP22nk9sP+AxsdPcZC9xMncG254vV71qks1d+48w14VeRn4wD98p8DsMu5KkbfgA3Ced2Bj0JWxgqutrVNDfdHfc+rpHdDgUOl4om1wODpo8NMIgXJNQWUXlfste6wxZgMLHsE11/stQ+B/1H2Bs9fB36hxyznoiUJGuWGke+2M9VoR99oZIUBCuckaFnzCV3k7oePGJE2DCvmM+Bs40128zJo4NdVVmmrn52Qn+ZY64T7N+Jg2bUbk1/JoxcGonARqdLJ7uk4/7QwnEW7WW976VifPzxHKOzGO25xMB64QgnAMSuWKDVXODlmzxzYYB6PG22jEW5MdORR+2QEMr6Pgb6FtcnGy23wO3aa4eEUioqmxyWuPClnJZJIoN51OrHQ5IQMuwFvFPAQP4ARiQAtONDA3CTiCc+7m4vv06dNskKpVsJykNkrV5nsc25wLxNZaqrKT2GAemubiATirmKC9DiTA8aaNG2JiESc9k6bi6dW+3m4dc6Jz187tMXF71IHMzp27hVHavn2nk9tPufD6krZu3Rad7I1OIBP4cKdSW1u70HtjVhjQBhzOmTNHPH3A+iReSMZf4uQjCT14ggRN1rDmrX9a7TBwrseJCvmDDgAH1dbT4I/fPm18l4y/kkIIStx6vB/4mJbJpCKoYD7mStOs8jnzZDm4bpMoW2jQUCnRsH8PjpQ0ZnqOmaegcYfl8fDhI2LsdCeH4C0a87E+dGgsFi37WcMwGhMCo3YCepwEG3NQOqF5QoSJ/vAA+gTbAG9D0wHzfsb2Dp1RZdmqcxG104Vt6IH8IHPoHZ6ewBmRgtgD8BA0IDsNdjzBL/ND65qaWtXW1VnmKvG1Z/st/3/68591wEVz9Ad0Q79Ae+YBDvbEeNYCRniO3zgR6LqTTjopFmO4Rh/win2R8XT48OGYXOX3ASdnD3qdfichoxNsvvndb+7TMSe77rv3Xv30J3eIhBe0JzlT8fgO8/mw9WKx2BjhhqZ5Bx9nn32ubnayc+UpZ6hnYERzFyx1W6Q58xaoqrpWg8bzli1bY7IWvUVLzbPAjl6gEMN3kn3ojp0ufm7YsN72fDjqT3AFjeUPeKGxP/ZdMb9WueAGjnAEdztBx/zB+AdXtabTAicNwT34AeZisRh5kLXREdAO+mQtg6PWbV5GyD0BGXLbYD8jTVK12nFt8t7RA8Cw03LW5mTVqHUg8Ey2ozbVsooD/b73vU9vfvObxZ5e97obohzBl/wmKXy6CzfAwyueTnFQTFIZ3YATvmDhQp155lkxkYcczl8wXzfddJNuvfVd8akdinONTvhefuXlLu5cbNswV0uXLtMZLpaRkFGaKO9E51YXRCZOnax8bbUWuDi4yIkjeLJYbBB74O+qoZuhM/YLXI0po8XLTtLV116nlXYySSjOmjVD23dui08rPfPMszEZ/ycXj8BflZ37Cy+8UNwIVQkSSei58+eJpy82b92ibtuAw21HtdEJG9ZGV2YzWcFXNabN8pNO0o3Gz1wn7zLZrPmq1jauZD2dCJoN2Bbt3LFLmSSjUdtnbAo6A5lDJppciMFBhm9OPPEEnXraadpm/Tbbuuuk5cuhJrGfAAAQAElEQVSjToPm6E74CP5AHpEB50OUs+7K5vIed7re9c53izcmtB/r0K/vuU8vP79G3S58wwuDDrQZB75w1knIE5iQuEUuV6xcqauuvkq3/dNt+sLnv6BFS5bEpyFXr14tCv7zHLRjY+CzTZu3Ct9h567dMQkBj73m+tfqrHPP0blup59xulpnz1JjU9GJ0QnxiF0+ZHmFVmP2v6EVwRM8Dk7QcegecCLr1RkzZ4qkyAknnihoOH3mDLW4UHDjTa/X615/g6ZOm64h69BDthHTHDBPd/A3wbwyMDKkrBMo0BLd0WEbSmH95y6y/+F3v1NiPZC3ni7W1SrrI3+X5oc//IFGXWh+4YXnNNGJDpIvdbU1OuGEZRqzLaRlclkdPHxI+1wE6+7pVpvxSsAELSn+Qs/Vqy9Q3vzU0FDUAw/8Vb/61S9U63meevrxWNBv7zjmRF+VSqVhgce8/bmurnYn1Y9o8ZJFtnnbXWAs6oCLK8DT0dmm1tYWtbTM1KYNG/Sxj31M3KXa0tKi5gmT9I1v/pfu/tkvNGi/dmbrbPsDZduHvChMQNM1a14UxZL1a17SYRfAyra/55+/2nJ2htfaGe84xpYTmH38ox/Tj1ys+cq/f0WzjOedu3drr4stW7ZtVTaXEzr98aef0pbtW72vX+kPf/i9/vbgX/TrX//Kvk9ezebjKy6/TOXRIW3atE7onLajbaI49dCDD2lkqCx0zfDQiJ566hnd/5vfarOTmgP9Qw7s69Xb069dtvVTp07X1Vdd6yTILNtHWTcsVNn2cpL3e/VVV2vZicv1qssv1xQnkDL2wZ59/iUN2+9fvPQEBevkdWtecHxQrcZinQuU5+qM004Wf2P0vHPPVtY+1WB3l+ryObVMnaJTV62MPtvwUL/+8R8/6kLga8XTb8giwS38iP3iRhD4HfjzljeSq4eMz60uQN511126w8V9nuYtWY+CL17zeelll2v1hRdrRkurmidNMe8cdYKnJ9L9mSef1O9+8xtt2bBRLzgRgE4iwVtdqNeSJcvs29WpkgTbjmZNMZyLLIu3vutd+siHP6wmJ90uueQivfGNN5tXJ5reWf3m/vv1gou5JHX+7ALhnT+9S1u2bXPfxqg/aq1LB50cothHQvRnv/yF/vrQg0L/nbj8pKiDl3iNyfZd9+7dZ959wOO69b3vfddJ6T32ux4TMs7e4fd7fvkr/eAH3488tMU4wNb12Jd+ef16XXTp5VGXL168JMYM55xzrt52yy0u/l6n2277J622PjnROhO5p+GjwKv1tlED1lGFQkH4GNy8QZKAm0l+a7n93Oc+F5+mvv766+MbHuYvXCD+PujV116jS104Iklbb5r3Wd8OWQfMd7IBe7TfhTXoRzIWWu42XwMDfhF6h3Nr1qzRSuu/a665Rtykgm1EP3XaX9ixfbt67BuHEISOAgf4WFVVee8vGDdP6d/+7csuov+PY6D99nmrhE380Ic+pI//4yfEzSeXXnpp9Fve+973atz/fPrpp6Ocon+2WcYOumi5ft3LkZ4rT1qpPhfjzz7jbF24+kLd8vZbtfLkU0US9otf+ryuuOIyw7tcxWK9mpoaNeRi1DoXSTdv2urYfFB5+5yTzXOytsvbt9hs3+X35pE+7+OFp57WJz7yEX3uM/+sb379q9rkYue2TRs1oVgUNnTWrFaRpBm2rcp5jw0+X/Qa7fZPq6zb0Gdz586JfcEftGpwLgI/mwI6e3+vfYcLL7pQb3rzm3SlbcqZtutt1sPo4w3WY3984M96yMnw43iscrHxafGWBZ46Ar/T7f+yFn7O3r17I59hS+ENfCb8G3inqakp+orQpeh4u9+F7j7zUJXjkFbbz5J9q5e8vxdfeFH79+1Xu2OEQ/Yb0YUl60zgQW8j1/hn0xwjtdju4B+POKYetM9c66Qj+yt479hf4tE6x6PYY2Cq995T6x1w19XVFV/TzfGA1+vwevhg6JSpnrux2KRiY7P1dMl2oEZ56y/4gNcnw6P4kczJ6/TYE0+d/x3HDQ1aaJ6+0L7K3LlzbVdqNWZ9PugcQM7x2Yhj3b0uQhw52KYD+w6q/WinMmmVfdARBesSVco6uH+vdu/Ypt27dlr29wg48SPgc47QBl+QtRuNT+xzybZ6xK1suwneoTfyQEK734XuUfvGJCHBDzRpaCiKWGTMOpn+6KSK1yYn1mI7Vm1dxPz0hZ7QGzogpyGEmFeCL0higu8qx18hSdXtuCxvXk4z2bgnaObwVdlMRhm3xGPrHYtk3Be/NFFQjeNSYMH36u/pE63t6DFxIwD+G3BAf2wxOojv8Bfn4QdwwR7QFZynCAM9QggxNoL24+OgG+NCCEqSJMbk4IrvHOkX4fQ15qJxjf3zfci8Sx9wwe//uzZwcY19MUcIwTaxHNdAZ9I3NQ+yTghBIfz/N66FcPwc3+UP/Mt8/hr/AUcIIX6nD/CwLvMDDxdK5bJYA7qwV/pBK/YBDAXrbvqFEEyTrBLnbrKmGXZ62DGqw12NmWcrnge6sSZwMD9HGuNprI+fyH75zf45sh5y09BQJ94oxFsAPvzhj+itb7tFeRcHDxw4JIqgOfvENTW1EQ5kk4Q1/i9rwu+PP/ZEjAN2796rnIuJ9GG/PKF01MU9aE48L/N9kiYqWg+ib4B/0LohtT846FhyxEXCMfcJpus4/OABHAE7R/iEI/hCrzEP/EI/frM38AzPse+C5Tlnnwsc05iXPvAp/Id/wlzjcxyHNRN1wsjoaMy3git4CTkD9v7+AReHDsVrzEP+LoQkylK5PKbUtEqSTLRTzA+Odu/erYMuUAADPifzIc/gklgcGGjoEa6x3xr71Tn7V1njJ5vLAYZCCM4TFQTtxmnNhdlzZmvZCSdo6vRpynvPeevY9o5O9dmG9/T2ONfzgtCLxCsF81Zra2v0eZB9fG8KGsCD7iKu6LZvh3+CLiGfwD7AJ7xJA8Ye++49zjMdcbHxqHMGPAVs8MQbntgjMNLQD+gg9s4cjIUG4Bo6wStcJ5c0e/Zs0a/XsSINGQEvwJwzHviOZDUWG9Vo/cjbmY5ZDw3abrOPPXt2my594kbI4ZFB24cRJamUpqngV3Rrzvw8ZJt8wDmig26Hjx2zT3lYh48d1YB1R41t0lzHaAsXLdYUx/BFrwVM8HCaBMOXqqmxwb52TaRDYn4NIcQ1WIffJpT4hBDieejJtRCCxj/04zx8y/444iuNf8+Z5sBcb38OG1Jv+wgcnKcxliNjuAZ/sgY8BE9RJIU/4RPwSCtZdyAf3fZfaOCeMcDU7fwXr3FGtuGFJ598Ss8+85z1jJQxzrhRYLPj6U6PLTguHHQthrngsV7zAjeP85Yp/s5m2xH76PZTyDu++MIL0ZbDR/AW85Of2b5jh7bZt96yZYu4xnngYE/IDLwJ/CXbP/ZIY/8hBMd9pUhPcMC+aMACbw26bgOfgQf22OO8IuvymwY+0AOMZT0a48ePXGce+JPv9E2TRGlCC4o3sTiWTa2rUtvjiuPdio8hjCkxf9CyudSxXkYKcjw8YvsyZB93TKwZQojH+N0dWBuZorFX+QNvQBfoP75n+h1vZXkKpWni9RL3lr+n1r15VVlvayxo394DjgF3xbwwOMYfwj96wvHSi45v1q5d70Lleq1Zs1abnYNos39Vsd8jBcM6IvCFztrp/BuyD1zAkSSJgAEcI7vQh+/Aznn5A8y0nHM4mTSj1MDi1wz29YsnWHmymTw1PAtfQyPWYD5oxXx8h4Y0rsMP0NfTO57qibmSAethxhFbbnT++sUXXxQNHoZ/kYGybQp8g52or68zjnIRV8hanXNOwEA8Nsc+7nznBtFBJ1iP0tCR5FDxIYnp8KWJsRiDrGGHCtalHBOQE8JxxgQZMA8bgZFATGQiKyGIXrbR5jybo7FZNskRhckiTAqQNBYBoSEEM1ElthCCBaAqbiiEYKWUjQET/fP548ZizM5mNptaSRVs0GrcN2v8VWLgDOGAccCKs9PFp66uHgsVDJyaOY/3G4eZvQE3+wBGYIcR8g7ggTOEYCYfjY29pd4n+4C4IIq+jB1wQAFOWNeARJgZT1/m4jxwgRP604e5WHv8O7/5jnEAFvqx5xo7w1zjN9eZB2EHr8DL/KzFXoCRY40DkhCCQgiRqekHfFxnLuCHcYA/BPfzxLXVtWqobZCzmhod9p5HLIwyLWxwM5lsZC72CXwUxcbnY2/wBUVTHIYRJ9zK9uLGLHQhBMmtr39QHTbaHS4mwPDA3+/ACbjkT8Fr4KgAU8aOOmuAK+b15ejwI6hcY6/wDfg/jp/aqCxGbfjoD23HHNQxN3MAJ429M55rzHm8hb87yfT/v+PLdpLKTpSnVnwZRxFjlZLKY8aLlWLJwlc2D1bsqIYQIm4SK5CK1+UcazEXMPMbHAHDgAsRnA8hmBczYp/AAz7oQ8BZsDPc2Nikmuo6eWaVSxX19fY7MO2w03osJshQADg0jAfnw6bX0NCwA+6e6MCReNqzZ68dhoEI25hpAXxjhi9NUoXgmX20nvf8ZQ17bNk0G7KTULYBCN5zWWMaME4HhkZdmJImT52m+U7aQ6Np06cKesFn7KdkQzYyAm5GBR5Zq9ZKiAY/wqPjeJCCcCJZr2ynknGMoR9zjRrnheq8uro71NHZrtQJWJztgwcPaMROdY+TDBRw9uzeZYXZ6WLOQe3197Uvr9FTTz7moHW3hr2PEEK8wwwnJ5PJWSZzArfwMEk5HICf//znevbZZ7TPQW/BhchGOyTQDlrBnxFf5se8g/CCg8wkJBGfw8YXuBp2YAv8WTtw7DWXz2mWk8xLlyy2XqpVwc7EhOZGn2tRixPQ3KlbW2e6Jqlq6+oVPB9Owah5jTWh56B1Cfjs6GgXzsSe3XsErXFYh7yu/MFBRc5yXjdJKgLmjPGUpobPtAOWYrE+wtrkBDuOa511QsVO0sxpUzXFRedGO385Oz/sbcLEyWpw4mG0NGac9pov+6PeGDH9CzYEzOdl4zoD1qsUj4GX6912qPvtjPMb44SBxdjBozjlvH4B+CZOnCj6wDPcuX+ZE3JvetObdP7552u6kzn0GTLdwEWSJNbpudhS69wQAstHPYzM07iJI02zajDNJk+a6sTHYjv+kzVpynTjvU6DwyVlrLeme791DfUOxhvMA9k4D/yIscMQFr3vvr4B4ahD4zRJzTc1qi3UiKRA4t85z1NlHmAM/B9CEDzLPDk7s4l/99kZK1iPTXDCKZ/1OtYN43qcvQNzsVgUay5xIpW5wBF0RS/KnwHTHvxkczkNOWnTa8eiZBnJWyfQhsxvR+yAlm1n4RXGnerCGsYd+ZriBBK4xLhPs4M/7DnAOfyzds3L8VWq/A3NUfMRsJE4o7jOXOC93zoZ+uFgd3Z2RXwzB3Z7tos1I9Z9hx0U7d6zKzpSndbnk0xX+vA3K9avXaftdnzHrBvZK4no1I4S/PLg3x7UnjUh9AAAEABJREFUlq07VFNX1Pz5S/Tyui168JEnXSzYq1Il0aTJU2XVE3ksSZKI39S0BydGTVyPQAjeYu6WGTOjswQu2HOd5QraoEfQp9i4SZMmavny5aJYSR+KaMBKUPjcs8+qWCyKYuX4/uF1eDpJ08grrA9OOMd3HKqpU6eq3fsGjurqWvHUlqxfp1qGUvNBZbQcC++1NbURf319vYJPaKtWnSwSc8xFy5unpkyZap6Y/fdkH7of+fdUMck/vidwAKzQDZoCK+fgAfoDJ/vmzs9TTzlVl7zqUvH3N1odQJ940on+3qJJLn41m16jpk//0KAIoPmet56qsb5e5WJoSBM1NBSVL+TV6GAwn8/afxoxXUZt/0qaNGmCC7dn6KyzzhIO5AUuYBQsK23GyYSJkzTBRRh0U8m6pthY1HTTaZ6DzkbLBclintxp8Pk6O6044fDbVhcI2MsEF3zpM2nyZJ1y6ik66AIKfcq2t+x5gZObJ7gwkM1mHAjsV7d9uzrj+d577tHdd/1U//7lf4v2Ebn9lQsQ3/n2d2IChyCs28FdmwvZHdar0BN5xzmW5bTfckdA19XVFeXumAt3ifEwxbqDpHVLa6t4ZWCT9SZJqpLlj7vHv/ilLzrYWCtehwQ9+53sfP6553WP4eGpXe6iht/QazjzyD3J/SuuuMIFkKViDE8Sfe0bX9dXvvIVff0b39Af//QnrVmzRlu2bdcUy/Nu63/swFw78eddcL7OPWe15syZJ/AEnZonNAt5g0/YE3LAvrBDJCvqHPQjQ+hm4EDvZK2f4HlwT3BaW1+vJ596Mr7mGZ6Z7gT3Uy4+vLx2rfXosHgKuGw8kYBptkz1Dw2IpC/w8/aEfU5OvPD8szrixHmNCwLXXHG5rnY7+4zTVVtVpZeef966Z5PQN6x/3nnnKW8fm7+FCR/X1NSIG22Q2SYXEgYdgB89clhV1oN1Lo4WzSvTXeQ63TyBHgoh6OabbzYe5mjmjBatX7chBoQzXACGb+bPn6tLLrlQs2e3OHm0xDQd0KLF81UwTwfbS3yJAwf26ZxzztbmLZsFb3Azwxe+8AV9+MMfNg9PsP4ZEkl3fIQtW7aJolhIUhUs87Na5+g5Fwy2bNuhxS7G7dt3yImA9frp3T/T3x5+WP2WrYlTJ2lm6yyl9gnWu6CBzzBs+3bYCfhUQcG2Fvu4dfs2wU9XX3etrnvNa3TZFVdqzPovtW2e532Am9JYSantO34Qurhi+R0e7DevH9a0aZPV0jLD+MyKZNmE5ol69eVXWZ/UuoDyaHwN34H9Byyv52j16vPjDRfoMegQb9CyPutygiSfr1bL7Hnmuek6fPioxz6iRx55VPlCQSHJaIZ5IrEuRzbnzJmvo06CdHX3SFbaJy5bqpqaKpVLI5pumZkxY5qwRzV11XrPe96tt7zlLU4q1boQ9qTmzZ2nDevW66CL5FX5jJP2HU7iPatPfvJjxuEa8Uqsm15/o4/zNTQ4orGRVCol1pFzvadq69sOLVy4SGede65e+7obdd7q1Tr3vHO05IQl9mFcHF26VBQEzzrzLOupszTdPHH66afpsssuNX6v04UXX2ReWKxpPs9T4BQk1xiebDavEfue4Pjun96pb/3nN8TfDn3gz3+O8t3V2SVwP9N4uMzFOuZram7WksWLtWDhfJ12yiohX8hiyf6wQogyvnLlCq99mS688KJoD5BlCsfNliN097ITlmlW6wwNDPbq93/4jR586C96/oVnXbRr0E/uvF333vtLJ5H2aa0L9N80TBTKPv6JT2rT5i3qcWF8vQvkh50o/NEPf6jfuGAMb6dJ6gL7JvEqW/i3ZP9yxowZTh72ig8yt3PHdgEnOgA/5A9/+EPUZYNOMnEjDglciquvf/3rBZ+0tMzwHs5nuHbv3m3b0Gz726Yhxx4k1HldMfyCjsbeoFd2ux/7hdfuuuuuCM80+yVcq66u1o033ihegXy9C7YkJmptg17twv2J1vHgGj2dyWSiHwhuR+zT5V24rDgRBCDf+9739ZyL49gI7HHLrBbRiH/QdySGsJfgpdOFWvTyBhfUi8WidUEhyj04wD6wx9mz51hnzFZDQ0O8mWfunLne6y4988yT7tthnyCjBvsZU6dM0gWrz9HJq5bbr6yJuocntX5sGvy/T/+zfu69/vb+X+ueX96tnq4OTbfdzSRBBcv0ctP77W99i2ZYn7Uda4u5jazPF6qqo98txwTsrdZ6G9iQ/Vwua3kqG+Z8vDzN8deofbHNmzdq2IVsbNrvTD/+lu6wfcTmCRPsC08Ur80EVdgFZB4awHuzHKOsttzge6dpGmWKZBq052aPSZMnCZsx5ngRm/mQC7G8AvtJJ9mSJIlyOGzfcqLXoSgOPvEx0e/dtrO7d+1W57F2bXAybqd9vqMHj+iIiy4ZJaqynBF3coS+vfabkQNoRjty+LAyhom/a5fLZMSTPm3HPP7QQe21ndnlxN2+fXsFvOOw5G1L8H8mW6bwwZdZJhdZR0y1bssYXuYDl3v27BHngJnXrtPwe0II0deaP29etMn8uQz010T7SvAPT1SzrxrbKewr68HTLS2zdNLyFVq+YpX6neOAnoWqGiWOS9qdezrJsl+ordHGzZv10po1Mf6ZYpuOfrrmmmui/8QewAP0ge+gPfMjo9hc8I//vNUF+kcffdRF6n1CJsqOCwa8JvtChn97/2/Np08L3cs8e/bu0Q7L+IMP/lXd9muQORq+PXRlHN/BOfKPP8B16F5lm418hhBEfEJ/4hz0SH9fj0Zs/9tNE2JV+lUqY+bNQmzIEsW75mKjio7Npk6eqnwmpzH7g+Bs0qRJkX/wQVgHOBosj+AWXMCPHNkDuAD/0Bb4gJNzrAltaOAT/mZu8DhqXccczFuxzxJCiPhiHDwLj5ftvzEHvnhLSwuXYgshRL6nD3umfwhBwAM9amtr41zML3+gw3gbP8e4cTj4nrWvCj2BhfPjc0d99kp8zVhwwfwcQwiiL7TgSF/m8pLxX9b+G7/ZKycYz5Gx7CuEYJ9wzEWikpSkGhwZVbv1Hze3jhkn7Ad4aKllDfiYE55irXHcsT58P+Ii5oBzV0P2azqdk9m/f691YWqf4gxhW4ccT5ZM33K5Yj+kEG0D+rvsc+gFeKzsGKnHBXZgRoZYF1uLDwSPYSfQ48fso3eZX1kX2pfs+0MH6M+xZNs6Yhp7KY16TtqQf+ccSzU3T4g8CD8h5+yLdeAl+Atcwsf4ypwDX7S8fbRxPqI//WhxLdMI27Jv377IG+AMG7bUfgZjgAU4i8Vi5A32C0+gY5FpvrMGR2gPTjmy5w0b18ccD0+Dsn9sFDLJ93Xr1kW9DL5ojKPlretowNfreGNcNoasj5M0UWp+GzK9+pyTGTbs9E2sA+lPX+Y6Tuuy2ts7hCyAm4XO7V3Jn6m67jqda9+KveEDABPwT3eOBjpiA5517AzMzz77nPXRfhHjgqsh+7fQFDvA/tAn4C5N0+hT498ntoNmT7Nrxf7QsNcvRV6H5uCO/sDKfMAGH1BI40ZUbv6BDtAOeYeP4HdoSt9Bx3HcTNtnHUXxdtQ2smLdBFzEKTnLzRIXP2c5F1dbXSN+53PkBjMRDoUxxEXgK81kBY/xlP6e/ft1zLgasm0t24a1OZe9z0XvAeM859h5wuQpmtU6R8tXnqyVq07RZOdKy7adnebjatuMnGlWSRLzq2XS53mCfMQ8O+Lx7BWaAH8IIa4Nr0AjjsASwvHz49+hI3sa9njG0sAXeIZWjOMctKcPazAWmUCP0Qec0Y91uEb/8b70p8Fv8CqN3+icAcdm2GvojH9FLgV6cx2Ytjr/s9a8mySpY6hh8am4iDhs3dHV1Rn319HZYT2Rs55ojEce6sAPGDL9Dhmv2HgKX7SD/k3hixuPdriwetT5L+T3RG76dQ6C3E5i3LI2R3g5hOB589HOADO4qVjv0dgz/YALnKfmTfABLyHX2BJwAR+y7xCC0Mt11v3w2ji+GM88zMk8443fsblDPJreZesscECTnR9PqcDbHJ1jD0HWG0GZbOKWRv9jfF7oAQ0GBvr+jktoyh45Ajv7ic37yGYyojFe/lTM+z6I6+wxbx2ZeEH4rqe3N55nP+ivDvN0d0+v2szn5P74PWh5BhfIIPoXfdPrnCR4oYFzrocQBD/RgIv1QvDGvHgIx20Re2EM+2Ec+II2NL6XbJMrphG/gYcb8LgxO2t9VuMa2KhjM2KrYdcAPK3ltRxtHGtls1nHn5ZnyzJzjK/DnrmODmPdUcsc1+UP/Nrj4j7robuZg+8V4yzrNaE141PjNIQQYyX4gxtGyX3xSvTXve51uu2222K79dZbY07iOuvPK5zf4Tp9ly9fHvOPxI0JBIM4FW8UpqQZlrgRkAAAnANQGkCyGRDSZWXCJviOAmCujJVU1psH8QALEwN4CMeRzzp8Zd5RIxBDXvEGZcbjWHLAPmiBxrCPGjnBgmSbCosqONjPOyjJ5aocfMitEhv9gGvYysfbEARnTRowAMvx9UajsHO9xkqQY8UD2APCxX5gKubiGuNRTuwrhOPwgxPwM36OI33G98lv1gIf4IW5wR/nwQttfA7mKVhZAwsNomPkMCb0Bzb6sIfxBkwYLY7jdKNf2U5JqTRqJiwJ3OXzWQcQNcpmU9Oy7PNjbhUbxn4HBv3uMxSNXL+FB1j7bbhxpqMgRAVhwxNSVRytDbvgRjF12MYGeICNNmbCjI6WpCRYscHsea81FuceekVQyxaiIdMFWIEZxcVe4RPgDiFEB4nv0BFYoGPWPAQ+6upqvYdsVDZc5xp4hU7MnbEwMDdwgaOC+QNDXGxo9LyGyQomzeQ0VrHQy0rBhi/nls2lSjNJbAZBIQSlqc/FlgjBhg8GnXwANtYJ4Xgf1gshiHNVDkwKTkhxjruMoR3f2Wtqfs1mc06+l9V2rEM8LTAwMKRBtzHjGFwQfDCG/dY7OCGAAD+sefxaMe6/ygWXmppaJyz3OQA6YEdl1OdzkddRCJlMNtITHDE3MKRpThXvG9r19g2KRPGAjd6gnRALghMFDR5vWZI/3g88D28BD7jodAKdgG5oaCTiH9xDH3APDdqdcOtw8prvwD9s/hixYx/CcX4A3qam5kgHcAG9GI+sMT9w5qzY0sxxg8bTNyToc3Z+OSaWehTuPgeOx44eEQmvo0eOCOPV40QfhacaK+IVK07UggVztWjxAs10oq++rkZQm+IHf6MUeRix45mzMq62kwWs3rH3nlcIIfIr+C4UqkUCARp0W7f12PiUHDBgfHbt2qM1L70cE1r3/OqXethJ1Y1OouIQECQQCG7ftlW9dvQmO1nB3kYsjyUbWvaKbMJLQYprklSud5J71HABG7jFqKEvBlzQDGnGiZjq2Jc5QnKcN+mLU8gdd0MOegetKwf6ezU42Gdaj4ngHLpUmSfH7C3msnknjxptjGqVJlklIVVQav4pKYQQ21a8+5kAABAASURBVLCDpW4nXHn3/YD1QbXH5i03ISSSjveBr44ePWr+2+sgfkdsFBRwhNM0jTcCkMjZu3evdu3eFYsc3AkFzRkLfuGvSkWGp8H6otrwVsyzo5Y1n/Q6ieHLO/EUzLM1hVr1uZjS70IoyY/UCQwSMCtWnBQTkV7S89SJOSloNzTUOxk6QScsO0kEBg1OmFGIrUXPZ3NqqG1Qsa5B/b19lsdRATO4LDjphxyia6osy7RGB065bFbBwJZMHwMajS2JIHgnY53DuiGEOA9BO3uETh2WGfAkf5pcYKIhnyROCk6gFcx/BIVlJ0vACUEpiT5kfaoTcMCxbNkyLbeRbm1tjQ5pg/mEwA1+KRo2eIbC5osu7PCajGrTqtlrUfjk7uKJE5sVQtBUJ5uYN2e+hx9rjIvVTrJRjAF+kqkknsDFIoIQJ+G4K5SE7tVXXqWrrroqOprTPA9OxJl2bkkwZ0yL4cEhVecLaj92TC+9+JKmTZ2uJEn15BNP68c/vsOJ8w1O/MwUezEqxJPa8Dhw4PzwnWAMR5rfOO041BSKoQvnepyII7hCvgjewO+AHXJwAC7AM3/7BT7stLzijNOX5BN7Zl3kknHYtv7+fstBTWzAAQwF0z81M0E/1k2Nq7KCqmvr1Ws5bDC+SZIyV5qkgi/gAaPXeq0g9DsJAxrBJ/tAL0HfPttUGuuA+yRJxId9pV6TPSIf8EG14WCuRYsWxRsQcOzQxVW2VR1OQOQyOS2YN19THNiRUMTuDts/yhheCqZj1pUVT5+kSdRnJduXPu83Ot8u1LDf0mhZVZm8srYLScUjHATl8znrmbx9gj4nz48KvFV8DVx0dXXFPRKIAyeJtCHriqz5rcP6Ap2YyebU6KIDeERv4qCjx0hskjR4zoW2dgdXmVxW9cYlssW+Jnsf0IM5j9qO8CrLfS7AUOR7+LHH9NCDD7ogc0A8kZKYHmP2FU9cukQZI36pk6lXuSj1ute+LhaPwB14RS4T45jiLbzF71onO5d4HE9aDZdHNW3GdE11wr/GwRP7o6B7++23i8Jpm3kZfc74NE3iHY6PPPKwupwwP/PM02MB7zwXCt/5znfGJ8N42osEBDwHfuEB+PnJp54Sf6Ob/aMPoHfeft4EJ29Xn3++FpjGDbb1efsqc03TG264QRSzuKmqraM9Fpk3u5iCzMCX7IP9Za2TKtZJ4K1gHY0dJqHCHsE96wM/NoBkCAEpBd92B1IXXHSRctZvLzsQ7jBdKd7OW7BQL69dJ4XEOnFYNRQjTfsjBw9o66aNse1ywrZk3J926qmaP39e1K3w1XrbvirDsN8F1okujk93MWf69Gn2KeqFXiEZBazyB/4HZvgiMZ9WmReazAvo7Ubr7ZHhQY2ZNtu3blY+lzEPZuyn9sWn+OCxxYuXWLc3i/FPPvl4tMHPPPu0r+/Www8/pC996UviKcERJ5l6e3vU4LlZG31C8XHChIlOau128qpTv/jFr2IR7N0uAlJsAG+vciFu3vyF+sIXvqhP3vbpmDD52jf+U6+/6Wb1OqGN3t60ZbsK9r+WnXCiC4jv1Rvf9Gadf/GF2mOe/e73v6cdO3fEws/mjZvUMn2GqrI51drerL7gIr3j3e/RqpNP1RVXX+1i6hW65dZ36m3moeVOxq9ctcLrrYwyf+YZZ+gdb3+7LnnVqzTPxfUB+57Hjh2WHBv19vW6+Dho3OSEPzJr9mz967/9m956y9v0oY9+WA1Ntql1NTph+QlafeH5uvjSS8Qd9dwwx9MCuXzW/qp06hmn6sMf+4g+8PF/1EUuymZzteJvEW7YuMW2LKMpLgaEECxnGU2fOlMXXHyZWucu0LwFi3XIxaExyxdPkSxftVxvfftb1cNTwfYz5i9brgWLT9Ls1oX6+Mc+oRnTpqqv85iOHT6gBYtm67Of+7SLjhea+iUdcuGk2/5bl+37QO+I/vTHv+prX/66nn76GX3ikx/X6cbDCy+u0Yc/8lF99WtfUVdvp/JVht+xzORJzaqrrfY6s7R4wQKd6b6tC+fpDBe/eJJ65Wmn6pLLL9Nrb7xBb33H23X9Ta/XvCVLNewC9br167R31w69+tKLdes7b9F73/tuvfaG1+ic885WxYk2CleJY4Ke3m7Bk/UuFk+d3KTJTXXK5VK9451v10/vvlv/8vnP6V3/8B69+srLdJPnnzhhuiY2TVS149Lnn3xKe3bs1IMP/E31dUVddtmVOuvMs9Vlv4An0PrMn+ecfZZ27tyuxmK9lixdoA9/8AO648c/0ve//30hs/SbNqPF/L1PDz/2uAvmvxM3Zfzyl7/Uf//3f8fCP7bvQx/8oM455xxdav695pprtNg2HD0E71NEwIbA3/g3HLFF2MKf/vSn8aYfbGjZ8VnBuqm6vlrnnn+u+eMU40IiGfiOd94a7dtJJ63USS4qnXLKydHPe+jBh6J8sgaJh7xtFPOscUGJGxb+8z//UyEEy1tH7DdnzpyoE0hOXGQ99EHDvdp+CL4JfgWvgb7llls0e9588eTVDBex3vf+D2rZCSfEff/+97+33P5CP/nJTzR79uyY9Cb5yh3o7JWbfk4//fS4xnQnhdG7+AvcnFQsFkWhOZfLifXgb+wFN3oAF62qqiB09IDt5Zjj6KCKuNF21IXMsn34QlXePmpJC+fN0S1vullXWO7PO+cMvf7mG/W+D75Xt/3TJ/Wpf75N7//g+3XVdddaWivG13Itsp5/5JFHoi+MHeA3Omfu3HnxKXYK/7zi8phjqINHDqvNx+BYmmOXE0HYqoZig7Abb3zjG3Wm+WbCxAk62nYsPkUDTUnosEf8bvTuBBdAKXiD36ztxaFDh6KvDd4y9lt7nWSrsQ/KNXwS/FMSQ9dee62T7+1Rt/6b9cpjtsH4Tvhf2BN0OL7X0/EmnJcdbwxqku0ZfAgc0P/ggYPav3efjh06Iux6V3e3eLIV/3eSbQR2F/iwacydWJdMt82Y4eLxrJaZam5qVE11QXX2U1tspyc2N6nV50edYCu5ddo+77Ge5W+WjuAH1tYoDYp6sWg87diyxa56RStWrDC9xuL32fahR+zDE6dg6/PmAxK4+AfYk+nmlw984AO6xvKDv8tNPLTXvva1lu8rdPZ552jVqado4ZJFqqmr9X761W+9XEmkw46HeJKpo7vLa0n4ndCBH+AK/w7+xD/g9dfYo4xpAu7BAW+6Am/AB74Ys9cF4UO2qTyZXi6Naf26jS6iPqM1L70kfN27rX/a2tvME83KV+WUz+d02DExtr/kWDNvWYTPafDFbMsLOOd8sdgodIH8CcE+rn3OKdb3nCsWi1G2KXjAF9jS+LSsizaM7bZO7LAftGbtGh08ckiJdTE+TQhBPFnIXtgH+0EHAQv8xl4T94HvmBu5ZJ9d9kHQP8Q4dXV1kUenOs5ATlkfvMEf/GbeEExoww0fcr7J8c74/FX2a6q9l4L9EWDlyDXgSNPUdi9j/Z2LOol+wMQ8xMnwN3QaNE3H+7Mm63u5yEec53cIwTYyFeszL+fIeTAX+y1Zl6JH8HXoAwz0ASdcZx/jR8aPwwo8XKMfY5ENvnNe/nCNNfw1xqGMZc/AyTrMw76qLTepff1MjkLRWLwhLiQh7htY6Ms8wMiczMFYaJ2mieceUcbjySs888zTUc9OdUxaKo14jopxmFHZfhprocsmunDe5/i8s7PbtmqPnnURDj5EXwA/8ObMnxnzCvOCx7L1a5IkAo42+/3gBz4IIdDd/JwX8QGwsf/E5/OON3ijVdkx8/DwqDraO61/hgRfz5s3T/APPEUDJ9C/wfE/fDRmf5ZzxOjY1qnmMewiOoLf7INGn/Fru3fvjr4cvvV8+2HNjm/G5wZf0HDI+U3saQjBMlUn8gzIETDBm8gTN9bTF3zA7+krvIh+ZrPQmmvoDfDB3OgFeJGGHmEMDXqxJuPADbRO0kRD9nnL3mOV9WaN9WHO8k9/6M184KKuvs50K2vXrt3xxn30HjRc5jwDc9KABV2Ojoo6/uWXI/232/+HpsCI/KLf0GfESPSlcR2egm+5CQYZR59xHHR+quQcMXRLk6z1e514A2LZuo3+jAP3wMSNU6wNH23evDnmsrguf8DPWsNEfMV36M7++q2fRmynGxrqNMM2Y9mypZEvwNfgwKDSJFWVc0r5bE6ZNCM5tzTmdBMxfpLJijjolNNOV7NjhCPmx/UbN2jN2rXa5eK6PLbfOc1e8zh2DH2/18W/fueza+uLLqpOV11j0bmCOgX3DeE4D6e2s2k2qzH/Jk6Hj8e8KHBD37L1xJjjc3h/vHGOa4PWQ/AaNOEavE2DnowJIShNU/EBN4yjP7RZv35DtEH99mPgTfozjvXhTfiG30mSaPwcfMB31mYeYJQ/HPGHSrYpfEdHEtMTT5L3POQYEX4Bz/AwtD58+JD1wK7YamqrVVXIWaeMRh+QvQAX+xu1Pd65fbu2msa7XEDlzQ7kTl968UXBb8zFWuwJHc047Ac+FDchwGNcY072EkKwqJBLHIl8HkKI++MauEIXzLYfQK4LnqfwhVyw7xBeGetcCjgAnyEEgStwQz/4DLwZLXEd1g0hiPljMz2S9LhdCCGRmSz2Yy70Zdk6r2IZlZtRb/oFJUmQpzCcGdu+mphnCSGQuxF7BefQD5jib+fb5Ng/cZ/ULa5iPiIXDq/QhyJ2T0+vdeNgjJXXrVsfbxo85ritx7k0+tCGzL+0Eefqu92/33IybD4f8LHsOUMIhu14kz8Vrwsf0ICJ3+NHX/ZeEu8jG5v8CeH4WOaiMQ7YfSnSh3Mj5oEB+3DwEHEDOgU+6rJf0OdYt9dxEg244RnGMB5ewKeFL+DJg/aVOAcdoDU0o0GvEe+PNeAX+GbdurVav2F9vBEV/cXaXGc88sK86B18Q/aH3odXsHPECdgM/OqrHce/4Q1viDeLEtPgN+JDJ0wEMUI4zoAwGICEEP7uSLCR/9tADmPYKO3/fh+08gRAmGHECKMxdtQJGVrJwQmv4hkbK5lgii1NEzNYqpAksSVWelV2+PMubpSthOiEkQBJ2WzGBj8TCZfQPwQLbMnFgdFIKM7lcjkhAFkrNH6HEGJ/EATsoxYcYOL7eOM35/nNkXEoMRCKsWc+5gU3XAdv7BHG4lwIwfxSiY2x9Gd9+QN+Bq0k6e+fEV6+cx78eKgdlVwUKNZE+Nkrc9OHxrhx+Pmex0mx45MkwfsuxTZqHDNXxudxJFCgwJD6Nziut1FFOYzD+7/zVSzQBTU3N6qhWOc9lC3UCGSPk6z9MVgBTnAzPobfwDXk5Oqok7QZ47zeCUKcc9YIIcT9RKfCictR45zx7AlFVeUAlWPexh8HBFjlD3jqskChyFmL5tNRudGXfuPwM2cIgcvK2DDWuljBHWzDI6X4CrAuJ2wGB0c0YqFinrILYxxpfX0jkQ7QCrqC91rDyTFjYwifDtlhYnJ4A3qzXsUKMbXi5Bz74ciwWvw5AAAQAElEQVQcZRsdvg876JOC0iTr/yeiGJm3M4icYAAY0+wgEeeOIBRcccTBmjJlatxHd3evjeJhPf/8i1rjBMWmTZudQOuMCpLxwAHMHPv7B1SxYc54/8NWkuwVp3PIBdAh04Zjf/9QVLD8HrZjUzIehrw34AanY1agGC8UyVYnDY8dbRMOEkZtzIag3sUc6AhP8r3KSWCUL+tDx3w+J6liGh3nYXiPfbFvGvBQQOYVdPlcQVNdeGH/GeN5wPqi7DXq6qtVHhvVyOiQg7ojTkTViEBw0eKFosCy/KSTtHLFci1butTJtlN1xRWX6oILz/X3lVp1yklSMD3Lg2ptnalZLgpNdRBwgpMxfIfPguWEI3B3O8iXPySh2U/evFixwRgy7QZsUIrFRicKJjt5WqMQrDscnFSZhuggeIRWLDbEa/BCybxNUZl9piHRmHEBbunHvGXjF3qBF/DBvlPLJOdp4HXSpIma4sAWXuA6RfcRJynLY4n4m5lDNnboxGo7zKxZ5QCy3vJc5wCfu/VxLhubimppbbFj2KTDh46a5iMKaVadHV0OUCZo3rwFPjYLncA+h4dLThqWzD+mnnkohBD1SM56s+D5gQNZGfX+SuZvcAWsRp3YF3BgAHF+MW4krZBl9sRThvfdd1/kX4we44fNn8w34nXh214XNkdHyqp4j0mScUBSp2JDoyY0NWvyxEn+3mDnu8p6qckwpy6iNtrR6FFNTSFea501Q/UNNaozTiZMaNaSJUuUSVMlznQ0uHhaW12r1pZW8Uow1m5sbNLEiZNVZf6FP9lPU2OjpjjAqnEgXltdrUlORpFwoQjV0NCgEdswZB+61DnoZ+/jexywMxD34z7Ql/70y1unVbnQOG36TE2f2aIa66WxMRnuOhUNA9fhj2YHacDRib7zXDgG4JM75R92sR68s16vE2ujpn/iIKBYV68pkybreiftzjrrTB2xA9vWdlQZJ4GnTJkUcQScFFeRHwJG4AX/IQTvf6JwEJANHARw0GNHq8r7n+vAFB4sG9iseR4n4jwXf17twlWTg42891RTXefCh8TNDInnA8apxh+OydMuIoGDG2+8UaecvMp0axa6nGsEV8gdeoYjCU+CKa6zV3QPcNGPBBf0osGr4ARefP7558STOM8/95y+973v6TP/7zN64IEHTM+q6KswL3shmJ3jJBI4Br/QZLKTecPWh8yJjYGPa5x8qDYvkRRSEpQzz/fYuYSWFcsxPDpgu42uhAdwtvhesU/C3BXrDHiA/ugonK2Wlpb4VAUJZZ5GpD300EPasWOX9u8/aJkcNrzVSu3jsCf4hz0jIyMOjHHkSGIxJ3Di5BXyOXW1d+iAE5UDlplcJquC9RH8A9xlw5FmMjGoz7noUF1THWHoN0+N+drI4KhGhkZlxaQR28PBnj5lPUdqHQTO2BeyXGv7B78hyz3mCfbW1n7YSZLn4tsThq0feTqGgJqgqmSeXuAEfp3t/kTLK0+k5pyYL9q+rXTi/bwLztcNr7/ROvoMZaxTmDvjNcdsf3Le//mrV0eHlCAHHFGUrWts0LKTThB/E6/VSfXp5q1LLrpQ010A3b1rl55/7ln9+Mc/1Pe/93394fd/MD5t/2yT8/lsvLmi7GRPd3en5aDoa4PRxsM/BOHYtGeeeSbyDHdgQ8sq634c5FtdOEjToKHhASlU1No6S9/57n/rVhe+SLw3Wk9Ab+gOzrhRBL3HfOvXr4/JeOh49tlna9XKlWJPN73xZtE++7nPxafg3vLWt6jVfAnv87QriYNeJ7f5G47omSRJRXLv0cceE69T/B/zOK/j5G8aAf8LLzyvrVu3OFnQZP9gv/Vlwa3adigRMk9iHT5Hfs5z0XfdupeVzaZabrtZY72RZnM67/wLDMMcVbswOMsBJoU79B+65+677hJPwD35xBNCltkPhfT58+YLXpU/7JUiBjLPdZ9SkiSGIYina0gac1MD+gY+4tjrwIj90bdiW18yn9dUV1mHdJovB1VXW6N6t2Uuek+2HSSxX21d3NTYLPQTryB69JHHoi7p6urUm9/8JiFn8OMFF1wQX1PK/qsdM0yzb7F8+XItXLjECbuSrr/+NXrta1/n+KCkz33283rqyaddMPit1rmo/PAjD0UftcpyT5Gn27Sg0NFrufmH931QH//kbfrR7T9RR1evwN3kyVNdCDxiXSOFJFWn9TKvf22dO0edhgs8vdZFiaMuYPBk4JGjR1Q2b1Y50ZW1DCOv6KYTli7TqU7Qv+pVl+rSSy/XWWedq4suvlSnnn6WExH71WXZe/ChB/XSmrU60tatQ4fbxasmu7q6lZqetQ1OVNTlFbJSV2+XjrUfU52TSb39vbEgM+LkZ3Vttaa4UHHEifdsIa8RFz0nTpqg2rpqzZk/T422l/sPHbbMNIq/Y03BmgLKvffeq17jAfswbdp0F27aVWW9sGz5SeK107PmzFa9ix4NblNmTNNcF6HnLFios845z/7YJdruROTfHn5ER108PNrepd179qqx2CwSrlWFap1wwklqap5o+iyMT5bm8omuvfYa/bOLUUeNrzvvvFOPPvaIcVxWbX2tsAu8OhvZg94hBKVJEMVOzqH34PmC7RdwI5fwKLKFbg1jQf19g3rk4Ud15Mgx+zdj9o2O6Ktf+bo+9cl/0oc/9GHz01v0qU98Sk87gcxNCOjdl15ao73Wt1tdoCna1zv//NUiEcNbMEgC88aH//nu/4gn+mpqai2PB3XMfvN04+zSV12q6665TgvmLbSsTtZcF8+++IUv6XOf/7yuufoa7XFSc8O6DS6+VtvXmag7f3qHnn7uaRcf21Rt/Ym9XOfEIfzy6lddrslTZ+i661/rYu6tOufc8/TIow/rd7//rf7fv/yzXnrhWf3Pd74Tn+rDRjHm6quv1vLlK+x31KrFvvAZ9hOuNl/edPMb9ea3vi3aBniPQt9HP/pR7//N+uxnP6NP3fYJ/c/3vqvpM6frjDPP1KMu5C5feYouvPgSFypPEU93f/vb3xa27R3veIeqLaO33367OPeZz3zGvLsnPv2KXW9tbRUFLGwLuPz0pz8d18XGoP+QX2wmMKOf0Sk19i16bX8XLlyknr4+rVi5SqcbjiSb0ST781OnTrMN3R/jgTvuuEPAjr599atfLZIZzHmOi8vXXXddLErv3bvXfNcZdRP6gbXB7bD90HrHNHw/evSYC9s74o0z2IRHXPx89qmndXD3LlXs9x7av1/1dbWqMV2amopaunSxzj9/deTZlatWSol06OhhJfa/mixfW12sn2k/arp1QkVB6IyamjqdaHrkzaOjLgigM+7++c91+PARcXMUfs973vMeffNb39I0F/dOOeUUvdu/V9v3Otv7Weii7GTvHz7HztbYb5nuxHGxWIz+6Zx5c+PrlBcvWWw9N+r97DQvdajRNqvBtpn9snfsOfhOkkRZ22N4pc4+Ld/raut01llnafny5QKH+EzjciR/jrpwyPrg9i1vebMusE1e4f3zpPE86xPijzlz5liXLHCcMU98LxaLQrfW24+usQ5BVnmFIq8IRMftNW47nMCWfZRa+yzTp03VnNmztGjhfFFgrbGNqLbuGrBeW//yS/rZ3T/VmhdfULeLznt371SXj/lcqlrb8GCfApgL5kl4Dt3A/orGAedXrVplWZwg/Bd4jD7YJ2Jy9Ia3GJO++OaTXCTCD55jGi5cslBLT1imRcbtvIULVFes1zTjfpFjjfmLFmj+ggVasGih8LVZh5bN5aJsVBsW5sOGEt/jh4867iZeZM+JdVnBOrHPvN7V1aXZra267LLLRBzV1DTB8UKNFi9eLN528Za3vMW8t8T6u9ZFjj61ui83lp5zztkCXugGDNAZW4tfznroRWBI01R52yBkDf8Ff5MjfaERMIQQxBzgLm//Et7gOr4gtp7vyFlDsahuJzxLdiiHyyPqcqG1xzZjzHFDCEH5fD76BPAb64IH5soZL/Aitpf1oAE8Bv5ZM4QQ/TXiR65BG24EZxwNOGnyBx09NlY2GiuxsTZ7Ziz87S5RNjiGEDhEmEII0ZcBL/Az8UoIQcBJY4+7d++O/hzz0EIICiHE8fxGXmjAhF/Ed+artVwiy8zJXPRlPvpwHTxwDp8IPNAHmNk7dOO3/EnSNMox9Mnl8tFHYX++FM/znXn4zX4ZnzNuWYM5uAZMNAOuUftcY85J0Grr66Qg55ae13984z/EjX/D9seGhgfVbnna4eLZ5s2bHK9s127LGA0fsrGxaH6sjjLS3d0VdXmv44gx5yjSxDJo+Wbf0CeEEOE8vvdUfDLW4dlcJuKQ8+zBhFMIIe5vfNz4keuNlt28fTP0HTKBTMJH4DGExHTMeZ1ytOuDg8RVBaaMOh/+gm8r5hH4kDwath2eQu67u7vFBx0BT2OLxsy/4BOa0La42EOBDx8E//jw4cPxhpPe3n77BnujfWMe+Hf3nj2Cb5gfXcmabW3Hop5lLtaBRsyPXoRW0C2EYJ/yUPQfeOqPNRjLTZHkUChWohvg9/7+fvsvZcCOvA284BJeguYZ6/SSaT3sPHCSSVWwPwwPjNnm0IeBxDzEmIyrsX6CZjTWYI/MOf778Sce1wsvvKA1a152W2ufeUMszpCPxKYTA3Kd2GS9/WnsPfELeUNiLRo0IL7p7OiM+UtwQ1Fs1HnIXLZKVflqxzD11vczrfvnmJ4l0/NILKS224cEXxQ+iPt/97vfxvwFfADuqgoFsT98h0984hPi+qDziaOjw9YjI8bVqOW4O8ZUwMifGAC2PfYLtm7bqr3794k/q7DOBZaj+MmWtekzWrT6wot01TXX2u+aroL5umhdXGyeoHyhRmUb/Ipb3jmkSc7XFnyuuqZWxYZi5GPggt4c0e8hSUyrUcMzat7EI5AsfvKP6OOSZ4YWNGjEfjKO5UMICiG4WyU2rg06F8ExBMeptiPocOhJf8aVTfsQjo+RP+gZ+AKbRLyG7NCXc2XnJEMIUe8xNn1F54znO+CDKuMXeWQe1qGP/Bnz2G7bK/wrClXwE7D19fUb1wc8Z0Zdvk4bGOhnRKQFcfmIC98lxydZ64MGxyw9PV2OA7vU61iq5NoQsgSPIAfYqpLXytuecB4aYjvgU/rAR8gK+wkhiCP7y1oOQghe87isQAtyWtCF/US94jnZl/xhHM1fDXtqWpUcOw6bPmOChsxJY97xfuDnf1s5rsU6SRIiHPQL4TgNwRu/TdBIS+CoWC/RN00TnxtzM1cliXVaJo6HPrQgqWAdmPOeklfmCyFEOLPZnDI+n5p28qdkmYIO6CR4o89+Bb/JY6GzyCmPVYJK1tkj7ttjX5tzIaSi5lYZqxzf8ytwsF9aCMFyORobOEt8PWd7A07Kpg/nxqw7aQYjyiTXgAuc0IfzNH6PN8ZBQ2QSHkK/sR70Zi7g7+ntsb/Tr14f2y2jtC7H2vAWY9gfY8ApskFjPeBDz1bZT8mfDgAAEABJREFUNxzv29nZ4Xl6xTrMDZ7oS79x+YDP4S/4bFz3H7PvyxjW4ghfsnYIwf795Jjrucx+WzK+YYBP04xAAshi4ywEkGwaBHCe6wAPsGya6zSuc6TxvWzBHrRi67cjzJ1O/EZYKk4uhIDAS8FE8f9UCUEZK7JMNqesj5xHSACaYwhBOBs0A6wRBznAVH6FkHxnXRTSeCvbgLCncZg5gijmG7RS6rdh4kh/rhUcLBFgYbjZI0SBCBhHxhmEKDCcZw7Gjc8fQohMCAxc51oIIQYSzA2ctIqDhhAQD2nEDgx9GcM1+tHoA02AA8HP5XLuOyJgKBunqRN+Yy5Ej9pgMhXMUnSwj+MMUzC2bLyMGkchhCik8oc7r5Mk2MnHAGWUJD5pZziXy4i919XVHofXY4AfJqaxLjBVLCychwk5d7wNq+QgJgQLm4/AP+LCZQghwkufXjvZwMIc8of9ACN9wR808GnDUBDXaFkrCJQf+Ol9RSEwnsZY+KDOQWDOCnHICfJBFw7HKuahbF7lsYoNaJ8TqUNRITIH41iDhhHnWHJxiPMhHOctHAjwh6MGXwNf1riBJ2Y5IRGClZDHADMwMJZ9wQuswR3GzMn1MSsraDDe6A/MJNKmOSm8yAloAqA+G5+2tnYLeJ8FfFBHHdjv27c/OmzMP+IiDTzYZxzs33/Aycpt8a4KeBJhRp4MVsQd/JJ3sWPYRZcuJ93a2tr+7lRG+MwPY8ZNJs1YKZbcRr3mQOTbXDYn9gyczImCY0ytA+xpTk4SdIQQoiMNPYdsyIeNc/qzbrWThZVX5LpkQwleSjaM7B9cFOx4TLHjQVA53cmCqS4agmfoAB8GJ6937NimDXZqhkYGrTx7dejIQe0/sEc5G92lyxardU6LEyoTNWveTFUXCzp4ZL8Otx3Utp3b9PLal2IgsHXbdn9fFx19HD2cu47OzsgHnTbu3TbYFctgtZ1M6NvZ2RWTDlIQQdC8ufOdzCo4wVjvY7WmOXnT2NhknZhTxf/JnxHzNzSPAbF/Z9JUNPAA39Ivk8kqFjGMgzHLDXjK5XzO30dN00JVwYH9RE1xggQnnkAYh2fE18AdeJo/f4HpWqfRUnDycbJaWmarprpWIYRIK/gS2SfpefMb3qCbbrpJV111pZYuWeq5Jwie5UnC1772Ri094UQlmZyTa3URF8ViUQsXLNScOa1a4uTQkiWLnASZb0d1guobasTcideBrsgZzoe3apkajPgCRmjLuRBC1E8YmU7juseJYHgEHCHbHENIbGBz4jNkeYU/y67E1NXWR1hrnEhBvwwMWm6H+m0DsprqxAoJo5xlHP5oaz8q/gbGgO2Jl1TWyasuF03yuYwS67FRF3r22Unm6TLoQIPW2LS6ugbrQVl/j2nU9IOU1VU1SkPGtG40Xv09SZWaljUOiBmHcxxCiPCRpKu1U43Mcn3UdKp2ILJy5QrNc8KFpA7FXMbTB3kBP/QjicITAxTuGTtp8qTIa9Cb3xUDQ7+jNtisO8WyQdKWhBprwqfFhgb1Gq+jli1uRNq8eWMMdtM00UIneOBd5Bc9QRICRxSehBY4BgU7xTnbERyGknUY9OUIv0FfrgUFTZo4UdA24s5zT3dhkGIwT2tW19aqWGw0HkNM0tEPPUGyB5hJwnBH//kubsDzP7v7ZzGxyr7gizVr1jhwfzLyH3f7AivODLBhuxY5YUgDtio7j8y938k29Bj8R/JonpOGHO/4yU9EwRk8ffKTn9R5Lhxlc7k4N3tJTUcCLO7wB07W57Ui8IZVjXKWzyQJ3uuIksTcY7kEjh7rhyHrNs6BP2jY5+JlmslYB2QsH5PikTvn6Mda2I25c+ZGmYR+qfXrzJmz9La3vd1Fno/oLW95m6644iqBe3gDfFCEi8n4//kf8Wq3559/XiRx77vvvvgEzl3GHQln8Eggz12bNU66TXFBeP36dQ6+D6iqOq8xO+SD/QNKXDBomTJD+ZARf4sCu/XjH/9I3MmbmodrTP9a82vesKUhsXzXOYDpiTCzjzucmCaRvHbty1HG++0bkTyDl8Djpk0b9bOf363vfOe7orC3bsMGJ7nPign+guetKlRrypRpqrEPAe8UvB58xXdwiA6osn/FHdIyvze6sBdsi1545jnx926WLlumK6+5WhRjX163Vl128h9zQZGn5J979jlzZkVLly6Nyd7LnDg/+dRTdbT9iNZuWKsnn3wiwnTHHT9xQvwl+4n1WrJkmUhg1zuRPH36DJVt+6ApfIftJMhHr0ALgkfkp6GhPuIFuVvixCm8CY+CH+gwan9rrWF7xgWXxwwbiY4u2xR4jf1SwHjXu94VnWvkIZvPRVyynl2T+Ldj4WNvRtdef51Yh8LP5m3bYmISnZmxjVjupPuyZSfExMObnUC96qor7GON2Cc4pv0O/r9nnrn3nnv1/FPP6q477tLu7bv1k5/81EWnLfZ7eiOPAg+6Bbm4/vrr45NR/I1DbHrGvPzLX/5SD7nAv8F0hM/YA34JT+PwCpvzVp8nChTINnqi08EL+KP/Nichmpub4537+CDgBh0D7+92EvLCCy+0j1lt/ZwxPuujvEAH9g4/7N2z29dSJ1Fy4k0DSVD8+6VpkqjTwdKoCx2s12c9D+/0Wv6qbC+z2VxMsvT29uiBvzygpS5IrnSxhQJAl/2dUev13t5eJ6UO6b5f/8b83atbbnm79XuTC8PP6vHHnlZdXdE6oqTt23aIV0eT7OKJOP5O2Cwn8ae5EPbDH/9Yf37ggXi3+cecoPmMC+Gf/cLndcZZZ2vi5CnWNReoxzDdbRm91fP/8be/1Q4nH/fu2Sn+ft6evTuFDa2tKzixsNs0c0HH+xpw8vnJxx9Tn3GZWgnlLJf8vacm47K1dXbUq3X1RdvqZYJ/bn7Tzbr+Na+xfZkvCnTcFAMOc7mckKX9B/arZD8fvQruKR4iZ+jSEILxWxV5CPpgq/A9GWv3BzMcdTgyNWrZYOyf//xnURABF9Bzm/mSuTsMb/PECaqqqRZFBP4GcmqfLGd5Jtl19Fib+qyDhkfL6naSsb6hWa1zF6jP/uGwbfy+A4e1ccMWDfSPaM/uA3r4oUeO+7l7D+jA/kP2berVPKFeuUJOH/nIh/SN//wPF8k+rH/8xEf1ve9/1zrn27r04ou0aeMG8XdURy2Ho4a5xnon64Qhrw7jRqO//PkBF7yqtdiFuNNPPU3NjU2274n3GtTV1WNdX9aRw0f1mAuEf3bf6TNmKElTFwlP1bKlJwgdNG/efC23/M2ePce65uwoy1W2ReAQv7rkGOehhx62jqmzr3WVbnn72/W6192gadOmqL6+3n5LTplsNvrdC2yXV6xcbjga1Wj7jS0/7bTTYtHvne98p9BF6JDf/e53KtkmQzt0DXuD/ryKb+HChfYB86LgcPtP7hRPrv7lL38xH9eJa2+75W36+Mc/qosvuTg+rbply2Yhf6tXr9b0mTPVa7pc95rX6lWvvkL1TgYuP/kUQZNt23dqaHBEp516pl73mhtUlatWZ1uX8tmc5syapY5jRzUyPKBv/ec3hTyOlSrRNzBb6QknWPEt0Wv4NTyJ+hPb49tuuy3qDHiJxOd3v/td8QQs137xi59HW0NSFJ3HEd5797vfbTxeKXxgkhFnnX2Ohhy//OUvf9U/f/oz5oVvxDnQNyefvEq8pnCeC5XwMkXsz7s4jR8AfcAbNrbsuB89ULAN4jc6Z48T3cQD2LMQXoljenuFTsvlspHO6EV8KHRhwecOW9f22p999MGHdN89v9JhxyN7rN82bV6vYrHOPFAbk+nQjpv4SFilmYxOO+30SFvkkJtbeOqWQjJ7/dCHPix0+kc+9nF967++retcIF/ognt9bYMq9kFqa6v18U98XO9933u15MQTtGLVKiFrFXMxePPBnq4ErA3FBmHDGpubhO4btt6scgGswbxGceSwE//gaVbrrLg/ZJlzxWIxjoffbr/9dtPzCcvjUdXU1ogk6XTHZ9B1+fLlLhhfKwp52EmeDgaPwAE/3n333U6ur9Nf/voXx14d8QkpnlDkSakx2/iy95O37IAH4AU++LvdxVO+Aye0yZnnRqwrrBIVxmSZzai9rdNmMlWlkuiBB/6mO26/03b+aR05ctS8eUxPPf649u7ZJQOseuulftuK3S78oAfZO3urtzyy1r59+xxPDmjvvr0efyTKJrybWvZnzpwhfHtgwRcedF4IXgJP4LrMmztczG2c0KiWObN11nnn6jU33qDrXvcaXe5Y67LLr9TZ9j2xRTMtbxSQpzm+Z7/MA08CE7/RI7Q0SaJMJV5gxL5mPp/VYsdgV9v/4cndNhcQ+u1/jYwOK2MYJ7uwC5/isxAzXHzRRTEm6R/oNZYr9gErymaz8Tt0wm9B1+RtJ/ArSQhiR7EBSZKKNZgnMRz4N1wLIQheAXZwAN727NltW3pQqWEAnvEx0A55ZE/sEd5kvUYXvtgfND548GDUaePyxDmuFc17xEPIBWvhDzMOWGhGiXKGm/1AkybPWXbOa9T6vsu+FvACC7+hF7bMoJtPKgohxLGsRdwD3lm/bBtJX+BGL3CdazTO06dgXcFekOUQQtwz/VlvfDzX+E5jLP2BGXjBBUdwFUIQ8MkfcM411oEuwEUffGMa87ibfZJhARvjIp4swyEE03bMtqsz2nHoAn1ZH9iYM3gw8IOvylhFJftA8jEoRN0Wgr+5sQ7jmZ/xqfXUMuuXc1dfoLaOAT34yDPad7BNNm/ywGjHZjs3sHPXDm3fvs15on7riCP2Zx1rJDI8nTpw4ICP3eIz5twP+GENcMYeyU0AW8k5kDQNplHZUyc+VjzPYPwOfkIIYiy4ZC5iK/aXponj9XLUVcODQ3E9cAT8rIOM0zhXU1MT7UuSpMbliPMRJfX1Dfj7cISdBx2AC/0PLqAVuORpqF27domiEHgHDr5DK3zZDRs3Cr8IXXfXXXdFPxr9R6z0E9vjX/3qV+L82rXrogzCz8CEnsK3pHj78MMP2w/cF+nLftGH+M2sxT6BnbiX/CF/V5Kbg5955hnBKwctR4ePHC8s8ps9IJu8Kpl1kAX4AF6Er7kObkII0T6Bf3gbnNHQhVyH9+DLnd47eGAcDXiYiyM4qn8lniMW32MbSiy6Z4/92c4u54E67dseNH4HTc8h7dq9J9pD+u3auSvm4Nj/X//6txiXgWdgpzF/Yv3TaZkG3zt27DC9+h031CpNMurt6Y9PH2/ful1bt24T+rjRuuP8889XQ12deGNYzjpvzH4TegHcoO/hBeZmT8StzNvpAgr1h5JzJ2PW52kmVdY5JRlHyMOo+XPY+RzslRyMVDs2bZ44yfHaJNUVixan4Jyy1NM/oHb7keSas9kqVTmHWHZgR3zSaT+BOcb8OwTzrQUJPI9Yb2XsS4TUQgNzu1VoVlxjjt0rbqnXLFTlnG/MO2atjrIArcZsP6Et+2M/ba/kcyHnHOYAABAASURBVOFN9gv/0MfTRb3H/tGv6M00TY3L6ngzO/wGb9MXfgjB+7FOZA32X/L+4Z3E9ECPV1sXwhvMC/whBDEf51gTmMoeA54Zxz6ZK4Tj/dDnU53DYj74c2Bg0P5qg2HMR73IePZSsc7A18APnjt3rqZOner916rasgwcrMXeR00b1mY91mIPzA3OkedxXIzDoFc+7I3GeeSIeBffeevWrWLeimkAHFxjDvY4jqdxHCMTQ/argIX+4405mRuY2A+yy7nx64DA9xCCQggC3tj8Xf7wfczrM4ZG3/EWQhD7RaeP96NIChx/7+s5oGcp0nEsrlHlGLnZPj74B3/krfFHwO9s56eIF/C5OU5yHimTzWnE8Zn/qRIS813ZPtyIhpyfBc/sjeOQfRT2CCzARQNXBkHwMLgBrnF8AFcI6Hs4XVHfh3AcD8jYeH/6MY5j1rJMCyFEnT8wMGC90m9YhjTs9ZmbBkzAA/06Ldf9/X3qd7GeJ6K7u7viWsBFX2CumMc4Qt9oV1xzy+Vy0ddBB7KnKvuo4zoSOaMxP+ugm7kW92t6hRDEGFoIIfqV6HJ03qZNm5QwGQuwsVEHqsePozZII1aSg3FT/XbuQCzXQggO8AoWkLoIFMKbWCFIFQsdi8mCk1G1CyxZB90gq+wAx7AIBhqFAcYqKvsE1XGYZMgEHDLS6AvgIRwnBojgXAhBfEI4fr4S10qjAYO49AHRwIkAQIyhoUEzSElcY/PskTnox7mK12cs6wEfdzZxHYPHefpAeMYd/22YDfuoFSRjaYylMT+/wQ9zADdGo729Qyj4XieAmCv7CtMwZ5IAf844y2jYhQDm5XqSJBYO2TnIWrkUfMyZScrey4jAMddTK0vWA0afdJ98bNCSdcAlOACeEILHliIeSnZM807y0ZiDscACw4Rg5jCdwR9rwEiNjcU4L33AAecZR8s7cANXCG5VlY2AaQxNuQYczAl8wMA4fjNHCMF7TiMPVdsgheB1LTz0Awfyh37jjbEI4ZgFI8kksiW1McwqV5WPSsesZPwcp82wA3FwyFrVTrYAW96GE1iZj7nkD9/pNzQ0FgUWnPl0hIs+4y2EwOnI6yh75sMAYLQIKNgn+ILvwDdCCK3jK9nMz9BhHAfAUyw2Km+82U7aGemybA342Cn45MCBg9E57XWQz1whhJigAfeJ5cs/NeIA63jQg+Gp/rvDBL8hn+A+hOP0HrVjzdpJmkY5CSHEvUiJf8MvBR+zEYchBKVJ6pa17Oajwkg9rvSKU9DZ3qnOji4nWEpyT/dLzZs1amgoiuIs8pjJpnEu+BJajpkwFFJHLS/jvy1y8a7pJ554MiZ/oUFTU7PXzKnfBWOS3tVWdg124kYd2CaW88QR9sFD++2s7dC2XVvV0dUe9c7pZ5yh17/+Jt144xt0/gUX6eprrnUi6WKdf/4FTrpcGR2JJE3tpFTrOA/kFUIiaFuyEzZmItCGbSyhIXBCRxoOHkE5OKkvFiOe4EHmKTY1xuREtZOJjC0bR/V1dS6QTbdDMFlVdp7klAdzs06Ni1AobvCZmI7wZsFj85ZDHELoPWL9N8sFmDmzZ4t+8BGOfnd3j5OQAxH38a46F9q51uYEJkr/4KGDDnKOmn/a1OaELQEMTyKcevppusAJyCwyYnxmsjnxOd+Frksvf7Xmzp8nXgd7/vmrnZReomJjg7hLbPnyE3TaKado0qRm0zKNclWwc4Wjhp5nH+gFAmGKZ/zOW764zvcQgsBH2YnVggssmUxW5XLFc2UtZ8OieA2vlq2HgKdsfTo4NOCCsXVbUFyPxEh7Z5t279sd/xYRQU3/4IBIgOAcU9A4duyI6IcjONUFaQK/bC5VZ1eXJwlxTeDmxom2Y+0aGhhyAS2nQt48b5gSwwl9gIVXCENr4GUf0BRekOGBfpzDIaVvd1eXBm3Ax+xMDvnI61c324hiTHPZbNSxGFccNGR/0HBnfZ5EBPiCtp1d3WJP8BiyMmKdxTrgdOXKlcKxhAehLwaawO3BBx+0bugUrxnuNAw4gVPtfPI0FXfVrnLSLW86d3S0K+tggSe9gnmQBBWBCIEMMPI03H4XKAmECZDgpY5Oj8lntNf4psgHvNAaGL7zP9/Rl//93+PToCTeSESzty1btsRAChxnMpkoa+hF9jFgGwJdSeoOWobB56FDh0z/ITs+g1rjoipFQ/Qh8LMe+2QsvITd7HRwsnbtWu10kEVhurW1NcotOKTY85GPfCT+vUNefQc8zzr4XPPiiwKn3Cn72KOP6UEHcc89/YwToffqjh//WNvsRBcsd0XLc8E8PWgnH3kEB8AHPoAVeIA/Zzke55F9+w9Yxtq1zYUkcLRxw0brr81iLH07nQCDn5GBHTt2Rr2M/BJs//Wvf3VCYnt0vJhvkgO1WS2tqq8rOom8PPpY2JFxPoOWZ591VrTZnIcnQhK0d98u/enPv9fOvTt0tOOIdu7eoXXr1+rBB/+m395/v378gx/q/nvvd9Hocd3907t0ugsK7dYTvEan247nqH2MMQeU/D2swwcPqFBdFfmJ4OKSS14lnkqG56AtydLNLhBBK/inYD1Cce2jH/2Y3vnOW3XDDTfq3NXnK288joVEh44cU4+TFyXLfa/1OPZv1DJecrBYsRwVnPAMSRKTrsgAr9rus51b5GIB+uSQbR+4XL9+owuj9+t/vvcDLV68NBaNDx864ELKJtF/zAaEfrV1tbrhxht10xtuik+3neq9rnKhoNVFkD7z35GjR3XIyeRHHn1Uv3Wx4rCLA/AXvAIN0LkZ+6bIHOsjG+1O8kLHduvRiu3O3LlzTINR/eTOO/T7P/xOf/zTH4VOOOPMM1xAeZ3tzo3xeP311+uaa65xUeZk+7zVUQcM2+aN2R8i0Q0NkQN0OevhN8DfFKZOOOFEvbxmTSwSVduHQl5HbY/O9H5uNo67Ozo12UXqc85dbZ08RZMnTNY/feqfdMrKU7R4yVK96tJLhWyf4OJrzvIPLdkL/Mxv9rbPyeT6+jqd56QvvI0Pg9zwakNwgtwmaeIi7MSofxudwGyZ2RJtXDBtgZ0kCjpr40YHDEmqE086UedfeIEmTZksaLvIxeceFwt5QioxnZFXaIWeaTdeCcqRr8TzvfT8czrsQmCfg5+DTnDfecft+t39v9EH3/8+8eQxdrVkPkUHAV82k9fs1tn6+D/+Y9wDsrtv73794ue/ign2L37xS/qf735Px6znd+/eZ/uZ0779By0XD+nOn9ylH/34dpXsi/zjJz8Zn1Jl/PLlq1x4q1PLtBYX+jbqoQcfdiFxvuob63TTzTfq/R9+n2659Ra1zG3VnAVznVhpVsX72rN3n+77zf266+5faM1La9VQU6dGF+xLIyUddaHu+Rde0D333qu/Wl/TH5yDC/ZCYEsg29LSotQ4zFhvdhkH8gc7AE+g77Y6eQSd0B/t5kVwAA3Q29gg7EoIwfa6QXnTfPasVifnR7T8xJOcaKpXBzfn2W9od/LFbCyS18wBXbyU0jSNfJq33eYc+pA+JPTQycj7iSeeKK5R5JrmouPRtg49/8KLevzJp6Oc1zc0ath7zpln5y1YqMHhUb28doO++e3/1m//+Id4beWq0zSjdY6uufq1Wm5+nTxlun3Geq1YdbJqquvUNHGyaoy7nbu3R5+uzwURnkDst17miYGSbeyWLZtM16PRD84a7oJhHnVyZdDxAvtIrReJM7FV3EkMTsEP9hF84y889ujjeuKxJ3XAhds0zSqfrxZ6otf6yu6HKIyDC25g2LVzt7BFnZa7rq4uxyjVUQ6q7DcM2Uez+tE555yrVvMjBVeSp1Ptf7S0zNTb3/EOff0/vq7Pf/4Lev/736/TTz9dk63ru6x7wXGke0iEHG3buUPI5vs+8H594IMf1Fvf+lYX4c6I+4QP4FF8Duw+f+v0U5/6lLCZdzmh+w//8A+xyPV2F3JbW1tjMWzMsRE28Ytf/KJ/PylwQ/GQRMp+23tugrjfMrZ33x7lnbhLk0Q8YYi9Gza+U6U696zzdMapZ6nfBfFf3/srPf7oQ3rPu96hY0cOa435+ie3/0j93Z164M9/1AuW4aVLl9ivSwWem5ublHjO+fYr4Z0zrSOx09hGXgnHjUzENHnTj8Lju1xERT8B24DXh7+x82edfbb+8Mc/6e6f/0K3/+QOfelf/1Uf/NCHdPqZp+viV11s+9GuRx55xDFTh2666ab4t9+QFfQMvD1i3kDHYktZG91WZ98c/yvaUcvN84YdnQy8+HnQgbWhEefxnaqdYJnvBB9xyI2ve41efdmlWrposaZNm2zf0rLefkysy40cs2fPVtuxY4LneD0zvAj+4UXot3XrFkAzrjJRx6J/kceC41PueGd9/rQI/aEjdqmjp9v5EalkeGfYps2Zv0CnnXGWdu/Zr6eefkolM+4oMYwZsjRaUsHwNjU1xXWYf/lJywWe8T2+853vWIaOoQoif3F9wPIDT4Af+mEv8A3zngfYsJHgD3yEEMTTvx/84AejjeOGm0sufZVleqUmW//nHMdAV/qyF2iJHzFoeWm37sc+DTkWJsZCzyEzzL8v2qV625Cpyjkm5m+QDtoX7urp0ZGjbXryqWf00pqXTfNONU+cqqYps5SpqtXwmNRtXbFr9y49+ujDeu7ZZ+Ofmpg0oVmTJ03UylWrxL5YE3+ZGxZeMP8OGoZt27bFeAk4j9pHKDl2QwZI+hNflIxTeIK9wJ/wSJo6CrV8Ze0vjBnfifk8m8ubPhUNOV+WMc7yTmSi48EDRAghCBnmN/2Zl72HEBQC8UlZJPgokNLgmfqGek2cPFF5F29dQ9aYY32NlaLf39XVqXUbN2iz/W6eqOLPIbAH6NjfPxB964ptHDaWOBpc79m7V7NmzbJeOS3yHjinpUki9oeMTHKhFp2PPwQM0HyyE63FYlHLly+PeOQ6e4O/ij7PHN3d3XEfqXUyeGKv4/tmX8RAzMk5+nCEHiGE6GMkaRrlJ+vYiCI0azAPMhBCiLlH9kdiPc1k4m/gY87xucfxWmXcg19kH1pyHhg5cj6EEO0da1WZVsBDY7289dH4d36HECJc4AUeon8IIeo24Ae3zCt/QjhOR3DGehyhB2syl7tEutCffUF/rnHkGv1ZG7iAg37je+B6CMdhAbdcQ4+h25ibMZwzEaK/ybwhJPr7NY+t2P/kJqMh69dcNhftDfPTN5fLCTkdGBxRd1+/BgZLlrcX9acHHtYLL210bHFAhw4eUybNqc9xrqe2/rDgBfO84whgZ44Qgu1pXgX7Ae5g3Vg2r6VxrTH7/v2WU9ZBpmjsl/3AY4znNzwFrWtr69Rqe9bgnBLXSpZNaA5u5cn5ztuQoDH4Yiz74fo43sEtdOI33+GrxmKjip6z2nzSUFcvcAH+oMn4PBQvKb5hj+AxGntMzXushw5Dl3Nj0J13/lTcTDno2J7+xxxjoT/XOl7lhpNfucAuW/rBAAAQAElEQVT6y1/+Qvf++l5h67FN8Cw+9Ev29fEvtjoWZd5a54aAv9E+d7P1N3tkLuLYjS7koq9GHA/gE3CTEjA88cQT9lk3CH0FjOyFI3uhhXBcxgZdgKYQy1rRNlmvoh/YC/4N+4cWXAMm4ERvIL/0G3TsPmDe4W0b4wVDdCZ6mxiRI/3xkw4ePCTi3o0bN+tp6+3n7SuSz2Tczp17YpEVPcfa43Czpz27d8e4mrXZM/hkffDGK4l7enrF+qzR4BimyvLLnoAPvGSsRyYYb/XGY2OxKP4EGPbum9/8piiCMyf7RJa5CQv+4slsHtgYs24dcu4JHh11vFE2v3ZZr7G3F196SRsc4/MKVIVUlRBUV9egYmOTgn3IsoIG7PMePnJUXfa1gQcasyenFc3/dTG+h4+hT9Z8lMlkFUKIMoL9hj9DCPEcPIB8QDOOXIO/Mx7HEVnnO3oBnodPoA/XctZhyE/8brkOIUTZZk7WZyz9Ke6DR+aur68X5+GbjOFqNP8BZ8brwZPoZM7lslnLc0bo//G1wXnB8l7lliRpLJDCs93GHevQ0Bmcw/8GLyXb1eQVu4N84hcw34ALYXv37taO3TvFTUTd5tFO58eOOoY55trJYWy0fZ0enw/huB5nHHiGb5GhNE0jjMzPNY7sg/3A3+AA24XuZB9cYwxwwM/AefDgwegXHDU92Qc4ohFr0A9csxb7AK8cKZ5zHp+A+cbnZf0QQrRz4JcGTWMzHoCR/iEEvsbGGFoI/zuO/ozlPHswo2jIuoB14R9rY1U8GnjoO2CfDtjhj2H7UeAMvuyzfs+YjvWWj6JlpdjYrEKhxvTPeMok8uOQa2WD1mcl+zPEXczHfscbcwILOPGSYv+cG7Xvye8Q/ncv/3dvwMYY9CjnE/cDT+hlfjMn+6uyXEMrrnGO9ZmXazS+Mw9HrrM2jd9j5g/2CS3ZQyaT2iaWXXfriTexbNy4QTt2bnP+bE/Ux0eOHBE0pz84Q9fDTxwHrfOYl/2hS4ErhOMyC95ZG1rgH4y/KaHRsgPs8FvChgEKYNkERxoTjrggw4L9Nqgsxnf60J/BLMhEIRwX4H4nshhnn1NpmlGVE+rVNbXKGVkopIqCHaNRJ1UHosDDqMzHGAjH7xEHRPIHoAEUwS84aUcfGIQ+IDhnJ358s1wDNuagMQfz0vjNGL4DMwRLkjQ6ARCVcyOuWNPYIwzJXOAFJYVyAZbUQktfvo835uJcYkXBdxqwAjewjZo5wUm/HV4UWZ8TjcwNPCEEM3QiAokkybqgUIqMnSQIFKIisU5NTUHMFcIrRLVAQVTgG3XSjvlhAs5BD/bEOBow08AHa1YsfuN9OAI7R5QMa8gfnK9gOnFtzAYGIwM/5LI5pUmiEIDjOHzMHUKiJKRRwLptWDAI9Gc+8IcTyPcQggsg/Wby3qhouEYihDnAO3hhL9CYfUmGwnNns/m4/0w243EWkr4ez9FjPhqSpxTjadAgZ2MC7qEZ+2IPIQBv2bgdi4of+MBFCMwfItysF0IQc4Rw/DxjUSx58xnKnzWgH32hMddp4Huc/7gmBfNWLir4EJK4bqUSJCVKktTns2L9xLhMzVMcmaOpqSicTBJbJCUaXbTLF3JqndOqK666QqtWrXSAvFitrbNikANe8zak8Bz4Zk7WZ66IWyewwXvVK31Yy0AYByWR6EXhokSQD/ZRcTAGHZgj52Axa7zDY/DOoBXtkINj+tGG7VC32eB1uMiK81C24wsMtBCC95jaoahVQ7EhGmJkGJgmTpyoqS4CVRycjstZxsqv4CJHtZM8BX8vO+jNGtAhG1ruOMG52b5jm2rtCK9YsUornZjjbzjxN7x6+wZdoOtxwbRWkyZPM15LUsio345kQ7Foh6YuFl69nPkkYz2UjwkFeED+hBB8PvW4Ie3es8d81ataO/UUPJqMf5zOHif9Qwhi30OGDcUd+ZwCXTZjmsrjB5zgaRf7IGk2bcrUWJzg77XV2wnEmMMLw5bd1M5YPlulpoYm1XutYkND5MFIS/NDyfqvz84DziJPyhWs+6BxmqSRdoP9gxp1n4KDA/jlmAsFFD0OubAKrjZu2hD/xs6LL72oxPjE6cVZQD9UW5dA04r1QJImNiou4LtwlckEjVXKokjZ4UTR0ECvVDGf2OEMUoQvSRLBG8wDHuB5X1IIQQ1OitabPjU20hybi82aMmmKJk+eoilOuEybNtXfJwncIPPsh3nKY6PGXzCvoONynn/YyYPu6GAfsWMzaOOG/gFvrNfT26M0TTVmXsXx2bltu556/IkY3Ozds9c0ymjUNmvM/NjX06+erp5YjAbuEELkvZKvlezUNBjv4Ja5s7mcqmtqhJGkzXISQv7kc1Uq2GnMZbLiKaKsjxT8oU2aJBrzPOCixmNxMsfnJcE2y3Jaa9tHEMTTfCRscGjbnWDqcqKWfcBLNPZJEeThhx8WQV2lUom8CHzI87huPOSiZL2Tg8OWv4MHDrhPj4Ysmzt3bI86p85BRc57YTx8UbJ9IIBobm7W6tWrzW+1sRhcZVlrN537rEu587jTxcDNDt54pSF7QM9BH56OgWbw0IYNm0TCjf2wX6Mn3rmOfoA36M+ekGv0Cvitst3nCP7RLdxFBs9SmCPZjK4jmUeRAZzTD1zAH/Pnz9eJJ5wQk5QEkCTFmLdsB+6I8bDOibbf3Huv7nbS9fvf+bb+6z+/oV/97Bf62wN/cbL3+chDOPPsiWDtXvd96MGH9LQLr20uNLBPAmHwxVPFHNFTY1ZotJCEyIvAz9OLHNFdp512mnXxKuviJbGIjNyiG9g3OOFJ8WnTprnId6bOPec8XXzRJaqprtOhg0f04N8e1kMPPeJuQeecc4512cr4FAt36hPsXXTRRfHcSctPikUQeAtYqlzMnNEyTQuXLHSRcZGLF8PaZpqXLQcTnLDnTsO5C+Zr2oxpKtYXVeP+E5sbhU7dtmWzdrvAe2jffid927TdMoND+cc//FHPPvesJkycYP01aBmuFwWVuU4i89Tkm9/8Zt16663i9YMkrk875VSdduqpce8tM2fZfxuyg7pPB1yY3b5zp9qtRzq6ujQ0PKSycQg/wLvwAHyMXIIraLxr7x6tXb9ed971M337v76j9rZOtc5s1fXXvUZf/vK/6/TTz9Szzz6nnu7eqL95FRNPwXV5jWHrUPBSZzmAz/EZeA0iPM531ly6dKnmzJkTX30ID89qaYl6A/6hSME1gn3wADzMOejEwV4Xy0h67Nq92/sbVK3XuOGGG3TNNddEOp3sQhA8PmB/jqITfAVPQD/oBI/AC7XWB7ls1npqzDRxEam2xjgpa8v2baJI1mU8IQ/w38K5C3X04NH4VAHF0xHD0Wn+LFvHz3Oivt9BEvyEfJx82qlqdsJ48vSpmtoyQ9NmzdSJK1do2QnLRACMXIYQbH8zev755/XOd74z6kZubIDf2SfrI0s8PQYe4NsqJ7PBBTBBK/pCv8bGotgT+gx8v+qyV7mocYkomDc6iCARRl/o0WKdiZ0Dn+i6Yy4wQHv6kIRk3d/9/ncxaH3ooYf0gx/8wIWnzwt9eOWVV4qCEWsT/PzJhevvfe97+pd/+X/6wQ9/oLvv/rkT549GP/CUU072/lL7glKXA+/DlqtsxnbY+25zEn6TC/JzZs3V+Rddrlve9W5967//W6svWq1nnn9Kp5x+iv79a1/Xl778Fd3+4zv1hc/9q/K5as/9mP71S18ST4sPWp/mPV+z98cTETu379Am68bWmS26+sqr4qtOP/v//kUf/tBH9CYXwa68+lrd/Ka36NZ3/YOue80N9jFq1Ng0UdNcqK22fYcn0WfocPQkNADX4CyTZoS/+/xzz8enD/FBMtmM91YRwRr4QPei95EdbANFMpJS6CvmZk7mxn6gi6ET4+BLGjzRMnOmWA+9buUTZYEjNIZf0WnwAkknYOVVzdB1ov01dCi0vPDCiwTNoR2FPYp83KxQsj5eZnmjePbVr35N//LZz2uuiz9PPP20hn1t6rTpqqtt8H5mipsLyqWKeu3bjbpYgA0KYcwysUPPuCjy+9//0QXbp/TiC2v08KOPxtew3XvvPdqyeaO4Q7nP9v+Yg+Fh65g1a17SCy6S/OgHP9Sbbr5ZG9atU7DdrK6qsiyNKJfJ6CTbj2n2N087+RTRXnXxJeLmo6uuujrKNvL0Osv3CSecGOE71fqt6EJxJpNVTY1tpf3I6upagXuK0+CQpCE4GbCcNjU1R/r1D/RFmZA/iWna5uIzCdf/MK+9/OIL2u4COXwE/mtra7VixQpdcfVVUZcy98hwyb5LVhMmTHJScoe+9a1vxZuF5syZrUsuuTj6LdAbfYf+4slB5KzaBTme/nz0kUejHEHP97zn3dEunXfeebYVi3XSSSfZpizXa157nZKkou9aHva6qPrPn/m0So5Pp02fprffeouuvvpqrzNF7373e/SD7/9Qn//cF8WT3ehPimmTXKz63Oc+H28MutfF1s9+9rO655579GsnjT9jebjXdOqyXjv33HP0RtPjHBdG3/uef9BNN96kSy56lf7x45+wPXmHYVqoftM/NX1mWi/zxN/CJYvFzQeZNGsftM3tmNgbOAZniW0xRdTZ1unwNLw+YL2IX8uaPHX/B9szcP6Zz3wmPs2K/uCp2V//+tfmr50x9kTXkOAlsct3k0skrKErtr9kf27MNnXUhXwKV7yWf9T+YqG6oEKhKvLBpk2btHPX9ngTC+Pw30Y9Dn8F2vJmIRLr3BiCb1NrHbDPdgWZuvuVpzmft24m6f7r++4TtnP9hg0CduTsOAxjqrd/KgURY93/69/o2aefdTF2klYsXxGP3MAhw0oB96knnop+ErYJeQZ36AWKvRTNwRHJeeQFmNEJl19+efRB0BfwU4tpwd6ADZ2ELgGWJifg4DVkH/4btv0dsV/ZUGxQnWE8cfly9Tg/1N3XqzqfI9Ql2YeOgx9jf9sy8Esbs28AD2Mb9rmg2uWEebv1eHdvn558+hl9+Stf0+9+/3s94aLx7j37NH1Gi+YtWKRW036i46rgmKZiXQ9+uGkLP3iv7TU+Yfuxw9rrWLG5oU4j1uNtR49oduusqLcqkmlYEP4Z8rfccLM/YMJfAGc04AJGEvttbccE/PwGt7J+SZJMjIfKLlaVyxWNjpalSvDsEv1CCO7G+dF4ZBy04Br4AP/4IdBkkPjGycAQgvMEZc81qhBCPHZ1d2mv/aQd9hngixMtx40TJqrktUZN961bdygoVb1jrxr7G7XWK7Owwfb1i8Wi8ONYlydTiQuZI4RgHZDEtbiGTxZCiHhBHoELnwY64xfQBxgzllWO8ieE/90f+2Ff4DGEEG0MvsrChQsFDO4uxtY7eQ//oOtIPnO+VCZWD8fzXuYJ1i8ZF1xj3vFmJEa7z7xTpkyJ/iA0Ah5wic8CfxYcJwMvR9ZjPLCxPv2YF1ogHyEc3wPnQgiRzQWHTwAAEABJREFUbvSB1kPOc3BkT4xnHnQvc9YYx6zLmkPOBYCn8Tnox1qM4ztr0ZI0ifBDH9bmOroL+WJ+GufMWlG/sDfGMVeSJNFWgzfWAi6ucZ4GbvjNtWBAmIe5x/sBB7/jzSxOqhfNK2lIxM3bu3buFm9ooOi0edNGyUmSfvfZuWOXujq7rX9rDXe1OSxVAs8ZLwO9/crZP2EfgvvS1P2q1VBsEDqSdcuma1dXh4CpoaE+xv3QjjHoEvgAHU7je4N1CL7rdNsh9gKu2Rv9uRZCUJqkkUbc9IzPQ2Mt2oDtMDaibN5hDC14j95Q5PMB2wloJn+Yu4p8mO0MheKqfLV5dljwJDDWu2DG2j3WSfi40Dn1HuFl8gLoCXQXcgL90Bf0YX7ihj/96U/iydJH7bsQWyFLXKcve+l3/pff6D2KnFzHFiGjyBvwsQ/2xXeDLPijx/kgkv/0x/dY46Is8Ueb4wSugw/Oc27v3r3RF1i/br0e+POfo42+//77xRj6wyPdPd3RjgMLsLM2Rxq+JroJ/t7jnAr27OiRY+LPRh05fEw8VNFj/NAXOOkL/iOspgGxH/MedIF1gwuS+wwP+KJAyk262EtiAb4ztsd74zpjJjqWhRfAOToLX/OBB/4s3nL1a9vA5/CTbSu37dihfutOYqM+1xygHT7ouY6pr3OsNtl+K35g3rmQRutC+Ay6AudOx8L7DVNvb7cy2VTwbrGxqHrbDHJV8+bN0XTH0TWO2ZIk2A+sUYPnaGqeoCmTp9lHsj9rPoHPhgzDkAtR0Aq9E0JQxf9lcllVFfIxdoLfEiViT8gE+Cd/BE9Aa87R5A+0HD/nnwJmGmNDCJxSCEHoCNbjWsW6E/qj3+GRgy4Mglc6oxfhf+jUZ9nOmJdrbCvQJ4yHf5mDvg2WQ34XvVd0FUf2yDUav/Fx5i9YoJmzWsSe844ba2rqrANq1GfeBoZdu3cJXwNe5Rzz54yPqVOniHn5zbys32W7PzQ04rnyGnGsYLMm9B56HhhDSHTMeea2jk71Wc6Pmt95mvqg8z8Ut8Abc4FTGrgDVzTOswbzoLunT58ucizkCeAH9kO+A35jPfrj94UQvJ/q2Ar2r8E187EW+IRufE/cD1hDcpwu4CgE09+KvGzfYBweaPr/bVxjDhrjOP7fPlaeAk+0YMdlvH+SptIra3gZ90kVWD8EhSRRNpdjqAatq7lJ9Nixdhepu5yb7rJO6HDrFLKG7ErAGmLckYTEPs2oW9mt9PcGTPInwhFC1EXgGDwAE9eBne+c4xr4ofGd6x4u+I45aPANuE7S9Pjahpu+zENf+tDAOfjlyHnGwZ/QA7pyhJc5z3hgQIfgt8GH6Jn29jZ1Ot/aYz6jIa+91l2HrJvQheCCvvApsDIXc9LIB7MnZAv5QR92Ob5Bvva4VoB/yzVghL+mOeeX0JHNMxlAcWSzbML4M3EqNkpjEcFMDtA0Nkhj47SQJqpy8bTGSfXEzteIAwyMlDwJCzIn/RnLejTWkoJCCH9XNpwHcPoxBgFkk8AGrGycPiNOmo/YSefceH/GyJ8Qjs8JvDTGJyYaDYIg3MzHeIStzkkz+oAcEIYCYi7Gwnh897QRTmCiL435YIIQjq/HNfAGMTC+CC7wcx4YufOi10qN1mGH5bCNVJcT/kmaRkYdtINWcvAGXoCPufnNEVjZK43r4JQGjOPwhhDEXsYbDEefEIIYP2aHaWhkKAYIzJ9YEEec1MhmUysxO01J4mNGo8Yr19kLuGJ99po6UYAQl0xb9kNRirUxKCXDzd9C4amQDis/zlOMZKz84cgc/xcejDgCMOrgrOQ5wRtKfdSKdcT0DVHISwIOFHfB/MWeoBl9jz9RVx+Fst8BHUyOU9NuAYJPgAF8ASvzAS+/h4dH4piCHXCawdM4DNBqXDig3aHDh+JdYOCU5BICiCDSoAPwco05gJNj2Xs5vs6wjUx/TMxynjXgL4zeqPGeGP8Y8PqGOtXUFqzAq5TPZ+VtK+fjVCeCTj55lXiKsMUGjL3jkGIYMAbZbDbSK4TA9HFPIYR4Dv4EnhBCxB9j2evx8xk7CbXul42yPeqAELrSBxpBK+aGf2c6iTjRSR7WbbDBBScF04G5x2z97D9ZR8jzlOVslhgPjZmrxgVdXu1YZ50wxYHQ4kWLYpFhsr/nXaSGt0rGw5iTF0wy4CTLiGlTb6e/xsks+yUa8TVerzfJxnjMTv2BQ0e0Y9duHY6vRD6gDZs26/EnntXvfvtnbdy0VS+v/f+R9R9wdl3lvT/8W3ufMmfqmaaumVHv3ZYtV7k3io2N6WBD6IEQLkkIJBhIbiokJFxCyD8BAqbapjeDe+9Vsro06tJI0/uZmXPe33fJw83nvoMXe5+9V3nW08veW69o5849As+HHKzDYwbM8jUVEyrIYN4ONfwAjeBz4GV9eJDPehJ89FsucVC7bczpC44mHTxPuY2bN5MkVfD/SpYV3rjsMc/tt5PXZ4V7wMWFihGTy2RUX9OgTJJV3gXqEBLzWSnqUgpZPT2nnZjZZ3h36P7774ufRc3a8Zgxs9UJsaKaXdA1+Qw7+tfwO2FRtpwlSeK9DGnYuuS0i2K8EXPvfffqd7/7nff/gnr7esWbqiRGHnrkIXV27ney9kU9+PCDwpHGKbrQSa82J+Thu4aGetU4WVRxATUY6TU1BdXX16ixWKdga97khAr0K9txA5/wb5fxD16z2VwMSMBTt413lQuQra3NymYSxfnNA8jMbNPvggvOF4nbjgXtamxqEPxV4/vwG/uE9+vra63DatXqxEGLneJGrw3/rFixUhs2bNQcJ2eb7diuWrXaCYPF6uhYqHmz5ykNqUh+jziJgoHs6upS1oFfjZ1H4EZe5s6dp3YnHDKZnOkw5ftZ5eyA1BRqVWXHqaa2zsXJcR07elxTk+UYuINr+AU7wDw507FgvZFaZ6Nfps/5zWepWlpaLPNDLjQeFQETuoj9gzf4jeCBT0+zZ8ZMWlcQwIQQYgFtgQsoyBiJXQpuZ599toAdnVx2oHr0yGE98/TT4tN5//Wf/+mi01MacMEf21EyX8b1nIhB1+zYuV3PP/O0C84P65EHH9DTTz2pw4cP6aQL723z5pm2UrX3kjcOgAd+5/N8JCdDCFq8aKn+4A/+QB/56EddKLhR5194gd55y7vim19lK4x5TtKjBw8cOPD7pGTJ8hBCiDhYZscbfJw4cSImiTmGEGIicsrygcMNPqARThBBJboam4D+aLAegI7IZ5okoti07aUX9OTjj+nOH35fT7swesQJp3w2p+Zi0TzTHP8NK5zlabrNMt+B05ra2picP2RHCJwnafp75575wTn0SJIQgyDwh74HDvYJ7dkr9uXll15yIuLu+Jk7aJqkqRPhLcZnEPu4684fu4g/Zps7IYp28GNDQ4MudoL7da97nfm7LtqEXtvJOXbC6p1swqlnDc7BAQEnfAf+Fi1aHItly52kIqCHN87evFlr163VqtWrRKHx69/4b335K1/RN775dfPE0zE5S0D9/LPPRYdyzEmFXgcj27dv067dOzW/bb4oAna0tws+w1+hgAPe4DcCvoinJBFwBOsuEtE58wr46rQOrlhX1NcXXbhcJILa5597IRbxKPrQWHvHy6+oc1+nRoZGdfr4KQ32D2nMCdm1G9brf/3JJ/SJT3xCyMNeF61KkyXLYUGXXHKJix5Xapbtn0yPq6+5WtCw6AIX+IePkC3keOHCRVGO8evg2+85Yb3Xehj/s7q2VlWWfwJhZJAEI/iU/6qtd/r7+12o+56+6gIDTzN/85vfjA8zgAN4c6cT5wc7O10w+LFx+pTutwzVer6s7S78wlwk4/nE5a9+9Ss98MADOmib87Jx3Nl5UHf+4A79/Cc/Vefe/UoVlE3SuA94AX2yYd2GiHt00sMPPRxl0aDF/QDvrl27bTsykY8Ijo4cPaYJB2oUHqrNM+U0Uc6JfngbPoR+HR0dgm/P27JFFBRuvvnmyJPIGHRkXuSDwjA+EjIHTqE1OIT3aMDHb3CEDBJEwMvoPOxBCEFVLlyBR95Cphi2r/NAtG3gBb3IOObt6elRYj6iMHPrLe/SDde/Trfe+i7d/MabXKz/gGbPmqlBJ1VefNGy/eRTev6FFxRCUOuMmTrLhbA3ueDFQxHPWu89/ujDOmYdeO7Z56ql2KRMkBpIfNi3PcuF5UsvudRjzlLLjFlaunxllA3s0JVXXxntKPtnvw8+8rD++u//Vj/5+c/EZ1IvvOgi20D7YPYNJsbHNdDXZ3syqjbbmxkumpXtkz7lZP9PfvTj+Ilgih9NzTPU3Doz/jtKc+wndZgXb7jpjdponT3sgh80AYfQFP2K3NCQeWiRpknUA9XmqdWrV9vm1ou3JMDXl7/8f7TdiSM+tVwsNjixfkjYbfohqyTN7rG9L9t+HDtyRP29vbrvnnt0/733apf59oH77tMvf/5zUcT5zne/a/u/TcyLXgOu3KtyDF/AB7Raywu+7FLrbeSN9cH/2rXror+4fPkKbd16ifXGeVHm+bdB9+/bqwNuP3KBDXmpr6sXun3RoiVav2GDRpwEKUUfbka8Pj45bj/nBd1x1w/1s1/8VPc8cG/c23PPPe9kQN58MKxuB7/HbINJdl5qXQDu8A1mzpwReeWEE0btLv686eY36pN/9qf2ne6PeiSEoGKxGHUl/IddnbK/lKbBtryouU7YtrQ0ad/+fbr8ystE0iyxfgGnU5Yr4oMm03rCtGbNxsYm06TBfF4QOKitqYt83Gf4eBOWZKFVoHl+IvpxXfYVg2Ok7t4+LbBf8s63v02Xbt2qRR0dmjtrThwL7dauXRtxsdt4O93bY93yjNI0axe0InT7rbfeqne84+3Rf3rs8Ud055136vbbb4+JUfiDh5qw88AILyHPh613nnJBmuLqT3/602hj+RTu17/+df3bV75iGNpjcfnd77lFb+HfsT73bDUbF6vWrLJPtlmzjZulti9jtt8F+94l423JsqXC9m3fsU0vbtumAwc7jY96Pff8CzGGJLE10wWuz37+c3rXLbeovb3DIUDQrp279aRl5Z7f/VYvvvCc1q9bowvOPy/avWEnP5GBmtoay2PFuJtyIXpYIcnopRefV6d959P23R564EE99OADLiZ2q7W5VddcfY3ut4977733CNsIDij+tdt+BdNwx84dUWfA1/gPH//4x128fX8sElM827t3r3lxRJvPOUfgDPmB52fOnBntfY1lkOsUgmRazOtYoI22sfmC4XTc4cnFP/vxGhchzzvnfNvPNstETdS10DRN00g/HmyigD3btgubjo/bYxrj95511lmxP740fsC7b32356iNOorPfeetT0dGRmLCC707PDyq/r4+FzByxmslNgohg+a/of4B1VXXSObb+fPmi+Qz/A5PYF/YC/s7efKk4I833nSTkJsnn3hC//uv/1pf/OIX9Y//+I/68q7gkvsAABAASURBVJf/NeoZ4KX4S+Gcc3QBfh08hUxBszrnSRobi7Fwgu4PIShnfcke4UfiD+L/uoZ6zZw5yzLXJGwS9gD8oHuYB7jQw8Qp9zrueea5Z7Vz1x69vO0VxwXNGnSSuqygYedDDh09qhPOk5x0vIF8GgsWuUS9Tor1Oocy5X5Tpg9vzZ8035xyAXXcPDbigoEpoknHA/t37dQB29JgXNU4AXxg/14nFk/ruPUIPh26nNwBNg7+BE7wODVRUiZNhO/daxsG3EmSSJVEpfFJx18jGjAc2Et4jsY4GvsNIYj+nIMn9g4Ooc0C+/nYw02bNkX64FPQ6IsfSOIPOLATjOGBKHjm7LM3a+6cNhWLLeadelH4wh8CBvxM4Ee/Y79ZD12z0IXofvML+2QNYJL/UhemOcdGTzoH0+RYC/+zXJ4SOpx9uJvl1NTwXvjNOsAIrogXyvbjgTeEEIuyjEMGp/mD34zjCG9zPNPKUV64x3hwx/UkTZXN5VQyPFwHB8DHvsA/fMnc4IVz9trT3RNlBtgqlQogW69MCjj5Mb1GCCGuybxcZ+/TDbzQv+A4mHkZwzoFx0fAReM+44CJOehD4x5H5gDn3KPFc/Mc97nHXAXLeK11DXMzVwgh+tfZbCrmJX5iTxnbEWBj7/RjPOc05mZOdsqYbCYT9TE5hxEXNQbt145bdvqsO8adTwFX2H54HR7pspyEELTOdn3hgg7t3LFd215+ybwa1FBfa5c7GE9lL1uxdAX5h2qta+Y4b7OgrV1F95k7e6ZWrVyuOuvxCcsJOMO/RlcAKzqhpaXZ/g0y0hf3OGGaAhMxErBAT/ho165djpePCR5g7/AuR36Xjb9p3IYQIi+CF3AAvaccE0+9yoPTR3cz7FKaJF43Z/Aroi86CjyM2CcZsZ4Flop1h02duk73Ssb5VNl8bPuHPp7eCziHltBvep+NjkWA4XnbQt5Ixf4WG5yzaW6OcSX6m72dtP5lHfZEMQf7MteFHejP+Ab78dzDPnEErtOnXv3SgX1icMPDOczDfXAyZv+U/SBnqeWFudARzIcNwDf5r//6+u/jFgq8+AGPPfaYfa+XhA/xwgsvCJ0HPzAvOAZ/zAvsA16bfTM/yOQ+8+MblcYnNFGaMm+kxmtJfP0L+E47B8Z84Jk2YjwTM0JnbAn3mI+5WQdaAAP8SP7s4MFO88uodVsx2kn4Zch53Yz1FLh80P4Adh/477Wf+8CDDwofpGB5arc+rXIOhzwIjfUe936ffeYZUTydsp+MLz577my12Weob6hXVT6nfC6rqmxG2TSxnc3GtWfZds2bN1dF0zgxD4HbpqYWNRRNX+d3WmbMiL4A/s4c55Ra8SGKjWpoaBD7Y2/kMsEZemx4bERjpfGok8ChYNCQYLoj/kZHx+N5CEGsxxzwm/wHTaCDT5WzXkS2uAbN6ENffiPj8Cu/4QdPpXH7cvQDHviWh9fwd8ADvBxCiPAyP32AbdKyhK5F/sRfRWJu+Hb9+vXiAff2jg61L1ygaOedX2Fd1mSNXDanNMnabuYYHWWPE2jJnMDM+vAYdCc2gJ/yuUJchzmAZ8Tyyf2dO3fGPBp83emYmn9WpKfX+qSqoCSTFXExbcQ+A2tMr4UeZe/shfmQV+JiYmWu0xdccx34oTH0Az7mgHY0zrmWM+7ZIw180KpsG6AH9+nHOqxLPYQja4BT1oEuHPlNX35Pjw0hcCnqtnji39xjTeYOIZhlghhPCyE4DzClUceY8FfJvD1sWTt+8oR2O/dx2HkCHm4fNA6Rvx7Hhn2W53HnB5MkYzwXVDZdeVEFeKasQ9lrxTH0lOkP7JVKJa4HDMACvPIf130Q18BBkqaRxuwd+tLgJRpzAS9jaKyF/qIl3gM8yPz0A1f04TfXoQd0gWbQhfXgG37jP3MfvYItgU+Ygz5cZzzn+WxOBfunLY7jZrXOcBzREnMscW37gTXWF02+N8N5ZvxU4mt0NDFFq+WcuVib+WjsBTjRYwedR8T/IQ+FjiZWTtgAyKGxWTqDGH6HkAgk0gAuhGBHtmJClGXPXplcqmw+Y6ZOhAM2aaLAqCASYaCB3On5AMZTREeNzbPWlMdMmYDyXwgh3mPM6OhYdBAYy9owMQEPGwRmnkqkMMJaZ+aZEsecmb7eBooxwM3c0324f2bu0bgO8NAfAUaoUDQgj7VgYhp9WI95aCEEcY0WQlAI//e3/Ae8rMH6wNrQULTTW6e6+qJyLjRkMlnjNOOe4DZjvJXFNSnE/QKj+Vj8QY/pxl5ozMsxk0kd5FdZMPJx34wDPuDK2Ln6n0fGMB99xi2A0C6Xy8igOygYFwqHPdfX1zkAarQzUB3hYg7WYk/gkDlCCIYfAZKmXHCYKE16/Ukrz6wFLK98VXUMuNl7tR2wjGEBrkkLPPNlsuzZisDKj+vgP5/PG5Yg/hA0hAQHhLWBfWqqIp6Ax0CPjY0bX2l03PMubJQrUxHWEIKvncEH41AIrMmc4LBipIYQouBPTZXFGux7ZGQy0jOEEI/AxDhwBU4yxnONE6/AgSDjCPQ6OC7ZgaQPc8t/IYSIx4Kd8UYXwVpcUEIZgAdZSWWc0Mnns97HuIYG+5zgPq18NrGwZ3x7MjqS3T2nbHDHIw2qLeishaJAcHlLE4cC5YEAI9Csn81mjY+MWAd42ScwgWvwEEKI9ALP9A0BGSuLQlwmk3MBt8Y8lDNv5uI8aZoxLRIxlnlwnhjbaEeixk4L18ftoI/ZWUfWh4YH3DejbOTrYPjZy4CDmx5BQ/gNXJ1y4fCVXTt0jxMiFKjH7BBSuBxwkDdqpR/k/yWp0lxW9mcVkkQ5Bx4YTJJUTz3zvB597Akbi/16+NHH9Itf/Er33f+QHn/sKRc1tounl0ouCne7QNHnQujAwLDxWhZ/yHbeyjNNU88bXt1r1vxSUAhBkebWQVmv3eiAkkBA1nS8UVldqFYa95a64F0jcEjQzhtZGV9Hd7S5qDR39hzVV9eqz4EdnlHf6R4nZ2siTidcJOh3gavXOBgdGTKt++IbOlVVec3FGXFwcvrUCYWkrI6ONrW1zbfOqFFDQ51y+awDmeo4VxoS88+kA+hetz6RgKbocfLEKZ061SWeDoc3e208B5xMUJByhbzaOtp18SVbLacTbuPqPLhfv7vnN3r2uWf01NNPOJmyTV2nTgqZKZtXJ5z8TJOghrpazXQCE8dp7fp1anPgFdIkFrgxPps2bXQioGjdVisSVlvO36L6Yr0GXPQNHl/n5GxHR3ucA17G6PRadoANnmpqQjdWe58NQrYaGooKIY283NjcqOUrVujcc87T0qXL1NGx2PPM0pLFy32+UMuWrtAsJ/JabSQXLVysVSvXaNGCxS4ALhawkRiotv6Btj3mCT5BQ+EDHoZ3Txtfww48kxAijdAJPU7OwHfIEroGWcpavkbsqIQQIr8k1mfj5t0R8yx9UvNUv4PXEy4YTtmWEVRxjpzG8ZanastyxuOqXfig/0wHpSTg0HXMv2bNGl122WUiCYcxZxwwIl9T5stGO+qbnIgjyZVYLniLgATV8PCIE3G9ampsNg0aZXWsKvNgmxOBea+Fnj9+7KiQL97qaZs/T5s9D0HvM888pbt//Sv91//3NT1w3z3at2eX0iTR1U5aXnjRxdZBLSpbBk4aT4n3QAJow4aN4inVS5zg3uQkUMHOJLIFPCEEy3yv6p1wY084F3f+8A594xvfUGdnp9C14OWJJ59wIfiHMdlLkPjcc8/pARehcJrZM081nrYMlRVUsp7OW8aQqdS/jzhhTNA2y/hbu2atg6G8wGWazTgJ16TN524WSUuSVO985zv12c9+Vp/93Of04T/8Q/3FX/yF/vyTf66tl14iPvXTZ5pBC3QcvBhCEL+rrHPAufyb69gCeIZrJKMoUH3rW99ykrdHHGlf/6//0n/8x3/oxRdfjA8IbN26VYylEEIAMsMyxEMzheq8FMqqravW6NiwsBHwBgnLl7e9HItf3/ved2PSlzVZG7kBz8Blcjj4Go/3SWLtc+L59u9+Rw+4EJex3zPXeqjWAV2d9QbBz9q1a3TchfPTDuifc1B5929+rZrqas11ADjbRdw5LhTxQBL8RgMW1pX/0APwWta4xVbW1tbpYOchPf744y7K9Ma3uPO2v9CMgPX+e38XP7c3Z8YcrViyQmdvOFuLLY+l8ZKKLorXWxcsdFIvZ3nqND9g144fP668bT9vvBIM1bsfNMhZL1aM/ylvuNoyXHJxQyG1v1Ot5atWo15dIDwmYEXWs54jZ1689rWvVb0D4F/95jf68U9+oqNOloYQos6+2IVsfDvoCm7gRxIY8Cn7m+mA+MYbb4xyiPwfM954a/unP/upHnHh7aWXXnDRp1PHjx7RYF+vKrb/uTTRWRvW6X9/7vN617veqU1nn+Ugp6zFy1YK/L7h+ut1mYt78EC18d7sRAvHevun8HCPdeERJ4sXLVmsszx2997damgsqsfzDzqJsHDxIs1z4kX2XcDzuINjrg85QTw0Mqx+B0jdtivHjEeTTOghdEYIQYPoNstzwXgB7z1OBsNPrM/aeeOYhNY555yrOeYFYIPH4EWeGocu+BfI9wInKtAZS1xkG7H/GDKpE92jeslF4y4X6OvNc6tc1Ed/MQe6jbHIw3Ty42kXQuHlmmKzDhw6qqeefUHHT3Vrz/6DOnT8pNqswy/cepluetNb9Ja3v1N/+qlP6S9vu01rnfBrMk54m/0S27A2Fw7WWfZXrFyh977/fe5/s972znfoi1/6Z33+r/9KN7/5TZptnGFb0a/YNN504k1YHu4jyXLUOL/08sv1x//r4+Jzog3FYnyb7av/9lXd9pef0QvPPKdD+zv1z//4Rb355jfpT13w37tnj9Ik0VbzEW9h8sbXXMOydv0GbTnvfNXbdtVCV+Myk82bFoOxwHHXXXdFXxOeCmHa/5yKfA+O4b0ZM1qj/SPJBq9Aw/e85z2CT/GhTP6oT6BFreUIvsW+LV++XMjLypUrY9+bXThH56DT4OerrrpK3KMf9IXeJKJ46AB83HHHHfFtXN6kOHToUNRf3EfHcg0+4U3f/p4+7du9V21z52uJ6TRv9lytXLZC4yNjWu2129vmmc8v1rnnbNakk0azXARvb2+LvmDRvvB82x3kPXXCmDjxvAvO0+te91rdeust4mGhetOXz7BeddU1Gh4p6cILtupPP/lprd+4yf5FU9wj/D9lv+SVV7bbxi90Mmu29lv/9djXgcYUqsAx/NdrXkef8XvpkoWquDjQbDhKE2OmU63Wb1hr+9ao1eZZ5CZv3xAZQJ+Ab+zU0NCwnnn6GX3ve9+P7SfWJ91OFqoSdNVVV+u1r3297fV6ndHtM9TR0aE++1wvbduue+9/QNix/t4+BftTJDS6XOR54VVbx5sivYZ7jvmUtwexpapIxFLQGt+h33K9+tVC5zzr62lbyRvl8Ae+zJe+9CUpMieLAAAQAElEQVTxpu2b3/xm24Wx6Mcge4ynKMu8xA6PPPyw/uNr/6Ff/fKXsYhUZZ8Q/UCckstnNWaZho8mnVU+5iJ2bU296mobtH9fpz7/+b+Kfs/f/u3f6pOvfir7s5/9XJSXf/nyl0VCDdjGRiYcS06pq+u0stbxzS7UwtebNm2w7R+07/5w5Ad4GF+I9crlcuwL3kMI0W+rNX/XON6K+Ozrs+59RNuM05//7Ge2P52x4DrQ3yvke9R68I4f3aXGlhm6/g03acXqNTpny7latmKZSHAXrPsSyyz8sWbtWi2zHznpOBRe4q1faJ8kwTFQtdpNP3xQEmTzFy5Sq21jv+dvNi/XO+FSXahVsaFJC2zTGuqLmuHr+HroNfjwlBPgfYYX3xCbQrzGVzz+7d/+TXwJ4P777xd9v//97+ub3/xmfIBnwr7da177Ov3jF76gd9xyi2FYqGb7s02NLRpznMvXVl7x3hPjhlhpn3XQgX379Yjt/a9+8UsdO3JUJIJm2nZVea+dtqv4Iz/+0Y+EbAMXOK6pqTFdusyv67TA+3zzm96kW9/1Lr333e/Rhz/4oegT1to+JY5RSbBhG6EhugMeGnTBcMKFEPDVb5tTNpOGNBEt8ZE2a87sWKjGHocQYkyFfUfng3P8J2STBv3BdY1pzYOnJKVYe9PmszXHSeyzzj5bixYviT5dRcF+bVlj9rlPdZ92gnhCVghSkqrBCe5Fi5fqssuv1BtcLD7LRe5DR0/qgUce1wMPPaJde/bqh3fcqb17dqs0MqJHHrhfv/zxHXrg7p+rv+uowtSYhgf7HEf1qc82d+hVm4l9njt3jtrb5isJUhoS5TJZpYalYhnJ2R8GX3X2iepr64WuYY/gCF7jN3hPkkQ0cEkyP03T2Hf63vSRsZyDX4606b7btm0TfMYcWfti8DQ2PG+f58SJk8J/pj92jZhk1HkVdAv+J/DAjxzRwSEEHTl8RPxmTegArMzFeozlepKkQndyHkKIMkofaJh4T6n3Ac+hM7O5XKQ1MByzvzXtx485P8DcWesCYGGtEELcP9eZa/oYQoj2jb7Ai91mnekx4IU10Q0cpxv7Ba7autqIZ/rTQgji+vQ5/UMICiEwVcwXsXZIglgn8ZG1aVxn3xzZg/zHPD7E8cyFPEEDzrnOHJwzBjywBxq8wNgQwu9xVLHOCxWJB+sSHyfsH0+4mJImaYxncpmMMsbvpGNJ5k59zrFsOwJ8IYQIfwgh6ntkFR+7xvILzbDzwEZ8MNNJ4tbmJvGW3lz7JQ0NDRadNI6jb5Imsshr3drVWrx4gfOPo45rupUmiSgIlCcnlM1llDeNmbOpuUG1tdXey6QGB/vV29Ot/r4eDdiP7T19ShNjo6rK5VVnuZ7GP+PgtwHrkB7bZXDb79gL3cARGrKHvr6+GNckXht+Yc/knsAXY+AXcMv9aTxzzj2u058j/UJIlM/nYnzAb+YjdqbVGwd5yw54paFXuh1vjlnfDtnmDzmmLhSqlVjGh52Drq6pVSabU8byP+k4hJgb+cJHKrsigR5jf2Pm94HBgShbmWwq1qKhQ9GJyBY2ggeA8N/ABfdnOpaVgUd+KYLimx6wHsdu05AnjuAJfmLP0BYbg3/NuAHrZGDiywPMv33bKzrhfATrIUvskz0PDw+LvuCkbD4E7oz5LZvNKoQg+kEv5Iw+0+uFEMS6OfMBR/DPfXh8xPjqtZ/T3zeosdGSeWhCw0Mj6uOBn8EhseZpxwisz1h0hPzHWtus28gJce2EY1TOwQF8AX+ig5vst82xLZ45s9W+YGO01eAaPOHnAEtbW5uWOjZZtmypumyHmWvMsdJp89vjTzzhPNdzIr7MO7bH/5gxo8WFlSb7Nfmo34PhqbIPWOOcyaRzdfhqY7b9Dc6HY19z5mnsFjpvtu3C2jWrRazTsaBDyFTeY7O5nPGXiXhCdqfMG9Qw4JdJ2/kp2w2bzchHNeYpxrFHdEnOY0M4oyP+Jz+HEH6vL9mnwYy6GDwyhmvQCDpyhEdCCBFH5GPRCcDNGk3Oa3JEP9Q7Tqm2voD2zAktmIt5M2lqvBS8lzTuJUmTuCb1ls4DnTp+7LjjmWHnG0/ZVx/RkHmKh574WgIP+Ta3tqja/kZixQKPQP9jHrNjxy4dd5zX1XXK+YOe2Mx0KhspJdcQkjSN44C3z7oAXxu+7+rqijx7Zp5jQo7YJ3yPDsH/x5clR1BWcEw8qOO2i6ftq3eb/sxFcR0aRNtpPwncpV4PvgcH03vnNy2xDpL/kBHowT44/38bOEcGgIkjfenjoQohxMbcXOPIPBy5T+P69DXWBKYQArfEPeScI3040rhpsxHnZkwIiWmVUdb6rtZ0bbLfzT8X0OqCP7ou53pEfbFBtXX1KpjmDY1Fn9cqSROxFHp+amrC5yE25gc/yCv4oiXGB2uzP+4DJ0f2P2V/enpPXKdxj/7wJXihH41+3J+eH1rzm/7gfZo/0ankN9GP6E54ljbf+a1Vq1bFHB/55mXLlol+zANs6IUQzsgROJNtJvDPMC5m2EeuM37gI3Qve2qyX09+hYcR5zp/j6xzbLasIB/Mh45BX8OL6FLWIi4uFotRLqbXHXPcm4QQxMRslBtDdigZVPLNkMgEqFK9E+T1xTpVxWRgRSUrnHHfB1mMYfwZpFTMBFMxaOIeCASZNJAbQojKhL78hgmn1+MI8NNtxMkixtMvhCAUwMyZMwRiOIfYCELBCpBz4A8hxIIAME2Pow/nwMPxfzbgYr0QgoOzKtU5EcxcITDPuPdSNrwZWd6jkWTeSCQpMh77YP40SZQmibI2wDx5BmMAT9kKNZvNxXmLNuIYKebnWiaTxjmm7DQBA/3Z75QVL/hkjpyVLP1pnNNYj/vMXbZBhOjMS/8QQoSZuYCVPdOXPjAV86N4MPrDTtaNOYjOZjMRjooZj3NamiQu9GXF2CQJkv9jLIhA2QJHnR0mAlrgmYyGItgwpV6/ohAShXCGqSe9v6nypJJUsWGsmAvaD1sRT9MA+nM+aeGc8hhgpx97Q8jkv9oa86ANIv1QshS0Bu3UTdrp823/V1GaptGJYhzwhxDEUa/+gbMp4xhHjbXKTrTgYKB0WZN707DBZzMthME4IDlCorFiZgCXOTsgGH1gBD4EP4RpPqoVfADugpPnNU5epM6WZOxF57KJJp3U6e3tFkYBGHhCV76P4qgxXvv7+5yYGHdhot6Oa9loryiby6rFhor12RvKZMmSJZFvgRtcsres4aJBIwSfxhiucZ+9DdlpnJoqR3olITFmgpv8OzHdDJ9pwL7OzDsk8BfcA+cMxYIyYn4ck0YXctIkaxhluS8L5equQkGDy9R8Ploa00knk3bs2qlBFxOD8UmfkCTGU7Wqq+u8e6/g6xRTSRaPmwfyVv55G780k1XWDnDWCeChwWEFJcrlCy46djhZuFokSq688qr4b9itX78hwjFqxx4nDrqGkKi2plbwamoZrbOcgxOTUtN/wEpQEkJQNpvTqIPvccvHhJ0y+nB/3AH9kPXjgJNmE+bp0uR4lG3wk/G86KamYqNoFcvmyOCgppx0zxgHi50YL1oB48jNnNGs1pZGFwdnKPGeV6xY7iLWlbroggucpFzm661OLM0RfNDnYKVi2ayYT3H4gH2+k2sbnGTGCDBnY2O96hzYF200geW0kw4kUnB02traNGP2DFXVFDRiB/FU9ynlcllNGr+FqoI2uCh2zrnnaoYLk80trcrk8naIS8okqUa91xHricOHD+m555+P8DQ1FY2f1AH+IRcXDjnoGhMwrLaDuWHDevNjXsF7yplW0BxeoeHMXX7FZebhZkETaHP8+Ak7Vb1OOu/WHic+xh1YInOlko27aVxX1+CCXnDhacJ6fVKFQp1aW2dZvutctJqh2bPmWmwSdXYe1ITHNDQ0xt91TgTOnDHLeJypOQ4ilznpDJ737dvr9XrEU0fgFFwBC/CVTS/0cHS8zP/A0emgpmImQe7YI7JUtk6HD1LrGXQDYzDorIPdhMfoi9HfdNammOxiDnQ4ayGHQw5AMM7onS47l8wLvRjPfDRkD17jOg8fkIg77EJO3s5RxvSrcRLnkiuuciLpGs2a2640k1POTj14L3svOPh1tbWWj5XauHG9qj3uxRee01f+z5f1xX/8B2176SX19/XpXNP+AhcDLjj/fP3hhz+kZQ5IGhqKKjl5VmcHrLV1pnK5XMRjTU21qiyPff0DqoREzzz3vO5zkvDuu++2vE+5wHVE//3f/y3ejCGow+HF3kzLD3D1OImMLD3j4t6LhmHCuE6zOc2wM9O+cJEampqdUGwV/+YTPEIhB1rwpHCjC2VznYAesFzt2LnDjjNwKO7xyquv0rXXXqcbbrghvo1y+RVXqNX+AritsXPPOqcc1AHDsO0OuEH3hhCcGBiMfAycaZpYl1WE/JqZBO2gC3rj3e9+t/7sz/4sOnPXv/71usUJUOCB/hdfdLFIYEP/VgdrSSqVK5Mu/E2orq5GE/aZoD08EEJwgvUFUZgk6AU+HLv3v//9+sAHPhjlKWechxAiXoH39Olu9TlAzeZySny94IC/pqZWW7deovd/8AO6/sY36IprrrEuXK9mO4/1jQ3i39bC79i1e3ec881veYve4H6bnXBuX7hAifkIvHQ5YBl0IgB+89TWx9UKIWjCumvccqVMRTt37dLJUyfFZ/d6+we0d+8+/eynvzAfvSyCS97Yue7aa7XcDu5CF98a7LieNr6hNbz+yo4d+uWvfqVvmD8o7hFMjjtZgQzs27cvFh9IPk+Y75DHZ59/Tj9yAaPTRZ4Dlu99B/brZ7/8hSjyrF2zRlu3bo1jHnv0UZ12AI2PA6/w9gafJX6tC6vIXGJCFKprhE4B//QhQUwRY8uWLeaZa/WpT38q8syvf/0r/epXv9DTTz2uNS5krFi5XDfddKPefPMbddtf/mUsGJ3u7tKzTz6qxLr/5Wef0r13/8ZFlydj8v7wocNqtiPOm9P7rM/YP5/spNDOHuETcH3agR40be9o11LLGziatE9y5513Wa8ejnprrZP/+Aet0NJyuMiy0dGxQFnLeZpmVVNdZ5mu0bw581XnoJ/kCgUW1mQ++Bw9Ah9htzNOmnC9Yn3GU+n33XefkiQxnRV96xrLCDAiayQKgI/kBoUA+Q8+9cH9nZA9ciTKent7e5QP+EYVacK28sSpLvXYf5kzf55ufsubdfGll+gtb32r3v72t0f7e+zoMS1YtFirXRB9jQsJa2zHzj//AscZ1WKvBDzrvPfHHnlEv/jZz+OXFngCnX2QKGnrWKjLbetZk4cb8Mug6+HDh4XOAcfnn3eeVjroQr7ACQXja82bP/7xT/SZz3xG4LUcpB7b8aefe1YhTcS4JYuXiDch+BTqV10Ega/Q5ehScIm/BS4PdHaKBxnGvN9KSJS13q1rKErmtb0udlRCEAkF6AU+SXTB29AeuoQQ1YfizgAAEABJREFUzI8lATfJtlm2vVxHl8xycg347rqLIsCeiF/6wbf9/f1OYnQJmGgEiKntELSFfiQXGM+c+AnHnNzGfpB4Yo7ltoO8hf5ay8abXFChKIzdKnkfJOUp1FGE4QEYZBZ9u9A89xef+rR++uOf6OEHH1JfT69arKPHRkbjm27Hjx1yUXVYxYZ6jQwNmgfGnUAbiDKJfSExhV+Us66prasRD29ksqlmzprhwsio0MH4va2219u37dKqVWu0bOlKJ1CGlKZZozTVmtWrfX1V5B/8mRCCoD97RBcCP3iggbsq2yj0BLKAv9toXZjPZ7XjlW0uEO6zTp20TctqwkmEhmKDDjhJBJ/fddeP9MQTT8YHY27/9nf00ksv650u1L/ZxcoNGzZG34EkDwlE+KHG+re6UCM+PZ9YlpqbW/W1/++/rJsucbG2SSQGd+/a7STjqILkhPViXXzhhfGBjWJjY3yL/xv//U37NQXjbMR7HtDztqnwLMXtTvMZ8or9R1dttc5bY91HIhc6f/CDHxR6r892/CYXk6D7xS72U0Qn+UCCEb5ftGiRTtjX4ksFT3p/n/70p8WXTEg6BsN98NBBPfP8s/r/vv5fOmye6bN9xfeuLxb10Y99TKesr0iYLliwUOuNh6Kv7/K+XnzxBfPjKe3auUe/+c1v9W3j7I477or/rilrP/fsM7aVZ+vt73hLtI3gCN8J3QJvQvtBr8VvYip4GHrtsz1g3+yZ/cCH4IJ7V199ta6xLBNv9Xrf7P1q64P9tg/f+e73XEDbqfaOdpUdd42Pj5o2JRXyOY3bj927a4fuu+d3jtMT+2Uttst1pkoQeu6V7dvEGsechO537uHEqW4d6DysBx95VPv2HdDL23fo6Wee1eOPPqF7771P6E/epgEXyFe3cQT/ATd7O2W/jt9V9rHpwzlJIugFPyHrM2fOUl2xqLKhePHFl/TYE49HWKAvSRxi1EEnyk/ZvoGbHsseMKJH4P0HHnjAcnZa4BWbywMJ/Jum173mNdqwYUOUF/iE/aHz+4wvdKKXi/5OSIKwt/Ayx8S/6+pqVF1TZXU+FX2XkdFhIa9543DUhTrkmPXoj9yFEITtqrWvScyF/5mxrLMGDXyAH3QXsoncYofov3LFCtvd1+ga0/TCC87XooUd4mG4NifNli5bIngIvYyeazdNiTHOPmez5tvuzG9boBmz5qjJ/umA/en9J3p0rLtPJ3r69LITt7+55z7t3rPP9vSISLTy9uu44zn0FHsYHxsWraWxXqtWLNX8ubPU6DzX8ePHdNSt8+BB9blIYAupTBqUz+VU5RiUvQN/aaykUa87af8I2wQ9oDM8Pb1H9k5froELGvLG3pmH++CU6/lX52Yu5oE/eNAEPb3Ffgp+0v79B/TKK69Eu8Gc6G76gFf8qRrbcHxveJF1OcJvzD9ifY2dICmezWZV5TwKcIYQNO64lv7IIH2HLSvYI+ajL/yBnAIz9+lPX+aGB4CZ8TSuMzfXQgjRfrFP+D/vNTkyz3RjvhCCQgjiGjCyJmP4zXw08BNCEH/c4zd4pD82lv2zJvcZx3Vg45zGGO7RB/hYIwkJlwyj3CrxPIQgYJRCPDIHvB5C0P88Z075j76cMz+Nc9bgnP40aMVvGmuGEKL8cV5j/VAwXjIhjZ/TnRyfUCFXpSywTZaV8TFNEqVJ6tUk+IV9s398Fc6rHQtAI+Q7tT8AL3KdPaKLeLDjlH18vl4xaB/itM8H+gdVtq9ddlySt7y2NjdrpvNLBcft5fKEys5vJNYHzBFC0OjYiHX9aeG7shY+DToKXjiD+2yEjzecKRAPWHYyIaNGx+RpkvG9iu3ulOctR/7NWZ5CCAJfNOgVQoh94CP5j/XL9ovBP+twnb7skcY+4VH4Ax4AJ8xT5T1wnqaJ8GX551OwgfSZP79N+HEdHR1CflasWCniAfaQgjvrsYLxWeMjDzZX2ZeQ4aqrq9c8j8X+cp34Hh271TYZ+cSHmW+9tXDhQq2yv4JcsjZrtTkHA5zAhj5mvYttp7lGTpE3RkdGRiJ/ofuneQadiQ+D7338+PH48NjOnTvFb2wCumDv3r32U16KuRiugyfGMTd2k6P8x3Uaewwh2P/JifNp/IJj+BO5h8c8JNIGmLkO7jmHH5AfrtHiHM43ADO/q+wLF4y/QlW1dUwhrjHooirw459jN6c/hwzs6CjWRL8AP34ntoqHMPd4b+zluH0SdBU6EJ6jCIuP0Gd7Bn7w/Rk7bH3c4wIa/An88Eej4zF0LroHvxx44T34A7mD7nPmzNYS5+fIw61etdrx7JroGxQsm4sWLdTy5UvV3j7fMYJzE/bbctafrH3APgdwsw781NzSIr6C1NLcokwmaxkfdzxRsR0ZsK85Ge08sKTmy4zjsSRJxG9gq7IOACZg4zrwhxAi/lLzJdfA7zSe6Zf1HIwJIUS54h59oVHBuVP6oKPRBdAPvwGcHzhwQMjvsPMg8B36CRrQwB3XOWcse+O862SXjh45ah48oN27dovPhI/bBk46989e4K1x29cp80JTS7NmO0eZZHKaqkhcy9m+hYB8l53/nrJIJcYReiFY90ol5xqAEXjYx7ht0qRzQ8jDNNzADJ2hOXSGd+AXGn4RPvyzzz2nvfYfj7qAu8/2squ7R/3OY0IvHgQb9zrwOmuVrP/YK4212AcN/E0fp8+n8c/YCJvzpxV7SfH32NjvbSjzcm3M19gHv8Ef1zjSGA8/swf2BF/Tn77QmCO/iTOQRcZyvWLcUnx2CB/5IpvLCf4Bv4yB9vDgPMfeHQs6tNS5mEXm65bWVtUXi6py/q7kPPKYYedli4x9uozn4GtXE77OPKwDT03THjxM7z2EENdlHVoI0K4SeY99gUPgkP+4D//B18xBK1iXIm/MzZz0ZRx9wDPX0dH0oz/3wANzkWvF55/r/B96Fj1MLIvuXeT4Jp/PxbgePqD19/WKrzMwHvyWTHd4Cz6ALuAe3QLt6RNCEPIOXGbOGF+is15yjpJYkvwr5/Aa8wBz0TjFp5/f3hZxnTAxSCg7YS8zh1zwmZya0KSNaZpJrBDzAlAQE0KIxg6DCQAQ2XiLShdkhBAisjmngQSACyEYvjP3QBSN+yEEwVi06flgHhiN31wHNo5cL9lxZT7GYygamxrFORtjLZBPPxgUJNFKThTAIFNmoCkbZr36x7z0p3GJeZkjhBD3kLdRAEauTXks/ac8nlaG8SzoJAMHneDEqS5bqSQeWzHD05c1mZMjjIFxhlmY090iPli75D1BnJLhnPLYMSuRsbFx46UUmVTQRIp4Z23mpnHOeOBjTtaBHrTpexz5Df449zSRVkkSPGvZgdS4Bp1ExTCfPn3Kyn9UwMp8tbU1McnG7zRNlM/n49jUij2EoEw2E3kjl8tKNhMlB64GWBXjBrz3O6E2NDzgfYx6nPtb8SdJ4vPEY9PoUE3PyXWECEEjeEJgFjrZC22n9zUwMBQNQNnFDJRJxfzK3mgUUyu+yB5xpDAeCB8FHK7DE8DEk0L0p4VgQ+Z9cEySKrHPEIK3UI4OKwocZT1mpTjmIJL77Q7icIT4FBICDT2hBWucwVmtCxT96jpxMr6lk/DWbGlcU3ZYwVE2k7pAWhedOD4jwf4YX2fHjfEIL4YCeo268NXT26M+KwV4HcdtkQ07OCIphrMGLLQVDkrBH3Ag4CgdcGA7Jo44jVwHXvYBvqEjctZtYwNuRoZHve8x02s84iBvJQsOF1lRtdvxxCk7UzCcKdbj02gkbNIk9ZgJmQWUKiiTJMrZ2UjTjICnbJ7OmUdS843MdXkX6xqdjJs7d35MnjZYIQXTYsrFXfrKf4zttbNPMNx5+KhGLA8jTryPjo6LTzrw/fzJiSnDO2rH8rh22cH88Y/v0ne/e7ueevIJUcRjTmQO2TrlBO/AwKAmLaNVLio129iDD+CDBuCU30maWiYmDLciDhg7ODyoYHmprq3WuBPotPYF7VqydIkKNk7gGHyjVNnjpPUCOC9bDiaswHPeO3ju6em2vOTslLVplhOmFfNvxTp208b1KlTnLV9ZJ+IblaaJg5xJjdkxrLVTum71Wq1xoXKBk5qLFy3WErcJB1w4lSMOemtcKOgwPIvMG+1t8+PDJsE6HH4qNjQo6hXjdsCJ45BWlK/Kqcuy3u8kVsEBwoSp1uSE/KLlq1Td0KSQySo4icmnI0p2NthHmpoonrOx2BBhX+YCwOIlC8U61dVVluVUvMX12OOPKTH8vB1w6eWX6azNZ4u3BJEVkv0vPP+iRkfGNXfOPKkSvNeM5s2brwVOkBeLTdY3RRvEMR08eES9dpT37T0g/q3J8bFJJzL7nBDsUr8LeflcQWdkvdqJ3RYtaF+ohoaiBpx4GnURfcpyV+/EyKT19bj16qjl9zwXCwl0oEXG/Im8QKc0naZ5JeqXfvMJfZgfealYr4y7yBtC8Nr9Z/hDsq4cizAkPkdmy+bzgh3iPsPd74B1rwMBnH50EHJCnxCCx0xGQw1d4BXoQiKbwIgCI+fYr2effTb+m3C79uyOycy+wX5lrYN7B/psmyuqMy2YNyTB/HpGZ7F3eBZYhoaG1WQ5mzWzVXt379LOHa8Y9yNOvnXF5C5O8oid6ZedxNtv5/q88853gaZaFETQB9j7Pu+DgueIdeD4xKQGrSOmjI/T5uV+4xrczrHTzNsxBJfoKXCK/kLPsL8h81kIQUmSiYFFqTSlEeNzyPLcZp6msJLN5WIy+fCrBRESfuABJ+bu3/5ODzz0oHBmhgwvfMFa6zdujA7MZZdfqfe+7wO64MKLhQwC+7hpPm69O+i1hxykIqPwQKG6IPYFzad0JrjnHDqj32jADc0T67HSxLh5NDXsiZiHt7budwITuv7iV7+UgnSek4Bvfutb4jlB4ne+8x198Ytf0C9+8QsnYfdFWst/TQ7q8qYffHXKydE2y2qH9WqVeYYkOLCzLolP4IaPcNzAYQjBdnpIwJaGVFW5all9CHy3tbVbd+SFE52kqVI7lZNeb7+TgTjIvDlUbLZsNRbVaBjSTEbFYlGjpTEdOXo0fq749ttvdyL5oEJI7E9V4wKK/Z883aXd+3bp8PEjOnriqA67Pw9VjFkfb9x4lt7t4jLJbeCCPi+++KKSNHWRpCT0R531D3wyap9m0eLF2mCa8fYcumkKfjJ9sLHs/YMuDOD0b3fRdZsThqecnF7oMRyfd9IeGl7tYjE8T/IBGZuwfoKejY1NMluqz7rBqk55B/Knu3vV7cTquP0rbBxyQWLpBc/FZ69eev4F66y9mrK+Jrg8efKE3uKiyZWXXqF8pkr8W5ynu7rVfbpHBJI/+fFP9PX//IaeeOxxkdDgU74tM1r12te/TlvOPy8mhBfbVtbX1Oq6q6/R2Zs22S6OG58FkXDhoQV4kORKh/2IdrcQnKSybsqbL6A7NrXbyYBgHII//tkEihSnnNjP5wsunlar2fyht/MAABAASURBVIF6rQs42FmOkw5og30i9AV0Ra/hRzQS9Fuu4CkagebQq0ElRX/erORtPvoTWDAeO4avAD6gJfYf3mQ8Nuugi9onXAxNFcSaZdOwkMs7CSgXKHy1oiiDk7Z9zIkeoOgGcZCt5cuWi2IzazIfsgfvjFm/0LiOXuSNvoUu3Fx00YXCXu/ZuzsWaBa4oJw1rnpM17wTHe//wAf1mds+pzfc+EatXbdBOeNovDSppuZWMTd+Enz8uO3SV7/6VftCNfFNzC1bzo1PsD9mX+HlbdtE0uujH/moPvqHf6iiebaqUFCH5QpcrHNh953vepeucQFnoem7xAHqmnVrNdsJmIMudr2y7eX42fFd1q9TtvfF+jr122/rto392tf+3YW6A/GT29AEvUxCiWCPfZdNN/i35HHohX22GT29vYIO1113nVauWhnhAf/sg0TCqVOnXeyoETyDLHRbTtBfJJfQn8gGCXUKzfgI6J3169dHuqBrWAdZyOfyCiFolgu5FFU/8pGP6F/+5V9iIZFPwl177TViLnjhtts+Kx5SAS7gPupiOrSiwNZj3pyyHE5axmtqqlRxEQvd+sxTT8avr9zzu7stL9ujT3bkyGHj/aQyaaKkLDVU12vpomUuwo5o7tw5Oufcs7R27WqFVJHu49bjlSTVsHm8p29AIclqwgnmYdshHlx44P4HdM/v7tHLDnhPuXgFnuCzB62jFyxYEP3QvBOrZfsu/NtbL1jmeTtx+7bt+t73fyAKi57Ufke98KMvufRS0/ka/fM//4v+0LxwySWXaNB2rmQ4SKaucqINXBpxQoeVbfPBZS6bsy5uUmLd+ud//udqN+8M2nbWuriBjzTb/h7yiB9Hfxr0QSeQ6J1rGwpuoSc6ALmcOXOGqm2vltrP5AGRJEnsG41Ys0sbrUcL5lGKtdATW879NidtwQFyRwGryrYFueZttEJVtSjOPf7Ykyrkq9XfNygSToes0xcuWSx0I7h7+aXt+vnPfqkHH3jISTCpaLuxyAmZ+4xrnvjv977KIWjMPBuU0bHjJz3PMfsqz+kHP/ihC4336Ne/vts4/GcB233336ffmQfgT/BIw/6dPn3aPl1PTAI/8cQTooDM5tgDOoc9/Od//qf6HF9j7//0T/9UH//4J7Rw0RLdc8+90dfjTdm/+qu/Ul19rXiw8N3vvlXjtk3ggxiFI3zKvDXV1QLfHzFd4bW8dePMmTOFT7hs+Qr74LXi7fJCda1yac6826NiQ73a582xj2n7WVerGsdp2CrenDxr82atWr0mxkIXukAOjMwHHbe4+AU/8RDBzTe/URS632zbgt7ljXP0zVve8hZhE+uL9XrJOmjf/v1qbZnpGKUcixYUbdEHDcXGmNg95uTgo48+GvEF3fGPDtrGf/nLX9Y//MM/GCf3RBz22f885uRzCEHYGHwJ3tIFx822HcBaZb6AX3LGATaUefBXv/GNr+trX/uaE6b7jfc+obO2u8h8oHO/C8v7NTwyaPyOadI4rjiWShSUhkQcu03PYdsX+I414RN4ETuAnIQQxHVsUK3x2OLEc5oG1TqGqqnJq6mpXpkkeP5h9+u3ThiS7OQsWNChdvtKNTUFLV++TNe5UHyr/Y6b3/wm3XjzzdpsXDe3ztKA1961d786jxzXwWMn7B836YT9rJLhnLCNZ81WF4vKDlTr6huUsf6bcF7nkH3OJueRFlm3oyvmzZun2XPmaJZ5Q1ZEE9Y3/c49kKDFRrFHfAYDF/ULe8Ou46eBU36D09jX/irHEIL9gKrov5E7QwbADfwJLdDlIQRxjfGMYb4B6x7mCiHE2CRvmKEv9A8hRPmBz+G1jo4ONZhf32VbBd+laSrgwdZAWx7O4Df45xwZRJeHEAQfsDZrsS7wcA8aov/xqYFz0vaea+yXuYA1bx6aNI6ZY5b1HPLEPFN2xEII4g89MGkahBAEXPIfR9bg6J9x7/QzSxlXhd/DBK4Yyz0aaxKTcg2YgSOEEONczrkPvYGBPlxjDfbEOWvRGBtCUAiBn79vIZz5PWH9NmG7xlh0fQhn8AQfJUkadTHzp8ZzCCHuK4QQcQ4uwBfj5D/Wok3ZXqDXwB99wF2E1+tQ1KI4Um29PmFbKvsGFfevGI8U7CcdM9GffRAf4s91Ow7D/iNjwAG8/IZe9CFe4V4ISdQhDQ0NhkZRd+7ft0fPPfu0JhwnDfT36MD+vY4B9qm7uyvKX3f3afetqFhs0EzTFV+I8QXD127fFd+Ka+yRvWEfsV/TjWvolUMHD2nIfFxyvFeZnNAkBRfjNmO8AfOk+QIcQNtcNhtpPz1nCMEw/N//QggKISixLZT/WCOEYJ05+Xv6Z7M581JZ4Bg7C7/Ds/hB6N3l1vXo4TVr1sQHN2564xvFAyjoZ+z9ipUrNW/+XLHHxUuWxHwKD19DT2AEB+AZPlhometw4WLj+nWaYX3W3t5mfBV11llnCzsOfvAXyBfykMgy+47IKXBRMEQumZf9njx5MurbEEK0m6wFflgHPeHtxv/QCehl9sUR+SbJj2/Inp999jkdtY/OOXPAL8jZNJ7BGS1JE7F2/lVbwDUWoC/XWbvaNhPYcpZx5gkhCFrRL4TAITbGgpOS/aTpI+vR4PdB55jRaZzjkxLrEEPxoPWgY0Byrfh6jAdujsB+/PhR7d+3X8eOHbVNPCXGMz9zob/4Qt+Pf/zjaP/++Z//OT7Ijf0BZuZgXmBoKDaIh0jGHWcAP3JU5TgCus5obVZVPqc0ScxD48rbh6tzrm+BaYstAB/oMv5tbvIzLzz/vOXmWW2z33+y67R1es4tG+Hrte0FPnAFjGVk2Biqqa2J+mzS9mbSsVH0nxyXDjvHR3/8rhBCpAc4R8YSwwMOuE9jH54q8v40vied3yqjIxz80pfrrA29gHv6nHvoBPiFBg/Bg8yHzgFXnLM2a6E7oANzcI354MEq+6PYzGwuJ/gY/q6x/cbeLLC/3dTU4rikYJmZKezpeeedpzb7pI3OO9TV12u2C2GzbFsbnX8tmLcqzgH29w+Jh9zh/27HMsgq8MKD8H4IQdyDv9kf16b5gP7Yp2edK3vkkUdijog8BLzFA+Tbd+7QK274lkePn9Bp06fkvDEPvybWNfBJtX30TC4r5AFc0lgH/NOQA460EIJpnVEm62Y+AS/gp7auLupXYAZnjAdGGnsBt8wLDcH1/9vgFfDNcfreuH2s6WtTtgHMOWVac33EOQPmppVskxk3ZF+Dh433uZC8b9/e+NDVKzu2a/func6DdGvSvFfl3HddfZ0Lqw0qeN95x9C1zgHX1NZLIaNyJfHe8m4582veMU5Ok7btE14DvgAX8Es8Gn8F2wL2DJ+BS66HcEYvAG8IQeCNe3XGEbSjDziZbvRjPHRgPvDENfaE7YLu6IhJ2wn5j2NXV5d13NGoL6M/ZjkoFGqEr49fOdd8ttS6G1+EaxVVHMuUnWMc9n4mbR8qgs/wg+AVGrqk0/H8UfvO+FjIAEdg4OWNY76OD/jkM0/rHsc0jzt3cMjx7GnzLA/e8U++JBU7l/L/p5nEDmZGMNWYDR5AszEIGMIZBKWp71vI5T/uTffhOI2cko1zCMGEyFqw8rHBdDAZiAWZMGCNiUnjHg2Ecn/6HCKBVBCJ8MM4rOGlo7HhHsiHQByZk7kZTx+ID1zTxxCSiETgpnGd+ThHsYA0FE4IQcDBWAwWjARszAsWcGrKdn5kpZgmiQPe6qgEYRhgmjLz0Zg3SYLS9My6jE08N/OxLi32NyMgQGMWnrKFhn0Cz7AVLdcnPR9zAe+oC2zcG7UwcY8jBAdHnJesoJmX/jT5L2vBz5rxgR8apGlqoZHG7LAx14jnHBzq18josEIi0ysnknIEnxgdxkxZECmuIhAIkxHp7U85uVdwMCWV7SSVKKa6iFF2X3ig2kWevJ3/JDmz//8LTzY6THV1tVEBVVtBU2zB+Vi+fLngCfDCntgbtGfvXK93EBRCEHikD3th/kkX/1G47KfXiSyEhPMp45Z+4HTSwsi5rMC5/vvfkthjyY4Aa47Z4OIwtba2Ghdn+Deby6pog0ywzL0x02rSdMln86Kw1e2k65CNQsFFnmyaFUUvjEmVEzlpmkQnYNQ0Yx8hBHGksS7zzWydEXkIXk5NH2gyYAeE+3VWQgbRfJSq6AQpT1HBpxhFGoYC5TLp/bEv9s0+gb/BBgyDR5CDHPc6UcecyAt9aCGEuP+KE6Fl81/FDkAIQWkma/o0uNULeocQVN9Q74CtIcIq/429iiueim62IZ2yoRpwQnvUya6Snf8kCaLP8OCQCMQq5aBsJidga2xsshxXdNTJGOhcNgBTUxUNeeywi6Z5K+qS6Xfaxd6TVp70OXW6W5xD62PHj0UjO+biWW9vt045Gd7bfcoO0Yh5shx5EkULTaF/kiQRbuA5dPhIVKbHnKAAJ/RBLqHR4OCI+py46+kd0MjImMDH4NCAesxX4CuXz/n6SGwEDvxGMQfvtcYB/4R156mTx1UyXMBGQJGAq5FhjbodOLDf9C9pvp3wXs+J88ebHjNaWlVjWei2cmavGISNGzcJZ5zkTKvv57M54bRs3nyOSDY3WB6AuWAjmbes1VqnkrQjEcBT3bOc8IUnstYBNebFMReG+xyATZlXmppa1T804kTOK7rvvgf15NPPaP+BTu9rVBQ/Bmycx92vbD1HMDTqsTzpL9sLkg9t7fPV5iTHIhdxgbWhWK9cPqu814Eft2/fLp665LOoO1wgCSGIAHD37j0adWBVXV2rqcmKi3x7bBiPmz/KGhkel5dTU2OzZTx1UDdk/pmIMEGL3t5+O9bH4/VJyx8yxOcuxybH7TCcVqk8rsbmooO/Gca4BL2QL+gkBcEDeTvRGTtCtbW18XculxN/8AjHPjtcGHBkC51TMB/SB/3AfKnls8pOyKRxg30YNp7gKewHfUi+Ahfzb9ywIb75dvlll8XgClk1GqK84fjQr9mOZb3lFBh5wjiTyWrDhrO1dOkKzZ3frvMvuEivv/71uvyKK3X25rOsk3LCST333HOMxxGRoD7lolfBBfmGhnrLa52LBrXxc029lnf+HSvekuNtZgL1rG1BVVWVgJ29pOaNJE0sVyfN931x7GzzTZrNadR6rt1BBQlCcEP/Pic39+8/IPT5FVdcoS12mMHpCy+86IDitNat3yCSofBBNm9dn89r1IVd59iVTXJqbCia/yfEfsEbOCEwImAC533GP4lCCgPo/iN2YmSkHXGAmDMtyiFRo2Xhkssu1zvfdYsoVFWClHofJduejHX1hO0R9Km2PIBbdGjBTv+IC6vgPOs+zB3fQnFymL7oAPAFb7JXGg+PFAp52/i8i5WNWuJk3lvf/jZ98CMf1mVXXC6Kf4whKEYOc7mcSGyBF3RuqwPs6fXBN/sFFmQUp4+xyCdj4SMCTc7RJ9wvFotRTzGOvtxHl5JUhUczmZyLC5PqMc5xEADuAAAQAElEQVSOHDkq9osexrGcsC0eti9WW2wQb+jm8zn19fcqm8uo34X5snVrxrywcNFSZbJ53Xf/Q+rp6VWfi5CTTnbss1Pea11RbGhQ3vvCNl999dWitTuZAi6PuKiCrMPr7JlPUSdpGh1X7ocQ1N7RoUVOVCI7DcUGZSx76Av2++Tjj6vKc8+38ztq2qxavTomOJjrTU4+3+RE9Idc5Plfn/iErrjySoFTHoq43LS/4PwL9a63v1OzZ83RpO1GLl+lavscBHaswRF7nVjvs9buXbu1+5UdOuKC4E7rpkMHO61/JpTLZfXAA/eLz08TLO+yfnrevPzU009H/bXdhV0CNRKYJIyffuoZ7evs1E9+/gvd6QLr7d/9nr7x39+Mug1Ze/qpp/TV//MVvemNb9If/dEficRBleUNmwVc8Bo8iL5Jjatay37RwebVLtZ9yIl+Cs7oHORrlpNYJMy+9a1vqbevV4ylcDVoGUzLiSZGSwqunPPWGfskcGUtZIv5C4Vq8Rse3Lr1Yiesm6LuYM/Qd//+/TFJy3r0+9GPfhTt+2IXsa80vmssP1nzyJR5BXmAb5Ft4GKt6euMBV74lbngcYJneOCoEyGPm84PPvigsMfwCnMBHzDD24yF7w8cOBB1w7D1xde++u/613/5FxWt0z7wgffrj/74Y2LNUy4mnrPlPBcxVolEOA9a/Okn/0z/9KV/1m2f+6z41O/3fvB9feELX9D//t9/oy9+8Z/0jW98U+gVHrK634EQxRhk9ZyzN0f9/K1vfVu3ffY2fd6FmdT8ee6556q6tkbw/AUulKxbv1419lerqgtqdgE9ZFKRVMjnsyrkczrfxdmKdc/prpPqs8wcP3okXudt7Xe84x3i352mOAo/QhsSezw8Mzg4EH1D8AaNwPvMGTOsR09Zv1YU/D8eRqjYNwJX7ZY7/OTEcsW1EIL441NmT/DvR7swxkMVb3zTm3Sti7HIU3v7AlUVatTlxM+U7W11oU6N9U2qmG+afJQD6N7ePidYByOvHj162DxQZ38z2A6t1Wte/3qt27hJS1es0GwXGuS9j9tI796/T2k+VfeRkzq2/6D33aPOIwc1aht8yEdkrut4l97yppu1bNlSzZs3S3nr0pJjJ2Tx0YceiXahynI73/NmPW9pfEQNxRoXx6pVU1vtY52STE4FB/tJJq9t23fonnvv129+c7cefeRRhYp01L5clwupFP9rzO8P3v+AFnQs0EuWYebutT+ac5H90ksv14033KiDhnX3zj1qqCuqfeFi1dc3ap7trBzb1jY0RF3a099t2zqs+XNn+zhiWkwqeLER+2/QgXnHXeA9fOiI8ZTRcy++FD+je+zIIfGm24njR7Rk6VLNsl47bZ16yn7pdic2br/9O/HhlfvvvU8kRRLbsiH7mw888EB8S5WC4QsvvKAa2yps7ujoqPZaH5Hce7PxSFHu1ltviYkSfCt00tatW43fZdHuo2vgK/wQHtogiYsufeONN2uB+UCVVOvWrnffoo4cPa6du/bohedf0vETXdpy/nnaeNZZ8eGgszafa3s3wzwxYDrU6CxfX2QdTuGm7Pjg29++3cXWh+0zPhV1ylvf9nZ97vO36RN/8sdqsT8za9YMwevwOXrviSeecqLrGa9bZ/+8JPh4OtExf/5889kG2FjohOHhIft8YyZHKvpcfvll0Vfm87h//qlPaYGTdn/3d38XP2+M3kFnTNoXW7igQ+h8Hgwo2E+YO2t2nK/LsQO2F12BLn/x5ZdM01FlrdfKTk79/d//vYvAP3ARoTvGE1zHH5/rpN9ir9XcWFR1Vda6a9DwLNKipcvVa785W12tjP3AIy7c7T9wSEmSxr3hW+ez2VdluGz7khN6koQ39Hri8SeE/UbXPvrE47rtc58TDz1d97rX2ndt1lzLAkncd996q2668Uat37hBGzZt1NZLt+ojH/2Irnvtayzb1+r91ok8zHSr+73vfe/TunXrIl7BATqGfbC/+fbRP//5z0d9uMV6DXzDWw0NDQJ/6B70TntHu17/+uuF3odm8CQ6G5qAQ3x3eKvbBcpux2GJgnXIlHgDbXxkVOOO2youPOLrTTn5ViqNWW6mIk3Qtdg+1msoNkQ+IDauddzSbDjqbGd6XIwtT5XUNm+21qxcoeXLljiOXqDZs2aKN0fPMh7WrF5lPm7T3NmzI0/AY6vWrNXlV12tt779HXrPe9+nD374w7rp5jfZP7tSbeb5duuCBYsWq9E2FhvTPzCojOkz4Jh0eGhUe/bu05NPPis+BV9yzArO6AdDomPxuxodd4O3bC5n/+lMk3XvpO1i2fIAv2HTB10YYI+sxX65NmRbhj83YhxNuT/X6AdOuQ5+kVfWg4+HXBQmBuRhA2jIfWwmfL94yeL4WXRkm/4///nPhSzs2rXL+r3LPJ2L/AZexhybz7L/QGNstfl14cKF0TfnGnOy1oj9LtZFVoG5xrTgGELwfFnLc0v01ZMkUUiC8N3ow2/6sadgM8TvY/bVSUwyZ9b+ONeAEzyG4E78cOM3a7LvEMxHr9q3NE1FL+6x7zNzc0XmpbKYL+94IuMYKZPJeCZF2WIeaEZjjmrLP/fhO+6Bcxpw8btsuQ/hzLwhhDiv/scfc0BH5qAvuCRe4AgMUiWOoR97oQErjf4cmY779KcxV9b7m76Onhh27IgPBt6gN3QnBqJP1jw6bhoCtzGvfDankuPmPudD+NT3Y7Z/fDkjTZKoz+iHTMOL+F+MB46ceRbah3Bmv9yj7769e3TMdrrHseOQ44FsNmiGC0t8xaHs+KnF8gJPIKc5+zjkMvocZzAntAHO09YDwMrvIe/ltGUYnqYfeGBd1k9tW6EpY8EJhdQpxxgUVrPmqdSgBfMA80BD+jJ+0r5CCCHiGhzq1T/wzW9wCp1anauDJ6fIX1XK1vtjKjm/SW6R+bARxGjElAcPHhS6jBwh+SR08rT8HHE8QzwKD3P/ORdp0Hm8oc5v5kF2kzQVeMZvYT+8bNFqu9dhW4at5Asnra0z1dbWYfvYbBlq1TzrdXQz+ADW6fiOvYAXJyvEftgiR/bPOfwK34ITfsP/XCP+Q4dQMKcIQEFp9+7d3rtzIc4hwVvgk7HMhX9JYw7mIh/H9TSTRjkPIUQZ4xowcYRPmAP4Kh7IulxjPPvwpSh/0AI8MI57043rXKNxjX2R4+A64xuLRXGNOcEhfUIIUYclaSLmLFRVxT6sjQzCX9MwIY/wXLxnXxq6EqtBY/gC+Fi7sdioNMmInDdj4AnmZl36HnXs3G/ennQOeMAxcr9jrZ7Tp9Rz6qTtW6/6jE/i5ZbmJhWc3wohCJvAlxXIw7XZf0TnQlPiHr6itWHjRhXtOwTzd2IGB4fsFbmEhrXWs+jlxYuXRJ2OH7fRY9DN3E8s18Besa6CFoznyHUa5+wvhMAh0gE8wJ/IJvw6rVfYM51YG7ynaQq7nYknbZPO/K5Efw/csj78zTnzgcs5c+ZGOwDvNpvX58ybq6z1AjmiYmOT47GV2rhpk9asWWN+bzbvtwl7M39+m/L28ZMktV9bE/3CGTNmqr7BfpVxMGCbecq4xhYhs9AEvqbBu/If9IKfoT06Ej6hP785cq2npyfGssDMfR6mT73P/oEBsUbfQH+83+2cK+fkOMlvTnl+cl0l566nrIMqphd4j/loxznAw5w0aODuSkwb7nNkDY5cDyEI3KFj4YVG+w3Y2djHsNAP2KAH8wWvBU+AX8bR6JOEROhI4GD9Sec6J+1bmRXiQ+rQmTlKrvfIf8yfJonNUiXKcL9jHnigs7NTBw506pTj0lHHLmXvJ9jCZq2Pq2xHc9mcf/lKSD1LotJEWWm2yoXWelVV11peSuIlpmH7LmfWCjG3M2l/G7hoIQSxh5ztDI1z9pB6v5xzDTsATuApzjlyPZvNRnzFfj7nN+cc6cM84KnbMTV6mjwCcc9252/Q0/A4X7Drso8/aZuF/SM+Xm9feJF99zn24aPenTlLIYTI78CF7LAHeIf5OQcemhHhPFhPjAXw/aB5zrDRp9c6AhuBLYnr2hcedb4fOs+ZPUdJyUYNorEJGoStspPLNZBVsoJhQhbJW3i4z6L05TpEBSD6MoZ+U04sTFlIQwhRMYIcEMN9rrMh5ql1QhsEIKD0YV6QWF9fF5O69KEvG4nNxhWhGrEDyBEhy1tQ69wfgzrDiQgcABiZOfNmGOZlbeBlfs5BZvZVZw+YuAeRc7m88p4vNbNls5wXTITExiYfA4+CHVJaxsgNIVghlaMSYz7gY2+0irmea+CF38DBGjkzXJomccyE8Q4D0G+6AQsOQcn7nD4PAWZnrYoT4MNuQ9FgMu/0mvIfa9Q54cMaXB8aGlSfiT/g4GHi1fmAAZyCm0KhJgpB1nuhcQ84xswcrA0+6uvqotEg+Kp1gE+r4+ikSN7F9/q66ph4KTbUq7WlyX0b1GJFW7TxSizcKBxggYeAgXPWMLjKGP/AUlVVEPcxitwHFtYvORE8OjoS9wu9UeqTVirWd8rbwIIno0bwS4PXnzmz1cnUatMq62LLYFSc4Ci1UAML4zhPp51wKxbpDF5DCOa3JuXNL/Q5c112Usc9Z61ammcob94YcWC0e8cubXvxZZ06ccoOW0m5bM77blSxWDQuGoTD0uAAkYB2zMEZa/MbfIYQZKZRmiTKGI40TRRCiI3r7IWgbeOGjVrihOZ8F9yYZ9A0ZP99NvKNTY0imKIvDhWGBKFHDsFdnWnGesgWBp4jBpr5U+MiZx5kbAipYcjZwNWpulDjY03E3ZTxgpLhTWWMXJcdZJ76TQwvfEMwxR6nrFDra+vUUFevWTaOy1z8Wbx4qZ3HJi9VMY9PGn8jAvYRK2PozDjWzlm2cDiYq8ZzwIu1TpgVqmpUqKp2sN0QW2NTs4/1hjNr+atRs3+323Hh7cxZlnV45LATWCXzbLGhVrPNA6E8Kfixvr7WtKsWdKkyj7H3mupaTZmHSKrmnXib5YRLdXWdsrkqpaZvJldwqTBo3EbKIhzXJcAGt/At/DTionjZDvvcuXO0aOECLehoU9mZyYGBPiH3dXW1Yo91pgPHjo4OLVm8SEuXLBWfqwuSeSmnZUuWODHQHvFOEv+oE6EnT3Y5KdknuehcV9dg3Zl3MWUgtmY7csD+khN3GEkMCHJT73UwjMA04oBGDvRaHFzIvNXnonCN8RpC0JiNaZiacCK1XvwbKlM2PomNeZ3xn/j+hBMgSZpqwvgZHh6JOKgoeG8V4yHxdD63Xk9CJb7duNsB/PETx+ITfwQZ7LXdyYuamlphyIcsK+joCdsBZC+E1LI8bJ4Yc8J8SlxLkqzmzZuvmTNnW3YafX1CeSc+GxvNQ2XF/R9xEa1UmjT9qzwGWDI+lq0Dx6JxzOayyliX1LmYy7gxJ3Em4QHLI/IMDBUvhoyAM85JFg06mTJiO4JeQhahF3qOhH1Nba2Qt3Ynr0OAk0JfRwAAEABJREFUYjKP5BTCmXP0D/0Zhzzh1I2aL+C1inkDWec6hQTeCoiJX4/lbXTgmZwsadj06HPS9mDnPgexLWqor7cuyWt8bELPOIibdIFo5crVam/vUOuMWWposI5pbNb8ee1CzlkbI57Jpubzggb64ZspHXdA+OB998ff7CFN0pgQzWSzwlkcdYBeNj4mTZckTdVumm3YdLZ6B4ZcZBtScH8KiiOWWexoCMF2pN84l7An7OuGG24QTjKFjYcfflS//PXvdKKrR+tcBB5xkrnLwUeN9QJ4KBsfSZJ4fMWcCd3GIx6hATgDj+vXr9dSJ5/nOxhlTew4/MQ96LF+/UatdKENOd58zjlatmyZZttRKlomJj1/xvSf8lFJMN+OR16pso0AR+D7+IkTkY9rTVfoDU+ii5qbmyNc7ItgCbxCYf7dv6PWK9k0Ua+TDf/9jf/S17/+n/rmt/5bFG8K9gPQrY1OOBAQ4bRtOXeLSF6T1ARHrI/DhWyTlMT541pcwzgl8MVXsTrQaetYZBl44CFgS4wzGnvtdUIeJ7K3uy8WmAgcWppboy577vkX9MILL2m/i4M86RvSoBYH8jW1NWpqLhpvq7R46RLNtx6acOLv5OkeF8lLGhmy/IxN2WGeEg+v8Mntf/u3r+oHP7xDv7n7t8pa3y9xoMc+oQe0oAETMLIXjtAMvHKPfSNz7AvcoyvRRSFNhNPZ78CmZL1z7PhxHXCxlsCr2TSYtC2hwQ8cmYfkDW+W8nngx12gvMOFvqMe13XyVEx8kuwFby0ezxMYLzz3vP7j379m2/ySepzkOW69wRvEe1302b7zFT3/wnM6cuiQDjmZUmxoUJKmytnegzMKUGvtgGfNM02tLdp6xWWaknTIyUEcZ/Rgo/UJdvmWd92iP/zIR/XJz3xG/+uTn9TWyy7VeedfaB2/VFdd4QSueZgn3ZeZn3lbibfKwB+yMO4EDw0eYJ/YrxH7OF5K8GmXgwKOw9ZL6IcJ69tVq9dogYs+27ft0KMPP6ZhF1/uvOMuHXcRSQ4A897H8MCweLM39TnO/lHbEnRSvxMDrDfoRAO+ArK1bds2Fw9+KHgSPkK+OC5ysYSn84eczOVTXCT8K9YT0AI9A43nujgE3bGFHNkX9ziH3lPWKRRCSYLxBDdvTXXZplGcvMYJb3gDPfyrX/1KPGAD/RgH77MWeOH+j3/yY73tbW/Thz/8IbXZBypZp/f19cQnzzs7D6mvf1BV9kMXG8cD+Ln9/eIz3z+8606dc94WF8kWqN3FAXQMeE8sb6xVMf8DK3p4/9696u/r02nDl8tkdN6WLbrqmqvFF0BWWde85rWv1dXXXCMejsAnrrLMh0yqPgflI6bjkhXLdfmll+iiC89XQ32tli1drPnz5kR4z9q0Ue0uYhDYQZNpHw27WCpNRP2HL4WuAbYg21Y7HHXWmWkmqwbbvx//9Ge69/4HFUJq/V6rbS+/Yt+yqAHr6e9+5/v6/Of/2jjcpRWrVumSSy/VLS6qUEDl007QatxxGw/sjNkHlYL15VydOHHSRa2n1W35GPce+FTr0WOH4zWS8tCPZCA6cvmKZeowDvsts0P2K7AXJCXyTibNdSKFBzeILZAf5PlXd/9G+CUkJsE5vLL53HMM74AefeSRGKCmIYk2m38n8QUXDdHL7B1c0ID5t7/9rfe1I+pl+Ayf5oc//KF+bZ5BRv/kT/5EH3LBpKGhQfOcoJw1Z7aee/45PfLoI3rw4Ye03kWXxHTaatpwPHr8mHqdaJH/sGnQIGdfD93d6UTD/fffr3vvvVejtovAje3PmgbohmHLwqD3j+6GhvATeIOXCORJtH7bhUViA2i91rJK8q/V/hf+7RzDt/HszfFBCPQZybILXZzf9vJ2xw8ndbjzoDr37texk8ej3XrNa6+zn5FRJslojwudC+zrNti/6z99XPlkysXjScl8cqOLbLlsXmeftVnf/+Fd+sqXv6K7rBP6evrUfao7tmeefkZ3/+a3+tUvf+0C6QW62QUmPnf95JNP2x+o1Qc/9GFddtkVWr5iZaTbd77zXY05WT8wMKxHH31MDzz4kHbs3Kn7jJ9v3f5tF5ye1Asvv6wZs2fpoy7qvf2d7xBwnHve+QKH//iFvzfdtvnaG3SN5Wbt2nWOi5rNealOGSZw9W//9m/x0/YPPvigefGEt1IWCW7ovGbV2uj/jZtfc45RmiwDfI4a+cmZXrfe+m597T/+Q31OvvWaJhn34d+S3eICYXV1QYnt3rCLAnXVNZKT6mOmZ8FFlYZiUTn3zeZytofNlqXquCY6jrUvueQSXX311YJf0dfoIZKQ6Ene8L7nnnuU2BZj47u7T2vXnl0atm+0f3+nvv3tb5teeRUbG3Xi5EnPMT/anuHBIaFr4U/G8tYM/04uNnzZ8mVKrafRK2vWrtHChYt03XXXasQ6v7auVlWOVZBfEvo8VFZXbFCuukqJfZzUe+Atsc3e80wXFPF9+GoID8bgh2CP+6zTSLCHEDRgPEHTSdtXs7/9L1syX0fPAlcIIcbe4Kra8RD92Dvwods77DNg3xe6CIdfA19j50la8/BCCCHuE9mFhn29vao2/AXnUDoWdNhvbVFIKsrlMxoZHbKvMWIwKo4DBlVy/iPCkEgzXcRpcgzf6mMmSYzviqptm4sNdWp1vFudz6rR8d2cmS0aHRnQiFuSBKWW81H73YOme/DuerpPuah40nqyRrzV/9a3v13vvOVdev3114uHlTZZXi688GKdvflcF1db1NTSKujaZ51+0n4FOg36D9me9BmP8l/R/MPe4CVscwgh6jBoVHasnDeck5NTjuNqlTOfwr9Dpv+EcX6GljXeT6IRw+npIs9j89A1/EafMC86l7lYZ7ZpW2VfhPPp9enP/Zx5IJvNisaDAzR4jf7o70mvi2/ZbR+cvfR7LyEE4WcxfsJ2Abyn5sH6+npAEPDAK+i1561LBy1jjMUXwJeAP7iGzoNPGVTyPFwDfvDDb+CGD4GV31xnHvqHEDhEvc5JCEEhmGr2MYCHfvSXQpQP9hdCEDADH+sCH7iiXwhB038hhDiGe9Ctx3ufhiuEM/3AC7xC45xGbBJCUAg0RdpMwxHCmTmBDRiABzgYB61COAP79D5DCJHO9KcfR3DM2BBC5JlpuIHtiAs4zAld8IVIFN9hO8ebVRRY8QXlP3AJTOwf2MF53jxw6y23aL11bEtTi5BL6IeOpTiEP/f888///vOv2E7i0Lvvvls8lHL77bfr8Ucf1Qn7tz2Wmd27durlF1/U9pdfEg+DGVxN2fcEn6dOdTmeP6p+65Jh6yjmBn74P5/PxT1P2e8bHxsXuIdngBN4wRO4YA/wp7cTcQwOpxvXEi+YJqaBY7gyesHHAnP7ZsXn4DFJEv/S7/mH8eCTI/Bw7mmsP6uEbwBO8E05nzVrlohJctZL2GkeMKLxtRH8PXQduhrbzJci1q5dH3N+QYlqnc9ATvKWc3Qf8vD8c8/pFSf0eXgSnQ5e0Yd8RScxEPi8oyNj9gfnq6mxxXg+6ZxJtybs+810Yv+ss86y3l8o5IqG/kRfgO9pfDVY77AHcAcewSn32St7Br/wAnTvNr8fcdwPbOh75qQPeAvBuzDu2AO4gG7wXcVyB+8CE+fT+GUc9ASfNH7TjPhIa+akP32AlRZCEH/ASaMP1xlHX3DHXOPO01Wsp+nD2owJIcR5gYkWQhD3J6xfWJNz9Kz8x1zM41PfqsR+6MgQgulecKviVmzgh77AADx19bVqti0hXwaNuIcuRf6anFcEL55UJeedy45RU7Pb+NiIjts/HrO94SG5dvu9a1eu1NkuekLDFT6f196mxuZGofewkZGfTOOC7SkxFTSctH3Av2Q99HmE2QvU2bavXr3KOc66CPO4fXLwRpu0Hoe+8AV8B4+wD+6BB85DCFHvcQ344RWusw70YTzxFEf5j3Xpd0YWK74ilSYmIh+yNrhmLGshO/RnLfjJkqd8VT4+HMU9ZAq5QZ7wnchLM2GSpvYv63S6u0c8vNbpgh5xBwW+/v5B0YANfcHewEcIQfADX2XCJ8OfYRw8jc7HhsH70CyEM32BN2+Z5IgMcB88wOfssdW2vVjfoJn2xaExa4ILZOSk42zm7bWNxy4TdygJMjLNnUGTlo1B67pR+6Ljltkx8yLwxYf0reuC5Qkcsl7ic+ACDhp7CiF4qjS2EEK0L+hs9koDPujEAw3gN4RgfTsleJa9lLxmJpOzH1NUo3kTvyRJU8MmZYlNrP8zaUZpSBwTVOI60J4HcakNrFi+QuvXrdemjZt0/vnnaa39zLlzZluX1Yj4pGi8tDnvunDBAoGbKtMVule57jdpvT9o/4WXVyikxv0bDyXve9i5CnghhCBklf2zjxDOwF+axpN5KoQzfeAhGv2gwfR+GQv9uAcuQwiRD6EjNgRc0Jd12HMIIeKH+A0a0uAPbA58C493owcPHxb2DP/5hPN+wyPDGrPeoY/8B56QJ/ikaB0LDEgCtIMvuqK9Oy54BRiAmQbNs7msZ5DAAXRifvoxFjgTTrgJImCKEIIRXohBB4wCENMMwm8WZ/MgH4Qwe9lJCvOfiZpRwUokm81ZL1WiAwFCGMcxhBAZi8Qlv7megzGczCg7SMRggMgxG2aAY53p9ejLplEy9ANeEE8yhbnohxJgPvoyniON+yBE/puGecQBEW3cjALsUmKYZWMPc2bOwGmYxhyUTWDgk1RVDhSq7OTmbZSn558w44BDGudeQmmSiMlYc9yExBgAH4xD0pxz4Bq38kR5s6czMJa9fjkSC+dlWolAOBp7ZhzzsE8av9kT5zAIxxCCwQjiXgicAw7Yk1ILJbCDq3onJLIO0ii8RkmtBAfU4wIuKSjjvrlMRrXQ1Mc0CRbIagtgkwPloictK+uiaj6fdVDVpFmzZvhes4oubKQObpM0iTDIf+wR+GngJfU9mLPK+AwhxGTiKVf6QwhxDLikH3tD2Oknw1R2oAz+UEghGB4nyBPjm7nY0xlFP/P3ymnESpG5UIRn5qqKgQ9Pl0PHjJXTpI0dxaRcNq+qfLUmxic14qTl6NCITrtoOtA7oJKLHONuPT19Tg6cjsofocRYgnfOWR/aINSsm81mlXp+4B03raMCd8BZsrLk96CTnJM23IwheYAM0Jf9cL5n925hWPJWdqxBPwwOQgyuCKJwAEk6XHbZZcLAL3JSlDlwektWbsBBY5/gjDm4D7/Bl+DG4qtMLuvEQFaTDhCVJiJ4l/FLf/YF/tvb2jRn1sz41kXOfINjAp/39w9onpPIK1etNv1bPDxRwbKSd2Fs0gnfOicJm5tbzBdNkuXs+PGT8W3EQwcP27gOiLcHTp06HXE1a9YcF5VykQ/TNGseS/y7oMZio6pd9AWHJLjB20onNLdedIG2nLNZixZ2qFDIuSizSOvXrda6tWs1ywVXcNTsoktHx4KY5Lnm2teIoLrRSbD4BbYAABAASURBVPiZc+cpX10js5RK4xMO8oeFc3EG1qLncxLDPE9ymIJtsGNfdMKj1olcis2v7HglfioSmAhgOw92CjyBZ3CGwwFde+1YTNo5Wu1k24b165UmiQ4ePKRJFzBJ+p8+eVoHDxyKDvzSpcscDBRV5yLo4oVLlMvkY7Hkd/fcKxKVZfNqh4t8s1wIhnbDsWg5YjnMuig5SytXuHiyeKlaXWyptWwY4ar3XBRf5s2Zy0cINGW+GHdwP+axk9Z/OODQMbgzAaZruUoyWVVM/wmMqJOpJDV7e3sEb4eQRN0+6MRur+UBPsMAZ8zv4A4HgATGm978Vt38prfo4q2X6iwX7BZ0LBa8EJQRbFayHJx2cWd4eFTjY5MKIeN5p5S3fg1yrzRVxmvNdrE1m+ZU7wIzclBdXRMDSHgYp2zMOnrYBWAxJpMRBpdAh+AfOYEmSZIIfYcR7rMThU3L2xljDoIMWrUT5vJf1kkR6Iex5hqyPWm8p4YHeeCc+/xmDuZHV4HvknELP0Ab9HfXqZPavv1lHXNx7rCLOced3EVHl2xTBl2Al3nqlAt2hx0MjdmRn28ZW+kE+UzTd9z4OXb8hEj0KEl1sPOwfvSjH+tuJ64fuP8+3fu732qov0/PP/O0jtqJoLAE/U7ZIWA/Pd29wiE87kQfdFyzZp0LnpvU3DpDK9es1ZbzLtRK8yR0XrBgkU466clb28gDewGvIaQuLA8phEQLnPjbu/+Adu7epz4X4w6f6NYTz72s7oERFWoa9I3//pbudSE3MazgOTUPBZ+DmzrLzRw7dBZo69gq80GdCEDavN+FTtbxFhg6iwbuUuMa2b3g/PPNP1t1tRO0q9esic58kibOl9pOWqcy95B1PDQIpnGPadtpPI/6nsy/8EvqpFvOvDlpGRy3vq3YruNDNDc2qWgbiHOJLi5ZJhLTg2BqjxPJ999/r3577+800wlk3vDg06gkxLEx0DlrXmP9mpoaVfw/ZIP1+E2AsdTFnlkO5NHlL7h48Jvf/EY8YVfnBPmKFSs0x8UpYJpnx5b+7JuWeB/MT0KXT27y+WxoUagu6CN/+BFd6gTwwMCgTp0+pWXLluoNN77BCdnrtNTna633GpuKWrFspdat3eCE5iwXnup0zHJWsYNeqKlTxrIUlCiXzVnnDUV90+LgY711E28/vf71r7c9bzX6Erfgftmo10IIMYCFRvheJF5J+nAOPkn+3vmju/TIY4+qzsnRETvfwDjdf7of8sfb9nNmzxF6BVrLf8gibdgO8IhpAd6KjUUtdQKa4gR2bMfOHcIGIocNxaKGrJv4JHrH7Ll60w03qs06vWKdhdyO2scrm5k72ju0desl5vtWbdy0SesdDF948cV63Q03aOvll+myq65U2ThfYnpBa+YcMgy5XE61dfWa39ZuXl2sWZbJ1S60LVu2XC2WoXHr7/rG5nh9wkFIT1+v+bPVdqOgd7/n3aLws3nz5mjD97h4R2Kezz/zaSoKCuiHso0vQQoPA/B2dWJeHXSBMGfdVGc+WbBooeC7devXa9ny5fqWZYxiVKcLMX/z15/Xt//rP7WgbU5MIt93371Oln1Pd955h37z61/FAtbJkyeUMZ8ODPTphz/8gZAz/IW3vOUtWrx4sXXLyXgEX+gM5PG6664TfAS98FPga3j9pPXIcRe04VmOp+yvcYQuyAE8ULH87Hhlh3XGoGY5qfDsM884cfeYCzSP6rfm/1wmIz793tHREXUAhSr4iNbZ2RlhbXUAzFvLXQ6G6qw3WP/U6ZPiDeW//4cvGN6l4g2uRtv18y+4QH/3D3+vzeecG4s/F110sVasXKWbbnqjrr32WiFH8DZ7HbC/RcEEGsJzr2zbrmEXzNjPky7YA3/eAWXzjFYtMG6OW4/+n3//d72yY6dK9vPZr/y30wXpf/2nf4r0/cxtn3Uh7zENOXkW0oyytl2TZWnMfs+k+bBsXYPsgssQgurr6wRfcR26POYi4K9++QvxRP3dTnb+2Pod/UIRfuvWrfZVa0SC9OFHHo4+LT7ALbfeor/+67/WGuvD3uhPlsR+mLPiYIZ9NNu/qbFemrLO27dvryho7rC/QlB9yvZmt4tC2CXww7j3mF/BzejoeFzz9KkeffWrX7Pv8YJlv2C464WtQzdRQD1uO0brWLhAHQ7K4Sv2Q5CODmR9fo/Zps12cYBWKNQok6TCr/n4xz8ueC2Xz0V8QAPGXXThRZa1BWId/GdoxacrKXgxH74vRRuKYPDcdS56f+SP/kirrffQ/SFNRRHTJNAh29QVltVZ1sHQvtr6kyLW9L8pOmGaDjhJzIMD+/bti/8OLj4D847bp4BOTU1NQo9j0wddZODflf3mN78pEtdcx4bxCVXe2GbckaNHIy0mrQ+AH1uDzTjXBTD4etmyZXr729+m66+/PiZ4ofNNN92kVatWChzipyFnwPXlf/2ygO2lF18SxbtBw3rAtGSdy6y3eFPtsiuu0IYNm1RrH4+3TFtbZjpx26Nv/Oc3NXvGbH32M59Vkibq7uvRxFRJF19yka644lIXXE+IJGHb3NlasXKFbnGxcoHt8Jw5syxfC524GLateknw0/nnna93v/e9UW4bXIAplaaiXUjTrOC19vb52rr1Ivv3RfFmarX9496e3hjLynamUkkd05aiHjxw4IDh3aA5c+bY15uMPAX+2OeAi1qJ/W10e0tLi9rt54IHdNOQfdVTLoofPXLMMUO/Og8e1JDpMWH/tWg9WVsoqGC/bco6uWKdP2vGTJ04cVIPPPiA/u7v/07f+ta39K9f/rKwp4ftK0Fn9B0PC80yfxSLxShf+KcUEDc54Y2NIrmOfNQ31FvyZf0+U7PtD8w2T7/ROgZY4aNtL2/TZz/7Wf3jP/yj0JnwKvICD/B2+oc//GFxpD/8x/6r81m96Y036XTXKTU4wZUHfsvrsWPHdeTwUa0wT+SqckLX1VgPlkNFfHFipDSmSZWV5jIaGB5SkiSRH7Gz8Oz69esdhzWLWJDf6B50EDilL/uBh5C5GvvS+HrEx/Nc/CeGJCFX5bgcGYZnuZ+x3j7m4gvFA2gO/ojD0In4ANh0EISMgA/OGXcGB7moP1hzcHDAxegh43pSw5ax0fFJjU9YWq07q3IF65oq64hEo2PDGh0Z0oT75LNZ5yCqvE8pn8uabyZiEjGfzSqfzZges9XUUKO5s1q15Zyzde7ms7Vy5XJBX+QXvm41P6yyX73afu+GTWfpGseBq9euF7bixje8QX/8sT+2DNUZrqkIK/tO0zQm1dgfOIQPsdngARntMY+fsI1ir4PmRXDEGNkXrK2tUzabVcq+qgrq7+sTvE8f+sODPebnnH0MeI9r6GKOE9ZL8P70OTII7qAbfTgyDvowFrhYN4QQ8bdkyRLBw4w7Q/NU2BRonzdd6UtjT8CDDYGm6N/lTsRO9wUH6DfGsQYwQU9gYRwwBPNeNpeLewXuaZg5h7+AIYQQ9cX/PA8h0DXql3ji/+M+e6NNOI5ir8gS19lnS2uLeSCJeoW5uQ8s7KXGtm62ZZJ+2VzOPDKpPuOcvYUQoq8BL3Cf+RhP3DsyMiJgDSGJdoh7zMfRIMX/Eo9nfvYcQoj9wAN44RothBB9Y/AIXIxnjelz9oRu4kix9J57fqdv2o7cddddIvGLDuQhCIpyXLvtttv0F3/xF+LBM/yfI7Zl6LwHHnhA+Ar42vAedOE++2QfrM88xL/cJy/xG/sVxBLMQRyC3gQPyEfeuEoN+4CL7tg4dDB8UbKOCdY3U9al4IhrwA6+hx1vwe/sj2votHxVPvq94AX8hRCiHqQfdGBcxr4tOAM3IBa8cX36N3PRuCb7MblsRkmQ0kRR7qvtmyWel/kZm5j36ItuY+91dXUqFhsirdM0ibkKZJf5E/cl14vNJtai4bcQh6Ev221rsNHXOM7EHp9pb9TVV11j/TLXPFcRNmjz5nP0qU99SsSlyAZyhv1g7ErbUWID5iWm7bJep4iWWnfmc1XiDcapiSnb3h6NDI2qsaFRcx2vwJfMhdyBF3BAzgn8wv/wUAhB7IH9slca59zHRqKX4OfR0bHI+9P4oR80CSEIGvIbfLAGTf5LreegIfgDBuDhyO8o4x5LX+BhPOfTjbk8RYSNdWjAyZzT97hG/5LzGehEYOM+sJcs58zLHFzjyL4mpyYsT5NupbifJAkCFvgdPQXvco4Peemll+qiCy+M9u6GG26ID5Ziaz/2sY+J39hudPYvfv5zxyB3x6999DjfWHFOp7amVhUno9Dntc6XofNmOy5d0NGhNWtW68ILztOWczdrxXLr1Lmz7bfMEp8QbZs7X/Ocq2xtbNZ8nxNjMhbYkUH8PvYDHqHxbMenTY0tymbyKlRVC/5Y7ngOuaU/OCg7VgAfIYRou6Z9E3gM2wzPsm9kl3nBA2uEEMQxA585bsy7sRdoCi2Yc8hxDrST/+gHHaAP92isz33OkXdklt/j9t9HXcM43nVSXd1d4vek4xrqE+xVXnvSORXGsR7Xjhw5KnRVl+MnYmLiW1rFdrFgGa6yDQqm57BzdvAufMCRxrrMYTAFfOAGvgUm5DyEEPfKvvjd6hwvuEQGwU3BfmAIwf7mmM1wRbzw42SRRp0nOOX4tcvtuGNYGusxR8S7bS6/e/v6NOi+FUkhSVQxnPKxrKDE/i7XS+bjEecWgJux4JJ14U8DrZJ5esQ6EtoSd0Q8Oh/F/KwH7NAQe9VYbBTj2SvjmBNZPmE40d99ff0aM/7J6+GjgX/6ptalMkzkOPjnJrkWQvAVuZhd7ZzFPMfwa6KeIlaiqHq2fdrztpzjPPiV1mtX6Jqrr9JrXnOtZeR6H69z/WCT9dFcJd7ziRPHnVPoig/kTTmW8dTeWiX6R/BXY2PRvn6T6uprlLePmqZJHBcSCdiShN9nWmr9MmWeYX/gBZsATeFJzvuMc3wh8NXrHDO/wRX3wRfjwCFH8ANPTDd+w7scmWO/47iTr9IXHxU+BI/MU2MfYVqm0HF5ywlr7N61S9jL3zqfyoOh2Eh8tSO2uYztcYw97nwttEZ20DusCZ0OHz7i4u0ex2cHnFu30QJQgGOjNBamAXy8Z8ZgURBQMiPJf9lszsqtKraMHUZFMgYj3GfGfAjBBqgs5gUxbBZg5L8pK414HiSAg5nYGMdpxIN8fnMdxQDzsYmcjX8IITIscxNY99kR6OvvcwA4EoldMjPTmAP42fh0Kxl+L68kySiTyVowM4bTQYqFib0zJ30ZyxE8YKAotpU8L9ukUFRtwtTUVrvoXPA8Ge/q//nPUhdCMH5yvlF51SAkYh809pTLZX1P0elgbdbLZnNWpEVRqAoh8Z5GY2IKHAIT+EEZwRjgg5YzTpiI8Qg18yOoKOCmpuYIH3iABhwRPBm2gouk3K+qqtHYWMnrDNt4TcU2aUNTAld2psYtzDxZXbJirTiI81DPmSqx0KFIc7nUdJ9SuTLv45N8AAAQAElEQVSp/v4edbmAQEI0GKgQgu95lJEO/DRoT7O2cw9F3IBnhKFkHI9b8Zyhe40DnFrjuCYGA+yLYHfYRU54sWLeBSb4pPZVWkw6GK04oQdeWIP5OGLcEHCuY4TAH+OkYB4di3vOWllWuwDY4KJNNpNzEjlv2OMufDwDZwj8VnTYmAt89lkZQJ+MjRkBTsVwYZy5R/CCAHOdI3RPPAeKf8uWLeLfPiWwnuNAoMqJOJIQvRZeYKtzAA0dgReatzjJWPHeMnYyMR4kPDHIOIQYcsZUvDZ9eWqIf6cBQwNPDzlB2919WuXypPc6br6XbUzJge2ARpz05lNTVU6CNBSLcW9NjY2a5+LHwo42LVrQHp/wGbUe6OrqMi4q0QCUJsZtXMci/fbs2esi1knzRVbwYJ2TOyRgs4a1wYmCtWvXxL3idN5yyy3xvNkJ/GJDkwP/GWqob1SVDWGLi67wM2MpcLa2ztD69RscHK8S+2o0XDgXOFEznfQ8y8nx17zmGt30hht0xWWX6mYnpl732teIV/1XrFyprS48bHCffhf+JqcqWrtuvXhC/9xzt4gC9EbfQ054ogxHG7yWrDiHHcjDk/JfME6NOJGYHLJT0t3drRNW2Dt37IhPf6JU4cf9LjQ9/8LzLhQfFUnDKSd26FcuV9TjgurTTz6l/Xv366gTQkftcPCd9UcfecwJ7S4XVqfU6QT5U089o21O8j74wIPiE7ko+RNOrhRNl0w21Zy5c1x0bdThg/tdXK6yUbxK5205LybmNp99jt7+1rfqkq0X27m8QJdfslV1NVUadWEAmLtOnBIJ6jRJNN8OY63xPTU+qmwaVOtCYt56pGw5LRvesvdcsk6csvxP+XdIUmMiMX0tF+4ny02lEqy7JqLu2LFjlw4a/tPGDcXyH/7wR+arkla7gHfhRVvj0+A33PAGffADf6iPfezjesc73qlNG8+yDknU5yLE6OiQcnYQctbJZkxVvZpYmrQOgn9LDu4GnWzDcRgzHw44sTjiYz6fcyKlqKJ5jMTBcicDeEPwggsviMHDKSf8SXw+9thjOnzocNQnTU6QokfyNqboAfgVvRFCiDxG4QaZw+GCB9Ab9EG+uY7cZwwnvMAcF9uRh4eQa+S4vqZG42Oj5peSi8bjTmzMsow4SV1dZV5vjsnq9vYOLViwWMGORgipcsBSV6cqJ3zz1kHAQBKtvX2BVrqAs2rlai1fsVpLliy1XM7RDOuC9vY269ou9fR2202d0sFDnRq1LG86a6NIHJ111iYXs9+sN9x0s/7gve/TBv9evGSZFrtgX6iuFW9nl4N5oa1DfYNDaluw0AWnmUL/EljvtUw//tjj+u9vfEvf++4P9NKL29WxYIkOdB7Rgw897KLu3ZrlxOJyFwYrhqDReF2wwHP19qne9AAnHR0dyntvcx2IAO+WLefq+te/Tuedd56dsZaoa9DRR+y41NbWCl2I3nrPe96jd73rXVq4aFHsM2f+PLXOmqmM6Q3OxmwjkjTVpHlzzAnVrtPd2m14s7lc1E/jvg99OKJP4JWqfN4BbIOGXIjMmp+5B90TyfxTr2rrvwOHDupHP/2JCB52uwC2oMP4X7FSx44eF58iqjONmCuTyZjvxyItOT/6aqKRgikJDPR/lYOGdgfp6PD169c7iX2FSOazbghBOPbPuNhEkYsECONInO/Zs8cQKQZtW2wjrr/+et14443KZLPxetl6DH2Uz+Ysu6n4fPeAk+UWY2F/6+pqtW71Oq1euVYLFy7WAhfBsRXYoKzngKdDCFFP82TsO9/5DvHvz/FGZZKm6rM/VbadCV5twjogKNhmTJiHJxVC0AwHMMgQhQH0MLYHvbzZhcN3vfOdUbejExe4yMLesXXID/SgEWAQLHQ6sf7kE09qr/d7yHhnnSk73SMupAIj8oe+bG5o1GrLdce8Nl195VX64Ps/IPBZrlTszNdH3cfeep2cJBkFbMCzysnoViflRx20NdQX9XonTbe4OF/b0KB+J3WhddY8MWPmTPEWXVtHuxqbWjTbunG1k64t3icJ6UKhWsWmRjW6QJWrKihJMrENmI8OHjykJE2iPRx0QnWPix0PPHS/Xnz5RUFP9lC2Tn3owQcjvi+xPUI/YfcpSvVYX3Jf/mPvaZpahkejfztivT0w2K/OoweV5lPl62skJ61e3rlL/+ffvmx+LWj9hrUKnh9eQ27e+94/EP9u41vf9jYhf9AA/K9atVrXX39DhAEeYE3kss++C8U6eJo54FvkEXtRZ17H74NfsQXgmLngCY4D1sGJbQnjmCee24dZ6yLfhS7AfOLjH9enP/1pkQTgqwzYW5IaO2w3KRzefvvt8WGkf3fBkgIzCUUCmeO2jbu8x7ucaPzwhz+k3S78AS/rpGnGfFjWXT/+sX2XUVn8lbEcoD/bXPSe39YW8bdr9y7B83/9V38VYfjQhz6kN7pwMdf2Ez8zTRIXMbrEv6OJj3Sxi+vrN27SQuvXNvNtyRO/svOA1qw9y4W6DZb/E3rh2ec1aN2WWtddcekletvb3qo/d8JzvnVcaj/HQzRlnsxk8+rrGxD2HdzB+8C/zUVY3rLk84z8e5APP/xw5F38QvgBXcHDcdgs5AdZ2b9/v5M5W/ReF7NqbFfQm9W21dxHRqAheELvsA4NXwSdhD4NidRuO3Ge9e5iF+b3GC/8e0+ZNNEq+0fAx1tzwMO/l0hi98SJLgEDhb6NxgkJVvQTssX9l158MdoI9NGgebTz8EGdd/55AvZq+xS5TDbyHnuGV07Z7+w6eVoVxxRjw2MOXH8rCp233/4d42i74Hv8VmDnQYLEtOm1DwxPjloXwGfYI/YPb/KZJ64DI5/iw2ZebF9n1ZrVyuSyyllGJp0gW712jcADBfNhF+NKjg2CfYxhwxx5ybqswzzzhx/5iPVmv3jjhIdd+iwT2IVx2xWC6d27d4sHIVgfmfrkJz/pBMQNtt8LRGHsyiuvVC6XE3CTBOV43D4b43ioCP8DeoELeAA/hf7AgOydPtUtVYLQ6+hS5I7iP7LLXr/537fr6aefjX7j7+69V//kQv6efbvVa50/NDyoJcuW6pLLLtNf3vYZbdp8tmbZb//pL36u8+wD9XgvqfdcbGw0H7Tbt3w5wvmC/dSCE1uFQt46oVonurqVpBl12odwGKRVq5epzUXSbCajF59/QZPjExq1jzDmRFM+CRJ+oXV1NlOlevvwPBg4Yb+5u+e0k86D0S7e6GLjdde9Tm9769v1IcvxX1kW32a9FEKI+IbmFOf4BC5vUu3evUednZ3xHrwNzma50An+fnP3b/TySy8rl8+Lz1JTyPM0eu65Z6MfglyddPE0a/sG3/Gm16c/9ecqFov66B/9kb7wT1/Upz795+JTyuC2wzIL303YviE7rEXyBboPWo97h45njou5zvwO0TdBP9fW1kWfhPHIIg0dwtppmkT6PPzQQ9E/QIZpBctFYr5mz3ZQor0Yd1zda98t8UaIFybMb3LeoOQ4+/CRgzrQuU+MmbJ+H7M/g72bNM5thJW3b3HMhbz6hgatX7/eOnZejJHr6+uFPpH/gJ14jf2hb++8885YuEGnwOfwdufBTpE42rd/Xyx2ozsYh64vGnfghQY92MMSF+rOtw3ljch2+zZpmkZczJs7N/q2xKIF6yf2CezAU11diDIOnrjGPAbPibpB88qQeLBxyvxE4YFjCIkKtiM56xGzpKoKWdM9o1H7+yXHAa3NLeavahUbG8QD3NlMosb6ahdc88omFeVzGVXls1qydJFmW9/PNA+dbd9kvYuo8+x35ws14o3euE51recvOFYZVd68VWW8omPQL8Cbs1w3NTWJfQI7tOQ6+8IPQl5DgFtk2doWYw6bAHElhCDGMw5cQRfwwjV8J8Zyzn2uw0/oPHwGHu6AFthZrqED0UvQAZ6lLzYaW0a/JEkj/NCOxl6ylgXmrbI+lP9q7V/zm7E09pDJZASd2de4eSxJgtmzEmWQgi9rMl8IQeybcehBdC/3gB+cwaMZ1vM62Vwu8ndq3gjhzHyM863/v/9CCArhTEuSJJ5zZE7W43x6z/mc6es1QjjTH9gz1m3sExiRXWiXMd+wf/QsupQ9c51GH2BmDxwBiPmhN3gETtYEdualsTfmhw7MkRhH9OMa40MIYkzGuKRxHsKr14wD5qAxFjoytr6uPuIdGgAjdmXTpk3Rz8bGonNYD18J+cROQGv8hJtvvjn64F/96ldtS39nORoQ88y1DMIb0Bl/59233hp9cWwU9GUu5uR+CCHqp/6BfpWdt8vns1FG2VulMhXlElgnrNMnrCMZz1jaGTksRVi5x7XxsbHoE1TM/NO0Y1/ABQ9DjyRJBX64nySJwF9q/HCuV/84DyHEuZkLPURrbCwKPp6cLGnKrdp2KzgXCazFYr3jnAWOjRdbR8+OsXHBto25oSk2BRxii7E3+DGdBw9GHwdYkE30GrFnjWUkax5D5uEf4q+bbrrRhYazLRMDxtm4cwj1zr3UWt6qNGR7iO4///wL1N6+QJPWz+hL5ANfescrrwieS9JUe/bui/qXXMRu+xRz5swVucbJ0pT6ewei/ceODjquQLaQb/AOauAZ+BR8l8vl38tJMB7BE3uttn+IzPAbXsMXAcfTvI1806bnoB+NubnGMYQQZRd6QasQQtQHzMN9jsDDkd/Tjd8V2ynmY7+sE8L/HQsPoGeQO8ZDZ/AM/pHDEELkB+6xbrxuOnCP3yEkYgyNvU43eBQ8o4v53P27nDPgrWMeglq1apXt4twYI7Ifxg46nirbNwROcDtsWy/HutXOK0za/uazOdXYfk2vz77wRQ85ziNWgyadBzqdfzukEceV6KSxkTGlSVYUyzfZX7722mv1hjfcqIsuush8c5bgoQsvuFAbnX8hx9je0S70P/ZgvW33NO8hl9CYxr2zXPyigTf2y17hZ3AEjtEH4Bn8cJ8WQuC22Cu8wJzgHFwzhhwmHdgXfMF4aBhCEOO5Dl6Ym4eW+Sph/2CfTp46ER9iHrC/OTQ27MLqKfX292l4bETB+nCm80BzrH/QY+x3s/1QHoQkBuPI9Zzta69jxn3g7+gx8UUb1pmGg/2h96ANMNM4n4YPnkbXyH/cA0/QhNgAXQOewAX04uGQ6bHMy9cikCtyAf09vRrqH9CE7d2Yi6IlH+F/5ht3/QE8eQlcsdj4XXJBcdR+2aB94GHTvexgr2KffXh41LFef2yMZy8TnoO1wXnF/cAxOIVP8TFpxMH8Jt5hf8ANvRoaiqp13J3JZjRlviRWASfoA/QKawAP9M1kE+WrsvYxskqTM7ZTlYp8pjT1/4eKZWpSliz7aLWa6Xx5u+NjcpS11hU1NYXoMxaLDUI+29vbnHNarA4f6+pqFYI8XfnVY0UN9fXCH0c3hhAcfw8Leky5mJ46+VTj/GaDx1E3mOMYpLm5yToybxjKUZ9P29Gy9QQ4gZfZx0SXMwAAEABJREFUE/SDD2h9Lh73OWaBhtyjD33BUeI9pmkqjiEYOBMJPDMf98HLpGE5c5wUPjMNmoB/YOWcufF98bOgA3zY3dMtfGXykFxDfzOGtUM4sxa/gYf5gQH61plWyCrnCUxJy9kBYgxATTMtm4F5aP2vvqI9bEaamJjyNoKYACbIZE1Mb5JNwbg0AGcemJQ2fQ4gHhwRkiapjWs2IhwYAIwGsfIWPMZNN+ZmA4xlzRCCCV2JSSfmBKnAnhqO6uoaM1jexrfgVm0482YIiJAxk2UcPBai88GarCP/gTRgBNkcWY/5mHfcQc+4BQ5GHrDyJQnGU0BjY+OiTwjB+2Du1DMpwjRm5wIhZTwwla3AgTOEoGY75zg+JBobHeTCyDgd1VbitJqa2sjkzU4Ech+ccB9YM3YeWZOFwAd0o4ET4GbdEML/gKcSYWQMcNCXI2MVEpXGy6qrLbp/3lOmxlMS8QqsE3ak+HcSx71/zktWJqzB+eTUhBDkmlrjuJBX6oBmxEkKrqdpYrxXeb5KdCTAQQjBuE/FH7/PtLIZfiwKWt70JrjAMcGpjMrXPDnq4gC8VLFSAiZ4kqCL/gUnOYEHuNhXPp+N657BV51QEhgTnLC8jWXFzldqoeeJuyQ5s0/wNW4jOlGa1MDQpPmmKuIgZ8fdeinCz7rgjzGFQkHNTqoyL7RJ01TB/xt10gelR98JO5/QA8VDnyRJhaLnvMrBWtbyknNDcEmWELSkpiv3SsY59+kPPqasxHEEn332WfEEBfsfNy/i6CHEKAaUADAtX7488g1KGhiYg8RBsVivurpqpVa+Y+MjyuUTFRtrhTIt23GW8ZL1+hnjpCqbE28Dll7lbZQHewN/wM/+Ij2MHGSEe/0DfSIZfvz4CTv2Q+LhA/49jwHrjCEXvo8cPqJdr+zyvQHNmTMn8teEC40y/03Z+UzSVJwPD406sO/UkAuf/U5GWmSUJJlY5K/YcC1etFRbL75Ea1evUSZJXYQ8qZedtH7xpRfdZ1DdLqhQpASO1Pdnzpwl5tm1c08Mcjsp9jlxBd5R4NALBV6uVJQzr82xQ1C2oz5gJ8FACkuacTRfdDK/wcUhaDppetCX84rH4XgF82atebGmUFCNdU+QdPjIYR1xG7Tz1tV1UnxeEthI+IyNjnuPwzYyMl0a3DsIOPbs3iv+fcudTiQfsMMRQhKTko3FBk04iVBxIXzf3h166MF7lbW8tbfNV/Bi7BteWLJkcdQ9zdYp69euVt40nXBRr7f7lHAi2p04nOUCQaP3MtfF+8ULF4qnld7w+uv1utdeJ+ZD/9Q50AteW7KOlTznRMRFlYt8GWfaBvuHNDVRVj6bV+J+xWKTZs+eq/GxCctGqyhWo8P77bBAix07djpw6bbOLfp+s1ujC4zzdP6Wc7R50wZdd/WV2rRxvZYsXiT+jST4a8z6EwTBoyPDXs98EgJBVikmuQ6ZlhUbZR4S4G2d5597TjsduAz09muwb9AF5xahR9Cb7AlZnDe/LTqxa5zsh++wZRhNzmk4Ocgj11LzJGOQo5KdI+Q+JEl0HpC/Ycu7DM+IZbHG+Gwptmj2jNmqr64TnxaZ6wTO3DmzdEa3N9jmVJuW881neQ05sTtn9jwlmZzPR6PzlJhWfPbweScuT5w8rk4nueBRHNRmF3jQUTil7373Hzix/n69/e1vj0+TrV272kndDp0+3RVlAX091wmkc845x3Q4R312TJjza//1df3unvt1xEW/FS7MrnRxpdjUrAsuuEhzXKSaO2++MoZnALkzbTMho5NHT2rAQd7FF12syy+/Ij44cP9995pXT6mutsbzn61aFyAPHjygbhLmXV3a5SARvGLbgnkDGWMP6KalS5doxsxWEeRBX/Ba4/HoP36vdHKf4GL+fGDJCNyjE9NsRiXr1EnTmyTYqOmRZDLGX0Y563X00nRDZy5yAZZ9j5r3ZUe/ZP2ez+fF05ST1jv0hb4hBJ06fVoU1U65qDVg297S0mpZeL34NzmvvupqrbauabPcEBTU2VHkM1x8ivKOO+7QfffdF58cRz/zVjBBxPr167R169aoh3Nekz3W2eHCXoALeAcdGkIQ/PUGF/gI/trs5AL7SgqALpSjY8AbvAr/Ik/sq7q24LnrLENFNTXWq8FOsax/6p3grfJ68NXyZSuNl0L0q5iH9TPgK0nU70Ip68PPwELxY9y6fmhoKNq6JE2UzeWUNV75OkE2SWMRBJlE3+GEkojlCT6StCS6Sc6yT+bFHqRpGtfmHPtEEqO3r1dz583VpOWYr4nsdFHnrh/dpeec1L//gQeciHxFP/nZz/Rnf/4pfeITf+qE9Jf05S9/RXf/5m5951vf1hMu6vNWJ/jH3rEP8Imv+cSTT4hPKf7FbZ/Rwy5QcQ3eAY6y15vpYin0n8SgeH+1puOcefNULDYqm80ZprJ9k2zEGfLK541XLl+pDes26tLLL9d8Bxe8xXqJz4stzZrCMFTkpM1MTZQmzPu96nMC5OjxkwqW47YFHWpx4NJi/61snp1jm5cY9yT4weE0PYAJOX/88cecZNlh2dmpHTu36/iJo+py8IovVbLenzN3lmR+YQ6ein7Xu96hDhfG2ha0a83G9Trd2yP+wAcPNfEAzkNO5p/B0VCUW+STtaER+GNt9CZvyGJ78C+OuIhZLBYj7ZY4aQ5NwQ/8B//AL1xjbAjBuMtGfcg6NeZD5gff2Gb8BoqjP7rzrigj3//e9/SlL31Jd/zgh9GPgZ8pviHvf/Znf6aPfexjuu6660QyvtpzvcbnX/zCP7oQ8xYdO3ZEwEfR72/+5m/1v//2b7XNBT1kea4L3zxsxINK//G1r+mzn7lNH/ujj+lfv/TP+oe/+yv9xac+qR9+/zvateMVUTir2Ib2uYCxaGGH1q1bo2uvuUbI2CUucs+yTeSN6if4Nx6feloLOjoErX7969/o7rvvFp+D5dPF8NPvfneP/uELX9C//Mu/RJ7jk6A7d+7U9m3bDeszQp+NOFDfs2dPxD+44TNgJEMZf7l5aeHChWp3QQJdSX/4BPzCN22v6gPuPfjQgzro5B86jXnANfQom7eg+caNG4VugO95AAsb9pOf/CS+VQotUuth6M4DOKzPAwkLOhbYZxqwT9avXC5rnd5jf+VIpOeIixbLl68wbB22Cdax1gfAs8q6aa4TJtCNByfi0UXac847LyZa4I+mYqOAGbyRmJg9Z542bTzb+qpZJA1nWL9eddU1onh29bXXCJ5Gh1BQm27wDftFbyDv6JCcYbj7t78VehRY2Dt9fvLTn+o73/lO9O+QXR5Ogfew++BS1o25TDYWGBsai05QVFRt29Vi23feuVu0dPHiCNvVV1+tNzpJfdXVV8WiAfCjE8EF/A7tWBN+zXg+fHRgh/e5zt6hDfBBJ+iKDFEQBf4q+/2nTp1yIbAn8kYmkxHjoDX8gE2i7d23V4dcnH72uWc06kTVzBmzbI9usK3dohUrV2n5ilXWj5+wH7NUDcV68SbobOuXxqZGYes4XnjxReo6fUpDjsd4ohrf4YD9pXr7KRc4qXfQiUFs9FEntE6e7Ir+etGJEvYELyGbFH2PHT2qp596yrox1dGjRzTmOBC4xx1DdNvfAD/su6GhaHe5Yv+uwX1Kuvu3vxNFLOxHXWO92ha0iXgOPJLMhkbooMOHDlkG14nEP/KwysnPOuvmKvvRJcea8Da2Bbjwv+fZf+PrFC3NrV6rXthg5kwT6fLLLlHBOO61Hado0O0jn65GLlpaW7R95w4dPHJEfX29tp+NkebAgFwwP3YN+aFo/t3vfjd+1hidg37s6jplWRmMLZvLRXlhXfRiYr1eMLxtltf3v+/9+sY3vqEvfvGLutCJVAq+d951p7jHGiGEiKcx+4yMhSdmW+cgz8zHkev4Qe95z7vVbv3jAcKWARv2jHlYM4RgHlim5cuWKWP/qLq6YLhyMdZnLxUn4pAZ+IviJw+LLnd8yBpzzC/T8zAXMeIMxwXMD49CY/oUi8Uob8DGffzp+fbN4FfiTe4zP+PYEzDis6a2gfAF/HHUPASfs1cafZHPimMnfoN/HoJiXa7RF9iAHdi4NuGYmPNmF1FnzZyjBsdjReuZevNsCMGmryISesFxbMa/+cJI2XFalH//xm/k033xOFWx3EkhSW2/ciLXgt9rcy5iAGhZZ38tm8vZNx8y+iuWj1GPKQtYFzlGYc/AB2zobfycEII6TC/uQUPu0SeEIOYEfo7sD7hYS/7r6+vT4cOHBc6R/9S+U0NDQ4xxKLrgZ6EDGYNcMjd4oz/z09/TWI+GKKf8Bk7gmm7QgnWBgTEhhJgnAUbm4TjL8Qr7lv/ohx6DV/wz2gTmRB6hHfkFrheLxah3oTv3J+yjcz2EoGC5wGehTdlOwR/j9sOBgz7TDRi5H0KIl7jPXOhdLkzDyx7A8zTegBHY0zQT6cYeaOyfqcBXCGfm5DoNvDGO+WmM5xr7hDYhhDgXY/9nA0bWBxZgkoJCCMZ5Ehsw0UII5qlsbKzHWu4Y5ZcYhN/wLLYTXwd9N70n5Ao5IwaAFrfccos+c9tt+sAHPqCLrEvOs40lpsOeADM65dOf/rTtwjlavXp1zKuwH+QNnY0OaLb/yVjGIbvwF3Jctk982rkS1pb1BPsjCT02OizOQwgCj9Bi+jdrgjPwwpH9yn/sk3P6QX/uc+5bkac5smf2BU8xD3gMIYix3J9u4Ic9cEx8n774pqyHToAnwFFjY9HyOGk/NWsfvFlt8+cqtQ3oOnlCu3bt1LZXXlav9Tw0G7OuxUYTd8Df2Abe6uVrI9g49A48zfzAzh7YN/vnGrC1ts6ID7MSY6xfv158GYa+5GhOnuhSZ+chfelL/6Kf/uSnwl4hJzTwgnxzDd+GtRPLBTaJeJL9gwsKa8g8DwmVnIdEH01NVlQpw49lWVWKvQAbY4CJI/NDS46Tk5PO5U5EfgRv4CnjHCP45D57hC7MwW8a+6RNzzXiwjB2E5wDP/zBPfDAnMgI+oc52UcIIdKYPdAHmWfe6fvgkHHAQmMseKMP84ZwZjxzAQfX2VuSJhYb7qW2aWfkKYSg6T/2yl7oz7ysg4+FHkU3sQZ92UMsRg30xTwF/ioPIixbttR6v2B9XrL/OxD9AR6ozTvmnXBuoTQ2pknzTSGXd7G7XkXrYx5GY49Z+20FF41mOI9R31Cn1LauxjmMuroax+NN4uHdOufv847F59tfgV/Ov+D8+LDhueeeq0svu0xXXXm18InJEaHT621vZjpGRUbJBWD/wf2JEyecNzsV7RC/wRHzFq13GxsbNcd2HHmGLtAVHmHv4IffnDMmMc9BI47IAde5H0KI/JKmadRZHOnPffBL/WLCfhjyAx/39/c5Nj3mWOSAfdRDOnL8qHiI/AgvljjOecU+Vu9AvxLz3dRkWWXnbKurayJ+M5lM1C1DzrFAF3gMef6fcEDPuK5pwHV4hArgyZkAABAASURBVBZCMK0mBWwhBAEnc3Q534TtQa5p/c5tkGPlOvMMO6dx2vkdrjM3eGIsc4PPvt4+4eMesx884HPXHlVTVTCv1MYYAHrLf9inkmHqd6GP9ZgP2pD3Qd8eOnRY5DiffPJpvfLKDh1zHuDM3iaj7WQtT6MG8xG6Hd8JWLjGvMAK7crlivk+ibRAV0Jj/ImamppIp0nLOD4Ve2dO9pTPV6lgmGnVzkHDH3J+Aj4ed46Slw2Ri27HA2PUUlwM73XhsOw4GBgazMOt9o+XLVuiTZs2RlvDw6HXX3+9bnjDDbr6mqt00cUX6ZzNm8WDAPPt/80gt9Ha7Bzu/OjbLnHeecXyZY6jV8d88oYN67R48ULNdv5z3vx5anE+KzVPxL1arviKFzl3+BFdkbffPs2fZfsK0Ge6YZfgAehGH/ZH4xz6MAf34zjTaNQ6DNyAT97kLTvnwz1+9/T0WFd3xroB9AHvtIrXJL/INcaiK8Ex90wQ5QtVUf+iY/r6+tTnRl/yZiXnf4iluBaLqQ319ZHh6+oarGRqlDeBstmcpMSO5JgYAEAQD4Jy5DebSJIQCc1mQUzOTijXS2zMxAQ4zmmM4x5N/mOOKTu9/KZNj2cOkMRYNsDGYGJ+cx2mhMlQKtVmpKpsXjXVtXYQC3aGyha8KeW9BwQZZc58eSs3jqxBgxDT17hecEBU/Woxk980+rEvjBn7loLnnnRStt/J6+6IVALeipl3ej760yDQ1OSUcVeKLYQzzgPzVGTM+jfrFYsNoiEwwMOaIXgdOzzMU3TQwF5RtghXzgoeRgMXHEMI8n9R0VDEikQ2w4Jb1gJfOdOE+YFxyvMyjnv0CWmIBqtghqmqysW5pkyTiYlxzzkVaZt1sJa431R5QuXKpDgvm0lLZqQkTTwmRAUQ+5kf8jZKFRfpSlbEwObtirVgaNbNmxa1tbVK01Q5Cxk04hqJGhoGJoQQGXjUCmDUfIRzBJNnMlkVXNSBvqyX9XgpmE9HNeK+WcOKYi0bVp76ra2tMm/XqbGpTrNmNkth0n2HNDIyaCelooyNY9ZzlBywjdiZHPVa4FD+AyZwB+zAzTGEIK4zpspKAFhJYHBEURbMRziP9GEv8GqtjSVBM3tmPk+tLicxDjmZcOzY0fh2xoMPPKj+3l7TImd+KKrVCoixAzZOKO1pmCpmRhxGnp5AOZQsZ8AOLpkfRU8hj7Zt+8vqG+hVsalBq9et0qLFHZqcKjmh3if2k5p2GHJvSWNOoIFf1ptyoRw8HDzYaed0l4s0L7u9JJK+hw4dFGvjhIZwhqehK3ChXGQD2tI8QzNnzPQeZognVFLTOf77S/fep5//7JdOPj7q+bY5OTFkma02H2RUb0PT7GCZp+OhScWGZcJ7mxif1Kmu08ZNvxrtRJTNv52dnTZa27R3z674dskxF2uffOJJJ7VJKoeoC/KW/7xlpdWKf+WKFXrnO9+pa5w4hWZJkkR+JIjvsbE94mAWZ5d/QwwcQLs6O0TFhnrhPPH0E3gFZyQnx+1sQQ/kcosTciSCFi5coNmzZ2rz5rO0csVy1TsplMtlZSYTRh24c4anpqbOv4e990E1N7ZoRstMa9nU6+RFIfHcc8/WeeecpYUdbWox3SbGRzVRGlXG8pe4NTqQ4N92+/Rf/qVe89rXac3atXrt616n173u9cb1HLE33jopT06ovW2eLr/kYq1yEqXDhVcMbqtpU2ujS9LpuBMdwfwUKmW9+OzzOrB3r/hkZjZN1ODE2+yZsyN8tYVaOxh13lO9ZAc/m6lSEjLCiJRNp5z1b2l8Qg0NRTuUrZrROtsGdJaWOyE7w4HIwoWLNMeF6uNOij9w3z36wfe+o0ceul87d213wnBYe/budkKhUyOjQ2oo1qvBBp7k0Bwb4zSp2AkbFXgcHByICd8eOwOnTp00H/dq1HxLwhqnhkQ2ya9HHnlEP/rRj+In8sadAEQeW+0wIJuJaQ+Np8xHwefo4EE7eDhH6Eh+06/BvEbfsg0t/JCzDg0hiDdxsqZrve83mF9P9/Tq107ykiRknn7L65R1o7sa7jHD2B9pMmBHD4M76COOW8VywifD4fdCTY1lZaaLyUsjPefOmyMckvl2RKryWU25wF8xjcZGx0CDcXU4vkVw92/v1l1O1t177z12uAe1+eyNes1116rRdDh4oFO8+Qe/82b21Vdfq1tciF29Zp316oR1wRLNnuPilm1UUkl0pgUNuACO89V18qTvz9LMmS1OtJ+2vL7oBM9Rw7hQCxbMVz6X0fjYsAb6us0bVWpsrPdee8W+0YXZbE4rnfy98MKLdJkLBx1ONFEk2mOZHRsftqyeNp0bVGX7vdz8ea4DDZICJBjoyxyFQiHKaVAQNIA+lUpFyF4IIdpVHDGcHoIE3hycUsUJ87KaTe+c7QwBQf7VJ/OrPB/joSlH6FVvn2eVi8tLFi/VvLnzI4/j7JL8bXehA7mftpfwWav18hvf+EYRlPGmHY7nbCdE4SfG5SzjOLycp0kS7QtzDLmAzjzwFHq6zjaBMejRUducnPlrvh1V4GJ/PLnMJ74I/PF9+E1SDT7dt++AA/oDevihR2LBJAlJxA+2YMI2GT9gwnQFf6yTzeXMN5XY2DPzA0uV7Rf+U0tjkzRV1mHrA9o4STHjl3WBFd2VzwTr6VRLXGTDqWbvBH7gqaGhQewL2Hu6e7Rt+3aVPEefZSFje4y8wPv8m35zjKsLz7tAK5avUseiJdp62RW66U1v1kY76xs2btS5554j3pbl8zPve98fxAIbPJHahrAf7Nq+A/sN6xGd6DrpxMl2tc6coXOdbDr77M06z4Fr5BPLLTb2+eeeN5+Oi0BjygFeNptXTW29RkfHXdjoU5X5L3VCDryC7+/c/h1NlcratWOn7rv3Xv3FX3zGhc3T4i3lJ555Wvtc1Bp0kR77VPZ8dTV1Khnn2WxOwLl6zerIezNmWa+niYCZ4vMM28Prr7/B8jTbgVqt+ALBoYOHvX7OCesaBUdy9eYJik31LozzuVTkGP2ZhkQUtTMh1XwXpCn8bXERq996648/8Qn99d/+TfzsK0kbAmzoQvItY99myr7cDCfKCSq/8pWvWGcPq82Jf+hPQgeYF7ugtNoJueHhIeOk1/DUCnwAewhBRdMX/ENf+BpawkMUDt761rfqtttu07e//e0YpMALPPHJmzW8Ab5p0ya9wYEZcsPnQnmr75Zbb41+DusWrUcTywkyIP9N8/gdd92p//Unf6rf3nOfXnz5FfX0Drrw/rLmGvbzTeMF7Qt01w++r3tc5Hz0wQf17W9+Uw/bh3r6yScVzMtVlv3UOG2zDazCF7DP2OgExPDImNqsi/DBL7300iif4CI1riYdrOazWdvwzbrAa5xy8WvUPiGfEHvf+96rP/zoR/W2t71NE6b7jTe9UZ///Od12WWXikIbOCd52dTUZP24QOiEdevWxifTwTNJUK7xpDnJzUtcvEWW2Ds2hwYO8BnRTxH3xse3vvUt29HlkY/qzB/4fOhnkkboI94YBW7kkLmqLNPgHt8EOnW7cCzjARufpkl8GrtkvzxJQoR7iYPe97//vabhZ8Sn0eANYCBROOJisBTi27Po3wAfGj/AOcvJd/Y6YVuXc+zA3tEt8h/wZPI583m10lzW8lFSNs1pampKh5x4OHn8hF772tdaTmZGPBHjYb9ZG9nFXq9Zs8Z9DylJEvHW7B9//OP2g0q2QcfFvj71qU9FnReTzS4Q1jppc9hFwoppj0577JFH9fCDDzkpVlIIQfBu3vo/a7jALzbj0Ycfjr4s8/FGdKf9ys4DnfZzHxefg008DjyDc+AAfsaddNKW4/j4ePRHwPWwg3jWgG48KEhSkvlOnDipTWefrXrzeYvlkK9CtDpx5o2pyvHm3S7KP//8i/az94hxs43XZS6QXW6b+brXvVZ8cv11r79B+I3HT5zSKtvU/oEB8eBPoZBXbUOt0ANl433QNmbHrl3q6esT87Nf/t2jl19+Wf/+1a/qb/7mb0TRP03TaL/gJ+zPsaPHo8zXOCmIzuGtcD6BzVcp4KWnrffwafjKyrPPPq2+/t6YhNq+7SU98aTx7GI/82AvSvbZSfLz5iL27Ne//rX+9u/+Tp/73Of02c9+ViS6li5dGu3I2nXrYkEQXGXzGR05dlg8ZLPf+r1i3L/40su68667PPbzWuIxvP04YV0L7sE5ckWyCNqwp9utg/D7KCa8/NJL1rFPGw9BB+3fw2NZy/i4CzqdLiz39fUpZ7uI/gEe5qNdc821UX7hbXQXvIIvGkKI/AxPlAwD62UtCyXvN2v7Ac//8Ac/EA9bgAdgWr9uvd76lreaFEn099Ez9Btyku+QYz9se3zwxXz6yiuv2CfqNhUNsnme8diDEIKmrJfSJIlH1qeN2WegjdoWZfNZ5Qo5+6aDOmwclkNZGV+rctK3pq5GTc1NUX+wV3wreBTdg06eZTsFPOQgkD8aughAwE/We0Teoe9J+4TI+Ih9bmgQQoj+GfOi2xYuXChsTQhByAo6o6amJtoUbBHzMXcIQZ2dnQJPXGMt5Adcg09wy9iC9Qr3wRn0wobxcGYIQcAFPiv29+y8qqxEleCW+J5lHPwFT8xczEHfxPSX8ThhPSQFJWmqsv3JihTtgJWEKCiwTtl9sBeMBy7gAY5hyxh7Z391dfVCV03vKYRgP3zI01TEGJKwrEvjNzhAP/MbXcFe8a8K1kvsnwa+kEt8T2wyDVsOjhnDHMzFOWPhWeYkJoU2zBmCcWC6eVsCD2XHaOgLcAgt6YNOYz/0obEmv5mL/bHvZvNNc3OzOGeP3OPInNh49gEdwE2dc4jMwT1wA06Zl8Z49piYNmX7ZYzjiP6csPzAx/wOISiEwJAIN/AwF3OydiaTxnvsncYYWgghjqNfCCGOheb0AT4a/ViXayGESKPp8+lxIYS41//3OjDIf+yT/TMf8EyPYy32yG/G0p/1gJ/fXE+TJPIYsgYduM883AshOGZudQJ6cSye4k9t2bLFMWFrtJ3IHvo3hBD1NHibnht6olNZB/l7y1veog988INCp8l/8FQIIcogso9/CLzoNGAec3zMXMQoZdvyipPs7h51I/3oA97YE+dcgwdDOIPDEELEN/vgfvlV+tI/hDN04Zw5uM94jqz5//blHnwCnies88AxegU5PHbsmH320QjXpGObhobG+AAZ665wfmfRooXact65Wrd+raosT/zTNrw5xzm8WW3/AJ8CPwnfZbYLURyRK+ADT+CRnMYcx8X1zn8gX8jCQfv82EHs6B133KHvfue7euyxx4TPgg1CPtGn6NkJ5xFPuggGrvHzKOC9zvmZq6++WrwhfIHj4VWr11hPzrQNXBrfWgQufOFVq1ab5jNULDYKHwxfus6xSnWhRoWqGhdLJzVl3zOEJOoXaC7/TRpXwI9eBqe1tbXRVoVwhkbuEv+jP/iiQYMQwu9wxZBQAAAQAElEQVSvcxLMo1ynHzihHzx6hia5iHvuQ3+uQy9oVW0/pt7yD51qnDdjLvqFEBRCiLlG+B79BKzco4Vw5t6EY0XWZL0QgodXxP+zBv18Icore/uf59P3Qgiqst+L/gEe+tG4VrAN4TpHvhQ3Zp92dHhEg85zTJmPgJ31uZ/NZZRYR7H3/x9d/wEnyVWf+8PPqeo00z0zPXk2z+aklTYo5wgSElEYgcFEmwyG6+uEMTZgY5vrgG2wsY3JOYoclaVVQGEVdqXNOe/s5Njpfb5nNPje/+fztvaou6tOnfPLsaqHY9PWDW425sa75UuXWt6WqX/JYi13rW+dZY4azcqVy7V4yQL1OgctlZqjjs9eP2NQG2qyLDY3NUe9BZ7UNmzCdWr8HzdwD7jmS7yGjsO/crkcb+Bk/zkb3et4cb7ldZn9K34BHwvc0Ae6MaAr12Ts4zjuzeM/eASdgAmaMJfBHGiVj7lRXlzH+B8exMuVyWaUzeUi71kD2zU4OBTzSPiJrzzheBh8Djqm2emm6r3336ftO5+LcdfRYyfdgD2tM2eHLLNSCKl5KY+GeLEmcAN/CMH0TxwHV+L6yAwwcx6YgQ+YoSnz5VfRsg5t/NH1p2ENumHWcA4Qf8HO9TL8NT4GOnAd7yGEaEuAnRiEBi/rER82WY6yjgsalo2a4zzZd+bcc4hyYF8IL4gN4RPx09xAX8nxFrmBjt6C5+TUtGuAM44JJhzrjArawVP8L3AwDz5iY4iBgQU84BfvHOcadBv8kR/iA66FJtj+cefs8U8iOE+dnppQzfl+CEHBC8DLkuOveZYfbpbM5zLK57Mqt7dpwYL5WrR4gZYu7Rc38G+03eTBjAvO36Krr7lSr3r1bzkffJ3e+MY3il9Fev3v/I5ufcUrdPXVV7s+c46vWxpjd+p2N9xwg6iDkdOudlMVe5vJZFQ37XiQioY7Ocuo40b+LMWQ6xZTtpPkLMG0JvcG5yRNlaRplDmuB/4QEmOiKC91+xb4VHNsNvcOXZjAO3xDPriO2Isa1KRlADpNO1eD7lzLedaHngxqiIV83vDWBc3Hx8fNszENOUeou+7KfPIHjocQFEIQ651wPPy0cxRu/t3pvMuQBskA12sId/DEVBkLTzabM+Hz/h7iJmyas1IBEIzkHWVCsXDEGAIQgtkIGILCfJAGCOZzHXMgCkjxfQ5ZzssviBrCrLBTCAURxtx1mTSjkh1ji412LptzMy7nWkGII5NmrYjViChrs0/GTAV2Rjab1dz6IYT4GeJzDgfE4Dv7yS/e5wZ4AGPNigqTGqIRl420ylgAQgjCEKOwOBbWAYa5YXGIgg6zCB4JFlgb+JjL4Fpg4bM0SwPmZzK5GLSzbs48ABYEBJpzfspKy/dpG3/5VXeCUHVg5CWEoLIH9AMWriVoCiHEhARlbi42OVlvMr+zxiGx4NaNXV1pNlHGw8R1UDcdBQwDB9yMmhUXh5Qaf0apVJSc1lTciOUc+1RQGisBMOBs54L/mhXCk5VmMK6NaDxJLrkzmDvrkRn4B7wyNOzHZ/BEMU+dPO1g5lgUfs6lSerlGopvqiqXz6i3r1PZfFBIai7Aj7ggd9pGdFzTLiZNuUk1PTOlEEKUA/kFvMfcuGNf+AC9ccTAGILX8eAzcgB8vsRBUU8MXKAvOAEfSSeGkYSZ99NnTouGKA4TXUFvWKfFRdNisehGRFk4BAK9FjsHlJi72LizedgK3eSAIG9ln4Mp2OEfP3HchYyH9ejjj8WC0LiT6tMDZ+Jd92vs6GfMg0d+/YieemqbMOCsGYebOZXngxf0IfFassGAtjOmC7SGVy0tJWEDauYx8znf3l5WV1ennX3Jejbj4G5aPf6+2AXeguUyTRKfaxXOPjEj0pCynKBN0Tq7etVq8yWvXTt3u5l8xo23Tjd1Vqijo1NKMnFewcVtmjCXuFi8xIVTGmrnnbtBxea8Th4/4iL3M26sDmi5ncDFF16o/iX9moW3JRp3ClEdLmiiJxjIvOGqWAb3H9ir7Tue1p69uwQf+Ile7pCHPzjGwYEB8cQcnwt2qAXTvLm5yZJXU9UNaBChuAENsg4woEvVTefpypT1YsSyeERtDsAZJKAkM/1uxmAHoQeBey6bNY5ywNyrNW40LnFg1uGGab+bUxs2rNYVl1+kdWtWODDMqlqdjuuePn1KQ5aBru5eXXP9DXqRi5AbztukE27GT9rZd3R2a17fAjcLip4/Zjo1K1gwa9avfq+/EKfpsWTxoqgr4y7kjFgGSL4n7DT4ic0HHPwMnj2jmoNycOzt6kbl3Sgb9rGaSk3NKrtw0Jy3ftck1q452Cg2l7Ri+WrTfa3AE3s9PHRWQ4NnlDHlqm4605wdPDOgKQeQBDpVN3mnfBy5z+dzDjJGXCA9Zohl3ZwwHQ9b7jK2dyXvU7FuNZm/SdQRnv5ray2p4CIiOtDqAB5dhccUIVtcbA4heJ3JWJgiQJGpgc3KZLKmfcPnprxeJspoal+S2nZhR/PP6xdOE/4VmppsD/PK5rIaN+ydPV0uXLbGn4yhoF+1TcN29jlQKTmZWH/Oes/NKUmDZozjgcMHNeGCFzpNAJbJ5szTmur2s5VKzcH8qDrKnRocGhE+dLFlvVhqMt5FFfI5Q13TwJmTOnhwn+l5VsdcEMQWPProY/rWN78lntiTg5XXv+53RIPlBTdcH3XygQfuNU2HtG7d2hjwwJNFCxer282cXbt2G8a81qxdr0ya07T9xsEDh8QduvGpKjfBsDkklY/brmC/Dh06IJqfWTfTaKy2tbXqsI+dcNHu5LGj9gtTOuPG9rPPbteWLRtF0tja1mIdO+Vx2rLeE59aOuEEE75z8wgDm7Z8+fJY0F9rewXN4WXG/jrKl+W3YjuVJIlhTdUwrtjWrHWoZBvZ5MLvtO0VvFOa2Os0NGM9d99A0d7YrsIfEsTEa7BWwTyedlAVQlBqviMvJdu5IevXkSNHxM8/EWDHNT2nYL6uc+Lb5mbj5VdepauvuTYGksAJjCEE824wFv3vvvtu8SQLssZebc83oNgHe7Rg/jzTojvuW6lUBVy5XEGFQskF5tMiIHvwwQct/0cto5NKQjAP11nu24UvCCEohGBe7dCEE8JcNq8LLrjIjZ+LbT+7zfuapqcrhmdI/P02nrh1GBCLuMgN9hva9blYj42DFxQIaE4CLzhhu0rWoUHbB/5OCry44847tcsJUsM+AlywjU3WDa6ZcHDc8Cbgyvo521rou3jRfPuGCY256F6xj+12UW71iuVqtl3dv3uPfvqjH9v+n9SLX/pirT9nbdSZZhd+sfXcDHDllZdr8aKF6rXOle1z+pctVam1RW3+/IIXvlDYeJqAF7hJwVhiO/uim1/kwP8NusxNVeC2EET5v+6669ThJho3XXCjAPzBd1MgwRdDc26kQQc3b9wci9+dbWXN75mnNziB+MmPfiT+vuO69eu1+YLzNeEY64wTthnbXmQS3W4zr6FHCEGT45PqKnepaFuZhIz9YZuuv/4FuvXWVxqeZeKJUQpDJCDXuKF2juVri5vIa+0PFi9cpN7uHi1asFCtzSU1bGOH3Jw+e/qM/vu//lNfdWNt6OyAtj/9pFW/JtnWzLddv9iNv1e84hWiaLNgwQKFEIR9hTeHnODCJ2IO/g4UsKLjNI+4AaS/v982p9W99FqUTc5DD3QHWsHPQesHDby5dcAZGfjfbuTydPLXv/51vcMFPGKcT37yk/ra176mczecK3iEXNAg5alSChDc6PKxj/2N4SvZX01Y1qe1e/de/fCHP9a3v/1d69ATTsKPqNm+9EW3vET/6w//RO981/v0ute/SRdfepmI/f7905/WQw8/pGef26kvmCZ33XOPLrr4YnV3dWnjeefpxbfc7GbRK/UHf/xHesOb36hbb/strbI9HBwdUbaQV91GohYkfpJ5z769wjYdPnrE9vaM5XZGwf/B2wvNb2Du7e0W/CZ2Xb12nVrNb/IWCm8cw46gT+QBJdsm7A3fW1pao6/Bt6Bf0HPGxWNsRzaXs87i35rtF6q22SPCn0FvmuLcFPRNF+5uvvlm8erp6bF+T8eiDN9Zk6cIX/aylwk7yvrszU+d8TNjl19+uRu911kW21WxnWff8dEx26rD2mE7X7Ovx9ed4yY6tjdvnwPvwQee4Ss6HJeh8/AdnUL3KW7yjg6xX9F6+awLJ8/s2G5/XYsyhF5hR3OmNXdsF4qlCHe3Y5UtmzZr46aNeuzRJ3Ty1MmIEzDwtD/2naIke1Co5PjChQvjjQL/+i//IuS3aLvOeX4W+uUvf7nAY8miReq3/0wt97lsVlXTuGweXXLRRULWkWfW5uekyY2gL/To6+3TATd1DltHgBk+sj70fOMb3yh0ZnBoUBdbtmj+YnfgA7SAl9AF2kF7rs3bv2S8Pw0qaMP8ZS7yMp+56CN78/TwI276o1PnWV4Ljnmr1nXW7HDsCs2LxSbHQamSJGjafg1fRLF27fp1kcb//C+f1De+/R09/dT2SENgOOMYjmIveVTV/AWXtnKbfcKw3vWud+tv/ubv3DT/S8tZm/72b//OfuU5rXRMDs2R2UIur+7ubr3mttti05WbBf75nz6h97///VpnO93d26Xlbr63uxiTy6davWalLr7owuj3iXevuuqq2BAAV+jd69jofe97nz7+8Y/rz//8z/UHf/AHoskKnaAFMGIPaWCHEGIeg95wHfYZ3nR2dolG0Ec/+lc6cvCAmpzX5bOpWpxPLLSdPG/jJj319Ha9453v1qT5fuHFl+rPP/Qh4ScuvfSSSCvoP2LdBx986af+7VOOK5tdUFpo2gzGG9PgBQ0ieL7E/gQ+owsbN240DxLzIivmnDx1SvsP7LfN2h2vBY+cdQe/it4hK/Mdb8PDun0mOg1t0S3wBmf07rDjQ+wi8r1i5QrnVV22hZPRFmGzH3P8hTyEECKszGPNEEKEpW6/iwxz0xuFHOa2288BOzI55tge2Z2y/62rrnxz3vSZ1PjUuIJjuVqjphbHaUma6oSLoYcd/4A79mfOl/EO3BRxF1nH2svtgj+nT5+O+B+w7oDL0NBQtGXQQn7xDqx1x3DEBMiUD0dbWHAMAD+Qc9Y/a1/K9RznMzE7cJCXjYyMCjvCWtAOnwRfWD+EEPkCbTkfQhAvPmdzOVFfqZv+Vcfi6FDePJJjdmCqWdf4VQPW4foQgsj9uL7kgjjyN8cn4EKXsdnMhT4hBIcXDevdVMQphBBzBXQQ2IGBtTOmLeuAH7xijXw+75ig5TfXQQNsBzSBrlzPNfhXjjOfAR1ZH70CBo7xPe7jmLnJsWpLa2uEAzjBhbXhFzzEHkI/zgEfODGHtVj7+PFj9sE/jDF7a0trxK/umJuYEbkCfuCCHugFvgeYWY/jA2fOCH7xnfVZm8+8AwfvfOcc17En7zLtgKFueQ4h+GsQ58CPuVzHgHbU3sA3hNl5HOd79zkOugAAEABJREFUHb568NmnolzMXcues8dn9SaE2Wu5huMNy0jDe7MWe7I314Qwy2M+QytghfaMkZGRaKtYI4QQZX+OPlXLfN3yFW9+S9IYx6eWA2SBNdhj6Oyg0Fn0Hz8Hz0+6MEveRQ4CPeAZsCAD6Ar8hc7wkzWw7YANb1gfuNBF1iqXy7bxrZGOHGMPbDI4DltXkUf2aHKNg7ngx17QAZzqrvk0aKrabqSJlMtmYowSQohymySJZvlRi+/Axfe6eTD3zjFoAmx8Zm0+8448QAv2RL5451o+Nzm3QE55H3Wtgpu0+t3Igg7EtthBzq1Zs8byNmYdnNH99z/gvOgZ51Gn4i8OYAM3Oaa+/MortXL1GvX0zYvx5pBx59eyiN34O9XQhGPAx94dbpZg57BBxLK5TM62Nmecs87TCjEeAE5sBXQFV2wgsS3zz7oxxk0xFfvr/fv3xZu54Sv0AuaK81nipqz9LHvB04pl5aybUy2tZW1ybMTNx+gWf3u1u7vHcVOL+Zg3P9sc563QkiX96ursVrmtw3wpyOIrKfi/JMo98EF3ZAOcGPILuocwK9PMAXYGn4Fvbt6cbAEvxzjHvJrr3tCJtXkPIRiuXBzMYR3mTbkOSR7+P9+nzKPpqCOcZ01kF5mb4/Pce8FxEPvmclnjlnMjshB9H9cgL3PywzrQEjj4jOwTwxNbQW98IeeZn7Vt5B2bn8tnlGYS07LFvn+BehzrdJTb1OKYsuLYoW4cs5msz7dGO8r6/KocvNz+jGuHe3bZVx7T+NiI/eCYc4VJtZaa7bvb1e06aI/z1aVLlzg/Xak1a1ZpmfPW+Qvmqcf5Q7m9HO0+uGRzObU7D2/t6lXP/IXqdYy70jWQhY47UseP2PFex07z3UDFl+PziBOJLZAN8iriEgYxMrUjBna5YP8KTeA3OGEPsFfIOjovvzgXgmXGQ67TMR9ceYeX0BqdzGQzStJE2K5sJqdEaZS3NKRKk0SsA79n154SNhz6NRrB9b6K684jOuF6+sjohELIamq6qhnXvkIIluuSa4Yt5nGTZcj8Nk3y9o0Z8ws4sHOz60772qA0TYXuEKejs/AcWSnaXoDz/v37deL4CduEEfFiDnavbnuchETY5NOumfIk6vDQkKZdg2ReYjwY7A1v+AwtkB9knetDo6HUazRs3ziPvGJ34Q3v2Gd41GeecgxbRdyHfPX6WHu5bHkqKEkyxiVV3X511LnY0aPHRN2NWJf6EzDDK/BnAAc8Axa+Ay8053PdsPCdz8j8kSOHxS8hnnYsNz46LLn/k3VvJU2SyCfoN4dfxfZpeGTI+feIqtS2Q93vVQUvWLPdZ09uCEGn6l6n1TWyha4rIHvE+De41siNIdxEQvOVP+tDzoTPqtjGgcOA47qKayRNjkvYG7gblrWM5RvZCoarZrrWfKzuweeqjRmjYfloJLZVBiieM66si0zAd+SAwWeOQ4s0SRTxtZywX2rckSX2msNbfkEvBvAwD37GJ1gNCzaJ+cgCn4ulomttE9GvsHcIQfCEz+w/4vh01LEAcSvyl0xPz9hJjGnIBbQ5I8TmLAowbIZQo5QAHsLsghCcRUe8GOcQBK7nGMgViyWVii12Qk0Wnnp0uiDAOeMUGcxngl2ElrUB1MsrEwlhoTOCCG5rS4tazdBWI1d00Q1BScz6bJKqYCUEXtNdWRMy7+8h8E1xX/YKIViQk9+MEGa/yy9gYH/wYMzhwjtEB38GsMG8KRcmGOMuJA4PDRuUujJZw2qGV+0Y53BEwTOGp2IjjQEgUJ6jEevgkJkbgoXGQmRQFELQHM3ZEwdGQb7qxJjPHAshRLzgCecoLlHsGhweUs3rhDRRzQoATjMWbPYHR/Zij9n38BtapIYR+sWRS23YEqUZU9ckBEb4zFpch0wwOAZMXJP6ega0GrFw5fMFG8iCCm54FFxMSQ1PNosRCVbeMQvmaY9TNrRnxTrNblilmTR+HrEspV5vfHwiCjEy0fy8MoYQojFFiKHFtAvHmTRr4a4rGvTJcdOl5nUmNT0zYec9bcM96QR1zPSoKOdkirXhC2syrK+afTXsMBJlDEfe88AN2HhPrKRpkvpcRnkb+2JzUbygPwaQYAreMhd+TNlIQwu+E5Rh6E6cOGkjP2o4p6IewI9JF8RJFE+4ycBAIQkGnnj8CVHk5Bw0z2azvm7ShvJIfPKDgjA4sBeG+lo32JavXKWyE2l+urDHxjtjHYB2yNK+ffsjrdtayzEwweBlcznN2NABI7QMIQhewVvWZrS6SLZw4Xz19y9xELdMC1wg6O3p1uUuaL7whhu08dxzYwABvsgJ81taig4g+tXXO8/0LjjYmFZ7ucOBbFH9S5a6qHyDXv6yl+uFL7xRPBWyyoWctrb2SFcChw4XQ3MOBobHxnXGCQdP1Q4PD2j/3p3a6ibR9u1PWQZGRXGzu7sr4gOfcGAE16wBX9Bd5IQ7Ce+/7z5t2/aEfvSDH4q75Cms4WSPunhw2oURnB78yOayanOjiEQy6yYbBfjFbkaydpuTy45yWRSRwDObzVi+ZtzUHdS+vXu1a9cuy9mkeTws1qQYgiyj9yRIWfOw7Osb1s9iMa+enjbVqlM6fGiPRkdOWy8G3GzfpXvuuVMPP/KwDhw8YJ4NCPnB6RaLJZ1rep+/5QKVWjrcrGs4QVjkIK7Xsl4Ttgjn1NZWVs6BOjRotc2smMd73EC74447RHMlY7ibbUO7zMduF2fHx0Y17IbHxPiY9W1c+WxOBcv4qPV42PRPQ6IeJxgEDAMDg4Z1VG3mV4cHd+txF9egC3hnTjnAHD1rfo+rMjOuU8ePqr2t5KC/00nn0YjTLsPB/gTS8C9Jg06cOG7e58TdfatXr9QS0ztvmzE6MaqjJ47F4s9iN5o5v8JFvMWLFyibTdVmXxBwwA6UkPGSceKdu8e4E6vHuG3atMnNpgvU7YAZHUamKW7XHcicMt93Pc+zggN4ZAA5yqaJLr/sEiH3ixYvVJeD4MLz9mnS9p6gisHPwDSccNLcveKKK6IsD40bZjcYg+3XiOm30ftT0CbQ6ujojH8v8w/+1x/o93//vZ5/nZC1JEnVnG9yo/SoThwzDZ08HjywT888uc2Fw/2qTE+o7sBnanLMxZ4pz81q4bx5sVGRsYweP3Zc33RjlULIU089qccfe1w7djynxx/fpl/88pfa9uRTymTz2vrQI+LvtZzjBsdK2wpsAzYLOLEBSZJE24KsM6Dl+MR4bOTOeP9FDvbbzM98Pquf/PgH1se9OuuGec2Fqkatognj3mKedJnWXU4qbnXjiALszS+6xfzKWm863PDrEH+3ouL1mLt61UrzPh/PkwjAM2wy9gT7WrHvmrHvTE1PmtNJJlWSprFIxjnmpZkMU2MskbNNY27VMIHTjGW/bp/McfADJ+xCCEHgzp3F//Zv/6b3vve9+sIXvqgHtj6osvnU5aZzSDNuAA/a5h4VN/bwBNhZB4dcP2OYkBXWA4bjx4/bls5E/Fqsc8zhJyx5CpCCyYzhSLxeks1pxEnF+OS0pirVqMM1BRVtcy665FLRWGPQWF63bp1WrFwZE4ilLiRccsklsTG1atUq24HzrFfdluteJUmqUQflFcMEPNlMTsCz9YEH3Bh+yn5jSiEE24RcpDV0wa8MkUy4qUzCRtCI/Q4hRF5k0tQNl0Pi53K3bdsmbsxBP3jy/043Vrkev8dnmmZ333WnbYbXz6a2H6n6ujs1bj+euFjb0V7WScvowMAZy98ebXvySe0/eNB0bteKVctVtG6Vis1qL7c6+RoXsj9pP77cSSjxQ3DTK3Us8uijj4oXOh1CiLhMW44e+vUj8W/b1oP0sD8vdGNx0v6XOJTmNnaeZChn2Ugs403W9Yb1f8axw7nnnKelS5bpgi0X6vJLr9CqFavU3dWt8dFx8fM/ZTfzzt98gSbtpweHhr19EulJIWN0ZEz8nY3tbiDRBH/M8B0/elT8ykEaUnHDygPmgS9yw+JZ29hh27oTGjFdsOOz9nTAvBuNPyvE3+qh4bVvzx5N2Abwd61Z998++Sl96l8/qTt+eaf4uzwjw0Pa8fTTpndWS4wrhaUXvfgW3XDTiwSPuAb+ZKwXczHmsmXLorwjm6l5i08k3uCn5jrcuOG6QReBctlc5Dv+kYIQyQFxTMMxONc2Ow4DH3RqxvJGIst3cMGW8sTbWheuXvnyV+jc9edoB38f9Bvf0C9//vP4k67QP6SJrr72Gv3RH/2xbfOFwhewP3KIrcQ2/vd//7f424pvectbtHnLliiTC5zIAfu4GwToLvCMTk4pa37+9uterz/90w/oxhtvdNPm7/S+973HvnVaNEIvtt50W5+3P/ecfuim+ONPbNOEmwtj1sHUulJxXE1jrt02C1riK5CdrOnUZD9Ydgx0yI0T9oQW0HRgYEDP7dylUceoT2x7UhXbKfQKmmAP+J61n8UH79q1M/I4sexxHBx4B37iD2jJPPwReBP3cWMLNgxZ56nExW4Swk/WyGazUZf37dsnaAGs2CaaZ2aTffhEtOPwBh1HFoAZ+ObeOzs7HJ836Tvf+Y5zqhbHzFV1dXdEG1Yo5OL1W20L/+Wf/1k8qcoTmv/5n/8529D8138VjcBPfOIT4iaEj33sY/qXT/6rTrm5Am7A/5Mf/0THjhyNOsqNGM9s36FvWA6++tWvCtliTE3ORHumEOwH2+JcGm1LXExC3jodc8CLgmNBdBj8oBW2DTqAHzTg2Br7swcf2KofOr7baT5324b/7Kc/FXdj2zFYV/LRBhK7X3XN1c5zh1QzsbiWBi5PCq+1vaUYAD2Rc/QC+4YOUECgicZcGnHAh8wDI3xBfpENdIg1c+ZRCCHGptAEGXvy6ad03EUObFTDturNlu0L3OhVEtTaVlbBcnz69CmD66KNZc+Xiz0PuFnV3lE2fXJWtYZ97qCesE0eGh3VBvvy5qYW60dObfY72I26/cqG9evFTSs1y+VH/vIvRTy6yn6jy7aNuLRu+9fsHOb1r3+DLrzwIsvMpM4OnBUF/hivOlcZsn/Y/dxOzXdBLzEwxZYWjdjPgOex40f0ne9+2w3I3frVL35uH3nQsjPpMRN5iT9BpvGX3DSCvJvcUa6gBzccMb7+9a/rhz/8YTxOjIEOUBiETzTK4T85AnrJoHGOrs64XhFCEGvh/9GJjRs36Q//8I/0xre8Vcttg8ado68zfVo72u3Hz1pnslqxfLn+7uMfd57UoVc6PlmxYoVplxH84wkiipUUh4jT8cHIYrNtHnwmNsF2FyyP4AOM4Ieu8msGW7dujfYd3LFV1FKmpqc0ZnsFLaAbQ361tbWpv79f6DcN+40bN0ZZwSaAX1tbOTYE8EXgiMwhB8g7e4cQrLN11x1q5t1E9C2nrX/oCbFHCLPnif+hIXEiNEJnwIU1yEkHHffvtH3avXd3bKq2OH4bHhl2znHGfm6Wn8gB+45Z3tXB0YYAABAASURBVAy6feFEtHfQIYQg5B+c646zOB9C8LVTltd8xAn+gDc6E0Jwrl5lWoyVoCF6hA9gjYbPsC40Zz72ao7mIYRos+AVNpb9GOyPPYBO4Mi7l4l6xPp85zw4c13GdhjdyNk+N5yL8YtDp9zEIn5iPWBlbggh+ibWYA/OsQ57EPudOnUy8vvAgYMRX85jY3OOM3jHNu7cuVPgQKxUdz2G64gLscnsM+P4C58BzqzNteDHuRBCpGHDihNCiPaL48xlhBCivgEb1zKP95xtzxzOvDMXvgMfc+cGx6ET+PEOzNlsTq961auiPhD7hzDLS2DkPPPAn72Ahe+szTuD4/gtzjHAD5yBCx5DV+ZwjsG6XAcM8NxME8eBm3cj7QxPzm9nxGf2noM/hFkZBy4GezAUX8FLNeIIIcQ1mcOac+8hhGg/uKbqmh2yIb9CCI6pk9+cA16G/AJXYM2bxyU3X/gMTsgoejKHK+ezjr9k6LGdmSRVJiS2NdmoL9Ae/7JhwwbngdfqtttuE3/qgxtabnBdBRskv9BR1kankaPUfgEagAe+BnvJZylEnrEu9GEO9oDr8GfYG6497jyFp+APOv6WX8gETcVatRHhCiHI/wRNmM87g2MhzMoj3zkXAnNnB8fYEx5Co5zpwxxgA+45OOA3DS1oBk2Zx7VcF8LsWlwDHTOZVHKBHxiZR8xw6PBh5RyTDbgu0Vxs0XH7KeZO2x8M4L+GRqyTp7TLdYaDhw5HvSRGghZV8xi7nCSp5s9f4PpLr/oX92tmYlr7du/V6ROnor/Ft2CvWRf+gs+g9+MXofK5gptvvc5VOoTvIG64+OKLXStYGOnPzSjUWaAvfpb4nxyKOOtXv/qV4T2hrGszaTYXfWm5o0t9bqS1ltvV7phFCpa7jOW1bjtZt43s0rx58y03ucgfbDlxMscYZa5r7xDvLaXWaB9rboQMuB5z9uxpDQ6dltFVqdTs+CIf10hs/+QX9K+7cQi9q46B54ZPRfsO/gx4Br+YxzUM5vDOMT7D+1wuJ9ZmLvlWwzEG30ulkrDxDOQQGYWnIQTjmorroDPv8NyH7dtqsvKaDlXToRrnYT9Sy7+ef7E3MKMfyDhyz+A0sDE3hCDOTdkPA0vedSXsay6XFXSaoKZi3OE3Ax6zb+q6lJy7orvYU3SVGBz54Sa5zs528WRfUxM422uFGmGc/XHF9a9JTbgWUq9XTA+J/LXuOlE+n3MjtRjj7AUL52k+DVbXqFrLbcq6GZhtataMbX1VUp9znQsvvUS3vPQluvrqqx3nbRA1gIWLFolGP7EIfhx7Qc6EzeYGyt///d/Xu971LvGrWdxgXC6XZQBMx5ppWo98hW4MaETjk/e5AT3/b34zr2a/PuNcedojSF4uxCa3/ILHPOVbsf5NO94y+EI++1yfmtc3T8uWL9MS1/N6XGssWg6aHEu1uh7Q6VyjubnJMFWcw4yZTsG+Lmv5LUReIx/Awru3if+QD+BEvpBL+E7Nk1yM3IM4jJsmybux5fhc7CNr8P3AgQNRv0MIaim1RByQ/xOuTQQFUTdsGNdh5/nYC9bnWmwTMozdAQbkCBiAjwGN/r/vXBdC+A3dM2kq8EeO5nS4w/rO6O7u0WLboXnzFqivb75jjlLUif9bp1iPgUznbf+wScAFPHnrHXWK+aZ3ua0tyuG05R25n5mZlhzjZF0/aXZe19xccExWUMF9GXQtTZNIW3g+7ZrJhOt9/P3W0dGRGFuwT1tba8Rj0jUQ1iTGZP1u85S6wpo1q4VuoN/ghmyudK6xdu06y+25WrNmrbot5+AP7EXLeavpDw/4btJHHSdHooaTpKkyjmESj+DPDduruqGsGY+q/WnVcVTF+jTj3IZr5mgvhM/8gzfTjqs4V7N986WWr0TwYI6mBcfw7M33hPW9Nu/Nz/t0zkPf1PtnMlnTq8l0a7YtnhcHdI950qnTOnP6TMx9yXPwrwlCCrMY8ot3CAxgk5OTkZg+/JvAneNsyKIAxWCNaqWmYTu0M6cHdPLEaU25YAEwnXYaPS5oRKE081mLPeYIgUCy5tyoOiGccBIyaeY27BxmpiateDaqSRDsJ0lkbs2GME2SKHzAgIAAh2nu+fUoECgSOPA+hxPXsve0jQDHx73XhAvlvCMwo04c5j6zXiaTUQghGmaUt+p9I+5mSpONgvyCl6mNMLj4qx1gNjrYLjeHEHaEfnbPqRhgsz57T3pf3tmfIiLvDI7NuAjLWlw3U53RdGXaMtMQRlCmRd2Ixs9BSh18QANoMu5G1IwFKlGQLGDAxBp1fwYfjEbdwcVcAY/GQM0CGpKGwDWXz5qmWRllC3olGuEQgp1ySfPt3HtsAPJuACSBoqGTLhvaeq3h+cHX5eJIXTwGFpQTozY5ORHPz8pNVnkbBRwkdASmOd5xHjjnzetTf39/FN4QgmVvElIIB0FjqVxuF0FRudxpUiTxPNexXpqmltm6Ua/ZaOaVdxDU3FSMRjRrJQW2XC4r9mKkaeK1oWs9vluk3JCdjsHYpOUf2kGXEILpURWKVHMTh/2QB4IngluSpNNu0vAOTmmEoxbvXmadGRf5Oc61My5GIgMVF4RbXKgo2NFPmkbIX5PlCl1JDAh71MwrHBp6NTw4bMOQUWgkDhxPCF7njFO/C+4lG6kDTu5IvnEImUw24lB3YAPe0IY5JNcUnIEhR3BnOPlcs1yzJzCaEKYhrr3hwn2nem08U8tcw4ZnaGhQeRvnVW6G4OR7bCwxRCU7TIoh57npt2LFcnW6UAsPly1dplKxpNMuFu1yglkqFeMTV/AfWEnWW8tldff2CCN6xoWcY6bjWevh6bMDLn4NxuCHNWkyYLwJiqAfRXac6GkXEyjQ7HVjk+MH7DxJXCl4pElq3peiHIMXTxi8+U1vEgEx30ddQLC/UdPzPKjYUAeLRLHULPQXp9JhXIrNRWWfp2nDhnp+b5+L8f1uIOSM22nL4ISQdfmFE5o/f358SjhJE+st8gg9LQ8OdPfseU6Hj+x1E3TEzaEZpWlqmavo6NHjQp6GTAMrjLp7+nTJZZfpxS99qTacu0EFO6Nm8zlXKGrGfK0rUS5fUDabi7qLnBP8s16Tj8/YscJbilFVyxHXWlW1/9ChWOA+OzwcHUUIIfI576Ava1iMvvrM8/a2sqZd+BweHNHk+IQDxTEV8lktcmO92fSqV6c0NjLg4ukBqVG1nHTa7k7Fp8iWLl/qpKXHgURRZTf6iy0tDqw7tMQF0wUOGJED3lvbWt0Y7lV3X68WuIF57fXX6trrrhUw9/T0Kj7dsWyJqVqzTW0R18xzwIaDrFl/li1dom431ltaSj7farswX30uAtato8hCkiSRviNuZBSLzZq27pGonnJBJJfNmIINDbnZ426lCrmsG5Z5DVvuDjnprFkWFniv1PRJPCi43uii/c0336yXu2nA36Pp6+uLukgCNWpfgrNvLbepzwEODZdjJ06IohpwDFl3KJJmLHDA3Gv8sKfF5oIa2GD7ux4Xu3u6213UOqVjRw/qwP49OrBvtx7aer++971v69kdz5jG0yrYTuDECRwLtsenzwwpyeTFk8o93vvkydN6+OFf66yTwRdcf73e8ua3WKSCDhw4EH1Q8fngAXnH7qBTGfs6EteHHnpQu3fv0tMuAh8+csiNxvt1xx2/0i/cGNm18zlt2/a4HvGcRx55SPys5oG9+7R//1795Cc/1NddJN269QGh19jHZ57eLp6ywkb2WMcJuNM0GJa6dXJW9uET+MivBs7UtG74c5KmqpqP6N2cfYKOOccR6Dx/u8YLRf7ykyz5TNZ63OQrFe0/uPElhOC9KuLarHFsa2sTf0fsne98p/76r/9av//+9+u2V79aC5xo5+2b0J9uN4aBFTkstbTaBkmT9nVnnLifME+hI7ECMoGdKNuGwVv8w9o1a0QzqM/rjU/NaMb2YnqmqtRw51w4z2VzymZSB/EF2/J61F1oH0Iw3NiKeuQvyVPVdjmEYBvScLBdFDYVuHzIOFWNUxrPgWfN8tM3r1cUg9evX2c5qViOBqIPIshkDwJfbDXwzr2DL3jn7Q+gGYnQNddeG/UJ2S3aft/wght16eWXKGSknnnd6u3r1vwFfVrav8Tx3vHoa9z7VHu5rCWLl6jFOtBUbFK/7UCfdWjdOet12ZWX6tZXvULXXHedStbXJgf2Q0NnNVOZMg2CdX6e8a8a3jNeb1w/+MH39dCDD2itGwRrjA82gl9g+MnPf6bdbjyCM4VsfuoUflHA3L59u7hDvN02myYxdgA9pog6Q9JXl0q25dwwws+NklA95abYY79+VD/+0Y/1q5//Qq3tbVq8vF9P7Xhajz+1TWk2I35d4qTj2o72Di1auCjCD02xBxRW0CGaPvz8KH4JmTjrBjyJLd+fdhMUGucsA/g9+YW/OHXylPZbf372k5/qM//5X/ryl76sB93MesqN5zK0tL2kSLnYTbWbbnqhXnXbrdq8eaPWrl2jq6++Ul1uXpfby0IOkQ0vGxt4JD7FUsl+vBbtMMU7EiBgvuiii+Jx5KjuuBDdb3ayy0/1gAtNjB779Rbb7Lk1kBt0tKXY4iLUpOVWtvfzbEtmlMs1aWJsUt//7vf0X//+7+KnN+eb5/NsG0ky0BNk+e/+7u8EjSacnBHjpmmqGdtjzh+wXWo3bfF/0AjZBLYmFxsYC+wz3mS/jc7y96Lf/vZ36h3v+n3N2K/tO3ggNreffuZp8YRMzbZ0z55dOsnTMo6H21rLomE2PDYabSI3LH3krz+qnbt2qc0NF+xoCMGmJBiXXJSPivODSecgpx2LLLAvv+OOO6KuQbONmzap1zEqjXF4jI6CwwnbBezS8PCIfVK3pBAb1PBi0rEkc0n8kVOKABTcKHBiw/m5ZJpeNO+WLl0W4wnwZ21oAU2QbdZh/u7du8VTwZwnXpi2r0cGs9mskDPggV/caLhv3x499+x2Pf7Eoyra1zxlmabQ02XcWa9mG4usMbCNyMd/f/azeuvvvV233HKLbnjBC+LT2W9+85uFvFPAodEITNxMdLGLP8B+zTXX6DoP7lTGFmJvaBox58KLzte8RX1SpqGJypgeevQBLZjfLX6xIqihipP/A/v36fChg/qh9f5nP/2J+L7Ocr7Q8UZLa0mTUxMRt/vdvOLnn//lX/5FH/zgB+2rdusc2wh+rWHHjh3CjuWyOdulk/GXBDasWy9kCDrhA5Al8Pyrj340Pvk2Tb6UJOqzvHIc+iGnL3XcxTE+v+c979GPf/xjfetb34oxWvRTkrA/+FJoiO9EBvgOXyqOH3hH71iTfeZZLw4dPqTbv3+7iCunbJNytgn8pGyzdZBCATB2mDdf+cqXYyP6148+oj/5wB8b/3GVy+1KbYRvuukWvfo1r9OKZasct+TjOHr4iIi3udFtl2Nt8jz8824XmLdh4x57LP75gw9/+MMRF2QRGXziiSdi7PrQT8HGAAAQAElEQVSFz31ePC31zFNPixhpwvkpsnbChetCU7OLhVX94me/FDaNu7lf/oqXaczFlx+5KcrP637ta1/TpHUbuYWOxOPf/va39bd/+ze6++6749+15u9egyd0IAbHbmMHoR97oiNr166N8g+NL3bBmqdbaTRAJ3QLfYKu2JZtbi5DR+wTuKCnv7KuKoRo46B9i+0Y8JD79DmH3bh5i/Dld997vz7+9/+oZ3Y8p/seeDCOz37+8/qE5Qofks3llGYy5rLETWLlclk9tovshT1bYtuMnZ9yMYobCcCj4LgsTRIVHH+3el9kAd6DH3wFp9R2j0VDCG5GH7HPm40BOF90jMp88gfmbd64SS32v0XLxojjdWKlGdvMVsck2CJohewAC3THBqB70Ah5KxaLlv1mIYuHHPdDs2ijXDhEP9kL+8d1xNTgBp2z9nkVx9dDjlmf2PaE4Twcfd5i+/te6wl4U4SDX8Q85L2zsnJC8AbZIeYDBtZlL3AGdj5DyybbdmwbMBLfcR04V6w30AlaQpO5d9bkemwbfgKYWX9uPteyB7RmMJd1GJE2js+Zz3f2wvaxPu8c53MIqRxQ+V/DMUlGqWsZrMke7A9tms0P8hdowDVz+ybmJ7AiGyGEqENrHAsSixQc9/E5m81GXsjn0QO+A8/U5JS4Hn7wnXWBCZsF7EmaxOvYC38N/MDDed5DCJHu5DnAyzXMhbYT9mNZ85MC6/j4mGOrKdvIXJw/bpowv2C5xVdkDV9i+Q1h1h+GEKJ8AhMjhCDWnfsMPeAn18/hw3m+M5gH7TgGbnNrc5xjDOSAcyHM7hXC7N6cY+14jWFqyC+fo+7FOUYIIfKK9UIInjD7D/yhEXtzLnW8zVohzM5nVt31DNYAB76HMHuOa+M1aSquYQ5rIVPkj3XnKMgv+CG/DHDgGngBvBXXMQcGBmIsxneuDyEo0tewmNnqcc67dNkyLVy0UOdfcEH0B6yPz+GJzDm7Nbc/sGDHOM87vKtYR9Ezns488Xz8gX7gB2nqE2siRwzs1IjrKg6BlbfuYdvAifXBJZvNR3yBN4QASTyCwJfzzGMd3qEZ+M4NYONYCOE3/GBtBvSsWKf5JSFgQC85xuC4NxFyivzEtV1bAAbWhJ5552Tnn3+BaxUlcQ02hz9DcPDQER04eFinXHM+dvyEaypHdOjIUbW1lS3j0/bTh2MuQA4QQojxG/BQI8GWnnCDmT+Hk4ZUfV09ai0V1XAO1eXcgT+5BF2pYVZMY/gHfMvNr422ycCzcuUq8csJm+1PLnEMdN555wl/A61CSOLnVavXaML+4elntosm7+kzZ3XqzIBjsW3a43rV8Mio7WqrMmlOuWwh+liawzS6R3zupPMDKVGjESxL4+Jnzg/bz8MH7EDJ9SApaNWq1Tp/y/mO9R13OhFrbs6rWpvSmYETRFeeUlO9UYk2pO6Y35cIWkNnPf/iO/TBHsInPocQFML/8BT5hc+8sw5wwE/mMjxZHGegE8hpyXkI14Qwu1bFssD68PZ/rqUeUHF9ZtowVo1vI/pvbPyIazfIGeuxDnIBrPgq9BDwWZN5DHgFLN5OwMk59oGfwIs8tZc7RI7Sv6TfctVk+Wv6DT1yzoPhIWvMODZsbm5SX1+P850uzfN7t3OuYqlZNkmace46PTOlmutfCmhWXWmSxJGzLW0x7q3Pj6J9eLP1rmgfX3Tum88mSsyrjOcXLOPZXE6FpoJjjS4tdPOUnPf8Cy/Qlgu2aIPz57WOhVeuWqEFC+d778R0qghc8P3EUsTamzdvFnkJsUHO68FfaAUd5uhUMf3JjXmHTxwPIfAWac5xcE+S1E1i8EnN1iTSMjGsIYTIY/mV2kamSaIxy+qBffv1lOOxUydPCF8TQhC8b21tsVx26fLLLtVll16q8847VzSDqa0UClmv0lDqmlDGdTHegyU271pk3jQp2C8BO7aQHJjR2dnp+CofYcAGMlqsB8xFrhjAOWcH97pWQNyDDHW7fzHPMTi6g66S25WKJQX/B68PHzwk8lf6UAYs/mMtYCg6lgIfDkIf3qnXsy/n+c4IwRg0GqbBjO3QVOQTdGb8j2wGx2VNQoaJ9YCJeIL1QwiRv8g7x+AlMS57JYaz4twU/k05pxwaGhL6iqx12m71um41336l3XXVfDYr4iroM+rYEZ5ks5ko6+Vyq1pa3BdpKfndw/TLW16Ab9K9iLlYoN0xb1dXh+1ch8Bz2nkmfg09mxiftL2qKITEcliIOe+Gc87RpZdcoutd47ns8st1qXm+efMm28Klrmd3e15eCv5nHEMICiFojr7Ia+p4Gz415JfPNTzq/li1zar6ve7vjcT09agHqWZZqTjfJx+BJyEEBZ9jeLpqvo7BmnznHT4wt+bmbOr4DruehmA70Cx869KlS7Vi5UotX7FCfIY/WdNy0vTmurztAwPZDyGIY9O2EwkHmMiY2wyCsiHnQgiKSKapQJrjGDMKFK0tbWpra1ep2GpCU8Q0IiGJi6OQzGddClAdHZ0R2BDCb4QMACgU1UwMmSjWSV9bVfDnXC4bha3iRmLFzqzmhJ9R9zvfZ9xc5HsIwUqexiAA+CueS2CKoUap2ANDyjuDYwwEq2KjwhoQeA5H1gBuFBn8Oc5nBHpOkVHE5uaiSk6WWlvb4t5JmiiEYPhrLBEHioGytLW2RiFiHU8Rwo0wDttJEBig9GMu+gDX/4xJK+JkdCoVN1Y5jtCkDsQKNjClYlEUhhMv6J0Vh2nvC8R8cMMgVMzkaQfq005yaaCSYENDeDxHFxrWKB0FFnBOjUuaphEfaMNcYJ42HONWoBEXi6rVhs/POnnbDRvdBlvbwMmjIc47VhXrAPuYC1kGNcpS0KzgNtu5JGZ6wcFT3oO94BtCS2AIbVibMTIyZrmpiiB1eHjURbNB8TcHB91g5Fgw7tAXectmc943q0wmqxAyblRVDU/dvGn4vWreBBUKTTYqRY9m8yZn2GsedY+GklzWc2b/zdEIuWckhpczwIkysl/ORoh5QzZsJJac5xj4QDvOJUka9wRnzoUQRDOUxBb+16wDrF+zfEO34aERnTp5JuJMEaDDDamCHTE4peYN/BgaHoqGlD3Yk+MlG8WC5aPqAj4BGXR82g2N7dt3qFatm/4FDQ+NiuvBIYRguApKjFe9VhG/uz4xPuq5FfO06u9TGnCzacRFk9SGTnb+kza2JRtiHDgG3FKgATc0n3nqKfEk6K9++Qvz5qyDv1Ht3btHBK88bfmTn/5U//CP/6CPfPQj+sGPfqCR8RE1lZrEU0a7HVju8giGo82OoNhcEA3Bqoul0BnaEAyRtE/aqLVap6DvkGmOrPMd/aaIsG/fXlHY4Dx6Mt/NpR47mT4XQqouROCE0Ev4MGOZZm3wp9iOTqGv8GWf4cmmiZseect0VWedHKG3BQc8TQ6woDf8p0m0wI2TxLBDq2k7nKnJcRe9Gi7yrdO6dWvU60YSfGGvqhsklUrNdG8ShT1+0mW+r5/nQs/Nt7xYt932Gr3+DW/QO9/1Lt3sYubi/n4FG/28+cocfhImTbOa8RruqSrrwk3ODTUpqGznN9/r5Dw362BkNpFvtpyXJCVasXq1rrr6WnWZJq22XRO2C+NOqGuWO/Sn1XTNmM9pkrigNe4m2T43Ek6pUnNgYLxG3HzucsPvggs2W1fqmnEg2dnVaV3LePmgzq4uLelfrC43Y+cvmi+Cwev4WYgX3ajzNp2nLgeizaWSOswPCtnL3HgHxwsvvFDIE/ToccCzyM0D+Je181+6bGmkX3tbi5Z57fZym+a5mE1Qlc/ltcaJRKvlHlmA/9iNipPZRKnthWXacI9afkdHhty0rDhYGnARd0yjbuS0OIGCZi0O+NAX5ObXj/xaFOUHzG8KfKyLjPGd4h2FbApQFMWfdNMDWelwIDNuuUxtc2a899aHH9bTLtKNmb7PurBJ8XzKtOoy/jnblzNnTplWZV162cVC3ub39Vm1ajp6+KCefvJxPeEC6pNPPObg9DE98uBWw13VegfTy5ctF0+JTDmgWrBwiS659AqtXrNeF198qTZu3BxpWHeQQHL3jne83Y2XTQ5ke8TNBugPPgx+P/rooy6QHTH/ZmIzmGIghU8KqwcOHHQSNqCycYIH4DfqJLzhdQnoaE6hR/gNkoGqfa6sp90Ocs8OntaXv/olffWrX9XnP/956/9etbWVJcsmuthe7lCTbe8Cy+iihQs1Yp6cOnVC3ExUd+CD7KHf6Cb6FUIQPg44gvyyM0BG+/v7ReF4xv4NveM87zPW77l31mCtrAOhZvsa5Lto2ZvnYJrgnO/sSbEJnZyynEyYh4l5GNKslCDTGfVaV5BrAtsQQoxjkFMCL/bPej74XHv1NTr3nA3i5wfrtr/sQdHNxkN58xw7WXXTIJtN1TAtK97P+YOmJsYEjCEEtbW1xfWBzdgKGoAPg2B+2tfMmN58b7bPzDsZQZ6SJAj/XXaQ/KKbb9QS60lIZL0vqlwui/nIMIMgnXVZHxnesWO7iJny1qX5pk1rqVWZkNPKFWvEz3gPjU5oj4sWSZoYlXqUF+QdHqSZlGXiPhRxDx06rJP2BSHJqKm5pA7LRN5wyjEdvKEAOzI6qOd2Pqsn3JQfsw+AhlXHYhQ4GvaDFDNGBod06MABBUnbntwWi/zIE/Cf56IFRXh+Boym75VXXaV2B/whTYXd+97tt/uaJ/WMG5jINTaB9ZtsD6u29yfdHJiyD+uy3Srajre46bt29Upddfll2uJG5fGTxzXl+JIbfNasW+c4bCraEew3utNsWUqTNB6nIbHLTTkaXSOO53giG1sWQojnefoKewQc4I+cIuM0Zmiw0qihoYZfW++GEDcMYQff8c536Lde9Vt6xa2v0Mte8XJdZtiQuUnDffb0SctLYp5NqMtxwYRjx7/+2MdiowT7VbceUdCl0cO6+DoaDfhFfp6H/efG2NhYjAX4uU1iBWAMIUS95Xr8OTYPO8dNEV/6whd07913a+sDD8QGyZ133yNu0KmabwfdCOuyn6N5RrJMIkKTkCYqT5v+0z/9k2jqdrhRxP4hhChLxIcTbtzwNCDwYmdp6tCwY2BvOUZCjH7QzOm1nO7Zt0/b3Pj53vd/IOhM8fC73/ue7drh+CRAxjpcMH9phuM3168/R1u2nC/87Xve/R5dcdWVGrFdA1ZgmLTuV2xP2BN40Jv5bqTutv3usV8r2XYcPXZcPB2xe/cex1J5J5md5kVW2I8hJ6zg8Nhjjwr7io5QMOAcP3/MEwp7HVPgt5a7KEcT5CUveYkud9JJ3AjO8I/58At7zWcaVdjTgwcPxmYessTNKvggBjf1YGuAffee3freD27XHfferbu33mfeDuu07evBg/udNBd17MRxN4+264ILL9ZffOSj1sEnI+0e8Nwf/uj7+ua3vqqh4dMaGx80Xyd05NB+9Xa1OxbLxTG/ty8+Tf2m179B5eaefwAAEABJREFUb33L27R8yVo99ehz+sF3f6qt9z2oAwcOadK85OaklqacFvZ2KZ8mQs7ABZnAB4E7sgZv0R2eRvzBD35g3h0RdpZmftStnbtULrfbLpbtx3qjv9qyZbNe85pX6Xff+jZ98EMf1Lpz1unOu+/UP/3zP+nqa6/WJfapJ4zzChee7r3/Tm175gmNjgxqk+dlbIcS1dUwTDtNk+Uudp51DjFmGzc1PqXntj+nO++4WydPndGjbkAODE9IIa9/+/f/suxcoMpURYVss7702a/q4J6jpmm77rnvfv385z+PT/Pff/99uvfuu5R33JK6uNbrmHO+/cc5buhef+116uvpFXJ22223RdkB13vvvU+f+cx/R9z5KVrsAk8qw9NuX0/x7H3ve5/6+5eq2Xkfsk+ckaY5oUfjLmQNnT2rTtuCpYuXOFao66knnlS/m31jtg2dnd0uYl2uJYuX2u8Ex+PDlokBx0Ej6u2Zp1WrVulRxzz99qlR/7gJwbbs3nvusf0NOnTwqLY/s1NPb9+uIecO3/rmd7Xt8af09a98Q9ue2CZuSOnt7RV6T1yccyHsHl/LTS5jti/4SdbFP2BD0WV4/YUvfCHebMAvL1AARK95Sgv7vnHjxigHXA+ODOjW6dhzifGatp4usw5ddNFFlo024S877WuGhoai7kEvGrfccICOfO/22/Wd73xX7JkkSZyP3vHzw8uXL9fVV18dYydgwB5UHQ8zaCTMOF4fdw4d7F+4NpfJKmP7jy1ijYvd8L3mmmvUN3+ekPFsLhf9dghB2Ht8FjjLL76HEGb55rgbnKAN57FBnI97eA1Pj34H/3HEBfTtLsiPuAmKD8v7fNY5AfuxPgMacD12CnqBNzZkxjFHatihG/Zo7Zq1jp/niXkco8kHj4gvQghxT67HfqGv8IN50OK4GzY0GOYtXKDeBfOVtW9PiW0cB1SqFTcOJoUto4CVM4zggo0FTz6zbghBnCOOQ8bZFx+FbIAz/gvYOF4ul6PtAD/iFr4zOA+urMk5rglhlt7kMqzDgD7YGfBnvRnHGVX7KvQIf8pa7Bt9umnEmlxTcRw5Yf6MOt8hZqk4bgheMPEeZedIza7/AA9zid2QhSRNI17oAudOnTolYo9R69Kk/Xaz4wYGfA4hCBlmP/jW7AJ7Q4pxGmv6o8h7R3wt9KTmAp4cRycOHDgQn/THZw8NDrnJcjzeIIEtZU/Ow3+uxZehF3wnlufnAPfu22sZTNXnwuuk/R70gyfsDU3Zp+AcEn5BO3CErsDAXAZzeQ9hVp6Zx3dwmntnLejP4Fpg5z1r+8g5RtW6NnceWICVd9YBDvZlL76zLsfkPRkhzPI8hBAPc77qXIS5rA384BUUBC3naM85u4Kop9lsVv/3HiGEeDyEEONdPf/iGvjHmuAQnj8eQog5Cus0mWbgIr/m6MFc4Akh2B+PCx6AYzxuIMjhuRG35twmSVNBj6ptTsZ65WWUWreQd/BAZjgHb5Bd5IzcjDoqe6BPwME53pm/efNmcYMcN7uj/1wDDg3vXXUeUnUAV3W+wl4GIeJcM0/mxoxln89cwxxoyF6sH0KINm7G+gJcHGcu7/CC+SEEhTArI1zDMeBiIJusF/N122VoXGopqdP1gUKxoDODA+IGyqrhG7Rtn5qajnH1hPPqEJKYd6SmGZ85ltomIvMj9omsie6OjY6b5gNCJ9CPg9Ydnhqd+yWXo0ePxJt/dzuO37d7tw4fPKAh5/5552mrV64QNwUSs/Yv7demTRt1ySUXCx+B38BvvfSlLxU5yHVuIHBD4pVXXhHjXOgMbxctWuLmWL+aiiVxkw7wDdhf/+KXv9JXvvJVfeXLX4u6zE9+Hjp0SMeOHteO7c9q7579mna8wQAX+F9ynaPF+Vnq2Lbqel6h0Ow4otv6f0onT55WPtdkf9iu1HQgn6KmQT2gVGp2rFJSW7nFTdts5HEd4BTi5zn+1Z7nO7YIfhecM2Gf4EsIQdAaHvIOv6fcKOZa+M0x5mJnmQOe1E+wg/gh+M28uvMTruU6ruc435M0Ud6xQ8766K0iXKyJnyAO/7/tNb4en8FewIw+yS/W4TNj1DWfo4cP68TRoxoeHDQtp6IvAR5uxn1i2zZxAyb6WLXNgF954wu9ZlyrafCEaiLbhorqbpbW3Wiv2JdOu7ZXMd51dDRJlc9lTduiR8nxWZPSTIjz5fgvSYKvr6rquWmSCHqim20txRiv8UtjK5cvE3K23E0c6pTg2+HctJfGLfFzIaeq628dnW1a7Zj23A3rdeGFW7Th3PXq6e2WWRjxIk6A5tCRhxC2bNkS5RSbkHjvuQFfGSEAW03ABk9CCOI4NIB/wcag4JpAsJxUXG8i7sBmMZiPDSo5JyJOaGtrddwwE/O53bt3WX6f0RnnqQ3TbMw5FrXTZ11neObpp0SskySpWl1/7O7uVUdHV9TjNtf32tvLand+WC63uTnXqZ6eLp9vF3uBBzwKwfS1DAEnx8vlsm1QXcgR8TSyAfzyi2N14zHhnAQZpA8BvviXNE0NM83AEGkwbRsG/q0trcpmMmrY5tRcy0tsZ5CxOVkNIXhlxWt5MKluWJLn6QttWJ+1WQs4Uq/FBRxnX3wg8LAe63JtLpdTCM/D4dh2xrAAdwjBuKGNEvOyuVykRbN7AQXHXhkXkNIUvqVRN9kHnEdN88mJcadhMwpuKFAbqrhuRJN02jWkCdMDWDhWtw/I5zMqWSZ56pp34Oc8c4eHh5wPndDE5JhS+6IQnofJdAUmv0WbDD7Thh28y87ZsI/E1TzAxE25V7tOc+65G7RowQK1WG4yaWrdmJW/iuOymunY8GIM6MLgswmjhH3TRDRS69apuhGtGK/p6oymTKsJ78uYdmzHueC5wAosaZJ4tiId4RV7QV/grXo+JwuOzZAb9OZSN/ypn15w4QU6//zzhd8kRqY2Q43mHNf41jiGxiZhf5BJ3pMQQmRSasQYbI6AIqgI7+ykRHU73JobaJk0588wNlU2m3MjtSTmtTrAnFUqlKBbBB3yC+JO2QEmRqjgImo2k3PgkQqkGKadaRX8vRaRzWQzanZgCYAIS87CA+IzFgQGBIfIVRsnBp9DCHGNjIU2CSacF+WamgkFMxg1OwmOQUgGexs8gScGgQH+IQQhaBgmjO7w8LBhqwt8wLPgYKlu41I343mcuOGAJMj08fckCeI1t9fcfiHCpFgIqBkmaFEzPDj6SQeyjIqNd6UyZdpW3O2f1PTUpCoWEgZ4BgXVjHPdCl634W9EflQ1PTmtSQf9rMX5xPDnM1nVbQRmTPcZG8G5NaAD9EGImdcwzBQZpz1n2nOBqVqddhDPHS9ZZSzAGANGUCqaf8zFsTM41mgkMio2RnXVLB+Wb4WQ2jiW1N7eIYpY3d1dgp81YPee41ZyaAwNoS/J5ODZAQcDJ2yMj2u7jS7HQgiRP9AeOZijGzA3u6jA+sVii/nTEHI24QDLrI/XwNdguiMTvIND3k0neMy+NdNQCtEwwdMmim52gjUb/9Tv8IQxZacJXfgMrBM2QqzBuma98Syq14UEZB8c29ra7CRaBazsMzeXNQikRuzgs7msijYmpZYWZXM5JZbbmmGhiRtM85AE61Y20gy5RLd4b9QbYt0Qgposh9wJ/MDWrbEYRkGWO+NxZARkFJpnLAPQA8N6wgXkkydPCdmHNjWvVXEzrtEI5l1VNcslNKyZmRj7E06aKWbt3PVc5AkO8ZCDzBPHjsWfbpwan3AD9aQG3BQiGIUuQ0ODsVCEQ1vtAs15520UTQieKGouFTU6Pqaq1+9xkNBmZwlOOQdOrHHm1EnZL0gOYGhk8dNjJoOD4NOW7wlRxJ6xPow4uSQpBFdwoWgMzASiBMc0g44ePRYTJ3CAf/ILGaKYw8+18bNzFCtHrds2OtERwN8Z2xh+9pafu8Lxov8UBqEf+EHzPjf6SKbHR8fccDqtko3wCjf7LrnoAp234RzrbzUGq9N2WBXTn78Z9sgjj4qG9sTElELI2A7U1WZns3LVGjH6+uar7EIYhbMx6/Jx8+rMmcFYtB108WTctG53Y2vKevqkG9ZHjxxVsM1payvb9rZZT2cdPzCGkNhWlXTi+ElNTkxr8ZKlmjd/kaamKxq3rbDZUKcbncvdxDxv0yZddOklaneBCrnq73fAbxuNfMxYP6acROUcyBXNuzbLdacbFvDguy5MPeRm4SIXtc7ZsMH2ou5ma1UnT5+K/N5y/hYV7Oz3uJH++BNPKGN55zvBQWp+t7SWNGGcZrz+/PkLov4SYNUMXMUyOTE5Jf5uBE9Yjo5N6qQLm30uKhbtF9rb27Ro4XxdevFFWrN6lfIOKIDtUuPxht95vV79qttE8ojjW7xkoeWprsRBbc7CNeTEjOsXu4nX09klcMYmEkyjM6csgy3WSb6TBFC8p/iNnGE/sElHHZhzDt1Gtjo7Os33c5UouPH5lIaGRzVjHNrbuxzIrtKmzVt06ytuVdUBy49/+pP4U9NjbiC1tDQbr+P69SMPacwFmyce/bX4acxxB0GJJJ6kq9veZ9NE/mdZOK2Dhw9pbHpCay1nL3vZrXrDG96oN77xTXqVcSbBW+VAG9wvueQiJ1jtloOC7VOTjh87onKbEyn76GPWX3RpvpsENG2azCfwqHov9AW5T5LE8zsifbAZx46d0KiLzSEkfh+1jNcdpNVUt73PZwtqbmq2HLZo3bq1olFJUsnP8t100416+9vepttufaVaTddsmlW5pU2njp3U8SPHVHEA1OLAFVhKThDR44ZxhwfTPoc8cwxapwqz/9n2UTwadgEJn4Dt9iXRPsCnNElsQuoCB/xOCCHaAuw1a2E/kLUxF5lZl72amgpqhCTqx2HDdeLEKYUQbBNrLB2vBxZsAXu2OqFNQxr3SZNU+NfU8ROyRHPy3nvvdfH5GW13o2fM9r6Qz3luRRNjIzpreznq4DSXzahhmTjmRH5ibNT7NNRkXgDnjO0c9giZRN6QwzEXpeETdKnbRxWaskpS+4PQ0NTUuJOpYTUXCz4WdObMSa9Xs62tCr7W7XOhBz4P3oMz+7AW32kgV2z7KB6Om8/Tthv79uzVAw9sjT8XjK/NO8lkPuvBr1UrV8aCQVu5LGwvTwShN7P7VKNNgB6cqzhQzmSygnbTTkZr9jXLbDNXW3/bTEsSXnw69pVG1ty4/vrrVbadvOyyy3T9Ddfrd17/euXNK8av3bDqm9fnRnevmpqbFJJgnBV5ddNNN1nui7Goi5/at2u3ggsPxw4ecpwwqZ6+bi1d2m+6TWrJksVRdvENDdOJJk68g9h2PfLUMcu0Y4Amxw6jwyPxKdIn3UCo2o9RSMf3c83b3/52vfnNb1a/bSjNR/gH3OjBUifJb3nLW4S/Qz7gMz+hSoIxz3r40pe9TC+65WZd/4IbtHb9Oi0BNst/zjSveB/s6LT1U8axx7Z70H6WJ9WHHDMNnF5F64QAABAASURBVD6j1mJJb/2933OD6TVR/9CJYfs2ig8QpehYafXq1bYJXbF5AV7wCZsG/HnvQ9IAfAx85XI3GGgSrDSf0RdkEjtbV0MvuPGFtmubNWJ/vv6c9aK4ftEll+jNhuHlt75CyAeyylrsAf8PuIAFTPjS4YEzUbeQyzVr1ugqJ1k333yzKNoDD0nN2rVrddYFJ/S1zwVfjrXbRyJDGcdLJNsLXNC/9LJLdMuLb1GTfRRPAFzrgta73vMerV69NhayD+w7aDtTFXFzX888lUyLLtvsXje1EuswtEJOWTc0GoJvv/rlL/XwQw/pqSe3ieJFW7nVDc9LJZ/v8XXwb968+Tp67GhsgNHYDCFY3oYEHS+99DIhB6dcTAdf4H6b7SANl0tMJ3CE/hwfcoHwjBt9fYt7dd65q5U2pvSrH96uX991lx6/937B54x910k3+LHrr33ta/S61/22rrnmKl180QXatX2HWvJNOmrZxu6cdOxQLrerXC5HX0wsRKy0adMm6/MDomELH4ENmZhwzPz633mjrrryGt1w/Qv14lteqiVuus3rW+DCT7OIr+AhNIKP+Ai+YweMsmk7qV4XdPr7F4ubClj/Pe99n7729W+6eHlEBRf70AfonHMcwDU1y/Jh+7LnnnvWxZKeCCvy9thjjwn/BH3wYySuDz74kE7aHo9Y92qOSZDFJ596UtgR2a8ju319ffq933ur+Dli9BCc7jL97nFDb5XjUOgOz8AbOWYNZPSwC200qJFL9qXxho9HbimQcv6xRx5RpTKtipP2K664XDffcpMOHzmoLVs2Cp7cf//9ju2eFnECce/ZwbOiaU5zmEbdn/zJn4iblPg52Ntvv100Ee++8y7x5xd+/MMf6eEHHtD5m87Tu2w/gu3PO976VrW3lnXDtTfo8ksutww+rS9/+SuiCPzQgw+6uX1QI45jph1DVCZHtPO5HZq3eKGW25aet2WzMo7XsFebNm7UBVvO1zu8Lg3Hmu3IRh/73d/9Xa/35fiUKHbyqiuvNL8XC3xf8IIX6IUe2LUQgqA/tOAnc1dbT/P5Zhe4evSCF9yo//W//rduu+3Vet1rXqu//qu/jraPPbAdn//c57Vjxw6xDraHBiV7YfNCCPrSl74kaAtv3vCGN7hY1iHyF+SE67ghgZ/gp+k+K2dB8An/k6SJOMa6xGH4RfjJ3hS2sSe/Zzv0x3/8x3r1ba8SOPPT1PfcfXf0ZVw7Z//wq+hn2bqCTVmyZIn5ukU33nhjhAmZwUbxTg42dx0yxzHWYu8R++Yh5yUzluuc49Fgn2w0beMqjiMa9ntZ2/6i4/TU/mfKx2tCn8ABmcEfo1McCyFE2WbdI9bp53Y86+L+IXGDH3YGP4vMYTeQ5SRJBFzAyWdgQ9dYT34hz+g6dMImowNN9pfsjU31lHj93HVcC25cDzysyXXwFTpxcxQ3jWDPoTnrgAO5yzwXybgJElh46guakhezFnNZL4RgfXIs5Dwa+JnDGsxhH66Fz+CHvWGO7HOYN+FrwDWEIPQX2FkXPvIEHvkw8Su4ch1zWRccTHD/a8S8OknSGC/yp0/Ik8lLGl5sxnEKPA0hmFcZ8y0n8Ib3BfOVd3A44dx4zHE6cFXdQB4aGnT8NWpbV4gxHHsiu/izNE0dj52J8UgIIe5PzMUawAi84M++BsHrjAl8iP2S4Djcsgk9iKOIi/CHIQThH1mffZqdF3W7+YSdw27i9/sdh8ybNy/iiW3DxjEXOwsfkYM5+k45Vx11nBq8X5pmBH3Ak2ugOfP4HkLwuSTSEbzAM4QQvyeWQ/kVHKNwnPP+6tyuHuk4J1PQEFmr2pazLvwmcgshRJpzjhFCiNdynrUYITCTVU15+2L5K8fZm8Fn5CSTSeO1nA9hdh1foRCC8O/QHB6wP6NqveV6VmY/cI3D9njuO+calkPmc4x9kBnmsa8Xn93TBznHMXQJWjCfeewNbvAF+YUWrEvswf6+VMiiTEt+pcslGtU8IZgnnDvjBh8yy1pV04+14BGyAlysUTUu+CLiTPDkHL4HHV29eo3rTi2xvglMISSqexOurTsXYe+q411iW/LVmot54AwOrM08cEMngIFRN43YExmFpnM6LAWFkCp1zkeNLpcr2O7Vvd/sqNkfIf+sB60a3iuEoCRNiPsin9gnhETYAmpHQ86TE+cRU65lEBuXHec0Ofesu25QdXyfyeXEmtOOnVl3xvUF4g++QyfWIY7g/ajzLvghv86cOW3ONhzH9DiHXac1a1ZrnnOLJUsW2zcuUpvrFT1ubrW5IclDDdlsxrhUHbe0CV0jFkGH0S30cvnyldF3rnfRnfMyDugYOj/oeG9ickrUCErOhTtch2gqNsX952ADLnIpbDf0ZSQhdfifkdlkO9OkTjeg2lz/aW4uaeHifq1ee45Wrl6vNX6/6OJL7ccu9LjYceK1uvrqa7XGxf+CaTXtGhK0a3YcjArVTDvobyX2v4b4nFj+gqwxnlB1rjbjfBTeN/wdWHj3aTGPd76HEJxHtQq7At+I9TgP7bHHvDMPWZlbj7UYHGPULRPsC32Bg/lz63OeNXhn/VbXMtgL+q5xbEKsQZzD5z7Hg8TWbaZPvqkohUQ8uXzo4EHt3rlLW++7Xw/ce49j/Af1uGNOdIV4BD+JnLBH1nUq9FJ+AUfN+gZM6FzG9iVNk2ivspmMcpbJmmVtxnxNvRdDfiGDmWxqXk9rZHRIU9OTSlJjaDxzPt5sn9KUz4lDTZbdtpbSb+IEWR/GnV8hqwNnBqIdRx6IC6hR1hyP5rMZBdUtF/K66HI91mfGXdvAvnCT5aVuDCGXwIJcMaA/dE/MZ44z0jQ1xPqNfoIzc9BTBjUORjZJlTe+/HR5kFwHqsQHV8jVoB/NytOuAw46Dh52nYMYbWDgtP3aqEZcy5TrzdR8WlvbohxDY3xrkmQcG1UdG7g22tbuOLPXucfieEMd+yNDw85pGfikcddJgQ/YgasyNaOa/XfOtpL8Dj1tcj0lNV7IDfI7hzvXQB/kCF6zFudy2ay42QRbOXdtCEHQCxiMbqRPCCH6NGCHhpwDFj5j85nHuryHEJQmidgT2WFPBt+5hn3x6eAEjNA9BCgri0A9xrocBwbikxnXaaZcQ5m2TjbM/Zyb3TnLDnszwJe1OZZmLB9eqyG//J5mUvlNIj5NGv7c8Poz7jdNCbvtHR3vNDn2bXddpds2sDd+xra1uH43z/EE8VyrdS/vPYGfPbKmG3smSWr+1TThOjM1a2o6ucwsTck/kUdu6kFX169b5/XnWQbymnA/aMgxFO/wMq5rvqUeiWkXQgBkJQpKQqKGpIoNIfn+lO3ZjGOwKfN+0qNi/xWH9XXKOjltWs3YhnENcEL7smOqnPVuxvPn+AQ+4EWM1O96zQbXtclbLr74YpGzkxvdcsstut41qSuuuNK2dYvIN4i3GMxLIOK0nQ8IhBCUWhizmZyanARjqFtKbWqyQcqYKDAUxiIACDXXAgyMQ1AQQEbBjR6+c461o4AoUdbr0tBqslFvc8II8MyFaDUTAaGEeIpwpHZYs0kH+yBskw76IA6wRudvggIP+yAIrMO+GLjEa3BXDvszWFt+hRAsQLWoIMCVyWSMX1McEJkEYw6uEJhbjXPBGThYh/1nzCiunzLtOCYbiSQJymZnBTjiISk1PXMWNo4DK7CkafB+BWUyiYKNYRzBk21AESgMx4yVhTWAL3iWLA110whhqzlgSjw9l8kqn83aGPubz2HM4++YW0gy3jcx/MHz0iRRJk2VJonSNFHi95BwRuJzNpdTxoUO+QVutRpJoAwjdCkImuadpIeQeEZiQ2LnDzx1fzXeVTcPpqeqzxvDmmoObBxjea+s12h2Aask6IpSlsttLqB0e82c8c+wgPlRUWpFz+YyyuWzVuiCG7HtpmVWkbZGPptN4zzgYy4GOONr5HMCBisPMgKPJlwgmnJzuOJmVppmvFfeRrBhRa94jZr5WYnGo2o6TnpuxnxoaSl632YnPc3KZDLq6O2I3+UXMKSmX6SV6R1CEHLL8bwLkRznO59JasDTl8WAECPEMXSE4DR4HQp/BSdABMxKjJd5h1xQBEGmGpaDuoNc1sDQ41CPOPg76kbIwUOHxN9fOjs46ALDAZFEPuKCD41Eku1pG5eBgbNqOPApuVDtNw0MDBrvqumZUwhp5AnHp1wkZv2q+cX3fL4QcY50cZPfi0iGo9NB65KFC9XiAjNiM2MDRcCO88Q4DRqWmZmpSDsKCa1tZXU6uQumVe/CRWpz8TKYD9OWyynrcMPGLbVBLzblvX5VixYs1JbNm3Th+efrUjeCrr/uGm3adG4MbhumRdGFUugLXaHlnI0plUreswiZLHvTsVC8Z88e08UFVO+FY0SnCax4MoDAiwIOjhRnm8/nHKSMqmJdLuCUDO/k1KTRbqhoG8WARql5xJ3oM5YpdIyia2tL0fQompZ5tbW0RIeQtyzgGI+6mfvMMzvcCD4T6S5eQaoY72k7Q5KWSTsc5DNJsi7Cjri4dFTjbrbW64kbEQ3xE4T8HY7Ozm4tWLRYR7zml7/yFRepnjVLGqo6IENmJlxgIHhi30wmK+SMYwSU8HR6qqKynUe5vVOrXWBuKNGDDz0smrInXRSId5tZZlIfrzpJgc44zBCCcZqIuhJCiDqBnNfc7G6y7Fas4AUXZTL5vFqs09yd3uTv3AjxqX//lD796X/Xj370Q+M0EXV41+7dOuFmJU520kFnzTI/OjKmffv2a/ee/cYpsSpkjFc9joILd+3lToWQUaVSN+3qls0m4dD7+5eov79fra0tyudyymYz4g4xeIeDpPBWMZ1HXSDgrvAZ45c3r6FNuVx2sWomFtqHnNhg16EX8GBzdxtOnGjDcs93ZJwkqGJ5arZMFIxvrxvq3U6CFrigjhwBy01u4PzN3/yNC/sv02tf9wa9/e3v0tve9k5dd90NImFaaB62uxmwc+ez+tnPfqJf/PLnevTRR3TixDHV3RwjOK47KODvpKIf/M3JjH3DjPWw2FyMRc7LLrvUdidve1qMcg/s3GXeUEMjTjSxR0NDZ7V16wNe97jSbGK6VZTmUhe2D2jnzudisM08BsXmr33ta7FQS3EMOoQQbC8GDFPdNrLiBKlN7eUOdXZ0a54L7J0dPWq3LJWKLeZL1XMHNTQ4Etd95umntdSByJpVa0ST57gbzw/cd69+8P3btdVFZ2zG3n37NGU5ayhoxE3EZ555WnvcuDtx8qRo6jUstNA6a10st7Upa95Cmxq0sd2BhyUnHczLWd5Tr9Ow7S86Ocz6GpMiwn7IhchHH31MFNjAlXN58w4/hBxXLB/wg4QMPs/YBuD3V69arbxlJe+52Lpsmqi11KycfUTWI7CBZH1Ilaap7cd43K+lpSUWwRZbNnudiPe4AdTa1qJxy+DUxLj27d2jn/zoR/rKl76of/z7/6Mvff5z2voFz/SHAAAQAElEQVTA/bKxiTp75x136G4XfHnCiZ9KRpYedPH89OnT3ivjHeXEhQS+rM7Odu9Z06h5fmbglHVsVE32z9O2XYmD5BbTp+IGADctlC3vwDniYu/OXTt14MABwWdkh+QMW9/S1hrt54xjjpp9YvBu3V1dIvg977xztWjRAvX0dCmxLrLOtGMebBhxCmtVrBs0ZigkcK7Ffoc7OrElp93sO3bseKQT62ZMM4OoE7Znh/cfjDab4uE+ywU4522Hz91wnm564YtE8+uaq66JCRV/I0VeALhJ0DZv3iyebOaJWnz4sHW5vaNDFLOh4SNuhn3zG9/QJ//lX3XP3ffomaefiXaQvb7whS8I2tL0YC7yQcJJII0c0RT64ue/oMctP6xbt63CT7ZZHud8CraAY8gV/ojmzWc/+9nYSCEZY2BLoDHXZDIZUQQ/Zh/OOuDw6KOPRt5Df4obBdvPYmuLck0FHT1xXPzMPT5jzHzlp2w/+rG/1ituvVU/+vGPtGjhYi1bsUo9vfMsr3lRzLbqGMd260zOxwrq7e2zrnaYm8F63BplBrkm8YVv0I1G26gLw+gVN0/94z/+o+3H1pggc3zMiTkJEMnFokWLdO1116puG3HEzb15C+YrWD8Y2P8Oy8hzu3a5yYhNq2ulG7F9LmxgZw+4kEH8ctZ8evTxx0WBb499NU/hwRNgYl4IQUmS2M4VYrLCvuAFreE9sgys7fY5vd0dmm9d48YZCsnr1q9XqVxWsbU9/vJCT2ePLr3oYq1asdI2s0UFfEWajY2shnnKr2Gk5gu0n3IsRE6DzPIELz/nOmG9ZS9iDuS61QWAFvt6+cV1y9x86eubJ55SPX3qjK668mpNOanH/+/Zs8+0b9dZN76amgsKIWjWr6Zu6jxt+92mX//6CTVsw9DBmn3cqGn9yK9/rQce3Kq8fSxPZFx19dW62uP1r3+9TUXD608JH4icbt26VU2Oye69995YsKcJxFwaYsjzrp07deTwUUMr+85mXXvtdbHp9c53vls8PU0D7SLT5+TJ0+b3aT388K+1dt1624hD9h+nLD/zXNTo9rlTMabCr3JnM/oCLyjsnDx1XAcP7VPWPqbPvOYGune8453asuVC7dm7X3/4R/9bt9/+XT3xxGMaGR22HRizBa272LhOi5csik9TwdNrr71W/FQvuvRj28mvfvWrytsW4Gsc6ijvhjHysaR/sUZGhvT3f/9xN4fv0Re/+IVI53/+50+4wbBGH/3oR3WPm6jLli0TNuI73/lObHYeduOUpz2ROewsfq/uGKbeqOr4iaM6eeqE1p+zVvlCVitWLtPa9avF37datXq5rr/hGl126UW2syPqW9BnmnRoZHxIl195qd761t/Vq1/9aqE3NB+Jhzdu3CieOL/iiivEz9NiC4jTod8K68TLXvYy0+OJCLfSoANuLH/mc5/V8Niopm1LE/s8bnhbtXaNbnv1bY4l3h51CRvCTWbQixgWPWFtnrKpObbkfNF+8Nwtm3S+4+gVa1cr54Jdub1VjKbmvHEYdcy1W9uefDx+/udP/rMe2+Y45PTR6BcsZNEmf/mLXxJ5Bfq5b98BN8r36Kc//Vls7v7q5780T28Xjb3bb/++Pv7xj6tmH1z1QF94Ov8Df/qnOu+88/Tud79b3LQFnMBNQ/XDH/6w+BtfFCD+4R/+IfpN5JE7vsGrYYWn+ALNsJXYWOQZ/xQUTLeOKM8hBNu0uvBxbeWy45GKsFH/8R//EeH7r8/8t0IIbvz+L/GT0PgXfq4ZPWcP9sLvkDvhD2jm7927N9qemoWOkXccAF2hNbjxvd6oR9/f6qIS9MaWogvYemIabMnk5Lhj52nngBMatA2gGtRw7Ex+hA6Rp4/a7g7ZHrIuA0XFzoAjcUp/f7/6enu1xb7uVa98pS50c3zR/AXiRkDykBn7YXxvCCHaTD4DawhewQP4oDv0Aybgo7lStY+XX+zPfnXXUeANOPKOXgAXOo5dJv4FR9YvmB7oeaSD9WfumhCCV1SUIdZgT2KFSecn2Ez4yHFoyvp8DmH2GmBG79EdzsEbrgVefAOxOXNYE9iBBR5iq0MIgo9LlixxIbpk35f9TbwUQhD7sXaSpjKRFOxbOMYABtZgP3Bjfewpc2ZvlFecD44M6EHMiD/AZ8gv1gbuEJDFmuXNB23h/NUfGva7LVq8eLHt3rjw/eAF/Ra48cx+yA0yCAzAA9/n2Y6yH8dCCNFvoEvgCd7QAFhCCGJ/4PFmRi+x+jaiTvAdPOA/RT/e564DB2BGJogv28vlSENoD0y8p87XO53jtNrnhZDEOIV31uU8awEfn0MIAvYIs/MmjvN5buj5F3OhewjhN/Pl19xxznEtOJHboxPsg957WvwXQojvzMsYxhCCQgjxGOswOId8Zu1bgYGTyBC8bjM+4M4enGMuspV4jRCCOMaQeVizfLNeCCHCmyZpPK/nX5xjhBAiDA3Pxx4gS6yB3Me1kyTyif3nvqN38BIegGMIIe7BddAB+avbDsLDhqRp5ydNrnekxombrU+fOu388dEYq6HTxJP8eghxKDc0odvQkF++uPnmm6Mc9jpfXWw9uZwbaJynETOSS03ZjszMVK0r9Sg7zcWS5cibKlifCoa9GAc+OGefzABO4OYdnEJA/mevh6bgwAoM6MGYcv1kfHzSdrqmqmtOienJWiHM0i8xnajvQjdsHzb/oosu0vXX3xDjlY3nbYy60DBcFfsaGqtpNq/Ujdp8oUk2ywohMQ6yvk2K9eq248CXpmm8duWKFUL35psW+KWcY8IQgB3dDfEadIABj6YcF6IvaZqIV8M2vOGNMpnUOdOU8agIWUMH4T3XNTt2Q1e5sQR/BN+RuTSTs32civA1l0pubJdULrerx7WyUqlZ5Y5WLV26RDRz+5f2R7uBj7zqqqt0tWNA6hLkWGvXrtOmTZt14QUX6aorr9KmjedrzWof27hFq1zjyWSblC+0aPP5F+qqa671sXVat36Dujt7VTPd0YVcNvc8TwvOK2sCp8Q1uVw2Vd61YPCt2y/MWO6gQdU+o2F5RN7hLZ9DmOUb3xkzzs+ZC6+r5g9zcqYvuPNe9RrQlOMhzF6bzWYtY9loszPZjOlZNY0mTNtp8UosEyEEsX5PT4+utOwSbzFe9apXib8Rer0bHBs3box8bX3eJxfcSDMz1YZtcw1yk33nORs2auXq1bro4kt0o+s1V151pZY7TuTG9ZrrAVP22aMjI44vR+J+7D3jnJj8D5pVTAtw43iSpBFWzoPTxMREhHvK9ZqKryH/rbrulDSknHFsi3A1K5cmSn0wuOaTGsFgGlesf/i0mumT8boF61ject3cXDQKqViTfcjFuHF1wjXrCftVdP7ggUN6zg3iHc89pwcfeVgPPPSgnnQdZttTTznGe1LM8TbK22/PDWiemK4chxfsy/oM8IPW//8GMtGw/Idg/hk3ZCZRXROOXalzVF2nyRlfdA4bdPz4MY26BjLuxjCyg51lbcnXhyTKYFdXrxY6n+3p6VNPT2+Ue3Klmhv9MzM14z8T87eWllaV28oCdtYHVmBuWMebHduePXtGxFbTrjEfP3ZUPF0+bVrBhybXtsu2/egodjGE4AbvWKQPcTkxDjEP8gttgbHxvLwb1CifIWAn6pHvyHLd55kHXvKL+YwQQoSRz5wDRmDle2o7NMeHzPN0anNdAbjAa2495oGj/AKmcTePpy0nrMFx3qN/8vlgP5hmc0oyWaXOZ3PmdXNzc4xj8+7FNbmugA1K0lSpB/zH/2GnmJfP53w8WOYrMWYFVuBumM/YT67BJrNvxNt+ztyLest5YG5qao5xeZdtGTcxsH4IppfXaJhOfO+x/lInojlJvnftNdfo8ssu07kbzo1xe8m5i/C7zmUalqmMbVHOsGVsF0IIhq8Wh1GOe7dgQ41nhMvXTNn+jE1OaMq6XLFMTFn/Jp2PhySjDtezFriH0evYqmB6RLrYRgBbJpuNtMKG4xNb21pjPYXvxGO9jsHJJ4mjNm3cHPPKSy+9VDfeeKPI5fCxt9zyYiVVG72KHWmlUlO9FmTcVXdABMBpkrpg3RqdEMEYA8Ah3rQFFqGbNoOTJDjYyjrBafJojgjPBQowpmojgUAxv25GJEki1oGpIQQ712oUUNZiLghyLm+hyNkY85nrESoK5qzJOg0Tnne+c438nfmMhvcBhkE3ekadtDAHuAlCJ1wkQenkVwjAnovMQeAQGpwnzEfQgBUDMQcb+7E+Q9ayaQyn94owmongCJzsBfytLqgizM1mYNFOFmPP+nkLSWrBZj1owV7sb3BsfJxUm66cY3/WZiTejztC8laaooWobAONI0ZIW21ogqSqA5ZJF2WyXpuCH3uwhk/Ff9B3xgm7vJY1XkkmNe65yI8kSc3HnAhC5/YGtoz3y2byCiG1k5uxERrXhIMi64iNdEFSKoKbGRfJMYD1eogOGppXLV+IE/ypmD5jNrrDw0MOdrzGxFiUFXiSy2VdJO6MsgZ9Ojs74ufEssW18H/SikKCNTY2ZhqNxEQVI1O0Era74J9Js79ZD57DC64LIfh4XU2FZo+ighI7vkkfqylJE0tNUJqmSpLEsl8zjlMRPq6VXxzHAMMDjk3aYc5YUbmGfUiQOBZCiHIcQjBsk6aJjZNxnqnOqGEHWrUDnbLCn7VMjtm5wIcQgneQwLFivvDOIPkOhocbCMYsr8g9dzZxHbLIflxIkwFD1txcinsDT956I2PJ9eVye0wyeSqSJlYIwTpadDGvRfIc9kRW+VxzgXHa8pN6Ttb0CHaWZwcGdGYAJzUVZQN9GnERf2R42LzPxoLJNQ70MDxlBy4dHd3KZHPCOe3avcuNmmdcbNylswNuCiRyA7IpOjzuEnvs0V/H8889+4xOu9FWNa1Gh0d0yAV/fuYxmybq6+nWHM/hZ2KaQG8SBwogc3frcrzPhpI70yjEIBPIxkGvxRxolhhfnv7b9dyzGjhzyvyvRp5XbYhDCKZfLfKhXrcMTE1YBkb9ve6rGtaJ1CxpiAJGzTJdNa8Yw0MjsTj66KOPuyh0ItJ2GptgQ0rzPGs9l2U4Z54gL3k79TbL6nwHeN0OHlavWafzHRRff8ML9IIX3hQ/N0KinTv36L5779fXvvF1/eIXv9TOXXs0cHbIY1BfdwOMJsH+/ftUtF3BCbXZIbe2tlh+64a5EeV7167dut+NNYq9PM3HXXgH9xzQsoX9mtfdq4pteN58Xrd6TUy2euw0WtwIQRZYr7OzM9IkhCDoi5xMWAdrVvwzZ8/qOYq1bpiV28tau26dlvT3x3caam3lNvX3L7HMZHXvvfc48XvMBfSf6aGHHzEuu3Xs+Enl7YBr9jlPPvmUk8IH9dBDj7jw+YzOnB7wfqmbKD3iJ1OLlu3p6aqkRFXL6KR1b8JBkidp0PJSai1rjROMkgvd8+bPiwE2T2C85S2/q5e89CVasqTf+ubddAAAEABJREFUQcKM5W4q0qbspiZ2GPlAnwsOOPLmz4QDVOSkan9VKhWFTcW+nnVDaHDgrPL2Rdwl+Itf/CI+bXLfffcZr0ddvL07vtd8XUhyuvuerfr6N76jn//8Vzp54rROGZ8nntjmRvgOFezA8THlcllpktjWVDTgtWcqk8qkDU1Pjas2MxVlLoREHe0d0S6eHRzSGc+jQQL8J9zMOHnyRJThITdQB84OaMYNtLPDQ+JOrDEnBoP+jK3Zv3+/hvwZvcF28vT2Zz7zGZ10A5MiJv4j+3xAAV1MaNvX0WjDG/VgmQqmm8TPqo/Zt8yYF/iHclu72tpKyhcyOmV4aCKMDo1rZnLGCcmosrm8jlg+Cs1N2rh5k1768lfoz/78z/VnH/qQrnbxfJ4Lg+dsOE8rV62Oth6fm3EwyICW4DVqWzPlZhKJDgVEnggnUWlyw4kn9mhY0TDd/sx266fiz/j91V/9lf7rP/9Tn/jEJ0Rjcg4fgmbsBk8gfepTn3JD7SHjNKgkyaheqxjfaev3hDrb2zRl31S3Xah5YI+b7W+bnucdNEIfuEv8pz//mdCxbU89Gf9WMLIzb968GDdhg3q6Os3XRH3WrU77tLzl7OKLL9aW88+PyR8Fg1MujPQ4iei0vqF3FD94Ymfjxo2GLYk/AfXwww/rk5/6pPjpwl1uWB07fljcoTo0PKjhkbPml+Xj9CmNORlsdgG9KZOLsUDFdmrANhxZP3XqVPQFIQRfO+wEZqGTlx5fP6z73PS+/fbvqe5iQd0Nhowbx1O2gQcO7I+y/uUvf1k8UcSTQxSdv/+D7wsZaLMcX+aAGPnZbzlDpo65Yfh5NyPvv+d+9XX1aKn1j6cnc7Y1wwODyts/dFmun3bC9+Mf/kTf+dZ3tf3pHbrisivV2dHlxvO+aL/OO3ej7W5OJ0+cFE1TCn9jo2Naa3tlQ6C2UqsKXot1iU2J62jgbTj3XG3avFlvevOb9YEP/bmuf+EL1OIGdJt5sdFy+IEPfEDnutAPH+b+VhVFdJot0HnxokVODNq11AUn+LzQQThF5G1uAp41LfGPyAb4T9uGwm+KPrfcckukKfJFkxLac3277c3x48dFMM4cZASZveCCC7RkyRIVW6xDTQXxZBP2Ndhf4PexFZ3dXeLvhS83LG9/69v1lx/6sJYtW6ujJwc1WW1oeHxCo5PTwp/AF55gGXPixb7IUskJBwXx4eiv88pkM1GekKGnn3k68p+mBc0mEoY3vvGN8U5MfiKqz/505coVwkaOIFfWgda2NsdLDQE38yu2edVaTfg28KKBtWz5ctEU2uVmaZNjs1Vr1ugSJx883caaNJl4en3t2rWRxkNDQ25QdYtz6FnGNoD1oC80RLYYrI+NRq94itrRmnKWUxJ54FttH4BNGXZ8OO0k/L5779MH/+zP9OS2bdr22OPxp85/+fNfaNXKVQohaI33b7f8snbW+tJrvW0zr/70z/9Mn/3i59Tc1qbtu3dr2Dav2NKisfERZVMpnwbN+POzz+6ItNyyZbOIO7Az693Q5enUF77whVG/G/aVBw4ccGxwXOAJ7PDlxIkTIvGkqZJRomeefErf/fZ3o4+cZ3lb6UbYOZZRnoCadi4AfsR86DL8ZK8bb7rR8UazuHFjpZt0xGCsD52Q3UvcKL3Uuok+3HX33abvPMNxQlnrTHtHh0goxy0/NfvUlhbztSG98tbf0h//8Z9EvPBZxJP4KtbkZoCH7b9pNPOkJPvt3vmc1q9boxbz+Uo3Dykiloqtmr9gkVatWa/5tvHz5/dpz55d+j8f/1v90yf+Qffdf48efuRB26zhaI+WuaBFQ2HCcTX2Y9x+GFvYaX1dtWqNBs8Ou5l72HDn7VdGhK7dcMN1yuWzOuec9crbpt7oxJYCI3JMkQ35hBavfe1rhX6ibzQ1OM6d0dDnqH0TN1PsdBzTYh38jhuv6Cq/WvLQgw/FmGj3rp2aNlw/t51/xMWqT33qX/Td739X1113rX72i5+6MbnPPuSs3vKmNwk6nXPOOZHP0As/wXrYgg0bNsSm64L586OsY99JyC+yL7jp5he5MXtZ9B8T9nUnbafvf2Crbv/+D1UslqJugQO6PGna1KxvwIzvG7Ossw9P8GJ3kBHsL3Yae4mcET8je9gA9Cc47kAG+Y6s4oOAu5E41s0EccMh8dOtr3ilbnrRi3TOqmXafN4G/cmf/LG+8/0f6I8/9Bd61W//js7btCXGphS+Ki6iUQTOOo6I+z/7rGM643D77THugkcb7c/6bFPWOVa8ycVMfkrrD/7gDwRf0PMHH9yqP7O+3ue4ip/thmchBNOgaFkZjTYZ+Kdtc4GfQnWPCzTwGRmetp4gr+geOUDGdgR7AnzYxX379kVZKTje22Ufik7RpGJAB4rr0BIdA15sKGuGEFC3OEIISkMiXsDMHvC9xfYB2d2//4DgCfYenwIO0J4C69x6FCAHTp/WhH1Zk2GpO5/A1sHXqnOPM47lTp05LYp1wM8e4A2dwAsbC87QmpHL5aIekQfIL2CGt8DBupxnjRnnJeRv6AjrYWNDCJqjHfPACbpAR+oYvEMTaMZa7MdA98GbNbBxvEMzZBTdRc+Yk5oHrGmwrL/ZKMvMr5Druch61rjOOCfOZFLzudn2rCnqEWtUHLuEECId0CdwgEbQBHpDzzSd5cUcbOwD/NCA64GVz8Enqo7l6vZeGedkecek/JmRjGnHMTsEx7iN6Os8NX7mnTFluUrSdBYO6142l/vNeeBhTghBwAgcjBCCgBe86r4G2hKjAA/zmcO1yCbHMpmsQZhdo8l+lrngyHXwDVxSwzDf9oPv8JEbHbDDxHasxbrwjHe+V8zvqvfmPDRgLWjH9cgGnykUwjPgYXCOa8dtV1grhFk88BnAmcvmlSSpYbX3dWEnhODPQcDH9dCAveDxHBwhBF+TRN4ntj1JYp7W6+I1+z2J56EVx1gL+LBl7IlcsTaDddkDGJnL4Njc4DuDubyHEOLaIfg9JIYho0K+SWoEpUnGIzUvFXkrv0II/r/My1qUBfZhwEP2YDLv0InBZ3Bgv1HTbI/jBfQF/edmFHjIHHDiWubxnW24Dvx451gN+TRdsM+pec2xEILpa1o36mIe8SAyQEOw2/lCu2OUBY5bstYz9vvpT38ab+jjFxDId9B19uju7ol+8KqrrnY8uTLa5LrXzLkeQYG56NoBuuBNBIypaZNJs9bHYvyOvI3aXklB8kh8vmEa1i0DNctY3XBnDAO8Yr8kSZU+jwP8CiEIG4IcwVvoUbXdG3NsNeWC97Rrh1XHkn3zetVrm459Z0ADjkPr9vYOEecQL3R1dTv3bFdf3zz7hU4laUYhJEI+i80ln2sz7M2iOQV82PSdjlXwAfjDFuPbMP410zxJEtfrJpyHD0QbBfzyi/dGo2H7OBvfMm9uIKvZbEa5XEYVr1EzDZgLXvA5TRMtmNcX4cXfEesSA5BvrD93gxY6x1i8ZInwmf1LFnveCq1evUobfG7T5o0ivnnb239Pr/ytV+iiiy/U0mVLRVy9ZcuW2V8EMt+hy/DImAYHhwxtsG8rqL/fvnrT+Vq7dr3g0a5d+3Tw0JE4Juw3i45zGNSoJlxXbLYdpL5NzStj/rFmxba5bpwqtssV1yIarlvW/B38GMxBx2dsXyq20Yy6+T93jM+peS8F8SrYx6EH2BtGyTkJvC2Xy7b5RcOdVwjB+jat4P+4lpGYL9gs8m7sZH9/f/y1C/I2YhS+c5wYC7kLIZj0jSivwBBCiJ+ps2ID8a1F17e6e/vU62b6Yuel6x2vnXPeuSIGQq+o95Rb2yTHxBXsfkgUQlDW9tnioomxSQ0Pjmh4aMg1y1NClqAD+024JgUvRoZHdeLYCcOiWAdo9Z4081wCVtU0y1luWC+XSy2jBbWUmlVsysvoytBLQZarXGwglnxth3PAvH1Cw3AQG1PTOXzkqHbv3a+HH92m7c/udp3lpOVgRMeOHffnY66rPqu777lXdzjuJw8jroRv8LjJuWbRvYiS+QBvMtls1FX5BX/9pob5WbdMx+HPvzne8FnDl6QSI4QQr01s09M0sb4FVV2HGnJjc2J8VBPUuS1HNITJnbEhZweoVZw1vMPmjxy7tLk+Mk89rkm2t3e6BlP1dabz0Kh44CKTybo+1Bnt9ojl/cD+Q6o5901CoknHwxOuSQ66BiY34KiLHT9+JNZuaTwHE72vr8c0LrnGU42/qvjUE9vir8DtdX565PBhESfPxUsTXg+/g0yDc83xmPwKIfj/irIaaWZdSXws4/es6RdCEPP5DF2RxzTqQLzMeNajj2Rd5KVm2kJjPhM3ktNxjvXQEa5nLdZABxghzO4RQlDqfUP4n+9cl7KfaVKzTa56NPy5bvtVqVRFHAB8NeNTtc5OT01pyoM9kd0QwC+oapsMDQbPDopfFxlx3k8tDt0esswzJi3nSZJEew4tWJd1qrbfSZJappvV5FpZ4jnU6ureP5Fsm7Mi3ybOvvDCC0Wc/luv/C294Q2v16233hrrDth26Md+xB8zlh1ZK5I0iIF+1G2LqjMV1YwHPGB/8GdPRmo6IKbQj5r2wkULtXbdWl12xeV6zWt/O96c+upXv1pXX3217e5KLVm82D5xhbDT/OmnvH0i+DCQBeCIe9jHNLlmTWxK7oEvWuPaBrZome1zwsYQuwJwBhImQ5QpN1WmTGwWKRaLFuYOdbm7C6K5XNbogWLd77Mjm8uoYIOQ8zuMBxGYxFowZ8yBBu8AyPGajdWMHSj7MZjHfigd5ywD0dDOGWEYw3U4gRkbe65p2Lox+My6OAXWgRF1r4/BanghruU8gsu7/MpYQUMIUcBRJJIGYER4gIN15uZXLWDswToMaJaxMNctsDMWFGDK2WEgxKNjIxoeHdbQ6JCLMMOasjNSItvmmrjWWwtFQQhDCP/PMejGQCDm5gJv1UIabGGNio1IVSEEZVILbaEpFjEoTPY5AOkotwu6B5k3NoBFG2DmTduJgt+UnQNjjg8NT6wnQXXexXtQMF4ZB8whJEqSNMIK/3MujGdMsySkCkYon2/2XnkV3KBM04wNVcO0BLbEx7PK5XM2IA2xN/RMrFjg1WRDzkhTaD/jPaSckxPkCkGGLsB32oXhcRcF4QF8nTbsfJ+wIo85AOMYPAG2jGGWX1XzacqFRebg0EZHxqNhzqR5VWbqGvH3YTu6cTeCa7WGapYR9kZWqqYxsiKwM6wZJ3f5UjYaBowbe9VNU+bBv6x1AJygK3BxLkkTjTlAmbJ8kqw12WGNTYyJnzWWX+DmNxv6cReLJ2x868Y/0Rz8dcvztJ0tBcq6mc0enGMAA3TL2nCzF7AyMqZ9NpsznaftFAbi8KU2ilXNwYYeAP+0m1Az1vPE+DXZ2BU8+BxCEK+a9R8DnyaJg+1JTVt2q24yDNmIUognoJ41/AMadHP05PFjOrBvjx1VUflsRtD2rFTx6j0AABAASURBVJPjkeEhNawbJQdqC1xI63EwgGyWTA8MYc3OVhTtTfO6x6QLegfdGNz+9NOiOHf40EGdprnqcxiunu7uGEASNEEHYCYYw5hRTCGgQn7Aac5ecB0JPU0+DDQFcf5WELxC37mGdZCrmh2b7HTzzTml2STiTQM8m0st37moa/A8k6SW/GAJCeah6WN6wo9cPq9p85yfYR0YPKvRsVHbRUWH0umgf0n/UvUvXSaeUOTumJtuepFuvPGmWGycmrHOpDkH1/3avWevvvntb7v5vEdNDnTGJqfcqLvPjY77ReNhwo7+qaef0gEXZ3O5jI4eOqSdLlqddvENXuP8YsPc/GtqKmrz5gt0yUWXadN5W7RkUb+asgWVrLenjp+03SjF0esmz5htM4XFU26ugU/e+oheQR+ciYwx+CNvONY0SWzP6srb5mVsEygY8fdGKB49+eQ2F2yPx8B4yHIz7oJJwethnxYtXGy5nzZ++3X48DE9u2Onv096/gk3TE6LZsyU/U7VesyeJEAjI6OW5ZomnXDVk4z2HjDOu/bqlJ19U3OLC3FLoo5mbANIYoG/2XYPPkMTfBYOj0IU8gOu6CHJaJ8Le8gM1zX5Go6Dd7PltmCHmvWaqXku6wdrcS6EoDRNo0xQcDh1/ITGbFOaPZ9GX9Y0XrBgoZO5Dje+h/X1b35Tn//c5/QrN8R5gvOUab9vz35NOiifctPxlBtpZ40LfMtbH5tcPC00lbwHNrRZZ3yOp/vQvREHNjxtBJ3rlrBiS1EkwYNulAyPjuqgA8MQQizWjtlG0kRPbR+AG95lclmhF+D74Q//pZtjX4g/78fdnhTo5rtQQwHskksuEYVP5o5bN1mjvb1DSy3DFKKvufZqrXEBfcGiPtO+yWuWtWDBPN1w/XVa5MTwORcUaKLe5UA+Z3u/4bzzdM0NLxBJwWnrB6NhGhYcmCBj1WrVMrE78h8ZQBYHBs7En04ccFGx2c3BXtuA1pZiTE7Q2Zz9EbwloYLfFBJ4+gQbgqzlslnRqMA+IBPwloG809B697vfo/Xrz1EuV1BToWiHKcFP5GbGNnjuGnidy+WifcVunHBjb9D2LWNaLlu+zEX163SxC+JTjpWQQeZg7wct+8iM/GIteMAcbBJ3v91x51363Be+qB/95KdqKbfpvI0bLcuLTctOJxmDcb8Qgmm+VDe6UUDB9+1vf7thXm9b8KS+f/t39d3vfFNb775Ld/3853r84YfUbJpWRid0kqfRKjV1tLZFnMBnwE1AcMd2GKQYyzVZ3tBvzl988UW2F5vi05M8vYXuYusfeOAB7di+XUvM11e/+lVxfxJPbCpP9Hz6058Wg5/Y5O9h87TlgX37df3V1+n8zedrz649+puP/rX+/u8+rofdoKCxdeTwIR09elg8QffGN75Jf/Ghv9Tb3CgsuMi1/ZkdymZy8QkomtVjlr82N3ryWeuD9f/CLVuUTVLDtEP33H23eBp6x/Ydem7Hs8pYX8FnaX+/CJZf/NKX6qJLL9ELXnSTupxQcZPB0OCQsFepaQU94Anyd7F5SAPhuuuu0zwn2zf4vcsNp1Nuev3VRz6i//7MZ6zTbRoeGhI04ec7efps1AUmmpjQEH2Z58IWT2bdfPPNYn3ojkygV9gbZGGhm2Xwk3V4So4nvPbs3SsHTPajeSejVe3fs8/yO6EH739An/vPzygXUpVs07ecf5EuvfwKrXRDucn02ut5n/jEJ/T9H/xA11xzjeANNyrRTDlw4ECMAdAximr8rOqjv3403tRBcYdmLjoE7ssty8g5MgEe0IjGPWvM0Qq7UbR9ivNs+6dtq8ttZSdI7VEvG46P+CnSj33sY/GJQ9aheHWnZR2dJW7PW5eJcfDX+LOC12lpaXEsVnPMMaVxx3zQK4QgaBXC7PuYfVQIIdL+wQcftM4W1NxUUGtLSR3tZe1y04snuNpdYGwo1b79B3Tw6Ek95ULDD3/6S+WLLVrSvzzSbtwx5IiT8qrt7wP3PWAfulN5+3DsK7EAsEY5WtofeXjK/pX9oeNZ2y9gnosfOEYsQkzGZ37elaYj9D5u3wDPz549G5O2uWuQFeg7YVxP2+d+yXbgjl/dqRMnTql/2Qpda1t59bXXav7ihbb/Z91IPBgLfU8//YyQF/QOH5Datjc7N+PmnrZyW4wlWRt+tbW0aoELRsjaZfFvstqPOs5p4m73NNEvf/Ur3W/dfvTRx+yLD4uba6ABf7OSJ/uWLVvuRtkv9LWvfS02h3ZYv+688844t79/iZAT6LQiNtsn9MDW+/QP//j3+sIXPq+f/Oynau/osj05Xz09vbrHRZ1e69SWLeebz3V97rOfdxFqQB/40z+Lf6ICXWq2/321E1xkkWb7Ehca0S9ox7lnHed85zvf1oc+9CHddddd6rBuolNPbX9Gjz7xuKbdzDtln9HV26PR52Pw//jMfzkOmYk3g6DXwIztw5fCH/zelvM36+Uvf6k2bTpPV199pe3cIr3mNbfZL77YNrJDba2t8dcFarUZw3q7MtlEr3jFy/WXH/lLffZz/x1vhCCu6F+2LNpsYKbhheyDC3Biv++55x7HOcdFsfuA9RIZgYd333OXntr+lPCTfQvmG5cn1EiClq9aqaxl8vCRw/HvetE4SZIk7sHPSxO/YGvYBx1Gbim0ki9Ourh03/33R7zZC7uILk26KYw8YnugQ0d7u5APYMRO9brgznrHjh3TkWNHY0P9i1/4go7bBra2tjgMCrFxfOzoMSXWRdb81099Sm+17R4cHDa9eqxHTVqxYpXWr9+gF7zgRtPx5epzwRv/x0Dnv+mYCJv3sb/+WPT5rINtodgMfz/4wQ/q7//+773OCuGHwBv9mtNBmgRf/vKXo1xyHBs+5Vgc2Uc2KXRceOEFet3rXudCXUnEPuC8zDwCb+SGvcrlctSZEEKkK9dzftq5JnTkPDCHMHseGnG8ZjuHz5jbm8/ACQ+AlXXaHS/lcnnnnKP250Mubu6wzztmE98w3OOOm5od005p3HFaCCHKKTI5YFsx7jgf30cukbW9LJr25OhKkygTwb4rWBbYlxGkiEfD7+hwi+1pwXYVO5B4Xggh7gfeyA16kMvlzKu8mFNz3oftowEEHpwDB9ZCD6EBsQx0BH/4ULMtYW9oxbXwgGPImsEQ8+aO8RlacZz90jSJPOE716CPyAVzUnALcu2n2XFsl+FuUnCsW3F+NWm5Bi/s8Rk3o6ddaKu4oDZpueZ6YAFm9AKbAQ6sTxyfOJ9nbQYwgmNi2iRpopz1LON4btLrDQwNSj6Wt2+BnuCo51/gT0zEfiEEhWDInGyzL3sxN362LDL3+cvi+sg4x0IItoG1iD/0gd6z5+oCLq5h3uyxRvSBwAfcHGeAG3ief/4WN03WClyYD1/hFetAJ44VjBu+loHPQYY5j75NO2bFvmIjiGM4zj7A0GR7nJg+8Ja9gBVaVy0rwAC+0LbqXG3KcUDd+X6aZuzDpyNdWIfrWatufeGaucE1IczSj/Mc5z1J0ogL+DDSNBUvrg8hiO/MZXCMIcuG/OJYCLNrhjDLl6rzCmDkHLixvqf+X//gsOca9mqlpjTJyCUYw58I+s3BEEIQ9Rj2Q/d5T0wbBjSB5yEEYS+wp9AYXd7jYj3N7hASMVeewzvXVE23quGbcf4PLRnUZ6bME+o/4Mpc9gLHEGZx4xjykKSJFvf3izytVCJ/aYgb7hbZh6xds0rr1q7ReRvOUa/9YT6XU7wJzrLKnvgrfNTy5Stsszs9uh1HtSp1/KxgWP2OPxqzvp1yforuA0fqPefoCRGhTyaTldkbR2L6ZbN58zAf44MQgnP3arRtXMc1PiTsE/KYpqnlZSrO4TxNkap1sLkpr3OcX3JT43zn6KtWrRY5G/70wgsv1lVXXaPLLrtC55yzwQX4y2IOxk1Vy5cvF7rP+gXn44l5lDEu6AWf0ySNcdSA44RavaJye6v4sz+ZbBr9GnqAfoMrMhNCiHLQsIxBNwbnQghmpWXCiFfNxxCC5uazD3vmslkVrHutpWbN7+3W4oXztXjRfC1bulRLzbc1a9Zqy/nni78heJlzlMsuu1QXXHC++Xnub8YS51zIEw1XnlidP7/XcVVbhHne/Hmav3CBMq67dfV0aenypWottymTySq1HkqpSsU2dZS7bEtLjpWbtcB1CW4iXbFypTo6OxVM/8GhIaVpEvHErqQ+Bi6MuuujGdOPY0mQ6q4FUrur2hYzZsyrij9DE5lG+XwuroNcJElidjcsF3XLQy76YY7P6VUIIfIdua/YhtepB3o/7HjFa8ov4PFbvH5p/1KtWrUqro/NZB77Np6XaXSQwXqcI9fATjM4VrWuMb9mv8W5CfuMMcff1GrRbX42lM+x2dSoimMZeGj/G+2o/SkymzdPsZkPbn1QP/7Rj+ONwD/6wY/15BNP6dCBw66LDsXY9vDhI+JPbR0/dtL+fkJysT3veABZzJg/ifH3Jsqkif1wLtr5jH1UkgQlkC7U1VAtnmt1Ho/OFl0TzLtmkvOoh1QTkxWNjk85x5sSvwyZzTapt3eR2szzhjIKSVb5XJOSNOsa9KRm3BQfHh9y7eykY+RhVevTqjquZb9m17yIA9mnybgmPjhHr4blPEhKQvCQLO1R3ivmGzTnvYZsRN9Qt3+rRp2vuI4CfsFGNZhPyBL4E6/yuWabOzkxpZp1aMI5GfZvaHDQudxuPffcTqGL7FYut6tm2ai41wIvgRF+Dg+PiFxxwLWNca8zbVs66v7LmOuv4+bt2NiwY68BnTh5QocO79eevbs8djv/PyzqStSHWopF9bpG2+xeSof3mXt4ATjhf960QP6xy3O48s53BvIUQjB8NSFrwMN55FJ+hRDE9chQCEHQVH6FEBRCEHRmL+QqhCDw4nremcs79pfY7LRjHvAKIYj5XMsc5gPLLB9qERa+TziOhKYmvdQIarjn0XATul6tx8916wIxAPEccE84b6qZh2ma2H4X1G56tLa2KmeZB35iC2QjZ70IIURc2IcxY14Da815WMMN26xlOZvNGPckwlM17xrmIWPGPo41+mzbufmYemN8UtU5b8zJNm/W6pWr1ANfHIdAS2jLPshimiReNwj5Asea8ahbRvkMLZgvu3aODQ4OiWN1y2Aml1Vbe1nr1q8TT7Nz0+373/8+ve99v6/bbvstne9csM/18EIuZ3rJsh6U92dkFdpOOS+QXyHM4s767MX5xDAlBJo+F5noeQYyUZIS7NYF4yD0jI1mzYpYsJMrNOUUEu9l4zftJh2Ci3Eh6Jr2ZlwLM7ImOJuwJshCaADiHQC8QhSm1IYFI5umqRIDNG2mwJiaGcJ3jjMwwrxzbd3SwTnWz9vYZcw49uFYzgQrO0litJtwCB3XsCYDuFBmBsIRgpliowCjZtxomoOReVzLHiEElo80goAwlp+VrJiJVQsId64PmGlpJiuaqiEJ0dj4GZuaAAAQAElEQVQ8D694B7aGGVrzNVzPdwb7gBvvOA/eW1pKdoBFJxLN4jt7TrmxMu2gddLvPB1XtwGqey2EBjiZ1+IkCuFvb2+XANmjycKYt6GAZggbAkHhYdpKwxzWnrECzNjZgM+UG9zTCP7zwlizAgYlxiGjXDZnJWsS8MJH1kPRa14L3HKmfWLc4W0um1fW9AiBa1NBV45jOBjAC9zwACPOmnyGJswdGx+zcZpQzsLMYD9gLZWaHIw12zkXlbfzhrbZbM5zJ6O8jrj5Mu6CskVEvKA1x2rmU8XGm/VTy1zGsHEshNRGoaGKDTFr5bwf6zL4nMlkxDXsDVwzls9py3kIQTkHbIyQZGQyxSdLuDsRo4feVM0j5tfMp6rpy/rgjVMOSSJkfMayV/V5mzeFkES5YT70rJovfOZa3tl3amoyOipwaxhJxrSNE+egK3vMWI5tW5QYrpCkgj6pP9edNFTMWwbXSUGp8UutezXTh31mHMiMOcGfsqwxB75kfD6TJp6NUNQ07qYOsI3badWqM14/K+Qul81EPtCUG3JSOmP7UDW9Jjyv4gYqARg3SwQv02Ed7XOgX3TSOuWgvWb6yMJc8fwxF6irxqHipLQpV3AQV3OzZVfkLzLX09MTn4gleIa/Z86ciUE5QdaUaQHfgAd+8XlucAcmuFLowD4kaarE+BeKTao4gJqsTGnSDeTJqXE1Wc7MYs2YHugOd97LL9aCF9Ct5CJHV0+3+pf2i0LN4sWLtdQFm5UO/teuXacVdgg4DPSx045hnYP/iy69zA2wVnljy3GbV0zFU4fbXaw87CaITYRP5URBavmKleK6HS4kPvjQQ1E2ynZwbQ6aD7og98AD94m7LQ+54Hb6zIAaATl0wjA4rse3PROf9Ny+/dlYyJmxzPIkwDnnrde46T3ghIJi77PeFzuP7BzwmtigoeFhQWdkHzsZQhC0HDHf8+ZXuaNdG90gW+mgHNxaWlodxPVqhZOZc53AXX/tdVrpz5s2btSVV16uyy65VPP6ekWR/4QLc/PnL3RSYdw6eyP+vT3zlHOg2V7uNK8bOn16QPy03NGjx+OddjtdKD924rgLb4dcnBoTMj1l+aSoRvONNYecFMxYdgYcWFE0oCA4B3+5vU1r1qwxTVdGOWH+mJs0NA/L5bL3OKYR44xtBO+hoWGxFrJCAYo58bgbm8WmJqWGumF9yWdzkScEOjzp8K1vfVPf/uKnNe7G5ro1K3XO2lUK1o/Thr2jrSzG/PkL9La3vV0ve/nLtXr16ig3BMjgFEKiCjbDa49NTpufiYqlVvXOW6B8oVk7d+3WfvNo3IEi/BgeGdahQwddYL8nPmX5+ONPuNmw1fI0bBqeETLBT1kODY/5+4COHzsR8afIuMKytXv3XsvGdg2ZdiGEGPSAM+tjC3ot25s3b9H7HHC8973vcdH096x353pe1bCv0sZNm7RsxXJ1W48p8J5y06HHTc/fe/tb9UI3sG544Qv08le8QpsvuMDB+4SDd4u9/UJLW7tmjOOk44psLqckm1XZyV2prU00B7A77e1ldVrOxtyM52csv/bVLxv+o+LncP/rP/5T+3bvUdFJhVmhon3cdQ7E+AnB97z3vbrpppsM20YHTesdJN2mNq87ZbtAMold5Cn9pkJRp06eFnafc21OWNAB5J13Grr4tjE3cbAvjz/+uGgm5O1z8FM83UuwD52QOZs0TVrHxmOSNqERy8BxN0r27NunYduzjOX7hhfeKMZlboa94Y1v0p9/6C/8/SaVWsrWyWllbD97bNuAAbnDn59w85b1U/us4cFR/dyNoTt+cacO7tqlAzuf07ED+9w8PaxjBw/rDjdIfvqzn2jbtiec0J2OvH5w61YnJs/ZTuzUPS7oU0wFboo8yGx7e7vwR8h72bpwq/lFQFu0Tezt69arX/MqffDPP6Brrr1aiX1A3oE1duD2738/NjVYC1nE9r3v/e8XASrB8XI33h956GHd8cs7lLcNH7LuPPTAVt3oRlFXR6d6u3s1bj9DPHPo8GEN2ba84MabTI8bVfb5G174QpVsVygs0yg7dOCgG6xPmv936u677o7+Br6x7znnnCMKL2cHzmrGdmHp0qUqtpQMb6rmUlH8fOaZswNqsR3o6OqwL9kt5DWEoBCCcpZBnh7jJ6ix7fho7CC8Jdh/85vfHAs2zz33nGhqzHMS8MY3vCHe4LPcdq5sunE9P/UJbZAb+NjS0hIbYfhm1sROHDp0yPFGPe672UkDNydsWLdeyxYvEQldPptVwzZgWX9//Knsh5y041uIKdjj3e95tz7+8f+jZ3fsiPw9d8MGffADf6aO9s7406LwkX2xLcCF3aJYjcxCF3jz27/927FRwtwkScT7jP0teodM/MVf/EWEkQSHdUIIUYbg9fDwUGyojTrOyueyyloug+Riwjb9+uFHxC8JvOtd79I1116jXXt2a+fuXeZBs/k7LHQEfooLfE3BiSp7op8ztt3QHlnCBsHbYdtk9IwbJbZt2xZt1SUXXewie7dOObFMGxmdPTWoE0dOqTnbrM//1+e09c77tP+5XepsbdemzZv0BvPpvbYJ+CrWh6c58xtcfvLTn7rQMSb8xIEDB2IcQy7DPPgF7UIIItZH//kTC5wHZode6l+yxMWwc12kWhDjHtZ+tRuCyAw8h2f//u+ftu09Hf1pCCHGz+g28Qn7nDp2XC3NLXrpi1+i3/3dt+q973u/Lr/yKhWKpVj8ALZ262hHR4e2bNnsgtsFotkIX4DpwYcfsn/oE82ziuNI6JaYwJPWrUWLFgnb+tSTT9tPHBLNWuxaNpvTjdY1Gt0klVnbndtuuy3qFH8/jJ/nB8/f+73fFXTnKf4HHrg/xv1btmzR1VdfoyXGHfx+/KMfacczOzRiXr3rHe+MT/1uOX+Lnt25Q08+9aRuvvkl+uIXvqwXv/hlmj9vkV7y4pfbj7xDTzz+tJPXi8VPr/L3LYHrySefjD8tm7UO0JRusn3/0pe+oOmZSfudDTL54k+2Xmn6NDUVo13hb9mgg1wDXz772c9G+eQuY/i+YsWKyGP4jT6gn8gXT4mjp/fde6+4juMvfvGLYxxTt5PgHDxaax+9wAXqY47NLrjgwhiffOc73xFx3t9+/ONiLfT6bW97m/jbnNhSYAkhiJssZm13avjPi75+o2Mi9PHw4UP6sw98wPbkKfuVO6wNjWiHbr31Vl166aUxVuGp1RNuyG+13eRmFX7WmQbsaseX6A66i3wQ66Arf/u3fxtx//d/+3d12Z8iXyccbz3zzDNRn4ELWNGpRx99VL+64w796Z/8sf7qo3+lH9z+fX3yk58UjW2eeMXnrXcs9/KXv0IbbF/nYgJg7/Ta7Iuu9rr4QBwWQhBzjEjUJ2hI05+1oCV2hSZ40cWrG264wY3pHwp+QONp22zWYy34hi3YYLvGz2eh++gS+KGPxBjgRHM0ysuvH4m612RZmT9/fpRh1kFngQH/zdrwCd8Ff5Btvs8N+A9tmBdCiDTkBgVoBT7M4xywol/kJ+QdDGDlHLqG3iOL0Aed5fPKlSsjXznP/sgZfwLhhGMD5rAG9BlyDMY+yCnzwCGEWUOJPV+wYIGwAUX7M/xwQs3D58GPmgm8AFZ4kLN9A09ozZrAxzlgBdc53wYs4AJdkRVw4/oQQuQNa0J71sC2cY7vrMdc1mMv4qUQgpgfwuw7+zGPa6Et3xkcYz4DGIl1GMgz8+bm85m5wMs757E3xLvewnFyReSK8Bg8Oc87MOJjoSt+hXWqtovkcHV7IEbF9YoZ5911J1tczwB/9obHfEd+svmccs53EtvHKeeBpdZW8ZP8VV/PPsDDPlwHXdBHeJeaN9AGGrEWdInfnQ/zGXzAHznBF3AdtAkhRHsCznr+xdysc1TwgNacYw9kYdr5Md8Z8GfKesQ+7IlMIeeszTl4zTXQiO8sX3AugywAC2PuOOtht771rW/Fmxq4kYU9gYEBrdBH5rEe+LMno1hstq1pODaZdr2sFvEJYVaO2TOE2c/gxXcG1wMn67EGx/jOHAafOcZ5BvOBg+P4Mt45zwghiO/MCSEYlrrzldr/884a8iuERMzlewizcLF/w3WSoCTWuzjPYD0G8MgvaMV36IfsMQd5hL/o65VXXhlv5ujv77d9mtCA821440ujH0VuoOvg4NmYf+1wPIfcQld0GvmCzuwzZbmpO+BgP2BljZAkvGnMuSAFY64ZcT5Irpuz/8ymiYYGB8Qv7JgKarIsbzpvg65w0+6Siy7Rb7/mtfbJL9F856PY4bknV/sc27a2lh0L5ZWEJNINmjCQceDDNwy66QGMwAde8AN9Q6ebbItD8K72oyGECCfzGNBvjmbIVGI8wKli/Rp3roWdw45WrJ+DZ8+aduPi1/gO7N2n/R4jbqBA796ePhXyTZqemq0/zcKQifaf8xNuzoyNjIl1OAes0843G25QpZnETZZBEc/vP7Bfux2nQj9wOuxchHdgBT5wpvmF7gE7yEALYA7BuHnwGTySNBVzoAW88imlroeWnEuVW0uax5+l6C5rYU+HFvV1aZGbo329nepfusQx5HzHVIvNj/mOQXriey6XlVS3Xx3VWZ70c7MDXIYcg09MjCnr82vddC40ZWO+h74jD4y87dbCxYvUY37y86nLl68SPgiZj74mk2re/D7RTG4oOMaqioZUQ4nXzRuPrHw46g74MSLeks+llo+M9SOjrNcJpunk5Lh13sPv/GISNwpyDWPCTR3kBtinnIdjm4ABOnMcGsu2OU0S18RKQj68TYyZoTvySR6HXhEnYndDCDFuY014Bb2he+I1oAvf+Tw3Qgj/jyyzfgghrgGM8mfm2lIYEqSk5hrFjOppMHYNDVm3zrqmGbw+NV9qU488/KjuuvMufe+739PnPvt5ffUrX9U3v/FNffHzX9TTTz2tg85ZGcTfR48eU9UNx7pXH3f9bdI6jX7juydNn5rPBfujrOUll8moYd2pP2+Hspmc0jRrn1c3jWc0ZbsfLGvUUVavXqcVq9aovbNb2Xyzyu3dWrxomesz67R8+Rr19C5Qc7HNMuXYqKVsnWlWc3NRBctHn+Vv5Zql6l3Q6WuDlNR8rinmKNASGjGgyxw9QzDNDBf12brr0wZUNb/Dg5r9YsM4eIrJ2TC9q9a/6ZhfIgNzfB9wjY7YasD6DS+p1zGQCZs5w1CyjOVdH28IecF3EfMRG03ZxwXbpYrr2NOmQ3zK9cxZ7+X9GlImW7DGJApJqhnn0TOeN+5ewunTp5z/HBc3cR84uFcTltN8Iaem5rzq7mXl7OObmwsqOHbC3oBzPeISYvyWmt4hBNXNlynLMHKLHZzDBbkkDgen8fFxTbsW9P+98SaEoIYRrDkegb4Z85nBZ+Scz5ybdA0JnKEZ87Fn2Fbmse5p577sBT2xb3PXYMPm9gZe7BdrwkNvrEQhjoabFTO2m2NDYxodHhUxWk5G3QAAEABJREFU4KTt5ZRpWzMPE8PJYD/WQccY7CWfC8E6YRw4xgBG6MLe0AM/NGEZr7lnWDdt666t1yzffG8Yf7PJvK1HWoYQVGouacmixdqyabPrxVc6Z7xZr3nNa3Tbq28TOcDVV1+tjRs3xhuSsWHETO3lsuWkWeAHjM3NzSr7GJ8r1DLMp1Kp5Pp5h/Wu6gb6EZEHcdP9mdNnBH+pHa1atVILnN9BX45xY1JnR9m1xbyaXeui3otMBJl2IY3XMU9+gTP48B1aJRkLUS6fs4rXFRIZuCzT/LmhNBM05UR21B1+mjghNCICTQ7CQIKFGHOL8tkX+7pULA4zEYSiEyiuSS2QNTMBxata0OtWSozG7HUImiKBq26smObinfkwkcF3hI61q14HYRt1sXXKholzjJqFgX0gbocbD91dXWJ/jgEz1wMLg8/AiJGGEW1trdEZ85lEp6ur0wxqE9eCV4TB62escE0OGhshRIWdNvN4MmjKjRijFHFnba5jcC2MbWtri84CfFkLPDgPfMADrYClpaUU9+Ua4CDAzzhAQnBrbjLXTLua8a/zbmPBHRY1v7MeeCdpatrVREIAo/OGl3M0TRtBSu0AWWfGdJ52EWvSik+CUQdQ41S3IIIHcML3GQchGQcgGGBkJUlCdPANK0o+nzWsrWort9gwNSlJpDm+yGtBX+geQrCBmRF3QGIQ4FXV8HsrX5MY3mo0utChpaVFJFjdLuZzp1kRWlsggKfDRaU28ykxDC2m03wn0C2eXyq1CL5xvsmKFUJiPuQ9CuZf1nJbjLxN06ySJLVtaRie6Qgr3+tGOAkG3poAbxgcg4/gULDMN9kJFd3cqNgYTdgYifkekzau0zbs8IcB/uBYN3LgjqxSNJ7yNVNu2ipJlC/kvZP8MYkyH+T/QhCvqbjerBMCDgbrVs0v+J61LMBn5AWawMtcLq+ii3Lp87illoGc+V4zXlwf5/l63jMZaJBEGthfqFEP3j1RzQ0OhVRpNqcob5apaWC2kZ0yTEmSqKW1xc4la7pmxB4Ednv37o7BqVkSj9WsIzTvgPesDb8XVmupqP5Fi7R0yWK1eY0ok3Ym6H/O8DAa3n/ae1Usk8CMbI7bseAQB1wopzCDEwMHHNkDDzwgEhL2ATb4D12gD9/bLStLXNSvh0SpC/p9Cxbpwosv1+IlS6Uko9a2sjLZjLK5nGYczMO3YqmkczacKxLdWjA3gv9nxEKS2EnXY5NkkMKHdahq+R12cH/w0GHNc1Jy+RVX6vrrb9D5bh6V3AgYtYOa9pzUvCm1tqrLjabW1jYHK0XvV9N+B1uP/PpRNznu01133WP9adGqNevU2dGt7q4ewSd40mR5HnAzgqZMqaVNWScRi5ev0PpzN2t0uqZTwxMaGJvSj91kee//+t/6yEf/WnfedZcef+JxHTx4UG3lVq1eu1rtbiQMOihMrMs0lqEPBU/uoIWuc3TLZXPmcU7QEB43W+6hDfLcbofFz9dscGO42w3iomGDd83Wj1w26wA7F4MWgunjx47pKRfBjx4+oqnxCS1auEj8FCBJ0JBpiIygJ01OvhqW07HRcTc2T2hsbEJDg8M6sP+A7cyEWk3LBW4oLlq4UG22ofC5aJ+C/HPnJnAPOikFxor5OOSg99ChA24s3heLs/fee58/P6D77599J3CjqM/eBGnNxoG1shHvrKAF4+iRo0qsGWXvn/o9k6Yq5Au2VbNFgrptcZIG8zPnwm6qLjf/ujrKOnlsr57Z9oiSxrQ2rF+n1mJJ0K2jvV0vfslLRDHxsssu06tf/Rq9+z3v1c233KKs5XNwaNjBZ13LV67Wlgsv1pYLLtKqteudEC1wUNCjFSvXGP8OHT96It69d8Tw7XKD9bgbbpNuvhZcYA5J1gnolEKSWu0a4icSj7opXSy2xkJ31TaABjRFcoqRBKg//+UvTZutsVl90g1GdOqoG/TjTm57e7ttIydF8Mt1E5ZpgpmGnUWtWhe8WGC9etHNL9ZiN4SWLlvqxGxGmVxWPCmUWCamzZNgHWpYlTL+HjIZ8VPROTdTCqY9/CuaRiTybZYv+EFgRuEU2dzxzNP65S9+oe98+1vip63e8pY3i6CKoLPipJtr1rngW3CCcGborH7wsx9r8YoletlvvTwWIAk+mffd735Hn/70v8VmWiabas++PTGR5ucb73RSdPvtt+sb3/iGfvzjH0d5oeDMdfhgnuS71g3bLscTo6Ojbta1KHkeD/zovv3741NHqWUk4+PAh/86bbs1Zf9ql6Fx82jGNDs9MKhJ+4uJySnB85BmZPHX1HRFNfuMfKFJjUairq5e9Vnuk+Bk+eRZDQ+NRF6AN3d0luwXSaAnHf8cP3FChw4eclNjxLw6EX92mkTj0ksu0RVXXKFXvvKV4qcMCfoJKhe4ONvf368kSbxXQ08/85S+8pUvucCww42XAxqyflK45ylA9AA+QJuvfvWr9uGjeve73y3+3t1b3vIWbdq0KfIDWcJGw7fHXayvG9dr3VTLW6+QnXush+/7gz/QXffcp1/86k7d98CD+pQL/1/2mi3WMXwMfKewhG3/7ne/K366cpED7cWLF4siC7hcdPFFAnb4gS9gT5rDLY4DaGKOmD886Tk0PCRgyeaysQmVBLQ5xAZY3oEyhROaFH/4h38U5+Xzucj7f/3Xf42NkGn7PBqE//1fn7HOHdPll16md7/zXTpse3/vPfcKW0DygA0q2W9w9zx4QisaFhX7epoD2CroCX2wK7xjSzP2IQUndFwLLOgYx/kOLSjGc4MAvh96bH1wq9729rfpIx/5sJBHcGM95LHF+xP7oEvInz2XY55mIbvoa6cbIMxFPtFhYKahfOTIkdikZI1dbtDjV2nocA1rAQewL1u2TMRanR2dWmGf2lYsOVhviJ+VvvfuezRi23XDtddpkeX1hO1+kqaxgYTMEQ8gZ+CRy+VsL5ts5yqR5qdPDUiW9ZZSm5oKxThS27ADe/frB9/5nk4fO6G+rh6ttL8r2Q9RcKRJBR5/8eEP6w/dDPqTP/tTNbeUdLELhfnmJj1pe7F3/16BMz8nNOFiBTaABgU4QWd4BK7IGzBhx6AbOPL5Ga8x6GQf+Vpmm7ZmzRqNjY6Jv/1KEQ7aI3d/93d/J5rT6Aa837lzp/1DNdqRJtsjrqPx+MTjj0e9Qf/wOegf+yPXr33ta3XB+RdpydLl+v7tP9TvvP4NMc5oai4I2YF2wESzjMYme9cc/1OwfdOb3qQBFzY7HVvAp6rtOzjxzpPg/OzoQdvyG2++WTzteKd59YEPflDf+NY3dcSN3Je97GVu4v6uPvrRD7tR+X596UtfFLL785//TB/9yEfEjQo0LPFZ6Bu2h6Y+T1gix+hULpPXpo1bNOM86KqrrlLF+cKK5cvU2d2uf7Euvfe973ex6YvauvVhfcGN1f/49Ge08bzNSkIm6iJPtn/YvKRxhhwix9zws3r1Kv2f//P/4+otACw7yzvu/3vOlZm5I3dm1nXWXZLduAtxIsSBogWKFWiBUlqaYKWlBhQKRYNbgCQEEkJC3GU3sll313G5c+37/97N8PX7bvLuOfecV573cTnnzr9ah7fq17++3X7BgH78o5+Y/z9rv2a39eMkZbJ5kTxc52Q0cv/2d7xD0JYHO556+mk9az2EzgCP6DLmRjdvWL8+yjgy22jfpcG26Jvf/F/j4p26w3bgqaee1MsvvxQfQtm5Y7fe8Y536qILL9aNN96sv/iLt2qGfchh629464c//KHuvPNO+yqDophLouMtb3lL1FeslbeuabZ8kiBBP8GThw4djjr0RhexP/Hxj+vElSfYf+iID4Ps2bUnJjkabQfOOPNMfepTnxJvc/LmPLIJPyAHwF2ybYGvmZd9QhP8CegAbeFtrsHz8N6OHTucmD0WZQ/aMt85TvxfcMEFkY//53/+R9D5cvMLyZmsdecRJ7/gJ/QrMpXN5gQfUKjmOkf0A+vAlyGESAPmX+BidJNlEt19yimnCFygu7/85S8L2wFfVxwv8KAPb0FT0P3+97+vj33sY/qii9U56wt44pATZjuMl01btpmma/TUM88p31jQosXLorwhi3/4wx+8r4O2kUOiAIUOZDxH6ARsHJFpGt9DCNaTBaF3s9mskE32OWvWLPPzaNwn99ANzAUd8UHhJ/DP97H7HLsti/v3H3QclNWA/dhCoUXLlq2wLhonfAnWb7Gdgg85R7+OOt7BjqOrV65YKXgxhCDWpA9wAi/9OPIdvNO4duzY0Qg/8wMTcDSan/PmO+YIIcT7wM+9mmNpeIh7mWwmrhNCEP4XdoFx+GDAQ78QgvMWrcKHBUfMw33OG7wO34GLueFx4ADnXAvh+Nqcc58jc6K/x/YRQhDXQvj/HpkbPHMPWKEJ3+XP2Drsl3mAmXUZg24FPnCHfDA2hOP4BGbmqzv6PmZakSSv2I+3MlJqXMj9PL0PIdIf3gNu1ukf6FeM9e1zhnB8X9xjDRrrM39q28c5tE3SVJ4sxlNNjU1iHsZAO+BgP8AMXuQP10Jg7rr992r0zUII5qfUfNrkqYIq1v30py+4Zy7mbXBOgSNyCH7wVXvsx4EHfHquwXfyJ4QgYAVP9POl43PbfjA3+gT7Am5vvfXW+KAI/iDzMB/zsg5/nxOdwjzoBGCCFswBHjjSmIc1oAX3OQducME5R/pwpI2dc485mWvsyHkIQeQJwPvYPFynf+AftxBCxBtrHh+bRD6TPyGEeM6YEEKUAb32YW3kqmK9BH45Z2/QlC7gjRaCYTAvcB2YG62vwQN9gAv6y3wGfZubW0Q/5Bw84ivgj2Er8HcPHTok8IiOph+0Yg5wV3KsgC5mn8CjkMS5gGvU67c7z8EajGPM0SNHBH36+vrV39envXt26aknHtOWjRt0YN9eJc5kNORzmjtnju3ZjfGtT2wHvgi6jbXwIRoa4NcmJUlqPpSPifk4H/UT+we2EIJj0raIP/iCBlxjOBw7Bz+JYw1owTjwyb3U8oEMFIttarYPt8cxLX/25+cuSuHnbdu2XUePHI776XaM32d+ziapBthbb6/3tifGLOy7x/doyCzf0zSJOb5+54jz+azzCM3WYy3eQy7KNrDCw+h87CO+PHCFECCh9fdAPLIXYE4MPxfAM7QF/rJlke+clxyHcWSv9KdvCEHQrWI61R3bOQxWGurKJVJaHVWjdU6tMqqsY4Gs7U/W31mvz3ka4ObId2Sm1TmkyZMnirdUp06boqZCgw4d3m/dXlF7R5vanIPlb93At8A05Fg9zWRUsO+Rt4+TN3+2Gc+TnTPFL129epVWLF+uyZMnR7s8av+NfVWdh6u54pFxTiJJs54/7oR/YgMP8GHW8KamX7A9qXsPQ9aPo6Uh5R1bZ107aGjIqs1F5KqLKok3Du3pz5HGeTaTtU5siHRhPnAIDJyjgxYvXqyTnE+bYP92y9YtMZ+DrCA7/Y7zRtqKS+wAABAASURBVG07YU76o/vAlUGPdOcedIjrGFbWDCG4ez029kFjU/TjGELwfmsuXJaFbCVpqpAmSnNZ5ezPV534YJ0lS5fYB5yhCRMnCBwDS7ftyf79B8yPG/Xqug165eV1enHty1rz/Br96pe/0pNPP6v+gUGB2x7HS8ecp8IXyFtvI7/QuOJ8YQ38+xisO2wFBE2bHPugpzs6O8W5WUkNtifBuYNR061aqavZOZ7GpmbLUZs6nTvocjyxyP7R8mUrY+5o0uRp5pPxKraPU0fnBDU5hmtqbo453db2FmVNtyEXHsf4N4QQZR7cQu8Gw5m33kjT1NeP3wtStBtmaesVn1u3mNTWu0nUCUmSSN5H2fxxrNt6qbdbe/buFr/e1eTcTwhBo6Zhzvh1R8tKVfiExLdTJk+xrDZ4/tQ8UlCD+Tc1P8rxYqeLx5MnTXWedHy8PuzcSt0JJuBMkowqTrjAx1nnXpWkrmNV1OPCITafOKHXuYEjRw4617HTbYd6+7rFQwAl13DQfcf1S5+wMRXbxLEGb5bscwMz8NLgHXDGtTRJVLVOoD/5TY7cCyEYv1mlxh2Na/AjjXPGMBf4Ygx6iHW4xzX6NdjXosEz4Chv/461Gddo+eY6+2euXuvGHutDYOI7jb7MBT0Zy1zIX924qjtXUytXZfKJvM2obQ5rhxCM/yDOwUu/893wOngIIcT4tNk8xPrMRwvB/cFBuSz0EPup2JbWLTshqSubSZSYJyrOC446VhwxzoEL34SHnk8//XRdfPHFuuLyK3TdtdfFOOHv//7vxUO373B8x68nvf71V8ZC64UXXijiiln214lN8F8XOuYgJuF7YlgokLL/Pc51PPzww7rT8d3zzz+v3bt3xVgB/KWJ6WaZG6He4L1nklSMrZg3Zf8w43mqhjd4D2kSTMdEaZKIT72OxpHZzDcaG/MqOuGez2c0NNwvFPighapcLqluRShvvObjkJMSIIcJQFqhUBACMYZMCMm9mhevGnmcwwS0xAuzKEyCsYYgxwneq14rFr4PDg6ZcInG+qN0GJOaAeUPc9SsRaqeH+JAUJgFpitBFCe/mHt4mHmCBTGngpVQq40QsAIfjFQ1oRlH49xTi7kz0aBlLLh5C2jOcCRGmAxTzQI/4iTxsMABSTbWYXzNQCZWaGmSkdEpYE2S1OeKCh0YYSaYF2YvOAHK/tgXOAR3rA0cNJiyzQUDro/BS79Cc8EKsCO+gZCzYTBJIoMzN+04OSXmTkxTc4JGzcwETkoSYQhSj8tYaeUshFXjkb3QhnECjBOujfpYM/Tg2Afv3dQ3A2WzGeMzY6NX0PgJncrbUPb19wgFWTFv5D0n8GYyWS+XxL1XzQMhBMFrNa+X9fohBAtYReCFwio8AP24P+JC2vE1GeMdeeDYvO3tRRv9ieJJqozphHJGuXOe857AEQ38gbtRGxjmDCF4SuaTKlYWPNFSN80yac60yhqHddO70fRuFJut+R7Oa8XKpez+vUN9GhgasXGtKZPNgfaYNBm1kCELqXmz5r1VjTeDKz5lipDctxKuK/Ea8vhqpAfQVC20IQQ7MC7COJmay3leD4aOzMmeaSPm5347DOCH6/A8LaSJsuDbytXItvKuGMc1yZNjZKbYaLa2FH0r9fU6+lF8hp38qXht1ivYkIIrvrOXyAPer7evQkuLCnb+s7mcYa9FWhJEJuajZl9H5mkkipYsXqKZTnQzP8nrPU7cHbYz321HoWyl1NLaoilTp6i9WBR8nQFfxhXHhlw+Ft+g23GHZEB9TliO2FhxLJuGBeuYrlmzIzwkyZqtuCvGKw3lC5667cSAq/0H9mvj5s160UmwtU6GPmHn5ee3/0qvbtis7bv36bk1L2vjlu3+vsn7svPhwniNDRtxdRviiRMnaebMmWr0ms2tdkhssBubmsVTcaxF8cfdzC8N1q/1OAfyNdVFvgmTJqkeEg0YxwM4seb1+fPna+7ceVriwuOSpcs1cdIUjRgnedMt671v375T7K+/f8jJp216+ulnnMhcq6efeVo/+8XPXWB9UG3FNsvbRM3omq3JLlrlDc/s+Yu1/MSTVZw4TYudxGxua9fal15StV7ViatPNM2rOuwABN7EEevp69Ge/bv10ssvatfeXRocGdb2XXYibEz6YwFzXwzk4GHkEaftmIu36Dj0Q8n0AE9Ndn66nWDmpzUfe/RR8aZji/UrdCq76L5nxy4XEvdpyDy7fes2/ewnP9Yvf/YLPfzQn0Ry/qLXXSj45aRVJ+j888/WG66+QqedepJmz5rpQt88zXXCfKqL0qw/d+5cBw2zrCvK6nNACByyzIQQ4ps+JBMHBwcF3QfsxE+aNFHz58/VjBnTnbxaKt5c4IkmnLKTTz7F31fGYhJPOq1cuVJVy2xbW5tlp6pMJqNm81W9LlFMRDdDl7wdRyMz3gOX8ABr4hDkbStbWhrjE0xmBgetvRoyPH3G5+ZNG1xY+52+/vWvRxpSDAeHyNg999yrT/3TP+l/fG/P3n0asM3bawd85qzZOuPsc3TOecaRnd8Zs+aqtX2c6pmcDrog1zc4HPsePHhIyEqDC+o9vQNO7oxq8pRptsMt5suCW5Pa2zut2zLKOxgaP36C0ZboTw88qE/f+hn967/8i/7qr94bE7lf+tKX9If7HlBDU7OGLWvw7qj1Q8FyUfHxgNciSfyTH/9YFLUoFOzcuT0WGu+//37x9hAFPIpdZ51zrmZ0zbRuHFDV8oluoIAHjsErMAfLvoERc8t6sV4LqlmgyuharzdkualLwl5ncznNX7BQBH2LlyzRJMvXqO1UvV5TmqSW8012yIfU3FbUiPXtHheUt5inWzqL4ucxz7vwPE2fPtVrla3bG6Ldnmo9RAJ35coVBiNo4oQJ6uqaocamBiVpIvgFmW20Y0oiibcGdzj5/Mgjj8TiJA4YusYgRn6ue2MEorzlxFtNNzoxvnDRIvHGesY2acLEiTrVxczpM1y0tI/QYj8kzeaUdxDUabrkHBwkabAOzNjBzAgZqyo4VrDeTtNIk7oX6+npUd9Ar9atf8XJ/fUiGMhafxhoozG1fq6ouaVVy1es1Lve/W5dd/31uvLqa5Rz8AMfo99r5nfehEQu2BuyzrzYFxI62DacVeiWt21pd+F/sfdCQnyOCyPTpk3V9ddfJ/aKU1q2bwEPkBjKO8hEhgbN//xcKIXlun2Q5mKLdljHHDp6JOrFw+bjAfPxE08+pYWLFuvqa94gCkSXXnKpQgjm3Ua12PasPOEE8bceWeuSSy4xbzdp27ZtPjYqSRLlcrnYF3uAHqC4hRPebL3N/fZiUc3Nze7fpKz1cM127RfWQ88986wOu4hx/x/vF8l3ZPLaa6/VJ/7+EyJA502tSeaz1atXa9bMruiXEsh/9KMfFU47/P9jy8KyFcv1tx/7qHVI2bgfdgJ+rxYv5i3zmdYxJ4rCHUnHQeMD+J5++kl1mc/4KdGVK5db5zcqn8967Ih1T+rvBc1xYgtegh7QC7yHEJSaD+DDG2++Sf/8hS+IAJN5uZ74PvrpsBNxrd4vNKGFEMz3FVFkabLObrC9YV70OfvOmTfRx+hbdNoi0xk+QeeeeuqpUe9ScP/Vr35l+DKWo+kRj/B7CIlKtnGJGfOltS+KoOPiC1+nWV1dsmiqbL+HYAb8Hzx2RFn7N+ylra1VqQeNDPRp59bNPs+q0NSiqS7qsxf4Z8jxBTSlWIct5HubdfQCF9XQCRRsKNxT+AGWj5oGn3YRjr+LTEET2i100fPkk082HU4S35mfpAzHXscZ6H3m4g3dax2owV/wHPORTMP+wQuttv+Mg5+eeurpqD/AGQUfCqcUnUiCvtvyxpu4n/jEJ7TSdoV1+Nu7JCanTp2miy+6WNDkZBeSSsYN+0H2SOChfzvGd1p/jeo7t31fX/3q/2j1Sae4ePZPGlsbPxzcbHKhm73xNyWhF/NkzdvB8sB35uy2zQbv0Pyn5tOqZRT4r776DVpgXbrVhSjeZv3IRz6ic845VyfbLmazGctTRsR873//e3XDDddr3rw5+sIXPq+Z5tnf/vYuoR/gZ+gCb2Nz+Qnoz7rYOmnSFG3auEk8MMVblD/60Y+sozaKJ5Nbi61693ve44Lof+hs27bTTz9LBw8cFnAkScYFpvE6ePBg/Nlp+O4kJ83AH3yHviLhzK9SNBUa9ea/eJMuu/zS+MTyhz/0kbif0khFt912m1iTPdOfQvDTzzxjfpwVH4wAH/Jn7969oqDHQzkUbddv2BB1BAXWhx9+KL7ZQZBOsfrSSy8xDubZjraLB9tarVs//OGP6P4//tEyNUlHrMfQN4sXL1UIQfAQ+h8++PrX/8e+xgoXap8T+PrBD34gHs5AptEr6FWDE4uFpzlpQPCftf/R7YLl4MCAbATUYN2OH9RoG5/L5vTUU0+Jn7CHD/CFCpZpZBv9Be8y3ywnEy699FLT9GSxDvzDEd5AvtDpC5xkAL9dllWSFcj+SdZ1l118icZ3dKrdPD9sfyQ4vip2tGvq9Om2jU1irmP2+3bu3Bn1ZNVxXTabFQ8D0OCHAwcOCPwDD/yOPivZ1+Xvn+5+7W0faMR97E7FPgJw5azLC9bb11xzjcDhsmXLIj7hM2QS3MLDJEyQe45/87d/4+L2O4QuwFZ3O0k21bb90ksvtv8xGHlq+/YdTsJ3iz8l8ZMf/1wP3P9Q5GOSRKwLPZD1l19+2bZlq3iwDNySgEEPYwdbba+rjlXoCwzsi2OSJgK2UftMR0035AOdAR7IDYw4bht2UobxIYSoi4vtHealcbZvbbYrPeq1T4s9wb/YuWuXgInWb1+WsT09Pepxw75iQ1ibNVkDmJAP6M+1fL4hFn1DCBq1jgGfGdMnsW7gfoP1P7hHn2IH4Df4AdngesGxoBTietAF2sJrjGU91pI/SXrcVoUQok5jLfiC+/RvtD/DnGmaxD0zFzAmhoO+wM3eaFxjfhrjOYYQFEIQdopxFft1wMJ9YGeOdvsl4JXGmtCQZvDi3sEZfZmDdZiXORIF1e0DMSd74h5j6EcDL4yrq66y+TuTy6qhqdFxds5XFOdmbeRu4oSJMZblHP5jLtZlf+AD3g3B69k/xBfGJoIL4IfH2E9qXNJCCBb5msAH8IQQFEJQ3ca07vGM4zpHcEJuoV6r65h1/YjzJaPmQWAAFzTmht495h3kjvW4f7JtInI/av5gXeZkTRpzM45zWgghxjLg7dxzzxXJzbVr14oHIJBn+h6nc6pisRj1w4h5Hh2wc+cuwVvMM7YW6/Gdcf93LWSfNYA7hGA8VEVeB5vH3ukPTsfOOYZwHD8hhLjO2NzIB3Skf9m6hb6sOXY/TVLjOI1yFkIwfut/bvSjP+sBD0f2g0yj345Z92Gn8Lu4zlrBCGQc/VPTMoRgGRyKfB9CiDSM/UIS1wkhOGm/K+og+KzH9PEUkdeJK9ADwN5vG8CDgcj8cXpl0q/DAAAQAElEQVSXHecMRp8Svjpy5KhGHI/Do4ntRruLK9Ab3D/00MO2rdtty/s0ppd6nId54oknon574onH9eCfHoj2mZcvMrbB06bN1NJlJ2je/EU67Yyztdr+R9G6KnW8knWDlugT5K2trWj91WLfu8m2s0Vt/g794S/wghzQH/zR2B97AEf0YR74BhswRvOi5RkbOMuFn1ldsxz7temFF9bENU6yP7DI/tyEieOdR5ljXmsTL/ZQ9GhszAn/rmvmDPvqM7Ry+ZJ4bGttVsE51vETxulU+1zMceaZZ0SbvNiFudNOO1Wnnnqy/fWFHj9BbfZL0fXcw/ZwDl2BHZ4ATo5jfAutaVxP0jTSmf4hmOYMcqO/D5Hu3KN/CMftAHjhO7nLbDZ1n1rULaPOX1ecb2/IZ53jbbPv0aY5s2cLuz5+/Dh1dnaoo6NovBeMo1YXyzq1YOE8LVqyQFOmTnRBrNF9ijFHSv4E+Hpd+EBfSEF8pji3crb9vvMvOF+nGA/nWLaXLV+hlStPMH5WCj8dP5GcQSaTVdYNWEOSKDEvZLJ5pZmcpwqquuAHv7KfuvdW8xohJL4nEaeXRgY1PNhnPdKnnIsnaUDH1ZXznptbCioW2+I+Ghw7hoT5qkqNT3DHvNgleAaewr7C37xRVrS+YU1aCEHgt9H+EOOQV4plyCn3ucYROYQ/OfJd/qCb4E2uQVuONM4ZF4Jx5sY1vnNkjn7XRYZHhzV+4jidevopim+C21bARw22s8wbArK+R08++Yx4kL1eD85BFPTIY4/pmeee18hoRS3FdrmGpUecR8M//OEPfyji2Bq1jcqoMsYTsgQ8Jec9Rl1wKtufwsa2OSaC95vsF9fqFY2Uh5VtzDpf1CqKrVOnTRets3OCY+AWVZ1nGR2t+bxVkyZPt2+7SIsXLdPUqTPV0lxUU6HVtGhXsdghcp/oUWxqCMGyBK2Kvt8qaJK3r9HgfbbaN2p2Lhj65XIZZewzpm4Z66R4bpoGZ57r3g/wQ9N8Lhd1/LDrM3nn1tI0iTqzansLr/b19fv7iPscl4ma7XX7a/phonMpUrC8BMcrDaLg3NTUaLjazDfZyI8t9tM7OpCV8e6TVz7f6GOjeSR1n4xCktGofYqa6THqnFNdiYZsQ+u28EXzY6N5sVot2waV7Ef2q2Lbio2qOTcV6opwobvBDQ2ekD8F+6/w5ZQpUyyDnRFneedQEstNvV43bFXDXVcIwXCk8QifDNtHZI++EO1G1b4mY8Azc3JOYy5o3uwYv9G5KXAMHNglbALHHtsT+JP+jAdvwERfYGAdjiEch4Hr7I250cfkpujfbF8wm82aXxsizMwZQoh7ai8WRX/2XbINAl4ac7MusI3ByNzxjf5MVmmSGMP6s8/I2EqlLGNUifNfvm0eLati3JvCoEPMxx4mOUc3yf5Wh+Vluvn6FPsxV77+9Xrzm94UY4C3vvWteudf/qX+9m//Vp///Of1T5/6J33wgx+M+U0eyPyHf/wH3XTTTTrvvPN0wsqVKlp2WOCIaxTbtm2NeSB0CzxfcbycJqltT2PcJ/hir1GHGgfwtbyTmvnVDOhT09W1LznvzrWk4htlV1yHzeAscNSJrx4b4D47+yglFoFx+E7jHGSkVnwgDGSyKJs3diIBUAAgCyRzj0Y/GtdgpCEHbcxHI8nAXARt7TbkEBeB5dhsgYU5+E7jHII22WAWXmOunJVZxvDAIMDFOjAB8OMk93svXAMOGuc0Y8PwVi3Agxro77Xi71fVBi2fNULzWSeKTForg9SKoWo8lazMBocGBCPjlMsOb+J7cd/+p1yuRkdnxMoPHLFPjjTgKZtYNBQm95IkiQqKI3OCC/DD97rnHnHRYwzfnl45C2hqZZWzMkutuGI/36gYRnBet+BmLQh53wefaZooY7yg8JpbmtXuABmGLxhvGffjd+JLZuq6jAmv5+Eq29km4GS+qpVZzoF94nmqZnQaMPX39zHCycBSVDAkAeCTkvfNuCRJLQyp+a0q9sk1Wq1WN5M2xJYkGXGN+8AN7TgHB4PmjVEbnNHRalyDPTW44J+mqUjS1AxXmqRxbvh20AbOvB5x2dRUsMPRLMb0u6gzMDCoQTfolSSJBTvj+61RWWQs6BUrSm8m9peVbNlrAlsSMkpC6pYxDKMacqJ/1DAxR85GoWrFB00pUI5YsQxafoatmEulsovuZcNWjko0MZzAkhp21mGvISR2OEb5quB/uddkhyAxfMxb8nzDVrQjxmfNdMFxrvhYNYFqqhueklibvvJ35gQHNE8X8QqfDTk5yTzDDnS4XvccZct61bzMmuCR+av1mioOQMD/kPdZM50aHBjTguHOmOeCIaXPgJ196MMR54WEQAmZsXEELxgl+JSiw/adO2IAsW3rVh1ysWPfnr0i4XbQ5zhGJctT3fNWqzVhTCn+I9ttbe2ScXTg8BFtcVIEBwkjP7NrVgwUwFPJfCp/jjrQ2b1vr1LDuNcJnefXrIlvPb26fqN6zKc4LC86YfLd73xH3/n2t0Qw0dfbq/37D4pEhVGirPmgpdDiumNQGsyXNrgZXxsw/vbt3+/ER7967Jj2OBk7YF6DByuWucRrUsxZtGSpZHiP2aANmHd542yf55f5J2v5wYAPmAfL5rWMvx/t7tULa9ZqjxN8FRv1zs5xLsAU4xwTXdAl8Xitk/xXXX21xo2boJr5stmJrr6BIR3p7hHFt/tdHKPA9fOf/ky/+NnPxM9BkiTc5eJPPp9TT89Rbd+xTfxk8dDwgF52cXndhnUef0SNLY24Oeo2vBjQlpYWZbwXns4cMt+ZzaLswmONNt6peQCcN1ivoJ9x1nn69eC+fVG2eHOTZD4/Lcff0JMnqBqHM5yMe//73muj9zZNcNK4bh1SsVPYXmzWhM5W1WplDfT2RF4esvwgrzgR8mf3nl2WoRHlchknQRfHAmlbW0s06ol1boOT9J2d7SLAwKkicYBRxPGm2HP48OFIX4r7aZpo9uxZCiFY1w/H9XAGKfokSeL5l+gaJ/OuvvoqXXbZZXrrW98q8H/e+eeLQgZJfPQn+EgzlgQXBcqVER3rPqru3m51274MWvb7TPtR09PgW8dYB9nxbC0WI66tSLis4PUKLS3qcuF4z/59WvPiWp1x1plauvJEFTvGa70T0/ssH5u3btcrGzapVk81Z95itbmwOjhUis7fFheqCbh5Y3DU+qpeSzR58jTNnTNf1UpdyNaxo91K00wsfl133fUOklfrTW9+U3Qs3vTGm3XD9Tdp/IRJOuiie7lcU2uxU+MnTfaxqJa2ojJ2RAesCyrm2WPHjsafyKCg1WOeIan/oQ99SLwpc9VV12jG9JnGack6tVFTXXTD5qBnQjCuFKzv80KXBsMpO/ZV4yiYp6uW+7qPtFqtpmDcZMyHrMNTnfV6XegS4HnDDTfqosuusJy0GrasZs+bq8kuVoxY3wbLbJ9lE+dtugvLV1/xev3xd/fq2//7DX3/tttishRH6JRTThVBSMW6rsc+zvjx4w1zgygwrlixzLI2ThQceROLfqw/1cUegkzezKKg1mh5aLAcFAqFOLbHuqTfOoFCubeiPnSObQN7IIE/Yh0+an2bpLYnaSJsaC6bkQXMPkeP8j7n59LrBEWl4ZgIDkE6eGCfenuORdi3b98mHGZwNMsB9vQZXWpz0DDBhb8rXn+1/vLd79Hrr7xK47wfmCw1Dnutr0IIdlJr4q1xxiLnOPxVwwee8/YnCFKQBQqi+GzoN2iHnX/qySf0gx98P74Vdc+994iEz6mnnqJzzjlH4zo6xdPsr3MhLU0yxkWTk+CX6f0f/Gs9/sSTeuLJJ4U9IBk328VYfgL3p9ZT//Vf/6V3vetdsSAfbYdtHUUAcDpkfcsYb9/2cUQU97Ax9913X3x7csj8SFILOcRPIElEMhyasT/eJgRGZL/ggvWWTZv1Axep/vPf/k0F73WS9excFx2utl6F5tAX28yavAGK011oLgjao1spooP3jGnU0tqii1xkuflNb9QqJ3kG7JtlrWf37N2po8cOi77AAk5PdUHyehe0v/hv/6rvfOfbSq0/91vWcd4feeRhJ8YOWUXWrCMKOnBgv0wm8QkhWI4nR1o//PDD0dFHl1Hgr7vDK6++qgHjKG8erJiGkxxgTnSwgZ7NmubQMYQQ8U4xlODie9/7XoSNggw4I3FFEQW8MrenjcWaBvM0+Oju7o56s6urS+973/sEjtkb49lH2T4sazbbh5zjRFa9NqpSZVirTlkl5RLVjauyfZJj9qcnmz/zuTxLeI9Bgy6kY7+wmfga+Dzo/Irl8Ze//IX+67/+U88/96zajOvWlubIJ8gbP+sMr0An/NMHH3xQjzkxAR8gw+gkYIT2yCVJsU4nGVutZ9kza8EfVdvsocHBmPzlGoW3PfZJmBcYhoxb1gMueI+xvBFYLBajH4NtIUZZu9a2e8+eyMPDtpfETf9lvqbAmliHYTtIzvGwwQ9/+IP4ZD2FqKkOtsE7dgr54y3GbuuPxL78W9/2Nl3zhuscyBVEEa1eq2vUNqXogiQInONiOwUwaACsNOZhfeT5gQce0He/9x37Nfv1+7vvjrJJwQ8cUQiFXkUnDCj+5kyTIdOCp3CRvfe859269ro36M67fqN1r76sp55+QtffcK39k12Ch3sNI/gguOWtfR6iueqqq/TRj31MTz/9tB50EvdhJ4Wee/5Z2+xhXX31FSqNDKjiovvGDet1tPuYUvMFfuKnbvmUfvLTn7jfiK688vUiVrnk4kt1800367o3XKv3/9X79JX/+JIGewd08srVyqQ59fcP6evf+KZuveUz+t53vxt/Hvdzn/6Mfv/b39qOXa/ly5ZbniR4mz8RsGzZCs2fv1BXWjd2jp+kbJrRLPNz1/QZut4F9BUu2J3hhOpkJ2nRAxS+J0+eHBPdvA2/ZcsWwS9jv0zQY9uC/0bx9Jvf/JbaHJAPvOYHo+cXLVoo3t5Ervbt2x/jkLnz5ovELPgHxy+9+KJ4EOPtb3+7Pve5z8XA/yc/+Ynu+PWv9Te2pdipQc/Z57W2b9uhx43PZscyNfNsl/3e6667LsJXsr7kJ64prkP/7du3R30BbeBpZBgeRmeyHrRDn3H81a9+JXQUOr9gPYdta7CPwsMRyDW6btRJ3aMuEP7JMoZP1ufiHjDjX6ELeBiDt9Eeeugh3XnHndEvIPGPP4L8IAuMh0/uuef3ETbkCX79/e9/74Th+qhTfmvaoWPXWpaYG73e2tqqefPm2ZY0CF6HNsyZt+5GT+RyOdO5LooPWx1TwPfIBvoR/mZtdD82eL/9duDcYzlFH+CzMA97Ak/IKbqC9cADNh4dSKNfap0NLunHkcZ1YODInvLW//QHv+Cf+aZMnqppU2eoaj+MX4+oW47hpWPGaZKmQqdAO+S/Yr3HmPb2opiDc+aEfvAX49gXa6OXoSF44jtwtDvRCM8xmUditgAAEABJREFUF3wBrvhzQPSDnuCG9fjOWvAtvjs2L4QQ40T2ST+uT3DSSgpKkjS2TCarYrHdPndzxDu6hjXAH3Mk1nWp9wSccZ2+XsfJQ0Je+I6NAi5gRjej+4AFvoWejGVO6AbPcA24mZf977PNZD3WCiFEOwrN6QP+M7Z5HMEDMLFH8MV4YKKFENRruBiHf5g3D2WS1LGelIZE7W1FFRx757LZiA/4n4I4f7sNuIas30cdM49YLmhDtvujlkH5Aw2ADRpQ9GiwDR1bGxhp0A0c5M3DHhLjD74DKw1asg/ucQ7MjKPPkGMi8Mg597gOj3BkLHIHf1fsow8ODqnsmKvkmBo5puj5pz/9KfrejKcN2vZVzHNj64ETGmuGECJ+uUejQIE84svwKySf+cxnot5CF4Bv9gzu0Z3AiI2Bh9B50A48hBAi34RwfG5wlc1kFULQ2Lrsi0b/unVdzYWEkuPVio9JkGPzjLgXwvG5ao4T2AP0RreyJ/ABzPQbm5c+nI/NTWyRml+4TpM/3GM+xkMn+I/5oPvevXsE/u666y4hr3sdq6OnwD/rMB/jGct8nFedVB2tjqrq/5QmLsTnhe8PLkdMF+ZGBmj4Z/39gy627I0yA86QAR6s4BxchWAESJGG6Gz22Ns/oHXr17tt1PoNG/WScxuPPf64XrAeLZkv4Ych+8nshf2Tn2K9Xbt26OlnntKjjz2i23/1C/3mzl97/Drro14NOH7pJbdwtE/9g2VNnNIlJQ0admw54viqXK7aHspbSg2NzGflSMMQggac1+g3TA7VBMxVx3SJ9cIYXjgHP9CL+8g7sIEv5Cd4RvgV333z5i3auGGzspm8fePm+ADrSy+/pG3bt2rnrm22qw1aunSxLnzdeTrv/LN1xpmn6PwLztGZZ5xmH2uVzj77TF3jGP7df/lOvffd73IMf42uuOLy6AthTy655BIXUk+NMTExA7p/vP3nCW7wMvCgI9G/wM13eGzAdhnawSup9R14ZU81Nm342Qv3atb13GPvY43v3B9rfGcs83IMIfyZv7nHOPmTsz6qm5+CatZPDS56FWwX88ZNxrSoige6FSqO4Ts1e06XY6XZ6po1w77teBdiiy7IdsRYAv2Nblq1arX7zBP2ie/IcPexbnvqQdNmzNTpZ56tG29+k853PDdv/gKNGzfehapWz9Vhn7TJEAXrx2qkfclFphHz86j5QiFVJpuL90etf4wC8cCwkoz7Hu9ff63gkHovPFCZCXU15DKeN6eGfEaJzFPO5406NwTe/68ehXd5KI2HnTjnfta4CSFEHsHPp3/Oeh2dRHyL3kpNJ3DJde7nrX85pzEH973s/0c/hRDi95p1DPQaZZ/OnUJ7+HbI8QGNXzWDz5lr3LhxymZT5Z2PGrLeamzKa5l59PTTTtaqVSfYB5wq1tpxYLf4JbxDh49qy5at6u8b8PWs9u47oBdfelk8hPxDCqqW7VwuqzRJ7P8PK3GCsr21RblMIm9JdetIdOPgUL96+49quNSn0fKQBgZ77B/u9bFPZeug0UpJfS5mV9y/2XHQpElTTMtO65JGle2b9NmnHhmpKJNt1KSJUzVlygzJuaaaczPIwnjnEiY5HwQ+2SO5g4ILbbTW1qJx3yrw2uL6THOhWQ2OSRtt/xhLQ4a4D444Njp/Xzf9e3t7VHJOZGCgz7pvj3odW6B7Dx48YF3UY54p2UYOOS4+4OOwv5fF+GKxaN9wvts8TZ8+zbhsVWlkVNi7NEnVXGiJLZPJObVSi/moUefrS9aJaZq1zATbnJqAv729U/Qjr7xnzz4Nj5SNy0HxqyfPv7BGvBm/e/cex1L79OpLr+jVl1/RNtNs5/YdMbfW092jsnlj2L5BT09PfHAFHkGe4bma+SeEIPY+xqvco8mfEIJGze+MB76KY2rGjJjXuMYcjGtsalIK0T2G++BhDK/YoYztGWOAARxih/nOnOisIdt7xnl41DHMNcb7IYQ/63CuMxfwcmRtroXw//ZhnopzDuS4sKM05kJOuIfuGjuyT/ZAA5YR0wCfij3ThzXYS5KmYvxYq5lXq86V1X1E91XsA9TM/2mamG/zynq/+HC5rGlsHLMOfDrfuUAelMXHnzd3rjjynZ9AX7hwgYjFKcJecdnlMafxxje+USecsNK5445IB2w78QL2FzwePHjQtN8febPqPSfJcThrXpM9gWPoTWNfZdOy6jpawgbZMIDRkfPUm2SzeSsgEDs2SZWNenNVL8A4joxDwTCO8VwDOUmaKOMAmvEg7/+2EMzYRhjzYo/q1sCjZk7mYY6ylTJHgK54TeDJWVlyDCFEBgO+xqbGiGTgzDmwaWxsiN+rHjNoBwHE4BQTpAKn/OFYNfyJPbU0DRaKkT//XQEQMuTgccjGEwbPeA8NDXknIxus+BvFHkIIZoCaZ5IFtKayHW2Ua7eD4B4rhh4f+1zEK1tAwEPs+No/jGcPrM2lJDnOJCGEP+8J2EbtuI8JFfNwjbkiA6epkjS1ICRCUZZNxFETs2Q4KI46V62xflIQ1+X5c06gEGhEXBmXLU6GZT1PLptVMP7LwyWN2LmTE+tJXS4qV1X2vDXTifWjY+8EWa+V4bCd/NRjwbf8gW79TiJzPA5vhSVVsWMFbOAcOkNP+kjBjlFB8EaSpILewMd3+hpcoZjr5rVeJ4UZV3+NkYdi0FCOtKh474MUt23EhoYGPU9ZiXEaQmLD0R4VJ/tNDWvJOGXuPgdWR48eEfAOe1zJCey+vh4LVUncr5o3aq7AAW+SHMezkpo4h18rDlxqxteInYluw9ZrWlc8Rv7kjFfOa4ZVCgrh+PgQEvGpGh+cs1/mKXkOArWyaVdxkCM2br4MGY9zy5qnEx8zplGaJkq9j7oBG3ZA1+91wSXwJozxWI7cAy+pjS+8W3vNkRkeGbIRHbXxGVa3k1v9phfz4Xhg/MA9iqHXPLzdyXsCB/5+Fg3+Lhu+ATvOOL7HbEAOWOHs3L1LFEzL5nV+Rnbe/HlavGSRSLRdd9214s0m5HTERge4K8ZT2firK9iAlWICCsW1z0XQfiv+foIAt3qSKG/jnHOip7ev30m9/ZJx2Dl+nHY5+YkxDyHVgUOHnKjr1gQXII+ZL4PxkM1l/X2C8nZuyqZ5zY5FtTxi57Bdq05coauuvEKnn3G6ZkybrvGd49XZ0ek2XpMmTY0Owjg7kW1tRTU0NFm+pSHDftDrDDuxOXNWl1affJImOyna7WLMbgdYPIl7+MhRmbReY4ImOCGRJKmWLV+uCXZGKAQ1NBaUc3G6ar7JZLLmy4Jmzpwh8PHC2hc1YueiwXAvXDhfJ60+UcgdwTAB16FDh32/pKKTGl0zZ/pYFImZftO/anxu3rxRfS7o1S0LddMIXM/smqFZhnVoeFAbN2/SoSNHNGJHtW7XedQy3WP6FZ2ImTJ1iq9IIQSlr/FW3jycpokdhGN/dmag3Yj3P2C9SKDJMWfdTuE0m6QiObFrxy7t3rVLmzdudEC0XjUXTic72d/tglBfb48Sr1G1Xu52sv5FFxBJiP/mN78WCa/Dhw5q146d2rlzmwsNB+xEDqlkHdPlPWSzqZ3NtQ4EnxT83mSdv3TpEgdVS9XV1fVnwwkPN5pnxtm5bW8vmhYdvj8j4pl1tzhBCtw0AiYM7KzZc3x/pnhjg3EkjOfYGLMOcFHQ+NUdd+jhx59QJtsQ3+htaCoo19iskXJdmXzBYXPigLmu/qERlaw3mlpa1VYcr45xndGZ6rE8FTs6NGyHYuLkKbr89VfEoibJW9ZfsfJE7T9w2Hq66jETdOLqU9TpIue8BYvEW6oLlyyTfV9tBT+7duuIeQ15S00v9NTw0KidyFbTL2P88YZDRuPHTxLBE4HibicFjnYf1huuvcqB0jkOQM/QGWecqalTpuqss8/x9eu1xMnoiy6+WOeed4EWLFqqrlnGy6zZmr9woZauWO75xmvmjGmRz4Kk6dOmWV+OKmPnBvty1LIAPK++ul6//MXt+s63v621z7+gPtO6Zp7MhEQZ81SaJOaDDA9yyapd6EGCfRymgu1RLpdXPteg6V0z1TV7phqamzR/6VLNWbxYcxcv0YpVJ2mK5RZ+zJlPe63L6+YpJmtxcnjuzC7HlzXtdwK1s61d0y1/zS56EnDBH4cPH7LD3mu4U/NHp+W76mTwy3bc98c3bp577jlRlCAxzPw4WOhydBT80O39oCfhM/iIh1yAHZ0ITBXvFd6B1/PZnEJdoqD33NNPaf26l7XftNi4/lXd/8c/6L777o3yUjJfHNfTNW+jppz3tX/fPhXMZ8zV1tYWi/15+2LwLD9LudTFgJNPO0OnnnmOlpp2i4ybLvPyihNOdLFt2EFD3bqsWcApfxLjHfowH+fsgXXQBSEE88MZOtl67agTvuh+ktUPPfSQFi1cJP52xRtc5Dj3rPOivty5faeef+YFPfnYk9q1fZcTkql423zGjBnxDTPgvfrqq0VxcsGCBaLAccMNNwh+Z13syyQX2ShOT58+PSbbkTMSg8ALDtlrJpONPIZcrly5Mr61VCwWrR8Ox3bIOvkcF3VZD7qRoO3qmqmJnrvfvh9Fnl07duhyJ1D+4ZP/oGH7Nj2Hj+jg7r06eviwRhy4zHaBCt5g7PoNGzRqO8bbWHn7kZe4cPqe97wn6kDeIr/jzjtFEQObw/zASTDW4ACSwAYYSc5EeuazkbduvPFG3XLLPwlGyFpf8kT2KS7iVKqj6u45qg0bX7Xs79O+/XujbqNgSHEB3d/V1RWdfQIkdGVqP6DRug86ouNDCC5ODkZ+BXdBQfBg2XuAT3goBDvMGyng+YILLhAJJAKHEEKU6VmzZkU+YU6KJOyjapsCDg8bR0+98Jxax3Votu06Acrzzz6nl55foy/+87/owQf+pJx5EjzU7e9sdbCJHSg4AGSvU1yoyprv8tYRXk74EzxkVDecQ8PWHfa9e20b0kTav2+PKvaBPvPpW3XTTTcK23jOeedqn+Vgpm0efAmsiecbNt16bL9OOOEE+5BNCr6Weo0TV63SCatOFPL41f/5mn2Dg8ZxT/QxoTX8gixPnTrV8lEVvD/DcxcKTbFoTSJmhpNKIQTBfxRr+Zub4AGehQ8p2vAgwDvf+U7Ly8kxMbdt27b4hv4L1h0TJkwQchVCEJ+WlhZdddXVMSm4aNEi8ZY/T9CiO9ptfynutrS2Ch/jiH0yvlftSATrS/42WEuhRX9ykfSY7z377DO6447f6KCTDuA3l8+pYpuPrqFwBU6QGXTUaWecoaJtToPt4Y7tuzVn1jy1Fzu1d/d+dbR1KJ/JucAYdMG559jOljR96kxNmzxdl1x0WZTnunlgxbKlOuO0U3X3XXfot27f+fY39dyzTwvlPWd2l0r2JydPmqAl1s+t3ktPb4+ee/5p8+O9uvWWT+q3tu3/9e9f1H/953/owYcf0svrXtEBw84e9+zeLX5KlocL8gzgY+sAABAASURBVNb56ALekv6WC5Wf++xn9cEPfDAmL/qs3ye7OPXKK+vFk/Qf/ejHBK+lSaLTTjlFM22TfvmzX+j222+3Hn/FiZaFuvSSy23bZujccy5UobFN5dGa7WObBnoGFKpSyX7mdNvhcYY5OFkJ3WfNmq1gnOcMyxVXvN6yMUHYJmzoTOvVQfvpn/7s5zXXBdrVq05Wc1OLfcYOJzgbtfKE5WpoatDk6VOdhJ4sbOmv77pb6zZs0rG+If3V+94r3mT/y3e/T3PmLtTH/+6T9j/PUnNLi9AZZ519ts5yInOhE5jv+6v36uc/+5kWL1ioyRMna8/OPdrnZM9DD/5JTz7xpP54333at3efeBgRvYNsr159kpOkcx2jNgndQ/Irk8nEYiT30bvoJWQHmYG3X3Rh99lnno3FAuxjzjZn0L5dsViMhUrwiU4YtUx++b+/IvT3Kcb3DOt4bAg6iTn4MxLwHn8rlreseXuWhwp+/OMfa/bs2Y4zuuNDD/R/9tlnxRvdz1qH8JABCdLvf//7+uhHP6p///d/F8WY2267TRSzp9nGowuJV9FpO+z7/OAHP7B/sxOxMp3nxb3usr+J7UVnAS+JlVXWA/DSVMv5eeedp2uuuUZLliyxvR+nEEK0idAcfGQdV9GYlCMNvIYQYl/mRWfQF9zK3nLdHt+Ro4fENewV8RP4A+fM0+v4H9xQgCE2ePXVDRotVVRywu7ZZ54Xb9yztw22N+jcqF/6+uzXHREF+bxjHuZE36JPgLXFvAJcHKEBe2U9jiPWh8OOUbgfQohvsYFv7qGbgZF9gUeO+EHAjv7r6+0V9AzhuO1gTvaADWFejrRBy8ygbWpP9PMS5a17wEvGNqlQKFgPVcRYzmnQjbWIY/ocvwEfOEKPwlPABj6ZO4QQdTT3iWlozA282HaOyHzetoZ5GAt+gI/9DRo29hJCsA+cRrowN/2Z54hjn2HHlPSHnjT2D3wc5U/Wvkaj47NGyz/Odp04LcmoMdegqvNSBx2fAh+woLt5MAZ70me6/d95WC9r2YNO4B0dj0yBk7LnAXZww5G9EG8DAzABH/hgjhCCOAITdGU91mIc/ZgTv4V4JYQg3q7H3yFe5D7yg+/y9re/Xcg/NM9bxsEJ6wEzjf3InzTNaOy8bsecOerOM7BnGvjF1nAOz4Jf4GKP2J2xfe7fv1/cgxeAlf7Mw15oXkohCeIeSVH6yR/2TwO+xsaCmptbXWTJ2k5XbKdHVHcOIwlBwX051myf4Nua/Q5finoGPmAOWgghrsHa4JT9sAeK4HxnHeAHFyEEceQ6vIKfgnyudyxzwLr2qOPvndu32z8pi/v4JPCd/GF+xoJL9sS8HH1LIQQllo+seWpweETjJkx2LLVKS5efoGPWETt27rLOezXOydrwA7qAOeF75mE9rm33+vi4jz/xRHyoEB/0oP3fV114ecyxKX+mhYfKq6ZZ1TFIkqTGXTX+JOqXvvRf8W9jv7r+Fa17dZ1zKbvti+2yr/5K9K8S+2GtLQX7LRmPKbtV1NjUpBkzu4zDnIaGy6qFVIPODw67sFpyq7rgMuw9yR9kkUaxF77DR4Xf4A3wwnnqWJXv8AOywDl7RLex94phnuJ4dMqUaVFXL1gwXzzcgj4nVhh1Hmed/YdNm9e7qLrVe9ihQ4f2WW9IhUJeheYmTXNMis7E912yZHG0EcA1fvw44f+yVrt9olm2S8tXrNB5tg3Ytfe//wP20a5yvLwqPlSLvIRwXP5CCIJHgZm5oNGmTRtNt/U66PzXbseZ8AO8B4+huzjS0HXwEXqC+4zlyD34Fj5FdqAv46A7/AOOQghRpxq9AnchwPl1pUmw7s2qrbVZDdguF4l8SWXjh7n2ODe2Y9cO42ePeeyYc5z9kQ+BFbk97PgX/uZBpL7eftvCgorFDrW7uJS33QG+JEnVVmwXuYp258cKzmfAw6lpCDxSkNnMfELuuyx0a8VF1Wy2QWkmZ3mtGHbDap3K94r92SH7+wPOj1SsVxlcdZGEnwOuOPdacV6q7GOqGjMr9TrgPITgNaoKIURdiP5jLHoPOs9x7Aa+Rp3PQhdwH90z9FoemHlo4D2EEGUcmtCPeIJj1XoE/mMOeBC6jDXu1dio5P1U4viccZ7P5ayb8mq3r4T+pUjPL2rAs4sWLdTMmdM1MjzoPhn70lWte3mtNjnOW2cf9vCho8rnG73HrEbsU+YdO5551pmOsW8SvhkvnTzyyEPa4BxBQz5r/7IgKD/oXF/NOEsNi+oV832q9vZW5xo7NXXqRE2bNkkTJ3ZqwcJZWrZ8oaZMnWB/p0OTJ09Q3nnQpuZGNbU0KV9oVN6xbcb76B8Y0i4XDHc4b7dp01ZtfHWT+DMm4AE8oXuqzq2gJ8EJ15MkifKQ9fgkSY2TjMqm/eDgiPN9dX/PKpvJK5PmfMwpZ91XcF6mvb3NsVqDTAbTsmobMSL4tTQ6rIrzhIOD/SqZDypeb8S5bXLOhw8fNP/2iqJrb2+P+3cbb6mmOPc6f8E8LV++TItdtJ7pXGfXrC7NciyLXjn+MFmffa6y6VBS3QWRNMmo1XFWsdiuovl9gvNr+KeTnPPNGF72x0OYA8bJMRdKN27cpBedl133yjrxwO26detEzIL9wGYfsuxXrbMaLTO8NDJg+sBTyNYe6wTkDVlCpjP2B+RP9TVe4xhCsN4qqME+Dd/RCfgV/fYneu2TwZs01mIO4GO+np4ewev05Tt8m5gmIQTlPRe+Rc5HL2dcBxEbMxbasQ6N+Whj41LLWwhBXEMWSs5HMYb70Jl5c/C8eRU92GJflBcZs7msKtSG6rXjR9ti1qM/PMN45gNOfjJ50LWDknPIwMxadQPJke/AFULwFQlYkVn2il5EnkvOj9cdq+FvkivDprDO2FEK5sOyddFQ3If8AafgkLngC/QGMXxbW5to2CtyCzR4YaLz9szH+uhsckLAQL7B03tGmXeP6zxghg7Qij6sw/eEjdCTiVgQo1MsFsX5+PHjI/Ni0FpbWyLBEmtvxkQkOQDjnFYyEdgAwANQCMHMnyiEEBtMRQPJ8ocjhOQoBQsewpcT3ysuuDAXjXOuQVD5A4EqZmQInslmJM8PUeomKnDIn7HNDrrwVrEyDzY6mUzWTkKjWlqb1drWbEOSV9bj2Xc+nzOiqlbeFRecyhbcHlGEHbUDDGPARG3eP4miBgsQODDVdLzVDELdYZYXDolCknquuueqRcYAL8DLHrJWQsxHa2tr9fpZ960ZT6kHK57Tt2qYqxY+HNhRGwtwWjJDgY+a9znqYnPJiZSSg92ycVE1I1fM2IwtmQ6jTqgxjnMYuGp8pkli5Z7ENYE7m2ZUsGLPhVSZmtRgHDVZ+eUzOQNSfw2WamRS5gKGYRc4Klbq4LpmB5eGIux3kVXGQNb4pNVthKAT61ZdCahboeWyefEZNU6BC3wkxlUIwbiqKu7NxjYPDA5iKoa54r3J8zKfpzTY9djAzaj3bnQrMT/mrUASO4XDI4OeZ1iZTCYmIic5mQ59R8sl9Q/0qbuvWyGtK5dPXPwaNTh1j1fcK2ukaRp5nCPfR417YC3Z8FXrNY3YaRly8FqTlKRpXCdJjFfjkiP94UvfFt9pzMP4wcFhXw7KeX80KTgZOqxBAj3vpeL5a+xVx+Epm4YhBKVpEvfMPDT5U3ffqg0P+AkhKJvLqGYj29fXYwPS7/5lVTBUbs1O9DQ7YdjkIzLcaqNSNW+hAMA556n3Ag5bzZMtLQWvmYoEHzJecd+64QqGAxgTBwiNng+jDG4Yh4JtL7aJvfMdAzliPmyy8cbpmeKkeVNzi+lcizLR3t6hvIPXPfsPKDU+FixarNlz5qqjs9NrZzQ8Mur7TaIY1NnZIZLRVfN7zkq9Ykd+z74DStKs+4/XYhcSmpxkzudzmjJ5so3sUk2bOlnsOZdNNHXKZJ1/3jk69+wzNdvJdlkp99tgTZ400f2mKJOk4uGB6U7gTJ0y3Yn6Y05YHTTf13TWWefqnHPP15w58zRr7hx12DGX6Y2stbW2iZ+M4WdRhh1Y9HhOnMeGxoJmuf9kBwbN3rNMZ3gwn88rNV8mSUYVF92mzZytBUuWqrmlWRkX64eHBrTmuWf0w+/fpnvuuVu7du6MBpwnNsEzzgMOA4WWgYF+TZ02WTOcTLzi0kt1xaWX2Vlp1A4XwV9c+4K2unBI8TAxzUgqjTfcGBJ0ewghBgIHDhy0wzXBcgG/yNtKlIQk3ht2ciZjWMfoOcYrHGnsZ6qdmoZsTt1Hu9VrIz/qYCvnvZVN97Jl5NjRIy4U7NWjDz+sb3/rW+Ln73hbYs2aF5xQelbPPfe81q55MSay+YnAksese+UVPfvMM+J4wAmMe353t9Y7ABxyIme7k9aHnYytmx/BZZuNYnNzs7wdtVo3T5s2RVNN9+lOas50oRpjSWAE/y1xMo1kO8ETb1stczGKItFfvutd+ou/eItOPfVUJaar/FnkpDcJ8uecHCcx3ePAF8dzq53OQku7Uusmq2dlfByyXhgyry5w0elcB2f8HNYJDtQuvuhCF9KnaJJxRAA3aj0yxcm9xQ7y5s6bJ3h3qoO/KeZNYCSwI3F77FifLACa2TVb/M2LpkKL6TNkeShZX0m5fFM8NjU1K2u5QQcaZPUbPxnT4pJLL9fnPv8vuvGmN2nJshVa6L0sX75CFPSzlrfGQqvgz4L5srW9qGw+Zx4Y7yTvPE10gplAc5FxNcPJ5Ql2NBu8Ps5yV1eXJrpQQMCKI0dS9CEX2/74xz/qTheb//d//1e3fvozLng/px1OfHY6aB0eGhJvLw/bBpdM26r1fjCwKf8YgegueGXQsK95YY14SAZ8r31pjTZs2qCpM6Yrm8toyMFRox25NKQuzvYrk2aNh7wYnyRB2FIfNMnFmxH3bbKcTXIQeMg6YsABY9b6ikTTXhcyeXObv6v20EMP6oc//KE++9nPOKmwzrz4rP7oAmePk4XICMkhilqPPPKIkIVm81mLncidlkkcrTRN7T802tEfELyYN+5l25WGRIctV5s3bBR762x3UGofCv5b4ATB9OnTBX9RlOHnp3jzJsKfJMaM6ZvLCd47dqw7yiEBTTab1abNm/+c5P61ixRTzOurTzpZs2bPk8M8HTp6TPLao/YLkkxWBx0073Nia9CJxoITI/A2jT2gSwpOgAI3a8v0IBBobGwSOr+zw0nnJNWJq1dHvmlsKKi/d1CNDU2aOWOWBgeGNdcJCRL0ndbXu1zghxbol/nz5wt+nmX+geerllX502vdyBqZTEbIJetT2MMWzbFeXeCiK3t94YUXrH8Pi358T41n7CBvRJGMZ04SI5NcMGU8+znFSX5kvG4HYduO7dq4cYPtQodWnrBS55xzjhPwu/SCCwczZ87UZMtjs+lIEupP9z+gh83D0BM/csPGjUoNXzaX877blDHex4KiK6+8UiQg0KkkthrMj+ydn1JvsExdDlPnAAAQAElEQVQWXaBiLwP2h6HfXhcBn3nmaWUySeSfYQfXJo/GWQ8DH7xH4hEdtmjxYk2NtqLZNqfsYn+fbnQRlj3OcPGCIJvCE2vmvW6+Ie/kUXOcF5pSJF1mO8J5MDF58+wNb3iDfuaiDPMzD/gNIcT5oU8IQej26A9lgladvEppLlXFPkRTS0HY7tkuoM7q6hIyD72gJfvr9x6XLl+uE048QSEEtRXb7HMMS/YRoPNG4/G2b39H615cqx4XHR588AEdst7GNkP7IRcV5sxbYNxk4nhsSbFYFG99Q/OS/Vxa2TqTwLRke3KJC+LsAxig8xVXXKGq/cMhB94hCdGG8lAhD0KQVHzTm94kbCU4SdNUwIUc5UzbHtsqCh2sSTIEOUC/Ief5fM4BfH8s8M82j/Om6Yc//GFRlGJ9+kCH1ZaNm266ScC13Lj4z//8T/34pz+Nso1OvPu3v7XdetX2NDhxUBL6Ax3E+p/5zK06/bRTxJvne3fvVJ/hKduOZI3Lh/50vx568D79/u479ezTT1m3/kb3u4C29vnndKflfu0Lz+vFNc/ra//9Zd195x164rFHhX7kbdNrr71WFHmHrHeB8a677tK/fvFfbRvbdNT65LHHnnAC8pB1Z1Ztrc2q2L/cuXOHE4jLhc4jQbV16xaNHz/BxbMbdaYLfJs3b7P87Ik6DnyBQ/j2Duv8HTt2xGQscxy1rUe/dnf3WL4nKSiJCf6jR48qhOP+Rqv9Toqm6Ilp06cJWaeglLc+7yy2q8F6G3l+8aWXVOxs1/KVK5RmM+ZF2z/HHUttl6ABOpNCwRuufYOQ/ZtN63//j/8QNGx08Rj6wiPPuHjHQyH//M+f13onpxqdRNqzd6/gKfgCXZLzmvx5gF0uylEQ/PrXvy5kHDsEzdA9JEgoaqELpGBfcI4ThqWI92HDddR7p0g8bJ/pL9/9Lq198WX1OCkyMlrR5KnTrZuPOLHZG/+swpHuXtVCRvMWLlYZe+FEVzaXt/ydolWnnKbvff9H+vDfflx33/sHHTpyVBu3bNM3vvY13f6Tn2iN/aI333iTTlm1ShnjN5dkNdA3GAsJJcvMho3rRaK3Yj85Y5vX0tLsOKCm1DoNPx95QGeDM/iQ5Cpvhn75K18WftmjjzyqRx95xPubK/TdmWedJXyUv/v43+lsF3zRF+Nty9Al6Plrr7tWt9xyiz70oQ/pbW97m23pZ8Ubt591Mfwf//Eftdh6DTp9/OMfd+KvXdCOQuul9lfR18jkl770pTj+C1/4guC/0047Tei85557NtI2tewCKzqQhxgmWe/nTTN0DNehS7FY/LMuoT8048g8DdaX6CzsU6N5g/Et1v/oEXiAxnzwdQhB4AkdRBKH/dKPuThnvaPmZ9ZmTP+AaWl9mVp/1l1gHRjss29WVs3X0AnshT1Ntd+3w7LCOHQAvNZs/wvYkAfwCWysQ/yFPWIPNODiHn05L9huAwv7AbYQrPvsm7S3t0cclKwr2QP8C5/Tjz3SlwYu2N/hw4ejnZXHw7d832vZQHewHnuVP8wFHMzBnpu9FuvXbWsT613mHLYMpGkiGonQquNS7gEvY+FF9At2B1zgj7CP43MkYi3g50gbg5G1DELUx9hi7ARzsscQgtra2sR39sqvJgxb/sBTkiSR39g7fRiHH8T+xgof+Bdcp6XmMXQBemPUyb6Mv2eTVPlsVk3mH37+etaMLtWxN04IDvUNiL/fx9hMakn0euwFWJgX+4iOBE+0EEKkjYL+/AHP+BH7DxyI8guegZv+NDrynT309w9Euw3sW7duFXAynv1Ct/UuqMFX7O8Vx0/oKcYRkwIX87E0eEPnJ4aH71nrBY601HumL+tm7T9Ca/ZD4x7HFhdVwC/+AHMyHzSqmRegM34Z9pT+9OMIHPRlL8xftT9Ii9edw+BaCMG8kypnfKe2BTKi4nVruZxjrEwmp6rjZew9dIKWrF0aGtYe+57HDh8RMQbXwSPxKboFPmKdEIJYP5fNWW+PRv+Ke8ABveBF4O/v74v2EbkBlzJ8U+wv0mfzps2kIBSss190rLLHhdBR2+w0ScQ+GV9xDoeHJ2V8VOyHs8Z+5zd2bN+hvfv2a7t1wHbDe/BojzL5FrV3TtG+A4f05FNPa+3atWLNXC7nAopju6xttPkb/dbkXAs4B7/jrf+C6YZMKQnKW6e1mi5Tp06LstBs/ZCkaYyNUuNyyMUBigQ9vd3CpyNfd+zYEfPcETFvoblJ+/fv9dq7lcskmj17pha4UNHh2LBiXYIuGGedT3E757zngHFecvFk2LYt6+8tLnqHkAh6Y9/RrcgPdOIauGUP+H3tnhN5hCbgC1pxpB/24FTH4MRJ6Ii85z544LDpXrOdHYr+W0dHu8444zStXLlcjY15pZm6krQm8lUDzocgT8yXev8cmRcfvdk6K+5j3LiY05aMN+c9M9m8suavEILSNBN9NPgO/YhscQ6MwMsRnmOujo7OGOPMcDwxY8bMqGugG3tlf1nTDp6Hv9qtlzkeO3ZMPT090RcENuS3bH4BVvqyHvNzHkIQx7L9MxprA4P84ch88DN/f7nJsUemnlpSUjWad7IOrou2b50dRTU6TmhsalQmm1HWfm0un7WHLuOyR4cPHXYR/6h2u/hKUR59xZt4W7dud/y0WQcPHrJezrvlNGCd12cdhD+jxHMZZ4VCc6R5JpM1NoMsKmpqKsSHbYvFDkMa7F/WFELqORrdGsyfOdOz7hxqWcOliiiu9nreQfurZednh21Hcoa1ualBDbmM+TG1X9qumY6B4Av8CXwZbCkNnIILcAU+oEHVOXD6ZE2DJssGNEQvYLfBeZNjYa5lLEMDjmO4FkIwXNWoY4dtQ8A3eK9Z1jMhUd25CnKEjI04dx6l6Nxf0X4HNm3RwoUin9ThnAd9yFXAC4ccg+Ob53IZKV/QyhUnaOKEydqyeYfxe1SHDh917mur9u45YH6aqlNPO92+12yhT6k97Nu9W0ccN9VdbExRLNadqSnY7Jxqk/k/mzN+2ts0feoUze6arllu05wTnDZ9kmbPmaGuWVM1fcYULV22QPMXzNacuV2W7blaYfk559xzdNElr9PrLrlY/KkJXvxYvnKlLrjwQl173XV681/8RWyXXX559P0uuuginWL5hJ/h2Yzxh6w3249pbCyYF5rkEoRxWHWracQ5sWHnA0dN58poNeqjbCanFstik+nbaF+84H1whOZ176tuJiJORg+DN2iITkGmuMc1dBf6ivO2tlbxUgUw80Di6WeeoUsvvyy2E1evEi/20NAt48aNtzw0mSerSs3DFdvynp5++8ub1Wu5REfyhur2bTu0z7p6wHmTJutd9D90RZdQZ6lbt2Nz4b0Dr9nujHEh8xA6D/45cOiQunt7NOycl/7Ph7EhBIG/EI4fc/ZlGc89eDlJU+WRY/NvCMf5kuu0imsh8CZrsFYIIRZk29raLHtN0a4Ruxxw3gddMiYTIQTxYY6xxly0mokWQhB9gUuvfeiHDDAPje+v3TKda1FeGD/WB3hK1EYsw8TkZXxA9mL/qdlxSLFYtH4tKNhmAT/yyIN8w7YnvOWLD4c8hhCsK3ICnpxxkDVuOQ/h+B7AVTabM7qP92tsbLResQ7y/TRJlc1k49jUayfWhXXzFHCnSaI0SSPcrIO9KFv/si9wUDce6Mf8yC50x95yjv+FHcf3Ar/oSnQK4xhTfk1Pg4MkZ+LlTVQYhk3TUgMTwnGAuY4QtVqBwOAMKjl4q1nZsNGxDYFcgGOBEI4zwqgRPGqgWZBxNPqFcHzuEKyIzaDMm7FB41j3d+ZI/Z21UVAZI5a12CywcV4zAjimaRKRVLaAjDgBU3Kreo5aSBTSrEYs0P39g2buko3ZaGzAoSjAdaG8srm8FUJDJGSDlSV7AicgeWydrBV9PpcVR+DIZFMzfl70LTgRyTGXy/l+Tg3+HiLjjERnAOTTICJrh8C+a6qb2HXDmqapmDOEoCRJxPdGMwowpGliBVW2I0gbdbG3IvY4YmcOYczbaGZzxxkMPLMOrWRnCHpUvUbZNKgZPziD2ZBIdk4peAhD4e8YAJIZwB9CkBQMWz3CYfAk48r/KDFsddWiciyZB2jA2GKBabSCzBon9E28d/YJrcHf8T1mVGhsUUNDk7KZnLslVq5tDoqKSpOMlVq/+h2omKxKkpTllBovzM+ReYAP5QGTl52cx6FNksT9jzfWGXRRCme6bOWTc7KipdiiQmtBxY6iEgtYvx0vJm9paXGiqVXwe8FOaN4OR95ykDMvyPvHGPQ7WVEqlQ1HJtK52cYghOO4CSGID8oBAe1x0aXHivmYE1ep+S5vhy2bzSn1HhpNyyavkc3lpDRRgxV11oqmxQahwwnpiRMnirWrVkJjeCtbSEumIQqUt2ehA/tLvN+c58l7b0kq76muWq1shZrzXgr2sasa6O9Vf3+P6TSqNE18rzHCn81mo6xwDfBZr+7iIk2mK9fpA7ysEfnLdA1OzmQ8tu4NJ17fB69ZUwgh8jcBCE5RMGvtdMFh69bNcR2c2WkuipB8xLBNnDJFC534nd7VpdaoYFs0f/4CLfa10884S4ucZOro6FTVtOvv7dOo9z9aGlZ/X496e49FhYwBBb6s8dpqYz5j+nQXUiaKYs84OzTF1lb3a9Q4J+Rmz+rS8mVLdNHrLtSpp6zWaaecpEtc6HrnO94Wf/7lzDPO0LKlSxWTH6ecGp9mPHzoiOy3KJ9rdIFnRHnzKzx3yA4ohnaSC7aXXnaZnZGL1GpDhs7JmtZz5s4XfyORN026vL+ZdraBE/7Kmacqlr+K5a6qjEKuWcf6y8o1FV34OCIKBU12Mprs/PIWCrxetsz2YJRdqD3ooOuRRx4VhSB4e5wDg8M22o8//rj4qcD/+Pd/Ez+n195eFImn/v5+F2W2xoR7xgYJR3nvnv2QWG3NbeosdsY3UiZNmGSnNRuDjHY7/kWPP+R5j9n5Z41G67HUeK5aTwQTt1BoUYuDtz4nC6H33n27lc2lajUdwJHMD+yzpaXNOF0higBNdpp27drpAulLuu8P98S2YcN6bdy4KSateywzu31/ypRJpnOvHfJx0ansdWFroxOEBw7u0/ZtW2JCHtntd9D76KOP6NChA+aJbjumB5zw3WHHdHNMhOLsIDPgEF5GhpAbZJfrFEnh5W7L64ADhZxl02QxzauxYPLb394l3pooWF4nT5zgZPMKzZ49V+OMq0NOprUV25UYp0maaO6cObrSif3r3nC1Zs+codHhASe7n9M6B8cl088aXhZInXzqKeJ3/U82j5XNB9i0WbPmOBDrVN46B0PNzzDP8nwTJ07xvga0w4H31m3bFawbc+bB1rZ289cE4cCjjruNH3RAoaVJF1x0gd72jrfr3AvO17r16+wQ7jNuu9XnYJqfhB61ruTt6V4HL/tM3w1bNuuAnf1tLj5td/GTt9aBA7y0thU1gcG7cwAAEABJREFUcdJkLVm6zLK5UM2mLfTe4oIeT+jvc1ESRtq4YUPUARe97iJ98Yv/pm984xv613/9V33oIx9x0HumKCrPcrBJ8TuXzYlWdWAgA18PdmodDDc0ZnTk6H7xAMC3XJD93Kc/rW9943/1n57nY57n1z//hR74w33at3OPVKlFPlv38jrxE7K8nWcjpcTzBesu4o1cNqunnnhcX/rP/9IzTz6lTa9u1IMPPKA77/y1vvAv/6xf/fp2892GmLzgZ58///nPxTceSfCS+D377LO0xEn7qU6AzpkzRxRlytbDJDqSJDFfzrG9anMyolsV+xlN9hV4oCAWTV1sbrNNWeIkMgXTeS6aI1PgtWqFEkIQNCsWi6Z7e6QRSZSKdV3JtnzU88Gr/K3OlS7In3H66TrzjNMtDx3W33nrzYV681vfrI9/4uM6+5yz1dBcUA/0dPE2zeZVT1Kb87r27N4b6dJgv6BsHsQ+9VsfwNNr1qwRMoEcoMOBK5fJKk2suO3PwWcHnJw67fQzbS+aLVuHQbGaW5qj4864Lus28ME5Mj/RRWwS9cCfs11C7li3xbjgnP2jg9AnXCOAHXgtkGXvQUHcb7XepnDxHy6M/OlPf7K/M2oYGjXDwfQZ1tOdneMAWeiSbdu2Wb9ti+MoeqGvduzYoQ7rsDbz75aNm/W973w3/p3f6bY/kxxwdhrOBx59WO9+/3vjT12imyjIyp9sNqeVK1c6cTAQ6YI+/qOLrTx4QeENPX7uuedqoQPnKbZhDz/0cOR3Cj87LT8hBMvbMeWs53HCO2yHFrh4vmjRQo0b16nTTUv2esdvfqOjLpJ85MN/I+R/7559ev7ZF/Too49G3cP8y5YtU5qmgt9I7IBDEqTovgb7DMG0Kptn2opthlx6ae2L0QaHYCmw8wTf8Xc1L7/y9QqZVJl8XrVQV9b+wpBtab4pr9Q6O1/IK4QQ14IuwA2tWkxr6MoTt/hXBSdJuA4vk9RrsL4EBg9W3jwGnAccWO7buy/CvMB8v9S6Y5OTvL3Hjmqy8T7NOIPXKpbh5b6HjSk4IdBRbHWyoqy8/cY267Fm20A5IdKQy6rJ95faNh/n47KGHKjBczRw2e7kGnoU3sEmwjszzZs8gNXopMluFwf2ObDk7xERACHTeeMC3JKYgUacg19kIoQQ6U9Cmr3y4AVwwqvMf9gFiK997WvauWOX/fGK+m07XnjhReuCHlGEuvWWf1Iuk9EJy5aoo61Fd9/xC93yDx/Tx/72b/SFz/2z/uPfvqjbvvsdzZw+TQecwBwtDeiHP/iudlnHDzs+Wfv882q1X9iYz6nZsj3ehffbbrtNJMq/9KUvm9ezeve736PLLrtCb3vbO7R69Uk6zQmYqu0J9iOEIIoKwI+Ng55vf/s7NGnSBAfaPbYzWW3Y8Kre97736vZf3e7r4x1HjOjhRx4ybvv1H//5704ubBJjf//7e83f39JhJ3wWLVqkonUWuEI3vvGNb4x6/sMuMqNbzj//PF1//XVOBp3m5FeHbf6Ftv3L9YEPfDAeC/aZgQlfhYISsKJbSZ4ig09bTxdMr3379uniiy8WeuDQkSPae2C/fvbLX6rB/ufqk1Zp6tTJcf4e+x4z7VvtcrKpp69Xoy4ewg+t9mueeOxxPWjdMX3aNJEUPu2MU/WG696gDvtLm10o5s8QbDO+/+Vf/kUV+9pNxnef/QkSvrzJffPNNwuc73JxFZ5osLyBR3yU+fPnRx3IOTDi2/JG2AkrT1CLZeS5Z541nT+vU085Ra+3TzDbvLj+1VfVXGixb1HTlMlTxBum/Kz32rVrxNsMzP9TF+HL1bJp1KdajNUqosg2a/Ys4Y+1tbXajxuKb97eeuutsWi5ZctW8YDNH/94v3p6julnP/upC6J/MI6mOL4dsY/WbH5Jba9mmxeLlq+cWAsaNhjX/U4WveVtb9OnbrlF733/+zV/wQItW7ZcCxct1sZNGz3fz8wP/6Gv/vd/a7dxgYyg88EBOgAdPmf2HOFXISvEm+hgdDVyjsxAkxCCYR+ONgd8UmzlKf9rXfhHtpHl1atXG9ZM1B1dxhk8cOaZZyprWcKmoHuHnOQE9p6eHvNxPvrp6J2agyKO2E30QMW2mvWBi+Q614lH+I4PA79yn7lowAjcNOZusc2iH/qMfsg917mP/MOL2DGuMxd4kT/MBZzooxCCtm7bLPzWuousmWyiznHtmj2nSzfedL3mzJ6tE088IfoAzAOcwIh89NueMw/wjs3Nvtgjfffs2SNg5h4JqMHBoai/uT+Gq/EufsCbwFksFgXembNs/wJ7Am83NDaaV6ZGfmYs94GdeZmf/YzxOH5w1rmPEEK0x9wDPuDKZrORB1ibayEE8aFPo+UW3i0W26xX+6N95B7zNVsnwI+MYT1wHEKI8CBvwA1vQIMQgjhnjUbDHUKIPMX66HP8YXwA+iS+x7zsiTU4Mgb5JsZmf+CRI431gYkjc3Gesw/DOfOwJv2HLC8V+9AUVGeZR9kDe+cBHuSCBxPgD2BgLfbA2mXzI8cQgn24psi7zD3JRTH4H35nr+ArY1xyDxhCOO4TsQZFJPY3Y+aMiB/gog+8Cs0WWT/z9jU648Ybb7TeWxBpnstlbafKNtMhNvozlr1a0ajmgh++a8JktrmZNLHprWjEeR14m72wf2AKIdAr0hq8glOOyP1U23b2HEKI67IG48Fv1nzD3jgPIUTehW5xstf+gca0UeMXW5Z3IS2XbfBaIerNse8hJKraf6i5oVMzIaP99p/utw7caZ3e73iOImefj+QNgB/5Z+7EPlPVPhP4At/sifs0ZIJ9VGxHK+6D7MOPe3bvEfk/fAd4AN8ZvxD7SAH7qP0BchSsSxs2j9Ts54NbksSMGXGyGF8N3+SP9/1Rzz/3nHgwcJOLs0NOtu+zjduydZvpVLOObnDLC/i3bdli//U7+vGPfiT0A3BPc55jgXMlCxcusuxO10THo/D+3HlzxUMvVcN/wLHAyEjJNqAk9sReC7ZxDfZ7Rrwe/Aj+QwiOlTdFP6Sra4bwESZM6FSx2KI2+y7z5s7W2WefaT07x3qqqJGRIdVtmyiGyPFWmgSNsz8+4rX4KfOR4VGlSTbyZ9Z8XLdelj8jXhM+gc8n2/7BB8hhg+0quOY7/eEfjjNt16dMmSb2iAxhM4EXe0LDbh4+fFCF5kbNmDHNdiNRX3+PJjpOX2jfHL5kXtbMmvcYCw6ABz5Ap419H1vbYMro8P7qgi/oA8+OWl8ynga8XKOhW/Ed6x7IvOgLWghBzOnLSsxv9KE/thKYOMeOvPjii4LnSpYzriGXtNT2DhhZFzolaRpjoEHHSuCRtbgOXenHtZLxmyapGhx3THTBaN6s2ZrTNUMrly7S7BlT7U/mtWvHVq194Xnt3LldvX09Ghkd0ZGjxxwHb3Ih/YDxN+BrZZWsDzKeh3xks2P+qnM+mUzOPLDAvHCu8T3TfmmzJjhX2dbeoZBmNerCesVxY8my22u5KzmObXAurNDUrCDktWreGTUvDmnUBfjjbJGY36v+XjbOrVdCopAkStNU4C2EoBCwNQ2OHSbYXna5WDhDXY7j5pvXZ9svAs/YP3AALmghBMdfOfNExmuOqKe3V8225/AEsojMIof0zZpHe+xLgMsQQuRb1h+jNfOmSWp9WBM+hQGNv1AAvlkbenMse9/oOuhHDlH+ZDJZTXH+YKLzAfRDd8+1PM0w/EcdD+3fv09rHLNt27ZTh4/06Fh3n/buP6Rh55l3Wuf84Z77nCO7T/iJ0xy3ZixrxEPNlmMHSxo2PwBPxviiNeRz9vcKjn2Lai+2qtk2stm2N+Y/Z083/WZp4aJ5OuHEZTr3vDN0wYXnaNXq5TrjzNMcS1yiG2+8QTfdcKPeePNNus5+2aWXXuprN8Y/scJDuSfbn13iOIy4MpvLCVqxr0KhEOkFX4LPFucFc+Yf+IYH8FGF+VyDYWrXxHGTROGf77Rm+CMkQr8Gx6Z156AzmcS0SyXrl4p9+pptEse69U7djJMYD8jMwYP7bf+HVLX/PjQ8qKGhQfOL4tjUOJlk20osD8w8qDzHPEPuedXq1TEOX2l/feqUqaZrRX29/Tp6tFs7d+zWdtuQjZs2aYfj+V7HGOjnbTt3iLZz9y4ddL5su3MM8BCxCg9q3n333XrEuchtzkfsd6y5yzHJ1m1bxfHQkcOWqVHHJxWFNFHW9rjBtMkZh0nivXtPGcs8eETntDmXTGsdOzofgj6qGpHsi3udrhU0G+9cz3seeLvdOQ98PvQlvIbfx5whBMtZWXwSn7NmCEHgksa8HON9w8N94Ilz215wBNaMYeTeWD+ucQ+Y0EfMwTn3mRPZGba/PurcU920TNJU7J85xvpxn9i6zzJatc1lLPPQB7kCDvpiO5mTdfqdw2Ic5/ThPnwXQjAvVONeucf1JE3MEyHGPOA2lzXfsogbcyfeL+vFhv6yHcMvRkcQo2JzoSd58822xY888oh+6Vj04YcfFvq727ojZ/yj48F3s/1ZaJFgqGkAgdL3ehE4FA0GDOSwOPe5Rx8MRN1MHkKIShBjM4bgupmETdFARN395E/d133Q2FyMAYgkSSOBR62Y+l1MA2FjyGJMyQWVAScugGfUBo45mHfASoVWY940lUISk4l1pVaObWppLaqhqclCllXOQq16EhU4Twwc6+52YrPHQjkcFS/zjSG5YiGlcY29Q3DWLnvtEKRMmlE2O9ayylp5pmkw8WS81ewwVl0EGvW8Ja836u8VjX2CYWRv4JB9sVdwSeM764E37rP3EILxm7il4sNY+nE83kdKzewKiuswnsa89ANfPG057KDrOPzBXYNqZuCqnS/WSMxYNM6Pz1kX31kPHNRNP44oNublpwAGXJBkftbKWAm2tbU60Grw/quqWTEWCo12ytriPOwHOKDViB0I1YP3kxV7oGUzOTsxDQrBsLkBA+sxjiNjESQMYlwvm1GxvTW2jM8z3j99uFc2D1VNv7phrpsvqlbIrAF/4whOnjBR06dO0xQrU1qznQbu5WwEnIe0E1qOdBt2ASuu6URLyXQ3RlS2UkNxpWkq7vVYoHgCEVwBQ6MLT22tRbW2tv1534ztGxxQt5M+w957yQqGfYE74GOvBtOKYNS8UopOB3PThwa+q3ZqgA/5ymazxls90prx+XxOEm5dTbV6ReVKSU3G/fjxOMZF833O/J+JuKUfuBm1M4WhonGNOYG/bkBYkyPXwEtqXq9631zHEQCeQStK4E/ge+O+bHzzU79/evBP8Q2APvNGS0uz8k7eomjaHdBjBCZMnBTfeigUmjVp8lQtcOG000kuFNYuJyj5edhjTqKVSJq6NeSzai0UVGgquNjX4daprPevUFfOSeKycVnz2u3mvQl27LOmS68LTPv37taEzg6tPmGl5syaqfEdbap4zzzdlckEFeyUBOOsbLoS0JIgesGJzH/45Cf1c35GJG4AABAASURBVCe2MkmqNtMwZ2VZ8Pq9vQPau+9gTJqGEGJCr2SnkSRTT/cxLXCSbYWLH+wRo4ZShdePufC2x8aVvxG7Z89e42azk/gb9IoLPI8++oQdqjV2po7Y2Fa1e99+OwVDdqAO6JiL8RU7qf1OsA47SIG6+52sRqETtPPk0UMPPqhnnbzb5gQhfA+s8DmJoK1bt7oIclCNxht8LMsbT1aPa+8U+vWIiyU9x3pUaGjScdyOtx4cceL0iBh/7NixyMNV88MuB6uDI6Px52tHDFO5Bsck5tNhbXMQCK8OWjcjA3kbYPiCBj8R0D7mIgFO4QQn1Kc7idxmR6GpqVEt5oGc+Sebyahm/kL/9VqeZjhgxIi9uHathu0kNTno6rdjs8fOzJ69u4zDdaLwV6tV4h7BB3oBnm1pabEMjUYdxBzg6/bbb9dv7viN1qx5Qfx0yH0OvJ97fo0dzAVxj+CWouBv77pTd9xxh355+y8FzOB06pTJdr5O0+LFC3XeeefGxHDdOnPpksW67pqrdP45Z2rm1ElOSgzp2Scfc1J8s3JBqrhg0XvsiOCd+Q5+b7CjevnlV8TvjQ2NIkAkIOGtNoJpdMJ4B4OzXbw7cPCgghIpJJpgXTV3zlz3n+Tid6u6pk3WkoVzdcZpJ9u2NbmYDE8e04gdyuHBfj35xKNa9/KLylkndlsOSEAir422gRMdyA5bN5YcMA2bd9k3Ohz5XrJ0oQs7XZru4HTuvDmab36mtba1aJedyTVr1sZE7n4H/tChYrmj0IL81K004QFsCbzGeTaXcwFpXNTpqWWyrb1NJR6qqoxKtpNVVZRtSDVaHlafA+FKuaSJLjhNc/FgsXFww1VX6n3v/Eud5cLz5RdfqosvvFAL5i1QCKka7Iy2d4xTxYyIXhoaGlKSBB1xYmP9q6/o9l/+XD/5yY+Fror3zF8333Sz+MlZfvLsAx94vz79mVv1zne+wwFIcyzIhaB4xJGCbw5Y1tDL8oc50DlnnnmG8TLPsl+0r1K1HjIs1m/oHOS+344exWZkB5wji/Ak5+iDnXbCj1of9Pf166GHHhJvr4UQRPKAPkePHonyv8bFzlfXvSzVKi6KOtg6dNDr1VycPkOXX3655hg/IQTvOTH/thqmBVq2fKVa2ooaskPIQwHQ22TR9u07tdP6p2KaE3TJH4oJicdnkkTA3miZRf5y1qt7nKhF55NYBxfIMzxMkpB74Fv+sB+eVGXfvF32la/8t77yla+Iv4cH7tAF6CP0APukT7OdTb7jR3GOnmS+spONyBr6otXBA4n1m13QACc4rWutB1iPfZMwIgkxyYV+8AZ8t912myhwzZk7Txdfcpna2jq0xQERRdUPfuADuuGGG0Ty/4iD2HvuvVc7TAcK/m9961utZ4+ZV34Sk1vMS5Jsix1naNBgvbNi5QrdeuutWrVqlemdFbb/qO0TCbW5c+fEuW+4/iYnyseZFm22T+PsO4yIIB4csKeoT+1r3vP7P+iJx5/SZZde4SLYybYlvabvXvPTOMM33XSdG/UZxTD2xVj4B/zwHTqgv8Ar15M0EU90wnfojl17duuYZT5kUvGLJa3tRSewByyDefsAGcGP4J2x0TZZx7fY9zFzachJwJL9nTYHwz1OsvArDcG6v2ofEV8X/hi1ziDhj37qtKwWWlrss5TFG77dtldHzdvYuxetK2655Rb9xEnAQfsB/FTufNMmb51QLLY56ZO1vhpWq3XSbvPmGA8gY5lMNvoqZjFxLzGPAm/NwQ79ggK3nATcoudtr6FZznQq235MnDxZJznoh/f3uIjKwxbMOcnX3/ve91qPny5oUbNggAfmq3veV19Zp8ddgMNHTkLiwlezTj31NLU7aD3nvPM1b8FC7bXtTn3v5ZfXOcHwHheafqG/fPdf6fEnntKiJcvE2zHf/fZ3NdNF/1lOBja6CNyQz1qEK2r2PvmJI9aFhu94xzviHuY5wIe2wPLfX/2yNm7cIHwRdOydd96hB23fP/OZz+riiy/RpZdeFvnwE5/4hPX0LIETxkF75IngG7kdZ18KP+TDH/5w5NkpTnIjx8P2pR57/FEXR7+ubdu32o4t1YIFc/XNb/2vvvvdb5vv9ul73/uufY/9totzdcstt4q3Ultbi7bBJd1xx2/FOug2cM6DAcjkj0xj5LJqf//nv/yF7n/gj1p5wokiiXHYfMRDdKPWPdiArPULBWzsyibL50c+8pFY+J1s+vCnIKAniWf+BjdJj/d/8AMKaaLlLjqRpE5N+jbbI5K67PWg9f327TvsB1dt29fa5tdVN2ZPXrVaV11xhZB/9E1za4vt/lHxxvKgY6BXN6zXBNtaHmzKZHPRniSm7bB9WvwIfAgKfqeddpqa7D8BOzikiAwOoCP6DN/ik/YXX3WxlP6JeXXViSc6BmpUb0+P1rzwgvKOKVYuXx7548ihQ7rL/sV555ytKV5/767ddmPrCubBk046SSXr7hCCWi2DJAnB87p1r0Y78Yx5PWu/oeYd7iWR5Hj4wksu0utceF59ykkCxje96U3CvsEXd3gd4GMe9DEwF4vFKFs9hi1rWqBnwW9qX6GxsUlTHBPx8+bjx0/QqhNWa07XHC1dsESDfUN64L77teb5Z+0b/1g/s2390Q++H32MXuubuuMrHgIbta6Y0TVTJetzEiDorBCCDltfwjct1v/oz6uuuiq+ccp9ivLT7e8hB8gjcNUsnyajiOfwX7Ax2GQaPMf+QggKIUT9g+7iTfxf/PwXuuuuu6I+4sETaMV8HJGDYRc10HusBb6QIdbkfpNlFNlh7oz9hXnz5gm+BBauMz94wz4N2M7jG9AXGoFf7Bf8Q4KNvU5wEpVx7IE1ctZ9k5zgm+oEK/x19Ruu0RLLydSZXSo5tmvt6NTipcv1zne9x7ak03zXFGnK+oyHt1gbm4ld4toY/N2OP/BRgBuchhCirWLNEELUefA1/UfMN8BOvx7bJPbOdXiD+Ts6OqKPyvzsCfhDCJFvkiSNMLFPrifmd+aCVmmaRnpwDRpxDTyHEOIYroOPTsdkwAs+kU3gYCx9gREbwpwhBNvxtihL7GtszrG1oZf8Yd+Mpc8M615wQzKUeYCfudhfCCHCwb46rdfZK/eYj8Y58zAGWMfGcGQM87PnEELkS3whxoQQor2nH7QCTtaGV0M4fq/beP6/azCOtTjSsKusydg0SeL83A8h6P//SZPUeClGGhH3AAdrI0Pglwafwufgl/2ga5EH1mAPwMIYZmdvwJBJMs6b1aKPwJr4ii3NBWXtSwTrHOKEJAkCD7SaZZ75mAtasB7njGU+7sF/rMP1sm0A5+AImgMH84zlZhjH9wYXUaWggf4h+2a9tkeHXOw7qO0uOuxwgnt42HHCxMkupLWqx4Wbnr6emLRuKhT00isvx58sh4+GHROUnWsZtv8RDOvIyLCAmbAqwuacSWqeBR5wAJ5I7FIUx9eFfsj27l27Yoxbt4wO9g8Yrn7Vra8ZS4zNGI4kYaG7/MHGDA4Ox3788hv7wv9Gn+BHLl28WDOmTXUeZJwWL5oTH9S97rrr9OEPf0hvfONNmmf/Htvw8poXXXxosI93TOAQXocu2JTxjpOwYW3W6c324dgHfmnJe857b3yvGc4mx0p5+0fIdWrfKm/85u3vgwPGle3TPf30U9rhQkCL8zVF51GIC4YH+tRz7LB91KP2HbMxTpowfrxtU4t5r0kTXUybNHmSKSV1dXU5BpkveLBzXIfgE3Qd8ghP05ciJ4WmU089VTPtH51wwglCF8I7CxYs0MqVK4WOxjeAT4ARnoWH4KdsNhfjH+bAv5noPFIul1WSJubJ1HqiKfrf7JM5m21r4LEe8wi0xU/iiP8HHqEfDTlLkkQhBJWsGwcGBqKfw/Wa7RB9pGAfoxLvcw146MuRvBz8Q3+OzAW9c9b3wADdOHYZR+ADHIIPHn6YMmVy1EnyZ9Q2k7nJhfirwAG6+ZBzAcCUsb3mPnvAprXY9z4Om8SaXOM7++xznrFaKatknm8vtmhce6sW29c7/eRVWmHemzdrlk6xv3HSSascz7RFO84c6MUZ1qEUY+bOm69FS5ZG33fhosWaTQ7CvuQ8X19qOzXFxe68C6bgmv2C07gHcGW+s1djvskLOtb8Pfh6mmSsK0fNyyVVK3XvPaNsNu+WM/0KKra1+1rq+8NiH+wfnIYQop3Hrlad62tykXC87cjM6ZYhH1PrJa5X7H+AN/QtjfMQggZNU3gBvM+zXS8Wi95zTsR4+Ng85Mda7IFjzXSHnjn7bmmSKm9aVq2/iI+G7UPgp+m1D/15mIZ8Z9UxCPgYZznpMQ1GnO/gz3YcsN+307mrxsacisVW1R3Xo0/Xrn1BTzz5hI44bppnGTjr7PN05lnn6uprbtBsf3/k0cf0ne98Vz/92U/jn/Qi1zJqmmZzGcH3SUiVSXNKDKOM38TKLQ2JspZz7CC5m/b2VufZmtTS3KT2tma1mx+Ot1a1OyeTy6W2N8POlRyWnFPFLoIf9gH+2B/8B/7gMfwa4n4aRcoG65dsLmcL4eFJIj6Jj8g9sshDQGmaqtP5mnGd4zXBvmVne6dS/1cuVZTPNqjBdZlsJme4M5J5JUmCsrmMcvmsp6tpyLkt/Kpdu3aqx76rOzlmNg0bs+od6IkPB7BGU1ODh1djTqy3t0dpmkSdhL6ZYb5euGiRTj3tVPvMF+kUHzs6O1Ry/pc9ZDKZKOPDjgFoe/fu8TyHhA2AF+EH+Bu+wvfnAUrsL3qfIirxAQ+qr3dssWHjRu1wjgG+gseefOopbXGO9qjjbfKpwXDVjbEkSQxjKvimZp7LWsbz1s3edIQFfqZPzviFnlynXwhBSZqK/jn3B9ecswf6QzeOIYQ4fwhBXKt6DcazFxrrhhBEX1rqOeVPyXoQWaBPCEFj63M/hKAQglgLmOCX8eZ3aI2eg2/YA/c9lViPfRAPcByDgXPkGR2PDWVu8lLgHryCY3C3du1ax9571OuCKzwInDXzCLBBO/Qh51xvMC7yr+EKmLOmaT6fi/ujn4xz4AJXXM/lshGHjB21rEJbXg4CBnyAvc4hHDhwUMgy+KAxL3gDXmwxY8EBNAAf3E9ANkCWbFyHrDAAvGbkcwS5LABADAZhCNWkSRMNaIjOOgxHn7H+9GUcSGPuNE1M2MTAZzwmER+uswYANNtxS03MEEwsMxkb5nqDA0gpWAmPCMFmDeZlHZBYsQKr2tEhodLogDC1IjGuNWLkENSxcU8pAkZPoyQNytuh6GjvULOdkCqdpcgcVe+X/QNXalicS7KiGdWoE8dlJ6GrTqKHEJSHYCZS3soWOCESAR2/040RY55RK99hFyBqnjtJ08hUwALMNM7HWpn53Uqlktgbjb3CQBB4yI4heGId7oFr7o/aYGYMR9lwj9oYJ2mqltZWO5rNCsYhuGcfwEhjX9AFHI56Pebkfj6fF40+4JzG9yTGUwSWAAAQAElEQVQx3M7MDtkxLLuIAp5dnzQYiZIkY3pm4jj6socGJ5brqsrDlFghJmliQcy6oNNomJqUsWNeNpzQDlhkglQ9fzabi/OgxJvtBMkf9n748KFoWOnbYIcQhk2SRD1WqH29fU7IjXidJBpa8JGmqY1kVlUbVfDEeuwJPI/houD5p8+YLt78mGWnAj4G/kqlZoUjz1VxK7sgWVXN8JUN36j3zk98ImgjTngcdZJowMWjvt5+90i8r6zkswEb7RErIiNGzaYDCb7DNpQ9hnW0VHa/jJoLLSo0tQgjyN5z5qE0zdpp7bYc9Ud85cxf7JM5Sb5NcEFlshNOORue7mO9Nqw9IomKMhp0AaVkB3qMljkr5BCCkjSJAblPva+ajDavnxjPORUKTTak7Q7K2gR+wM3IyEiUMc65ls1mokIHr2XzcvD+5E+DjWfOPFexzI3YEJVopinjoW2vld4RFwVIom7fvl27du0QCVh+spWfc+Pnanc76dvtJEy3k9slG8pOOxh5y+U4O/Kp1+AttvEOeBfZoVjotnLlSq1YtkLxzcBx4427jAj+2uxQdra3CyV68OCB+MbFJhuyXs/d1tqiGTOmueg2qBdffMFJuye1ZfMGvWgHZoeTiT0udFH4yGZT89GQnnjsMRFALVm0RKeecppmTJ+hJCSGJmjUsj9qvdjd3WPctShvnfTMM89pg5Ofx/mywbppIBZzdtiI8pM+B1wYffrJJ/Xr23+l555+xsW2snjSdK+LvFu2bNKGdS85QNykvu6jlvlhZY3TASe0jx7rcVAr8fOmrW1Fy3OLxjtB2tbaGunVaDkomcd27dwpeA26y7SpOGAsv6af+voGBL+WRisaGhpxQn3IxqhPe/fud9L0iI4cPKryaFX79h7Q1s1btWPrDsnF1kMHDwl+weAkqSmRpGq14zNlxkwd6xvUgBORzHfo0GGfD5qfslGv9bjQedQJnX4Hm8A0bBmpGBb01I4dO3TY/YF52HrsqHlj2IldkgA9plOxrc1BUKvAI3uBBhjm1Pojm0k0PDRgns1q9YmrdPbZZ8UgYPGC+Q7qCtExO2RHFT6j6IJjjHNz1DJ30EEIxvju396lB+7/o9a+8Jw2bVyvn/7kR9pj/rvpZoLWua+9KXuvfvmLn+t3d/9WL7/0ouC/U1afpHe+/a266cYbRJA4wTRYPH+eXl7zjE4+cYUuvfA89TvYXPPMk3ry0Qf1wrNPGZfrHZRu1m7z/Nw5s3TDTTfq6te9TiRlCVSQjRDAa6IR26ejLkCUravancCqSWp0QuBod6/uuvO3hnGvZs/q0viOonqOHoxrbNv0qnq7D7uA/pTuuuM32rJpY3xzq6+3x7Tco8OmHz+9WrVuTyzwRTvLOPYN5tdJLj7VFTTezmyD7WQWnW9ekupatfoEJ+i7zNuNlgXTub8vFlBfcVF2q5PeO3ds14CTFoODAypZT+QtMzm3VvPkOU4Mv+Mdb4+J+6ptMesO2uH3tJL1fWNzQUku6/2OKpimeeuPBq97vG+IPN1qOZ7rBMIpJ52ohXNnK6mW9Ye779Zdv/m1eAL5nnt+rz/cd594IGXA+uKI92vm05Kly/TSSy+bt3v1ox//SJ/5zC36xje/oefXPK9DRw7ZElWVWq4S6zIeYjnNDvTq1avEz5BhUwoOMBYsnB+/Q5sJE8ZrxYrl5re8tmzZLAKePu/7VRdod+/eKd5Wfvzxx4SzN2aXD7joCo+/8vLLQv+tWLFCVQd8BdOSJBaFOfrgmPETp6PWlxT2+MnQt771rabHeAcGHREPLcYD47hHortmHdvpotVEJy5IkvWbLvziQs2Fi2q9oqHSoNFcU8X9jFzRkF1+YqXQ0mIb1CyeOEeODjoBb0OglcuWaaITvRXrbPpiazgm5hf8OhxjZOqll17SJCd/s7YnndbFjaYbrcG0Q04Pu5Dxb//2bzEgJUClYDnHNAR2cPO7u38nihfMy1tGJFM2WjfzVB97ZI4QQtw7CXbmTa1vWH+C4ety8oE3k8DnWjvU3/zmNyPeJ5uP5zog7nBg1mbdNH3mLN38pr/QBa+7WOPM2/c/8IB6enp0keVusuFnLyS7WG+8nf5zzz1Xb3nLW8zrBbNnGvHOm6ckeUjkkNznDViCxWMOftBHwAtuhqy/CMqmOzDjZ3WxD9yXP832JfkZGOhNAEbAj2yBs6r5Abm56KKLdZOL+plM1rxSEXwAzqbb1vD3W2iXXHKJrr766siDwFy1TKEPW1raNGJ/ssE+wAYX/4ZckN+2yTxq3Qvu6EeCivWCdTkJEX7B4Mc//rH10S7tciKShw1qlq3xne1qLTSrYL3w8J8ejIUekgVNpvGobQv0hm7QI02S+Ldlh+zvjFpnFW1v8fspWjz88COxeFuyTsAXBe/wU9UwX3TRRbr5pjea/+boPe/5K/sbndGOjgwOKTXdWwoNylgf8PT2oO1e1TjyZQeh27V9+zbbhBbLdY9ZtuZES6Pwf6AfcGUymZi8O++884RsjDgApq1dsyYWUzoMYyZNVbRt4byzvaiKfeVj9jdarY/K9pf6bHsOOGD+7Z2/0VNPPKZLzD+JElXt62XTrIZdWP7DH+4Tdgs5Rj/hn8KTHOGZX/ziFy50Xmw9MSDeIv/Rj36kc845xzrpJV3vAv5dtj3XXX+9/v6T/6C//usPOt5o1ooVK2PBFJ687bbvx+Qvf5OVnz4977xzo+649to3iO//+I+f0m233Sb46lEnVgjOH7OfwpPQ2DaznQuiC6L+ara+WeRkAbqIN7o/85nPxGQA+Bq03sYnO/XUU1yo6VBX10yB61tvvUUvvPC8uA7fk3DGPztke711y1Zt2bxFf2XaXXnlVfqXL3xBH/jAByIt0Gfr1q1jeZ111llWxRk99+yzuvmN1+va694Q/c7N9itamts0beoMIfvIMW9NQcdbb7lF6LpisRj/nhtv/+K/fP7zn9dv7rxD191wvUh84E+fYZt/0sknaeUJKzTZBUiKqQP2ed9w7TVCR2y1j4ktW3niKvPYOM2dM0/99sNJoGRtf+ifa8jq7PPO0Zvf+hb7bg1i8+jXYntRxALIDz8HjJ75wQ9+IAo94Bq5Q4Y5IvcV22r0AHCdaz1yigv3JGeR2Q996EMiGdzS3Bx12lQXzdgvcrjJcopcMtcJ9h0GBvvU0VnUaaefIj7wGPOgN/h+7x/uFXqSBNJxOtfVNXuWgu0Y9ux97/+APvzRv9XA0IBtXE1HzNf33nuvbdaWqHPBJ0lnYEWH8VDCduNplwsDrNNmuWAvrEWDnlXvDV5B19Ud+PKwCPadt/bf99736sILXxdp/e///u/xDeSb7T9l0kRtrS3eVi0W5xcvXaJp1o3A2lJsi39bPnUsM23GdFGkJakETBTUsRHIMToOGNCF8AT2Ef+N/T/++OOi3WfbT+zwkm09fh2wj8Ub4Ox73/te5KMVK1cI+8Ma0Ay7wrHBei2xHjtmHxV9TTwCbvtdFMUuAwvnzM197g1bp6DLoFvdVpZ4EVwit73WuaxftZ6bOXOm4B9sA3AVi0UBP32xY8BCX3AaQojxFv3ZN43+p7lof471xpQpUyz/VWUz+eMtmxNwsw50g07Aw7yD1pms0Wx+o+F74MOAS2w2/aBz3vaa9YADPgMfk2wXC9YX9AshRB+e8T09PbZLZeu+4XikP7DTUuvTnP24vP1G5s6ZroHF3NhbJpOJNstfHXMMWd9WIl6YF9jZB/3AUaf9CeQJnIMD4ID20Iu9sjdoAk5Zh/01eF32QP8ew8k99sB35mRd4g/wia+ELSAmYA1oicwCC33ZD9fQlcwTQog6i7XYJ/eBgcZDoOCVdcAj+wce+JQHr/CDGNNqXxi6MC/nJFihTwhBnZ3j7G80W+0kxg24rYgxY2tnjFfGDZmmrAMcrAMuwFsIQeCOPfIdngcHc+xvQU/wAo6Zg3vQh/7QD7qgJ0kscp85QwiRz0IIUXezr6oT/Mw91oAPGKAN5zn7geiINAmq2VZnzA9pkjj+aIz8E8LxuUI4fgTXrAcMwNrn4gLyBU6hAXMCS8mxIvc5Bx/glbHYa/Y77Fix1/mT3/3ud/rv//6a7eKX3b6kr371f/QPn/xHfe2rXxN6/LBzRYxnHuQE/kF38j3S3n734UMH1X3ksAb7+7TXiXnyAPucMB2wfdzlYgfjjhw5Eu0mPNBonkOnI+PQBbjxkQ4RWz7/gl5+8SXt27NX/dYH6Cf0a3/voOPHupqbCtFWtra2mf6dmu7iaVtrS8yDNRUa7feP09Rpk2NBceXKlfYjLtKM6dMEz6KflliXch3b917r34ted6E6O9qjTzRkXA7af9mzc4fWrnnBeaO+SMerbKfPP+8CxRcdrNuaG5v0+stfr89+7nO66qprdNppp2vy5Knm9RZ1dIyLPJWYhm3FNttO6+v+XtVsBzoMZ0d70YWOrKDzJNvduY5nV65crte97gKdd+45OvvMM3Wh/S/+HiNFmD7DVKmMOo91zP7K/ij70JiG7YdXoS0yh34Ezx0dnZaLQvSxkFPsLzhEb6EPljq+mzZthmbax1/svMyE8ZPsF7Y7r9NlXdOgmnNztGw2H+WJtZgH2tN6enoib0K3EIKYF91QsO6jL7wN78NnIQTLZ4g4gdbITwhj36tRDyMPjIOnGINsVZ17RTa4xzh4N4Qg5qYP34dtS2jwPraDa8i4u8U1GVdoanLuL/dnvQvPUqDBrmMLkSP0DrINzOyJcazBkfmBGZg4sgbXoS/6ftFC+4lzZmvypAlqzGUU7A/P9PlVl56vyy4+Rze84QpdcdnFWrpkkfm2IdoA5oEODY2NyuZyKrS0ar59zCWOIWfNni3ijfPPO1/nOgdw1llnaK5j904XqNBH2J1G45kxDZaFTDanov3y6dOmO68xW5Mcx7U0t5oXm52zzRm/4F8RB4xvbW2NPiK0Yq/QlSP7Ajecg3PqBk0urjY6zm90/hmcMh46hXCcfpzTGIeOCMFrWY/Bg+AnhOP9WKvDuRhwXDddbfYjb7JmCCHKGPk3HqaCt5grZ7yAJ/gqm8tGfl5sHM0xfjK2ieCv17LR65rK/n17tM+t4LwDPvg4x/b79u3V888/J3x23njMZnLOxczWyuUr44smTqPpnnv+oP/5+td1/wP364DznEEyzhqUhFSqBSVKlUmyymbyStOcyNGPOl852D8Y45kQgrjIPirODVUtp7VqSWlSsRwlamluVKdpA96QUQrAA9a7DiNF3aTZPgZ4abAvgY0jf0LDhhN/ZbxPcAGNStazqb9nczllbDNqzkvWjUh++YUcTLv33GH73+z8BLjkoV3VZFhS82WTdY73kGQUfC2fzTmmH6eZ9h/bO9qUySbCd645/xEy0uBQvw47z3Pw8AHtObBbJe+pHupqa2+NfdmL1ZvlvkXt7UUBHzKFf8+vQL3iGGan7QD0KRkv7JcGb8lYxZ8gTwmfi092hAAAEABJREFUILs57ylvmwAewEcIQXzyDflYlKUfL6mUHCcjjxEntg3wCrYPP/yw8ybwD/YFPRJCEPgL4fhcqe0q3+v2wYEDmvGdteFVZJq5aegE9siR+Tin8R1epw9zMBfjONKYJ5vNisa8Y3tiHRr8z3Urp+jHAcMYrOyX78wPTjjn2v+dF/ygz+Anzpkr5/U4shYNGBkPbsBxt3MtO7fv0Kb1G6JdfdY585ecg9q3b1/UiWmSmE+bVbAuAe4QgvV/1TmRkfggOHsFRuCIeLeNhw7Axn7TkChxG8Mvc9AiTLm8mgvN5pM255THa6Z9ev6eNnkgYoqFCxeJmIXv17721vaqVatsw8dHHA46LwTeWR98u5gajLtgJ6sWAYQ4EIAFaQAEArgeQrDCbYwT5XJZnzd4XDUqYO4zKQ1E01iAVrVgVZ34Y17u08buQ0TWCCHIsmdYEuPBYmjNkHFQzKZZK6RBxomqdv7KduqCv/BWKrBV/Z1NcU4itN/OAUjmO/eq1kyjLoyM2IEbdFKHp8X4XvI11gbRxrg4oljHjR+nghUJT8s1uQBVaC54r41qsPA0NTWKPi3ctzI3sDbcVRO4EpuC4jwVF+lKVjAUpCAyDMRxNF4r/5lZ+V51cAZuaJyDG8YxN/DR6Dfi5FXJCSFZC5nHIj5IypecCOM+R5gqhBBhgHmhIftiXmjB3uUPc4YQRH/W5Th2je+sP2RDQKGYexiMfD4X54Um9MmaB9hv1fQFJwgRfeqmHVqxwUau2bgDf8CRzTI+o1yuwRCEmGQjeVVzYTtnhQUv0OgHLHUrlhCCGmzU2xysIuzsAScbfEJjcFU1fYMBgWYTXHRravL8hoFAgnXLNjDDpvvRI0ejw4wQkxjHuWMO1mG9YJ5KM1k1ONnYYAOSpKmgf2IjQaJ62Io3KEQcwIMYibJpZ99OIUmNS7nVTdtqlBFwMnnyFE2cMNk80yw+0BCDl0mzamoqRIVaMk1DCPLo+L3RfAUehiysBw4c0oEDB42rUePNBrMuy1zNPIeM1H19JMpfyTyAAWNPvMVCAjRNkSW5z6iLfoMO6IaigoJXanYaQgieq+q5anFdaJAkafwuC2P1NVmruC84SNJUwXKI3FWrHmf6JGZExhl4K6aC91+LTvXw0KDXLemYi5ebNq33usNqacorF6oa7D6kY4cOqOfooRjkdLuPTK9xNrY4U9D2gIsVJDAOuWg2QJGwp19lF6brhqXHhduqYWtszKtgHM500W+Ok04TJ473mqMu5O7S9q1bXYDq0WEHUhTRCDqfe/55PfzoI1r36ktOVn5P//uNb6jDzsRb3vxmXXPN1SI5dsMNN2nixMlOjHQ7cbvQinOioO0RF9IpOhJkb9y4ycb8sHE64MTjRq1f/6pqlvey+eypJ550wLZb06dM1VEnJ1+2YdjjZNa0yZN04oqlWr5ssca1t+j5Z5/Qrm2b1NyYU5Odz82Gt9vB4+DAcOSfEFIdcXGw+7XAoMlONzjO26iXrAegH+dN3j+0KVkGcAgUkJemGHhMnjxN27bvdLJtm0geDQwMRRzOmzUnBsPdTjJNnDDOOBsxzas6asPWY2O0345bJs2oZH05Yh6Exs0tzWoyDBinoKC8ZZLAbGR4VFXvnYYs5fMNarbznZpXCu4PH2ezGaVJorod+Y62NmXTREMOZPm7Nw02aCRCWlpahLwMmW8qDuwaGes5MhmPs36Bjvv37zO+N4ufNH766addrN9lOcspb5zwpspvfvMb8TOht99+u/iJR5LE4Iw3SPbv369G66N7f/87ve9979H3vvMdF7uf0m4HphT1CPp4mm7N2uf14IMPiqQxTtKA8fGHe+/Wvl3bzbP79M+f+Sf9zon44YE+8XOOmSAlxnmz4V/mgtplr79a8xYt1bhJ08XbFcCxdds2HevuVs72g4d/OLab10edwEd/eXvmg2adftoZajBPH3YB7OD+vS7SH9IOFxieeOJxsTcCbmgwY+Z0FYx/3nKZOKFTba3N1g3ZGFyDv6rxB72Bv2K+6HOSueJriZHRZN1Wsc4q27He60JhX1+3ssZxLpuqxwX+iRM7NccBdJPhaLHtW71qlTqK7UpM86PwowvBzPu8k/G7d+9V1TogmE6p+SXn4NbiqXyu0SsFNymbzVpOBtVv57Js22dqmg/sM7hIA+137dihH//4B/rB92/Tzh3b1OmCzwQHe+jJ9nEdOuGk1Wpqa1aj91g3sve7wHzw6GGddebZSq2v16971fDOcVJ3mRqbGnXCqhP0T7d+Sv/2n/+qf7j1H3ThxRcpm8vJJBL2CD0Zdbv5Ed6E7yrG0cBwyfRp0rz58wUOcX7hYQptJGpJUte9V+g1YHxy3urkA0kXAqrnrVu2uBCBbeHpxXvuuUc40pOcwAQRyMYh6zIayYN26x0SMW2WB+YkcIGPC/Yrup0k7zO/8OY5P8900PLY19erKoxitNIPGOvWmU2FZnFMvJ95DpqR5wnG2+5dO/XIIw878BiI8g3NGQc9wEGP9Qp2AL8A+AYGBjXgfW1yEZ2CQsX8Qn/gGgsgwAc/d1JyQfbKK69UsVgUBdUZM2ZE3YBOmr9gfnxgiblZA73LHru9H5xk1mJ98MEaXB+0zIOXXut19gFdWJdCz5utm8Ev9ro06mRkJhP9VPYBDnngYdR8NVbAAJfHrMcmuDDLXM+62INeoZhDUY49kPBEPpiTObA3u6yj169fH4sZjGPvnZZRElxbtmyJhZaa5QZbh67ggSzgbXXSbNR+JIlTbP0R+xjICXtsbWvRBNsk9sabjchL3Up61PtIktQ2Nyvm4G3ZW275tPc1GtvOnbtN0+CC19r4M6/IPHw224H6RBfYKdgAG+uAY4I14AW39/7uXk2z3r/p+hvUY1ntNi6QE3627qCTgSMjQ1EeKQixDwqv4AJeXPPCGj391FPWc4e1zzCUXFg8Zl7c4ECHAiJvvIFLeDyEIN4Ihb8vvuzSSHPgmzWzS39wgee559fovj8+oN/ccZdtf1U9Pb2iYLd7505lrW8OOlj6xS9+Hnmux7zI/tDRFN4pDkLfigvAR5zkhPdDCMrnc2rvaFfd/mKaZm13KsokQaectErXXn2V6u4/1XZ25bKlKpmnSk5mlexb8SYAeySohvZ3//a34u0sCjmJ5Qb6w28EcJzzxgT8Cd6BI4Qg6A6e8Us4YmeAF5wO2U/esGGjPvI3H3HwtST+Lar/+vKX9fiTT7jo3CPe3OatPPgLPjz//PNF0RnZQIeMlktOHnQKGOAP1uQhkk+7MPqN//1fy9j8+JPV4B6YpaBNLtQtWLDQ8j2kf/zHf9T/fO1/BO6Yt806BbmAH+VP2fJ6880368orr3Jx96/1yX/4R9OkHN/YPQ7TFCdLL9aG9Rv105/+zDp4nH3OA9GPg7/RV8CNrCIn37HtpKgO7kisZXIZfegjH9ZpZ56h3/7+Hp3nAtygfZQrrrpSBKddXV2CZ5Ystf+zfLn+9m//1vBvivN/5WtfFf0+8clPGoaL1DWrK+J6qH9AFftTB/lFhD279J1vfVM8mJe3rWfdK17/euF/77NvPOwkBnTZvGGzuu2nIafrXn1Ze/bu1t/8zd8IHTDLunG5i25lx4oksD7i67++4ze64PwLot9H8ZCfNZvpgBq9gFzwQAK6BLxCG3iAddCTn/3sZyPPZ2z7gnGMrzRomDe8ul5H7PetdYH/sPV9Z3uHeEBwsZOaZxs/zbZR+WxGv779l/rKl/5b0Bo+AD/4CSX78fAqcn7RRRfrxNUniWLwf3z5S+qaN1cV24AJkyYql89q4aIFesc73uFk5lwhz8gNMohuQGdyje9542zIftyo9SS8APz7LH8kluDhHbbBrP/DH/4w6gbiJv7mMsXKX/7yF/rud7+rb33rW/aJjwq7yDzocvTaMes77Cm88VvLFb9GQJLhqaefij5YzXHEqaee6mR7t7EkIYPI2O320Sh6kDDesGGTjh3rMf+3asWKE0QSY7X3TVL9hBNOFDYFngZuYEUOljmx+yEXsnm4gTeHM5mMGhsbowzAoyEEwQf4HOh9bBQNvIBjYECPMi/2bZLtNOfgBzoTe3Rbf9br9ehftDrJO3/+vGjzuA8+OdLYPzyJTUBnjNlU7CFroXPgI+7BR/gcjEnNO/KH64xhLX+N//MdvbjT+pKGrmeP2DVkkXPWBp/gBbixJRwZy0MmXGcy4EjsK7Em9q5YLEZcoeOAi3UZC044Z25wDD75znhgZb0QjFfjhP7Mjw2HHxgLDlgfXhi1zmE9YGG+bDYr5mD/zAvc9OU+16ER3+F9voM3ZC1n3sUXhIcZxz3kBVqxHvA1Ol5mL6zHwxhcB3fAh36DZxlPH9bjnDlZDziYw7lYhRAiXoC10QUp+tGHxjhkhXv4hKzBOOZhHfBMf3gRPss7DgohRD0L/sABR4k1muyLNvos+NggHkQFn8AMPtmjPJbmcF+sxXjozhzskz60MV6CNuB27B79Gy0PxJbscQxO8AGOgZk1M8536P982Cf0pHEeQjAYQRbjSD+u1e131mpV2fSqYH2WSRNVrVeRN6YCz/ArfM8DHuhPYMCWg0sa+2QvyBFjSqMjtmUD6rWfC7/32F9gL8TkPAQH3x+1bkc/txXbtHXHdj3x5JPu7zjMhRD4mGT59tceHiHmY258AB4Iq9p3O3Bgn3a7ePr8c8/qnt/frbvvvEPrXlqrQ463yFN12m9uaW72vkJ8gA87EEKIOnH8+AnRx+WXGbDf6Mt9e/fFB9L4qXoedsJO/smx4+7duz2HlBhpIQTnRZpFwZRCCr90dPqpJ+vEE1fqxBNWqui9kPd405vepOuvvz7++aEbb7wh6nN4DR3b5wJpW2ur2lqaVbAPNHX8eJ3sAufMKZO0YO4czZwx3b7Hh8WvV3z4Qx+Ov5oC/okZU8dlN934Jl16yeWmVatzG5Psd2binqZPnaY5s2Y7Hs849toucHbYsQZF47oLF0tcYLvi8st0w/XX6XUXnm94V1hHN5pnc1phO941c4bGO/6caF+7YHlBJtEv2B8S0DT8uqW2+/wCAw+PcO1q+2of+9jH9KlPfUof/ehH9c9f+ILwT1avXq2FCxfa35knktZnnnmW8bRap556mlauPNGFkU7LQia2kZFR5yykvOUsY90PT8Hvsm6C1uh08IdMJvbxuA/PjR3pU3dfZKihIa8xfcdc9Oc+jT4hhCgDIQRY1Ta4Zn6vatg+DnNykX7oQPgQvkMG0FNcYw3gCCEY5lrEPbzP/BXHnhxpYzIMrrDd+HA9PT1CFyKrzAf8jGV++lccp8Hz6Djg5h6yTj/8nK+7GIcMMpacBg+Yr3f+66h5vrXBOrk2rCP7tmp8Ma9li2ZrXEeLEle0xlsWkAnwiP+2dMlSrVixUitWnqAFLhrO6JqpFSes0JlnnSlir7PPPsv3l2n69KmaNGmCpk6dIvzoFStXOqZeoMKmDWEAABAASURBVBldszTZ/DbOcjRu3HjnLNqUpKmaGpqMvsR+UM58mTX56gJXRdsodJv8GcMn+6WxZ/Ac7Yx9mrqTDuieIMua82GZJFXJuath++UeHuU29VrgETyEEMQ8+EbwK9fBL7SqmB7kyOEdxsAPHKEPNm2rY0F0Z5PzU/RBT1IsbjO8/KoKD9viS44bNy7yFA/yV5z3mjZ1sk45+STj63S94Zqr9Hcf+6hed+GFYu37779fL1oP1axXp0yeat5fLfz8zo4O++H79cTjT9hftm/b3SN0bUMup4J5FptVdk60Vq4p53iotdCmxnyTEv+XSY1PXyOPl7UOyFgGgmNP8FR2vFo1TMHrZTKJ8rmsdVQh4gncy/ipWF9SWCUfyPGY+ZCfsMXvww6yb3iwoaFB8MgYHsFTo+0O8NOqpg2+Jjx60P5wMBwZ67CcbXbWexjDb4QzySiXzSnY6I0Ojdj/L5tPWq33WkUBlrn7nCOgxlO1vRkaGhBFafJim7ds1r4De7V52xatfWWt7cMW9Ti3VXJscOTIQcfZ3fYxjzre7Lcfe0RmNMFf6CpgCCEI2IKN2oDn3WUdvvbFtXryqSdFrhHdjj9CTm/QBec+5wVr1h8Vyx/8OTA4GPO9O7Zuc25zSPBK1TjkPjKJfoCvaq6DQXNklHvwZwjB/J+1Xm2INIDfQgiRN5DjEIK4Br/lTPsQgsGvCxrQmD+E43Nwn740+kMLaMr3EI6PCyFEPcT6wMEcnAMjY2jyB/i5FkKI6zMHuJI/jGEse+Gcvr6sJE1Fn9j3tXPmAy4auMK3hh/gHxryhO+CHZnpXFLR+eN9u/eIwioPLR1z3hHbf9CxHrx0yHkM4vdBxzTDbsAADpBJ+DExDYEbOBLDzjmwmejGW83NDOYLxDnofXTNeNtUZBZbjB1rbWtzHNwpfK4ZhgkexweZ5DgBvvFwkWdl7hCC0L0JG0wtbHypWJGUHMCCGACBCFwHWTSQR+MegBNgsDDnIE/+MDnj6Q+iaKNmaBrXuR9CsLwG99ZriE9EcndoeMBM32NjM+QC0VB0RBmXpMFGvBDf1mpyghckgLy6lQHrjLrIVXFyuByPZQHjqJ2zihm95uCTfmUrkH4HuxCFI7Bwv2rmTk10KTiJOiwcPhyR43NVhFLmZ8DoEwIw102MmgO1mvJWCi12cFAAMAxGucVJ9QkTJmrSpMmGuUUNVizcCyG4SFKJsMFQKHUaTuawkz5lBx8hhEgUaJKzggOvMNl4F3enWhlPcOEDAxdCMH6G41wVKxVwwfiak0zsKYQg9qfXPtALGGjsg8v0gwnB1diRc2DjO+OhPX2LbR1Wcg3etyJN8vm8JtiBmjJ5sop2BqFByUmr6muwMDcNvB+fo66QBI+vM12Ejes1K1r4DSMGDatWPszNnlM7SEoSlU2/quncYKedJ51xzlosbK1OYqIIURaeWCEENRiuunFQspMzMjIs/s4JT8BUzBcDdkj73DDC0LjHxoG9ju25bsVYsmFmLyM2xJJpzZymX9U80utC14hlo2QjVPde6EsLIYkKEByHEJQkafxedAGi1Q4w+2FOjDVtyEm+qguBo06gVSollc2ng1bePGnDsa+vx0r/iLZt227Hf48V/9FIa+QM52q2Cx0dTigiszX26uQL+BsrSgfDVjXOoHWDDR34ocFLwMI+OQIb13PZrNGHYjYsxlPVsAWQZotWN97rphGBObzabZwNOunOvhU/0FSRD+FjFN2gi9acr9+wQRQCcvmM5syeodmzpvs4XdOnTtRiJ4FWrlhip+Ia3fzGm5wsmaf5ThR1zZphPsvFhE2x2GGneoETVsu1YvkKzbLT39ZWVAiJkLPmQrOgIU4kMla042F0CGO3e89eHTp82DqlrE47NeMmjNdjTzymDYYJZ2DDxo066CJrCEEkoCbawdu5Y6fuv++P2u8AabuLX30u3vaZ5o3mqelTp2rC+E5h5YPx0lRoVKGloLydAeSR4vhLNrxrXGDqcYESvnv2mWe0xwb55RdfVI+Lxdu2bdbWLZs0PNivSZbjnmOHvdYutRdbNNPFMeA48cRVKjiYGzZNcy5IjRs3QZPtgNZMg7L1Q9H7n+zi/CQn1KEtdIenKpabQesQfg5uyvTpWrB4kca5z4jpWTNSKOhhiAZdLNnrBOPhIwdsTEvKZWuWxZKKxWYNujhY9zxlywBymMmmqnrN1Lq3ap7PWx9haDpcYMgbJzg/dfljHNYcNHKdn/OAPqPWtRR4lSYaNr8MWu6G7GzIIlV1wvvgwX0athFEVwLTkPsULc9pmoo9jRoGrkNbfoL5eReqtm3fqueef07bXVycPGWync3pmjRlipqaW6yLJkXdigwucMLr9NNOMc8ss37Ox6D41VfXCefo5Zdf1q+cxNyyaaMGB/p10AV79BRFxFdfeUkH9u1Vybhf78T4/Q88qN/fe59+8vNf6Gc/+7mT8wNav+4l9ff2qKO9qCbrhVy+0eu3KmTzWn7iap194UVqah+v4UrQ4d7BGGwNWS+iLzK2FdDJqsQJgAHt2LVbG50Q37//kDZvsgO49sVoL9j7y+vW6ZnnX9Cdd/1WL6xdG3+SftAOHDzQ0NQgkrT7DeuEiRMEvvbu3SN+IjSxvmT8Oid0X3zxZScnRmIRfdT6EBpWrHOG7ATu37NH2Wywg5pVX/dhDQ30uG+/snaswUupNCyeaH3vX71Hf/3BD+qvP/Qh3eyiVkNTiw4f69Fuy0j/4LCK8IKLs1IwP9VkNlDOzh78g41N7VcEy2uSpPHesHVDmiYqWb+OGs/rXn5J/LT2Fhcha/WKdX1Few/t17H+Hs2YN0vzlyxUQ3ODhsvDqvq/pkKDpk2frEkumLRbFmbOmOnCwCf1l3/5Ll3tAP0Tn/w7vf+D71eXdeThnm5VzW8V68LddsxefvkVPfXkU3rl5XWqVeqm44B5cNg80qAG60ne+Cfps8XBEvprvJ0rAnv4A91J4JaaPyfZmUJ3MoakyYBliv3WbT+wTfSjcEIRcKWT9/gSyCiBBQnyRvPNJhcsefI4hKAdTmQzP7aIOZn7oBMafOdt+4P7Dogg+EXzwQYX+3odUI0Oj2qob1C8cbjXhQb0zJbNm7TbdCV4AJ7pTnScdNLJCiFYNsrWxTuFPI2YF0IISswrwFqzbmH9WbO6RAKDp+Gx7SRiSKY/6OTQIw8/EvkL/uNnyej/y1/+MsK108lebA24mTt3rlasWBGDyO1OatGfQAdHlJ+hZG8hBOM8F20Ofg9265VX1sXCCnaZQI35CoVChPegHWdsHw4tQQ04B4fsEV4DZ9CI5BbzVb0frssfaEVSAj3DffZPoRu/hUAaGjMf+MWWYF9JZFAgBk8k59DL4Ag6Mwd/g3OfCxHsl3VYH4c7l8urXK4IWPFfcpYDgi/G3HHHHfrWt7+tqbYj4IQE2fbtO+KeQwji6cdzzz03FhxYq6ury0H0AQELPAhs7BG5gTfBPzDAb4sXLVbedoi90eeC819nezJTvCHIOrzh1d1z1PZrXNRZ6K28YeszH8m24eLXXRSD1bmz52j2rFlaZRvEwyXjbTeL9l+4zhPX73jnO52ku1Fvsh5445veKAJPgg/oA27YK7YD+n3i7/5O73vvB7TMCbCFixfrSRdWKJy88Nzz+sXPf6LHXeQfsHyedOopQi9utMzdfc89KnZ0qsOJlsbmVuUampTa9jS3NFl379SRw4fUahsBfpqaCup1shUbVHBSo+q4pcfF+mb7BPgr4BgeAlfwBEUi6Ak+Qgh617vepZtuuikGSzzkgj9Dwegtb3+bfv3rX6u5qSDmnenCGjilQWf4qMnrmbX093//94JHe+0n8GsR0O/j3vdnXGS70HZgmu3wFa+/MhYwf/azn+mrX/1qfIsOeb/33j8whSjW3f6r27Vt53bdfc/vrP+qKrQ0K28dsWTpMvsvVR04eEjf+MY31O6i3GzTKJvNiWImiV72wc/S89Tsbd+/TV/4whc0Z86cqIPRR9iEIevcJKSaNHGyljghdv/9f9KvfvVrF3Mv0Re/+O+64IKL9J53v19LFi+LbyEyB8mx7bazQ/ZVT3HiFxngwYYf/OAHQg5XrlwZk6DY20NOVDz62CN63/v/Ku6vq6tLP/zBj1zAfC6+qYs+uO+++4RO/PCHPyzoR7GLNV7vgugXvviveus736E9tmdF+7VtxaJmTJuuKY6fcpmsJjrO2LZ1s9CnXU4aP/Lww7rtB7cpzaRCXlmvwXaYh11IdMO7/fZlljmB2zmuU7zpu+rEE0Uig4T3T37yE/3SOEfXXXTRRXrJNuiBBx7Qu9/9bvHAwAsvvBBtJnJ85pln2jcyPA6md1hPo8e4Dg+gP9EdJCpJhpFMyufzAh7whUxffPHFtunN0Yd/Zd3L+uP992nEtvXV9euinmAu+IaCNHNf4CL7qS48kliHpsj+681DZ1s38NZtNpcVdqHqOKtkv2KrE0i8rYyMozvRO/jp2DH+Nh8yhyy0trY6pjj2Z/8Xfs5ZB7DGJBdmgZu1KE5ec801OsfrXehEH3rtsssuE3jIpGl80AS9w97AN/oHXbrDscq0KVN1tpPfs2Z2SdYrdpP1kn0aisrrbbeAA5nEblBAJXaDf4CtWCxq9uzZKpXskxquCY6fC5blYrFd2WxOrW0tqtbKKjQ3auGi+Rq1H4Mfns1lhFwjTMhnahixsdAH/uc6CReORa+R89w08MS6JJuh99atW9Xj2AZ5DiFEOCiKASM2YoJ5EPqU7Q9Dd3yuarXKtLGFEOKxbL8XfTO2D+DhO/hGFwErOAAGxtPw16AZc3OfvkxHP+wc66JnQwiR9lynMTewcA84+U4bsW81YhsPDMgafdBlIQnKZDICT1xjPfpzjSNjOHKPI+Np9MNPwIcBVvqDX3RhCCH6F/QHp8DLPfipZBgYO9ZvjB7sjzlYh/3TGE9jH+gv7gE7e4cu4A59BzzAAv64Ln+ghQ9xX+AFWiF/zAU8i5csEfMBF9fYJ7zANc7ZE+eMhf6sy3XwxBjmBnZggLfgB+4BG/NzZF7moE8IIcpaCEHMBQ6YI4QQ4eANNXxC8MA91gd3rMV84AZYsqYVDblj/TE8AQNjuAaeQwhR38sfdANjmYv7NF+2/1eJDzEgu/ySCg8yMB/jiZfpF0KI8EGHEI7zCuvQuF+xzmEM8NGH/fKdPcMbZcdso87zRT90106tf/VVx1cHHfNuEfE0fgH4QGdyjl8EPcHD4OCA5Tw1L8lw9lkWj9k2t2vYMQ976nOBlUIceod4+9JLL432gF9j67XcMh8woN9/9tOfCvsCbOhs8j34Jth+5HzQceh2+6br17+qNWteiG/AP/inB/THP9yrJx59VIcPHfC6g9b7bYajx3a3PcoNOpU9DzvOPmifFPjlD3qkra1NwMje6vY/89lcpD0+UqN9sybnrkZGhqyrhnTI89edV4F/oS1zehrzzFFQNaqmAAAQAElEQVTxk5D4cTzwk6Sp80iNanKuobGpQfg6Y7Rtby9q5owZyueyWvfKy/ala6Zd0HIXWFefvFrX3nC93vr2t0cbf+lllwu7f9NNN+vLX/6KvvDPX9TnP/8v+tKXvqL3ve8D5o2qW8X7Pqi77rzTvsGv9FPbyKeefEKPP/aYHnvsUW3etMH2c1Qrli/TxbaZV1x+ua668kr91Xveo0/fcqs+97nP6gtf+Gfx6wUfto3/+Mc/rve///3i1yuWL1+uFSuWC/pRaOIhGPxr5Bw5Akf9pj8PRLXbXo+zrh3vuBZZYL9SsF9d9f6zymYaNXnSdE2ePMP2s8P7b1J5tBL1InzJGHJ80AF+gE/lDzjmftn6G5mD5+DFumM2+MSHSOOc7QNj6M85R/rQd6zRv2b7xj3mQnbhUc6ZF/3EQ4fIOLoZWQwhKE0z0V9EHxYc23BkfxXnVpgL+JibOeQPOgy/gJghhKAQQtwnvjb7W2+bio2HH+E/xqK3mJO5sCnwPfkuHnACPnDf7Pz5lk1bbePKAl/I68svrdXmja9q/57tKg0eUy6taPrU8TrvnNN14QVna9Uq8m9dkY7EU2eecYbOO+8cnX/B+TrnvHN12esv15vf+hd601verDf/xZud03ujrrrqStP/DMc2CzXVueuM/TVkZofjxX3Ou+xyjg5dOGI/htxvk33uDvv/eftylUrNsjIq4il0xCbHy8j0NuflaHv37o15D+6BD/adZswf2awxJ+e0qkqTRHnTE1+evMMe51uGXVxF551vP+tK8y/+I7iH5jXLLfOUrccSBTVkc8ZDRnXHFtzLea7p06ZZ7mbGB/bIJRLbolPRB8ec99u3f59Kzrnhx1add8jkUs3qmqGhwT7hk86YPk0rV67Q4iWLol6B9+Gv7mNHxYMZNSeHgtfe43wFvvuuXXvs/06KvtGoY8tNzhc9/tjjuvf3v3f/vUqDlPU/dftG6JcD+/eKPytWNf5UMx5Gq6o7CZIoVSbNmcezSl1gTZOseKM1hERV76/Kuq/hK+d9wkM0+AP+bnLMk8vnNN45xVPPOF1nm+annHaaXmddcNVVV4nYAF8eeUeuJzh3ks2+pgPNt8wBYZCTEft4nINTbAs4SMwb5Mhq1ovwccV1G2iLLPUc7RY0qHr/xHj82ZTBgSHxoNvB/Qed19iujRvXO1++2Xp/p/Y4HzLoHGtff5927t6pVzeuU99Qnw4cPqgdu7dr7/497rMn0iPjfNeiRQu1YMF8FTuKSpwTqxtxwDVk24PvOGqdMeA4iD+1tnP3LkHjAdsQYsYB536Qv9jf1+CfnPE37NoDNgl+Rw9xDVwSe8Nv7BEccA6eOWcO9sw95JcxHLkXQoj2hHvgjevozjgntPGaY985Mic8TeOc/pwzlnWAEz7nnMZ15uY6reI9oy+wUTt27IjxELSALvAr/Tkyhn7MAewc+U4/2tiLfszJ/RCC8/nLRIxx3nnnadGiRWKfIYSoG9F1CxYsELky4CUHvMO2ep1zd2uef1a//91vdZ/tNL+GxJvA5BuRaXJ3x+ErK00TUGYbPiweBgdOLhw/1m0r6wLu43xfjd/BD3oB3AFP3QNq1vH0Oz5Onjf1VQm6c30MrxwZm9peJyjdQTNCCEEIDc5B0YEH5ywy1uhMS5IkTswEOAkISnt7u52P9qicmZwxIYQIKAiG4UpWmhU7ZCGEOJ4+tFwuq2YnEJrsMOQtsPV61YxTtoEve9MVIcSN/w9V/wFg11Xee8P/tffpZ8qZGUmjUR11uUpykQuWCzbuBhcwNXQCJDchkOS9yU0PuTchCflCErhAEgIEQ0I1vbgb3Jvkot67RtP7zGnf/7fk4eU99tLeZ+9Vnv4863n2PlMsRGLjNFrKrYaz7LUcYNiAAo/8yWRTZXMZt6y8hMcSJFQ9V900r8drTRs4CkNSiIYlSVM1rMANG9IZKznMzziIpaUcs1lBXHBiMw5h61b0mg0mQsO4cktJ0KvS3q4248ETZC1trcIxdDsh0O3NKk4VOsEs5gJmhA0hIxidsuLCIOib94a86GQKjX4hBNOiphBC3DDgiIFP/gCDbyhJU3+T+1XtgKp2RNNRmKYc+LEOcDN3CMHdg4Cb6wxiLmDiPjDQ4BlwAV/NxrZmnIGfp/NI6gAX/fP5nPlQFN9prMNYaMk8jKPFeaKC1iJcYzZ04y6g0IcxPOE1PjWtWa9lTilXLMWnv3hKkaBkbj7wBXZkE5hDCFGWgIV1x1y0qVt+kJNlSxc7gdildnhh+YRuFIPgBRsiNiVtTjLA36akTK6gYqks8ESekzRRm5N387oWaP36s1QwTDj3TL7g3tCQUYlp2TTd6w6mR2PwDc3BCTjHbWz5+31jYyNOAEwrm01Mr5yLWFKiqjJJwzJT1kIHkK2trZbJVHMykrU8160vbYZ/5coVLhjN972cZb/o9WXdajggmvH6Mk+TSAd4GWljnYLu2Uw2Xp+Dh/tFy1beMsbcTTuObD6jNBOU2ClTLPTMni9I/j+xrkNn5gSuXD6vEMD9zNrQfNoF5qGRMVFcyWTz5ltTeetr8Ob9lDcO+5wIO+ZiT81B4zwHyytXrdTqtat00UUXOEhYpoaLKLscrD/86MPRaCs0tHx5bww22s2fuh396OiYkiTVrJMVfX2nRWF7xueVjk61VzrU3z/gwuVxF51GNTQyqklv5Gc9zv97M/AL/ehHP1bOfMtZXuXPjGGetG7w956+9KUv6V8//3n91MlcCikPP/ygA7Uxrehdqq6ONl215XJde82VTrAWtKCrU+c6OcxPD1faKtp0/kZd8Zor1GaHRgGVN4FOOEjc4+CPwlXWPGyYh8ODg3rxhRf0CyeRf/iD7ypxpqnpZMyeXTu1zAHahz70Ib33/R/Q6264UbffcaeucjJrQfd8bdi00Qnsu4VzwTadOHnCslbTvK55DqJSkezmp/rucALsrW99hzY6eQ1NhodHNTI0onw2H+nYZbi7ujpM6xnLX1ZKapbzotAv2fa1OXlNoFM1j1IFUXjj4QNs8gonlEloZhzwWByErW6vtFtXrKPu3zfQr6MnTprnJVUM14yDnikndPIuUCGDOctMl4tuPT3d6jZOC7xRWu3COU/oMjd8nXRhjqePih6zxAWHgsegP2ma2nZLFjmhpwtdyKq0Vwxf3YHT4ahzhWxOy5ctUe+ypbrSQf47nOi/4/bbxd8NKXkTi75js+ZoSNF+kYtx3S6wy/KPbLeZl3kn75shtezMqmbBOdnXp9MDg+p3MLfS8C52srAZHWxT0w5Sj544rematHzVel2w+XJ1di/R0MSMZhuJ+oZH9OIrOzQ2Oi7e7C/my5oanzLc0qTtXIcL/ytWrNZ6y9LZTmKTOF/hZCKBFwXWlzz2kOVohRPj2J7u7oVRBs5xYihvGU5Sc8kNu1oxLybtP44dPxHhPXb8lAmWiuCWwH2BbUsqCXlLk8SB/bhVrHZGZmcm9fLWF7TTid6RgdOWqeDCSlk98+cpTRPrck3T9nXLDNuNb7hd/+cTn9Cfffyv9Elvyv/oT/5UvHXUME1CCOZRYBXraaIZ+9KseZhzkIfNaW1rU8M7Vq6jw2w0Bvr7xVvbTetHR6VNXfaTRdu6Unub2FTXrSOv7Nyufm80DLzq9RlNedMdLHM539vj4iEF21lvfrLZjBMRe8TPCZ44edzn+yLdRwaG9fOHHtE//8M/6tknn1F1ph4LRoyB79lcLspV3bqYmp4Ed/DijC3OxCT46Oio7c6s9aYo5Bn7Dt2bxoc3VdqMG3MhX8j5cuvLCheluDYxMWl7XdIFF1wgEjm8ufPyKy+LQgJPaDPHC7YLbI55Kpyi3n+7cP/0s89G+V5kXeju6XGR43pdtvkydc/rVntLu+ZZftCDFm/Kq7aDwLDMxZu88Zm27jEPvrDk+8BMfNdAzw0r5wT5g7ZJ4EYQOjAw4GTOoChw87YSm3RwIPlBQW+ZC7N8B1Z88Nvf/naRYCdRAg7MCb7TtrvDTm5BBxLtJKDmeWPV2t6u015v2YqVmp6pqlqXZUve7Ba1bOnyaEPRU4JpEl0vv/yygIvCJ5vWrS4k40tZj40rBa8H7n/AG6lDMZ5g7FLjj28DHmSezTf2nOQUeoX/r1QqusEFDniNbDKOBAMJAuYPITiJ1yXwgF5r166Ncefmiy/WlVdeqVXWAzaP//3f/+3N2/4oF0nIWObTX8ZdM5bP3U7On7D9WL32LPUsXqqPfux39Ym//ps4b9YxJbSZa8CCfFDcyb+qM/Bm+fJlCiHYzzfFdcYpKMoh/CNOgdboPjIAbsg1POzqmKdNGzbqxutv0Afe/351Vjr03XvvjRuRF1/cFn8ObtbxGDgzL/JCgY63z5CbxHbiFz//hTftP9bX7vmqN+gnxFoT3lRCt3PPPz/q88FDB7XQtjSEIGjZZf9e6ajEXzhoGlYSAHv279NCy/F+b0QPWzdf2PaSKk6aLOhZ5I1pnz73+X/XiZN9uvLKq7XOheE0m7PNHdTho0e8Sd7tje+RWKTbtXuXjniOY8eOC552Wgew79gXZBy9zFn+oSe8J5EUQhB0oSC0efNmUagikbdnzx594xvfiLRFLuDz+379A/FXDUgCkgxrbWnVmO14cBxz0n4XOTzojWXDvoH+rHXVVVfpavtqntjftvUl6/UNmj9/ge564116w+13qGE6llrK2rhxo/7mb/4mJhh5S+Ouu+50UrXPe4ROXe6kBLzEXm/btlVf/8Z/67tOarKpPHAA+Z4RBbPf+q3f0g9/+EPBm92OL370wx9ZVufZzr9BJDCABz3GlkGTEIIYs2XLlVq9eq31aURf+9rXNeLYoKtznr7x9W9b93q1c8duffrTn3Vhv0+bNl2gv/iLv3TS9VN68cUXddFFF+rhhx5y3JoVOKOf2IP169cLe4WsIDclx3vYtG3btlmXt5gOr7NdzSuERCRWsSMf/8u/FD9rzAMKy5Yt05vf/OaoM6cG+/WzB+93QflglKEOx+rEIjXL54P33x+f4D/s5PwjjzwUnyQHz5tvutl6WdJztp0kLo45iUVyEd1vb6+Iwt4iyxx+5rh5V7Qd5E1J7Dtv/3zqU5+K9gubFUKw7F0pdAA5oSDb7aQRMIYQon3BvsH/rzrJjOygj9jcuQIgeoS8UUDAfmEnmZuHwCh0UkzGnmx2ojt1nH2H4zXsyJ//+Z9HWYafvb29Yl3kY9g2FDzh9ZDjuNGR8WgDCIba7R9zaUa8tTvrWAK6k3TF/iG32C7mQubgFzRhLviHzYG+wMaDOcC82wm6ovcE4IidRLfgK/jfeeedlomNYm4SZ/ykO7YqhKAQgtpt16uO99B9fAl7ZPpif9E36L3SNp/15jumwD7xE/foLsVa7uNXoCc8xxblHN84kPBepxDtO9fTNLWuNgQ9ZhxbtLa2SEGW6UGTpK6QNB0f1B2zpOp3XEG/EEKUW/mDPWUcuKNNPAAAEABJREFUegZtfSn+D43Ap2K/0NrWGv07fRgPPgXHoyGEeB1+w0PsC/sS6Mh9YOcaY5iUI9fAhdbqfR39OOdexvafebgG/aA9a6K3jA8heP8xYXyb3n+22Z7Mt553Rf5j5+gDLszBfIxn7rnvw8NDQh7pxxpZ5zHq9v3cB04a9gGZAAfGhhDiPoF7wAHuNNaBZ8zDWpwjI9CQ78zDvJwzz682aMoa2CRsM3KJLP5qf2zvHA3Ajf7Qjnk5sj6yw1jmY37WAjboyj34wry0uTH0YSx+MjFuyCPnrIF8EsPQl3WAjfnK3sMxLoQQ/TRrQg/WhD/AyTnrcITG0ANfg8zRBz0AJngC/RlPA+e5NeEHMj0nk5xzj/404EYXgYv5uQZdmIeCHfTkGmswLoQQdQX4wAkcCi7ggZt8z2oi1gdH+JbLZGNCE5jBYcYFUOaB76wHjfjOfezDMRcugBV6ABv9uE+DFlyDBiSPsY3YPmw8v8pUdSzKm2eTYxMa9h49Yz1mn7fN8dxu+zAKEcB14vhxHTx4wDHogE6dOqGeRQvV6f1qJpvaRxB7F6wTY/bl7YLO5ZayGL/V85z2/oAEN3Lf5X1mt/eX8PyQffUrjiOJQYlpv/nNb8af1ORXCogLkWNoyfrYu1OnTur48WOOuw85D3FUg0MDOt1/SsedfK/WZvT0M0/p4YcfEg9fQJdu+wj8Lvwm7oYn0A9ecS0JibhetG+cnJpwrDijpvOPL9pH/uxnP422jTj3kJPF2NwjR47YfiVRd/u9F8s4VyRbt2wu55ivIPIIyAV8nXLuAhjQy9WrV5v/+UgXbDYPjgcXCcptZW3cdL4WLpwf+Y/8tNt3QL/ly3q9D1qt0339eu655/W090Zbn9+m495zzphn7LPJkz7/3LMusN6rL33xi7r3298WfmxqclLjLlaMjY9odGxY4+Oj0Q7POu5FNobtu5BpYAVOZKTmvB7fz8hmQRyRH1o2l3WskDOmirZ7/4H9OulidSNIhXJJbR3tKre2Oq+b816qbFtcV9X77/GxSTGeNWnwsc8xN3Zhji8heBIzpvGq/QshxLXhETCEECJt5uYB1hCC+ZBG30E/6E3fXzbLcFOK8yD7Bw8edOx0wrm7jOEriX0g+wl4UbD/aHpt5KJh3qNDFL+JndAvrrM212nAyZzQj1Zz3pU+wIWdm2v4dXwXexfWAOfW1jbRj/HQHbh5WIyHY4lrDHKUx7bWivbuOaBvfOM7+pdPf1Zf/vI98fz/fuZz+tznPq+nnnxCPQsXaF5Xm9rbijYhNc87q0I+Mb2n/b1hecyptbWkVstYZ1dF8xfMEzKDLJ51ztnijdUtV1+pSy67JOYIyFtcddWVLu5f53hig9asWeUC7QW6+uqrdMGFF2id48lSS4v3hA2RGwEfcGD/PGbbQX5m/vzuyPsdO3aKn1k/5KIstGt3DJLzvgm5RPagF/a5YNpDA/lTdvyHD8iYd9MuqMo5iwXz5itNUudDJqP8VSoV49zlnF+Xrycx7oPnvKGGPjMvesq+iX0Q65+ynKKHyHbGetqwFI+7loJdned9L2vibwqOr4aGhnTIcSwvM2Avp11wO+fs9br80ku02nkeZDafy4sY7bLLLte555yvTDbnMUcdi78c95vHneMZGh4Wc2Pr0yRR0ba+w/mTcjGn9taSFvd0qVzKOcdYN98aqlv32LPUXWBtuDVrTdsS+XpTTStZCI6tTCNeWKKFJFjXslGWsRXwArkjZuvq6hLrQpeeRT260vy7+bZbxUOxm8zH1157rXl8vYj3wWHNmnWOK7o0z7QuOn+OfE7bfiDrzAFd0V1oy5EcETQEjmn7pbHxMQ2PDLuNaHJ8wsWxGctgQ9OT096bjWugf0hHDh3Tzpd3ausL2/TithdF4W3v3t3eO+7Q3r17tGPHK6bfi3r+hWe1zXvfk30n1NbZpmwxq5pzz6eco8aOzVZnBG+nqFM1GzIBlaRpbMA26zxYzfrIeZokAhd8SL/jzRMnTsSYods+Af0vOddcdY654bwSMoj8BZnmtgXMAe407oUQhN7TQjDts9lI43jP63CkbwghroleQD/0nDHMB0zAw/eq9000aEpfZJFz7qfGh8Z8SZpGuYcHOcuu/GEuxtA/hDPrYYeIAZD1MddX4D9j3D3CwxhgoQEX4znOfeeca+gI44ctv4zBXmAjoRf2bE62sq/izx6THBP7dfq02b6VS0WZ8hp1jDvhmsqI945joyPa73zLw/bNv3jsF8J/gH/BNgFcwRu6YH85DyEI/H3Q3IfrNPqBO3savnOfvvAAuNJMRokHcg8coDtjOGetBASZgIsQNWeFzmbzv2QonTBMJQebHJmYSSDWmXF1cY0ALmemzLVMJgUWC381JlfZ9DKm7uQpiCVpULuNAK2jo2Kl61B7e6sIPgCWwfHY5CzYkNZUt3CGJEQhQEBLJi7MzWSy8Vo+nzPcOWViIFJX3cLftOHMevOZN2xlF8syPudNMprzoRYIxWoz+AcLb85MAIdsNiMICaEQKISC9YEJxUjTRJkkdSBTMNxtanfhDfow4cTEpIaciIEpmUxOOStX0QYV41SpVF7Ftd0Gq6yKv7d5LPdYN2OGAQsCAb0QxLm1uYdxA/e84QQe+tZMF+DkPDEOIYRfws4ctDO8akTF1aufbDYr5pxbC9yYlzlorEsbNi4zToJKwTCXHGjk4vyzTuTyZgnjWTu1ggKH/AkhKIQzfPNXBfMta5qyxpST/5PTky5cTGvW8iCPy6RZJcZ9yglZnsJmLmhCY27mzRhe+APMaZJRGlLlzPu8ZRZ4ud9SblGHacq4Vm+685aJ1LIYgpQkQUuXLNZaB6ALF3Rrvo08BpBiUd7ykc3m7ESnxVtgczSliJVaZnAI2Wze8my5ckKNayEE8anZYYEXDVhnZ2c1bIUfsSOYpADgzX7ZTs8xrhPWkxryBgAjR9+scQIf5KPVQWPRMg09c7msaV0wDZuq1Wcto9Pqd+EKhw4e4EWfEILxSt0ysYWQCDlO0kTTdgxTDryBp+igvqWlbN6lnmtKDRedm3YawKBXP0mS+H7WOpS3Qy4LOUOm86YN9MQG5C13jKkaZ6uWqnYQpZYWJ8gbGnLRc8ZOkD4UTgkMyuYHerB//wE9aIP37PPPOgAfU874Yfh4un5B9zyRaFrpojHJlY5Kuwsnk0oTw+rkCU9bHXKQ3ahVNd+FQYKihoPT1LSbsfMgUT/tY75QVDZXlJRGGsxa/9uduM35emIeTjiQGrVD6HYCeKOdf6FctAOddWGwKAz7fCdoi5aXhQ6E+k56Y3Vgr/rtfA8d2OfjqZiEHhoc1q7tO/Xyi9t130/v17e+/i0998yzOrR/v/v0yYQ1bhkRLNnE2RwgL1XTNaNOJwpHrEsnvHm88oortHjRIjv7HcYzcRC+WCtXrtK5523QW9/6dv32R35HN950U0yUftDF1o9+9GN6y1veGn+a78ILL9QtN9+st7/tbXrLm+7W3W96k9Y78b9syTItW7RU89o7VLZONKuzKplf1dnpaFcXujATrAMU9Pq9uT1mOODpcheAWm2DaqYXNmXadJq17NRM75rnKJcshw4Uud/u4LXbG9b29jYne9odVLdp1MX0crnV39usH1XRD/s660IXdr/psQSWOM12ZNz2cNA6wEa3Yf1PQojJ5WCDXARe87JSaY80K1pvkGVs8MjwsPr7+1Q3TC2lgva52Pb4zx/STheoJkaH1dZS0pOPPaZ/+adPaa8362wIS/Zb7bYHnQ4EeUL2ii1X6Pzzz4ubz4qLDGxKlhl/bE5ieet0QXihE/1Le1dYT+pK8kUNj09r2kXSZppXe1e3zj7/Qt1219267ubbVOzoUrbYrm7TfcaB6i4X+XjjdcXyZarVEyWNVDxBN+iibN12I4SgvtMDIgHMmoe8id67b79OeWMb0qzmLVioZct7BVxdtlGOd6NuBTnAdwBet9K1mwfLXbDLG7dCqcXy26Jb33CHzt94kTZfermD3GvipqRqfkK3bC6nfp7Msxzv3P5SlEls0NYXnteuna9o/95dev6ZJ3Rg7041q1PKpk1lMkHZfFapbfZ0bda0mFFbR0Xnn3e+g+N5tk2lmNDI+j42Iuc1GvW64Dn8Hxoa1s7de7V95y7j1qdsJiPsQt2VtNHhUcHnNbbDq1ygumTzxXrT3W/Sa69/nRYs7NGmCy60jV6rVeYBOl+zDSgmifIuogbz/qSLKtiDF7du07GjR3Xvvffq6//9DZVLrepxUbs6VXPx9FkN9w+KwuO73/Uu3yspFhwte2maRvjzhhl5x87xMBSyAi5Z25W2tjZBZwI5+mCjgT8xHNi/EIKYh+v4yBCC6QrdMrZv4xp1EZZ+jz/+eHzau9UbuuWWs40bNlqG+603rTFJykaT8T3Ge37XfG15zVW6++63eEN6gVavWSsKogSi2VxOfChYHDlyVNA4TRJ1dFTETzfncvkYZ/U7uO/u7lbFMk9AepELgfhUEl1s6IAX3MAll80JmMCpva09xjL81BYPd5DUZ9NI3/POOy/SYs2aNZG/0Ou4bccLLmawFt/hOwFxq/W738XZYNiueu1rdZbl5aRh2ukC1vd++AMdc3EDuhF3hhDsb6e8blHQ+ODBg0LuKVwyzy233CKeYIQP8IVxrLdhwwZde921tplLhHzj46A1fpN5SZIxBh7ASzavJN/Ak40PvpfvjCXJCuysW3SM1rQNgm48SQ9M+FvmATZoOGwbxNu5ixct1IQTSYePH9Sp/pNqrbQ6lpmNNhDaASfwFO3Pib927Nwh6A+sXAdeGvSdb3/DusBNUShNUhFDMg6egzubGY7Aush+A5pDbxJy9ON6arkGxpGRUdvhusbGxi1rA1po2Xrz3XcL30oigzmhCQUi6LDKm3niJhIDf/VXf6WPffSjmrAvv9NFHxIyvPEx4mRAj/0HsDcdN8Cf7oUL1bT/b9heY09aHG8tsd1TNujFV15SlA+PKdhOvf7OO/Su975Xn//3f1M2lxN0hcbQkoIQ8nLICRIK6GyCx715hlf4jSh3jgvx+/PnzVObZQzaIWds9NAF+PLP//TP8e27hYYrhBBtPDTlHrB82wlBaAR/3/Oe9wgafv9HP9BTzzwdH3agCAV/KKhRrCqTALC9vecr9+hrLqQ1LRtdLhiz9uDgoKDVP37qn3TjDTeZ1mMihq3avvFnHy508TZr/fqpE6fo3FUuxt9zzz3627/9W+v9PBd2LxO4Y3N6LEtf/do9UpBW2Sa+5W1vjTb/wosv0i233qpDBw/7Vqo//ZM/1+1vuFVqJvrCF76oP/iff6i64zAKgQ8++GC0y8gssCFHf/3Xf61Dhw7r1Kk+XXjhxfrQhz9smrRp3dqz9Hd/9/d6k2MHEh9/9qd/oX2Ozz75yf+fwO+yyy/Tpgs26biL308984wuu/zyaM/+/pOfjIVddOWiiy7WYbb7MGoAABAASURBVM991rqztMu+9oQTPf/jN39TBw8eFMnrcSfBWls69Hr7pdfZrvNzu3/6x3+s666+RtucwL3vJz/VC889p5x95jvf+GatdYL3f37sd/Xpf/yUPvaRj+gP/p//R48Ypw998Dd02SVbtPnCS7Vk8TJdveUqlYtlTYxMqLO9oopjz3wqDQ6edtK1oK0vPq/xqQnxN/VOHjupFb3L1NZeVq+PP/7Jj/WPn/qUqvaLNSeWJsannMhaE/cQw4ND4uG2g/aRr7z8ojoq7Vrcs0hLly6xnU907rlni+IyuoouHj50RPv27jMsJZ1z1jmikHruOefoxa1b9fyzz+o//u3ftf2llzVkH/T//N7vadP559s3datse/Ds00+LzX7V8REFUOQJfcTOI598R59bjFuX492sY9dsktO+Xbv14gtbdcK2t26ffMgxMcXb8fFxhRBiEqvDMWbN+ogcYxc4yh9kcLn9D7qETjR9jfWwidgBYjH4hl6iFyXrLHplkRfwgDc+A/1nHEdsLddymYyI3UrGDZyKhYLwyegv9ok5W1paHVNkHIcWBYzYQtZOjRtHYMVWTzn2xIZtNR05Is/gxz4TPUbW+5w0x24WvA62edb70FnTstVrgB/zgC+0BBf6/+QnPxFv6HQ5DgwhCHyw0cCPPcX+gS+4MgYYmZs1oRcNnLEBNcc5wATcOduyEIK4DuzMEc+97+IedhK7yRF6YK9CCN4fTEedYj38DjAzlu9z53wHf67RwAc8WZc15A/f6Qe/wIW1OKcPNJ00HBzdVcwVQhD3QghRZioVxw/mdQhncKAvDRiYhzUVFHkHXeZg5X4IwX6mGnEHHugjf6A9sNCfOaBD7O979IH30I+4B5iAn3W4F0KIPp3r4ALdGQuPgAt48dvIPQ/kMQ45gD7MUzYuXEM+8GtN28fB0/3KhEQP/Ow+9Z08JWI95sSPIAfMiUwbvBijshZw0wd8wY35afSZw48x0JK1QggxNuI7cHIPHDmveR8VQoi0oi9zYKOZj7mAd+4IrfgeQoh6B060JAmqdLQ5bmxR1jE3czKGuYDvzDo1sT7faWYMt+M8wALdoBUP6oAz/Glz3EcnEtnMgXwSE+3duzf6UoqHPFhzyL4ZntCYGxjhF3NiDylwHPFeBnoxBzrHd36Sj/u8wf/wAw96n/Gsdrz8kvpOHI/29mkXbyYmRvXUU0/qZz/9sRPgu+2vTkQ/Mjk5oeGRIR0+fFC8fTTkAueM96UHDx1QsVzUFVduibZkvvM42Jc2x+yMYT1iFnT+q/a5FFW3v/KKdu3cKX7J4bBxAT5gp0Eb+IWtRCaxa8TRNGwQ16F5paNdqfdFk1Pjmpgc1wHbX+TzmIuw0B3aUEjGBw45PsCu8gtVR1woPn26z7jtjfzr6zsl9l4HDu4Xbwo/8cTjes4+Y9u2rY6ZntMJ04a1Z7zXOd1/WiMjI+KhXGDlHL7DR87hQTabjbbkjJwkcW9w0Dg++9wz9s273HbopIvUrW3lWFT42te+KuID3ugZHhxxLDbgPYv9qfMf5VI5xvrwkRxOa2tZFE8ff+Ix/fCH39dzzz/j/eJe7XM8P+nCEXKUy2fFXmrKtoZxra0tUdaxn8gzNAVW7oMD35GhGe/r2JvMOmfEz3cid9hb+sADaBtCsL+uqu6YM1fMq+h9VM25n5LhTB3v5vP5aMvR4xb7Sxp8mOMHOsZa9AUW+nMeQrB6NMU5jX6/Og6dYA5oTaMPx5LtC/NAa87BCbmjP3OwFveQKe6VDC+8Yi5os9j5R74zB7g+/PDDQmboO7cGcNBYL2veco580liH+bnGWqyJDFQtK9jVAy7Ob3PBnnPuQVNgYe6gxPvh+c5/bNTatWfbphfM6y7LZMW0CGpr69A5LuJt2nSh45RWy9yU6rZdGct8ktZtR6ZVq09ptjrpvabPq7Xox2ask9XqtOoN88mN3Bc8Lpsfq9eu1mVXXK7XXHmFrnMcePsdt+v222/Xbbfdoju9J7j77jfrne98tz7wgV/Xu9/9Hl33utfp4ksu0VmOpXgTMjX+y3t71eu2bNly71d7ve9bprqDbB6sPHHipGbt/0OSCN7O0Qz6Qjsa1/HntFbvHaAF9GM/QTvlOY4cPuzi3KALbE3lnHOCtjX7+QnbIOgXwpmYYUWEY5l4C/OmW27WRsfJPMCQc94wyWQcg7aIPMma9eu0aeNG4YMW9yz23iAT7eljjz2uH/3oR7r/gQes+y9HPSHHEILl3DFMi2OYkvcdC+Yv0LKlvbbnWR05etx24UUddMxZKBTV1t5unrUqhGDdPe294oQSn4fQ1JThnZ4eN69mxN9GbTamVXNOR6EhBfnjf3zacNxtNTLfJeRp1mtPWx9nHTsSHzecs/OkStJUyG4SEstKu3ocE5PHg77oN/JFG/K+OLVf6mR/ZvgWL1kiHlS76qqrtHx5r8rlFi1wbqtn0RKlaUbj4xNC/iddXJ1hXa8PHMgsvKkaDmxDjF8s23VDXrUvB6w0ZFQslJTPFmJra624CD5PuTRnFBPn2Gs6fep09PXYkTEX3iwe9puJ0jTxHqioRS4GZ3MZDY8Nq895dX7VC7/B29Ksnc3llM1lXXiuR/oknoAWQjDNmuI8yojhzGdzqntPMeY9MzYRPW16X2x2GKaMrBgadd4XGwduIZgH8mXLF3QH5xCCcl4TWUVmQwhKkySuI39YLzUvCo55ObI24zKWORrfoR+Ncw+JcLIe/UIIxj8bdYT5mWNuHPe5xvpcY2wIQdj2ZUuXaqlb2XaMueAXMDOeRn+OrMna3MOWof9zfIWejEW+8GvEPtzjGngxJ/6YnNIJF6YZT66CvNOczrJ34afG169br40bNzpXvhIwNeOcaKNeVXtri2mdqug82LzOLuVsN+AB8OBfqpYh8GS9bCbr+7lI7zn4wYF7wTSXcY+Tv/pPCMGX3F79Dq7MNdf4TkuqFgYQBwEW5vyM45uOzKATc7AYLYRgRW3EgJe+GM65sRCTBejfcBKibmGpO1kOMih6xkYZpW6q4S5NG8EZt9k4H0JUtBFB6XImCMxFcECwbiViMzU1OW2hZayikNEnTRPP1VDwv/lsTkUnS0kuZjMZEytjgZSFKKMkRZgyVugFwhi0O4gs2SFjmEi8sZansGGaFEpOIgq4CTITCOxdZfWXCm/V9ndoA8414xhC8FqJamZs1cEBNAFmkmIYBOaBcVnDmKZZG5fWmFRpb68YvmykNbyom2YcETbm1698QgAHC4KVjrmAi/UbtooZCw/OumRnf6Zolo10ZR5gmTXsnKPoPH3GeGgO3tCRuViP9UMIdrQZw1h+VfkycS74PenN7szMrJ3ojDiSNOE4N475Uis9/KcBfpKmyuYKapqOVcPaTILydlgFF/hQ0pxhb9pKYpxRNAxS0bKQsxz8khYuRBSyOStBlikjfODMFxzZPBtxNkngd9qbbTZQUzbYzFc2TdqsbPxUXJ8DWYL9SRvxmmUf+E/Z8J7yJgv8oEuwNKVJRtXZmoPQU9q9Z6+TNUMxMUkxDVo2bCyhGf3L5VIM6qG9SWeQmioat6ILPp1dHUK+0mwqhabm6MT4muV61oEA/KAQUbbB4gkgaLhs2TLx5HaLA5JBF57YSKBDhUJO/MwvCUP6s37Nhhy84V/Nc9ZNKxo4zriQ5lVtz2suiExr0oVs+s5aHsAXZ4N8ABd8QxZYH1xyljPmpP+Ai29T5n3NSahyqdU6tFSZTE4jw2M6sP+Qnfi0kiSNcsz4TCYb5adSqcRj0Ylq7jckZTzvQ488qBNOrC9etkTzF8w3ThWVTK9JB+SDg/3CuD700EN6wsHH4UMHYyIaubB3M3caCok0bSd8/GSfedSvccMmr1/wOswfQuoNz7TtS00kOHlDpGA+dXbOc1F0Qtuef0FNB2QN02pwYFDo9qz1ttVOv9vFXYz0Nm9ueLvguBOFM5b58fEpqZmoaEc+r3O+x9Q1MT5pOqSGb8DB2Ck7zUHx9w6b1uNxJ7kmJyatO00FGWBJvS6CVR2Erl69xsmv67THBafv3ft9jx20rhWtFwVvHupGJVVLuVWLHHxs3Lgp/kwOyWfeDOlxgrq1tU050/igg+fnn3patYkpnbtqrc5asUZXXvoabXECdAtvzTp43Lz5kuh8CLCxSdlsTrwttmLlKvH3UfN20Odv2KBzzj1HyGuxmFPB+plaT0ulorrNn0tc8Lrphuu10OfIDD6iaHq2d3ao6CImxcEJ0wf6rnOC9ZprXutk7Zt01tlnq26ZZGMNrMgSssZxtjoT5XLSm9PjJ45qgek+NTPpa1XZVChrnZmyvGYMR6Wt1fPUREAy4k11V3ur2i0vwwOn9fQTv9ArL23TVhfqX3lpq8cFXXzxhbr6qit1vYPzX//gB/39YsvJKb3yynaxsT7ojXDBeA87yDlt2b75llv1a+9+t971nvfpbb/2Lt39lrfptz/6MV11zbU667yNuu6W1+sNb3qbrrn+Fi3pXaV8uU0LFy9VS2u7gn0Lm/40WO/zWQFvCDJ/cjp+/KT4uRaKpgcPH9IOJ0QPuxh26vRp0XY7aXHCNqnU0qJY9E8y4snDsoNqbNr1N9yoHgd+Yy7c9LiIcsmll4pE/e13vVHXvu4GrVl/li4wf6emq+pzQvg0b7JYFmYsf9jcgm1fYmKebT5Mjo3pqDcNPB3N07HT42OxQNmYmVBXW1mqTWtooM+F15OW7SnlHBwnSVM125CR4UGhf6Mjw6Lowqat30UzjuOWc+zJlHUXH5O1PQf2+d4QrF27zn64EO1DwzEBY5947Bf6xte/rueff07Hjx0TdqjV+KYhVWelM+rCfT++T9/6+jd1ZO9+DTjAGvNaT//i53rpuWf1o+9+V9/476/qK/d8yUWBT8TEwLnnnh/1kuRAwzYqY5/Dz3lP20ZQPOFtoDbLUAhByC7y1929INqr1H2zxpUjsNRMO45F2xKugdsJw1CznZU/3S5WZo0jdAXfnO0ZdrLVusY1+mGfsX28gbTSBeNMJiMSvSEE63XZ9J1V3XZgyjpzlosbFFJ7Fi42rXIquVjAPFX7J9ZhPhpJsI0bN1o3EgFXR6VDeftI5qYf8EJ3fEbVm+Dv/+AHOujC8+JlS128udT2tST6YNvxDbyZ/61vfSv+Tcdvfuub9uczGhkeFut2OrHCG/DYjC9/+csi6U8iGxwPumCCT4MO+Fdk4JFHHol/H3LSRS8SCBTagKtgP0i/K7ds0W3Wsfn202Njo8rnc9p3YK9Sx4SNZk0EzxRJ6XvcxYIxy2oIQdiKSqVie1SQmSUCezaoZkOEt2E/jNwBA4H6vv37vfF8QT/+8Y+1wLZqkXWGeXl7i8IhuJF4gRflcjmuO2ycaczDvNAG+iubqNReVueCLi3oWaBlvUttz9ap0tHmeGAw0pON8EIX75ARaI9sQSfgajpGHLF9sfGP64Ab8kKSDfzYhAJDCEGiKPeDAAAQAElEQVSMq7gQsnbtWhVtc5E/5oSX8JZNBWOAnziJ+8wfQhCyAU/4Cai//Iu/0hf+/T907Ogxy1Jeixcvjm9kUNTb9uILOmC7h01fv26dN+tLtcyb3qzl//W33aoPfuAD+p3f/m19/K8+rjvvujPCkYv3brOvrKuUy1o/2zQyNGi+JSLREkywzo5KlCt+LvWFrS/oJ/fd54THUvGEfs+CbpFsarV9q1Qq3ujOCjs24GQjvIXO8AX8wfOiiy4SiYoLL7xQN954o21QThvP36Abb7hBwx5zYN9+2/es0O8224yVK1dZLJoxXrjl1psFD0II6rGPZH42YdAQuWVO+AKtSGjAZ2KvbS+9FJ9oLVrf807O8eAD85DM4ye31q1fr2te+1pd5cQAfMCGMSdv7t1040366lf/y7heqh86SZKxLShZruqWy2w+Z9gkEsl/84lP6G4XtHkz8otf/KJ4Q5hE7Yx1/JD9wuZLNjvJtSHKCdcp/vKzq7/92x9x/NQS8frKV76iP/7jv9QFF12oMSdNBoaH1Fpp1+vf8AbHn50uFt2vR/hJ7ieeUEd7u2679Rb763lat8Z+/tghbXvhWV19zZW6ym35iuVa7ELhjl07tXPvLp2/aYO+/NV79Bd/9X/0hjvfqBtvuU033/oG8YsjTzzzrLa+9IrufOPdjoX36f0f+JA+9ru/b9wSx1d17dmxRw/e/6D+80tfFgmyCy640EXco3r+hZcsm019y0Vs5LWlVBb8O3HsuBbahi5bukyf/Pu/04c/+OtOLL2otWtWa56Lh5duvli5TKre3uUatj+bmpzVzx99XC+9uF27dtlmhNQxdUUdbRVtdbG34vhjoXU0k0+0ZMUSjYyO6C1vfasuu/gytRVL6jt+RPwSxp//xZ/rL//3/1bJvvv88zaplG9VJhTs32p67OePauniHq1YvkhvftMdTtJk7Av7dfDgAS1a1K1nnn1ap/pO6F//7fMuov8fJ/+fN+5BF158iW3DInU7yfSZz/2r2OO8wUnCzZdfoktfc6lWrl2lU06IN6wnRIFyHIgtSq1X2NhyudUxySv634YL+cMOYTex0XXvK6enZxxDHNcvHn00+smik2mTY+PxYYfrXvta06srJpPxQcguMjvj2P6044uDttMkzTlSKEXHaKyNnmHDsY20SqUS/dPy5cttN3KiDy3/qgwjj/h55B4dAFZ094j9CzoVbZFxxK/zd5ffYlmfZx+ybs0a4bdY94iLLfttn5d6b4MNw16POwZBD/HHzAdMvb294oGU66+/PtoVbPghFwcOONbF/kObafuZBQsW2MYvkLeOajq2mHZSlzmwm8CEPQFO5mMvRf+XrOtdLqhCH/TytPeK2OEkCarVZzXq5NrI6JD3DmPes6b2tVJrW4vKljHoAZ40YkejG+kEvzKOB0IIwncRK9QdQ+A7sc3AAlzAgu0FLsYyRwgh+jHuQV/4P9eXI2OhDfhyhI5xPccT+ALWYS6OeduuknWs5JiPuenHdY4hhAgrsAMTfojjHE6c05f1gC+EIL4zT7DMSkHwiXHAmqRp5A19mYNx3GN+6A9sIQTxAS7kpmD7ii+gP7iN2ccjB4ylH0doAK7cYz58JrYc38y6XEce4jXLAPSmH/LPeGSfIzgDQ2trq6AHusbb//PM+3w2J28yrPdVTY1PxCN4MC6E4P1aw3xPxJohhDP6kNjfmaesBQzggB4sWrRYrAHeNMaAC3iyZtm+IO+cFHiRrIWH6NpixyXgA41Zl7HQJIQgYKexxlyrO28CPiEE0Zdx1eps5BHnMo+SJOPvDRcE/M3ymKb/b94GmLEN8AFeAxtwznoO+BP8hT779u2L8RO62W8bgrxBY/YLNB66QI+nbZcYhy6hkyEE28NZJ8nHhU9lDA3bM+U9HA9H8DATv85CrPjTn/xEj7qQ9MJzz+n+n/5Uzz39tP3oVzU6PKxdO3boiH3ioJPcZ/QlYx5knX85rZa2suOwXl1xxRZt2rRRV199tXGua/WqVY5NOqKMVu1TwbHFulB3zA4OxKk0zrlH/DDrvUHVttKon4kprFPILvSEX8g7R3gOrzs7O0S8VzZPDxu+7Tte0R77TgqVA0P96jt9SjsM+9wDlHv37o68yuay6vMeb/t23jDbG+WLB5mBpe/UKY3aX01MjNlnHjSeOS1dttS2J2MZVGwnjp+I82CbgRU7iFwAB7IEzNgw5GvaOsHx2NGjesa+8eWXX/YcQeQEyWU84djg6Wee0t9/8m/1d273P3Cf0kxCXK1SueQc0ZSSVKZpVZVKu5bbH4AzMXPduc2fP/qI/dXLkdfkSEZd7IZGw45zkWNk2GGv+CDfU94ThhBi/I5tR66hP/eAPed4qWHbDY3RDewBY6ANeM3xDLyQyaaNfcZ7tXqjFunIeoxDFrFVNGSSdZibI31o6A1rMy+NdWjAmtqe0Qfe0w946ENrOJbjGkeDKuYMIUSZWem93dx6wMjeEdywOfRnfhqyNGU9AE78EWvRh3zOKssudo5rwI+OsgZrAhe2ie+cswYwAWcIIcoFsE6ZzvTrtk9kXq6BF7/mw1j0um7GrLI/Xr16rfL5omPxmnL5kgur63XFlqt06SWXauOmTZGuFLJmrUesw9ysm8mlkotyNefJyrblJedPWoolx1EFZRLf8/wpdHQ+pFjKq+F9XbU2ozRNTKuM/WirVjnGu+TyS11c3aL1LjiyN9+4caM2Ose12XmMa699XcyLXXjhRert7XVcfYnOO/98LfI+ZZP3BBd6f8Cf0IDGg853POPY9MEHH9JBxzrACq7yhyP6QSsaTmjS1tZmPWhRzjJHX2iEreC87hxV0z5uZnpWff2D2uN9xoBtUc5jmYt+0IHY/OVXXhEyB6+J8zlyH3vipYVtXd6zxPCvVGtLm/AP7MNW9K4UBaFrX3utKJZiSx9//Antdg7wyOEj6jvdH2P9bu8nuxf2KOdiYWely9daDXM+5vCInYCb2AJ4wI81kTWORe8doc2Z703rXc77uLzI4zSsM8Q4Tddf4Am2jzmiPBl/xjfNQ+jBGuDUaDYUzL8km9pl+txxEmuAI/SENvRFb0/bX5zw3p0j87TY967xfpaHMck/sQ6+gxxkzeuFkCpvOcxm80otNw0rV832mvVpzEGTP9xnLe5P28ahT8zXcP5WCgrOy0KvYqGs2kxNjWrTfmhWY85PT/MyxNSsU8dN8YLFsPlatQyTD1q0qMe2b4n3B2dbHtdrxYoVkX/Y+1wur2C/31TT9M8J/WrYFkw5pzszNS1fVhKSmC8Zd0w+0N+vEdvBkaFh58omNeic1QnbbnCGX4xlDmyA/IG+NK77q0II4hzcOXKNFkJQYjgYhxzTCpZL5oIuNO4hC/CevlzLWc75PteP6yGEaDPm1qAf58ARQoi2Tf6wfghB8BD7Nsdv5oDfs/abjKMfPKKFECIf52CjL/fneDblmgsxBnEBe35y/PCS/vgGcEAe0WViBH6J6cEHH9TXvva1+BDyvffeG/0r60PPObqCN3wjDmG9k87VwQ/60aYdq8w4f889S4oyljXwBr4QfOXVxrXUMRNH7skf8AJPGuc0X4684jjXmDvhn5oFmzeJWLRWrduR1mNQgtCT+AcQgKpZ0OmPUMNQkOdcliocLa3hoC9NExuAokpOdmft+BIrIEDMWoBhAg3gOM4pRZIkXrfhVldqZJMktfDm4nnDSpaE1EKgyGyI0bRQg0jOQSPfE6+RL2RVKhedvGlXpVLxhrvNBrxF1jQ7/2kL/aymveGanBxXcP8kJL5e9fWahbipJEncN8QGvA0bFhm3eF1y31kHPqOi0Do1NeFge1ITTiQPOOgb96YwKCjrgCyfy1rJJJJN0LXpok1QomAcpBAVEwFC0MsOYKBl1ng0jBNCzRFa01ibJn+4zv0QglLTCPpzDzihZ4TZc9TMT87hTYuTWCSGoAffmYPgjrWBgX5cYzz3ucamc6ENOhsWFKns4LFpozptRzM8PCoKxLMuAsof7pXsUFMLIfLCvbr5lWayCklGzWC+GXdgdPeIOzCVyy1OGrcoCRmlaTYasEXeYCx0kgVYMM4EVOALbWjIIPdyphXCAG2nbViZl+vyuhU7zEVObGDoq94oyPTgTbuikxANy++QCyc1G4IQgqA7BhWcx5zgTXwNI1rwphRnCY1bjDuBDknOSqXD8OeVL7YqhOBlm+K/xMEoxbqa50dfkiTYCJUFPYErwm3YcjZuwNXqQlg2mzNoTdXtDBq+V3XhFseQpokdYDHSmDdMBp1AZI5Zw8yDC+A04cB7dJSk92yEAx5AH2iBbA46yBibmPAcE+Ja1bxCz4AvZxiSJBEw8T2EEOfgGutwjcb5jHWFllrWKFSvd9K/zcWjGRumcTahlrOG6Vtz0sfEcHA2q7yL5uNjE+KpMYrWIQQhQwQU0Jl+JFwVEi1bvlTr1q2NNOxzwunQkUNORhzTKRdId+/eGZ/QnLXNmLIRRsf27dntwGOn9u/f64JLn8ZGRzXrgkTNNBx3AWloZCwWVZNMViUnWju9cQ5ep+5N8NjwuJqzDaku1Vx4Sux8ScYCF/fBcWx0TGxEKK5Cp7r1FlimJqa1fOkKUaTBPs7O1u00R0VB9brXvk4XbbpQK73p6LDsdTjRbnEQG4265YGGTIxYvlLDddb6s21v6nplhxOY51+gJU4oPvfcVu2MRbbDGrVTHnWS4bidcN/pPgdYfU4g7tJRJ8cpVHZ1zdfyZSu0xgHx+jXrtbh7kTpa2sVbtbxN1D1/vgO2s7Vw4SKRJPvwhz6sm266Wa95zWvE309529vfrqucFG5xoBOCbZH1Ysy8bLE+3nrrreJnYUiCtzgoe81ll2rLay7XRRdeoIplls319pdfckHuUJQt6IUdmTd/nqBXz+JFqnR0mofH9cMf/khfvee/ItwEXwUXZ3PZXLSZx5zcPNV3XFMu4qUZiTdHcvmMTp08bptQUCGXUTGfVYv9x7yuDtVcGOJt1JLte2jWY79Tx4+q07ReuXyJli5eqIULDIMJv2TJYl1HIfeNb9Jb3/oWb7g3qcO+gCesJ60TxVJJvE3d1l5Rj+1EqaVFt77+9dpy9TUacBDUb91pWmaqtaZq1stFS5bq9jvv0sIly/Tyzl16btsLmr9wvtauX6tDhw8KW7Z8ea+SJLXPnHKRZdg4TkUdbjXNgq8PDAwJuTl86Khpc8IJ6vFIr3KpVde7SHCLi0wkBxb2LIzztRu2sv0Yyf9z+Pu3luMLvJFIs1mdcsA6b0G3Wjz3Eq+78aJLdPxEn7a+/Ip4sOB0/7Ambaf7B4ZFsp23kOvWj0OHjllvjnjtGY1OzqjSOV8LuuZpZe9yy06Xg78JTY5POmHRrwkfp61zh114mbTcJrb9+TRxgjlrPBOxud64caN6ly8X+oKOYl/kz7j9IDanad+ZsS/EFu003U44abB37z49/vjj1uE9V27P0QAAEABJREFUQr5Jqg+7MDPoIPTHP/yB/utr/6XvfOs7+up/3qND+w7q5JHj+t63v6fP/9/P62tf/Zoee+xxfe/739P+g/ucoD6hznkd+q2P/Lb+7M//LL7lhY1u76goZ/uNDwNOgrRx8x071bAdIAgbHhkW/uW4A3+DrDHrG7JR9eYxhGAfnuWyCPbynoux+NC5+fheKBSU2i7iQwgAc7ar2BGKNDSSFsyHLV25coU6OtpVLhbV3tqqxGtUbc8XuNi3zIkT4AAG+jJn1nwOIUS4xh1fcJ0jsENbAlu+Dw4OCH+S99rTk9Nx3oXeTBfLZSWm/SLrAvOVLeMKEm+JMxeNOfj5p9us87/tAhpFX4LTx51sIXH+1FNPxQIqmw/sAkkrNv3wtGJ9AmaC3iRJRGKePm3GDdqANy1YBvC5VfuRKRd/crmMyrYrdfuLSX9ng0lyfdA+DvxDCL/0mdCd5B2b171794pYAJpTJGbNpueGSdAdHsP7ZU7Sn3feuQIXfk6yYn/N3HXzncZTlhnTBdrt3LkzFhlJriML2LFgIiHP4E9rs47xnYD+5MmT2vbii/HNvAnLE+sxBvoCA+dcBzYKtdAHnOBlLp9TCCHqDjEVtniRY50ZJ/OgM7DBE96cAGc2GgPeiE1aB+UPtutbLnpzDbyhA3bHtzSXLFnn4ih/C+hTn/qUfv3XPyh4ufWFF5ycHNEyF1RXWFfPWX+Wi0XLtMPJAORvlRNBGRtg4ODvPuKvK+Ytvxryre992z78qHUpqxYXxE8eP6Z/+ud/1tPPPqspw41uAOenP/1pfc1622resz4ycqNtWt08Dvbs0BvcKEoCOwmdYL3ZsGlT1B/kt7e31/byjD6RMIM3HPm7QeAADw4dPCQShDwI8+hDDzluqtuO7NaXv/wlIR/EaP2O7UII9hc12+HBGPuwPvwJIVgHO1xMPqAf/PCHgkfQ7rbX3+Zi5OvF29AZ692E/S9/j+Ul8xrfXXMMSXzF26rQH54gt8g58+7du0fEygcPHNKWLVfaB0zGNxY7XBjH35MIuvCii3X1NdfY79esr+36jd/4TfU6sVIut2rNqjVaZt4stC8at05gS7733Xv19FOP64/+8A/0qX/4uzj/rOMgEm/vft97RTvlPUeupaQpwzfshEFLa0V33HGnrrjiCl1p//7cc8/qOy5iPvPM07a1x7TSvL7gggtinI1uQVt+opcY4fwN5+pd7/o1tXi+Q4cOaOfOVyxX53ndbt1115262r7xOhe2ursX6i1ve7ve+c53Gtct6pzX5WLoJ/XlL9+j//6vb+jWW28TNga7dMcdb9CHPvx+veOdb1effdZHP/pRfeR3PqLnnn8+Jtz/7u/+Tn/4v/5QxIlZJy3uv/8By0NGG51Uu9HxyhWmZdkxXKWjS8tW9DqeK+s/7/mKC8b3acxJySSbap8LnRnvL9l33HffzyJdsbuPPfaYkybT+rd/+zf9x398ybReFeMQ/EDdtqDpGGJgsM/F7+/rwME9Tp71K2+7VPBebL+LdiTSeDhs/sJuYVOajgOQL3Ts0ksv1ec//3m989feqXPOPlclx03Y0or5/e73vFubLtikSSc216xdo0wuq7POXq+uefN8nlfWiaM0m3fBNXUY2lShXDgTl910i2n4ZSFPhWJOOcdCwyOD2rtvl8Yd569dvdq0vVVrVq9TR2eX2t1KLe16ecduTc9UtWvPXie6muofGBSxeZpmhE7M+F7iojR4o3vY2pLjH3BiP4QNgh7IN2tjUw4fPhz5U7B/w4bjc7Zvf0WM5+0o+mPbsBX04YGbfC4X7z/s4ghzbdu2LepZT0+P6bc0JhMpAKAn7AWq9n3YxRnbEeDpMO2YF/vJEZ1Fv9A1zvP2wejq+vXrrUNV8aYcRYKDBw9Gu8pcWdtY7CHjsMHYdHxHv2MLvjM3PKx5vzBg2wrPVjhxljee+I9xfkHINgI7v2vXrmhDmLdkmchaxohB8RvAhz0Ddhp0wwdkbNMyth/LrctF0xj7SMP/sHebgyuEJMaH+HHm4YhvAyboBSzgwb0QgrK5bMSZueAF1+fuc8x6TY5cP4PnuIAHmsEL6BtCEDDAT9ajMR9FX2jcattNf+ZgLvpBr5OO2YCNPtCRPciZNSYdz9YMVy3uYbFZ3Ic+rA1M0IY5+I7ssD5H5kfOgI1x+EjmDCFwS9ATnkNnxnAOXIyFhpVKRcDPdWI8ZIo1uBZCEPwEN2BhHa5DA/jwjItLwHnUhSbGMCdwFC0DhBPs0yYnp6IOcc4c+J5J++FsLifgROaBJwTzxrQfdSEMuLjHdY6xj2NJuU9Eyv8g9xSk8pZl2ox1gHH0DY6hgMXdIu9CCFGfoAFz0jLW45xtRwhn6AT8ISSxXwhnrsG3Gct3o5lqwsnjZprRhOPCkydP2c4e04Tj3OGhoUg/cGMOeMXarAXswIA+AuOgY3NoRV9oik0hyclDCL/4xc9dVHtFFGmgD7rEEXrPOCczMjJsHzyg4eGhaE/gU2trWe3trfHBIOYfdlJ79+5d2u/CRbFQ1Guvulo15yqeePwxHdi3R9XZKYVGVW0eV7Kt7O6er+7uBVrkfSY6Bu3KjnXxbePew0KGVvsMXqiguANu+Vxe2O+6cxUhhGiLwBs8QzgTKzSdw0B/8+ZxwfwhJoEmc/OHECwTM7ZpB+1Lj1vmG2JddBYcDhw8KGK0vfv26vRAn1565UUXJaeFfdrnaydOnNTIyAhLCryBi70I8d74xKjnq8eHQnq8/8tkMxp2gZLi63EnhUMIWmD/EUL45RzEmqyNPSfOI1Z96qmn4y/gfOc73xG+HVsBPw8aNuQemwb/sNvwFN3n+zPPPqMvOYb6+WM/18Bgv+PvRIt7uk3jharXZnVg/z4N+XqtOiOk7PixY467dllOE8dTFRWKeWUNc0sLvG339VSsi86hy8g4sjV3jt7SkOkp7wuQlznanH322fGXt4ghe+w7sNHZ7Jk9J/jimzgifyOWHeZgfvjJkXWZLxLa/4QQHIFKIQSlSarUNhodgTbYHs6xU5xzxN7Q5A8wj3vvBb2Aj7mrzucMeV3fNs5ZISNzcyL74Fh3nxBC5DP2B1xpzEefYY9nPa5h6/HB6Buw0Ie9OnOCN+uAI7BxHxh+tXGffq22393OmyK37baPGzdujA9YHXIsg73Dd65evUboJXw/4lwSvxx1551v1Dvf9S695ootjv/eo+uvv0FLli6376tHmURWi46LWCO1/WHfyp4OWkIn8AAG6IAdJ3auW38L2Vx8ULi13KKuzk4lqfXMhfgkldJM0LT5PmiZmrKdQAaIe6cd3zbNrVw+F/My/J3fzZsvdXy0RZdddrk2btok5GI1xWA33l697vrrxT5igXFHHyvGHfrgd4APuKBbzTEfsCMjXEstB+AGXnyn77jtB7lTYlXim6rHSEEhpNblmk8TZZy/W97bq82bN2tsfEzsHR93PmPQNjWEYNvWLmBgXvbjDjNVLJTiW5M93Yu00AXSxYsW66yzztYm40OsQJwC3zu8VwU+7MWY85AHvd/hwYzdznmO+vuxYyf0kPc9vHGf8R6213AgP/IHGQEH+FG3LQMnX47/cz7hfcXIyLAmnDeuWaeDC+JNF7qz2UQV2+N2627Rely0Hyw5RwH8aZIIWkIr1oO+xEIhCYr0tDyQX6W4i96yt9hw/vnafPHFcW9ArLzQNYSC50Quzzn3XFFUXePiKn4b/eaI7Lc4P5EnNk4zCqZ3kmSUyWSV+jswgEjdMXgwTDKd0UNwpUEz7oMnLQmJghLLrzQzVdXYyLiajaBirqhQD2q4yDrr/O/I0KhaXeheuXKV9zobdPHmzZa110TebtiwwXHrMrW1t4k/V0M+Fr1BD6ENshNC8LwNr9NQCEHgSeyB7J10roCCHi9oYeMP2gZDR/w/dpHxGfOQa/Ho8xBMV9sO1oCX4AU+IQTRDzqEEDT34d7cOfeZJ4QQYeH7XH9kK+qA52bOEEKcjz6Myb1qX7lHvxCC5uBjLPhgU4EJHcd2jo6OWpYmYhzLdcbOrSd/+B5CMA8z0U4yHz4rh3+1PECDFvOcfsRXNPwh9CHG50HKpUuXOn4YjHk6dIocEzIDTPv37xf7CdZkLubBzuHXiFOAEVtLX/jFusFyMev90Bk5SpWkqZpNxbgYHMC96hihbv0JIYi5oRHHEM7QVa9+oP1cYw3GQqOEIs6Mk6/Vat3Os+FJUhMhayFpatoVXRoMRnA5AjgAQgwKUaVS0cTPmmgZj8v4mJpZIQbFc8BERfQGA+Yxnnlg0ridFecAM+MCDYCBGMaBfhyZI5vx/DQYb8RAEGRqDliB5QyxLNymjm9HGFpbW6KzhxGV9nYrTqtyHt9wsDkzNaNJJ8RI6JEsZK2M77XaKaHcrS6KACvwTDiQBlZgBI7EC1SdwKhDeAsoRwLAKW/wfUtFB2P5rOnnAgDcgtkIUrPZUNXwgh+NNUNA4Iyb+4NnCOGXzOX+lDfl03Y4jOM78NDgKTgzN7TlvPHq/NwDdtZEwbkHjeaucZ216EfjPnhjmOkfwhmlDiGYj6nlIbEsNIxKU74k1qRfagMALMBlsjuBMB2dTs7OI+8WktSB/JQTwhOadEAPf+fwYEzVNIT+CP2UNzBBNkimHbCC96ATrNA2DYlkQwqvm14ohODEQUPIBji1u7iH806a8gwSBUkCLpQLpaqbDwTJuUzGjr1LIXilILGhxzhUzZMOO2GSo/ysCfLCvKmVDfmkT9bBIvRZumyJWu18pmen1XA6JJPLiKeWoR80qXRW1F5pc6uYdpkII3Ag4/InSbNKszkFzx2CgfC1qmVoxgHIGT7XxNvXaZooSdI4PrEDwRgVXIyqO0HZaNQjDnUfOZ9xYFJ3oJLLZaPOtdsBVCqdDvZb1GJ5zlq25KWgXTz3mtAO3OAD1/IOYFiHPlLTPC6KuaFNCMFzlews8rruumt16aWXeTM03zpf0Jo1a9Xbu0I9LtwtcIGHgoO8WMP8Cj5iW4aHR72ROy4CYYxw1vh3dBg+wzZrHeKtkOeff8Ebs+3av/+gC6gnNGFdmnaipWoZwb60WJcLhZwajk6Ghgc0MHBKfadOKJMGr9+reU7y8aYla09MTGpkaESztl2pC6apEm/IbBuqDWX8vd2brQ4HLql50JAijUgK8r3FQcWMeTvjtQlAkKVOw8pGuMXjqi6iDvQPacQ4DXmNfd4E8jcmTvf1iZ/t/cP/+fv6yP/4H7rttlvVUWlX2cXAafOnZl6ddc55TnJeo14nT9fFJFyrDrm4tmRxrzZsvFD9fQPa46TYoUOHox6Vyq2GLlF//6DloGn6lzU7U/PGskMrVqzSqpVrVGnvcLBW1LTXYGOE45827CQUv/+D7+uzn/2snnjqSaFP2DE2PsVyWWsc0CxxEbfU0hL/fs7mizdr08ZNWul5r/aGluCHwhFvLx07ckQvuYC4a8fL2rd7R0H45EgAABAASURBVCwILXfCCJoUnWSnb9MyMzjo4p2Lhuhz05ArSSXLLjZzyv5lyvZ9ygFz3kHbfBeRel3E67K+pIlUsB4t6Oo0XYcceLYrn8sqTYIa1t3azJQ62lqUy2QEf9oMc976yN/1qHu+1Gtjw8v2Q+tcmOfnj3l7c4GLSo8+8qiGvYnlicEp2/sRn7/ixGDVPmDlqtV6z/vepze/9W0i2b3AMnTpZVfoggsu0hIXTleuWqWrnERevmyZi0oPx7bl6tfomuuu0tDokE46QXHeeRvE38vLecOeJjlvVmaVd1CYJBknECY0Y5w3udC+6aILFXwNXZ83b774qVyC6ctcrK50tKtqGzTrzep8J6fR4wkXMHn7a4cL14P9fSrks5alkpp29CucAFyzZp3qZvYhFxuPuOi+et16Levt1cj4pHY5ub/9lR3Wt6MaOD2sbS9s188ffcpFzGc0ZfltsS9kHt6YrRiWNJtXvlTWIuNc9OanaNs9a72jqHPCBZShoQH1nTyhhx98QPz9iXaP5wET7DOBC4EP881YBlvMG3wseh5CUNP2ulLp0LJlyzXoRO+2bS+Kn0Zk7f6B05GG2Fc2x7wp3NHWrg++/0P6yG9/TG9/x7v0vvd/WB/56O/p7je/1Ty6xPrfdKF4Wp0u3r/3Pe8VP7O5/qyzlM3lxKavKSmEYFwWa8PGjVpmOQ0hdSL9uP1qVchqpzd38433SQe8rC1/QggaGRm2jhUcO2TV1l5Rw7QOIei5556LiRISuFybww19I2n88ssvu8j7mPi7hmyEbr31Ft144/W66qottqMFFS3vyC329sCBfXr00UfEE/qPPvqo7d1+TU5NqNtJImzylM9DaMZANbV9gp4lx03QPPXGAhu6b9++GGRCW/zb804Q/txyzhPuFJuGvVnPZXNeuxTxYfM1anlqtd/KW06NbuQLeLBZo0DIXDO2G6udtH/dddcJ/d6yZUssUPOzo9xPrMsrXZChkMTGfZ2Ld729vWI9aPPK9u2xgHfciUo23EX78rz5UvIRmSj42LC9x88R/xQcVDPnOeeeo5a2FuV9Hxiq1oUF3hyHEIRsnXfeedFGzXNCqdU+o2nfAm2gC2NoJA2QRehRcFKOjQ/XwJH1iJHge9HyOeP5Rx13QgcCd3A+yzJEjFezf8VuXH311SIhwZzMxTk4z9EEehBjAAf2jrm4hnxxje/QENoA55TjOO5zL5vNRnuM7KHLzA09gI+ffIamwMR6zMM96ALtOUduK5VKLIpBq4ztYqSLda3pqKRnUbf9xYzOOvss8QYoiZOtL72iWfu/UkuH9h04EmWcQiiF16/c85VY7Ln9jjucVLlCZdNouW3MTbfcotMu1mPDSy0tuvTyy/XWt71NwAYv4MPChd36gz/8Q735zW92HNRmWS/GGIT7PU6GsTHP2VaTUCm7KJGzPBTM96rt7+jIaCz49LvYwTVknMTVEfsbYOMaSYuzI2/GbStOGpRU/JRqV1eXPvF//lr9p06rx0VIaACdid3ZUKGXyBa8ZzN73333acS2//Of/7woIMJH+M2TrtO2W9D1lH348ePHxZ6G4vkf/dEf2R/vEUkdfoa47uQKb97msjk9+eQTanWCd/GihdpyxWt08MAB9fYutb+qC/904aaNylt/S+ZNl+OHe3/wA33t69+UWaCFi5bqz/704/rcZ//dRe09+sP/+Sf6wY9+ooHBIf2LC9O//dsfsc8f0K233GZfWzAva7KpV2ulou5FPQKnEIIosE07AZT1GiEkUaa+/vWvO9Y6Fn0FD1C9973vRYTimE9+8pOigTPFRn7e9/bbb3csNaCJyXHt3LXDdmdc689apxtuvEHz5nepzTaD+BZ+kESfsV8gTrjm2mv17ne/W5dccokOmV9Sav6cVr3eUP/pAdu/G+37puwDRw3PkWiHP/kP/6B//Md/1MaNG8Re5cabb9IXvvAFffzjH9d7XSB+//vfL5J+RSdz/u///b/xIR0eOvjOvd+JP2VWbG3Rn/zZn+q6m27QuAtfT9vuneukx2rHMkuXLtHV9tW/8Rsfjjbvii1XxMQWtuPmm2/TsBMqSZr3PP2m7Wkhi485ebyyd5l27dqpf/mXfxIPLsH/ocERxxltWuFYCBnBBmBXKFK3t7fqHe94h+3cYW3f8Yr94Xbt3LHDOB6L9hY9R2+xA9jzinnGET3liK3AnpAMIEa75557YnIenFkLOcaehRDifEudUMBGwETudXZ2OOnerUqlUxUXVJfarw44Dh12MX3aseGC7kVavmK1Vq5epxtuuk2t7RWtcuKRYvRrbM/PsS0FDtbiIWDipqptXs2N/QT2EvsOvhQigRV5Aw5sV3ulPcoS+JUdR4IPPrFom5tNs7rphht15+136J3v+DV1Vjo07X1dNpMFfGHnoCVjE+OHfldMH442XRFfcETPoCNH7B5jDh48aNmcEGsBP0kXcAC+A9Y9YMtaD7LZrDinD/oPjIzBNkBX1jr3vHM1bB/Jfa7RF9scDCV9mRvbFUIQdiGEIPoCG/NwDj+BkRgA2IA1Z9uWyWeUL+dVaCmo1FZSe1dFdScup7yngM6z9j3MyVzABvzYK3BhzhCCbXNG3GedM3CFKMv0X758ubBxrB1CUAghxo6sT1/m4ch3+VP33nIOP+aHv9wDD2QO3m7dutWx4uFoPwq2zdAQXLg3apvJkbHAhBzUHRfBkx2Wey9hna87npC6uuZp3PbolVe2a2ho2HJ9QsgH6wNXCCGuwfe5NcAJHgAztJ+7ji/ExkMDrocQRD8afenHPElIIg34DnysBzCLFi0yLOMac9IPXEMI4toqx/T4SuZhbnBDxpAH+MI1vuOD+F6xDC/wvrZg+W447kiSVDTistT2vWFacM7a+HOO4BRCopzjmYZ9Bv1CCAarqYzlE9qy/q/CgT7Qr2D6M2fiWIvvHGnQGdzgA3jTh8Y58OLbiEeIDZCnvS5EvvTiS3ri8Sf1yo6djn+P6mVibxcu+04c1b5d23Vo/14labDtn4y+kflZB9mHX/zcYca6y1tGNNYg9uScX96gYPeNb3xDPBSDDefBlbm3Tg842YmMMAZZHXQcMWkfk7GOJskZWsCznPUll8vEhOlLL73kIt3uGENstF3H78/r7PK+YUCz01MqOI5ocwyR9fhp2/+CcxbMccpxPLHelPN0Ze9j1qxerWIur5zj5fbWtmg30ANikfmW0Q7bxKb9VGKeZAxP3nyCrtATWJEX5uUasoYccCThm5rn6A/xDQ82IaPEWJdeemm0XwMD/YJfzHWq75SgwcDAgKAHecd8Nqfjx47H3GPWa/NwMmuNu8hdcH6HhyvHxkbivmDONjAHOSHozrzQFDiIm/DLPHgG7Qa8NvwHTvZuTzzxePzbkownrnr44YcjfYEfuIGTeWjMe+rUSfvwk7axNQ2PDOjwwX3W4aOm37j95mnr9FCE/fTpPheSRvXEk4/p/vvvi4VwZJC917jj6gHji/zM6RYyDU2hNXRk3ZxtJeumpgHnC110QR+Ag/vwgfGccx1bhWw+8cQTXvN+5axHc7IPn0IIttXV6PvpF0Jw/DETG7RlLh7CnLvHvNAhBOxtNvIshBCP4ABtOQIH/gq4+C6F6F+QCeagcQ+dBz9wgp/IFGOJmYg3n3322Qgb/MW/MKf8YSzwQz/wOXM+/Us7yXw05qMxJ/Saown3wIPGOXAgm9AceIAFvR5wLvXEieNR1/lJ6sce/7my+axOOIfG21/Ey088+aSOu+jPGvhj7DzzzjqHAd8y1qcp+3MeRoKfXIMOwA0dgAsYjdYZn2DbSI6VPFzSlBLTLrjRf9K2gHvASGMu1hI8QMecyybWDEkS7Sbw5LJ5T833YBtRdvzdFmmKT2SfQJwUQhBwQAeOISAXs5bphqa9v4UWc7LJmvSBVhyxzfv3H4gx/6lTpyKfi6Wi11TU7ZJtS95+IE2zGnU8OT05q2a9qbxtTdO4gtfRY8fiA7dDJwYMt0TucPHiJVq8ZGmEN0lSpUnW8Je8b+kRMRE5oG7v//O2Z8yBTnQ5v8EehVhl8ZLFWrR4ceyPHt/z1a/qi1/8or773e86lu0X9EOOADSXz0eZx5+BJ3KF7A+62IteIsOskZius87JVc3bKfvsWdPGRJKIA52HkumfJomwUdmM9SMk4gOd0EWOIQQRx6eZVJlcVqntc4vrJi3eo+ftx/CLxCrYmrzhwv4SW7J/hK/0Weg94jkust7ivSbFTO6Xy2XTp2ial2PL5QrSq+unlg3uoz9t7e1q9Xol9y+YL5lsVvAU/JAl+sIX9prIT831rdS8y2UL9iUFlYst3q81lE2yqrRVNGk6EEvi4/Ch+BXmYi3gWuY8YMXxaqlYinInf0IIYh14IH/wM9AWH0r+lHjj/A3nx/wF3yPdPIZYAb4wNmu4s7aDjAshaO6oX/k0jAC4ET8yDjlG98CT/szDkcZ80JsjcHGPI9MhJ7QQQoQbe4OeQ1P4xbgQgtUwiDE05gFu7v1qY60QzsxDHxr9566HECIuXGd80fs65CHGYc4jQaOSc1v0BxfiDfoCC3ILH/BryDzf13qfxx4Mvwtd0XeurV+/XtgArs2dYwPBhzWZk/U5InfQbty54JpjgGB5Si3fVfJS1oVZ72+rbvAdeodwhhbAqFc/nENTjlyqO8ajcZ4gbDCIC3SCIDkbCClExZyisOFghj4gNePkA41FWZAxNMalaRIJyPW6FTOxQqYGOIQQjVzBSkbQAFNCCGcSBRYU+lW90Zi0sa7bQM3O1oQRr7nIlIZUbNZy2ZyyVoaGg9p4zwRgDMHF1KvJKtZNkmBBSG3ksh5XUKuVraO9XZ1WhPa2Vhu1FrE+T6KhbChAzXPZ3itJU0H0gpUzm8sJuORP8JxJ6ns5K54D7BYXVjBc3GfNnPsy15Thrxpma7XKNsQFG5FixLmgupk3Y6P1qw0hojFHkqQRLmBDCGgNG2lwg/bgeqZfohRYstkIa5Kc+c6TeqmVsuYNFHNyDCGIT8PGkSN9gZXxnDMf51wD77oFgw0Xm2kML7ACw5k+WZHobTRqSjOJz6VgQ5qaJjMueiCQNY8HTuAFbp4Yr5m2qeGdW8Ps1rQLXZMT095sTYn5uVd3v5phb7OBxODSMJYoe8PzQg/6JcYpTRKTuBnHVj1m2gVnxoIPOHBe9/V8NqdcJisKsfClbEMof4CtaZowZ968qxl+8H7FifFTDirBo6WlHOeHFrx9wAal3qypbvyTNLEDKXkD2WWDX3LAORGTPzzZNOwNKIZh1vKMwScxr5DETS8FrQkX+6btyGacUJy2nM+4zfrc4qGxsYnYplzsb5pQ4AFfOK9bn+QPelYqFy0DibK5jOW5HHUrZz6U7PCRTQx+8Jq8lUYgDo2ZR/4kSRqdAbinaWoc65GWsy5M0eDf8PCwEtOYhDlJN4wTNP7CF/5dP/3pT+KT4RRAeFJq165vdP6KAAAQAElEQVTdduoDTsoNelM05hVC3PxnTftp85lEIz9hARwT41NOPu3W008/q4ceesTtYQcve20H6nGc/zEtJ6NczBgeAiCCAkctKuRzqnS0WUdyinJoo5fxZrDHCd2cHTmbrBYXL/NpolxsGdXNA9cmRMuZzxnPgcwqCUJXcv7eWmnT/O4FItlRtZw1nJDOe2OTKpVFxF0zymby8Rxn0HBhdMGCeVriROrZ69fq6qu26E1vulObN1+ovOGYnBjVsAu+ra0lrVm3RnfedYfe9va36w4nq6+48ip1u/Dc0dGltWvOUs6Ft47OebEo3dZWUd06MOpC7ZQ3Jf0O6MZHxgxF4uuGyiTCPuJk+Mk2kiCTtstSU/3ewKTmZUtLyfIzoknbw/HxMWUMzyuvvKyHH3lEL7y4TcddeKP4881vfsvJ091CLoe83uGjx/T4E0/pZz/7mTffO+LmKZ/Pm1fb9eK2rTruhGl/30mlplutNqtxijO2q/Nd4KjOzlqfpzVLEGZY5jsQTNOMMpafRs1w216XXaRLkjQWvEp2oJX2tqg3JdvIBS6sksBua23RaW9AV69aqQ7fz3itIAm5LriQzpt9FlbLx7jQh+D50X10KvE5x1MuSD/y6C/07W/dq5/89GfelB4Ubzb913/9l3kyLH7ia5UdOcFpuaXF0IYIx5iLkPjBJE2EzNWMY6NR1c9//rDn2KvrX3ed7rrrLm82TxnGAZ21/hwHSOcrm807ETEGWD6OmvYTQq+gMzx6/LHHtXvXXstsXrOec6B/QGwc0WXsyrFjR3TogAN4F6nHrHN19xkfGdJOF6aC5SxJahoa7NfB/fscwA9p6ZJFIsj7ngvlDz7woHbv3SveHjjqDTpvrfdYjnscmJeddAgKTmbOWLdqwi81bD96Fs5Xt/mzdHGPzncRq2fxUnXM71appV2DlgPsnt2vtm/fqZxxY46XnIThwSNsweWXXSps54hhxe92dnZa7wdiUWTQxQCCxLptaZ8LE8gZ33fZPrBZ2+eNCtdluHiTudOJEnhKQvjOO++KP6v8XifVz994vq655rVO5s/Xd777Pf3N3/6t/v0/vqhvfec7yuYLLqy+WTfeeJPO27BRaZqa7iOatQymmax5WVZLa7vlI2hkbFwBOcxmJctSu2Gln/wh6ZDJZCxbOU3bdzAPfrpqe3HMG6IDTt6y+Th9+rR15rj5nBVJ8gkHYfSlX95+vd3F33PPPdvwXK/XvvZq8zlnOz8r5udp8IedwCAg3O/kEnIB77dsuULvfOc7XIB6k3p7ey0zYxocGjQew0IuoC8thBDxCyFocnIyzg0MJDTlT922qt1xzQUXbNKVW7aIYHLBggWRP8CNjhBk3uiiBUXYoeEhNR1P4OfAw1NYhs8TBTzkJbUtHbSsuVOkC3+nGh7Dw8T6RfIUvIgJjrvoNOANWtnJqrUOZi/avNl2bWEs8EFXksyMw9chO0lIbMLrtsMNlazLixYuUMUF1FIxr6mZKeVsh5M0iXQmMcbfjyKhCR68ufmtb387JoJI/uMT8WfwMjFc8IJYgXXLtknwp2DeLHYhoq1SUcV8P237aDNk2zFhGSnZZ7aKhxnY4DAHNAEvaDboxAPz79q1yxvYRaJgVLPu0Ifr2C9a2b6W9VgfOOEHa3ONftC44vW5BjwhBLXY5gA3OMBTZA9aMgY48FHM0+oN6Vwbty8gWcDGgbcpWfvYsaPq7z+tfU6aPv/8M/rZT3+kfXt36uCBXdq++0Xl2rKqLGjXwNiQ9Xu+LrxosxMnp3XqVJ/wH7v27HVR9YC2XHWVeKAktS5gS7F9M9YlYMPns9kHfmjDMYSg4eHhKI9JklpeG06wHYtJQ+wstDho3UF+0Z/U/ScmxsSDLOANDfsHhlywbTWv81Fmly1b5nihIuwhxS8Kaqx9//33iwLcH/zBH6joeHx0eMTr1WLif8D8/NCHPqTXve560RedIL5hDWiMLnzzm9+M+5eDhw7Fn3AaNtzQ8Xd+53ci/3lb8OprrlE2kxO6vHjxIuv4fPFzfXe+8Q6v/Unr6FuULxaEn+3r79OmCzYohHp84OfP//RPdMJ8mJmdEpvwe+/9vuqOOQveO9Xtx0dsT3lL5POf/aze8bZ36IbrbxS/FjHjTRt24PzzN+gNr3+DPvjBD+rNb3yzFi1aHN8o/pM/+RPdduvr41uVH/6N/6EvfPFL1pEZjU9OCDs2a/vabr3jJ8Iz5sHP7ds/97nPxZ/0w0ede+55jlEbInmGXPH2Ofbn9ttv1+/93u+JBweA9/d///cjHYCl6liqo6OiRrOuumX92Wef0ac//c/6h3/4+xgTvLJju2644QYhzznrLHZhynsZ5oX+f/u3f68PffBDevzxJ4RNKzsO6Tt9SsO2OfB827atLth3aZ/tILL2lre+VW93TPSi4+1W+/r5tlskkAbdf2hkWL/zsY/q4ks2a55jg2vte3sdE6xes1qZXFbE1yudMF9/9tlSkHV6UuNOhLBvWG9bxBvEefMAOR+0jTp9ut/y06Iex13om4foyOGDamst6eLNF+iqq66MBYHzzz/f8lKzDCxSoVByK0Q5LxrfvONBko4UeZ955mnbkKKWuICby5+BB33HtzUds2esS+gLOj5u3eUIvfAFJFW5t2z5Mvu4a+IvZ6DX0JBx8ocjcsxcie0b49M0jX7idH9/9HXT3oODb6dtG28E3HnXncraz6F3wIINY46zzz4n+hDsyokTJxyfj3oFibmZd2x0TLV61XTNqMvF8+Url6tQLmhe9zz1LOmJ55VKxfiWhK3EpkNDbFubbVTeMaJRjmsXTCOus37VfhTZ43zIvo0j8C12UhD7lTGs4ISdQRZzuaxtQHtcB5pBI3Av2I6TdOFBEnAAZ3waMgbe68zvjo4O06QaYQC5pqM68GeehU7Sd3V1ibHwl/mYGz/KERiAk7XoA9zQv27fyjzcB3Za3fEYc55yXA4NWAv60we6cw+a1jw2k2Zioo84p2K9SjOpHMir2FJUsZRXmgkKzjAv7OnWipW9ShyfQMshy+scDUMIkU+sxfxcH7YNg6+sTWNcXNN2J4Qg4AzBc7uRI2m6E/ePOaah6IJvZQ2uwVdsL/YAuoJzCCHyAFrAL2iHPYVe0Jn5m3ak4A0fPX2UrxDOrI0dxhczlj4Zx2QUVscci806L8J41mZcCCHaH2IY1kst4+A5V8igHzxCRqBBCMF0Sqzr49FXzNpPkdfAvpx2nAbvmAM+IN/ISBIS24cJZayT8BicwZPv0Jt15Q/w4YehDfcWuRjbavlmbeAIIcQ5uMf3NM2YNx5oA8R58DpF5xZYg/nBM4QQZTKE4NgtHxs5J0YBJ2OabDB9oWklAh/mZg3moIVwhpfMC7xSEB++hxBEf2gDzhyZB/mr4SOcR1lsPNauXaMrrtiij370d/Rbv/Vb0d5tcOzfars2YZ/STBrqd9y3dds2UfxBRrBXDcsxfgydgU7wBZuKnTt8+LDj1ZEYa0J/1scXwIdhyyh8RF7hyezstHkwLopZo6Mj8QGdfCGrUrkQ/T+/IoZ8zZ8/X9Bl69atQlYpnH3ta1/TmQLtw3r2mWecL3hA/A3SQ/v2acfLL+l5+6ltLzzv/cce+7sTOn7yuIgb0X/occJxKnNCL74DG0fwyWVzjkWLamtpdY6wxXvacTEOOSB+hYfwAFkmdkcm0AH0AVoQD4MnMgo95E9quQAPxh11bAAsxP/sq/n7rTteeSXGQkOO3filj2BbBc2On7Rt9p6affxe40Yynz38qIus0OLnj/7cvvXx2KAPNhN73m9/QLxFUXWb+cc4+AD8+/btjfyBD+h5CCHuZcALnNBfGvwFXmQnYzvF32hlPn4qn77YGPrn7RM7XIxevGSF82lyfrbhvdOsHnjgIRd2vuc94/a470FnoDe8H/SeMJfLRd1hLmh1Zh30p+m9UjXqRQhndAReAQv2CD1gjhnHS4wlprvDOZSrHLOefdb6+FAJ86E3Hu55ctbJZrQN7FOgKw8EDTqeByZ4FUJQh/0BBR9wAk7WAUbOWRsYgBE5R7bN1ggnc+7xfhv6DlvGn7E8Puz9HfqC3UAXgTOEEO0wdo291YYNG6L/YQzzhxAinKzHOugOPAJGxrM+jfm4NnePseR36o7P6tZN7gfbnbz3xDnHO1yDFsAcQlDZe6FzXajCvlMsW+g82Xz7eH5R6wMf+oBuuvUmpZlE/HmJ2++8XeXWsvbu3+t83J4Y9xQ8L7RJPJcDSmWToNTrYf/RIdZLbbOBGT5xHkJwDDUT7RL7CegC3eBB03vP1Pdnp6Y1aX8w4303uAEz62DfOEKXuVYzrmMT4+LlCuLemn0w68of8jU1J02hEXT0pegbsF2cAxfzw3eONNYKIYj5gZmxXMtZRpctWx5jshtvvNE28iqtWLFCLeWWyKsQgmOM2YgXeKLjy7xvWbdmnS69+FIt6FygqbEpjQ2POTf6UtSDkCTKe9/S6nwEdmP+vPnqcQzaaflr2u6zNvt1fBK0OXr0iG3XobifIk58yXm7bD4X9+fE3pdffpnedPfd+tjHPhb3kdhH9sbgJ39CCFHOwAWd9qUI76xjMWQd2tJCCKraF3OfVrcsQQty5NAsTVIVslnlbAuSINVsvxPbKZ9qBt45BzLtIzLAuKZ919w8+Vxeqcfy60PjzkE2fKO9UtEix33zbN+JD3jD8M4773TO5Eb7pSt06aWXipcftjiH8brrr4/nC7q7tdCFVvZoFEvL5gM2eA6PORwLjg8jTgY0hKCQJmoYnhCCMoYj5/gUPUiSJPKcvqlldsrwE5cc3H9IPNz/wnMvaPeO3dq7c6/6T/VrfHTcttNy6rwLfjDnOIb10QniXuYBFq5hq0rFou36ZGxZ+4AFxpW9CLmDLVuuFLkG4lhkDTmEdiEY3l9pwAhszB1CMOX8v48hBCEf8AlY4BE0DyGI/sARgvvM4Z3JiDm4F8KZPnnTAVg5cl3+sB50hF7AxZxz9/gOb1kLO4Od5Zz+zEOb8x3MCQxzY+kXYbW+swZ6wDXa3HXWpD/zdJvXK61r6BNz0ocj+oft4hw7gh802GK/hF0jvmNd9Ii5mSuby4n+wMna4IF+0AccwAl8uA4fuFez/LMnhWa5TMZyn5HFyTSvq+64Gr1gLGMYy1rAEUJQCEFJmoq1ktRH+cNEIFfwhqhUKtqIlKNiNmy8cLBFJxQgWkgkiE4D6ao34TA4hBADR/qAIM3Tij4cq1ZoNmLjTlqbxnFukEbQWdu6KtsXO+hZTbrYxFMCkxNTqlbrHp5YaLI+hmioeaKdJF3dCQs2LazFHImCFb+qGs63VvV8HutJjaNhS+1cSjZC5diKxjOXzQkigAsEQ8AhGjBzvWBDCD45MyhYGVHUmjcSBsaOp82bohalVrIQbJyMH8QeHx914DgR4QwhEfOAu+XcOOcNRzY2aApTuMc4YMjlsnFzgeGl4+TkpgAAEABJREFU4YwJ3Ix4NIrAR19ghKm0up1N3cJACyGoYKVOjTBwszZr0I9kOoLD+BCCUUjFmtxjPuDgO2OLngPeRLzdlz78dBcJpZDaSbeVndTOKKQSRS2TRkXLB7AyLvLCF5mrtbXFm+Q2t3a12amUii3KpFkFmVvB/7ofcIYQ1DBtEXpgBBaCmQEHi+Pe8HMd4QfWuftJSJS18OdtwDGarCvPAy5GzvwuC+PN5q6rs0NNCx4yk8tmo1zyM6z8vCRvFSJTjC872UkwTRBOMCwLZtMyRGBGQFB1AomCzDwnMQo2UFzb5+CXMQS2Ncsk8HGdJM7cuIGBQQ07uTY4NKIR4zPqNjIyaoM9ZSddtbzMOtEx5oTJuAOZ6Xht2oXIEEKElUIJ+DP31PSk788a1TllTtS0gI07oTTu5A2Ogo0LdM7mcuIDXNBuamrS45rK20m3tJTjkTlJEHCfviEE87MY52QzgNPmSceXnfjatXtXhAc+40RCgG+N2DeEYDmte/7EOExZd2uGk2C5YOOe9dTBx4xxnXEBZlCjLhTWqg3zsOAk/DxRWFQzWH+AMaij0iH0AHtUtE0q2HEWLZsN26Sai3QEVmOm4e4dLzuQGVTdSc2qaTNjHKftBOs2hMHy5SkdC9Y17qBs2gHcrG1WzvpfsUwgNyQckmxGqQPLqotZyCO0zmZzltWMN1gDGh4eFH9zYNnSxaq7z7nnnKUrtrxGb777jTrnrHUaGx3Stm3P67vfv1df/dpX9PJLW437tDcbU2Kts84+ywWrFu3YudP4V51o6Yg2pMsBVu+K1VrYs0hLli8V/Vb2LtNiB769DtbWrF6lNsvk8NCAhlygHXGicdgJRwL4H/3oh3r2+WdN56rKpZJCIpHYHRjo90Z32LSrCNlf6qLChHFHh9o7OtTpAmgmnxeJuSeffFo/+dl9+ta379WTTz4Vzz/9mc+IjfXD3ig89bQTh9ZtM1gkwvKWp7aWstcrmp9NzV/QLd4MXL/+bC1c1OOE77hpNRTlChlJ0tT8nHBfibcueTK4u3tBtMF1b/ibtl9N07PsAkuaJJa7gkre5GfToFavM9+Fv24nWvPmBQmCvOFG7nKGo2F9priWcxIj541ekslr1L7jyLETmt/do2uuvU49S5aYr1kn08/RW97yFr3zne/U//pf/0sf+92P6XoHzTWvP+yN0ejosO1PzXAVTcNJHXFgO2s/Mn/+AuHQQQBZvOzy14ifnkmSrGW9qVzWetIIUjMxvbvcOqMeMyd2CLntmtepdic2eMu3o9Ku/pMn9bKTy497g9zvoqNsvwnQplx02LNrh8bM47VOHq+wPHS0tYqfMr7ASfzl/s68L5A82LMnboyHXJxdvbxX610g7nbSrpANTgwU1dHeopXLloqfa+pdtlhXXnmpNwpbdKkL/q+5bLNuvP46vf62m3XRxRfrNVuu0TLLYHfPEq1avd70ymnxkmVKHBRSdFm0aIlBbMRk6g4HnMhe3XTDXhLgsKknGdztoAickbNO20f4FIK0Zt26WLRbt36dA6E1Wt67XAtc8OXt3He889dEsvzsc861vsxq69ZtwgYPO7EwZpldZfnnJ1uvuPJKFcot6ujs8nzr1btqlXjwgSRE17wFSuyMbKaVJKmQjXyhIHQbGSy3tni97ljwmfBGYHRkRJVKxbJWNA9rpuMxi3dTBO3EP+hMzbaDNzopiL/2ta+NmyuCvQEXceRP3vZj7Zo1pt9Ftnch/twPfgA7is1f48T/8uXLRUDIhhpfnloXoBkwQCeOFnnNd+CN75znjW6aJmpra1FTdWHL8YEkavrNZ+b10sYxiWu2trYK/LBn2LUJ2/6yN9DgP2PfUbdc1a0j2PWFC3vU6gJMe8S74POyDh7cr5NOPuXzWSl4RfeHl6dOnYzFoUOHDwn+su7o6KgoLuIP0Lu89RCfs2fPbpFUYsPMdWwpuJK4ZkPRYruEHS5Zvwdtl45Zr5D1rH0w42mMIzacsP9KTSM2mOgaNFnoZPjLTpqVikWBV2KCMZZjzfCCW8G8xt/iG/Dl4D3qufBrzE0Si8THsPWK/tBoyhu9cW/o4TPzIa/AzTn4HnRBkOQZ95HnXDZnnzZpmh0U8p+z/YHu8JH1GU8/4hH5w/zAwfgRy1u/4xiu8cbjVicLQwiRj8AMrsDJXBzBHxgYP+ICYhoSPWZbsWv79viQULlUUJd9V7GQ1YrepVq9ark2bjzXPC2pp2ehbf4KpWnQ1PSUSuWSFrggha/noSie6uQp4Le6mPXe975XFCSgJXRBhqAZdIcv2Bpg5jp0CSF43tRr9ET5A15oyUaH/pdddlnUYdYCD/B+zv5pt33exOSY4Tsjr2ysjx49rkw+L/SBfvfd9zPDuSD+rTboiM+qWFZX2K719PQIX8eDWzzAhaxRVEdmRp2c7bbdYR74BzzoDHL/pje9SbOOy9evWy/0Ie/k0MMPP6LDR46qZ8lSldvaNe14bdp9Rh2bVZ1gGLPdSV3oQB/gwV9+/OP653/5tOOTTqHPaZqJyRJgtpKq7vHERkecOD3v/PP0zW9/U39g/0Ix8K8/8Tfas3efKDp2dXWqvdJqOCbtH4b1xNNPODaY1KEjB2MC6+jRY46HxtWzoMf8W2s7uU5vetOb9eHf+E291n5sm3WANb7z3e9GW/NP//RPevznv4jtiksvF4XlO5xoxKYga8gUfzMY2SxZB0lUdNomw0v6kMzArv7Hf/yHbcAJlS0nhw4dFA9eHTiwX0888biwd+jxm996t+688y7VbWCxt08++aTaKu1RDyasR9/41rdUna3Zhgb99V//tYDtW76GvaA97Djiz/7iz9Vie9Xj5P4C+/+i1zvmRDewVJ0Qm6nWVLZ9ajPPp82HNJtTi/nTNX+B+JvrFj3V3Q+Zo+CuoGgPkD1scV/fKSfU9xqXkzGm5vquXTvFz44x5/d++CP94z//s/7zP/8z/lrHP/ucP18QXDxua291sXxSvJUx7HiyxXCU7GsOHT6iJxwTHbQt6Ois6OqrrxRFPd7G+fkvfq6jR444gX9cux0TIyvIIX4Qu813YABevpMcQ695IAm7ks1k1TA+o6Nj0a6gP+geuoiPgYdjTqRjP7iGTpZt27EJ3EfmmBf7MTk57gTcUeM9oabxGXasykMxuVxGs06E5WyrGAd8zMGc2O+582OWPXwXSWLmHrWtb29vj/Rtb29T1rExOgl82GfOaST9gWG2OqMXX96mZmioYb9FkwuFaTZR0bYqZz2vWscS27Ee6zJztFoWgJ3zbDYfE+DMj91AZoENmJFXjtgn6MA8wJ/xvg+a1e2nwY/GPfqUS2Xrz1qRzGIs90IIpk0z+vsQzpyXvKdgHmxcCEEUloCr3bhzBF7WYk75Qzzog/gOjMAODvge5DibzUZ7Rh9go7E+31MnJjlvqun4eDi2M+vKMFU16Phept+s9zBj42O+1nAupOqhwXFKyXFlhxbaF8I3aMTc4Ottn1iX68AFrtyDXkPeJ+zatUvED8sdi0APdHrIBVv4De/ox3jmYjxzYy/mOSbBXoAfuMFv+ocQvLcYMVxSxbpKf+I85JMGPWldThhzHbi4Dk25TmMdeA2c0IQGHEwKLAX7c67Be+afG8M18AMu9iLwKISggmMxxkFP5mA9+MacJccNGdMe/EIIkVasP/KqT+bIvMyJfgATssea4M048D5x4rjt9ijTi3m5xj36c0QWgLvgnBE+IpPNRHmrO04GB+ChHxOA+xnc6rEP95iHfnNrck6j/5nWjHIXQvjlkTHQF3jhBTafWHL5siVaYX6vcJzNnzzp6OhUt+O/BU7k9yxepvM3XawVjvN7V63RTLVu3RvVmPdN6P208xvPPf98LKg8cP+Det57DWwZNh9ZOnDggJAdfCwFO77X6/W4N2R9eDI8PGybNq6q7QJxCPwoeE9XqbQrk01tM094/z+g06f74hv94I/dweYxl/wBNwp6XJ/j60HbYezol770JX31q1/VD3/wA2174QWRe5nwXmFoZFDjPvLToeOOfSbcMs5zwFvsDvYX+JAhYEUmkVHWAsb53hfP934cWULukeGzzz7b+6ZrYkGDPugGNCamR47GHHNDi9Mu5tOQC2BGX/pO9ZkG1agvXKffrt27TZvJuBfhO2uPe08yPDKiF7z3eeyJJ0yT48Km7PYeb+fO7XrumWftaw/aJtR871j0cdh/irTEkvwqDPPjL6A9Y/mODIML9H3ePD1x4kRcGz5zv2A9M6ntI2YVQvD+t6E0TRSUWE/ytjvluCYwhhAiLvitgmV8arqqU32Daq/M1xsdp1y0+WLxYEiP4098IHRGJhcvXhTHMQfwFLwmMpumqbK5rKDpr8I9RxN0jD7oQNNxB2OAO3H8z3F6akYzvJDgPTq4jDmWRx7vvfdeffOb34z7F2iBrUN+aOD/iovZzz3/gvMmL2jAsfWkx/NQKA8QIhc0YKQhj+x3mD+EoHb7hSRNo+3m4RTgJhaliE2xHP0AZmQYHQdWZIVf16B1OQbknvyBJ00b7xCCaZ6a1sWo19gIGuPJqzMHuCN3Rj3aC+YAn7pzYJk05xxEQUlIHR9JY2MT1oFJ8RmxH8dHIw/kzPpdwD90aL/2H9ilRrNq35zV1hdf0Pd/+F3dd//PlM/nYq7mtPWy6hxZEV5lc8ok5pX9LTDVnashbkGusDv5fD7Kz4T1ALho0IU10ySJ/KVfzjHIhOUcWqJbPJiFvYXO8Ji5U9OWBuzTztOhQ8xVs48PIXA54j89O6Nhx/08XMh60AZaMg/6zLx8x7YjT+gj9GJujkzEujTO6ZvN5ZS3H6k3aqo7v8g8yC8yG4wHfUIICiEI2QQPcESmgBF6LLfNPdd5jJted6Mo2J90budlyxvxIfq6x/qML+aB1tOnB213h0TMBX7YxUaM3YYcx+7x9X3auvUFPfb4Y7r/oQf0hf/4gu5/4AHHKJPCj3/0ox/V61//+pibalqOwK1pZKZnpqMcQXPo4ksKaSLoj05C+4iTQrzGeWL8Qgh0jfSFpnO8mnF833QOoWkdrHru2ZkpNUwjCqzcmzRPp12YTDw+7zw8NIeXIQQB04TzsFP2KanlZ6ELqstXrBB/9/amm26K8POgJ39eZY1zKcT16Mkbbr9dH/jAB3TbbbfFB5nJLwI7OZ2QnKE/8sE6VceV8GPuO7IJTplsNuICTRqmDw28oDX9kRXGnzx1KuY9sY/w55S/T006Z5vJqaXYItWkRq1palmWvSfABiA3NGDCfqHjyNxK43beuefqMheHL77wIvHSBi+DNR3zwXdyKdgNYM1bb+CF/GkavhCCbW5WwA4/4BctY51wl/h/CGf6QIeyc8LAQB/Ggw/40ea+z11jMLyYm3vuPn3jPfOfNelP4xrf6cc5awBvCOEMTQ0v95mTFsIZ2aEvjXHwBVpz5EEOaA3d+c51+qEzeetdxMP0YJ0QzuC4ygg/HcEAABAASURBVPm9G264QcjJjc7TsrflnHwa8/OgEbJ22n6XuAA9ZG7oBV6sxZr0nYM1rud10A1oz/c5+NMkMe1T29B61O/q7Gz0fQ3Hb7Ls+7YMmmW/bn82G/uAB/PPYd9wHJTU6g7anUxznkBJql+2NidyERiYIH9CIitgVgSvIJ6a0Q0XwEhchBA0B3QIQVJQCIkXb8TGotNO8A070EJRQZjNcdOJ6DTJGomGAZz1sWnjXHWiYcabw2k7hzEHXaejA8O4TtuBVr3xbljBs1ZQmNHqzVPJiZKcFSjx2iBJo9+sDS+EnfERPBs2lE0brWazITZiNSdDUiOOUsCIaTvXM+tMR7jTTDZu8tnYhySjqvtXHYBangQzoE1iSs814GIN8OOc6xxrdgj0Ryg5Zjzv3L0ZGxsEIYQQ56RPxrjRMIjQGsHAgE/byTAX/Rk3Y3ibBgZehBDsIItq9yanbJqwDv0w9tCdIIRzjvCAuWiMD+GMogATwo3CpobB7NGkjeiYjSYCLPcrlYqi+VSMlT8Zb1iS5Az8jC/b8LS0tFlWih4SzNNZTU5NmK/TUUg9JI4FL5SCoISguDqL9bLxakp50whHnvExb/5CxykbZ+AHjxCCEoXIR5MgBiSdLhZ1u/jCm5lNyyZ9cab0h6/DIwT6kxEGkkOeIDrPTC6jNPVsnpMx0AU8El9LLR8hWJ4NE0/mVK1owIwj4clB6FRyooPjuDfCs04GsRYy0HQlL2P4Q0jMm5LgbTabU94BaaFYVgiplbMWZb1arUsGKIRg+OoObCZNrxnTSda7nDLww3I/Yz2aw4d1Zg0PtEcvCw6I2ECCS8kbmA4npNodBJbLRc/T8FrVqEvIErzL5XLmZSm+3YEOcA3c0zQV8DM/MsRGZIGTsszT0lJ2crHL8GSVGC8CjyVOTrJpyxhXxlDQrVlXwLXVyamicaVfh/lDsI0D6vKGm6RZQ4lCmo00KZVbxVwLXKTjCa5isaCaDVregV27cclZDkply1WpTUmmaN41lLPs1R389Tmhxk/1KUkinaHLtHVr2vSZtaHLeo4WJ4d4Wxjnt9jOfYFlpVgs2s6Mizciqp6nXG5Rq2W30WyKp8fHeEBicsK6X3Uww1POwfdLOmv9as3MTmjrtuf04AM/1dYXnlHfqWOmZYdWrlqh+Qu6ZPZ643haBfOira1FbPR6e3u1zIXSimnRtM5k8hnNc3Gpx/BA2wUuIC4wrbu756nNRbHOrorYpLS0FJVz35bWklavWanF3qjAo4r1feOmjbFgVTetjh8/phMu2IEjSZEQgrqdxAJPgocZ24xjLjjy91iSNFVHpUM84T/PG0neety27SXhoJCRFss1c6L7BAI8IMDf4Mlkc1q0eIl6e1e4rdRCF4OXLutVMO1rllFkIG8Zb3HSrKW1TVKw/CnyhZ9ZatgeTpmmZSfbSg5iZ530G3ESsGY7ffjQIbV6XNZ8lQMRZJ0C13Wve52ucWFr5WqSADWNeAM1axkbGh3XTLWpTL6kWdvmtS7sdhu2CQdFa9eu09XXXKubb75FV1/touHyXh08dNh6VTOPVqtq3/fgQw+Jn0c85HUPHTzsjdhB6+OUurz5QQ9oOesJesFmZaB/WBPj0zKp3W/asjMRfVfDydFcNqfBgaGYeKk60DvvvHMd/K7TEc+9e8d2nT55QgP9fVpvHC7YeL7mdbZrmQv0CxfMk0hFmi6VSpvOXrdG3ZaBISfZXnxxmzfThwRsL5k3/O3BE0eOadK2psOJYH55oVgsCDmotFkvTLPRoX4H66dN7+BibKumJkaVTaWuzja1t5UFbZvGvWEYE9N5wcLFWrvubK1au16r1qxzQHi51q07S5decpk6OrpUbmlXvlhWmslZBvNO/I8oZ5ogxwQ4C6xHZSfIubbYcrzI8kYwyYMnqZOEhUImrl+ptOsqJ6Xf6mIODyNkPF+3C9/4IwLO295wm/KlgtfJ6LwNG1xofZ0uufxy3fHGu8Rbq9fffLPO3bDRifaK9XVUwfJbt27Lx/GpSe11IYCAmGvYMnS4bBkGLmSKIPSE9YOkDP1IBv380UfjT/nCf352a8IJmUIuq3e/+90CzhCC+TxlPp8pCCGPY06C0x+/hR/GtrXbzsJzkkCDg0MxfiBxDiy0bDarsgsbLS0tCiFYBqfjvAMDpzVuG5O37a47PpmxDkzaz015I1O1PHCe2g8RMJLIYq5MJqMJ+2SCSexcwbYt70CRJyqb1j/4kSapWhwHpMpoUfdi1ZwAGfUmdNu2rZbXGa1avdo62XQB5RWdOnlKA4ODKtn29bh4Dj5dXV1a5aB26dKltmnzdIeLNRTjoCW0S5JEFEfazFMeEoF/+E58I8mF7a9sjzCOuUDx1BNP6stf/JI+8+nPxILZqJNHwJ2mic11kM2gcvls9E/QET9BEqxm/NFdNo5F2+l6kBgHDwhe88YZmoM/iRN+anjQeGQs09Ana5pTDCcw55x5kQtwa3V8mxiHknmSWn5CCBajVGusmz2LeiIsxBzQItpC8w26438ZB3/AF/kCBuAbNl7YCXQRPjPeRBY8y+Zyuuaaa7Rx40bzezw2HlBiHOsjR6OWvSMnjimTy5gmTZVdhG44/rr2yiuda29Yjyej3e/oqEiOYbE5Vfs3k0XQY9a2fXRoOMpeNs2oq6PT9Kqqvb0SeQ5vpu0TKVDzM1HIU8ayRJM/4ArM1Vo1xivBjGkxnU67EH7CRfaqjV7NMlpqKdunLBT9wZPj8PCwwAXfT4KPN0ju/9l9Ov+889RpHyN/SIRwDxpVbbuTJLWNygsehRDiU8rLnZQIIUQfgH6hMzXr+Fve9ta4wWZzvXbdWstqQXnsnm0obzf3D/bHUs6FTuy1d1Z02Ho+bD09Ylu5tGeJ1tmu/d7v/b62XLEl0gJaN6S4Tnulomwupzb7qjTNiiTIxk0b9T/+x2/qrW95S/y5PPizxLaNn21asXqVPv5XH1fNiYVLLr1EGy+8QBduvlBbrr5Kv/6hD+rfvvAF/cmf/mls73v/+4TOkFxFVmj/+q//qtdcuUUka0kgrOpdpdZSq/K5ojoqXTp2/KTlry5+avbrX/+mqtaDrS++KP6+KwkYnnRG5qBbh+OI+++/PyZaSQhQdEau/uAP/lCJ5Rt+olPAv23btsgzdAh7yMNFbY6r0Bl0YrH9JnL93ve+zzy5ViQ6SoWysEnEC90u6FyxZYvQmYW28Tx5/Z73vEd//8lP6Cv3fNl7tb74luctN9+qq666RrwRdZVlnmQF45Gzs885R4ftgxe5sHqFaYB8WdhV8L4ia33u6OpUSBPxxip/ooCfT5+wj293THDMhfDnn31OB/ft14+cTH/O5z/58Y9FogLZJmnF+cDggG7wJpzk9V4XtN949136yEc+IuD9uAvkf/SHf6iDTs5/9jOf0Ve+8mX99Kc/jXLAz/u3trZbZ2rK54vaaF1dv36dvvjFL+pR+wnisiVLlmiTZYM/CYKsQiOKpNAZuhIn2cBHm4k+WMR0tWOPdZZZvkMD7MGY/TfnjEMfuJfaDqFP8Is+e/fu1dDwcCxuJOYlMR22fe3atcLmsbdBDpgDOQgKkeecMyc8n1sD2OQP47CB3GcdfkZubl5gQI+Zk9bXd1o16yn3kWFgmueiw0LLAfDQF3lhPuwv11iPvqzdsI2asl/GTvbbhtQsx8EwsDZjwHWB58oVCkqwQ7bXdfsvWpKm0Y5hA5iXtUluY/vBhTVYi3mw9VzDTnt6KQThN5kfudCrnxCCbwVB57rjNealyR9wB2efxiQwdMI+4mPhKesh9/gR7jEHa6xcuVLQER4wFpybjsH4Dnz0BY5cNidyDqwBHViP/nnLfG9vrzgW7OM4kqCc9j5vxvmO0ZEx8dPTM/bf42OTGnfCPCgxDvYRSRLxgTbgD67IxPHjx6Mc8FYUDwNyP4QgaFWxrQNe4Jh2PiGEID7wCzvwla98RV+95x7rwGxs9KFQgO1gXsbnbCvBi3kZB65TjleYH/qwF+YIbblGn3HLO/1Zi8b1EELEm74hnDmHxswNfaAxc3MthGBZrMW4CbrTgC3vPSGxAvaMeViTsdCesdxnXeQTODhHHvnOz51/4xvfiAU5xqDPwJUmiegHnsxbLJZiTI98wR/6hhDEfXhJX9aqWVdCCI6vM94fp0YT2jYtx3XzSeZZ4pbGxjqMgw/wrlqtRv4wfwjBY8/EOvSJg30FnMCPsdAm3vN14AMm8CcPkLUuzfULwbg0JfbaNecjBkfGtdf297kXX3Gy/gnt2L5b27a+qEceeVTf//4P9NSTT2rHjp1C106d7NPRw0c1xUsQzru1OgYCT2CE/ugdsBAPQk/OeViOtYHtjEw0zLMpHTp00EXEU6bjcPwOL06dOhGLqzXbBaMR5Y25+A5P4S/0gV/wYfnyXtOyIezOXDwMDKzHfKw34z280VSxXFKSSZTkEtW81xmfcMzlBozgAM3BAXvCGtCOxjwhBIEj/O7vH4i2nOv0R0fQB+KYHdu3R9kBTu6DwyHv9eiDzKa2YazDddZFP7nPPNCHcdznyN9q3L//gE66CPvE40/pJz/8iZ57+nkd9p4U2uLXsEXME0KItALeJEniPgKasR7zThpP6IItYH5woWHH6cN6zBXCGZsAPaZsp216HRvNihdZZmxvZsnHKSibzYmCx7XXXqerrrpSGzacr5xtAPBu37lDXfO6lC/mNDFtGk+NacD71tGx0RjjAvuwfRhwQwd4edL5CXIU/f390Y/hr+Av+EBz4J6yPYGmyCFzACO4ED/hE3lTsVxusZ7lLFf9+vGPf6JvfOOblq9RMS/0YuwpF0hYG35se+nl+EAVvIMOzPvSy6/oxz/9mb7/ox9rq+8POH4mjodX6BT7H+x3MC/bvL8mpwId2Qtt8B4VOtAvbzuOHIEHbdq2FZ6AM7yY9b4OHFgX/oMfsgeu4Fmw7Z+bhz7BfGVsCEEhhLiXAv+G85qMr9ebsVB/+vSAZbWoaReY4duJYyf1xBNP6cjhw7EBB/mTfCGr6ZkJ1Wqz2uac1Xfv/bbjtZOed9T732f1ve/dq6NHD4sXN44cOWya9rlvLeqbl48wIB/gAszwEfgavkh8CmzgEUIQeEAL7kM7GjhBD3jBPfrzEhPXmIOx0BzZgC7cR7bxBYxlHH25jn7B46p1veocBuM5QlN4yj1gBFb4g8zQ4CW8mevL3LSS98nA2nS8Uq9XNe58Sb/35YOWY+gBHMgmjfHYYXBc5LwXvhT55kHPn/7kJzp08JCQTfaX2VxWs4aPvkXvVcZGh7V/3x7Hczt06NAB6+2kli9fZt1aLeLM+Y6tZp0L6+s7ad4OWRen1NlRMQ9qtjPHXPh7UjwYzAPMTecnwRP5HnXhnO9FyxA0Al7wYl+DboE7dADuSEvLUAhBSZrKjPVeo+q1ZuIRGkJf9vPEPeCWuG8um5UdlKqOS/LW/bLzNORJEuceaAyHAAAQAElEQVStpicmNDs9ZZuQkTsZ3rptRtZ54s54ZM+JzCLTOetJsH/KGda8G+uTX0ROPVjkjHocE5JbOmv9el12+WW65fW36VIfKca2mR6ZfE7Eiw3TgFgRfs6NB+85PKFDCCHamIzhp2/TiwADNCGWhZ/QjjHQD9mDrsO2Weh0NpO1v84YzDS2Gef3TT6fJ1HO4X/Pwh7vCTbF/Sv7AfY1r7niCvUuX67g/5iTxjrIEOtwRG6hN7RB/sED/hlE07ARYxDOwYOWNd14yKFsuoFn5KVpwBjmgQbMw3cavmCuMc9cCyGI+WghGEI3YKPJnxBCvB/CGf8Q+6WJlPy/10MI4jM3JkmSyGtoVnJOBXmbu8Y59A0hxHmBm+/whHP60UIItueZiDe2ABqx34JP4AEN8fsnHN+CH7xjLRq4Qz/mmYOJuaET/bBBnIdwBif6MAf2BD4kvh7Cr+BkujJX6lxSJs1YBpLY6NJ0DbHmHAmt4XwIc9GSUimvcrlgwSiIjmduNpQ6ECnaAIBQCEFVC5FtjaQzC+rVj28phMR61oxEmHU/GEuLQJrISZLa4BeEYoNU4msgPvaqw5104htihOB1HLTVLa1VH/lbm1N2ElO+P+uNxawdFIn4ppMrQJF63hCClTgXFQaiwszURqJpYGeciBobG9PwMAnuETuK6Wg0ICLMMdAW2qaC4c/n8splM0rSNPYbGx+PxY8ZJ5/AZdZJKxrfaZzLn6aJznoIDGuDG9fAnevQjyNr1L2BY23u0c/D4//QAni4x5Hx3GfOM2NDpC1wgA/Gc8rBD+PSFCanxqOh+N3Mz+ayQliTJInXuA59aZNO1NKAIYQzgsU5ikIQyhN9E54bh8B1YElNE2ChMSdzgyu4hRBM01mNj0/EQAa6sN6UgyEcGoYZ40TwNjIy7L4zv4SVvlJQd/dCkchpbWk1GKl4moE1WSeEIPoh7MgOgQxBTcP8xYkDT/Ac8gd463bu0BEYwHPcfBxxknPSxZsZ87Bq4edpGfhbN+9q7o/Tha6Mb/WGYZGTqctcIGxxIv6MzNUdrEypYf4V83nN6+xSu5NQ7a2dhnuxSEQBW8PzFV81JMDA94ZleWJi0s5xTCGk1rOS9a3FMptX8Pe6g6K6q9ZBiWQGGDzNOJCdtqxPTU1bRJtuMh9rUS5rln3oAv0zmazq3sCBV5KkQnZmjGfdgVuwwiehqTE78KGhoUhz+PWrBgWcoQ/yLH/YwDDvsB0JNIs4GP4ZJ2nbjC/JJgqhPT0LFUKiWeto6uRjvd7w6BDpUC63OBnRKniSWP6C++Fw5s1boFYnKwsussGbWduJWq1hmJHbuuGTpr1OCKmDuLoDjWm3KV9vOOCb0JADhprXKRTL8Rpvc2zfviP2aXGirWReZexsQhLU9LqiWXZCCNHItzkQDr42ZFngqbFR24UZ6zay2dd3KuIS5LVdkGs1nNgq4IcPQ0OD4i2uU6eOK0kTPfPsU/rJj3+or//XV/Xyi8/bvpw2f6aUL6ROPE666Doekzljtm87d+7SJz7xCd3zn19xcaNk3GatK6OxD/AW8jkFSQ0b59QnzWbV94dVq89odnbS6zVM1zYtdMG1t3epi6ZnO/hapc2XXOxk7FlKXSWbnBx3wnXWOp+qZ/FCXXzxBSIZvGbNGq1xEo+3hm6+5RaRCN28+RLdettt4m2V5St61dvbG23nrHWjd3mv4FXJwSU8MuudMG4qsZwVXWAuWT9L5u/ipcsMw1rlnQRDTqYtpwcPHjScXeJnrecvWKic+VxwooMCVnt7RTIfeBt8zHxEL3OZjDdt5qsD1uCArGE9RN6GLKvQnDdnKcz9xm/+pt7/gV+P6x1yEmDr1m1aumy5br/jLiekr9aqtWfp4stfozvf9Ba98S1v02oXBOEzsjJjGUPmq9aRHTt3a8/e/ao3E41OTOmhhx8xz+oioUxSWv4QyCEn2BhkI2NbClwDA4OiNa2fWeMEfXL2F6dOndaB/Qdtr2qWSSmbzceNN3SftB6edPH04Ycf0r59e7X95ZfiW6fTDtQL3th46mhTjh8/ourslFrKRa1ds1rnn3ueTvX16/77H9Ez3ky/8PxLOnTgqE6dOK281zx7/VkO2i7RlS4KwLtTLnIQ9CbQ1za3tVxQt4uzRRcwU9uAseEBzz+pgf4T4o1p7EHOMjNhe33k8JEI/5Gjx3XAm/Y+r1u3PRp0Aazp+VauXKUF3d1aZhnJ5AqaZ74mDiyy2ZzSNLUNs+xaZvv6+jTsAmLOQXY+m1Uxl1XBCB4/fEhqVG3zCmpvb4ub8Pb2ijcGx/XNb35L6C8Fzb1OIqxYtVo521YpUaGlpGnbMBLqShINDA6rYLva4eIQMO43zfv7B/Xyy9vjmxf4mrzHFiyPqdee8tgpxwz4rqxpppDYt+fF20cUeSkA81YegRp/Aw9d4Fqb13XYEzcw2EVsgPwBL+we86XWf3QjKFg/Z6PPw27Ci82bN4un1umHT0CGmAeZ8jTxZy6RiVlvAtG3um15e3t7jIs6OipiHeZmLGMKxilretKPBDowMg/3SqYH64ZgSEJTTZeSSuWCSpaj1Iak6GJAGlK1lls1PDCikeFRy2fOsnOpoFWapNbVDlE877RttparUCwJn1WpVMR66PYjjzwS3wQAD4o1B63nwCR/KAiw6Trdf1oDtpFPPPmEN+Xf057de0Qh4P777tPDDz6keZ2duuiCTbZX67Vnz27t2rVTVdOg6o2mp1GS2u6aFqwBzVptzxtJ0JT7FFtbNGpd6pg/T9H/eiPB+keOHImF4CRJVLStIeC+9tprRZGG+9CoXC4LXozZ1nMNvKExOo0NQm4pPEUYPA90bq+02//O2JZmdMqJGIrj8B7/Dr0pPsC7EEKcG91jHHDQB34ST2Db+Z63TIIPm/JR274OF7+WewO9wra33TpBAqO9vVWlknnXUtS8+V3au3+f7n/gAX3+85/XP37qUwKGrS9sjW/MP/vU0/rHv/8H/ekf/ak+++nP6MH7bV9279XY8IiOu9jEz2hlzdscNhtb5fXRD/zc0WPH9DMnjnpXLNf5Gzao1T6RWK/P/Jt1EiFj3aFQ2m7+w1voBY/AH7qm5hN40qABm3rkEPz5Di1YC73a4gIwhcLx8VEnDg6JBx7ZDPLGbJftE3Zk1MX9ovkJreDTlGNTfESvN6ErbXPg51vf+Wt69/vep7PPO1d7Dx5Q1/xOZfNZzbc/nJgcs0xnVXLitMVygv2e9Maeh95S84c3WJuOE3/wgx/GNzrBZ//+/XGT324fv2D+fOFvSOqcPHEiFuWgEzai3bQBnzQkOufss22VEvFTryTa/uqv/srJtx9abzu1fcd2Pfn0E4KG+NOJqQk98OADOupi7tTMdNSpwYEBtbsoff/999m3j+q47xVcKK/ZNuadhNy6dat4qOO7994r3ohHbgqmy3988YvqXbFCDz/0kN75a7+m7gXdeouLu+e5QN1iHfnGN7+pz/3r552IWS8SZm2GmbdJd+3aJX7aHl0iycPb2UePHrXu7RH8wk7iW5HnQ07+HnfxtlAoKRjX9evPdjLuSf3MhfC2torGTc8jHttvHOY72XPqdJ/QJxKoFE3YL7YZt9bWsjjyNhP+e/WqNaKQnc3m7bvXqOhiKXICvcstZSFLaZJozL541nEgbfHS5fY1K6Uko2ZIHbucpetee50+99nP6iX7fWSo1Taq6Thw44YNuuSii3Wei7P4EOYdsg/CZqHjxUIxrnvZ5ZdGePsH+hw7naevfe1r1qt/czH2x8Zt2vFNVQsWLlBbpaLUOnPk6AmNuXgAfVPLe2o/dvPNN5q+q3TrrbfEByLQ771798RfFcBWo9/ttuPsd3hzYNnSpWIsdOA4a39UcwwSQhD7IcaHEOyTB4T8w6fh4WE1HAMxBhnELr3wwgtRLrCx8ge86Ltz506REMaeHDp8QNlc6vhvRi1tJZXKBXV0tjuWnhSbfeiC/rIOuomeZu1T2iwryBlzos/cAza+Y1vhFTovf5gDO0Aj2Ulbbh0lObnYRXH+3iw6zBjs6rTj6mazaRtfjT6NtbDPyA32kPVZk7UYB+28jPA9aSajMRcDBh0HDrgF84D1wHvdunXWuQ4xBlpxjSN6zZx8h/9pkghfAi2BCXyYP4QQ4QE21q65iNP0DWjCPMDEPfwCdoKEHvoCntAG/NEd1qcvthy6zc0F/EFBwDFsfsJHzpGBJE2UGC7GQA9iANbiGvdpnOcdrwAX5yEEsR7facDS3l7xPKkyaVZJyChNspJjWv5sDt9bHafz98HAAboBG3AzP3RasGBBtH/oPnIB3cr2k8hHS0uLbr75Zr35zW8WMcDcGPAnroFPwAHc0Iv5mBtYuQat4f/Q4GCkAeOZn3lz+bwprcg76BdCEOOmsPmWF67RnyN+gnPG8p01afIHOEMIMYZh3hCC95B1QZt8LhdljjFz8MAH5qIvsEF/bCX2741velN8Q2ahk7fIJvrEOPgIruCHDMED9Bx4+D4nL8DENY5nrtVjTABtDKqy2cz/B98QgLUmbCYRG/2AlePc2sgT83GdOaCp1DSODbd6pFkIwbdCPAc3+p45Jqp6D51JglJ3qXlPN+C9y4kTJ/XCtpf06ONPavvufW4HfP60Hn7kMT311DPem+zQgQOH7JeOx5i26rgrl88qzSSS/Sf2CziYu2k7NjE6prLta9m2uOw4NE3TKC/IUcF8hobwSYYBfaw6zsPmMQ/X6/Wa98cT3jfN2kbVIh7IKXhjS0MIEVfOoQu6jP7hh5iL+euOF+UPPIUnfEfXpp3s5zxY1/g1NcadPH3KNmXMRY4Z9dkPnHah5KQLFjzgw3y8lY6uJGki9n6Jx7Iudm+XY1XiL2hMAxYSupxXHMuBT9b2NIQQbQtyyHf4eNxJX+QCvKadz6EvvMZPsC6NfvSnH3OCA+fIazAB0eV9+/bHeBo/AJzbXcQl9gI+4IQejGMdeEELIQjacx/Z5hwacw59kGnWBi5gKnnPP+W8H3PMet/MEfhq5jf3sRc8HMUDlugOvuHYiePeg72kZ597NsIH/LKssh8YGhnS8NiwxhyjJbbpMjwZ04k+0LfLsUTesgI8w7aV4AC/sTs0+nAfPWQMNvzxxx/Xfd5T7PIeImNdb+1oV2ulXe323Rs2btQf//Gf6MMf/k3ddtsbdOONN+v222/Xpk2bnHdqjbmJN/j7+xxL3nXXXcJPg9PKVSvjXieEIOh63/3360UXWI+7qH3UenPSR+DOO5YGvk7zvGSZ37dvX9SV173udSK/gn+DprPWOWhes2+xeMY+E/ZnU96bwy/woBGzwCfGMV/i9RkDPziCP3LBkb0DvJg1X6BJ0XpHHE1+kL4hJI4jSi6A9ntP9LIOHjzomPuwsPXLly81/i1a5zwQebvTjt/S1P1LeSWpRJx/9jnrtMn7sxWONaELPMZHhWAJdKs7Pms2gnW1bpuWJ7GWxAAAEABJREFUVWL9mDWe6B7wIKvoPnLCPehQM/7wjYa8pWka9YM+nIdgfTH/uZ+kqTjONeZgPuZlnjm9YRxwwYecZalhGwAtT3mfJn8Y74Pj0DYhn+Cx0LYdeEIA/lr0D/Shb5MTN3wT8gdOrMe9jOO+XC6r1Ia06b11vVEz/lXht5kP2PKF/C/jjA7LBQ9HsiZ6VnM+r+x9yeLFi7Rs2VKvO6tjLlYP9J9U0bmZknNAe/ft1A9+8J1YxF66dLEuu/QS3f3mu/Wmu9/oOP9u/dqvvUPvfte7ogyjL8TwPNSH7gMjMIQQ4h6GvRQ2gLWhMbxBRrgWQoj2FNyaTupBX/CVY7Rg/JEz+AheHJmXvSG09u34cALyO7cmfMhmsiqYfyXvUyKdkqAZ2w9+vrzv5CnH3CNClunL/RCCaZlGOLg+4X0FOdhJ28Wa496q24xlZszXebCEfWmSzShJUwETsUqv94TkJZDT+Qvmq72jomw+p1n7kxnTuxlk66MoS+CC3LQ7LkfP+Q5twF3+JGkqzoEDeNAv6BNCiLELdh47jd3ERqG7nNe990iSVHn7vzSTU2o6VLq6tGjpEnVb1rBdrElbvHix2Auvc9xK/MT3smOt1GszFzEa+y9yJXv27BHrAUNi/eIIH+VP5JWPMmzo0ox1D77CE47AP9cYd6ZrcPdgFjcdbzQi3ZkPHubNN2gBHKz1q/35zvVfbZ7I/ydKbceDeRKsGzK/fVEKih/G0VLjRuMi63ENPtDgAetzD5y4Dz7ADP055whPhu0TwI0x6DsPsTAvY5BP4Kc/97Bz2NF8ocDUCiFY36qiSA+N0GvgYG2OzME6HJGYmuMdvjN4rg9rJWmiYF40LVWsRQNu7mVMg2Db0AhN1ZqO6ZzDTrLZjI1c1gKYWrhSE75pwjfUbMhCXHSQ2uL7BQOYCKBYFCRhHuc1O9u6hRnAalYGzrl+pq8XsfKGkAiiINQIVKXSoZIdQt4OirkgHP3LNj4oDcQKIURlnHVwNOOCKk/d123UZY1JE+BsRHimfb/mog7rp2kqBCVrQ5skScSF+aetsCRWaoaT64kFoWEEa4aXxn2IyAY8a4GRP3Ubaq7PMQPjyBpc5wiOjOWcax6iEILXrEejy7r04R79mGvGgS7f6TvXgJm1+R5CEN9pevWDEEI3HC40glY4axwpc1F0Zn7WY42a4Q4hmJ8ZO9HW2JiDNZgX/Gumw4wFaM4IUWCseRyFSPpAw7kxCC30ZH2uJ0lqGhe9qe2KrVRCPvKWkVx0tA3ze9o8wZg3bCBDCEqSJOKloGioME7T5knqxDzrhBCUmncFG+ayN3RtLtwhL1xDeOWB2WzO6+bjOsxHA17wBv9przntBPqYCwEoI8YwXvP1+qsGMJvLxnVqrliSJGr6WHKSB/wSywSOYaGLBxUnGjoMwzInRc46a72WOGFQthFscwKL1m1DPq+zS4Vc3rpSj8U+1kRWJp34zdnJtjnIa2ltcWGxxXTqsFw0ojzPwQTf6qaPXsXd6qYpbyr5CYtpH2vVhjcbVQfEo4Ln/MY7PEfW8143yPJtfZiZmhW/15/6e92bFvCq+Qg8w8NDsdhYdRAGbLRp0x1ZaHVhDF3jCJ1zDk6hE7SAzwU7i7z1k+/QumBD1eakmfyhH5tLHASJFAII6HPKgWfD/Ae31MYGvgAHaw450XXYxZtjx467kDgl+JrP5mQ1NP0mxRs1I+4z2N+vadOwbvnM+X67+eAl7ZzHTKokyg96NeNEJfOedCDFXG12miFNNOKENXjjcHL5nEKSRPlDd5DJGeMPffLGF5nm+5Q39FNO6g3bgLMBIgkSQlDNctNieVyyeImWui13ULTEheTq7LROnDii2dp0TGLVfCwWMyo6MRpCEAnXsbFx1WtNXyvp4os266abbtYyO9zUMNZtd8CvXp1Rm2Uk6+JWt5PES5csUte8DrVXWhz8t6tSKVungF/Gvam6k69TDliaJtp8J6SXOVAm+U3gs2jRwlisOPecs2OyZNI0pF9L+YwMtps+8CiTzcbNw513vVG8VXLl1Ve7MLtZFFtvuvlWrXJRq1Aqa/7CxVrQs0QXXfIa5fJltbV36sqrrtE1Tm4uXrQkPr385S99KRZaXnr5RVl9TIuaSuVW8SZsw4HauAt20BgdB+eJ8XGdOHXCuAS1tLYat6zSTNbjGsJhVe1LpmeqWrKsVzd4M7Rx04X60Y9/Et/w+ed/+YwOHjmmm265VVdf81olth3z5y/Q+Rs36uJLLlXe8pmzXvDGSKW9TRUXKOZ1dUR56e8fkJRo0aLFypnvp/tOi6LIvK55MYG+wAmmjZ6nbP9DoEYANDM9qyMu3rJ5JZCqGTZPoqbxGnZhau+e/dq29UUnNV+KSYimC5ez1Wnxt5XZwCNrO5xoP3nyuHjDubPSpo62FkMhDQ+eViGXUdMBYN/Jk/Hp76NHjrtosk9fuee/9f0f/lTHjvXZvzVcZG21/ejUBRdeGP/2LsXfdznA5m2788/boCVLlgr4QwjRvmTMiP6+Ezpx7LAOHtrnOaacwD2tKRfcu7o6tceJ9m1O3ldtIxLrhmMBGSnhl/MOsrg+Y/sz5OLMrOU/yeYirRveTKWWnbz9Nj+3O0ZCxXJy8sQpHTt8VPjppv3wwOnTSpNEZrI6HWTmPD41bCtXrhS6tN+bUPTjQ7/xm/q1d71bl19+ua6//gYtdSK9jj1z4nnaOjrmDWjq2KRs/TviwtnY2IRxqWrYcJkFPp9VJpMzWxNh84B7yZIlXjZxgXMsBlLYInABz1nTGhuG75E/zElAe9yFjQEXk6asL6cNe9WBasN+YW4D22g0NG65rds/VioV02mJenp6jFun2traRBCHjQTmWY9Fv+jLZpkNN7JDMuall15SnN90z1sGc7ms6vbD3AcO4JpyIaZqmzDkwiSFnLrXLNvv0OruyzrY0/HxMcdPBeWsO/CPn1is1mbNpyTqFDJKgyYjI8OGszXK/oTt3IRjqTSb16T9YsOErGGLvA6bQcaAQ83fgR14iT1udxIiZ5hJqvIdPkLTjHGgL3QFxpUrVuq1Lmhe4I35lNcq2n9s2HC+itbNn1iPX3RBZHpiUugYsLHeoAu9jz/2lPVwt04b7xnjOWz8KJymSaonHns8/vmGhvWvaV5AJwpOJD6AYcpJiqatB9dHRkbsSyac4Hk5vm0O35DpuvFhw81mlHXBMYQQY6OyZXjSsNL3oJMQJ0+eiL4anNCrVvtJ+jPHnCwgU1XLUy6bjboHDYGD+7TUsQy4zZ3P2FcFq8S+fXv0ne98SwddFBy2b16+fJn1d4lYn76jhp8iyT996lP64hf+IxYAKZw898Lzuv6G62Mx7KtfuUd99nnd87u1asUq5TM5XXnFlVq9crUu2LhJG8/fEOUCe1u1HvPrHk3r8d49e8WmrWgbl3d80rOoR+2V9igvUY5tC7mP3AE7dBtwUjwkiWYts4OGd9o+mZhx0ImycevLWWedFfHHxsf+LrgtW7ZMfCe2IGmdyxW03IUX8Cs5pli3ZrVO2weMj1suW8rKOU544L6f6aknHnexvKZZw9ywDKRpIpITHY6z+j0vbz8jN0sckxWdzIInyGhfX59t26T42zeHXRgsl4pa4CLp4p5FuuTizTr3nHO1Zv0adc7rikmBEIJlbaegMcX+pnUdXjzy6KNCvxd299j3zo8/g7/Icd9LL27T/r37lXjcG97wBuEz+ClbNshdjgNfdmLzchfsOjra7WumbHtGREGyt3el6VZTZ0eXOm37n37yCd1zz1f0uc99Lh6RReI9fjp33bo1uuqqLbrkkou1ccN5WtA9T2edvU533X2XNl96sX73d39XfU7sZS1Xw8PDtnsZXXPda/Wh3/iw3veBD9h2Lo0PlRC7UATCJvGENDL77LPPGqZRFwNX66KLLtLw0LD+7M/+TN/+9rf0x3/0R+JNzccfe0K/+PljkvdW+CG+3/OVr+r3fvf3dbqvP8Zen3fR9hsu3iIr2NvPfOYzajgOydoGdC+cZ7vb1L33fscFxnlCfoIFvq21U+6inP0KyYK6v6C3p8wz4jOZpvRtdSxw4MABfw0RD+xcYrlrb2/3+n266cYbtcZxyaQTLUHSla+5Qmss79Ckbrtw2WWXicJ9xv4C/Wb8lxybPP/cc+rr7xP+l7ie+OO6664Tdmr16jW6ZPMlouhPLEDM/YLtU6Wj03FfXaVyS4xjMpmMgOP888/TAw88YNonkY6bN1/sDfuMoZEatkvggb0ovSqb6AN8mBvPffjRZZ/IOXs4CvG8FTtjmYev2BD6Y187nJy74oorRMM3k2hhHHPiMze4mIyO9dgXMQ5A0AnGM19qWZmemYoxAXYc+wzvoA3wwg+KAtAL2w68rEmsxhwhhMgP5gEe+MH6FfPk8OHD0TaheyT5mAMegh9w1O1TmAdfil/kGmPpB4zYS9ZjTuZmPdZhPP3mz5tvHewS9Jy7D8zQjDnm5qM/MBBv4c8PWf+3bt0a7X82lzN/qnEO6Md47OzcWHwFsI2PjQl4aCEEQUtgg7Yc8QPQB75BO+CDvtwLIUT7iU8G34xpDh7gRaM/83JknrJlClzhtZzJBX5g4B7zci+TyQoZojHX3Np8B2bs8xwN0T/5wxrQBfwa9ab960r19vZG/kEbYGUeeMQel/OM5TqEoAi3z5EPGt+hFXMi9/h7jsgO8Mz5WWA41Xfq/8/Vf8BJdl31vvhvn1Onqrururs6TE49USPNjDTKybIsy7Isy0E442wwGIMBA/97gfv4A4/7uGAuF94DGxuDMdjGOcmWs3KysiZpcujJsXs6d+V6v+9uNZfPK83WSTusvNZe61R1tJP0BxfwoA+Na2iJX+WYJkmEBzgZy5FG/ABe0IQ1Gce+mD7z10ZRzA0dWSuEEHnGvPQJIVgH28ry+bhGCHOyS3/khz7MBx3QI+aABviaLvt/5ocePIO+4Mg5vKEf61x0YR+8mJN5mA+Y6QPvmBN86vaR4BBC0Pz9EIJ9QzXaUcaxlh8a5hZLR9zgDXMQJxKH0A+cWbNtu9n2vpp5GdB+OW7jPM6l4Fiy6Snbyjsmadmnka+a8V4RXM5fGBW/0sBLM/zM6Qvbd+jEydM64MLqzp27tG/v/khP+DzlfSt6NuuxlcqMDLqABdigIzCEEKJdgX6FLK9yd0/cv894bFdnh21kLsLTbNbVcGNsPp/FeAv65c0n4G46LkGX4D9yAj7MD8zYGHwk9CV2gx8Fx5PQBDjgAX2hTwiBoULncrk0HuuOWbg936fTcQF+qODYp+ZYudCRV0jbqnjPFtKgpcuXiV9bKJfLEXbgxNYy/6xjzLjAy/8jxkEfQghR/zsc34Ywp0shhBjPgRd2AVqCAzRkLuZnGvI4wAac6C04QRfWhV5cc3/UORHWZ/z8XhTc0VX6XXC+hPmQCegInSYnJ6KscR/Y6If8Yu+5Rz/g67Kv4jlrApCvLKUAABAASURBVEfNeaKqc5TMRb9cLjP/E3U4bsvZRgAHPmLNmtXavHmT7njN7YIW+G5e/pmHhX7c41t0HPmliAnH9LOOgye8r6NQMmm7CwzwHZuDnkIf8EYugJfn87B1mMbQi7iGOIbrivcwNe+5skJea9evF18E4QWc02fPxD35zEzFe5+yisVuWX2iXY0xpX0r88PDhc4h8Df4+PUbGjEeMQL7a9qAY8mK6dLw3rTivdOM9y/s506ePKl93kvv2bNHixcvjn6mbr8Hz6Ev9/FN4Nbnok+3Yxz0CxzBA1nlyDXn8Agacx3CnDzDB+iBDOzevceF0t3xBc+K98eyA+kqdlrWg/f3I85DbHfsdFTErDE2dbEanUMefvTjH+kv/+p/6t7v/VCrhtbqNsdAb3/7O/Sud79L99zzJl133TV67Wtfo9e//i4xts/0AY6K90Ut42TD4n9t27BapCt8AR9kBFiAHVjRF+QbPJBl5JS+6AD3oAX36EtDvuE/cR3zID/4cPQdWd27d6+Ij/72b/9W//DpTztu/ncR8ydJsE2q6Njxo6p5v1ww//NuwAMswI7csCa05ZrGc66BA9kv2A6RX0gSiTmQwQ7LGc/ABRwLjl2Zq8N2I8vnTG8pzQX3z1SwDekzb+H/qlWrRI6jXO61zHVr0aLF4n7qmAA5qNsvkLPr7u7SBcvnOe+B8qlU9nWxI1XOtqh/sEeNRtWxT58u23yp9z8bI935cye33nqrNm3eHO3ugw8+qC984QviF2mYG5oXDDfyhD6AY95wt+wnuJ5v+CvyNlwjV9Cee8gssVrdNpMGDbuci89Z5zs8L/QI4X/7M/og46wND+Ex+sy8/G3evr4epe6f4Lds/+X4WD6ftg0gd1GpzNo+TURc4AnrFAwv67S5YZrxpYxFi5fEXAt6A2+WuTi5bt06XX/99ZbX1wo9veGGG6LMQussnxe5967ukjq9z2WfSAshRJsOXVgLniB/4ME1jWfAwFrEPNgG+kAbcKMvcgAcsb/n5F7FNqjuvFdbiZSkSjLDYD8FHvVmQwoS82ATsTnoAvNBM+bmHjIPLZkPOOifmgbQPm+cWJcWQoh4yB/6wW/mgAfwjHEhBDGWcRHOJDH5W5arRhxLP8bRkAGOjGM++jOOxjV9Yx/HEy3zj75N2wOODedUGr5f93HSuYCxiXFh49kbIhvsOfBXwEZ/4Kexhvxhbu7/5yPnfhR9KrwoOvfFGO63LUPghawjJ9CvYjuIzEE79r0nnCccdc4CGKA3LzGzJwYW6A6e4EYDjhAs054XOHjG2iEEgTvXDe8tG8YXvswfOQeeYBuUpjnRlxZ8ncjcbtnT1GqNKNwzFKQcFLE4jKKAU6nUJQsLg1tefH5iEGFymjsoSVITIq95YNM0UQjB9zIbn4KfJ6o6SZ2EVOnLgKQWGggGQp7aCdcelcv9Nki9KmR5BU/MerXo0JoKIbghIHPGfcYGnzfLIC5wAB/zzc2bE8fURqFl58ObGiSFLlwcFclafnazbiPXtNBDvNQwMfY/CG1j1LSw0JjXoCjO9zLMIQDLnIDXbYjoQ1/OMRjABlwVMx0c5sbmmCYKOGvSl8C35qCAftCcI/MkVgQECsVGybmmAR+KxpF5WYPxHLmuGx/mZaFOB5EdDnBLPd3R0DSsFLwJMuMAkf7AANz0ZyzzM/e8w2ENaMJcNPrSOKeFECK/cTw9Lnx1vBx4zSlDSVy3nYiv18w7yxBjWQN8ent7olyAbyx2W3gtiqqZ100H2szR60CdljNvGFs3v1p+lnjxnOlDH5+KYiNvGo46+KxYxpAls8/8ygnHkma5KH9xw8s4GylwL2F08wV1uBWyTDIAVRtIW0AVvGaq4OLebGwoJcp54MD+GEhxffzISRc8xwUtEytUw7QHTmiG0hdM+5oTrxed1EanxsbGnNyajElfFL5hnIEjhAAabsFLtxVCYtp0KMtlPnaqt6cs6JvL5VWrtBRaibI0rzTJfL8sZKtgHHqd4F+9epWWurhGYQlnz/wYfOjMsWZZm5iciMmGnHEu2Phzfw6H1LjU3KreFEwb1gnxYQ7gJ9l8/vw54zyhcReV4Dv8xDEzL2vM2IYQlEMD5Kdhg8R6OBHOk5Aos24P9A8oF1KNjYypXm1ooH/Q+l9SCEF8oCMBKo6SZEafgzz0obe3LBL7qxzAcC9x/w47fWjA85YZz3oXTeuWDX7evKb1OhG0ZMkS9XnDxPwkRsuea9AJz7Lphiy1/aBq+iRp4k1hFvl0xoHP8NEjLmY2tWLVCuFs0Y+ig9mlSxfFhDh4XRi9oCRL1F3qcZ8FWr/+Et1x+2v0OifC16xdo2Kp6ETvoAsw/Vrg5G6fk6xLlyxUp4OyQpaqi6M3g1znvH6nA7ju7qKKXQXTpO3NQKfn6Io0QraqLjwVPKavr+wi8rj5WdPChf1as3ZIy11kI9G2aNEi5fM5QSMSRAsXLdRiJ9KXurC4fPkqkZy+6ZZb9Po3vlFXObl422teqze/5e161W2v0TIXpzLLxite+UrxrdYFCxfFb9fxdtxhF8UatnmRZla20dER5dJUFNgJ+khurhpaZQfeioEThQJ0FBmqWL/OuvB++sw5XRgZsy2eVS7La9LFVxLnbADuf+BBffIfPq3nnn/BCZtRFW0H2Ox2uJiXum/VdmCBk9lXeFOXT6WSC9lq1yxHTqzv36+nn3raweYDIqGaMy2R0x7PQTKwq7PgYuNpXXCRFXvbsA4CT80+0MrnzcmoCASee/Y5FzgP6MiRYZ13oe2CN67A/vRTz/j+/ph4403OxeYhiSXsQs78w543vGE/40LqxOSYxsfHrLMkJtq6cP6s+MnHvbv36oiT9OdOn9f2F3fqpZ27deTwEQc9TeteRYePHNaxYyddADkkYIeu/f39ypsfU6YT8Ex6Qzpj/wdMYxfHNe37vIWOnOdtN7Bt/QNlrXQBgkC0Yj/Utq5QEE2STKdOntW+PftV6iqp33ow6/EEd3yTib6HDN/R4WO2A5VIjzOnT7lvl4seTXXa1kyOT/i6aHlbq17rZsjl1FPuMx+nRIA44MRxZjgy2xhsHY3k8I033Og5Z+PGiG+89lnv0emGE4FBQUmSWEfmkvLQHDnOW4ebtvtscjZs2KCbb3qFbr3lVl3hgnJvuSzwqtpvVLxhxw7wk941252cYUJGsyynZdBh5SoRkHd2dgq7Uip1Wz4nXbw+qcxwNu3vgVM2BFXPNWYb0vA8ow7SnnrqKT300EOxP/dCCFEX2fgxZmpqSqWXA0BwwEahcyUXhDtsn8qGE9nGnjSaNWHfZhyIXnAxl3XkD30GXPResGBAy5YtsT4P2Fb0a5ntuQmvUfctZJnY/LChR37ZYI652GVwFEKwzjXtQ6s66qT31772NT399NO+rqmj0Blhr1tvoSMwgXNqGlVMuwXeAKJbi3yExitdGAN+ZAG/x1rQMoQ5vKPsmUa33PpKUVjD1pxxMZKf26VgAo1OnzotdBEe/vrHf1e333W3so6iklxBs7b5Rtmb+eui3aAAVrR+53OZslxOuSTRK26+2XaxwwW4s3r+2Wd10XzYunWrSHSwZk9PTyx2F7wZ46eV4CvFhne9610CN366GV3G7sAT+Mv5wYMHY2Kg37TGb8G/onn34ovbhA5AU2DD/yBP4BpCELSruvjxhItPBzwHY1mHdZmfxjm8pS/XHS/HRCQqgA19Ri5Zg36sg39l3Er7tHe+852RJuD3vve9T69//eu1xUVp/N2HP/wruuG6G/QHf/AHeuMb3+TCzrUuYt1ruXxYp0+f1YkTpzRiW0WCYnxsPOKC7PKzZG9729tMt9eJQnAIIdInmMZZPq+mfeaCxYs0aP/AN7tJTGX2P4ntGY1+bFr4thy/EHDo8OH4Jj8yCH3YzNDSJGcxDbGdOjeiKcdiDev1Bdvar3/1a6raBnV7s5vLJSKpRhJuuf0MuEKHbied0CNkh6QK9EFWsV9r166NexRoiizCw3u/+13b07MxibzACaQdThTzU7BHbbP5u6KnT5zUxo2XCvlAVoiDeQHsY7/xMd3oTTk/67xo8ULdc8+b9cgjj+lT9jnbd+xSLs20Z+9Lut7FzKVOljWsH+gucCFPFHaxv+9+zy/qkg3rxTfzF7ggfd0112rVipVOJiQa8D7mhz/4oRNdO4T9+tTf/734qeCP/87HHZ8tFb57pW3SzMyUnnn653r88UdFTFF3gihvf5blU/UPlHXRtKtX6zEGHejrV0gTzcxWNOWENxtZaISeQhO+KUGyAXoh07ww9Y53vCPamp/85Cdab1g/85nP6P3v/4A2b9mif/7c5/RLv/Rh24y2bUcq5P/3XET9wz/8P0RbuWKVlruo/GkXT5HdHttLkkbI5Z/+yZ+a9hf0mc9+ViMjo0K+elwwWjs0ZD7Nqqe3qJ6ebmHTr3CRf//+gyp0dWnl0GqNTUzohz/8sU4OH9GkY4eLjim7LW9DK5Yp72RVf7mkQ/t366W9u1Xs6dX23S/pvNdohURf/trX9Pef+pRmLEsbLtmoFYYxNb9Wr1qjm66/SRscdwHflVddZb87rb0v7dKjDz1ofu5VwX7rne98l26y/1i6dLl6e/u00j4BGNe70M/fqUPu9jpJOmZbc/7M2fgTv9iMSy/dZHvfI/iP3sPTNEkRWzUdZ4YQjHcl6hW6TIyGPMMf9BvZgUep4yRkiWfQEruTJIl190Qcu9wygayj7/Tpt9+nD3qMDnJER0KwnnndJAlK00Sy08rZbpLwCCHYLk6bny/GOZGFpn0bzzlfbJlear6mhoV7BdtPnocQPFfquOOgY5UL6rDfAk9wgAa8CAVsevlDQhm8sInYu/Hx8bgmtqDgsSEE8QyaQRP6sCZrQZOxsbHok5gjhCBg4x77QWhVcHyL3tKgZwjg3IpzMh/3sL/QiCQ7NMNe5O0j59cB1BCCwAXaHXfShTW4D14cuQY21gQ2YIbH4Iz/S5JE0Klo+ZU/7XYr0pX7zEsfYGcs8ABv2zYVekCjEAy36c8avd6HMA6cPZXwLZwDL/eZj2vWBx7mYU769jnOoh/XyCzwhxCsZz2OFRaq6D1GCCHaG2Sn0zyATiF4fcfpVe8ZgBPbNWP7wRrMB260DvuqEIKQB3AKIQiYWI/5oLP84ZnFLcY7nDMWPJAV4GVe1oA/jOcc+QReaEAf5qQh29y/4PiacewPGVNznMJxnhasQz/WYh1gBHbmYp/HM4MWfTTxAzygmDNflGOesmMw8KeFEEynzLav6bi7EenHnPg04p0f/vCHQt/AeVHcR+UjLZAV5GJ4eDiuFcIcbVmbBn7A7dtcKoQQ6QnMIcz15TnXHKHBfIxI4nyl4y4GIoPgl4Sc180phBDh5FnTeQbwmcO95W1LW03vY9wlyik0gvdZGnTu9EnxwhL7E+Sp6v0XsrNu3XoN2GetWjVkG7hSa9es0yrbbmCpOq6bcWyJtorJAAAQAElEQVTKOh2WoRDm4OYceOFT1XEQfAXGAcf6hUIe0JTZb+ULOdM2Hxs+oPmy7HOEdhFv2yoGwDfwCGHOVjAvvIaOPKfRh/txnHWbcxrwhDBHF64ZQ2M89EH2sXXIAuednZ1Rb5Et8gSp4xt0gpfDho8d18HD5qlzQGMTk8JOkCNkbWJCjvAMGmJHoAE6gT4jV6zB2vSB/jyDVsBCYwz7IvQEfzEvg+AAXegDfugD41qGg7l4xrzgA71ZH5qDD3TDtsY5TWPu06AZ81OURp6Zh3kLtvOM4RlzMSewslaS5EybfIwV6JMkabTHPMdXsMdFn7g+fvyYxi5eVN487/b+pmXbAj2YD9/EOWuGkMS9B/CzJjzKGwbsAn1T+x/wAyfmpkDE3IzHHqB/6Bs8vOOO16rs+KerWIo+qmV8mY85sPngxjctxx1b5Ds71FkqqmobwvXEyzlt5mIt4IVmP//5z+OLQeBLY72L9knoIPwD7lyai/oLvfuds7ri8q16yy+8VR94/we19YqtAn5gyCzP0Ji9zpVXXhljvHn40EXGQ0di8c0ujCEz0Ah6JvYvNHCgH+fIA+N5qejaa6/T5V63q6tkfznleGsk+udZ23D09N57v+v99EHYbr8/oUkXN6ZcvOLljOeef178XHzV+Y3d+w7qW9/6vn744wfN58z7jFc4T3Wp2s7RBscR097DVh1XBfsueAQc0KBh29Jn34PvxxaCL3QEd+Qees46pzwPO8+hL8/BiYb8w9P5e8g9LYSgim0JvpICKusxH/KAjJZKJa1ZvTp+CYB5y+UerVi2RJesX6vLLrlEA/1l8St8skNCb6Anx4b37azFfBOWCeDjHjSlsd45XgjyfmnS+dBarWJ7XnVsMWu5n/GxGu1tzfnASedaODI+hKCG7W/VNjIkUi5LLAN1y2SifD5zDF9UYlpCP2iFPGxwzuLa667TLc5Z8MLxli2btcL7Hui5atVK9faWHFt2anBB2fYziBcASz0lrRhaqRtvukl3v+EN+v/93u/pD//wD0XBH9mBtzt27NAR+yFgg1fQHH2HzrPOw6KL2AeOaZKq4PgXmkBfaMQYnk0YP8Yg//g+ZI8+zMt5+rKeoj/Ex9BT/jAX9IU+yAP9uReCVPM+puZ4Y3p6UrPe41QrM0oVDEPmnGdHpFPB9iME37NNwI4iY+gee8LFznksX7lCmy/fojucQ73jta/VLa+8RVddfbW2OgfAPue1vvfWt75Vd999t7he52Irex9ylyudf+Ql2mAbn3mdJE2VWkfROXACf2Rlxjk07rHmxo0bXcS+LOaIiM3hHfE4eosNorHGxksvjb90w8sZrJd6buwMbcQ1CF7+P3P6nHN6w64V7I8xMXtd9vzE/tAdfMGVOZiT2JL7bdtS5oP+ddsvjvPXnBdMK/QGvYBe+F50kHvYsP88hvngB3zhPnjDJ3jOkQb+Vesfz5Hv+T7wuOY8KzRjXeZAh2icsxbzQ7skTa0TTbWsgznTmtZJrGzesj79oPU8zTkHJxrn84250Juy4zTow3NgA06Lm3WkZB+VCXmbtyfkQjknHiPWPnvmTIypgZOG7wYXzsGDtZjXoClnuKHnPFzcB17wQ3ahRwjBup1apxOFMBcHETsoKH5CCAohKMH4g0Bi5WcSFHB6akYXR8c0cuGixl0wmXaStW5DnNqpsCiNMSwMQRs2tA0brhCCAJRnBSd9syyv1GMANiRJNE44O5ACWMbInxBCBDQyzshhkHkjfWBwgYnX7TkzG/6WGEPRp+mkaqPetOFrxNbw+hCpYRhoIJrLcip2lzSwYNAJiQHxTaiCN+ts8IAn8/N8PotEYAxzM0fLAQyMp8kfBIxntGazbjiaNpzNCAv0Al/60o95WlYEoxPx4RpBZSx0ol+WZVEYQgieqxXnAifG048xNObmCK0QJMbmnfSCNggZyoMyoUDwgUYfg6yaFZBEVcWGLO9AmNbh5HFPb280YPRFQJkbxWm3W5EOjAWO+TaHS4jP2nauwBRCiDAD03z7zzhyjuBybJgvM9OzsSCH46I/8PKNsh4nSHK5TKzPfYKdMcsaSjFt45ZleTubFVq+Yrng16gNFE5idOSiE3VNWWcj/ep2dPx9MIu58lnB+JVi8QE6hRBAScH/5ZI0wl1xEgpjlXntqs/5yZqmi535XE4lK39HlqmzUIiFqx4naltOVsw6YDlz6pRIzIEb9CnYYKSW1YZlDsWnb4fH5z0Wes/LGfgWfC8avHKvOjq7hC7A85oTdPCB+WjQmDmR3+npqWgQLE7GIbGcm0fKyT5cJNJallNoVHRBD7mE3k0/zBcyw96lRU6KLnXRDP1uM4l5TH8CRI68JCHThYJmv5M1sw6EWu5XMz0ZwwYI/gAPusbPSNVdEO/sLAqc2p5v2E78B/f9UD/76f1OMJ2NfOowrsDeZTzhc3//YOQJhQUCihXLV2r10Br19faL4tYyw9hvwxkC+tBUX185JgaQ5aaD5ZqNfM68WeUkc8E0LznhTZ9F3txGOFoNjY5cEIE9QW+fAz70ogt5d+KP37PHAWbm67iD5FEnJi86KTfpRDPfhO3uKmqNk3uvuOlmvfKWV7oocJm6rScLBheKgHfIm8uCcaqZV6NOrp06cUJTDlQpJNadKKYIR7tge6mQU7udWGZXOml9p97ylrfEQEghcWHsaJTXU6dO2hFMKATZrqWxSJALbSdKp92m5E5qWR5btjVtC3m3A0l41u2NATjNOZpeIXO9vT3qNJ5TlpV8Pqe+AdOut9v07rTN6xN06C33aqmTZvwtsrxpkCapixOdnlnq6OrUwMKFtpM9Sm1bBp1MH1qzVitXrdYqB6+dXd1qORE+sGChzpy7oEcefVwXTLvunl4h34NOXvMNbr5VPHr+gjo8x4TpWjRMmy/bpFte8Qq1rB8tyyVv9iH3hXyHcU9UNF55F3eCA501a9frsk2XK2+f0Wy1NXz0mGHr0hIXfEOSU8GydPkVV+qKrVfq3u9/X//y+X9x4vG4hocP6htf/5L+/v/+X/r85/5ZX/y3L+hHP/yRsDVpkmj16jVa7qLyhfMj4k1Rgs8D+w9E+SUYQ4ZI4he87jFvpNM0FUnhs2fO67ALm9A4ny84uM0LHaBguW3bdl104QoHPmu7cOz4sB577LH4E5zYBmR/amrCfCmoZvt75vRpXTh7XgSr5y2nx0+eNuwn9ewzz2vHzl3a9uKL2r59m6YccG64ZINuuvkGrXNSd82a1SL4fts73q5bb3uV+OmkHTt2RtwIDo67SMXPobRtlxPLVwgh0hU4T7mAMGJZzZnfZ1yw3rFrpx565BGPnYg0Wbhoic5dGFW9Ja1YuVonLdNjxqm/v6yFTq68zcEpMlMoZFK7qfMukJ05eUKdlrEe2xuvJIrsXaWS/esC9Vp/KWz8gxPc/AzTmPUMezdrmwJNCHwodCDLTet0yzwmLigWLV+GoVKtadatYtuTGWZss9ExPsH8W651LqIsdoFviVsh16HJsSlNjE26TbjwfVE52wfWOHbsqIveF1xUnlIiqegNdWY/n6aJEstDmiTCXuNzUvN6yhvH6elpFazfXEPLEIJ516lZ8/b48RPmYc22l5fJgm3DpVGn4D32lrHYBMaBF/dGRkZiAq7TMsuawEahI/G89MG2XnBBlLebz3kjx1iDGpPXjDXBNeskVt2yw+ajaV8+Zt4QiNfi5qQm3vj+exdm/uZv/kb/55/9mb7zne9Ypk5oxn6zZRsOjlXbTTbFb77nHq1cuSLiP2t+8MZnd29Zxe4eJblMNXy0/SC2vGb6gxt/M5Jjl/0Zcz3vzTi6go8DXloItteOCa+69poYz0CLhvX8vO0rtr67t0d9Cwe16cordNNtt+l3//C/RXsKnYGT9Tjvta2Fd8gMtq9hGLAZkX9ev+aN/Te/8Q39yz9/Ln5TnA02eAArfOQIjeFDy3Fhp20P8HEfug4uWKAh23A2RpEPSSL8Bs+xX9hI8EJe6Uexv7u7W2xymHPAyRM2j8gK6yIr0OWGG2/QautoXMN2MG/bBxzwGNoztmibfcwF7biu5Y2+PGd9ZGORbS841M1jYA4KGrfurLbtxVfedefrIuw/u/9n0X4RVxS7S1GGf/bTn4lv+wLrHa+9U6+/+w3qKffq1OlTLjo/FzetV23dqkknEdatXae87diYbfNJ2wY2dONOtJw6e0a7XKTas2+v+IlmcIQX8Bw6gi/wgjM+dKMTF+ji5ksv00LH5kOm6+TkeIw32IRed+31jr16FEIQc3EvSVKNj0/EN+rZMDLPBSfNU9ODNbZu3So2k6wDLSjCs6FHRkIIwn5Ab/pzD/gYh21+lwvm7/nFd2vGiYD9e/ZqpwuphSxTwbxYt26tSEKhZ9/41jf1xM+f1JT1Ch5ho+jDvoaiWVdXh2laF2863/nau5ykGonfXgUmvtkJ36AFcSHyutxJkCyf14z1aWx8TMQd2JoZ25PZ6RkX73ZrsX3mzOSMLlm3QZe64Lf18suto8e1zPFOw/49pOa28bv/wQcETW6yPL3zXe80vuO2Px1ibeK3tj110TJdcms6Bom0sL1rB+ngoUPRF41PjOqxRx9yEXGtMhepjx09oi984d+E3QBfq4Xy9rUkccadNHr4sUeUM/xveds7pJCLhcC3vO2t5l23PvjBDypNE613HNCwTe63fi5xLNSYqajlJHzD7bvf/I4+/Xef1q99+KN67rnn9dy2nfrkpz+jd73jF/XUE0+KGG1o1XLLQdO2OVF1uhJj8/Pm+wMPPqR7v/c9/dVf/U/7ve1RTs9787vQMeg/fvof9LMf/0gdjgn22me98NzTovi79tKN6uzp0Zarr9IS27Lb77xTf2y7x7G7XNa0ad5wbHrqxBmNjU5YHmZsSloq9ZS0ZMEi7Xz+RS2wHl+24RJtf3FbTGzwM9pDjg+6OkpqN9p6aecOffLv/tax4HLNTI3LIGjf3j360Q/u0/DBQ3r0gUclbzsqszWVHbtO22Y2HQPnCzlVnCSq217Pzk57jzsbG3pRrc46HmybnqnGrNcvvfRSPKLr/BwzL1egv1wX7IPWrFkT4X7xhRccLx6LfodYBvtAggtekrjBbuFHWvbN3Gs7BqAPth//wUslfY6j+dlr5sSWM39i20dDL9Ah7FSH94chhAgjukU/+bPK8XZXsUsVEoZ+znqszVjklcTVUseV6ANrhxDM65xIPl111dVa5P1Hah3PrI88p6FD2BbWAS8v41i1qCyfWVZC9FHMxxpFxxbYZuAFJnADT2DG19TsJ/CXzM86jMM+sD40oYDGS070JV4KIShvmccWr3U8gX1nHLQEJu6zDnsheFK2XNGfc+Zlfa6rXpdxaZoTH+BpO55J0sQ2pGFZnI485z444weAE9wT0585WI9z+jAX84QQIu9ZB93nPjSf5w94AuM8TejDeObFbkIbxjIvNoNr5iiYv/SFDd/hPgAAEABJREFUJjwDbubi3KYl2hngoQ/9W97vAg/XrJ8mSeRLCCHyiLHQCbiwRVxjo9mbEwNC63l6wRNgoy9rNBxrMDd0mbKtxA+MWy/Ag/vwgjnzhbyYFzsCvYCLIzCHEOgq7tEnhBDpzZw8CCE4JhzVqZOnBBxXXXll9OXAgJ9H7pBb1onrthX3m8AKTOCCzOC7+KYa90OYW5P1GQdd0AV0mHNoDX1pyCXXU44rz5w5K/QWGnAPHOgP/YCf+aAzDVihR4ftADxteN9Ef44KSdStvH14zT6Acfgc1mOetu1QCEGpjRZjp03bguNeC5SW298sW7LI9q9fvdbnLAni2foN67Tl8s3Cl/X0dNveZWLtfJbXwEC/mJt924yT4NCOa9adk7H0P+gP3aFZCCH6rZloA6tRrugfQlDFPmMu39Gwf5uyn+lRkqTmmwxiK86Vpmk8DyE4B9AX96wDLtCyHnyZto2HRmfsK7Afbdu8EELksfzhGfegpS+jrPLrXue9byWXKYWo/8gAOgQ+8IE14MmEY4iKY+bENJTnbbvV7DiJj6ds66dcmJixv8eH8ZIiSfOabUHF8SmNtYEBfoEL9hVZYQ35k1iPgA2Z45yGbenrm9unAxOw0T+EoFmvBd7oE+tAB8ZzPTw8bDpOxMb+dbXjxRBC1BnwyrzHbnsHlDMvq/bhjCEO3eHCC2OBFzhpzMkRGuRtHwveC/f1DZj+y6NeYHOIRZGBlnMt9Eem+QYaPzF/6NBB7ylXa2piQuxVukvdkX/AC44t20Z4Bi7MP09v5mNdkybuqaAXPoc/ucKa+Bh0bN6eQ9skTWPfOG9b6iqWVDb9snyeacR4YkxkmrWANTU/696XdHgvyBrQHHqCA+fkePAF8I91169fL/aqIYTof6EnPGE+aERj/XkaItdqu6/3QjJMQXNyBn6sR2t5T4bfwK7Af/Bm3vmGvPznc+bPskxz6xaUJDnrS877lk4X3XrNm6WxFUtdSh3vXRg5r+uuv1Y33HS9i3EDwi7xJ2eg4VVXXaU3vvGN+pVf+RW9/q67tMr5kEKhU1XDOzNbVS7fqdmK/Zbju9npquOnMceSj4oXEmesc1mat4/udvyWFzDKH/wZ8oSMghN7MuSKc2J3fB4xBzxzd4UwJ8/YF2hBP+QBGkIPYiP2quwbyZnBE3w08f2HP/xhvec97xEvBFI4g8cN28Ca5ZrWwl/Z/rFPrFVm7YOrajkumnVMhh+Eb9CSI/yGtsCNbEBfXpblGeep5Qt4aczbdA6u5gJrYpsJ7m3bHMbBP3CLcNtm8KxYKmrSeZ96o6ZGs+a8QcU6PCNifWQB+Ws1mwL/EJJI03XeGyxyHrPpHNvkxHS0g+TJkDHkpmj+Di4YcBxbtKx3ekxX9GX8+RNo8zu/8zvxBcZLL7s0jgUmbPHRo0d17MRxTTjW5x50Zr4O6zb2GhyAuWb7BS6cY6vow72xsTFhY+nLeHwm/UIIxqsm1uAZY4AVvUGHODI3OEJz6Mk4eA3toHO9UbUs5WSSatZ70Fnnvdrmob24adOMMga98o4JmYP5kJEp+7ScfdpC02vxksUq9/fFtnjJEq11AZUXPZEPaMMe/uabbxY6wIsLW7ZsiX0WeZxVNf5JohBC1CX8/K233hpzE9g5YvKrrTPM8Qu/8Av62Mc+po/86q/GAja26dWvfrV4YfVO70F4jm7d5vwG6zEGGSb2fO6552KeZodzdi94//HM08+JX7M7dOiIDh06LF76ZW9K3hq7T5xRsSxB+2nncTiiZzRwhw/wBpqGECxXDfvPdrT58AHZpsFD+Am9kWPO5+iZVwim8ssyDP+Yj4Z8MD98JQbBXpPzuOB8JTChL+gsfIAf6BDzzh9ZExiQBXiW5XLRd1DIJl9RN3/58iL5vbaBQg7QN47z+Ph2/AfcyMz8OiEEy0qI8QTPEl+3bE9DCDHWPnz4sPiyAC++8bLwtm3bdODAgRgDAhcwcQRecJ3Hges0STT/YW4a68ZmmLENrEUf4AQ3xgWPAw+eMYbnIQQlMLKnp2xF7bYg582kloGcsSGoRMVpuziQZQUra15S4mNOEAEAaVmGkU2VJKmfpRHpKobOimq+2QF0eN6cMifuCnbyaZKLQuDJ4nEeGMaTCAaReaA7nUwr2jl3dHRaEFIlRgJCQ5SaK+YNt7YNadsLNSBwmijnQBznyRtJSZraCHWps6tTeTtcCAHTEVwED4am7pMkqef/3wzL2QGnvh9CiA4VYaNRgJpxQgZDg7BjZGAO8zJXhzcuBEWsUTAczDHf5A8CPOOgjHmAmWeFQiGuPY8XR3eNtOQIrggz60MXxnBkzXmcYCrPGQs8KF/FislbdVyHEJjKwW6nA9lusWbB8HGTcdN2mqwDTMzFOeM4co9+NJ7RgAFc8w7upWBYs9hCSOLc0BYhNoMtT41IQ5QA3gLjrBPVKO6sA8Y0zTlA6rGcwGOUXQpJ6gC8opPeEJ120WDcxp11i51FF+F6RQGn1FUUPyNYMAypecXmF9oDFzADP/OzHrQq2tnRj2c5w1lycspZJE2Mjwsn1+XrAW8iCODWOsmyyQnDAQfzfJOt14kccOJbI0NDQ1rvgKvUXXTs1I5vYpw+ec55lpZwmL3lsvEpiQ9GcdSwo5QF8xm5QzaAJ0lTKQQ17GDhEzybtmxVnZRpW6aDZR0DBp0Iaqp26vDKoKvlYIHgrOLgoW0ouJc6qErcJu2ghu1Mjx8/rmNuM6Y1Bk3uxFzQAPkBjsRrFDoKkT+sBQxt61Kr5VlbQbLu59K8wUyUJEGM49uubEYJWAlsCHr4qQWSznUHOdOWb4K4NU5YcK9tvTx/7pxOHj+lE8dOmtYt8VNCrIc88O1C5ipYHk87EVwwnaAxQcasYafRF+NOAAw+yCUtb52Gz5MOGiac1IT/8Bt+dlguSi68dtDHzmnSieTEFpBn/L2XtS6gbnCSedWKlVrjzQiNZCktCYnJFawrPVq+bIWTg93K0pzq3jhNODHcYXtYnZ5V5Eu1oXEHQl3FHnWVymq2UzVa0snTZ/Woi2xf/epX48+OsaE7bCd6yvLMtyUP7Nv/8jeIpmJwMWW+selBDvOGPWd7mYbUeuDg0PN1dnYpTXKSo4GmN3nyBz7BM/42DE73qJOoJPC6e4reHJt/ls6qZcRdBcxdDqJ7u7sVTIeibWuXdSiX5R04TWvaScKWed7RWbQj7FXefffu3ad777tPDzz4iPYfPOzC62IX39boksu2qOB+jUbbSfPpaPODl6uYX8OH9uugk/MTY6Mq93brii2bTb9OF7a61O+ND8kqZDAYl+6eXi1avEznXYB6xLQCFgo8k7ZHY+OTmjSNC10lXbZlqxazCfDmicLuqdNnxN+C+/rXv6Znn3s2ftMKm01xotN6vP/gQT3+5M817E0nwcE2F0BPujB2+tQpVb0xnrAsEDDMWlbPnTsvzsdtB3DKT738puqsbVOp1CNkd/jIkeigSRgdcgKbny1iM3HaRcYJbyIZS9EUnTt//lz8VuYZwxjMq4o3KI1qU5MTVWGT0dkjRw7r7LnT9rHT1r2a1q5doyuu2KxrrrlKN910g97//vfqIx/5iD7ya7+iu99wt5atWO6i5aB6y33Wwbx9WkmbN20SScdFCxdHm4sulXvLWrxoqQtlZZW6e3Xy1Bn9/MlndPDgsIvrC12gduJYiddsqccJ4RUrhsznDidPBpXL58Q3ndJ8qiQNEbac7ckyJ2NKpS7xLcme7m5Bz6qLeiEJMZGR2o7l83nxU4v8/VH0lj6f/exn409Af8OFsO98+zvab1lC/7BhyCq0xr6Pj00ImW4rKE1z4o0+vhE8bBoVDFNoS/utK+gM/GvYPnbZz3Y4luiwnmRJKgoYXd4oLHZxaj26PDRk+U8VQjC9MqFXOQd42MxWq+U1JnXEPMWmQDfueZkYgJ2zrcobH+QIXEh29Pb2qmT/QT8261yT+KOFEEQ//AYbfxoB+rJlS4WsMw86ij2EX9jMTZs2C5tJEam/r1+rVq7UpRsvUadt8dNPPaUf/ehHouDzN3/zv/TvX/6SKNY/8cQT8U15iuoUxlcOrdI9Dvb5+VcSKsACHAXbz8wb8d7enuinSKjX6w3HdNPeQNdEvDdje4j9BC764zPZBHDebR7jS7GjzCN/2JCAO5s05D2f4ROCsNuZbUC7WleH7dWShYv0zre/XWwuXvWqV4lNMfgzP3wfsy/Mm7b4Vd7c5n4Iczzau3ev5fXUnG2yrZuenNJPf/IT/eVf/KVGXKBlo0K784471OnECLFUPp8ZOglYU8vhHhc/2MhwE9jpg6yxuYf/3J/nN9/0Bt/5Z9Dj/PnztmUNdXQWtGPnNj38yIOqWdbhaeSVCz6MwUfi43hRBzsAv6Bp3UVR1mHton3Pgw88KGzD7t271WV7C+1KLhJAd+AgLmCueRjHRkaFP6rZRrFxw54w3x2vfa1CkjjpMatvf+e7GvSGMmd/udX24rB9fTsE7bdd+vo3v6VP/NVfR39z/OgxPfjAA3rKRcRRb4rwW+u96YS/yAvz9vb2xm8Ewwt+Pg2+8zzxWvCm7iQoP8u8Z9dL2v7Ci9rljSHfvoSP2Fr6wWN0ibE9ljnwRRbBFxtKX3i+1vHAJS7G8pyNN5sg1sC3Y1OhCzQkqcI58CFzvDjAeMYhQ4xjXeg3aRlhH0Dy6C4SRS4AkViE9mxmV1ivXn3Ha/T+D3xAb3rzm20HD1p2OnXZxkvFXMC8ePHCaCPAm3HoB/wDL/R39eohjdo/zVpnkI/tL75o2zgbfQYw8E3d+1wcPGpfk5gPZxzD2KDpvu//QM8982wspD700EPeXxVj0fhV1os0SUX7H//jL4St44WIT/z1/7Jdmlaho9My2Ha8dEIXzo3o+JFjGr04orHJMY27yHfhwjm1vO/JJ0GLBge0dOEC1Z3APnrkgGZnJvV//Lc/0LGjw+brZUJGgXnvvgN6+plnHDe2tcLFSJIL+MZjlpHR0Yv2nw0XRZ9zsfdElNeq9298YwP54MW+NMtZJzp0wvH4v3z+89q7b59mXCj88c9+Gm3soQMHhf5+4n/+lSjYQsMpJ6c77Yvh486dO+PzrVu3aqsb8/7pn/6p/uiP/sgxVreGbLPhF3rAhvhb3/qWeXVIt9/+GpW6S8LvrLWPJGbJeW82T3eKN9Bx3br1Wr5iRbTz6ODo6KhOO+kegvXi4IH4pwCGjx0TP8l8wc/6HNcvsA4d9EYcGUX30e8//uM/jj7t8su3RDmRQqQXiZo33XOPUtsYYq9tTkoTf6D7vOSyzRt45gCuixcvmo+T4ho5nYtPJ+1z69EfDA4OxiN6z/NisVMtJ6nrtjPnzp3xGsF2e63WrBlSsPPr6+tVb2+37XbJvve8Tpw45rmrtnn1CCv07bDM5O0LmRN8mJcjL1txJBb5nmV00jw55RgI2ObhwnbSH9mXP/hE+IZegstZF4R827mVnPsAABAASURBVHClYi36Mhb5QV/R0RCCuI/Oc93l/bYUDGPDuLUij5e68Ios0vCxzC1/6J+z35+jbTPSCTqCS96+IoQQ56YfsAI7cAAvyTvWpS/3mKPi4i8ygN/mOXN0OF4AZnDHBtMfHQdexjFXHOv4njV4Ln+Yh/usTeGchi5UHIOMe88hw8b4i2PWIftY1ioUChFnaIgerLZsY29DCC6yVyMuzI/9gRbQkDWqzpewjpe1/jejTQI3rsEZmiSeIx6TJNIWm3jy5MnIF3CZX3t6esoyUot9wAdYgJP5QggRBvoCr/xhXWBibs59K/7jHvrPBTDSGIN9hmbgN38NrbHv3Gffx/zMBZ7wG53nHnAwD8+w5adOnxb6yjNg5T5H1mSvht+jP+twD3kGrv9vY17gh2f0y2dZnHfSSVhgCiHEwibrQDP6cr/hQgsxOfPhA9BPbD/zQF/6IDc8ow9yi+wkSRrjbs5T2wXwHHN8w7z497bjTPgGf5kL24Y/55iYf/IHPDlnTAhBxIfgwZo0xjM/eZQQgtr+j/vAkaaJ5DwBLX4ry+d153yO26Y/9sjDce+Tz+W8R51Ss1FXT6nTe58pzUyNKXH+4Ny5szEpvnDBApF0puiy0PEb9rm/b8AFsX7vi9eq13uOxPACY8mxC/yp2/8AG/e4xq5AF+iF7MEjGn3mx6a22+DCHFNT05bPurFJ1WwlcrpBLf9vxvuximMO6IRMMBZ+MY4cHtchhGiL5E8IIfIAmiB/9Jt2EduPov6wFjiVnEOsu3iUJpn3BZmCEiFPzMdepWVetdpzc3Ef+vIsGG95jSnPya8gjE1MasowTk3NWJfr0VYBJ7gTtzAWu0NLLRPQIIRg+90b4z/g4778wTcja8Bed9yIjkJP5hqzHCEbISRCHqABMFZsnzjSn1gcvcKeMc+yZctijEH/EIKAv+A9UZrLlObyKnR0Of6vO4asmNataBuYC1xr9vd8ySA1zIwHbtZiThp8RFfpu3TZEo04nsT39ZZ7lWU5dVsusO/YoMwyt3jBQsuY5IViPB/12DCBEzKSWTdZgyP4Awd4cM0cJc/n0RF3ruEttO2yn+N+ZpygVxISXwbLQ86yFCxL7RjLFGyD4QG40Ijj0F/uQ2OuecmIOdkzYceAAbqC9/z60AMaOiUW6cVY+QNtoYVPxTlrAHtqP0bfiouUsy5OTlvOmU8KYi5wjXBbrubHcx84gI0j18zJfCXLbZf3Qk3ne0JI1LaOA0POutS03cp7/5MkwXZjgW51QeiG62/QWue0GMda/f1zsUYuSR1LXnDcMaDrb7hBH/zgh2JxdcOGS5Tl8xq7OKaXXtqj3S/tlhfR8iXLlM/lVLcvbbo42LS+53M58WIm+OBLkYkQQtQj1prnP/fJpxBHUCwiLuQc/jatZ/ji1HIWQnBM0yNkl/0V/KHB77aJSEMX8JHQg3X/Q1e958xZBnp7+yx/eTmFalFr+9jQtON0CpgtF0OaLoaOT1wUxeaLzkexT2EvRkOeiY+gM/AAV9F7NGAAH3jBM46T9vXjE2Oev24+Bq+ZinxAsdjldVvRDszMTNnfXHCh7KCQ7dQ8mius1lXoyFt+mrYZNYELvCzbrvb3D3ieHpXL/abDQuWzDpM/UcG5N+hAXJQz3ZHNaXLDjhFnKtOqmSe95bIGFwy6ttEVeVCwzEMzdKzH+7qFzoWgN+CDren33rW3pzfCS59Z0wldhC/Mz1iOk44ROec++jBvY7A3vFTNsVwuOz5dI2g2Zf8Kf5kLvMdsuxg74j0T9zkHB+CDnpxzb3x8TBOT47YlI5arcc24qHrh7FmdchF4dOS8JibGNWV7mzefO6336Dxw6+VPCMG8MB+8PyCHvMiF0g2XbBC/ioc/Y/98w4036mYXVfllpw996EN6//vfr3e9611621vfJu7h69Z6X7rIewFkEBohx6tWDTkGXy9yIqtWrRK/ZMSvnnAkxllmW8uYUqkUeQ8NoBP7WPY6fHED+8g9/ANyR15i3DlGchkHDxzSU08944LqLsvLEV04f0GnHQfRjzGco0MjpiFjoCm0DSFE+YEvNOhBg28hIJdZlAVojJzBx/kWwtxY+FB0bgI7RL8QgvgwD3o9Y7mYb1X7Bb6UAc/Rw2n7Qdbi25zM27TiAQdH1mM+eJzavufcuMe8IRg225kkTZyRboviKr+QGnwtP6MP82A75hv4Qleu2waQNaAFOkt/6I8NJweFrgAfRVT2Y9CfmA3aMx64kiTxLLION2Nr25YyD/d5zvz05Z7mSKIQQuzLPZ5zBM62vQ2TtW2nQgiRJ9iQhIkwylw0baAbbhAxSSyoTibjaLq7e7y57JIccLTdeJbacdAYz5GFQBYDCNErDopgTiR+LhcVr8fKjHJDcPkDMBUHCI1Gy0puENvtaIiaZhLjeC4jhkFDCFgrhMROs2Xj1FDFG5AJKzMtbkY8nrEhBCUmHojDEGBCICdtKChaEDzPMWvy5fVaYu40TZW+jBdr0lg3BAOhOUYwZ9VOBrg5p4FPjwtuCCn9uS44kMHggi9Gh7nBB/jmceNYMZ2gF7Bx5B5zMI45e3t7YyA2fw8lYJ75xnw08OWIIiAUwFUxbcGT+zTuAxt4ddpJAy9w0ZdnRlE8p3GfNRgHTBzh8fycjAkhqGA8kyRVCNAoRGVGuIE3y+eUmqbgUrThQY7MIhvKyZjcZU6eJ+YVa1S9GYBfFRcymK2Qz0Tr8ma43wmFopOohSwPmBFO1shZtsARw8ODvJUWejMnznvKG0v+VkOHEzvzxrHH8lxw8gE42622MA4ddkb5XKagtgP9mg38hPhWJPP4JlOLbyEg49CKuZM0iXKNMWdNcAEHnMUFG0I2igQAJP0q8NlBODSkH3Dmwc+ONvMxySVindROOOfrDickSqUulbq7VOjITNcsPm/bCEDqts1SyAWFNDgxOGujXos6wdyJ7zUcTFQsp00HMPKn6nNkA2MNDmN2egQUO50gPe3CT8HFiSxXUNsFtVaz7fkaStM0toJpE0JwMFCNCSs2YuhRzUkFHAiG7Nz5s6KQmxn+vnKvHOMJPs6Y/hN2Ij093S7aDAg5hya8UMDx5MkTAqeiAxMCYOgDP5HzZcuXqdVuRR2ddEADzHOwyEauYdrno27Aj7Nnz6hue9B24JkmqdcPGjeOwMdbyiSGKaLyzbs0JHbeM2IDVMKxWL7OOvnGW0KsnRhXihb79+3Rz+7/scYvjgq8cOrOb+m8k/v8HZrRixMuAJzV6NikC1h9CrlOnTo3qp8/+7wec/HjmAt4vX0DpmHOhe1jOunER9sKULWcX3bZpSr3ldVru8E3FNlAoiPIcd1F6YY3fzbFLvZPO5k7psnxmXg8d86O10WyMzHJZf6/DCuJxft+8AMnDE47QDkfi0UjFy5o2javaafY9IYNOT/thOioE34XXcQ6byfOPCNOqF50gZENY7XRcLDWNN3buvLqa3THa1+nm25+hd7whjc5YblSJ5wsLhZLes1r79T7PvAhveVtbxdBSct0p2BJsevk8WPa8eILGnVhqtxTUj7NacqB07QLxhEmO2z0csYyOepA/ozhaBmPsclpJ4xnNDZV0dGTZ3Xo6CldGJtW3d6Ub/6OucD6Sm8aSIzfetvtuvTSzbr0ss1atny5KsaxZrphl7A3y5Ytd1L5uB584KFYhOI+/KtZRnCyFPdOmD8nTpzUmOVkePiog+Ex0++M+LbSeRdW0BeKOrLPy+VytlsTLh5PadTykFjH0F9kGH3Adk+YhqMXLmqGTZQ3U1XrPHpuYVQryDLbVJIEZVlOV1651TS9Sx/80Pv1zne93QmNa9VlHVAiXRwf0TPPPaUf//gnetLF3Wlv4IdWr9UiFzbPeSM75gLulAMbYTCkqPeT8LnRtE50ekPZto9MtWpovW68+Ra9+93vi7Qq2p93mnfl/j5vwBaqu9u8yafe1HQpBkCFvLpcNCzYzmLPkjSNtpAgk8A8hCACdR/i/SRJ4gYee4dsUyQjiKVQxc+xYMuSXKpNl10mNirQanJ8QmXbX4qJFGQMvsClav6laaZzLm6TnP7iF76oz3/uc/rm17+uE04QlTqLKmSGz3axyy2ElnGsGfea+qxDhSyzrE/FQjZBFWthS7AfqfGA5wRYNesBtoVAGFuSeRy02/3SS+ZLZv4knrMh+s/OzkQ84T1zIQ/4J45cswZyUrU+j9vGgQtrUCgmqDvrzQFBNXSReZUkqe3flPbu3qv7vvcDXbTedbiAik1grnPWlxMnTuiFF16I39qy2M/ZDSfA87bBh10A5i1UZIcg8uZX3ByL2Lzcc8b2C1s3YTgq9vvwBPwS82jStrNoOweNn37q6eh7U9Mk+j/bI/oQawAHxyVLlurJJ5/UY489FumBLOCfh9asVq9tVsPJuNQy3LYOMG+3C7AcoQP6RUPfmBda4wfkD+fMhd+HjtCVNRlPAXqhkzDMQbwGDUZsZ1c7Gc0m5rbbbtMSyz/jBgYGBZxN2xzmAhdofI3tFRtHxkODXsdOyC28hh7wjf7wvGrf1QIP4zAxOaZaveJk06yef+E5HT58SCRU3/q2t0VZgK5skphz1rEJeGGnsdnEFMgy90kcjNuW8Jw1b7/9dgG7UY/fzKQwCF7gAMzchx7YDuaGhhwZC7zrN2wQGzc2khRDkIff+p3f1pA3gBsuvUy8pZtZLp55zjAPH9GGjRv13//Hn+t9732vkyO7xHxXbt2qfQcO6JOf/KSeePwJ49O0XTxpOZwUawEThSx4Bo/R48SyOmv7goyxaYGG88859vX1qcvxI3B/4xvf0r/927/pz//8zz13wz6+XzXT9tChg0K+kE1409nZ6WROv/L5vP19O9JX/pBMObB/f4QlhCB4Bv7lcjnay7blE52iHzSnMAHcPK87ydPy8wnHGGOW8ZztF5s0CmVXX3utsD38HRcS6kma6oabboqyj15Ad17u2Ld3n/j7ny+88EJ8YeaJJ57UQieVkSF0G71+5NFHxBHaIKtf//o3bJt/bDk5rO5Sr3ocm2LDvvOdb4uf8O7vL2vp8sXatOUyZYVMr7njTvvTRBdGx1Wtt7TPxc0//ZM/0xvvfpN+8zd+Sx91+9WP/pYaTiwPHz+lYRdQ247BRm0Lh1asjHTDBrM+dgn5ue+++7Rvr+3I9+/T4OACvfnNv2BZWaEPfOCDlrXz6vFea8LJiDHLI8mlrZYDdAk7k9nmgce58+fESxrQs8c2lOfwCdps2bJFvO3LiwLIzvFjJ8Rmnz4Ur3/7t39bH/3oR/TOd75LH/uNj+lTn/wHnTlzTl+1veZlj7p90az9VhqS+HIFL0JssDzzZvf1118fbS128rEnHo8/NXz3G9+o3/2939NnPvOPmu/DTwzbbeqhB+9XLglONqVOzra01AXwuou57WZdP/7RD/W1r31VX/riF0WCBLyQS/QRuX7k0UedAJ/WeidaLt96hfnpED/0AAAQAElEQVSRF/sB/BwvKaEj2OgdLpBu3749yjK29OGHHxay9pa3vl1D9r37XEA+4OIrdLriii3x2x/YSGwK+tFrW8PaJGM4x7Zha0IIQtcXOrnFWHiIHKNr2AkaNF+yZInQNV58gR/IPXxmHuS1VCppxYrl5muPEy+nNGvflEfeTWeSocDBy0nf+MY3df/9D3jNnOVhuXHYqKuvuVp865p5ljkRxNysSWN9dBq9HHCRGRzq9pH0RU6AiT7gMI8P94EHOk867qA/fZi3kC8ohCDmlj/z8PN80IVkbAe6y1oH9h8wLqeFzYcezMWcjKE/x4JxRBdZm3WgLboAPMCMjeHIeNbHLsFT7tGn4SAaeGmsD9zgi/+uu8jEejWSlI5JgcMgR1vEkXmAgyONc+4DA+tO2e5gX3rKvcq8Z5uDtxBlm740dGnMOjg8PBxtyKz9R8E2EPrgqxhTN707vQcBZq4LhUKEAXy4R2NdbB1wgAvzQstVTvYxBvyhEcfE9A8hWAaINyajree+/AEmGtfM71vRHnPNeOhC4xmNvrQQgjhCO+iKXjImH/FOXdif1vPPP697771XR48djWsjk/QJIcQ1mJ+xyBj85yUtEmLwk2fzfA4hCJrg7zxQfNAJ8Ox0whs4gI0x80fggrbMAV3QNWSXGGzXS7uiL0JPoS3rQ0Ng4ZojNjJzTNPjmPjUqZPatWungL3p/RDw8fIE9oF1kJOm5YrnwEJjTo7YZ/SbvXXTeayFixYKm4su0x+fQnKSa9ZlTGZ7TGMtcATfhscyvmH95si6tWot+kTucc0Y5BC8R2zL67YJVSf1T5j+9377G3ru2ae9B5/W5PhFF0Zm40s4/OTvqZPH7QcnTeOqzno/R7zMryvh47IsL15O4WdFs1xBSchFWcx5/wNPWBfYkb9cLlMIIeo6uNS8/2o6l9fVVYyxRwgh+vsQ3McJ8S7zLud5oOeqVatVdkGhXC4bjpaSNO+WKfWaU9MztgtnvW87YTinBY3Yg8Fr9KZg/QAW6AkvUvt2zqF93roFvSree9EPvmDzaPTlfsM0nZ6aVV95QOvWblCaZKIvsDXMb+ZmTejLvFyzRmrYS4512bdy3fa+sGU/PT09q3PnR6xnU3GPiB2DJ7Qp5ydZl/m4D42Zr+IYHdnE9yAfJNAnJiZgvUW+bZrUxRrgA0zgPodXRdgwYjN0f8y2BZlC1sEVHxtCiHIC7MBQ856XtVvOdaVppryLNQqpfCnW6HQs19NTFj7o6quvioUE5sUPMh7bRX6BIpTU1vU3XKetV16hwYF+NesNFwW2R9vGGpOOOZB9eNzrOY2MEgUVLCslrzPgog5yDj7oKEcaOLWcq4JO4DzPZ3jCOX2xa7zUnpnfbfdlHPfoD6/o0+O4J5flxUtpHBVClM+85YK5wJfjfOM+LYTgvXNHtBPzcGTWS2gH3xkHc0IIHDzt3DFe/Kf/AT99syynnHFuWNY4Ni0nUlAIie/7mXFgbnCgyR/G0ZgjhKAkSU2+EPUkl+Y092lZt7rU11eOx7bzY5xj26ATsHdZ/9DjJEnM35z1eZ3jgEt9ntoeVMQ+84EHHowv7FJ4GBoacsy7UGmSaLX3W4tcXNrleOgTf/5/6ctf/Fc98/MnddCx5hg5Te9PsW/ILPPjj5BLbD33kW3oCT+BCTvBvZx1h1a2vvc41qQxfl43umwbOEdfkDnwoD/9GM+zEIKIKZGxiYmpmBs7b72bcr6lWq07/zijc2fPa9i5nNmZqvfXY8o7Hunt7VGXcys95W4tXrpIQ6tXae26taIYWbAtGRkZ1b59++OfsMJ/sHa73Y46lJpP0GPJ4sUxDp/jgWyXppzPIyY+pLGxi8osK2Xvi+ABunzWe/m8ZQ5937Ztm/bs3qOjw8d0+tRZjTtfODk5FeNl7O6RI0ddVDtse3cyPj954rT5VJNCzra3btvUaf4sVrncZ3zylotEIQlq2EcQZ1ejX2hZzruUWr/9UFO2OxSzse3Erju37xTxO3wCZ2IJ+YMM0rBHvhQvul7mfA22AJrDF2JabAu8Zt4QgvNkp6K/Z//AGmO2Q9gv1hh2ngK7Bi2ZExrCQ/iKjcZOQF9oRQy0cOGCuO/r6y97/eVaYLvSmc+UGceWC8edhbwGbTe6ncNA70MI3gtkkRbBCyBHzNXR2amC8ynkryjUFZ3LIjePfLMPpch6z5vfrA998IP6jd/4Db31rW913u06AUMc7xgMWJvOnSMDzEsDZ57T4DOyDT3gL/kbaIoNJh+ATWcM+MH7Y8ePi2fQEfoxP7QOIYg1kL09e/bpkYcf07YXd2jXzpd00jlJxkIvjtC2Yb9Ef3TNKKvDsLJ+CCHKKc95xrr/uTGG/tzjyDV9uQ4hCFhp4FWwLoAj+KF3memODAAv/ZkfWRm3nwIu+E2bdq6A+/KHueAJjTEhmFfWA2BFn3mOLNCf2kTL/oTcaM76A214Pt8XOOkbwhyt4AO0gJ7QvFwux59afsMb3qBf/uVfjj/1TIyPfeNlYPZ/yCEw0hiLT0M/69YZfBFrsk673batbWvuXErSVCGEeA88oBvHYBspzd2XP8DLHLTENkO2x8pyBSVWXow2xOyyQe7t7Y0GG0ITNHc4oZkkOTOPRZueSoqTeAGQrjiAmXESmTkLZkzOBhSicb/uQCsO8P+SJI3j0pcBJpCNgBp4kGEuEkhZllfODklWqiSXqO3nShM1vUDNwkViFCQTr5+ERGpLIQRxzdwwH4GkIRTMOzMzHROlEJb79GGOmuHjqPhJbMAKUWC7bOTBhTnn6JBXZkdJQ6BpIYTIBOajgUPbRA0hCDgYmzMtMgsM83U6qJjDLScBtP/Pv/zLQscY5qC1jev8WNZiPPPQmBfYECqCF44oOfwrOmnOOOYAx2azZcNciUEa43jGXMwZQohwyh/WBg6eswbzd9pIcQ79Kg4CEWoUCJoyV8FKxxE+Yih51iSIsGFnrhBCNBzg4iUiDBy5rjshVnPyrW16FQqZklTmYcsyWdfUxJha3vCmaaKW4adBXxSJNWoOEuFZwbLW09ujDsPZ4UR7O0ipeVTyxqjfCQLo0TYdE8sJY+qWnVknehIFi1YSeYc8YAhxgiTvdu/ZY+d6KNIMWrTNJ4IFivZJms4Zfxt9Esx9NvTQgjlo0KjuDTKw4ej45umM18MA8XzGG3cac9GvbdxDCJarzA6x0zpXVN40DblU8v2mN27Qtt1umI7oXVvBOlE37Vg3M/45yw7FsJYdQd1rMze0lz/AkxrmNE007mJGxXpK8Lx82Uqv1a2c+VSIRfHEvS2RplXq/pnlNTHN2r5GfqAdDnK+kNowXC3DNDp6XvxdrdtuvUWbNm1U20nqunmTponpVNbQ0BpvALpFcIVD6evrF5sBDDZB2YGDBwRdMITI7/jEuC6MnItJWQKZogOhxHBgjxLj3WUeL+CtLDuUpgOKnOnEJtiP1OOkU58D6sz6VjOeTet1LklVtB633Jef9i2YVl0uGCHHoy4s7nWi7DEXD3bt26uLljne/j9+bNgB04TKDmBKdsr5fCFuli66CDk9W1VP/6DSvHlVKuvVd7xeS5ev0bETZ7XYNN18+ZXq7inryquu1ow3hhhyDDffPlvtQO5Vr7pFjWbdSc8zStJUFHEvuHCA7hQsw7OVmia82eNnWJqNtqYmZ3XhwqiDxyknnuqxtbwTOu8iJMEYgVnOOPX1DerwkePavm23GtY/aIadmXDgJiU66+TsvgOHtG37DtN7Qu0kcRG4HL/pxOaj4nWnbb8p3tVMt3XrN+i662/Ups2Xq39woZatGNKtr7rdx1XKZQUnnw/GvzfC5qnqwuiUnezF0REdO3LQG/gRVWendfL4UZ0/d8Y+oyl0F91D9ut1X3stCkpt4xLaifFqWNzz6ukd0CUulL75nl9wgvRuLVi4RHXrf7tleJ28Xr58pfv0GqYFmnbQXKnUrS8FjRvPqdmKTjgYPe2Cc90bPXSfYAndO+GNAI4Yh8q3jc66AJWEYFo1tN+JPYpHFMFWr1mjhQsXW/5qwj5i/9rWAfQms04sc0Ky6MAOPYPGfCOUTSVrTDuI5RcWcvZbDdsZZAwZbbVanq/q+QoxabpkyWJhU2gUdsYsd5NT45a5qWgDtmzZrM2bLzM9Uj3z7HN60QG5/EmsqwQhqeWbxCFrXhwdVdV0qFreeSu24erztGl78uQ5VWtNF2cnVTc/VyxfoSEn3wYc9E9OXLTNb6len7FNqRu2mii2gw/2lGQXbd+B/RqzPo6NjallGkA/aAc+0ACeVl1MPO/CfeznviFNdKkD8re9/e3m3+t1iYs8bds4bAcvV1xw39MOGPm5HviDje52gTVvmVq2YpXueM1r9aY3vFE33fAK3XzTzS4Y3qQrrrhCrMdaVcsaf5sT2uZMh6rXhxdtwwd/ONK4FxTiJiixrOMjwRG/R8MG0VasWCEC7TXm+/r168UzcF/pQgbwMVefaYZ9QnZT62zb/Dx27JgIzNhA4BvgRd56WCp1q4VMh9Ry31Y+32E6N7Rt23bL5gkBy5VXXqkQgvu1LPdVDbogwje1+bvE111/g9asXadcLu/Cwu3x58Lfblq+2RsBEiivcmGR4gC/wBEMyyIn4q+88irb3bZapjMyW7P9xUdCH342mmtknTcswQ8YeKGlarno7CpZjyrxxRBsTtVj3/Wud+kVLj4tdAI8hGAc8pY+xTWgR8VxQAgh4gKdmR95p5Vsg6ErsgE9erx5RgeGh7Gp03GjBx2BD1pyju07fuK46Nth20wx/gMf/IB+6+O/rVe+6lbh06cctHeVSpFe4MW64Mo5+CBfrAkfgIdzjlk+Z3tcUr6QEy8myYV4i4PSNIn06naCDB3nyLfQ2ExyjayUy2X7tE1OXvTZh5Wsvx2axwm7UrAPSs0D+lN8KXmulmUD+nAEBgop+K477rhD1153bZRHYKT4Cg14vmDBAvM75yLoS8pnmfK5nGkbLDd1Fy479dsf/7h4UWHMRUPwjrJvfVm3bp1effvtuvN1r1PFepA3PF32f7e++nZ1me51y0Pb+P7mb39Ml226zHI2GPWIF9TatqnXX3OtBuzjpp0EG7F/mCUxYd7mLXuPu5h+9MiwQlvxZ303brhEFccxaUiUJomgF7D/6q/+anzrl37gvWfPbi114TtNEvu4s/ZdF1RwjHLo0KGID/SjH7r605/+VJdbt8EHuYFm/1mnzjkpwb3Ec1GEg9/YIr75Dg1JTFcdB0H3Tvv41HTLCnnRpoj17d8v2nY97OIYxS9kEPoxD36LuZgXOtLuuefN4rhj90sufl7U0Oo1eus73qEbbr5Jr3v9G+znV7pY/QG95Z636ZqrrtXlm6/QNdddo0s3X6KNmy/Vcy8+r0/8r/+pqmOw7bt2aO+BfTKxlHmTD61Ys8t7K36iGzlDdurwLU3U7TgnOHZau2a1zp45rWnzmp8uQzfYHCJvNNNaswAAEABJREFU0GOPY1Pw5lv/JE/ROfQGvPgpWb5lzFrIPvsAEiT0//a3v6VPfOIT2mZfQlEfef3Ir34kyjU2cNC6ji9iHr5xy7iNl2x0guqchoaGom7ygsAWF1qXLlvqBNAh+/QZUSjtcyw86KTISvcjhilaT7N8Psa0wI7PRT+x1Utsr4AZ2BcuXqoPfOiX1Oc4veaYhV9VqTs2GLQ9REYqLj6tdoIPXj/77LOxwPvpT3/a8rVUiWXixMmTusdxwitvvdW+czrKN7DyBjk2ed2G9Y5vFmr9Rsuu5WTJ8mV64qmfa7WTaYePDsekEOsgmxyxs9COnwyzgdYRFyZ6+spC70jiPf744y+v06/bb3919BvQCZrRoDk6D36j9svIMjKWs1z2WC+xi/gx7CF2lPs0+YMN6XJsy/X883maoSvMwxroHX2TJBU4TlhOWHPQ/PvQBz8k+D8/R8M0xcYAl5eI+sfczAMvxsbHo79jHXiEDqKryCXzhRBigQCd7bJ+AXMIwX6tGXlLX+YmxkWHmY/5senoWAjBe45xMY7xDcdkIQRxHBgciDxkHLBgIxmHjIMXcg9PgJv5oSX36d9wbMWcwMlzxtQ9N/25R4NmWS6LNhuYQgjRd9CHsRXHisgQ+z1wAEfm4sgarB9CsBiEGB+FEGJshj2CvjTWYA7oQGMdYOMITpyzh1nj2KLPOtLd063EsjDnpwvRLrYct8BbXr5FzuEN8DMv8wAr8zAfcLI+cHLkeQgh5jQoZuIDkjSNMS194QFtfi7moTGWeUMIYi1wCSGI+zTm5UifthTv+xDxBz58MUf6MJ54aevWK3TXXa+zryybXsS6HdFH9NgPQVPGszZw0ZBZaEZcBnwhhCifIYRIF+alH7yALhwbjk24T+MZPJqXb/BEZi1s/wEntmZo1VDEMYQQ5RacoCWwgye6xD2uoR+8wsb1We+TNDHYbRcjNurKK7dGXUGO59dHXqED45mHZ8gxiVXiQ+JuktHcK9gerrO/xtfTN0kSg9qOjfO8fSTzMHea2MemqZIgP29FeoAfcIcQ1OEcEvLO/pUXQf7sv/+Zfu3Xfk1/9//8nR595BEXuHboe9/7jv7Hn/+Z/v3fv6CHHrpfu/ds1wnva7dvf1H79+528n5Y27a/4AL4d/X9739fzPP008/ouede0KGDhx2P5GOsAF1YF3rDM2DlSE4CWDnnXpbl1OGiaSHfYbhz1vGW5aBh2ueE74IG6AI8y+fnZB/6dzhmyRzzhJBE/ixYsFjLvQ9QyGlyakZtpapZt5EB4JA/IYQIG+vCYxrzI0vQd9x5jmEXLw54v/vss8/r6NFjcW7WA2ZkEr0n58PeBZuAbEJ/8IVvXLMeLYQQZRn5gt/ILbay7H0Ba7J2zbF024Eqe/Xx8UnbmlqUZ3CjmMPLA8Rw+DNsOONprFezXCNL83CAF7BwH5ihDTDjO7jf53XROebCX7Ud50Hjdrsd8UQnaMwNfDzrdG4BWEy+aB+qTihXKEJ530zfA/sPCv4To8Aj/AH0weYODw/rBz/4gT7/+c87DzJu/epQ3vIMTPzyQdm+jTwL37JiPfwczzji51kTutGnaNnlhdoBx519vWXP1Rn1CtiAl77gT+OcZjVwDrCp1HxI3IL3Vx0deXUYBvZizAu/Yl+eu8Hnhv0fNKExN0fmDSFEm8Y5jXGzzsvxPIQg7tEy22rmZy7wBUbOmQt84A3n+v98WoavbZ5Ye6P/4/GMY2eKJxcvjmvKeaFJ0/3ixTHHULOa8drwnvna5iHjachZ074uZ93qdY4T+zI1NWm5qjlu63Ksusa2IR9tBGtA8xBsH6yHzFV3bhUejo+N66VdL+mpnz+l4UOH1WFbs3bt2vjraNu3bzeYbe+RuvXAg/frM/y5hft/posuEuJzH3/8Cb2w7UXnsqaci5rQc888bTn5ufeLJ8SXDpCNqmPYae/P8NPINjqIrePFatZB/pB1bAWN/uAbaWzdb3nPBLz4IfpBW2ISYijsA/JITHru7DnHHQXVnddgrUa9Fe3MS7t266mnnjUdZ9VX7o97rNWO3bNcXgXn6Xp7yio4xwmNqBscccH1hee26Vvf+La+/O9f1Wf/8bP61Kc+FeNLioPzuDzsfQMv0rLHf+CBB+JzYmfiDewlhcoDzpHwogHyU/DeY8eO7Xr+uWdtX49HGcs5P1mtzXrpdpR1bFW381gF28mZ6aqGXUx9xMW0r3z5G/qrv/pr/dM/fU5f+tKXfX/YNjgXi9/333+/vvvde7XLeLJvh14hzMlwy7LWbLTk1K96ustavHCJ21KtXDmk5c6VdXm/ERRUs40JIQjaQn9syZDjdWJl+IVNwb5hJ9Dh+XvQovCyvGDD6AdPOKIT2FF8sxGM8XeP60bwi1wRdIKHY2NjUQ+QbdaGXrxMCW2BJ2c9Y07WQYZ7bU8GvSfoLpaU2AOo1YjHhuV51vu6Fjph/5iz/ocQWDo29JMWL/y/1PPm8pn3xhUBY9V7W+iA7LAWcomvv/LKK8WvM7Anwl5hW8EPWc6ynG15NTZktmVZxQYAc5KkYh76rnAeifwMtEsNG/3IB7IedGCPcdL7FRo6id5ga5Hr/fv3x73IOe/B8XkHDxzW05ZnfiJ4zLoLzaAptDznPTE8QV9YhyZ/GqYJtOTIMxowQPPE8YS7RN/APc6BP7PuzTfoX/K+rdf8IzbHV9OIX/AxyAvzsDZtnhbMFZv5ACz0YU3ucd32CTklYKPxjPu+7dggVd4wwEHgpjEemOhDQ8aQCWCJtDUuyBa0oD/3b7jhBvESLv6V+K3LexXsB7Sm0Zcx6PGRw4f10ku7nL8+EHUCOskf5B4crSpRb4GD9f1o7to8Ta3Lbdt1aNi2nZ5vIQQlLRTRwpEkQT0O9JkM4QBIBA4mct6wU5q1M6i4kEAQ13iZcS1rMEyRP20vAuIQAmRKTipSqPFtA12Pm1CImaZJdJ49VpgeG7kkSUzUxEYytWDmFT/OzPi2QmI7r5bVqR1b1YlUlAKD3DBMwR1CmDMqGEkYjPC2jBPzAA/FkJKFhHPuzRMPOLnn4RE+xtEaxq3hudsmFvDSnyPPaMxBm7EDPGfhh0kkiEdGRjRmowF8PJux0s/OzswxwsiwFmumZgrnZYIJB0XABiO5z1qsUbPRmDvOBWQNwwRO9Ovp6RHjgY/+IYR4jeJjDBH87u5SvMecwNo2E5gDPKB3CIivTPPMjritEOauWaNtvJEBeIiCMY7GfRr8Zt05HGdiYOYhqjkwm5muaHJi2nMGJUnq4NqBtXEHb/CZnp7ys7Zp0lTkLEYyaaujM1Ox1KHu7k4pNFVtVBTSOb4CGWvKH+Bn3chnJ0eaxsvxq9iI5Gz0UtM28XrualkqRPwYQ2CIUsEjfjKh7rEUOaEjsHV2dQrDizxXaxXLQ00UC+ume4eDUP4G3GxlNhq8ESdJQpqIbzifs2E76zYzXY9jUq/PfAkwQJSWxFsQMw40oB0N+JtOZFqgo4GedmAFfYMR5cjzWSeR0LOW8YMOPGsbqZbnnK3MaKYy/R9BGH3nZW580kG8Nx6SJ3ODbkXLPon6gcGFWrJ4mUrFbhW7ilEHwT8E+kqszVzQlnPwkD/cm79GLhLzJZdLbASD+ss9Kpe7NbigT7ks1ejIqNvFmECF1nxrDxqxEcK2eLpoB+AFCT7aQQcjXNOfDSjfUKIvcEBHcGBdNm+c04BHhrtcLjtgWK4FTszkfJ0oOLiqq+JEiQXNCcqSuo1rGhI7koZ6De+GDevE22nLVywVuLRta0q9PSpZr6BvrV4V69dtA/Le9OUd9HR1lVTo6FJf/6AuvWyTtmy5UkuXrbJlyvTkk8/q/gcfU2dXr4OlHoU0r7UbNgrnuWPHNm178QXjPCkKqBexEZafHdu3xZ++2+3E84EDB3TOhdGak4hpLlOa5hzsdmp6qqKmi6ntVhAtTTLls7ySNI30PX32tCZnpnTchamnnnlencUeP8s0PjGlkdExnTh52hvovTEA+/59P9ADDz2iadOl7KLrWa937NhJJ+NGde7ciGa9sWrYF+S8fi5XcFBacWH2qPbs3qd93mQx35Ttv4xb3oF6w3AdPX5SR7xhXe6N73on2rG/pxwsVG3zjrhA/sP7vqdtL7zgwuqYKHIXnSzuRhZdcMilqdIkUcG0rdtuyEq8aOFCJy0u1ZvffI/e9KY36cqrrtScLevVNU76L1+1UhSaR7wZmXUBtdRd1sDAAtO8JCOuc+fP69jREw7aJqJehRCEnRqzTe60DhPAQOvjR4/qgvuePnVKu3fu0inTCfk8adixEysdFKWGr+AAEh2g6Ergs3MnRegxEQAdPnI4BmfYy3EXkY84MctaixYvVqcd+QLjgpNnI7HC83U4YRCSIF7yoPHTzGfOnnURd78o8jabbSVJarvYUgju5yBQIdE6F/cuv/IKy9N6dTvIGXTRZZWTyyTJ0Y9u07LDm1NsGfgR4I+OXNCZU6dVtY2oO4i/eOG8daKqVrMh6D52cVTDw4ct413q9ZwEad3FzmhPXnrpJY26sI+tBp8BJ2jBp2D7OGE8SRKdchGaTVTVNhT7mzjAGLD+SW3LzYygIZswNmknTWOKZGw6JsYvRhgIVDdYXgjSoG/FRWD5U29UDV+wLg+6LdTg4AKtXLkq6lHDdrjqDRvHxHJTLBa9mSyJ88rLATIBHkETR/wn9gQ48M/0z5mmwWPpzzVHbBPyAX+woXUXQShWc03BFhmgcR9Y++yvaQXzE/8Ifzdv3iyCaGS107aGzc6ePXvjZuorX/lKTHTis291wp/NJRuckmOjgvWoq1hSr+OAY8ePmwKK/LjCxSWS+v/lv/xX3eiC5hIXLoJpPOakOd+8Y3NQ8PoKUj6fNx26BWzQFXqAJxshns35m2nxWeIC/rT9SsF27MLIRU1bn1vWefg/MztlOEq24YmyfM425YSgATRHDlLrQxKC/XN39Btcy5+W4yzWZH3o0TD9WJM5O60H7hJ5xHM21729vcJm0zqtk8yNrCELvMTQsgxB/0azqSn7TOR6xvwF7rxxJnkYQohyNmtc8Bct96U4WLb9btiWrFi6QuXusmdqqaMzb9rk1G63om6xHnjB07Z9qR9E/nCvZNsUQojwgh+bRHwx8oRuIUvgG4LtscdiM8yCuDkFF+ZDTmjMBV2gifwJIcT4wEBFnsEf5Ib5WIN+yPYVm7eItY+fOKEXX9wm1qXPwUMHvQF4yQW2SeOTmgcdalhfDluPd760UzXHUa+47VY17cuOnz4lZCVJE/X09ggZTZB76w+wsVbL8cekCynurqWLl6hRq8eC6Yply51guWCbeFKLFi6KsFy4cEEUxEi+IfvzeDbtH3u6e5xkmVHTm/nU+gUd+Vtsq9cMWZZSsbHJ+b5JEPkObshlzbCwoea6Yd1GHoARWjz66KOCPoO2PR/84AejzO3atUtf+9rX9JnPfEZskl7n4hjS7PAAABAASURBVDHyjnx2m+8TU1OOGetKspz4GSGKYH0DAyLZuci2+PbbblPb8JJ0+/mTj+ueN71R37/vXvFNjN6esvHMxN91OX7ymMYnL+q2V9+mV7zyleJvUyMz6Cd2Gp6z5pz9sE21/O/ff8g87VTZSZyP//bv6Xc+/rtatWpId955l1asWKl//ufPOelkm2y7iQ6QYATvyAeP7+3pVk93UeXebq1ysW92elKLDHvJNu70qZMad0GYzT62jXgJfeFv9vy3//bfbCMHDXsaaYS/mX/hAhovcdFybGzMPnLAsrNL+NM/+ZP/vzZtulSvvPUW71Uu6iUXjZFvbCR2+6iTTBRr0VfkHfv1nve+1/HERV3vDavNReTrPzjhRpU9X8jU4WRVp31Qb1+/Lt20WacdD+87cNC8+qy+863vRL176KGHop/DLvA2O8l7Xl7q7e9Ty7px8vQZ4UdzWV7w/9DBQ6rXGiLZyq9c/Nvn/0X8/b833v16XX/tNfrXf/mcnnryCS1etMhxeCW+cIA8QBPkc8Rx1t13362tW7dGGiF/yNTq1av1S7/0S1HH8cvYfHQMv3b11Vdr5cqVCiFE2w2Pxp2U59czNm+5XJdvvSK+DHHA8SrzL1++1DQcsz5mQkZCCHFe+IMewN8++wuOyDh7ixCC0Af6Z1kW1wIG9DKEII7yBxlDF9AJ4KA/9m6/ky7Yg7n7iWWuHGMk5mKdY8eP/QcMbcsW9+nrKS2jeQ7RDuH3prwXm/UeFv53O47g1wFCCBEX1j5l381YEr7gyznzAT9rca40iTpH/Fy0HCfeF8x675rvKCgk2EnFYixyiHxRVGBevhWKL2AO5gNf6MY9+Ae9gHHbtm3RPhcciy2xPHMf2KAZ8Rp0gT7QO2cfmbc/pA8NO8GcJFB6bCOQZ+7xjLfWoTW2jT9dgr0mHgBP5odQ9KOZSVHGgJFr1uA5sGP3uU+DLyGE2BddZT5iJvChcW8SO2X64ONansRhr7DTvX3lmADm132wMeAEbtAmSRKBPziyBjDwHB54iihPyDbfGIfnxD70oTEH+HCkL7CHEMR4WtWwMGcIIc7DWiEEzR9DMA8tR/N95A9wINeMBy+OyCb04By4OAcO2eEllgPo6qGatk+H7vQfHh6OsgbtgAsYOef5/HrAMT8n58T40JG5WAe+0uADzzscU9BCCFHegYP783AyjnPuQ1uO0Ic1OGdd6MY15/CPMXUnounnaWMMWzPdsixnOibef3Q6jGhbTOZoyLzYEmI94GIu/EWSplE2gId7HGkhzI3jnLVCMM0dXzAPNOFlSRLP0JBxIQRNuhCDLUY3Ox1zvvc979WNN94c/cyM46ITJ0/EbyKNuSCSZalzK53mb1BHMVO5t6RR7z22PfuMjjqxKMdGXtH2+aSqjp9a3ovs33dIe/fsdzxaFi+Poh/QG3/ONXoaQhB6DczAyZGGbGBP4Gk+y8fiRtP7xfPeZ05PzdpWl7R0yTIR86Ej6GTmGIFxDccC8+tcc801Wr16rfcpJfuQtvq915ucnLY9mYp7FeSEvugGtMuyLMYGwIJt37Bhg/fpW6L/m3Gsm6ZZHDvlAm3DsQD9gL9lQjIXeof8MSd2innBk3lb1gFwm7G9TDQXf3KO7aTxDFzgDzwHF2KANWvWibZ+/Vr195e1Ob4kuzn6a2i0yP6rXC7Ha9ZDNhumQc3xGPABD7KzcuWK2AeZYK/BGiEEsR5rzRg/7CEv6DEHuA+5UMIzYJ+HjWfMD07MxfwhzOGz0PHe0iXLnWPoUGdHMeaJGAucy5YtiTHnyZPHo/9oNOpRltFjfBLwVJ1DQDf5if8dLtBVZioq9/Q6L1j1HqUUYWU+YIZmtJx1IjU95XgUutJ4TpM/wOuDkuBehhM+hxDsJ2vi18aEnvhaluGCZSifpcolieWlqTRJDHNntGXMw9ocQ7C0exy2Er7P06PNQm704R79Q0jENfBwrNkOzD/j2t291tzeYv6cOaE3tp5z6Azc0Ag9Am9ye2mai9+IHPFebGpq2nStO6ZvRpsI76d9jy8nTTs/OD425hhud9wLw4+icynwjrmCgv1DXkbLdmEyztGyTJMDO7DvgPNIU+Jlw7Vr1lgXBkWst81+lfibP/1B3LRk6WKR/6cwjo0NttngvNNx9759+4Vc/fgnP9G93/ue1wmOm69WyzTv6OrQpss3qW+wT8tXrRDx1mLnQNCbKfs65AE48bMcwQv65e2noQvyQ0xIP2IwfDTw0bfD+z10cX4e6E1eg1wC9Ovu7jXJg/Nbu/Tggw9F2LZt2yHw4sUi9gwHDx50/mq/+IWST37qH/QP//AZ/du/fUFf/tK/x5dIHn30MT35xJM6e+asw9lED/zsQX3xC1/SJz/5Kf33//7f9fjjj4tfBeLXa/7yL/9S3/rWt+L88BXa84sFDz74YPyWLy83/uM//qO++MUveK/yVf393/8/+ulPf2KeHdQjjzyiL3/533XfD74v8iLkRYmz2eM9/8I2nT591rZujfcOv6e3v/0d0ZaXnCOAPsT8j3pPxJ/+wQ8Qr2KrgOH8+XMee1pnzp6xbZuwz8vU7XHFzqIKaUGD5UFt2rhZmzdt0RbvLbHdRe8rehzvdZq+8Bj6ggt8MUGFHYI38Ah5P37smICVdeEL6yLPme0tdnbLli2C5/gG9rQc59fBf8IDXpoFdvbr8JH1nnzyyfhyxte//vUY47VsY8+cPm35vKB5mFjLIYToP2YdGPFedGx0ROSwpibH1XSuNp/lVLA8xb5GAPjBEfh9qQirnxetM1kus+2oO0c4HnUFHICV2Im9Gfa4CH0cL3IEJmQNOtDGDANxLLLKfhCaoOvz8CLfNOgEzMSwnM/Yb9D3gHO95IXJIRL/MAdzQhPoH0KwLJ4RdDrl+JsvzMxMz/r6pPOOw3P1B+9tmBe9ASbWYyzr0Difxxvcc7axHLkXQpijh3kHfaAVR/g930dBCh6DvUKPsQ/U0Ogrf6AJdOuw/EAjxodgm2zbCJ7EKeAEbODlIY6ZmrZLDYWArSrEPRP3m/Z1045liAGQFXhIAwdkk/HQlzVZizgXmVu5apWAh2eMhSf0h3/wk2fAgOxhD9AhYAPuWeenWWvWcRJjoSPn9J82n1gLmkJLaBJCiL4OHlMUTtJUOdMvhCDgB1ZgdjG1ZWfRiohKQRA1TZMIaOpBIQQTH+fTUssJm6YTsiH2yzxOXqQWnUCWFazIBUFgAGZs0cJbcoIKYid2bCzadOIrsaGGOTT+JkzJ/ZrNupMyU5qemlDDClJ3sJqmiYmei3MyB7CFkCg1XMyRJIlCALZ2VBASNLMOKhBiiCx/EAhaR2eHclY6xnqIGAsssybsrIkKoWc8FqJATJjIejTWBi8axn3+CG7d3SXDmHm+EOEKIURaMg/zM08Ippib/GFu7jcdPAAj18zPXDSEwN3Ec5hZs4CizIxhTvrzPITgNRMBHzjxjL48Z01oPWPBYD7wD2GOTsyTmQ6ZhYF+0IHn8ge6zbe5fpkD2aL5mo84djmhzhjmZt1CIR9hAI+m5aJp3urlD3CEEOJz6FW0geLbCv39/Sr39ah/oKwsnzqGaqhWnzUfW6ZfiOsoyLLW8rOmJlwcxMGioHUrHoWIvDfqSY6xLQf/VctgJfZHKTAy0AK84FWnYc7yeeXNfxLSaT5TCEHBspM3/DnTArjBu1KdFRvcgvsWe0oOxLoMY2b8Leu26Hlv6EMIahhX1qJwSVEkdRAHPLnU/bwRaTgJ1JnvUiHriHA55lBnZ9HzzNGRzd+CBYOC32UH0hisTifWHd8J2sqfgtciSdjpJFXeBT3mj8GLYYs4ZXkBTy6fqdFqRvlnTIfnSZJUVQfjFcNhqirN5WMLCTSbM2oYkTE7BmQf/tOQCWQOuZnnXz4PzDll+Zw8XAot1aybtXpFXcVO389EH+bBMcCnnOnBeGhaKHQInnOfAOfs2XNxIyR/GOeDLtg5JLYJhUKmVUMrXNQsCt7VnZg/76IXho85e+3gCOKR8xCCUstAkkqM5XnNdiPaAAefBNqFLC/omve8uSwo5zVGLpzTs88+5UT1c9qzd7dOnjimJA3qLXdbjmYETaBhahvT42CtUa9LIVFQYrvUtHx2qK9vgS7ZuEnXXHujk2s36oYbX6GbX3GLKALXTPeOQpcG+gdikqvX9qEJXC7En3My9cD+fU4+5nXZpZeKt6Aolp13ME2BsKvUo2Y7sb3rtC5kQp7yMVHZ6XsFTVcmXagruAB6Vmk+0aEjhzRt+1W33jUdPFPw/PnTz+qn9z+oBx9+VCdcJLwwelGnzpzThJMYFRet6nXLijeSZ86e19Gjx7XbRZ/tO3ZEJw3vkQsSchfHxr1mh1Lzsqe3X/lC0bagRwXj1mqnWuoC6ituuUV3vf5uveaO12rpkqUxOGlb/oE7DcG0z5SkMk4NjV68YH/RMuwXYiCTponnK2n5iuVi47fVicr3vvfdesc73q4rXDxcvHipli5drvUuSq9dt04hpJbxptJc5jFD5teA5847wXm1skKnJsantcQbwaE1ay1vg9ajlmadsJ+drbrwUol2goCeIiqOl/N9e/ZYFp52oGtauXjR4eCABD5BODYHuSPIv+jiI/IVQrDs15SmqZoO/JBN+mFzFrjIOeRELceibR39K9WKsA+y3GFjcklRbAAyyyWJhUMHh3XChfDnn39R3//+ffrJT3+m53wekpxlzPglc3pc7OrW0WMnNOHNVct2iEAaO5ykqUadLCHZkmWJZqbGnBzZ4wLxC6rOjquvt6hLL1mnRYsGFDzu4MF94m8onnSi5YTxvfc739ETjz2qhuGksDJuewDc2CBwR4exVWedeCGwO+cibU9fWcuc8F+/fp1h7BMfdHWhCxYmiTcOh1TzRpuCRitIfQP9UpI4IbNcy5cvN1+aMfgnaTjiIsHpM6f1wgvPOQkyYv7WVK9VrGM5y8moN5r7BBx8g+ui+w47+QZMFRfX4FNvb6/ytk8F25gBFx9IHlA4IthaYnlc4UIGdg1a1exHwYuxieEB5oJtLPhhh6empqz/lcjfk6YNwXK3NxzYrTHThbHYRcaiJ9AE/rMWskDC9ifebMIbArrly1cYp4u6+eabjO9Jb6BedEA8bPxbUXYoHBBUQ29ouNy0IZlNwQIZ7ugqqcvrB+sf87MusHIMIYhxhUJeebdgfMCRe+AFTcCTYjB4hxCiPeWbzL1OblRdYO/uKWpwQb8KHZl1Y1Zl07JgWrYdlyAH4ApczIfswocQguq2yehJatnLHENctH1hbe4zpmKdgwY8y/s5/KJBP2CZH4f+Eeju3Lkz0onnHfbryEqn9Scx3jX7+7p9bduy27CPy+WzWPBirZz9NnOdt2zOWi8a1YaCbSewUnydshzhd495I8jmFZ4BJzDAuziH18jy+eiHGQec9EGf81neSbA1EV9gY4NYNFycM5YGHTiCK/fxgdBM1Q3vAAAQAElEQVSJ4H3EuiJ/SNrP+cGC7VTeNrAd7QfrMF/e63NElpC3JEktgw3xMkbDCkVR8ML4qHK297O2/zt3vqjunpKLWxf0la9+Rcj8ug3r1bRNRwbRE3Cl8IDtAiboDE9CCFHGiV1OnzylCdv4Tts8fhp6wEWfnOWo6li4jJ+1voBf3PQdOaKNTky2zQN82FFfh3ZboxdG9Nxzz0fbhd1D/tqOoJBTNv9j1htwR7egT8L8lg82lG3TBnm/4YbrI/2JEdBp6Py2t79dnKMTwEojKcimnZcM2LCDF4mM6669Tm0bGmiYzxV07sx5PfbwYzo+fFwnzPsJw3Bo30Enj0d0+WWbtHjBQtvDRfrkpz6pP/rjP1KSS9Q/MBjpgi1f6WIaeEMvbAB2hXiHvYrUVq8LniMj57Vt2wvK53Ma9caet9pffGGH+GkxEl8HDhyyL5yOtDl27HjEBf3qty3Mm9/o5l/8xV84sXJflK9DLs498LOf6Pv3fkfIctEFASOlbS8+r//7b//G9uOUfWXRa/cKuWHTb/JZVRKhq/h4WW7GvSmddOyzbcfO+EsOFChPurD+xBOPRxiQTew4/g8Zzzl++tGPfhD9PPPBKwoAyBTyQwLlQy48LnHiu2RblKQ5FSwvA4MD+pVf+bD4Ccvv3/d9MS6XyyTLV8M0uvyKreKlh7ted5fe/Z53Rz9x68svkjzxxBNCFigOy589+w9ovxNe3/z2t7Vr9x5RCLjllbdq48ZL9eADD+pJF0yxie91QZdkTGq7U7Dd/q3f+i29+92/KM5PG0cSM7xIxM8PQ+Pv2Lf967/+a6Rvl2PipuOygb5+ZUka5b4jyytvmBkPzvw9pVwuF3HJm0cUXVOvtXDxEmMUxN6jYj/ZtE4CO7aKxA4+CJuCriHnI45lOfLyJPIOr8vlspIkFTYGewoPW54HHkALxiPP9IWW3GPMYiclgYn+qWFBB3jRpuQ9dZIkmnJMx7MQgtAf+iK/2BLmxC9gD2isTaM/c6GjJNQ4Mo75aDxnfWgADMDZbreEbeecsWmSRBvGOPph/8xKsz9EGxdCiH57rwu/p5ykXGT5KfcPqn9woQ67WL+Cn/j0dTuk6uvvjUncpu38iRPHYxyKnM7DRZILnOATayGXrAfdiTlCSBwvZPHlC8a0bZfAg74kRqAD/OAlMXw1dMJW3XbbbVEnkHXoyvwcE8dq6D8N/BiLH+UIj/AdnDMvPozzEEL0YfCPeYCRNYgDgBN48BPARh/5w70QQrQ70JRnTdvXJcuXODFdVis0FXJSq93QhJOGNcverGP9Se+HkTXWBgZPpRDm6A3fkB9g4Hx+DWwZ40KwHNt/w0f4OWtbj99gjqb3EPSfj5cYzz2eATtwcwRWnjEH59znPIQQ4YBuXMMj5gIW7mFHGYdvgq7cR76QVXSGtaA/POSc++AIfbkOIUT9ga/4FcawTgiWuSyLdgD4W8aD/tCmbVlo2C/O6wvPgQl4oMfw8LCgwWkncMGDb0sDN2OBk37za6H/3ON5kqbRhnENHA8++IALHbvMy1nfb9pGS6yDrkMj4ICO+ChoyLftgZ17NO6xJrgCTwhzOAEv45En9orMR/8Z7+O8zVJLQVXv547xUqt9cq1e0+vvvtv+bbFle6GSxLZuYsq+aEoT4xMas7+vOyeQ2c512Ibmbc/zaaJEdXV1pOopdSgNDbUaVe8demPMmCZJ/NlX7CE2HB8MrUIIkR/o0yonNrFVJe9fC96LJUnOvqocxwNvznYWXwqe0D3xnLyc9fzzz5tWbaGXOfMwZ7iQE2iDjENfCq7E9Oj6gPfUXCMDjUbLdqNsGNo6ePCwGIO+MUfTz9C/y+zvKchS2IYf2BX0g/U2bdqsLVuu0MDAAplQCiGIsSEEIZvobct7aviSmt/cA37g4uUsnsNXWghzY5DdJUsWa+PGjfEXC/iFAOzX0hWL1FvucZ7jnM6dO6OTp47rwIF9Gh8fEzDRmJt1aMgYdGNuzsEXOKAd94EBepIgRkeQ43mfjuzDH8Yib8gMcjU/tsP+GzyhR8l+hOfcYx30Ef5ib/mmz4033qQVy1dpoH+B9wh1rVwx5ILPWsen9WjviKtZn1iN41NPPRX1iXm4R5zGXD3dPdHXnrMvqLvgCozAgByAdwjBLEiE7iY+z4VECQGi6W/nK/q17S/lD2OrtoXg17ZfqjqepPG87fx0zTZtdnpKLfag3idOjo05b1Pz3sAT+l9QiLLCPPjyeXq3PH+8Z/vR8L4DeoQQrNMVryrjXLOsNeM5z5AH4GIcOMAfjszBPY6zttccaez1KLb97d/+rT75yU/qr//6r70n3B7lH5+y0IXsAcehux0Dfetb39Hx4ydchK4oTYPwPz/80Q/1k5/8WHxDkZ8gJ3YAGGAlZoLHwICs9HovN+o4ZHRkVKuGVlmve5RLUrEGMgHcFHqxe3zLkkLXQy4IPv/8c+LXEZavWKa1a9dowaKFWrFylfcb3TGOIvZDZhjPOuu9J2At9midzuFnhUwV5wVnvb+kFUtdznd0q+B4qq9cNuVlWzQZ6T8+Pu6i2Xkhy/sdJwAHBV7sAjAyP3KJTmNjNnit2297tV55yyuFTkH/3bt3x/iQMcNHj8Y4gELrV77yVRc0vyS+Zc2eCLnk5b0XX3hByClrm7U6xYuK4xd19dVb9f73v1e/+7u/43Ff1O//19/Xe37x3frjP/rjeH7Pm9+su+56nfi1EmLFJUuWQHot956dc2wj8CHz+DC+IfeaO16j66+/XgXvz0e8F6x5P3pk+FDcNzz8yEP68U9+5NzbSy6QHYo2gX3Enj279SPz+bnnntPJkye1w3H8fff9UE+42Ms1sMMz9B1+zyLrlrGXXtrpHNYjeuzxR/SC9wzbd7yoQ4cPOpadEbHfSeeYhh13HTp0RA4xNDtTsT7XhM2Fl237yTRNo3xHXfI1CCLH4Hed8eDbq4VCIeoD6/Ice7fYMSpH4CFvts1FevYYzAcf0X9sCl+O4OVGbC+xB3YHmhHP0g/dmbdRF0dH47fgv/vd7zo/92ykRdV2A/lG7oePDDuXckwU/oGl4tzqxMSYKrPTKjkn3TKS3KvaToAD47CxU94fRbitH/AO2MGJe8xDw3aiU9CFltkvceQecHNkTsYAM7oLTxiLb4EOIQQeR1pxjwvGAQPzAw/9q7Zd4AyPkEn68QxbgU7wAsOY7RdrnD93znasHnUHmGjAg93nOeNZm/mYG9iYL4SACeXUtiSNbd72wqP/3MCT6yRJY3/gA15avd6ItiqEEPei+A8a9MO+gScwIKPEbqyPXLFW3jTkmFrGmBj6MTfwQxPGsQbP5vuh/+DIkXHQj/6s07CNLjkXQ6yAjYBmwIBMwVf8Dr4XPURusfPkmbATzz7ztLADDz/8sP7+7/9e3/zmN/W845AR20vgyvJZtCPMiy6Tk+EcGe2klpTlBIzgBO6pYxb8FvFhAgIAWnPCv+ENTS6XejIGBIXg1IgdlGMfOzSZEYmfZUrSREmSxknRu5adHoj0OFHHkUUgZMuJuSzLOemQmREtzVjYK9UZB5w1K27N9xqq28gwv9pNzxm8ZpAIE712CCFeJ+4QgoXCi0VEKC55/ZYdYMWBZc0b5RCC4cmUM+O4D3HBi8Z1Pp9Z0Ypx0znnEIJyxhVmJUmIQurp5/BLEuOaM9x5lctlB4a9/3GEwDiQcrnXc/U5aB10UNdjo9lhuA25YWI98I83LMoUgBCeip173ZuZtoOAEOZwCyGYDhL3ERaObQMSQvCchdiAnXsIEs+Zv+ZkVwhzfWB2mqZReWdtYJkH/LkPfuDAOXRkHgwTdKEPc9GH8ZzPzw+8zMP1fL9isSTmYh4ac2G4GFczD7IsHxNj0Ac+cR+c28ZX5un0zKSSVJH/lcqMZpGHeJy14Z+ONAhhDqeCE0p5J1dzhUwl03rAxcdBN+YGF+YHBvkTcbEBRe6Qv2B+Vh1MnTl/zsWGMRchJoWhobVN2yRNFOAximD+EAywkQ2+T8CQy2eicFk1ryhWjU9OuH9Qqbuomu9VbNgrtYblo1N5J/JJxuWdsKm2EqVJzjKUj7yYtPGecXILOgDjtM+hadVGFOXFiPBt3tRESWJLlM87yZMVBMno27QO8QzcwBkcxsYmHJRMaSrOV1HL+qckUdO4NXze8BiLocC1acMzPV1x4D5peldVtdzAE+CBt2mamoLmjgdgHNmEIONdDo7SXFDLm/nOrg7LYd4627QTrnqpROhQX3+fedlQzXMWu4rasP4SBybXWC/6430mxgixBn2kEAMQxhpUdXZ0qexC3RWXb9Vlmy7TNddeI94qMeBRznp7exSCRGIKPCqmG4aa8147xN6eHgcHrQgTuNT8HJqBW2dXl3JZzjjPWK6q5ktQs1XTbGVajWZdMt9JJiFTDfN0xEXbUy4yoT8V25Szp88rbz6UigSSDcvQtKrepLGJbTbaGjcPup1gvOOOO/TWt7xF73AC+K677tLr7rxTPd1F8c2982fPOJgZiUHx8eEjOnvqhMZHL+jggQNirUKWqenN/u23367169dHmQE/eCjjXTQPOlzsCC5gj4+PmO4tjfm4cMkCZfmcVq5cEROhFGTf8OZ7tGTZMt3kou6dd71eV1x1lTZu2qQV3gARRA8NrXVgPOSE1gJNz8yKIBVnhCNgg1qxbSLpTrBCIvSsnTfy2TKjdrjgseull/Two49r+y4HgMPH4jdSL45Pim9t/Oxn9+vRRx/TORc2it0loUdt2++cCwD1Rk35jrwK1uWWZazLNoTkbId5XywVLY9V4zSuk6dP6qIDh4WLF4q/c1DuK4sE7sDgAq0aWq2FixZr/YZLdMXWqzW4YJHlMtWSpSs0PjHtRGdLaa6gRYuXaWjVGhecSwpJ6s18yba5NybavLTpW1O/iwZFO+KJiQmPa8TnhXymBYODgh7wnyD98KGD2uNiK8E5ckWQMu3kJYEPY6EXssY95LFlvas5mRGshwsXLdICkvYONAlGaYMLF6hSqyqX5i2LmbpMhz4nFEl+7z9wWC95E8VPuOzdu0/33vt9ff3r34zF7qBESUi0zsXLrlJRieeXP8Bw4vgxffdb39A3v/pF/fi+7+ilnc+p2JnTlVdcprVrVmn4yAF9x89/5k0Y35DeuX27HvzZz/SzH/9ILzz7jMDxyOFD+qET4n/9Pz/h430uwla8eTvjAP+cC5ojVsV2TIYTFA8NDWnV6iGxyQJXaJIv5JUz/eq2M52lLlVMg+mZmShfyHRq+8LY5StXapE3IYPmY583jfxs8xnrxwlvGuBH23LGxgd6YuOMogh2CVTZDP38ySdjoRa8xywn9IcHIQTbpoLt4aRytudZPq+GN8PYm/HxMfO8os7OTuV9v+DNAOO4DiHE/h1OLqRJEjd95XI50hf7R3/0AVlgk4AsMCf94TdFAXhBkvaUcQAu5m167Re9odm5c5tRaKnLW4aHUwAAEABJREFUARg+ad26tS72L7E9uBjbsBN5E06MVqpOZBW7lWYFnTl3QROT04a1INYg+O/q7JJBdQuRF9CdYjXfaLFgWA/aUY7juYUcmlRtBzkCX49xGrOsj7ogx7fYT5w4KmClEMBP3rTtK2xq1GE/1vL5xYuj8kpOcvfFbzaw2TUiUTd4Pp/EYe58llf/koVqeV30hoZt78QXGgYK9vAKXLrMA/SFzRZJGOz32rVrxc8GccyyzPO0bdcyYT8yyxUtNU+TXGafWoi2ftGCBdbvgm1KZhjLuvSyjcoXMiU5Kbj19JdVT5qqtqrqLHVo6dKlIqDOPP9FF35ZFx8D/PIHnkIrniN3wAgfp2em44YtmBr0DSEYhizyjjHz92qOBdjQMI57yDLFlj4XbrhmfehNn71790Z5bDrO9tLxHzIbQog61mFZzOc71NFRsndK9Qtve5tec+dr1WHaMW9vb4/ltORxQfiM21/zGu21vWCz3Gk5Wbt6rVauWKkrbfuZq9c+ks0qegpuwA1ufbaBGy/dqKvd75ALWXX7b2CkTwhBwMSmZMg6SxH18i1bRJEz8TPkgXOeD5oXv/iL79Gv/dqvG6+qWBNaHj58WL09pah3zIlMoNfIJbq5yslXdA35mJ2t2EfPRplEl4CR4i5/DxS96rDOXuJi8crly7xFaNg+zeiYfSm+9ZWvuNnreuz4lOoups/ar407YQx/SXCg69AAu17s6VbVdOcb9pdedpljp2n99P77o07Bu9R2iiQNPCt4TcYBN/fnC6n4W+IMEgIkt8GVBMqXvvQVvfKVt9nmL7btaWvTpi0ad7KIeVoOGPgWKWvwTYG87RA/V/uxj31Mt9hXQ8+f/PSn4jn027Fzh+63P8X38TdA/+AP/kCvuPkV8RcMjrk4jA2GpiGQZDujhu0ussFb89CO+dAneAiNX//6u+PP8L7mNbcbxlu0wbRM02Dbft7Jmu268cYbo81DTsEL/JAR4tOPfvSjgpYL7G+5D3zwD/tO67F8vfvd71bDMczp02cUklRPPPlzPfjQw4612iLuGB25aB9LHJfEOG2BZYY1Ozo7hAzfeturtMCJxPe+932m26b4LYDDhw4JHC+//IoI22kXS9Ncoltf9UoNHz2iw0cOad/+vfaPR+M3AL7whS/GJFkIwQm0p/XQQw+JJPpb3/pWLXMxtMv2CD2u2ya1TC++hU1ysZBlMVYFX2QSfvX390e959sG0LNl/Z/2nuq0fRUvwExNTZp2I0JnsOvIC7rNHNg64jdo32GdhdfwoOk1a/b99EVmkA1kE/lCN6H1xYsXI32AgbmqhhWZCCFEGjBHmqaCvw37GFrRMS590V1kg7mxxcg7MLAGfMO2cc2cwMB5d3e3QjI3N33AlSN9mQP6120XsOn4Yfpzj2fMSwtJEmN/4GReYKJoAy7FUinGtNhe1mPenp4eLVmyVFyDC+OwC03nGAYG+3XJxg2Oc9Y4Tl2mRrOmnt6SLo6Oiz/ZkM8X1HaMhb0ABnAF3rZ9D+sCJw045A/HFU52ohvoKgUOxkED6A+MnLO+u0fa87zouCxvHWVuaM74JUuWRNvGc9aC3oxB98EL2oEbfKTAwZwhBDEHNIPH9EP2sb3gD3zcg9+sx1rcY36O0LfmfQnjW97bmlUqOZYoeD8g7wfyhZxqTlxPuNA6Y1/V9oaR2B0dZV7gY+y8PAIzOIMD89OX2BYbjPzyggt+edhxCWPrXrvuPTQ8ajs2q1oWSJRNT03FZBr36Mda4AOdGAMPwIeGbNKvbb6xLvqS2ZdDf2BATtE3zhkL7tAS3rIu/IEujOVZwXaZxjjWpg/PeRbXMZxco+MceV5xopW+9JF5wjnrwTvkGjg5B4e2vS54wEuugQVfh54yH/eAiQa8jAWnW2+9Vdjcgn0347l/wgls9vtJkloOGo5Pp6JP6LXN7LCvBifmpJEfAv7E+sR9aAgNQpiToempafu5iiacT+AFmSNHjmrnS7t13w9/pEcff0JHXEh4/sUX9byLBYedaJ5ysnzZ8pWOC5vKozdtWecypWnOJEjjPXDCR77xjW/UJS5U3HjD9dq8aaO6OjOtWrVE+axtPVyo46eHde78Ge+5BqPtQT5S2yFkmfH4DeaCL1xDS+g+ZZitmnG97u6e6As4wocxx+/IDXxEXqEl4zptM2nIKjEEMTeJZWSz7n2FzJ9Jx8zQjP7MxTn6Njo6pgkXjtM0E78cRkKflzNOu1B+4sQJ0Rd+QmfGQOcpyzKwyh/ozXNwAwb4VHAMyjXNXQR/wJUjfF6xYrnxWhj1gT7I8sTEpMAPv4lPYb0J71Hl4LRvYKEWL10mckZLHc8MrR6Kfi5Jcp4+mMdV0yvIYuw5u2P8hN0FVnQXuFnHnR0Hdqvs2J5nJNPPO38BHQYGBsy/VQJOaAx9OYdfjAPPunWb87ztXMENfJBt7AHfoIMuPEMOoTP0mJ6a1TnvT6qVunbu3CXyB1NTEy76HRMy8eijj3q/MBzhguYLvP8FHmwGtGR+4MFGHuQFKset+91Onzql+b/5Pel9CrYBXoEre6m2fWfLiXzuATNtwv2gx5RlDHkAn/m1Ks5jdDq2SNyxypcjnOupO8eYOX7Iu7UdA2If2o5ZoF3bQjplOWBO1oS+IYToD6qVWoz5WZv5wQF+sjb3sBPQN4QQ+RZCiPs2L+1rxbHztEU3KCrhi0jyEwM956LZd797r2l4PMrMM88+q23btsW4Zr/3CrMzU/HPJJW6OvSa227TG+5+vTZuvCQWmr70pS+J4iz6UTHOM95zZ7mCghLt2rlbjz32uB59+CHd973vaxt/Xsa5LV6aZ9/aYT3jBYPlzheBc977dwq2FASuvupKFxlPWYdGHGPtV7Cu86dJ3vimN+p1r3udfv3Xf12/9du/rWuvvy7KH/YPGkCf8YtjjvuaUfa4H0Jw7mtW/PmQKefLqo71i7Z9WS7nvV4r7nkKtunQkT+zw/zQBVlmL/DYY4/pmWeeiYVCCr73O3fx3e9+O37D81Of+qQ+8Ym/0H333Rd1aPPlW3TzzTdH2X/Tm96sD3/4V8Tx3e9+j97wxjfo4x//ePwZ39///f+qt771F7RuwxrdcuvNuunmG3XNdVe6QLvFe9w+zzVuPZdWDa3QwkWD5mGqNdbTW7zX+I1f/zV95Fc/rKuu3Cpiiy1bNul973ufi6x3Osa+RfzEKC/l/eZv/qZ+8V3v8jpv0bve9Q69+tWv0p3ex/3SL31I7373O/WL736HfvmXP+jnv2AY3yAKub//+7+v9773Pc5vXW66lG0LZi0Hw9q1a4fQ707zDFpN2t+fPHncOrjdz4943zCl5bYlGzeut42rOXdz2jpYVM61jfMXzohYYXBBv2aca9/10i7xkuELL7zo2H+XDuw/5NjqbHyhHx1AhrBdrIdMyZ+oIzZI6C72ZlHMbS2Itgl4Zh0bwy/G0Re+58xf9JJ5iIfIGWAHiDOwBegBvH7ve98bZQqdYCw6RaEUXvONYOw/9gKdK5aKwibhZylSo0/kqHkG3PgI4v7Pfe5z8cWm6empSINxF8snJyeUOe5IbYPBq+Y9u1GKMjhvO8ADGNBXbAA+Hn/A/OAOrjRogM8jLiCvRXxLgX2V97TzjeubbrxJr3/9683b9+s13qdv3bo1yibjoU8IwXFBPdY9sCf4q/mCHzoNvbiP7+Il0p///Od66umnLA+74l6Qa/SDQuAL9vs0xrE/mHaeEpqAK3hAV7PS9MjFBn4hBG7Z17Qt74m4B56x2e9Bh9jh5f/NP4cG+D74DD+wH9CIc+wADT9I45x5WJ8+TMUROocQxDdmO6z/yAR+jsa80Ie+9GM8MHFkLfgEXZAlbDb96A/OPAO+FStWiP3frY7LkLM7TH9ieGjM3huaQVf8Yggh2nrgGvOenfvwgbwfeyr4ABzYTPa7nbZfrMk9jsCW5fORfglEBwgC8tnZKRvDhloubNYbNdW8AYQhHNsuhqGYIWmbAS0rbt3H/+0wQBSEQ5hzKAhppVpxQOd+apqJwQFa6pazYCd2Oo14r6vYYePRq14nigqFzHO2InIIctXjAToEE94KCkMhHIxLkjQKY9WbTtYuOBnYaSda7Cpa6QpiHEyEyDT6ME4OyHgGXigU82XeVCdJiII94WCIOWecmOF80sEb8zCGI+PAjWv5k9rZwMB5wWl7UmDjPuf0n7GjY0wIQSEE065p2tZePtYjLUIwfcyUEELEC57QgJu1QghxQxdCiLgxH885QivW67TBBY75xjVjwR88ER7uARdBy4SDEowojbm4b5QibMAM7sxddPGB8VwzDmFmDPSYnZ2x4a/YadaiUjJ/kiTCuJ45c0oTk2Oamp4U30SCrswDTsAE7MzBkflYkz5SiMIJTn1Obqx3IYECC9f0A27GwU9akqYuytQ07Y0TyXyKoKzBXLM29pyHMEc36JGa33XLOMnlKcNf92ZVaaLEre4NJGNmPRdrwNvu7l4/zlk35E9i+jTNiy47lKLSNK/p2aoyb6TyWUGJcTeX4xE+EIwuXLhQBAwoYpLkLN91TTkQBO8QgnI29PCmVOxWEtLIX+C0qKrmTQRvkfFzhzUXrBsOAnNZZljamraMTjnIrczWVZmtaXJiRtNTM3F+UJLmYCWJx1otJ8tTr0XQBK2nHETO04jntJo3zchBEhLjGtSoN8WmkH7QkWfAVneAW3Gw6U5RXlPrZ5KkccPIvF3e+K9evUYbXADb4M3a0NBQlHPWQJ5WrlzlRPcykezF2fANE2hNIM5GatJ6h2GFhiQMgQv64YwWu0i1es2QaDhZcAFHbEDRBZ1FSxa7aDigrlJJnbYvRRcls3xewTjBhyHDwhyjoyMxMTY6ckHYgE4ns4tOUGX5vPnbIWDIZXnNmM4V25lO2xf4BEz8zARBxIx1m2/AnHGwmk8T7d+7R889Y8f3xKN61sfESY5WreKgeFiTLmg0zc99e3ZpdOS8JibG9cTjjzmgOSl+Gufi6KgLBg33PaZxFzXOnj3pgHaPOrvyxnWlBgf6lHmNtpNpBK6JZQc9GjEeaZpqybLlqpovF5yYO3nqjHbv2aedLn4eOHhITctNsGzCLwIi6NDb26tICyczVzkJv2XTZhfitupKJzFX2iH19vbFAjnfDs2ZJn39A4Z5UjtcXP36N74ei438fZ5vfP3r2r7tRZX7ygpJiD+zOI5sWV59Q4V8l+lb8Gmqgu30tGmWeGNfd3GaOfnJhq1O7Be7iyJAQuYoMjYsr+MOhF5y4oBv16Jn0w7Is44usSnlm7iHDx+1j2nFzef5c+fFT9Q0TfNgevAN2aYTOaxHUbhoO3bGBV+KSySTRsfGTNuiKCwMrV6tvHFEvrFdLSsQ8ih/CAxWrlypzVs2C6ccQrDsLtUyJ+tKTkqWnCTss50imIIGClKa5YxzFjcm2ExkCbt1/MRpHTh0WOfOjVquKub7rIsJVTWddC/4EvYAABAASURBVEe3T58+Gzc/6ElfX7/KvS4OmXdnzp7TtHV7anJW+8zXvS6+Hti3T8uc6NvgJOTQ6pXGpUvQa7eD5heffVp7d+/S1PiYJsZGtX/Pbh13oozkksFXznJUs39tezOJjfrFd75T97zxTRoo94kENJtv8Efv5lvTG9uc9ZzW3VPSRcsvtKT4TvEJfd26dWtMLHWbLgSwdQeuM7Z1VcvC5PSsMgdPXaWiim4rTFMCawJSaE9QTZAMvQmaeRsTOSVBsNh4Qj82oLy1hz2CVxxHRkZs86qWzQnrT9N2udP0bEa7BBzoLPNDU/wxeKSWj8T6gC0j8Vu0bKDLFFCxJWvXrNO111wXN0hDQ0OR36zDxmDYdEQeaARcBGDIzJYtVwj4sQ/vec97HNBd7QLBpVq0aKHlsyjW4ycF16713NffqKXLVmj/gQPCtmNLoCv4IiuyEOVNqykHxlXbjDHrwYQT+dh+cMrsA+QPNIBPnYaf86mZqg4PH1PO/mhozdqYAOM5djOXSy2/i52ULWqRdb7T9q5m29RwrDfrzRbnda8Fjfm7hPhBaF+wXtSdgIFW4Mza0L3uvtCS807HHiEEx29tddhOwqsp2wACfAJ/+pFIJqm9fv16BduJhu2Y/AG+EBTjiGNODFbte5Ed/MvBQ8PeUD9vnnbFN5nZCIHLjOEdm7ioqZkp4cfPj57X+PS4ZmvT6ip1aOnypYp2IASvIMHvQmdBxC5144IcECiftT3AFgAv8CEHyAo4QueGky/IBTyBP8g44+E3+OUL+eivCdRZg7H0r9lfgB/0Al+eYS86TPMZ+xOe8ZIQ4wAQGgID5+Vyr3p7y7YLs7YRM2IMsJJEvfXWV3mzXNKx4ye8+R8UOsM3NpCtEIJmpmd0/NhxxxdTsVDEhhT6Yt/YIOzYsUMkVPgm3xe+8AWxCSPxhw0o9/VF/cyZ3xSQsFv4Y+Sec2iAnPb39+mf/umfNHJhJPIMXFq2szwnGUdSHjk9dmw44hDt96nTkmV60gnhXC7vdberp7tP3/32d1wkbSqzPk56M3NseFjDLsbyCwLQmxcZPvtPn42/vnHl1Verb6DfRfIutYJ09sJ5QiQhe9COBp3hHTRn07vYsQIvbPDmOrFdh+OSGcsXMcKrnKBqOl7HPuALkVHoSD/Whv/gxJFfz/izP/sz+7zdpt/jOnf+rOP3ug4eOqAvfOGLjnsmxHrQGl7ydiy8WbxkkRYvXuQYLxd5+aKT3jP2f2zYvvzlL4tN+S864VPwJo0XTNrm4YqhVZJpdeDgYZ11AvOAi4v0o4CNLUJO0ctVq1YJ/nR2demP/+RPbP+LKveZPi4IFTo61evzESe4Tp8+qQMHDxjGMR07djTahMtcUB5aPeQk0mZh36EZeGLPSIBA0x/+8IfCHm53gbfbsQCw4Ve7vVdrm/7fu+972n/ooJNn3VowuFC8UPOaO+7QlddcrRuuv8Hx05R191nv7/osBzNOcrwUi7chBPWV+8QHP1PxPjPJpSIJHkKi1DFqzm1wcFAkJZba9uNDeu1TlixarBtvuEEb1q23f82JbyrzjYGPOYGFz0Df2PTCN/Rz1rSuWxebtjVtxxP7ncD9t89/XviQsdGLGhsbi3xBdnL2bfAfPkKTru6SppyUgb4Nj121akjA22EdLhbnfMzDDz9s3GajfWFtGrREX6AhsgAs553sZs6m52E8fVgLe4H+0bD9qfWAfsR1s9670JAXaEX/lv01z+hDHB9CEPeRDeYKwYyRorzV7Xv7rNOs17TvZiy2Cz/BeHf7j3/AE8Kc/WYMPrjbRRBwYCyNc+BrexRzJGki5J11GQ/94NkiJ9yYv+b14cGwdRqZgiaJfS40R86wvZ4qyh/zhhDiOfiik8zL/T7L8bRjn0KhU8R0Ds2832woTTL3b0QbxNw04GzYZkMjYAJO7NOUY5Dwss/B9vMMejA/PgGYuMb+0x84WZ/5qsYjhCD0AzrThxdJscnQkznoi2wstK8PIWjKvg/ecZ/n0ANcmY/5Q5ijNeORkRCCqt57Iaf0ARZiM2iOvwMe+kJj5gthfnzNMXOn9b5X/QNl5Qu5GPswjjGsyVzEWtxjLe5jF0k69fb2RvmHTtyjD3jRzjnmZCy4nDtzxsnbo+LvS/IMGvIMWKAl41kL2OkPD8GT9dj78xz48Ze5NBUwhBAEfTpsq5AP/BNzM3bARSFg6bCu0ZexzMG31vJpTnnbhzRJbIMb0f+GEBRCAAQ1HS9DJ8YDG3DYzKtu+sITXp4lGcec4DG/Bn6OF/ewDYxlMuSI9ekDrsCAT+U+ckM/znkGbozhHJ4RK0AP+qBTg4ML1LT+t70/YV3ox/MQErFGwfEesjUPMzIJvC3350ge4IUXt+mxJ55wseQxJ1Z369DhI86tTAtb32uaVRxnoy/EpOz3kyS1jtRj4zzL8i6YFqN9AKdDhw/F3ASw3HXXXTFORVYXLh7UgoUDLqguU9vFe152HXVi+ijfHj99RiSvwR89pp07dy7aVNaFHuAADZiLIt3Y2LhoSZKzHvUKetDmZa5tBiE3NOwgORPol5jHY7bRZy2L8GeeZ9wHZujCGsgMsgOvscHQEdoylj7MiU1BhxlH0rnb9p2YDFnJO+YBHnjFXMRmzMUcwAZfuWYueIetaVjOgLdh3xKC9dd+BlsPnNg2+mBHL924yfvAs5ZT2S7MqO5xQ6vXSaZFyXFe3nyvmm/5fMHLpJbpplr+LySJTJboX4AB2FiLc3AGB3gATcCXvSk4cg79PZnXbMW9EXCSs+HIeHBmriRNNeMcWJrLuWC+IMohOJKD4Xm3fS4vB771rW/VO97xDudzNjCtiB+PHDmi3btfcgxyUqfPnPD5Dv3Lv/yznn7655axzjgX62ED8AE0aAtdiBHRo6PDR/XSrl3a7TwFf2+Vn/mEj/N0h1cN04tx0BZcU8MM/OCIzsDjs2fPuJB0xjHOuGk8FWmGfNdN127n72rmzdTkhErOBeVzqfJZqop9O3mcacekifkXJCG74A9tgQO5Zk3ggNbAxbzz1/SH3sDEPeTS04hr+gFfCCFeb9y4UXfffXcs+lFQpej2W7/1my603RmfU6CjIEcR5oYbro/0a9nZTRtOckVnrXdnndfpKnRp1nvpQwcO6YnHn3Qx7IRCSAScE85fn7cu8icRiIHxSRQoh5xv67cfZb992aWX6bW3v0Yf/chHBBzXXntN1Ed0d4+LuFuvuMIFwtfqIx/5Nf3u7/6u3v/+9+n6G67TypXLbR+6dMLFvKptKTI47f0pdMtsk5GVNEkj/eExsVdmO122j5l2Pq/mPOnhAwf1xCOP6f6f/FSf/uSn9C///Ln48uC2bdtso2qCz4zliAx+6Utf0t/93d/Fv1X6ve9+V9/+9re11zm2bueK3umcxa999CP69Y/9umH9VdPxtXrLW+7RrbfeEuPacm+PTjn2TS0v+BP0e8D7h2uvu1rv/8B79bHf/HV99Dd+Va++/TYtWrJQs9VpVWozyhdS8yOx7rXiMZfllKRBmffcjC+Xu1Vwn4H+sgYGe20n+8W9hQsHlc9nCqEdj2maGKeq+/Tphhuv05vveaNeddsrHUP2Wy/r5tes1qxdpSuvvNx9ylpkm3vLLTe5wHq3cblDb3HR97/8l/+iP/mTP9aHPvRBF27fo3vuebMuceF00rL89DNPORe3TY888pB++rMf2Sc8Yn+wX3wz9Vvf+rpp9n395Cc/8nNi1GktW7Ykrn/LK29Wl/dB/IkxfB3fVK1VG9q/76Bzls/r+edfEHt27Pak+SZ/kHFkGduBPs/rX7/zXuwl2IsQNy9y7EeMRM738ssvj3si6MYY7CZ85Yh+MT82BN9//MQJ8RIt89zg+B4dIDfMr/AUHAMMO4ZERti/8u3s555/zv5vV/zWKvMj6+y3gAW9CyEIu4D+joyMRn3Jsrx9T9k8zYSucp2zfOZt+7Gt2M6c7SDPuMb/cM1z8Mef9dgecs596IFfgQbATTxFgwaLvOcDFnTvmmuuES8vYEfRxxBCjFnRHWCExtCV9dEh5sZu8hw6gfv2Hdv10EMPmpePxBcIvvnNb/r6Ie+jXxAvHhA7QR/2GcAP7Knlvi1ZHoOSJBHzcpQ/9KH5NP4LIcQ+7ux/ITboCo4dzu1AU+jAkXucM18Ic32BH5rhz2mMZW14DX7wn/XoB1zMAYzdpW7LYpf1qWC+pNFuQxNsL0fGMYb+0IbGusgRfhZbwVr4fJ7N2yRoF0Kwri0QdvfOO+/U6+58ra54WSbhGTHG4OBgjH+OHjsmXgjCvnzlK1+JLx189rOfjS+s/Pypp+zfTsf8IvDgA7C1rMWxYt9ScS41/sxv3UkxHlR9g2Rr05sREmz1RlW1esWtauIqfprelDVccKIvYyAQDQcEYhMu0IEohnR2ZlrB0QANp5DZKHV05NW0g2A8c2U2UCj2vICGEKLzrxrAhoMUFoX4nU7QIcwQAQFG8CBwpxmds0LkrAT5/BxDOGcMjfGsU3cCra22gJl5M8OC0aMPzOIezybsjDg2TQPGSsFG1SONh/yhb9M0oCVJsICmURDyVkjggqHAlDcsUuLguW2j2YhzQCfWATcEDHpxzj35E8LcWlzTWAO46cPRXeI/aM09GkLDNTCDN42xM04i8JxrcKRxzgT05Qg8BFj0Yy36MJb5uAeMZ51sZA3Wp4E/eMIv8GRzwNvCNQctPEd55g3BjJMBzNNwMDS3Vj0qC3CglJl5nzfdOLI2fYCDOWkkZyanJnTUCaBzLpSAU8MygZKSBKN4WjOfWuZry/xhXubhyLwoK0fgZA36kLjmSJu1jDEnMNM4r5LYSRJ1uOhTLJbMt8QFxZZmZ+pqt3LKZR2a9MaeNyEveoOAvJCUyaWZyk4QsTatq6sYk0zIKTDRupz0ooFnrer5nJFybiQaVozmhHWn9nKQAi2NktROlITUATZYhrh+muZt+HJOIhZFEaevb0C9vf02CmXl8512FPKcVSezZjRtWKteq9loxzmmJmfU9pzBc6I/8BOaz8tBw/SVPxjdpotd8AFn2zAPi10lLVu6Qnz7b8nipert6XUgsdAyDn1mRWHg9OnTnr8d70FPDB6JwGUu9EkhBrudThxixBY70dnrQAujNuVkB2887nUwd8IbNhq0gFbQ06phPcuE0eT6oAPJvbv3qeoALf6NvJ6y1Go7yVKNARl2gr//VjQPK+YzchhCEtenWPDYY4+JjcCBffujvZly0ICcELSOnL+gmm0iBfWa5WFiYsyBVGrDPKilDkh445E3xA4f2K+vf/Xf9bWvfklf+sK/6tOf+js9+uBPNDs1rsTF+nazrtnJMc1OT2hmakIXzp0R3yaccXDMty+mHRD1ekM3PTmumjc0UxNjsgUw/FM6deqkslzQ+XOndcrBa3+5V2U78nEXXJuGqb+3W30u4s14I7DEdAT2fCGvzG35iuXiTb2W9WK+0YsmAAAQAElEQVSPC25sAnCyDeto23yctJydP3NWp0+eclF3xHTYre3bt2n7thf0vItwB/bvdVGqIWw2Tu2sNyr8NFW53KN161br0g1rdfutr9AWF/FuvuFaF1836ZJL1ken2LBth28dnSUHpi1NT1cMRbDcFpQkmeVlsYPBS3WnN+6/9OFf0S//ykf07ve9T6tczNy5e7c+9Q+f1lPPPG0dc5HEPGnY13RYbwYGBmOyuNP8nLJtO+Hk/NnzIxqbmI4/Y3xxbEKp/cC0n5GwH3WilCBt1IXmCxdGNXx02EH+pIuNk5o0/fP2G9iO46YziWbsBDKDfgI/ti/nTRfrox9yQgPfmMty3nQOqMvJ1GKpaJi6ovwE24zzXotk0zlvZghwho8eFwmQunWKBO/atWu1ebMD5/6FmrXc1syPLusU8l8sdtvmFLV6zRp94EMf0t1veLOKPX2atQ7O1po6d3pUO7fvdeC0R2qnHl9xkaXTDn7KMm35mq0pZ/xHCRxtd9uGN2eYpnmRZXxMudBW6g26LJPTTvShg9Ap8SZok4uAl122WdFG2iCh+3nfL5nuRbeG4a/ZLk1bRvFZPD/i4JY3CCkGYUfK5bLlpSW+4T1xcUy0BmO8FrSsOLYYdqGMuaA1ej09PWPfWBfB4ln7GRrzY/t4TuCJPaDgg74e9Xjksdt6wBwhBNuEgunQERv34BV2B3uOj+Ee86UOLMGvVCpFPLnGr2FzgWN05KKyXF4bL7k0FqnwgcBzxhtY5mIjxiZhwAkrgmIagTN4w1dgHbVuQifesjWTNFuZ0VNPP6Hde3Yqy+cMY8H6MG0bVRf9Nm3aZHnYbL7ltGTp0qgn/O3iar0hK4tlZ0YnTpz0huGEDuzfH/9+y7333muej8fxJ7z5yez/UvOsUXGMlubtA3qEPLXtPKC7Xv5g/6DNsaPHrAcTats+XXAxCjqTWGRT0/BcIQRBs61brxCF4RBChC+EIOiXc5y1eMniOOs5+2TmZRw85DkPOq1b0Ab8OLKxqlsWoDXj4eFPfvyTiFep1KXKzJRKXR06c+q4OvI5pbaCR1xQO3HiRPSh8HvchfuSk/v8DV78bcO6Uyhkft6pamXa5ArKHI/N2M7mEkV72jZdoEEIIcomPh1ZpcH/bssRmzCCbc7hCbIC/vgtaJMmSRybOVaZH/P/cvUfYJZdd5kv/K69T6xT4VRVd4VOVZ2jOijn6CBLsmXjhAHjhOHCwBjmDjA8d5jLN8MMzAAGY3AAE4yxscFBDsKyLCtbWVYrtDrnXDmHE7/3t1rFw3OPtHqfs/faa/1z3OcUshBCsP8txtHV2amV/Ss0Z3tVte7lDMfY8JCO2PaO2BZgywtOXjO5bKQhPg8Y5DXa2ttig5cmJHKWsc1nf+iK/OGrgAWaEew/+uhjmrT9hs6s0TCfQwii8H344GHVbStmbRP5Oz8kBaxDchp8w8TEhHgYAB0jeehevlyp8cKezi0sWN5mNDI6oi9/5ct65LFHVXOcOzAw4MLETiH7M9ZlZOtb37ov/u0gfnZMSoxGEGvzBC2yf+1111mv6xoYXK+WllZdtmOX+ZNVZ3mZ1qxeq70vvaIV/StFgfSjH/uo+BWSMcO2cvVqHTHfm8YHm3/OscQtt94qfmp278sv67777rM+nFPP8j5t3LBJ/Y5BWkttloHWKPNLekhSf/bsWcNQjfqGvd+xa6c6rbuL5AHmz6NPPG6/cT7+hFk+n7c+NGPjEBldtC6RnJZKJdvWybhvtbqoj//iL2jNwBpt37Fd2LGs+QkteSjh4EFs8z5NTIyrr6/Hsn1ao6NDGh4+r8997nNCb5mLj7n77rviT4BRKKFoMeE48vrrb9R1HjfcdLNWDwxqzI3la6+/Xlddc41aLafYloKLClOTU47tFiLNz7vBgX71WfYuuNhMbMuDLcgSfscsd/GgLdrIcrkj4rjWfhYYgJ+HWJiTy+ZsE2aiHGJrBwcHRQHg3e9+t9asWa3NmzZbR+dVdwyJXUGmWI+iAbkAPhM9y3sdS4NWGR78X7/jkhtvukGLtv34kbbWVn3bPKRoQnGzYXvD3+xrL5X00EM/jL+U8HMf/Dltv2yHxkzHU2fPmEcXdMbHfjdULzhmQUcpumIfxu3rdmzdor7eZXrggQf0x5/8pK64+lqtNvxf/eq/uJD0A33bsvrA97+vL33xi5EPyH+b6VlzHFQyPNgoaIJdR8fL9mPo58c//nHDvaicZaNhPVjm+INYANsGHypusGE/iW2RN+JZ9COTyUTeQJdHHnkk0hSYuY49aTg+qtmf8qsDE5Z5BvEZR+QDG5DL5aIdh67sF0KIvAshWJ9aYJlla1TY3EXHtsCDbWdv9uB9CEF558zYM/ZnbWQIn8c59gAOfCWD9wzuZc3U/rLpGCKEIM5BG3SDe7nGPezF3nnTiDkAxnHINg/Yztt3sje+kTkhBEHfPssFMghNoHXTNoy1wR18ucb6rM29IYRog4ErBNv5bFbYYGABZ+AhJmEdYMjn8tHOwg90GDqWXERvOj8oWda4l3tYH7yAgcG9S+tAC/Bj5PK5qEPsT1zAnsP2fdAQmqLDxNfwEdsBHMgY11kTmrAfa/KZ88AOvlwDV+5hDmtzjs/M48g9wMln4IE+fIZW0JJz0A88Wy3TTUcS+AvwR2+Am2/6o6PAAKz4jYuOuZAH5Bc5BmYGa0AH5lHQBh5sELYfPgIT+wNvUIg2lnPAAx0ZwMIczvGeNcAtDvMPmBns37BOAAO6iJ+B5+zD/awLn1gjhBD1AJnKeY0EwtQb9nnVONKQRLvMXqwLTdgDnKeda7EWtEDvsV3sAU3BlaXgCbYAGJnLdfblOp+5Dq+wm5znHDTiyDX2BWbogv6jc4lhZk+ucZ6BDEEX9mEPBvsDJ3uFEARcZefG0BKeILMyrXt7+7Rly1Ztdbze7UJg0+cm7BOmHUsXW1o14diARscaN0/4JR/qAV1dy5Q6np91A2ZyYibSiHWJC/jTSzzYg+/+/Oc/F/+0Bjn8ypUr1dvbo2Kh1fnogvPR8zp16oz9xGz0R8Ay6zyqrc05kO1M1jpCjsO6IYSoryGEqKf9tt3IDniAv/wC10n7OGwFchhCEDSB1+gF9hD5vWAfB51YF37Ce2jNNWw555jPel42+nzegy9zsEPMASf24z28gCeneOjMzSB4xhr4THgJj/Gt7AWvWA8YgL3u2BzY0Htg5z3nWY91sWm9biiwD9+CwTY8+OCPdOrkGefxF/X0U8/pxPHTKhZKka7UduDh3PyCkkxWecfOwbaX2Ktu+1tt1LTgWsSlvHbaed98fBiKmHDa8SbwImvsid8mHgB+YCM3A66C4wb0AH4BI7hw5BpHdLvoPI+67Lx9NQ+7EpeCI3aEWAgeMXeLG4J518aIQ5MkE31k1jlxmgYtVuY1PTOhYjHv46Q6ym2CNvAFXvBgJfoCn+vWW+AEB3gEL+HR6Mio6yTDOkfec/qMyAFmZqZjvgPc8Al8wJl1gQn+NE0rfAt6gg5xHh998cKQHnfz7ofmAQ/1sQ+1aWRh0v43b1/bWmxRZ0dZhw8c0nPPPKvqGz61xTS5BGs9yvMSvOBwyPkYa3AOuIElhBDtUwj2UY4NZy1bwAENODKAjbmcA5dW22vOwy/OYduJY6etx9BsCSf25BrNUPakMUpTlLyDB0xKxaLl6pg++9nP6Atf+Ct96Uv/oP37X3euOBW/yfpPX/2q4OOaNWuiTh50bsJP337qU5+Kf06hUMiLb1V++MMfin/C4S1uPtx0880xDiF3Rw+ytrkN541F6zv8lusJdccyGdsWcIIPPPQGPO2lVue5Fde7zoh4jT/VhJ1/1o2JL7tB+ryPQxfOq+Cmdmd7m+sGQ/qnf/qy9v7kReffXbrWzWQelPuN3/gNff7zn9ef/smf6L/8zm/rzz/9Z/rkn/6xPvEbn9BHPvoh3XjjDeIBZWDpdqO0p2e58rZFwFNvVs2PhmOmgjJOCisV65jltGlZOXf+jGPzi6LHMTk1oYvDF/y+Yrmd1gXqdM5Fz188q+GRi461hjU6MqKRkSGPYd83LPiFfgw7z+NLQ2c9f5QHeqfGNOOay8zspPV7RhXnDejV2PiI9XZYF70212qNRbWU8vbUVc3Nz3jfcR+nNTc3bT2ac9O6qOXLupyftKi1tajLdm53fnCtLr/8clF7eOe77tWv/uqvmGcf1Lt+6p36mPOoz37uM27W36lex8O33X6ztmzd5Dgo1YzrkadOHdexY0f04IMPiG/18pPAhw7t17HjRzQ+MaqKa4p7Lt8T1+/r7Rd13oE1axVCaj5Wo4/HFoyPj2uvG9/kYvytUx4+Qq/nyXutS+jmonNJZBpdJPcHZuR2rXMPzqWOkdGDomWWwb2T1kXyQWwSvueOO+6Iv1yDzI+4ToEu8B77ypp8873iXA47eNJ1IXTxknw2Yx7HQ7joCbq0etVKlVqKEccJ7zM8PGwejmpmdt5ikpgvE86fR6KPO3LkaMyRsd++aLnJWIaa0WcCc1PSrPUaWgBT1TCEECxzedd3kLOMeTgX6XXBvgs7wRHb1ee4l7zqTW96U6Tzhg0bxDl0kvgLH4m+EwvRGAb2gm03fmjG8Qu2EvvFg0zkt8Rm6DSDJjN4YVOAG1sCvDnrLHtD16VrTcfbDHzC0qi7VsJDxPQ/mAv/WINBDINuAwf48p7rDNZZGnxmDmuGQGQoAUOL7SjrhBAUQog+Gp7jSxdsa+ET63Iv7xnQeGkfrrEma0CPbufxHY6NmA894DW04B72g97UJpFTfCDrQOedu3bpmmuv0wrHNuCI3Jx3jQHfBu0KtmvEXcgoY/fu3eKBAHIGZA24QggCDmgawiVc5ubnLE/DSlIbF1mlmzaSbFqrVSw8DfGCSEkSeOvRtGClJoZn2xjVnQjXXOgGIQCrOznl55Q6y53K2rjWbWQpwE84KUYw570h8wGEwT0w1/AIAgAwwRbFtbyTsxBCTOKqDiSAy3mQC5I5G5bWOBA6EOYe7pVfDSb5iIK2uuN96ViKBQWI5Et29EXBXO5ldHS0xwSvra3Vx3aVnHRls7k4jzVKdgrAF0KIcGYy2XhcdDJNcDo1NaOpqWnNuBlEgXzRjauqA64QEtMrY2OWjcSvOyGHnuDCsWHh5QgtGOzB56V5GAbOM3+JVhxhKHTjPdegP0fWWzoicBiekhNH1qxa4VlPfjGf4bcxQKiavtzL/pzjCAzzNo58Bl/WABY+c+RczfwGV2iUt/PKZjMK4ZKssAY0ptDV4kClaCEt2nACF+eXLVvuZCHPcpE2uTeMMMckSS1/TfO+4VG3g6u5KD0vvnE17eb8vI3+gsf8gs85GMc4Vo1fzfIGTcCN90mSRNpj/BassAyugRf0A8c0TaMBDMGyZn4E8yy17NaqDc3OzGt4aEwXzg9ryAFekmZFMbaQLyrxf/C67kZH3oElNEhDKvl8LSk4AClbLdN75gAAEABJREFUflri/sjCgotzc3MLNrILNuhVheDEwcYdOi7Y8cw6EQq+P/UewTBAb9s70yF4zaCaA8+Ki6RJkhF4sW/dhS25KWqwxf2TTqhmvA73VVxopjgaA3Abfs4v+lzFclk1bgt+XzO9Ki5w1y2XrJnJXKK7N4x7LB1zb+iimsH8aDh4rhiPOU24AMg3ZS5eHNa0dYDCCYHpihWrNDCwVuvWbdAWJ30Yo4yd56QbOvCn6r1n3eDlp10m7NiQZ4LcZ599LjpBzkEz5nJf3vvzE6w0Y5cv61EhV1A+k5fqUqLUtiYXE4xJywIwZzMZrVzRL4rkqQOoaTsh9BNcMXqsixym5gGJ5Np1a9TV2RFHEuTAYV79/T1u+nU7qOsUPz123fXX6QYXNq+5+ir1Lu/WmAMjvpFy8NA+FwAPasxB1pCDs1kHUqFeUbO2oFplTrJNrdtOZm0zWm1HMpmcg7ERpSGjMcvWqWPH1eWGdJ+L2gSzY27GVR18lV34JKi66CZmGpo6fuSQjhx4XdMTYxq5eF4/eeF5WXmVNc/WunC4rKtLbZanNuv7ajdS0bFFB44EdesdwPBzLhYm4TAu2sEPu/DK+0lss4fJpJKddsb6gJ7K9r3FwXXNejY3N6V1a1dq25Z12rR+tXq729Tf26UVDthoYhQ9b+vWbbrlllv0nve9T++49526910/5ffv12//9v+j//CrBL2/qN/+L/+Pfv0//Wf97Ac/pJ/+mZ/T7suvjE5t1gEN3zbd6CbWO+59l+688y5t8XrI8aQTCo4Z0+/I0WP60Y8eFkncs88+Lxqp5c5lDjbLltesgvW9Xm/aDs9YHuYspwtacGLo01KoK28blWZTNz+L1k37gFJL1H30YNY6cujQQZ0/fy46+o6Ojng8feqk0jQx3YY8LnrdeetATZlMJr7P5rLiNeMmA8HVeTvm4ydPaI59TUuCIxwyweTNTkw2bd5s29CqQevH1Vdfo2uvuV633fYmvfs979OHP/JRvdVF9vf89M9o8/adWrRiVzwmrFtj45Mu6k8phBB1fcpJdM784uGFIw7+5p2Ij9pGjYyOKjWtcIPgVDX/qoalbj+dWlYmrIP8JMwHPvABffQXPqZf+8Qn9Eu//CsuQF8tJanaO8rCb6CTZ06fdkO94SZXqwq2cegMQQy2qWrbP+RGdqsTwVk381uLLbGYtayzS+vXrXcw3wtZ7EtLIiAkWKzY1hAkY6sJcEII1q8u82kx8oG12lzkrtse7d+/33ayYh+Ri757x44d4ue03/nOdzpZuDs+HZ2avsw9deqUsBnILf4u6+ARmwoOHBMLAOdoHDOPz9BryHaLh0Ry2bzQTXBjPeCEv9zDsWq48Y/oy0UXHx9//HGdOHFCXOM8sHEvRUCj5GLUIUEjZOKgk5VXXnlZ//qv98cklycq//iP/0g8NJIxn6aIGRxHLNGeoob8wg8CP3R6+ulnxBNyX/r0X+ilhx7W3ocf06f/x//S//it39HLbjBNmf7IOd+24x6CSvbvtk1gHeQb3vEtBT5PW3YIIsGFaySEPBG9aeMGN0xm1e9G0I03XKdbbr5JDdsBg6M0SSKfmA9Na/YjU9bNaQ+uH7cdO378eLRtBPnY4lw2q5pjSQqjPS4uZQtFZUzr+flF8325E/ourV69RrP26fAE/sM/6CY1tcLN5S0u3Kx2g40ia9brQd9169fafgardFXf/8639d1vfENDLro0HF++aFo99chjGj5zTvOGLWsZWeaCY8b6yrrsA21CCGK9vH0L8QA+AdqEEKLMMQc94D6SDIqBnINuwIkMt7uxy8ModfuzkuU/7z0KqSGvLkiNqv1J2U3E7dHW5K0/JN/cP+FklL1ZA9qlifWuvT3+jS3kCNrNzc8ql89EG7N161YneefMj9ucPP+aE+nLTcesmiFR3T5ZIbVNaqq9tV1ysAOeFFj4edjf+q3f0hVXXBHtRmpa8H5wcFAktdjrm265WavcLGMZ5IeCaKfl5k1vebO2udH/xI+fjH9X5Hd/93f1n3/zN/UvX/+6E/2K3n7vvfrrv/kbffhjH1OxlKekor4VvbrltlvV2dWtdvu0bsd4baYRP9N58OAh3f+9++NTno899piLH8sEb5Gvfa+/rgn7buTyySefFMkxSWbevIEH/CTP//nff6RVK1frJjcaScqxbcg0uMIXaIb9RX/RCb79Cd/hlfwiiaJgjKyjH9iz6+3PySFqtjfTLtaRkPb29dq+zkb9hj/oH/fcdhs/4btcyAO+4d8nacBx5VVXWJZXadeunaa1dMC+etKxQGtbi/pX9Oh973+3PvrRjwoZw04Q7/zlX/6lWIefrLr8qiuFfkzbHoyMTmjeNmFZT69e239AM3PzuuyynYJ/4EsjF78y7/j8sUcfjfKFXGGLisVCtD29PT2WhYaSECwbFWXSoHkXvq3QOn70uErFkrJJRvtf26eK489SS0EvPPesfvjDH+jaa6+23M1q0gWYITeDq/WqmvYfFcvkzNS4piy/B18/qL//u3/Qpo1bbDvbI75nTp/Uyy++oBeeekrHXWhc1d+nz3zmL3T2zGkVHN93d3Vq/bq1uuP227TMRa+S4xWaqhvWDqjuWOWm667VZW5ST01NxqeAaaT+6w8eUKm9TcttP776z1/TN+/7lv7gf/+h/sSFtb/7u7+Lf3eMfdGpH7gZ+xv/+bdVd/zeZ1n5xf/rl/WLv/CL6iyX1eti/k2OT37OsceeK6/SnXe9Xf/7jz+pz3/hb/S6m+DPu4DHN2yPnTwhmuyjjok4b2Kqo1Q0/BmlVq7jjkGQ5Zr9H/zpKHfFXBSfQdFkSRZDCNF/rR1cq8GBQZVaSqJ5TEMWGUJ+yV+QHWSCI3LFvGKxGOWkadsLj+Er97S4IFFzzB7CpbWxv+gIMsEcriP/vA8hGPSm6oYT2JjHQPYKXp91mct62D78BoPPTQdcrMH1ecse92M3gYHBvVxPbe+AAVyYg39kLc6hV9j9gYGBaGfbHCeQa6Pj6BT3g2+jWXPuPCVgQ+/RY/DhPTSpOH5hPWiCb0AngRN4mMu+wMxc1megJ5wLIUSfxX7YBmADfvCSX0tH1mL/EIJ4D2zMgy+sxWf24Si/OMd+2IUu20ryjNtvv90+rTsO4GT/pRFCEOth8zmyV9M0ZvCZ/Jj1mpavuvnLvpxnZE1j5rEXODAMgmPBSQ6RbqwLLti1I0dcGLV+ein1uXDHGvAHX4pvYV7ExftT8OReaMsewAv+8BcYeq1zxDb4Cq4zlzXBj8F8aLJoHrEmcQH8YS7rcGQAAzTjCCwhhFh/KTh+5TyywtrAdubMGRE/sA6ywh4hXOIj7/OZbJSnprGHFpPOebkXWeK6hd62pKqqYzbgQXaWYGMf5izBxHvgZF/WAu+VLrJBJ+jFNe4nh+Y9uMI7fAoyyENO+BnOEUsdd/zDg3/gAPzcyz0N05oj+3AMIQhYoPGi6wKszeBzCMG2d95oWHftlxLnFyGbiXLMdfbqsy3rcjGRNTY6Prry6qvtd3arx03WvGOsxPaPXP+E4+Jz587b9rRowTGXwVDDicG45QP9gs7333+/bf6DkabwAryW/GYSEucCy7V+/UaVSu2GoSri5WKhZP6VFNJEY2PjmnfuMemYctJ5ypDzj9NnHXtZJoh3xsbGfH0++i7oC82hH/6dnIhv7Vx11VUxRiGn4R74hg3gCG+JIaAnspPP55Qkyb/Bi+wWLEfQgnUHBwdFfIAtbG0txdxBfrEvMkIct3v3biHH0JN7mqZz1fUhmTbTjhnHDTO8WtqT/QreA/oADzAgy5yr2S82nKNBN+wLOC4dwZ19m0nB+Q2wlJ2bzqteb5q/qWP311xbGlK1WvfnEGlacz2J+zPmeQgh1ln4bBREjNZMbPvrtdhctXOPfgJYuA6c5ELIJPIcQoj4cx5aAmfeMRX8JX4Af3SDc+vWrXNOtdF8Lom5DGDoWtatFtOx17680/47SRMh9xfdoKw47i2XO7VmzaDGxyc0PT0r6gD5XN7vp3XRtYtXX31F+w+8Zlxfjv7wjON0ciBgnJiY0MTkhBv0p6LOY8+hMTkgfAkhmC7N2ORsmDfwA/pCU2gCffE5yDLwVqzzDHA/d+6c9x/SBcNJfWrKspl33Y66Hv77Rz/6kXi4jUb3ec9N0qCT1t8h53djbpqdc/5Qtc5UnTsjH/AaH4btAAbkk4fF8PnoE98SY+zduzd+WwwbAHzwpeiYDB6lmVTQWn6xDvikaep4MUSZJs+BJyEEIYNcTyzrU5ZJ7sfPwDdyoXe84x1RzskNdrlBgLwTAzUcq3W0lbRxw1rHyyt13s1KHo6L9LFvAV4a/PziyJNPPhH5xMNrH/noh0WDp+QYo+p68MjYSPzlKINitWh4NC/psOmBDlDXn3OsCr1TF4/4ckGqpjKWz5rvP3HihPa9+pr2vvSSXvrJS/Hbc9/+9n3x74E+88xTzg9aLWtF3XP33frV//Aretc7366bb7pOd731zbruuqvFw3HtxoMHNfr7e9Xp+lzDct/R0W7b2WEdqln8mxofHzUOk1LSNIw1zS/MaNQNzYtD53Tm7Ek3PC+IJunJU8eEfT7lGPWom4ev7n81Nkx5//r+fTp58rjHMb3y6suirnfmzEk31E763Ek3G4/p4JGDet0x/YFDB3To8AEdcT3uxInj4jM2//DhQzp27KioIe0/sE+vvrY3Nq5ffe1lHTj4umsC+53z743fGD3s+/fufdGN7n06fuKIDh1+3ed/otNnjuvo0YPaf3Cfjrrpue/1V7T35ZcM91ENudF7/vxZ68kZ58szlpdgfiS2yYumRV3UMZGN4Foh9u8q1yk3bFjnXHGX6XmNbnPMfeedd+r666/Vlq2bxcOey9yohbaTkxNusP5AP3jw+/rUp/5U//N//Q89+MMHnIeNOH+vqWndGx4ecUPctnxuUadPndHz8eep4ef3hQ+hPvGPbpCTeyHbwXJbtbyhG9gkdBIbiRxynbiGGAJ7jPxS20H+NqxfL174fnQs45y/p7dHGzdtErEk8St6gg0jbwVXakv4bXSFtYuOb+u26ezJAwM0e59/7hkdNQ95sPXVV/fq2Wef0lNPPalXXt6r11571TbojHl0RAcPHNX01JzGx6Y0OjJum1W1nLZGvQ0hAJoatvcM7BB7FuwbrMQCZs5hu4iZGMC8Z88e3XrrrfHhVHSXRvC1116rD33oQ/q93/s9/dM//VPMY379139dPMD54Q99WPxCxI033mh+Xe987Fr74PXWx9a4P7YPPNkbek5MTNjWXXTt8nz0tdgn7AqwQAdgZSzZFs5V3S/hHAty5Bz5yaLzzoqv8Zk9uIaO43vhJbJCzgYvOc8eTdMDWFiLz9zLe84BByOEINZjYMva29uVM2/BBVvCPSEEy3Qa81nsGXSElyGESHPmght7M0IIMQ7g/aTrB0uxA/vBE+QEGQNX1paCwcgAABAASURBVB+xXT958pTAj9pEu31XU0FTrp8dPXZMP3npJ9G3YbextcQl8Gv1mtUaXLvWclCK+gC94TXwgK+XiHBg25M0SSIS8tmmEzgmAACEbDRqVtaqkal51O28s3FAqGw2ZyErKJNm5Z6BCLRwqhddrOdJopoTuUyG+bm4WcGBXsaBHmvXrGjyC2EAqCaG2InDEhFbnGgrSItuLMy42DbnwgH3yfMW7TR5nySpE9k2dXR0GI68Ea0LBntZw5SJe2a8Zuo9c07mCxZ6ji0uohMYtLlwy70wtsuBAonR0sBhwAAYhTOrOHCI6xqfNE29dk6ZTM771QTOMHPOiSe4LOHG/MS05XPFMCOQCEPTUS1wISiX8AWHsh1Mu9fMmM4NB1hVB1KzDr5mxD2s0+rmcKuTUu5lPeCrOGjlveUq3su5ubk5wXAGsBNsIEgIAOtAA3BG0NifIzhBU+4FXvZYmtfW1mpUQhzgXHQhJu/iIHRlHmsgSHU7O+5lHU9WCCHC1FJqFYk1g72YA52gA4O57M9gvcQOuW5jeEn+mvJCalguZRA4pzdezAUPjqzDgBY13+u7ovLKMIQQ7HwSB7SFOKA797TaWZftpIsEO5aRWqVmA+pm1dDIGzyddhKyIArHE25mnD17RhMOGtkHnNMkcbOh6S1S7xVchJvTjAPKZiOJ+zEPGhFwUjTGEXBf1YXo0dFx83VR4AMsDM5DO4uHJK9tJ4Z+kKwsLlS1uFDx+nOampxxMj3j/WY95jQ5MaVxj2k3KGfdTJ1wkxM+LjhRQydnZ+YjjKn1tNGQMCZxjyS1bl+StRCC8m6KoSN5B9zAE0Lw9bry1p2ii8XcO+WgdGhoWJfgX/C6iVavHtDV11wjDBDFWhwcayC3GGACS4qHGGrwXe5CX5t1L4QQ5ZxzyOaYEzO+dQEPC4YFWiGvLThH25J54zduuvENMuYzj+us2zSt0F3gR77Onj0bv6lwwsbTxFSAV0Y6l8uq7EJv2fuvcZG+wzrV8NrIo8VOoza4WQe97b5OMaF/RZ8LJJ12lJN6/sVn9a37vqHvfvc7DhBf0IVzZ9VSzGu5bYcai5ID2VIxp8Rd3nJ7q9paS2wtvsm8cfN2vfktd6u1raxMJh+T0HbPGR0Z1gsvPm+r1rDNCubluGVvzPLU8NySZmannGQVzIOs9u17TRjabdu2aJ0LkF3lDrUVi1prY79m5SrRENnoYGSnC5K7dl7mxGazbrjhem128ETwge612Aa22rZ2W+77epaJn4JZ4+brajcu2q0PxXxWPW4W9/QsV902Op/PaPXqXsv5nKYnh900Pme8im4UdESnN+gkbLsbXXe8+U266uprtXbtOs9fo/UbNqmze7mqbvjT8FTIaGa+Ypw6lS+0aNH2NFjn0mzeRfiV6unpdzB60gHOs9r7yqs6br4VjVvqOWecnNN8oinF08JnXSB47dXXdfjQER128eiEG54kEjy5NTVNALRgeKsu8hZM66Cccao6wF90IoBspGnq8xlhY5Ah+QVtyqZne3tbDEwJNleu7HcxodO2Pqu2tlalSSLs7Zgb3thT9Ft+8a0ZJUFV2z/kj0IMskgS2ulkdJmbChT5CPoout3z9rc7uLpdl19xlQbXr9PAukGtMA/6PTZs3uRG7KLOWLbGCJKGLuqcg+gJv+/oLMeACnk/6wRw2kHAmoG12rpjmwYG11lOl0W6NuoNJWkabUvFOM9OT1lsaubflPAfBA8PPPADB/v71VJq06KT+ZnZBaWZnKzQsvCpzX6mo1yOuNeNV8k+M+PgB/pVrS88XPL6gQNOXhair+HvlnzmM5/RV77yFQ0NDQk6YEPwP/jGqgM0aLLookVq2Lh20YnreTefsVXMo2lCMJ63/RkcHDQoQbzwQ0u05vPJkydFsgzv8G0M1oUerMNe7JG33eI+PgPDwsK8UWuKuRXLA+eBk/04hx0CLvw0dmXBTYal9bBFDGw4wfHy5csFXKzBPHAAlwnzCZ/EfiStB9wUDkbjwsVzunjhnM6dPxODaJ5OTC3bwMd+2MlIW9NpzMUc1t37zBN68clHdMGJVYt9Rptt0pgbDXVbi1HPAZ6qdTTNZJS1vaza72FzofN50/WUm+GsCY7AlM1lo71FPrdv26ax0WEVrBsdtkN5H4eHhzQzMxN/Ruas7WfW/C7YN+Z8BD/0se49EiMELNhHgk1iKL4twZPMBLCFQs7q0FRlYU4k102CQ99Tt42GL8DN2hTT2h1UN7wmnykGw1P2gr8UOY4ePnxpLTdb+NnXC5b7imPBacv09+77tl548sfa+9xz+oFt8h/9rz/UD10cfOqxJzQ5Mqak2tCEj8PDw7bf007IOwVfkTvowj5LfIeH0Bz+ceQ6sjA3O6sOw3jYzSELpJsyffGhrpAE++JpDa5ZY32RTX9NFSciFy4OOW6b05z1iX0vWsabdpwhhNhAhDcnLL8UM5AfZA96INPgjhwg43X7khCCZXVewEOyyLGjvWx6ZGKsq5BEPUNuS9ZXkhLWP+TGJX/D+rOf/ax+//d/P/4NSnwwcsCe6+0j+lxoL5fLUX/XuYlebdTttZpadHFw/6GDajXOK1xY7u9fof/wH39Nf/bpP9fNbpSutK8p2Ba8fmC/8paNcmfZyf4xFxeOxCLcD3/4Qx09etS2/FgsRPDzVKddmFhmn8LPcf3Mz/60+LmrjZvW60cP/1CDg2uEXWwtlUyf5SKB/JCTTOQIXcNughNF17ztAvLJN9RnXMgZdbywYJoH6xHyCB1nLL/MZx306sSJE0LmOstl9bk50O3mx9VXXin8YHupVUUX/niKnqIPMvfcs8/Z5ndp8+bN8T5khPuR+xCC2BudBa6SYaZAw7Gjo80+JXFMN2s561DFecuc85aG8yf81oJ1gYID9yJXW7dt1S//8i+LImYIwXxeFPrZ2tYq5GbRtue09TfxNeThxz/+cYyv4Nt+25Sq7cSibSlFNb5R9KDtec0+9ZybEatW9GvKTc9sNnEsMWL5WfTnMcvktOOWn6hpPXzpJy/rC1/4Gz3yyCOisPjYo48K2JAJcAYnbAgygy4kBmJ+llhzUrOm/YCbZDfeeJPvUSxKAhOyhSxSHLngHBDar3USCi/RbQob8AnYl2wctiOEIIoq2AL2gj7YKHTypptuig+iULC6+uqrxU81UXB4//vfp//5P/+n0AuDpusc5/zuf/td1axrX//Gv+hR4zN0/px1clGbXYihcU9cmstlxD6Ltie//Cu/op934QJ5gZbgFEKIcQ12Ah4naRpj/nnndtNuGJQsMyGE+NDIN77xTdO2GtfDNjJCCEJO2WPCviBNk2gn2qyf5L7EKblMVr3Le9RV7rRJCVGHU+8D/UMSQCf6lkKhKPiRyWSUxNijEo8Fx3DwB1++bNmyuF8IIfp76M9a2FPu4T14MJf72CPjvTgPfUMIEQb24F6uc437GeDBOfwZA3g4h241bLfJtZgH7vCSuIjP0JO53ItcMA948Jucx0+hU8DFHPaE58gHOhxC0OTkpHnREumBXaw5DmEfBnLCCCFY7zJxDvaTfZEv1uA9dGK/EIJG3ejhPHuxP/uCB3zlPDQARq4BM59ZmHnoViZJtWA5OH3qtItvp6KN+8Y3vuG4fF+kPfO5H7igZQgh8kt+oVPQj+vA5VMxtgohiAc54h6Oq5I0jf6D6wzuYaAv0LXquAVdAsaqbQB7cQRH7Gi3403mQVtg4Dz8DyEI2iIv+G14B21oanEd2eA+1gJWaJkaFt9m+cpZxtuinAIn84ANGoVwif7gzjnu4cg6jCU4QgjRnoI/c7iXI7wEF86HEIQOAg984Tw4sA77MkIIEQ5yQnABf3hHnAYMvIe+wIgegiM+mIGt5jq4YVtDuKQzwIINKFrf2Is12Ze5rJtz/BPCJfiBKYTgfKVHt956q3gQBn0AbvJf6A1c0JP36ATr640X68/ZL4AfOBedi4VwCQ72BW7u5R5oAy+g4aJ1jYfIy53tam8tRXu5yvkre3V1LdPA4KCwtTSzrrjyam3ZslXdPg8N0DFoTSNJjRBrMeCBTiFXwMmewEb+vs2xIXLBuYIbUHe/7R7t2blHl+++Qrff/mb19vZblybs76tqbWt3EfeCY6Jpx46MGZ9r9R496rZtgo6J8cPeFR2j4ofBh4Y1+IEvsea+ffvEn3eALsDGffCTQc4FPaBlJpMVfh7YQgjRdjGX9TgPn+E/vENeuAfeghu0POUGM76Eb7KAOzYQHuMT884X8l4/DYkqbhA3yaP8vsexfp/jJWhYsc7hB+EdMOQcP0Bj1gcv9l3CATyQNZcdNDk1rTk357ykmz0TQv5oUFSrdXV0dGrVqtWOf3rsT+qqu9kK79oc74cQ/Lke7Yv8Yh/WR1YW7P/5E1U118b4xaDx8TH7+zHzYcZrLYv6DgwMaAGdlo7QiEGDNnVecIWbL2k2own7LOQF3lx11dV697vfHX85Bx/e4RiKfGPz1i26/Y47dPfd79B73vM+/fZv/xc3AX5JxUJJba1lxz/dOuTc/Ec/cmzx0MM6euSEHnroR/qLT/+FsJ0Vw33s6BHnH0OW0Q430nfrzre9VTfffJPw0cQCBfu4jP2eUTbd5lW3X0dWgF/Of+AF1xnwHT3nHPfBG2i3xrF5qaWk7dsvE4XxAccs5F07d+4SMQp/GmDXrp3eoulY9Zibb6fU3lGyfC/XT158IdZ5Xn5pb/xlxZphvuic6tVXXnHd51xsBNx+220xJlu1apWIw4gZsQXA+fzzz7nGMxZ90+jomJC9RdfjGuYVvGMgNzXLE7EScgnt4S3n2xwv5K17w8Oj1rUxx4QjcT3klthmfHxc7MXAr0EX1oR2733ve/Rr//HXHLf/qt7+jnfqve//ab3t7rvETzR/4hOfiDH22972Nv1fjn9uNM23uj5kJAXd5ufnlMvnHIvmYs60QH3ZsezMzJTz+gtuCL5iWp1QzfaoaB4Vsp7neuOp4yeEXj368MP69n3f0te+8mX99ec/Jz4XY604ddPte3r00UdirLvDNar3vPfd5sMO75cVdhA927F9m7byC2euozUaFTVdV1uYn3LMOeG6yJSmZyfdID+nM2dOCR06c+a0Tpw67vzjkI4fP6rDhw/aLx/RiRPHdfzEUR1x7nzCx5MnT+ik5509e1oXLp6PejJmfZmYmtCcY/OZ+RnNL84rJLJNaTp+r4gYsVJdULW2KB6aUGhYDqtaND1qzZrSXPJvuhlC0KVX0/fL52vxvmqtYt7PmpaT1u2KZmdnNDE5rqr7AWNu+p47d0YTE+NSqFtvDcv8tGP1cV00jEMjF13XHdEpN4Bff32fm6/7I16vvPKyaJATcx88eEAHDx40zsd0xridcFP47LnTXmsq0rW/v08rV60Q+UnBNO0ot2ub9fft77jHuvtu/ezP/ow+8Ylf02/91v+tt7zlzbrjjlt1zz13R7meX5iJp73FAAAQAElEQVT1mqc0MjpkHGbE2o89/qiecjN80vl3e2dZPKB43fXX6/obbhA+o7+/3/iH6OsLztdytqnoJEe98cJGUiMiz5l3Lo/eojNpkgg7g61lINtF55h1G01kk3VCCKZtXTK5sbfMIV7AZtFM7rWdRh+vdbOSsdn1tA0b1mq7ce7qLsupogYGV2r3nstcoxy03OXkbd0oK9hmdjkXXa3u7mVqa+uwfnW6Hjur/a9bto6dMl9mNDk5ZX5N+P20/Z9lw/qLbmdtq/A14IGdZQBv2TaT80XXMom7oNGuXbu0devWSC9iXuaQx2Cv8FXgVnJuyWcG15h//XU36Pbb3qQ9e66I/gLbxrrswyAWCCFE/cImABc2YdY1DGw9cS45HbTnHDQNIUTfgv0ISYi6gKz7tEK4RGt4RAyKzZlx7sevH1WNN2tzX822AD/Hfhzhy9LgegghygO2ms/MmXEuRb2Ez5wH/jRN4zxkBZvOuRAuwQc99caLtdmf+eQT+IxrzO+dO3eajyXL6pz516bdu3drcHAw3kVuzz7IFzLKfeVyWZu3bNEa+4Vu12gHXEvFV+zcuVsDA4PiOnzI2361uOaBXWZvYgboB13APeP4kHnwNzHVHKDm48CQhkQmcE1VB+4VJ+hzTiAWXbRYsDOgWbMYv3lpgVYQiGdz2ZgYQJgFFwEYVRf/QgjxPI4NwDrLnQ602iLBAAosKzYqMy6AANiiDXfTjrLxxgBQrhN8LroovGiHNmNmIhRzbhjynuOUA5UZr8H1qpkMHBDf+qal9xwZnEcIGi4eMReiTE5O2NjNxLkI2L8fMAAiZrM5X4cuUpJkTasWIcgMGJ+ipUYIvNiDcxAY5QohRAPAvuzpafH/EEI88g97Ah9H7m1zkFpwcP/vr1XND65jOFiX9eAFe1bMJ/atvEFPkloUCvy4vjSf66zBXNYGN3hTsGNkfwY4M4cgME2znpaoEtdvxuAghKAQ4G1GCHTFe7LejB3FtI0s+3GePRlLRtUL2SnVLFfVKPDMy9nYAgP78XnaSkaQizzwueHCT9U8nbXRnXMxnL1CCJH20Akac++MDUZsuLu4zHxoE5XecIcQlLpBlqaJeSfhFBt21IuLsy62zEouI2atyDkH0qwJLUjWSlagFic7nZ3t2rhhvYtxPZb3rILvCP43NW1KNnoUSeo2+HJk2t5WjolEWuhUCEF1J8g1D+QUnKAtMgPNvYxpUVNq2Qkh1SV8G4YxUQjh32iVGjZ43t3dbbxbVPNeNePp+NJLBMtiUShyR3uHig7AGg7GZ91Arbo5jNxyDaONEcH5sD8GImMjkDHODS9Ut0GkaZzYszC8cIQnhOC3QXkbFPiEXLazT7FkGyEbr1bB42w2Z5jTOJefG8DRz1gngZv74CswtPi+C+cvOkA47STsfBwE3mMujIInxaqODtNwWY9WrVip9lKb1JAmHbABI7wNIYh1mQ/sOFP2r1g/mMP5BQeFBO1TU1Oats1YtP2ou1BMMbXfxUacNUkjc+csO1XbLZwxT3hdcfkV2rJls4uPs3rmmaf12j4HkGdOOKgY1szctDKZVCtW9auvv0dpInW0t2qZi7TlcptaLTNthr/iJGlmtqLlPat19XX83MZlGhufEDJqEnuNRGvWrBJ/h6LiIO6Ygz7k7PCRg3bUEyo4iMCJAk9isq7o73WyeVzTbqYs6zR9LAsd7exXUkvetsm4ZQxLzTRgtLeX1OeGaK8bpv39y7VyRa/WrFyhHhdbOu1EVrl5OuDmHdd7ly/Tcp/f7KL6FZdfrvWDA1rZ16vVxnGzi948vbZmYI02+Dpyd8IF6hEKU6YbBfdyZ7fAt2o5H/Z5fub2ohtq6N+07XTVOpzJFTXsxsa8fYdAKMlqdm5BBw8d1Xf/9QE99KPH7LyW6Y43vU033HS7Vq4c8PV5B5+zTj7Ho5Nf68Yt39Dp7e1zot4daTg/O61GbcFyV3UQMa2piTFxLoSm5bfm803VrCshBBe6561vVZ+79D+ygjwhQ6l1DDlFlgtO+rkHmZ23HHV2dajhhtDk5KRl3NbCRb22tpLhbVfFRVmaQiQqH/rQh/SBn/lZve2uu3SrCy38ZM4HP/jzuvOut2mLi+d9ff0quUkB/tlCVpX6ot8GF4Drwr6NOUEi2MF2z9ve5WwbCZDWuGhCoQYHv2HDRt11991681vfqiuuvFLr3BgZcBAADvxk8aLt3YwLAXybadbF76bk4LDbje1lyuZygifnzl+Isnjm3AWddmO6ZnsBb07ws0r+fMENoHnjXS63K02D75mP+IcQHEBWoj6dc2I5MTEl+IGcXnfddfqlX/ql+O1R9B7fAw2hKbpKTMDIZDJOxk7qZSeliRWhbFkk4BlwQEPhnOIUPIEfzMV/0Zw57KYaRZcQgoPeZdqwYYP9cVOsv8nF8p6eHstDRtCB+7qtH3n7NN4DB+MSbwuWi7rxSqMN4Txw1W3/mnZ4wMQ5eD0xMRELN+3mWcl2nutzlude64bJ6gR3WMzjHJ+BuVzusI/I+9qok7tjpteCA7tW3XDDdbr51pv0pje/SevWrbVMVrUET6+bPNlsXQvz42rWZtWaD+rIJ+pwvLRonaraPk/NzmvaRbhxy+CwG6lD1rOjx4+LAlvJjZysbQBPkXe5adXmIgy6Cg1KLiawD35zyrYQPMB1wfIFzOALjQiUkbde03GbA8weF8JMKGXTVDPWc9Y0wS3vFfugYmweQrfjtgUF+8i+VWsEnImNUNFJFN9iS6yDDdN1wskiwezRIxRQRuWYXaMjQ6rYnzesm03PgW/o9VrLc6nVNs1rlloKWuVEcMGyiC0nAMaHfOtb34rflnz04UeUSzNqNY51N05bnbAkSUZ33nmnsO3zxKvGM4SgFvOPPeDRvM8tOpZMQiJwT3wdOUPfSy5iQK8QguFbdOGyTannrV+7Tp2W1YJlCpxoKI2aD6+7sTXkJvTFoYs67UYWfmh0bCI+9DDoewjSKaDgc6EXMoQdwz6wJ7KGvux0IkBjraOjI8rl6OiIXnjhuSjn0QasGdCpWMQ/bTY0hV7PWhanpmesAwVNT8/a/tVcoJrQLTffGotgd9zxZvFtSJI35JRvA1CIp5HLtzD5LLv3RNK+V17V008+qXn7yq6Osk6fOKXJ8Ult3LQ58n/B9Hr729+u//pf/6vQdwb0POQmM0eKVegidoBkFjxotPO07WY3Jru7u9TR0R7tObr6gx/8QPAT/LmfJDKXy6qlpUUv/uRFPfzIw/FnXtNsRh2dZW0wHO3Wh1JbuxtnN0q2HW3WyyE3yuFlCEHwhnXYV34hz+stT5yvOn9BTmiGvPD886raD5WKLWo4luKBB2wsCSvwAx86jd0CHuCkAHL8+DFdeeXlOuQCxooVfVrjxnKL5bRoX33ExcFsNmeVqWlickIk9dz74k9+ov37D9reZOM3Pybsn44ePayifQxP8+On5udnlU2k1D6m1QWPTNq0rLVrz+5dGrQvTtNExCPPPfecgAt7iCzxHtnBfvItWxrmh9wIp6AMHjJz0fmfvPiiiMl++MMfWaZeiDYpMf1+5md+xkXAe4XsDbrpyTrQrtu2E1u7RIfUNgB6b7tsh1e0v7LOwjN+8YJrb7/nHtPlSq31Gugd/gubic/Cpp+xX+Ecdh25Q+6L1lX2eN68QAawSxy5D/3kPDK7wf7uXe96lyjyj1nfXn31VY3a9m30eWzWL/7ix10kOymujYyMqt98ufttd4kn8K+6+krlc1l12CYXWwqCVuyzxFfimpLjtbxj4F07LlPZsrW8q1ubvXarZePC2XPilxY6OzujDz1j/T7vBu0aF2kHBgbEt5WBF3uKXve5kMNn7Dk4sA/yCI3Ajc/AQGwM/eDBpH0M14j3oA8+h3uhDfxlHoP1m28UYpnHmuyFjBWLRfuTWuQrc5ENBnOgNXTks/xq2scx0AngWea4D35jY3KOD4CFNYANO9i078FGsleHbRO4hmB7aj1lXghBxHoUxpAX7AK+goHPwUYxjzWAm/VZu1wuK4Rgm7UY7R3FKNYGH/YCPuZBA/Bg75LtPOuwBmsxF9yBE5qxDwM7BN3hG3ijA8xjXe5hDdZGjliLwR7QiVGyr+A6a3EMIURfzXvotM5y3rTdGLRN7rDMTLvANjI0HG1JUDCVZXVJYizCusADzSmaY39Pnz4t4qcT9p3A0mE7xtrBd4IHA7y5p+nYGfjKzrnAeXh4JPosbBLyj64jK8gV5wYHBiOs0AT4vWSMe5fe44fRFfwo60Nz1uc663MOmDlXoR5jeQE2zpNXNFw3yWRS823B+NUdT1ei7Hla3BdbzFzWg/YM1uIz8gVcXAdHroUQbDPrgKk5+3ngYw3kB/nEJ4MfPIQm8A89nHNNKoSgEIL94ikXny9Gu8BDJwweemFexX4L+ca3UkhDDlgbnFgbWBjIWwu2wLEL1/gMUMgM/INODPZnPnoVQnBs18a0iAPn+2wDgBW+cgFckKkQAh+jXPAGflVtRzkymB9CiLRknyXdCSHEteE1dh+coNuCY7J511qCayPlUlH88hA+eLttdHzo5M636s633um6xSbtdPMol8nFP4eTzxUiDOgfusre8IUY+qqrrnAh/R776Q43TV7V0aPHRIPk4oWLmnF8wa9PlVraYkH3LW9+q2OzNWoptanNzcCsbWi3Y0bom8/lRU2EuBBciB/JbdCRoQvnxS/ZHDp8RK/wzbW9e92kGYq+u81xKwM5BH/kEFohP8gidERugDeEYBlc5HIczJlybgw+6NUpN02RJXSOteIk/4N/wy8Ro2DDsdXoDe+RD/jNOa73m5fEwiuctxWNU9k62Gq7l6SpkAMvF3URmUZG4CGw5fOFeB55gFfggzyBT5omsWay2j6kx3F/W3tb9F1n7COnHcsxP/X6xIzozNKAjuDImuwbguWC3MD8Z31kad76k3r9QiGnCccZF0zrkZGRSCfuT+zzU6+NTE65ZspeU84J8DkPPfSQyN173HwZXL9O/atW6pT93U9eeinCh62EjtjGinPM06fPqVzuVIfHs8+9EHPCTtcBiCmXL+/V2++5V2dOn9fzz7+o7zu/32s+47PRw7rzZ2q62JK2tlKMdVoMc3t7yXnTBQHzyZMnReMQe1lxfRHtmXfcDj1Kts/Qs822Fz6AU9O+cc7xMHoCnsjKgz94MH4jdnR0ONaZ0Hf8VNU1kqrpduTIYT3++GN66KEHxU+f/vf//nv62te+Em3agmuDaeocwM20+O3CA69rdGRYG2z7+53/5TIZ2QCqq9yhmtdqNUzEPjsdx9/p/GPX7t1xT+AARmz+eefMPKxH8wuYgaHs2AKfggyCFzgiswT42C1i92w2Z3nKasWKVdaTFs3Z9oHnc44H4SVxKzJIjsyvvkC7k5Z/crNVjlEvv/IKrba8lWzf0lTqcY6YJtLZ06fUbvovOA9r2s9DHyXB9qYW7dq4s7/O4QAAEABJREFUYxN+6YBvIvON4lE3H5l73jHQ0WOHXRt7SgcP7LesTTh3ndfIxSFNuo63ce163Xj9Ddq5Y0fMnfj2L9/+u8dx4q+4gft3f/c3+tjHPqz+Ff0KBiR4z9S0brrQN+/G5tTMtIjraQpeHDrv+O6Yjp88rFOnj+nwsQM6duqIzlw4rbPnT+vcxXNujl4QTVVoPG65n56ZdM1ixnSa0qzrdZXqvBqOrUPSVL1ZiU3ORdcDofWcZQY9WLSfmHV+PWsdmnJNadE8nXdNcNGyh/xVXOdB9tIkjT4HXaws1mIuhj5yre48tmnGNe0M+cx5+FIsFpTLZZUkiYeUGl85N07i58TrNbVoHiw6RwkhKJ/P2pd6rufI62Xsb7O5jDJOEsABWsEHZGvUeSI0OnP2VKQBdu+46wLwDdtN05XY/6jzE2KFOeMIjRZM53qjan9TEV/YwJ91d3dq9+5dzgnu0Qc+8D7H9JdbblaLLxb0O65eu3YwXufnmnt7e2L+ds6yMGS9SLMZV9GbOmidOuCccMRwgT/0RZ5PONZBZqENeEMf6A5toT20m3O9ataj4By76JiW69w75Pya9xnrXJt9RM5xajaXU5fzlJL1jrnwA9vPnqxP7IB/6zGcfa5pdC/rUlt7SXnX3Ux2863mOlKnazFrtGv3Nq3fMKgVq3qdt+cVkobnZVRx03zfvtf05JM/9nhKhw8d18T4nPmVN92ajrcrHouiOUleQ1w/YZ0BH/CGpsC1hDNwZbNZy0LOjdr26GfTNI2xC7xCf4nNgL3XvoEYjVyDZiH53U/91E+JnO2d975Te3ZfHv1ve1tZ2UzOMpVxvXourkW8xBcTnnrqKevoM8LenLftOXr0qGtSx+3Xjwp+YCewr2ds58EBOo9bx2mmynKXy2VUqSw6Z59xTXrKdqFuvGvGP4gXPFzCFbwZVesNY4mvHMEfPDPmHwM6hBAcI6T6959DCOaLddR6xNrswb1LNITv3AsNuQ+ZYV4IttPW3ynXxqDf8WPHIp74Ee5FPpgPfE3bOfIU4oAbb7xR/PIK9QlojB1GhogBVrj3sNZ2rNM+Db2cdfxTcv7B3LX2AcuXL495S2trSawPfsCSNO2IOIHRb2ttU0uxZKNdjAzvdJOgtbVdqYtWISTGLwhkGE0bDYBlobyD0A4nW8vc4e3p6Y2CglJ4SmSCb4z/81Rs3oEJ+xWsMBQ8G55EMFB1Q4AjRGLtxEYHIrBOYmNbsxOGeYwJEw5DMmbjjRNAcDlfsaOnkQtiDSciwAwDWIfB+xBCFAqEBuJBZISIdVDahhMG9ktdGExsyBTk+XUrjg2Pi00oCgTOOIAENujGkQEdoE0I0CkXaVWywsOgjo5yVCQIAW4IB/dkLGRJkvp0UAhBSZJYqBresxYZxf0MDAnzGdCa+zzdzr8aEyZoAN1ypm/JjhM4mMMxBAucHQMOJLUCV/weoWc+dDMLJLF/agWqef8QZSAEzoUIE3wJIfhaM8JWczCnN141JwYheK55FkKIReZRFz3m7ZwU103EvsAC73M2hnUnpDWv0bCA640X8IIf16FD1kY68wadg9duel4wfVgLR8dPw1SswPCkZhiW8MFp8LneMC4281UbxlqtIt+q1E7VJIhH2YEv2lFm7KgKNrRFB3UFHzGoNd+zuDhnIzXtgGFMJHtTTmDGjFfVAVnZ8k6Dkp/uymXzai21WneKlvdafPLp3NkLpsO0x1QMSM84YD5z+qwmxqeceDcVQhLlA9oD96XPNowGDtw5By0wrgzoMO8CccUyztw0SWIgN+Yi0tnTZ0RhZkmeubdqulTMZ+ggvziXsayxZupj1bRv+nyaXmpCMB/558g98CWEEHnNOtAYua94f/apVWvevyaSrNHRcXGNwiGOnKB10kWGQ4cO67ATJwz5CTvU9o52gVuaJA5wmqpY5zH+4y5AZhxwFFpKlq9EfKN2ZnpO7MlA9oAnm80K3ktB5XI5XgeWOQeYVTeP0WH0GVxbXOjkuOBAZcENpjEX49jriAMLHM0D3/++jh876jVm4s9n8C2oAScRIy70H3ZAcP7cWZEk5vI5AXd7uV3BMrhQAa4ZTUyOudE3qiEHDrM25nOm95xhCJm8Wuzkbrr5llgEPHv2jF5//bW41+zsjPbs2W3nvc56u6Cs5e7973+vi3WdWrt2wA6+K55vWG6BY8KNCBwh+tzjIPj11/fpkGFb7sS15CCtyzIIbWreO5HU7mSvJZ9V1oFYYrkvWZ77e5erq6ssgqLVbk70usG63EU0EhnfomAdKDkh7+hoEz+/lxhHimyrVq0y7+uamZrRubPnRdAkJbK7UC6bF75hzPZ31on9omVizIHExOS05v2+4YXTbE7t5U7l8i1ajHLY0Ih159SZ85q0c5p2w5/Gw/p1m/Tmt9zpgvlWB8FV69uCE5cJzc9X1dLaqoGBNVq9anUM3mgqBweBi3NTqs5Oanp8RBUHzK0teeXtgwhK5x0gkyRWvCfnGNjOFtMml8uZ5lnbtoIotpFAgyfvs9msGrb9swTT5id2CsfJtaJpnaTSsJsmQ24Uj7vxSdCKrlx++R7dcsst8elXnPQNN9zgptmbRSHfYuqwJFFqejWTTHyfLxT9OaOoi/aBOe8LfMgzCdQaJ0AEUQSDy8xn4AeXMQc6586dc5J2QSTeR46e0BM//rH2HzjgpvQRB0knTKNetTrgRI8XbA+zpomSJAZZh44ccyLRUNF0SGxXxycmjW9TK10UPO8G6r59+5yYnPc6h+3rZqzbCyKRPHX6hNDneevRxYsXbN/q2uKG29ucNK60vuzYvt2y1SdwQN+Al4HNCiFYv+YEbtCfOcsdiGzbutXB4Kqoy6ntHbTnCN9OU2w0nviPQqEgmtUEPhz5jL5P2v9joyiaFk3DqAPGV34BA9fYExqW7H+BhSMwcOQ6soBfZg3ozjV4wnrwFb2bsEzja+H3EjzYBK5BY9bBLnlb4QuQl96ePhGkffwXf1G//uu/rsuvuEIUGe6771v69n336V/v+xd1d2Sl+rT1YkpzbqK2FFuUhlQXLwzrscee0F9+7vP60pe/rAMHD+qMm9+p+TjgxtDb3ND63d/7f/X7/+sP9Md/+km9/R1vtx2a9DoV692iWZ1EucI2Y2cXHQyDJ++RY2ANIdgfjdsmdEWfUbWst5dKbqi9oldfftkJdpuI07hnynY5SJq0vJ8/e9r2paB224rEyWnVfnPNwCrBjzNDJ4UNZv2SdRY+Qa99TkbmbB8K+YzytnXB9zUcx3V1ltXd1elYY8H3zwrez3jeITfNm4ZPOEXvy94NB9fAst+274//6I/UdFx3swPh973/p+OTsbfwE0amw6/+xn/Sb/6X39FV116vxWpdy/v7VTReyFa7dYI1GBvciCdxw387FFDDc5G7adtmYIa3U5avqu0H9zJG7WPh9bSLUDwghT7UjAdygr/jAYQux8pJJqfu5T06cuy4m2gHTJM5W1c5IZnVYftCGncvvPiC9c56aLmFXqyP3AEDMoUsYzt4cp6kChuCzUGG+cz8avSb5zQ1PW2bokg/ZHi1bTa+NoSgYiFvOzEt7gNnnt7cs2dPLJjSCKL42mK7hi+pG5e3ve1tQtbRXew/8gwf+fzII4/o7//+78U30KERfpYEEH0GJmCvOZ5At5E3ZA0dRZfQMXzEiJPuquOmL3/5H0VTkobkgpP687Yp+P+GMckbno2bNomfGMb2sW7TssAa4EyxgM/QusdJMrrly+KcxUUhhDiQSWADTt6T9Nz/ve/ZBx8Xv0AyOzOj87YxwbK0qn9FtE+LLp50m4dfsd6dO3tWK30evmeS1H5xuX3QGnW0d2rbth3q6lxmPcuJOCWfK9peVmyLH9dDD/8o+rjlloHuZT26+urr9PMf+ogbTsO2mZuFPYJPj/LNSfsR5Ois94KW47bv2JsBF76QizHHK/h6ilEVyyI0TW0r4RvzQwi6aLsNz5cvX2aaXqm7775H0Jz45oyTZH7iKoSgrVu2i5/R4hdEnn762SgTZftm9sCn1K1j8Jt7oRtwwufXX39dNN/v/9f79c1vflOnXIDjl0Wg9de//nUXTE8r61gSmeQhh3kXPNmXwiJywXtkiabqbhcY1zoR7XORGrniPQ/PkPS+/MrLUVaRmSRNdO2114pfcTh58kSMQaqOb+A182kWMOeYk+YTJ04qly8qk83prOO1eecb9Xo1/nTWDx98QH/3N3/t2Ov1KB9Na2LDeKbOJYENWYfeJ124Re/mHDdAE2QL/KA3dhv+1OxbKGySTKOLFC2RrZzjCa6FEGL8AZyJ/S08Rj47ymXHQB3xgamQJrYNy9TnImIzSMh6j4sm0LziQho8Zi10BdiQgXHbXcYlPZAL8aVoO5AD/NW0i+HAyvus4wjeAxNrcT86VDYMnOMz6zMPe4POkPtxLjHMnGMOR+7nvJXJtM26KDnn+H4x8gj4kBdggH58q/vY8WPWgQWxNg+WMIc1lrsewDnmsgfnOLLP0ntoT3w4b9lBV5ENrkOXEEK0bezHdXjE/cCIfZZf3M9c8GEf7mUu+yLL2A6uQ4MQQsQDPjHXtyt1jp+mqZgHrbiP/ZjPXtCW9+CKb4D/yAhxI9+UptEPnZvOY/F1Tee1C85H+DZr3TlSu4v+y1z4wwYTe6BnXS6iI1/IMH6P/dkT3Nkrb38Pjswpe+6ii7/QZuu2bVF3F+2zwY0j84mZLly4FJvxmfUY8BB44Qc4r1ix4t/u5xo0A9+lAXztztFYF7qCPzTiWLC/Yh7rACdz0A14Urf/4Mg5BvNZC1i4n3Pwm3vZd8p5NHaH+1mLvVqdPwMfewBvLpd1PLtcfAMTvmBL+BML6MK4bWXDiQi8Rte4n2/Ygyv8ovi43HEmfhkbRqETmQAe7mE96ANsHLk/hBDzAmBnwANozBxgrNt2wBPOcw+fWYtrwFx0DMdn8AIW7Br7AS+D/VmXNbjnvO0+f9ecZgW2hHtDCP8WwyFLNCgqzl07HL90d3Zpxg23pbnQF5ryMMPxYyeUybYozRRUa6aaXmiIXx+56667ok6CL3RZu25tfPCa4iF5ytq1g9GmsBby9cADD8SHHXmPbTm4/4Ae+Nfvx28+5bI5+89jsTiLf1vp5k6Pa32rBwbMozViffRg/cYNKneWtc7FyPUbNmrBtm10bNTw5UTjlfykanvKw2gX3IAZcw45MzMru3/xcBMyyVrQOYQg6EVNj3PgIb9CCDF+RQ/RW3RzdHTMV2STFUT+BH/wJ4vWlZztNH6TZh4+FxpyD/osv5AV5nB+zH6XwX7IFkdPMXxNw5IqzaVCNvOuC+iNF/xP0zTSkngrb/3lHPK+ZfsWXXXNVc4DLtfWrVu0adMGkXcODg6q3zFGn+NUGtGMAZ/rNO0azkO5F10BD44V+0C2gz7IStPyH0JwvaCqpuezX9PBEPiCN/HW4uK8Y0/HiJ6L7DEHPGB2W8AAABAASURBVLPO/zjif8CRdVcYDnwrsrFx40Zt3LTR/GrXhHV1wo3q467f4A9nZuaijKa2mw3iJ+fmW7Zs1Yc/8lH97n/7/2mzY43R8Ql1uMm+bt1G1zo2qVgoiV8tefDBH7jWclYF53Xz9tX797+up57+sY6fOOpm0CkdPnRQe1/6iS7allFXa3U9ml8ruuCGPvEIvhqbOW9fkSTBOWer0K3HHns0/hIZD1LwINYh10i+9rWv6gtf+Ct997vf1XE3mE47diF+xLbwINVGy+l73vNu/eqv/gf9p//71/UXf/HnuuXWm2wfW7Rz5w5RL+HBt+eff1bf+c59+vFTT2p8YlSnT53UqZMnfDwVHwxYNB4n3KiYc/4wZX8NnXkoFfqiV8gFeoEd67QtR2bhE7qLzcTGMI/5XM9bVpHRU26IYhv45RHkNJvNRv9LPW3Dhk364Ac/ZN3OO18/Jn75jevo9LXXXefawwYRg7Hv0j7siRxVXdfMZKxXqbTg5lrFvgV56yi3ObevxebQ910b+4d/+IcY+5VaS1rjGgwy3bCPI84i54kwZTIqt7dpna/zcP7tt96qlfYxdet3q/PAlStXOUd9h5tzH9B1112rK67cozSbKrHslMvt6ii3KhiOuflZ52wVjbkZevrMKZ2/cDbKyXk366YsezQ6Z1yXmXe+sFiZ17yb3ZX6gqqNRee9826S1pQap7r9UM25EfKcsYxnvVculxXHQLIXpIzp+G8jk1VqvYVnSZJRUKJMmlGapMpbRplHDaVkH8771GviowYHB6NvIo6EZ/CwpdQS7UIIIcZo0OoS7WcF7eFv4j1MQmHTCl4f2JI0tT6lrs1ItXpQo5lIYkhpmkTYE8t60zrMeuSdGeNVbCk45iwY3qznubbUbEZbgC+bcX4zaz3lVw2nnLPii5D/gwcPWF6OCv6hE2dcm7zo/AuaTk1POIY+rdOnTwrbkbd9y+cyargWOW/+JKZf2TJy2c7tuvHG651Hvk3vec9Pma/XCJrTuP3CF76g7z/wfd1v+fmLz35GX/jbv9VTzzwdv0n79NNPx33Pu7GHjWoaXmjEEZonSSKTLvKdZiBN4BCCyEWQ7Wnnugy+pU68WLc/hoYhBMWXj9hM1oNOU46Nm7ZPVdcjF103z+cKKtpHF4p5tbaV3DgtaH5hNvq7CxfOmUc11eqLOnP2hF7b93Js4q9avVI3GNcrrrxc+E5itzb3w9pay9aVYDkd0rhrBaOu01500xffP2Pagx92Zt52Cp3jMz6Fa3xG7+FTxvqD/JATEaOmlgVw6OjoED6MhzPIhfBdW7ZsUd62AZohb8STA/a9q1evsS/sNvxBR48c12OPPh4fYPmHf/hS/PNQ3/jGN+Kf1+EBZmwJNgUbSSz1xBNPxIYrvHnq6aeEjQUGaAutkQ1sLvnmadfllmgKjcGDOdxzwfZ6CVfu5TojhGDZTgxbMw7Wzlrnch7gzmfGJd4HLb1CCPE+zjOgyfQbdGWfJdpOWSbY+6DrZIePHIm2a8L8gEbQetz2GDiwrxyHhoeF34e+1FigO/YYGcN23nHHHa7BL4s+BR6xF7IzMjyiI4eO6IRrrovzi+JPDRbyBSFf5G5LOLuZKtVqdSttNgYDy5wALXMhoKtrmTqdcLMZAQtBBQRAUBEOEOR93Qas6UQ1Z0bD5E4HfW0Yn0xGvGiyLFiY512MJYhKbEgp6KIgeQcd3INSQADWBOlcLqu8lRlC85nzFRcG5yycM3ZaCy58AAOjYmUh2OI9g2s1G3PWgxFLispa7Mlel5SqGJ06cDtSEk+LpG6gptkkvq+48DM2NuJCyEUX/Ga0YBxg0BKR61Zm1mQ9mNVq5wGdGOy7aCclv7jGAB9gArYkSWPwiQJBU87XScK8BwKKsIAzeyQ2MszhmKaGzWuyJwN8El+vuNgCXL4kaAcsedN26To0ZA4KjfBLCG6woZRfiWldMDwlG5uiuCcErjV8veGCZ8WGox4NNWtAK+BiTd/s+1qi4IMDRnXW/OEaOCMHTTuBkeFRTbq5FkJwANQm4AOnGQfR4IvQsia4MJo2tIxsNheT3B4XzhgkehE+48x+3MM6yCb3LdGnYSNad4DZcPEWuWn6vSyjvs08zxnmomW9NeJbcNGx1Nqi/hW9hq0UR0dHq5YtL6uvv0cDA6u1cmWftmzeaMdxrfhmUW/PctPJSYuVedIF54oLy7Nu6kxOjVtZxy0r85AmJu78dO301KwVT6ZTGmmKLCEH4L1gWeY98INL3krKKLjpAi9NMtN+0Qru5ocLRQXrWTB96tbZNEmNxyW+cW8IwY41jfxiTWRi0sblootuOFRkquikmMS1paXk/CWo6bWQldSGHHoyh3EJnpxxqMQ5zOccxqNaqfmcLBvVWJi/eHHYhbYzdpoviidsMGInHXASLGOEW9zACSHYgZWUOujJOxAIDhBmXMBKchk1fY2nwcZs/FLbjZAkyufyypsWOeMLXLMutmd8DdiAmSG/mh7gSsPUbyNPsSk5Bz4563ObC+o0D9F5nDBFjoJ1I7jhCO9bncRnPXfYxc2896JZfvLEMQeuU5GPyCfrLppPHOd9XFisKslmRSI5uH6dbnvzHXr7O+/VFVddpZtvvkEf/JkPaGDNKqXGi58V3L17l+699x36T//pN3TLLTc7WL/McrTOslgwvQ4J+dy79ydabefNfk/bsVEQJSnHUbz86qvqdGOto7NTw27eEgQlIRE0KGRzFu265h1s1iyHcw6e+FmagnEKbqhWqvO2CRnvlVNbe5sIwuYcRFCcztrWFVzAXrStgr7T01OxAYDMTExMaNb6WbF9tYhYzlpF0jkwuEbwgWDs1Vde077X9wuHNmvbnBqWeduwSSf9fGtuzuvOuLA0Oj7loGPaidmMCpYFfExPb7+uueY6DQyu1ZSbq+fOXdDM7LwWFuvWEWncSfaJ4ydEA+KwneXTTzyuH/3gAZ05eUzzM5OqO2imSN7tQlVra5uSJJVMbwVF+LDDWfMIGiEzwIwcya8kSf7NruBYGZybtYwxp+EAMuuAVbYZoyMj1j/z2/ewJ2syeJr7Ax/4gO688622GW2XeOEAGVnErtUcNSO/GcMQQiIZLvm16OSe6znLGvpZse2uOVHGFrBuwWtwDZ3kHPZ6zMUIfmKcp0NPOaj5rhsDf+NA9cdPPe1E6kB8KGHV6tWi0J2mOdumvBLTY2Gxplk7f2hMQ5LEfWGhYtkcdKH/au3Zc3n8WzEvO4GtOkmpLMzYTo+KhObsuTPmQ8N4Ncz7UtSrjRs3aWBgQNBp1L6xva1VfPuEIAu8oDW0NJq+r6kQQpxLkQs8Od9jW44cpbY3IQTL/2FxD5+xTRQ82IO4Y5llHjpAD64zenp6RADKeegDDRumNe9nZ+eEPYXf07bN0G7OPAU25JnPBLy85x7gCSHEe+AbcCA3zN/qhi8wgCtrHXGwhi5iS9mfwBr4eA98wIPsSM0of0ePHNWjjz6q7KK0vmdAP/Xmt2veBZ8nn3xSX3Siypo8qDA9MaO56TkddrD22GOPWRem1euGw7vf8x79/Ic/rJ/+2Z/RL//ar+k//dZv6+533KveFSvVt3KFOru7bE/b1N7RLvbNWD6VmF/eP/F7zuHvl/DlHDQCt2nr+fkzZ7VoneVBnKed6IDn1i2bdfzoYc05ga1aF9vcqGhryenggdf0hc9/Vo89/JAefvCHTrhOiQc5SMZnJsd09sRx1RwvYVuPu7A+Zdpjg/nGRM2yXbXM9yzrUqcT6JzjvxSae++cdQMbXHcMSQMTeo66cXncet9iv8y3W2UbVnQsyFo/Z1rcdffb1G/8r7z6Kt3wptt1xc036oobrlO7G0rKZRVyGVVNgwXbB2hDAjzm4uu8bZEFUgveFx86b1kp2MdE3ZqYsN+ecNOs27FBi+DxjIN3aDLsgh++Yd6+qtUxHjK4yYUmkhkKFjSpOPKwSdZwVh178o3tVU5y5l1IvOj7kUmKDFe6sX7d9dfZpy5G3ULm9u/fb7BC5CF2l/UT+8am4yZoOWf5LdpnQ094x6Cwup1vu/f2qGb7USjklMkmyhez2rZji+3Bosad4HFfCCHqLjiAD/al7tgV/CqGjwQL3USPsD/oJnygaAXcxHEUZT/0oQ+JhA45Kjg2QT/QlaLtFcnvnAszFIG4zn1NOw32yZkfHR1tpmvRejavu+56m21TImSRYgRz2XcJVmgPXTL29R3lsjLmKT9hveiYo3/lahdcpjRv/3vYic3+A4fsD8dEXsB9+EzwIfn79Kc/LT6j58QkfOuwbl+Wy2TUqDWcLJ/W08+9oLmFmsodXepzYfiYdbane7lWu1C8/7V96ndTtJDNKfF/NcdbL77oQp/5Sb7RdIyJ/cTWtDrGoNmGjaXYUrMMgA9HdJAiMHBNWy/QNRow2EzsCQ0F7Ax6Cs3Bm/ugI+evcWORc6zLOn/zN38jbA77Qt8Jx3dnrMvI0R/8wR+KdbCxrI8dxU9h5/psU1aZfhtdKO3q6o4FRgqn27buMG9aYtwIreAhssaeO3ftEknmXXffJXDjPU0M4rtdO3dpjQupx44ei/H8LbfcIgqA3HfffffZL+1T3nFWLpeP+gQPgPGEi7IUO4EPmSN2IHbL5XIC7q7OruhvwQ98G47dkdX2tjYXDbrEfSttA2lsUmz4yEc+olZfo9HKfuz/Fsdj73I8dvc9d+mqq65Uq+N7ztedD4y7WF4s5l28qgj5W+W1yu0djjfGlM9mVbVOTLsQ0+NmzIb167XWDWD2Bz5ggjYk4th//A20bVjW4SO6Au8a1i9oyTXu4VzFsgd83B9CiP4xSRPH0JWoD8CHfeE69zKYDw2In/lMIQq94jxrZnM5togjSRLHeAUBJ7KHTnGOEUKINoY1GMjN0vkl+EK4ZCdYLAlJtEcXhi4K+5m1XRuxDa3ZJrXY57eV3SD2+7WD63XX2+7R4MA6x4BDtmlN61FftDc0XOJahos90zQVe7I3n0MIjlOy8RznkemCbQn3hBCiPKJnzGWAN/MY4Ja1XdAbr4ptIG+Zg/xOTExEGwuNWHPpOp+hHeegEbRO08RwN+J87luaAx3ZF/pgo7B1yCf3JMaJeezHCCFEeqXGERsLfOghzYe9L72kKee+yBB7Lg3Wx85yZC3uxbYDH++RhzjXNEEn2HvGvgD7zHn2gGbMJ24BLu6HviGEaF/z9qFcB0bmQyOuc2Rf6Au9sDvAwDzqJcghewADc4EHnNFXaMlc5mBToCXyyb00Lifsd4izyDdDuCR33MtawMhcHvbChmCnX3zxxVjQo4APLOzFntRDoH/FsQN4bd++Xbt37xZ2lji3aftLEQwasDa27L3vfW98aASYgA9/xQNEA45ZWYu1ucZ78LtEg2rUDXjM/pwPIYg1wZM54Mw92PIQQpRZ8OU6foy5Vcsg87ANNHO59vDDD8cCJXzu6uoS9OM+eLLM9gWcyF+VFFliAAAQAElEQVQ4B11CCFHu5Rd8Xu2YvtP20OGMsEc7tm3XgM+tXtmvDuthd3enzy9To1nT+PiIY+0ZDQ9fjPHZP337ft334CN67IVX9MrxM2KtEIJtYauAB9ptcXMPv8IDWPgm4g/gxo5dcNE7n88Z1+C4qEvweu3aQTdptmpqZkqr1qzW1ddcK+wgeSUyiD2FBh3lToMclNjXLtieVqo1LXPcDwxtvgZOefsG6CG/CpZx4oho4309OO8i16rbj8JfBjCzB/rIHk3bXAZrLFpGQki8kgQ9OQe/kPUQQsxbwQ1/e/r0GdOKOs2EmAO+fAvyzJkz0XZyL7KJrcWm85l9wX+lG465TNY0HrKfPWtfNKGmc0XgzbquESGwXfSWCiGofVmf5w5rYnJCxVJRW3ds1w0336A77J/4adt3v+ddpuGVlunL1Nff6zyr6NES8UCmkMWlUXLe3HCeA87x6FnIc/z8hr9Bzxi+FPcPIUTfXnd83bTvIxZrayuZ/90iz0JW8aN9jg3qXgMZ4AgNkT9ojt2gblKyvHU5xuZhoB7DSiN2s/MF4oKdjgV2775cW7du0+bNWyzzE6pU61p0zDY3vxDzmR2X7dTtLla3ujmHjexxDQ3dgc4U+u+779uxaQ/NgQGer3J8cdnOPbEucOzYCe3duzc+0Pe1r30tNvpOnjzl3LtV2OYn3Rj4q89/Xv/g3Opf/uVfdLPrLDsu26bHH39Uf/3Xn9NnPvOX+u3/8pv69Kf/TJ/73Of0e7/3/+qzn/1LffZzf+lG6l/omWefivs//sSj4hfJzrqpd/bsacdJR03Dggv159wQflDf/d63dfjIIfN0VMfdBD5/7qwOHT6or375K9r32mt6zrnUKy+9rJV9K1ynmIsN16b5xsN78BLewD/sysTEhLB/NDiIX5HFdtfOsfXEOXz7FJtz3M1gBvbv3e9+d7QjyCvrtLSUtGHDRvO0x/H1ohthI6bXjCpv2COO7MmoWw7q5jO6wP6pZRaZKLkRiO37wYMP6l+//4BeemmvCtZJ4j0e4Pjkn/6p/uxTnzItH9fI6GjM13ft2qm169ZGnP/wD/5Af/rJT+rTf/4p8QDbRdOEeGy3614rVvSpt3+55GZc03pNUzNXyCiXT03DcU1OT+ji8AWdO3/GOcuYJp17AjNyh64vWLeb1nXgxl/VG40YHy44n6s657TLVca1mgYWJ02izbHwW7e9m+nOfXXraN3yL9uIJElsY7OOPfKGoSD+7FShWBIPNLdYx0rO8YotRccwLeZ7yTFsIfr2hmFomojDxp+Rurboj/H/ovOhrs5O82BZtD/o05o1a8RxmXspHR2dwoZgKzdsWC9sL7ZytXPENasHtGr1oDZt3mYbvc62aqW6lq2wvVyp1ray3BaQtza8WeUc82AXQrDFibg1vH9QcH7iMFlqBmVSz8sWIv74UPCtOXeBdg37zMS55fz8nO3SkM67WY2vRpaOHTsa5f+4a5/Hjh8R49y507EOWnAcgd7SI1lwnTHvXLOzo8O2qmj9K+mOO253bfMT1qM/j99she979uzWlVddqYHBQa01zh1dnTrvOvR+N3Rp5H37298Weo+Mkw+QB5w9e/bfdPxL//iP+sxnPyvyJXwzeKMvr+9/PeYZ+CfiK2II7sVOI8Po0bxz/Jp9R8N4p0lGUmoeNpV3Q5Vcr7trmQqFFsPe5pxjmfOA5crnM/5cMm/6TTv7U9e3Jl3bKLXktWpVv3OPdjVdWZiYHNXE1JiqrsUvuCc1a1ouVheVs77kLTchTRRM44I/L8ktsBP7IIvAZYDcc6tFHQ0hqLNc1qDpRLxCvob95R7mY5PBH9x5AClJEsvI8vhFneuuu07IGTacnzDnIf7W1jbrR01jo+M6dfKMnnv2eT3y8KOitvToo4+KB06gP7Vl3mN/Xnn1ZREDANukY9WhoRE96/sedWP22WefE/JxCY5F25iKqpV6HNNTM5ahC479L8T4Gbovuv6L/jYsn+AAvLxngM+/z424hg9j8F5+QTOG34pzrIGtymWz1ttUfIa2RddE8In4KfSK+Ap/Bf3wbcwjBsWXs1bJOTp0RGZo/PMenYQvrM911mKdqmtWhw8ftu0/bnwXxHVgYb2zzrWpUTXrTXW5blDuKKu1pVXEBZ6TMWMbUdgajWAEMlbcnBfIG/hMBD6fz/t8YiFrRKJhjCEcRGNQmK+9YaghGINzGCAKIRSy5t2EqBjIhhUa4ECWAQNxHHE9G07WA1GeQLCVkCxscR0rB2uyxqKNaMNBC/eCOPstjYqT1kUHcJwnaK/bGvHEG9flV7DhyWZsTBk5MyibEU8JZ3MZJWkiXoF/PBILbq1WsUGri/cwvdFoiLUJ4FgTxnM+k8mYZjnTLus79W9zwIu54EhChbAimNAw4mnnxhrcFMKlnVmPwV7swWDPqoNSzjE/b54wECzoWbHzhB4h2KCCWzYX+VfkaQwXRUstbSq3l+00SoYxZ3xS870WFZq1WZO1eQ9cGCfW5DzngIHP0BNYGSEEsyfYqLZEfDmnYJtu6w9sIQTLVeMSXQwTOEFH1gwhxHvm3GxhP9ZnH3Dg3NL7jO9jxPVspOA711gDevAeuBcsO1Mzc6qZ3xnzgkIhfJcBahiehr1N3bTmngUr/JyLo+yVc0ECBw+fm05K6vWK4c2o7MJvf1+PVq9ZJZpxLTaUpVJBg2vXqLOzrKz3aFjm5RdOuNVOOOtCsRwwLCzOqRKSmNACH3hzHYUFNvZsa223Ac/7bhPMMEIXeFUul713hwPEVqVej6dnJqcmjFfF9Fp0AD8eFRxclgb3Qh8MDPIQQhDBCOc4ch16MR944CN0qFinKtaXhYV51Vx8Zi7zoM2lMRv3mnXhmfnIMfNZr2ZHNWVjOjExJQZ/Oxi6BuPNHN6jqxNOrheqCyrYKU1OTyrrwu+86TPvxh/06HNBuLOjTcudGBYs0+wP3wgi57yvCRRlFKO4hFvFsg7PuZ9kG70CXvCFtuDBETiDdXh4eMR2a0HZNLX8F0WQs2rVSgdLLTKpBC9lVzkxMSGCItbhXC6bUybJaMYNj6qbfKGZqNV8K6BTDqBmnSjgvL/3ne/qRw/+QHtffEHfcVLwV5//nL7+z/+sH3z/fv3ohw/63LccaP65fv9//A/92Z99Uv/8z1/Vwz96SE88/lh8opIiI0HFiy+8EAvA99//PTu/x3Xu3HknyPNCtqsuAJctG1ucsFxw83rMzUZkGtkrO7BJTXdZxkNoKJMmqpufi7a5uWxWre3W+VxGedO+bNklMFqxoj8mVKlpUrMcLHhuJoMvqF0KVi5cgPRq2l63trQon8mqaZuL7ZqZmY62pWm96nPSMDC4Tm2tZctQXdlcTm2GBxqlXq/ppnVHuUMkY/AFWIdHhuO37l50oenpZ561g39a33/gB3riiSd17NhhDV0878B6VBT1WkutarUjREty2Yz6e3u1Yd167XKh99prrtHAwKB4gUd7R9k4FmyPSmIvZB25QF5yhot54ArcieUCXJiTt9zhVFtaSlE2CFDa29uNT817t8RAGMfLuY6Odu3YsS0+cXmFg8VF+zTWZSCTJknU62wmqyV9g67sz54hgEkzyjT3lEotEVauM+Yt8+fOnYs8QC4uOgBFNueto8E8nrW9LDtwv/W22/SzP/dBN/HfqT2XE7SujY3NaTeBoHveNh9YsNfjE5M6a1k66UJCt5sGa1wEbWsv6/nnX9CTblJTlCkVC1EfKFSFEJTPF7R7924Xa3pULncZhKBcNme+p5pxw36Xk+OgEPGgGId+Qlfghd7Qn+OAC1kl86/o4Ac6Mwd6QCuCX2jEEf4VHIDSjGIOtOEaczmyB4HziZMnRWNz0faegV9lsB9rwEcCItbiM3HEmAvoXM/lc054ljtRKopYIoTgZGE60pqgnXXgEcks8CE7wNzPT0u7aZ+zDHEOmJAjPocQxGfmA3dne07TY0Pa6GTqgotYr776qu655+3auGmzipav9Rs26/Y3v8XvW1XMFcRPtqGnReN+qxsS99x9t1bQLLzm6lh8udbNt9VrB7VoHW1aV8fdkJnwyJk/wDZtXiSGQWqqaltOzAPdkW2OwAgdgJsiBjRk8JALDbYXXnxOJ44eVHsx0QtPPaITB1/V1/7hb/WZT/6JPvupT+v7939fP376GTUse09ZV/m2W0d7m44dPqSF6Sk1bMu3b16njPcfHR1Wi+0iRTAKBASt/M1efpq8sjCnE8eO6Kjve/21V9WwfVr6O0SzltmS9XzRPG3v6FDGeu5gU2mS+J7jltPnow6SvLcUW7TCDRAeZMl7bjANEyd7Fk5l7aOrajqxyStr2wMNIm+sCPAfX0GyDO/qtpXoyuDgoC677DKt9RE5Yz5/S6PN/nxyfMLJVk+0k9iiaTdZQghK04xpXVHNa8xaL7Pef7Obm8tdlELXFuyfsrmCstm84FGpVLLcdUe5gxfszyChprFGLMgDByQ08Ak4kKUQQkxUaFTmLHvIGPOGbBOaTubq9qH80saci5szTnKxy0NugODP222/wBl8WIv78W/cz1F+oSMbN23Qnj17oq1inxCCE+1hbdiwwfBnYwzzpS99SdyDXWKtuuMeYGk1jcbGx6OdYD9wBS90iISQvcCHvZHFDvOLwmWL/UnWPIY/l122QznbnpdeeVn7Dx1UubtLm1zknXGSWrGMvGL9+fa3vxuTtnNnz8ViBb5qbGxU6DkwwJsJw0EyiV/Afr/3fe/Tzt27de7CRb3w4vNau25Aq3gwzkVgfpJ69Zq1estb71LJhY4Fx4PtTkLXuHh39VVXqWT4aDoCL3YLm0YcT/ERPBkk/vhs6AGtaMidOXVa+WxOTcegst/MWk4KubxWr1wlvmlJs2Hnzp3RzgInCTBFJ3CAJtCUgd4Q0+CbXjP+FBt+/OOnHAvMRr6QMMJX7qs7ps1ZNo674HbvvfcKWYIuC/bn0AO65213WjvKWrF6la674QbHYi0aHZ/U0eMnddG+GF5RaGZP8PrqV78q9uQBB9bJZLOq2/dPWt/hKQnkOjcZHRCIb/MyBxsOvcDpbtswaIV8gTP0Ar819gXYVuQen8CAV5dZ/5AbcFrCp7PzUnGqxbCTxNKoJanniXWKMMgOduzUmdP6u7/7O6WGEVnLZFL7rGVK0yD+hEHeNh+80jSJ8lyz7P6zYzPOP/bYo3rwhw8K3I8cPhLX4Ru4dce2PAzDvtATHmM7s94DGEMIca3OzrJ4Bf8DLsAeQoi6hA+u2+7Mu+By3jp5zjENMj3p2KluWmI7iraVrMe63A8/0zSNa+cdk0A3eJvYDjKnxXLJkc9F+4sQQvS/8Ji9OQIra/DeYEVYuMb7mBM5f4XWXGdv9uF9CIEpQv4ahg/6nrSvhX9cZ+8TJ06ImOR8bLTkBRxc67N/7Cx3qrJYNTw1ZTN51VxMn3MsU7UtZE30B9jRJ/bPWy+AlU2BD1lnwZFuzQAAEABJREFUHucytt0cQwgxBmMOe3Eeu846Od/PkQG+zGEd1sibdiGEWHRGXoEdfIhR+Mza0Jt5DD4zuJ/iInLEYG3WW5rLZ+Bnv5x1jjnAzX3AxxrQg8/YBGz7qlWrnE/mhC4AP7gvuBDMGv9+Xa4T5yKrDB5SOHHyRPQfedtH1s3mLtlj3rMWg/uW1oEGIYTIc/DKZrLOI9vj/sAGjNwDHhxLjj2hDUUodBgaMY9rwAke3MOwW7VOpW6UjMZ4CX8ADdif68gqOr9gWwp8nON+3hN/YUPRoQXbJewEtulSI2ZntI133nmnsEPMJ4bjfmCB3uVy2fnbYvRLrJUmiU1P07JW8VHCnmzdujXarK9//etxXskxJ3hCE9biCE7IIe/hawiXZJ49iT04h4xw5H5oCLzcD67QinkhhOjLuc5cZAB9Z23sRcY63Gn7xa9LQB/iStYFF+jAAE7WHnTcQSyGrVmCg/VqlZqj6yAeNAEPaHfI/vHAgdeN50Hnhmc1Z1uSz2VUyGd08uQx02NBA/Zx/f096utbLhpn1157jd71rnu1Yc9VWr9jt3LtXTo7OiGa1/z9PfaVX/APOClMw8dVq1dqbnZGC47bstmM6VzXguON2flZy3Jea1wH6V7epeVuivX09Qo7R1w64ryUXLXpNa+/4Ub9x1//df2H//gJ3XjzrSqU2gxTu/1fybxerpUrV3utokII0e5kbV+hAXwqOZbrcgEeGqEr4A98HHPWPXgCzBRAaU709/d5vZWRL8gxvGixvWQutQv8Gj4qZx1iffiIvWUN5nFkH0bB8RzXsXPch2+dcG0AuX3zm94kHi5Dfre7wV+2bCbGterYdXZmUlXTK1VDpWJercWMyu0lLXNM097WqnK5Xf1uyPY7906zzGqqo7NDazes1W233aKduy5TqbVkPlZivIX8L9Gko6Mj4gY+wIhuIXveWmZO1Pn4/o1/Qrjko7ivr69fyBm2KGPbSu6/y82wzW7Ctdm/9i7v0Xrn1Ndee60o6COn6BS0RRaIJ6AZdaBpxwBZy0PXsm4l9rWyn+12k9XJuoaGh5Q1D2+68Sbde+87tck5z9q167RmYI12XLZd+JX1GzdopWsv1ADwJ9AYGcTf8q3LGR7gXqzoaeccX//GN8RPDZccm427yP/cCz/Rq/te1+OuE3zv/vv1oJt/Tz31lGWpW7/8K7/iHGuT5XVB5y+c00M/fMC53aS6uk23lrzp2mL5WBGv8827Cn75wvloz5566sd66KEfOa88pIsXz2nSNasnnnhMx44etv3NOnbv0s///M9HHq1dO6Ddu3d67Sl9/ev/rD/55B+Lhu0J69/E5IT4pZC1gwNadG3o/u9+T3/w+/9LF85dULf9Y2up1fKx6HundfTIkeifpp3L8Y1w9JECPoX6nH0bDx586EMfjg+H4Ie/+MUvCjmEF8SmyBG68thjjwk6Iq+tplN7W5tKhaKySaqC9aTVMXoIwfJRE7zP+Vyb5yw4b2G9+01HviFPbIUf2LJtm+64/U36+Q9+WAOrB7X/9QP26xWlSSJsL/q3z01j/NMpxwfTk5OX/IHjb+QV/eBPgmxYv0E33HiD1q1fa5nIqLWtpPZym91IQxeGzjnuvKhTZ06Kb/8ODV90XXPSvJm35tQ1PTsVaxkN51fI3aL9Zc0xGeuHEMyTvO1GQantLAM7jNyhD9Ck7ti7qcRqEeLIpBnlMnnbmURJyMS4JYRgTbk0kiRVYl8ZPG9ubkHz9mEzs7OKsuicOkkyymRyxiMn7Do1qDRNXOtKjVeL5Jobdoq9gRHdxP4s2ibIrxCCsOmXrst6XIp2sK2tPa7X1b1MxNQrVqzQwMCgdXGDxybrzzbtufxqXXPtzdq+Y49j/60aGFinvt4VoiGILHR2dsU10HPWK1nGis6RkyRVJs2aRhkgMB2aEYbp6RnTeTF+TtPUdMwrtR6HEOT/35gzLXQSfT5z9rQOHT6gk6eOa35uVon1PfV9aSIVshnn+3mjX1c+5/eOU9Y4v7rqqit06623RH3h/TbnxsT4W30cGDR+mzbqGtc11lhPkKlHHnlE5FJ8C50cE1pRj8ZP8i1Kzp9w7HneNcljznNoAj7xxBP2eSfd9HtWL+3da17NaLVrLnnHftAd2nS0lSOtC4UW0yFrOqTGr2G9W9DiQtUxatN6EeK1DPw3AQYN01133WmaX63BtauVc+M/zQTTq2bZrVkGghTqKrRkvF+fVg+s0FrbBGo2bR1tkulCz8utNN+b99ygWq0W41jgWvJhyKr8Ql5qzuGgKbAXHNdnbKM5v+BYac59CnSOuLTmGhAx0gbbbWwAMo/f6uzsFHkUvyxA/rVp0ybDtDbGRXnbkiRJjWvD/FsUtfqRkVERBxOrYH/mXVPMpRmN+/yB1/frlZdfFk1H4hL8H/W2xx57PNpk+LTX9CZOmJqajr9aODU5Y5s5HcfMzLz3qaheaypNMmqgi86DQoCGTTWMa8M5CPiFEJQk1kmPEILlL4gX+sNgHp+X5kAXcE4tf2ZInA/NwB+6lBzzYe+4zj3cC5zgwHnOgTc1iIcffjjSgPvxd9C9XC7HeBn7iO/rda0ZvUKW1q9fb33cJPZgDep6/BmfE8dOaGJswjoQlCC4jLoLAADPYFMACiFY8RZsXBaiMIAg5wEghEvEqZnBGIlFO6dFJ048JV4zsYIJJNMGorE+QsGAgUtP63MthODgqkW5fM4Je10UUBbfaJbmHPiUHPCXTKS8r/MZYkLUhhkkv3ifs8AwQrhktGadxGEI5ywkCHANQ9yQnCPqEp5SCElkNveDb5C1wGu69u/zqQouVsKgXieK7e2t4uk7iJzJpBaQxiW6zM+L9RnQAOHnPY5qxgVCDCrnQrhEK2hrKMR+MA9a8h4YGDAVXMFR/+7FtRBC5MGlNWQjUbRBbou04z7Wg57cy7FpHoyNjGtidEINN2JC0zBYwxcXKkpCoryNDiOES+tegnvBgVzVoyLWYC/2NlkinuDDPEADdq5x7LYzQOiYj+J7yUgfFHWJDsgA15dkCDgRcPC95ARKEaZLc2o2eHPRQHL/nA0K+1Joh5estbjoOcZlysq74Cbzgj/zswYLlsGaZZJ7hoaGhbwhDwueW3WCX/HcRQdr8/OLxrNqeahr0bI7NjFmmNlzWuPjY5pwQHXu/Fm9+upeO/wjGrHDP33qpJs9R2Miw0+olEpFdXWVVbYR5X3RAXTBMttwEEBDFVyhY9UNl0UHBBMTE+JVttKusONsLTm4sLGRzTQBfWtri7IZ8yaXUYdlrqOjVeVyexysn3eQz7y8dQGeQJspF3gXbHTZB1li/UwmI97nHDgxHxpzbtHOfWRkJAaQ4056cKwWCyVpotRyDd8yDvJbrHN5ywc8Qq6Q+TRNxXqcB69pB9XQWH5xjbmtDtKW9XSrvdyqfDGrNJ/E4Kjmwu/FkYsKqaIxatabOnrosE47GDth50gxa9zBWNV6T0G+4iMGcNIBNPCz7xJP27xHYtuSsfMDZ/QOOUIG2xycZLIZO8yqkEcS9Le+9S3q6V0e9TlvnLg3m8tZvuajfLEGa7IGe1Iwz6QG1PqT9x6ZkFEum1cbTVTfH2Q9sj2pOciqmu5V07SQz2rO+j7nIDCfTdRs1FQ0j1otH1UnoBU3HBSalrVLujXjJPji0FCEs91F77if6cjeQ26UJkrV379CwM9v5W/fvtPJQLuDzHk1QyKeaj55+rROnDxlPOZUtcynySW7VPF7GkWpccjksiq2FJWkSFgzyu2LbvgODw8rhBBHq4PtlStXCj5Di4xlx6DEa8hpudypooMRgh5kbmG+omKxpB07LhPOu89JLInz2vXrHDzfaFr3uug7L4qeP7LDGhsfVSabqtcJN3Ozhgl+lrs6VXNhs+aCebW6qBUuAKx3wbvPvFq+vFPLl3WJnwgkAaw48G+1TA46EJt3koIco5/zTuzRNXBegnnRBT0piXThXGo6IAsc0QPWG3BRF7zL1kN4X7V+NsxvPmez2SijwFhwYEMQeMcdt+ntb79b/93N8L//+7/Thz/2MfW5QD49O6+C4WoKCpjGJhCwIKusOeuAXH7xGR3lGkd01qejPrFvrVYR8DDv4Yd/FH+akKCyadsA3PO2f8CVzWYin1atWqPOri7VDXPFsONvc27elDu77ZuaSpJUa9cNqtTWqgVfH7UeTThJ3bLtMr3r3e910r5HPT195nGilcbjphtvFkV9+cW3gYeHRi03JfU5CV+1eo3XSxwgzXnthjKmZ5om8e9m1mxH2yw/BBrIzuHDh+OTw48//nhMvNA37C8yDj0ICGnGIUsEx+h9T0+PuJYkSfQxs9ajuu33BZq/x0+IJ8F4og5aYnf4ZiE0Q047OzuNR4/h7Is8Y5/U8BGEQ2PkBJoCG3TPZXPGsGn5LSokwe8V4Vxp+b/FjUzgYD4Dn4qNJqgKIQjZ4wlAZCmXy4k1CdSOHdrvIPS8m4uvuTE6ppHREaGXz7/4E11z3Q166133qGI+njpz1naxW+96z3uVL7baLiZOQk/GwHXISQK0XHQSV2xp0S033xL9OjGORUrZbE5jExOasx50dJQdi3SoZp8OTq1OnGxaYoMbOZl2cj5k24Ks5W2v8BEMmtF/+Zd/GX/Kt2S5Tg3TwVde0fz4iNL6oi6cOa5zZ45p794XNDwypDnbrAtu2h1y0r/FRaNP/flf6KMf+7je8573xG8zP/7YI3rmx49rmf1TSzbr4sGs9rvxs/elF2PSD3+gFTzav3+fvvKPX9IPf/CvesTyXchno69Fp7vK5UjLOSdq6CWwnnex/vTpU0K20QuSfsas9W3GOsU5HuRpyZfET67w0HHD+CzYFmcNC/w/evRolFdkDl5xxL7j/yhAkBQcP3FckxOTyvmeEBIhO8jNvHWlvaMjJiN8szZRUMby2V5qVdGxZtV8ajperv1/EwP70C3bdrhR39CsY8NxxxAr3PiFBjnfx/r4TOwQsoluAA96A3zEm+fOnrXtmlfF/mXNmgFdccVVthN5xyMT9h91MQebNWc6IH/wGz43bQvAG1yhQdE8Ro4vyXRd8KNsWsMT5qBv0Jr98bHIEvejZ+gRn1EQ5uOH2BM96XPDmPfgwgA39mduznrBYN+lWBFYKo6vEusbcfHu3bucxFxkejyyf8Owo1/Y5nb78K+7IA4fWL+3p1/XXXu1tmzebD3vEc35mn3qTTdcpzb71462kobdrGpvaVXfsh5dPH/BvEqjTQGGNtvAt7z5zco7diqYJtAZ/LA7I24khhCUpImSJIlNtRCC6Z2LsgBc4EPi2mo7B66swU8K8Z4CPvdR0CPBBAf4h+2YsL7CY+gOD/LWxXe+851iDvRBDuQXeKKb2BmKszQxmQuM8HqF40T0Yd26tWLve+65x378XFyHa+w/7CImeyLfyBY/zUsuNu6YqqWlJHhGA/Gb3/yWiKnOnDkXdQ4f/YOpejUAABAASURBVL3v3a9HXMwAR/bDxr31rW/VlVdeKQp2/d6fhjn2p2D6baDJ7hgB3Lg+7FgCOQZ25Au9g2/gyPUdO7ZH2QMfYs5vfvOb1v2FSG9oBF2R4xbbPew7uHP+1KlTEcZWF5fXuEhScVyDrEN3CgbIMLCip5u2bI4+M7X+NRx7lywX47bDDz30A/3oRw/FWGTa8erU1GTc93oXcuBLJpvq2muujbaW3IJC8hJPkfXlLjJ3OD5r84A26EJiOSa5RndoesNbYGegO+AywrcXbIPluAD+sBZ4Lq2RsyyEJLGOV6Lf4j58IrIZQoiyC32XYh2LSZRJcGc9aNv0SXiOfIZwqXEYQoj4IVvzjhmgI+siY6xHXIhO8B6esS96Pm2fwXvkHd61tbVF23eti+vQmH0Z8PiKKy6PBQfmMR/9Zr26Yzl4UrdNBEbes9+Ei61L6yOP8BGazdreMw9YuR/68Rm4gAl4aCSxHteX7mvYIXIuhKAQLo1sJhv1NZ/PCR7BH/YHNmjEuuDEeXgA7NABOGqOP5nLnLz5wnyuM5Zoy3X5xWfggv7ADXzQFjpwjXtZB3yZwx58Zi3msD54ct/S+RCCmIeOhxCizwJX6g0l25wJy23TMrdoONkTWMCf9VkPOeZzCCHynr2Yw5rAityxF7guzeOI/EJX6ILNYA4wsAe4yC/uZx571a1X3Ad9WZ8RdAl28GV99H/dunWKdtw6Ax7YB9Zg8LmlWHThfMrNi4eErWNPHopgbWCHTsgte0JPgxHzNPZFBsGXvZnPmovOq0MIjpGywoYSi445fye2BH7mZ1woZB32gi7AwWfeIyOsg2yGEMR8PvMwGPswD3pAI2BiPnO4FkKINYsQzDfLP7Zq2LaYIjS4PP7EE8Im8x5cgHkJD75Vwj7IIzoGH+Anczmy/qzjkLpj4Vbbxq7OsjY4x9q0caMo3jLWrRvUwOBqbd2ySTffdJ1uuP5qzxn08RrHkNfrxhuv89w1Wu+GxmWXbdOuPbvEN/Uvv3yP3v/Bn9fPf+QXdPc979CN9qUNw49937NnjxtKF6xPUrmzw7reptR2NXVB2SbLsXNOhWImHucWZjXkWJFGTFtrhzZt3Kwb3EDdc/kV2rZjp3KFkrL5Fr362n4dOXpcNCyKruVlracV5/hJmsqki7lPZ3e335uOLtJB74rzFuK5EEKUa/Sm1frANegTQnCeORsHnzkPD5FFZBkeLToexKaOjY1GXwL9ka/U+8ov6I/+QmtwQF7wUzQoiA+wF8gi92RMA+Zx76LzfvYgF+Fc3TYJmb/iiitM95t00w03aKP99XVX7tSeyzZry/pBbdqwTnLTpVpb1OjYsJ5/4TnT5WXHihUtW96tUnurffoabd26RatXr440ASfgIWbA9qJfyGAIIdIEvMFTfoUQzLNUfAZG4Avhkn7i97a5SUYcd++993qfQe3cuSvmfBTe847birZ92zZvUcP1sdOnTse8CN8RQjCvi45J58S8UmuL6q5vzLrRLvu3qvmYyWaUpKloIhw5dlwjY2OxZtznxvHVV1+l9zpnWLlyhdcpeBTd9NyoVatXqcfF6ttuv10/9e53i5hj9+49QhdmHduiQ/jfbC5rO3HANmPSzaQNrrd1a9I1r2nrxiv79ulhNxO/46YlsRCDPPbmm2+0Ty+IPzNSdW0hTYOSpGkbkdjWzkX5rlHDsU1FPtDt+fk55y3HNBN94YznB6EPI45vfvjgD/Tt+76pJx5/RC88/6z+/FN/qvvv/47XmnUjqyOuyx7Hjx/V//mjP9Rff+Gv9MlP/klcA5n98z/7lP7of/+R9r3ymrrKXW6sdimXZsTDRmtWrRZ/YmOtaxvQfanQz4POxMabzZOPf/zj+q3f+m3deuut0T8QYyC36MTOnTut5zeKWkxbW6v3dP3J8gj/q84hZt3wMMOUSFFXwBcdaVjPfErYRB5O+9rXvmYaT6npWPyZp5/WP/vzZz/7WTelH3LDrKiOtrJ6l/dq66Yt+vgvfFy3Ol+mdkezq/JGHaCQzWnOfGmzno65sTw5M2k5mFdi+lfMh9NnT+nEqWMx7z1w8PX4wDx10orrH4vVBc3MzcTYMOt1Gk7qGpYvBcki+G9yXbM9xH6jk+BoVB0v1TwnxBgJ+ZdfSUid1xU8igrKeoQ45BuCpBCCgqnij86rGh5107apJEmZ4mNGwe8bzitDksT9F43nmBsn6AUDWkK/UduXWfcc5ucWxVhwbXnujd7DnOOweeeCNefrfEt7yHHhJf5Na8757PxcRaGZKAmJQghK0zTigb8olVpVtA1N06ztcKf6+ldZbwa1dv0mrV23UevWbdBm82O9P/N+cHCdqOesWT2gHa4Zbtq02f5go7Zt3a6tW7bH94ODa4WedHV1W76Llok5NZzL5t3vSJPUNKgrcbyRtU4TG1Wcu0FvZGbEMTX+jHz1pGvhZ86e0YED+7X35Z/o0MEDruee0Bk3XU8eP6ZR+8F58zOEoHw+a73tiH5o+/at4kEO7Nmeyy93zfAm3Xrb7cZtpTLZrLqXdWvr1q3avmOHyFumrOs8wMeeDGIG8tTTrn+SI6AD6AkN19POGYgRQgiiKXjo4CG99urrOnrkmGntnCOk5m1QvZZoYb5mvC0DPgdvZmbmbPMm7a/Puf4/aZ3O6hIPWsyPVKXWonpc2165eoU6uzsca3SqXG4zX1pFrEaDdXZuWlXLckgkvqBVtU+tOW5a8Llp17Ua1q2Cc6jUPEaOiXPnLB8cwRN5Qq6gNfI0ZxmasT6dd0570rVyYuMZr1O1zT3iusw+2z/kj/PIfZdrgoODg4Jua9eu1e7du7XjssssJ+uEfyI+Wr5suVauWKWN9tXkfNArl8vHGIs1L3gv/nRgqVDU4Jo12rh+g1a5PlawfFy8cFHMee755+OXgKijHHWdZcy9hLNnz7m5fcq0Gxf4FXw/umX0LdsZpUlGievaISQKIcShN15Jkuj/O7jU9ALQLIQg8GNkLSPwpYU4wn4rhGCZbYg9uYaPh568J9bKeQ4yS44eQhA0GRgYkAVByBD4ID8hXNqDtdGPXvsmYjPWABZii6pjkjbnRsgpsnjft76lf/zSl/QN1yseeughcEiYGwECkDjMdI5cAKGKgxI+AzCOB6bh5AEYRZuzQEw76Mdp4wjrdlRyl4Z7Flx4mrNQYIjmPI8x76JgtVZTw8TKWGmz+ZwyRtoUtmGsuFDoa4Yhm8uI6wULYMYJPLAghIyKEfMWkYhcgxkQngAK41Wt1rxWzWs15KWMqJmZpFZsG1jvlaYZn2+q6caObDBxIsDNvQsOliiiNYxHIZdXqxnXUixE5co4cfv3+zCXAV7gjrCDawhBvKABYwmHzBt4sIY5Ko4N7x8CQtGMxg2lmpiYiMXlEIL5bjhNK3CD3iEEpVZIBuvBh9aWVju9Fk3xk5ojE1IjqGiBDiFR3caS+6CZmhLJBUIDTNzLOhwZaZoosXB7u7gv9yU2rukb+7EeeyKkHJkLfuVy2bTNK5NJvR90rwlaTjs4YUATnlaGhyEEsT9y1GWjjkK32gGzP+st7cWxYeYBS83OqGE6VZ2sj0/OiJ96y1vBC8axXmtGPlcIHuzUJienhXPKZnOGYSE66AU7wprvbVpokiSjJKRRPnBwk1MzmrPDazrAKOSzNp4Z41BV1UU7YCi5OFNwMS64ao1CNQxTmiTGoaCMCzJN2QH5WtHN1Lb2ks/nhAPJtbd4rbwDu5JpmrHzQvay/lywcZ8WTaI2r93ft0zLbKAbbjouxuRQkfZIUM6y2mUjudIGbeNGGzYHoSQ5HR3tMeCGB4vWT2iNHAJfs9lUCMF7JgJ+PjPqEX8Chkvn29ra7STajWfNxtTwOOCBf0XrWwjBslmP9wMD97NWmibildrBw7NcLhvnYWxJJpuqKWQsr0lDcy6Y5Ao5r19xw2EsymbdOrWsu1s8BZfNZpRzEM96Yw7A29paza959bpBF0xf5GbKwWDi9yGEeK1mu0ESAUzcA1y8x6lms1l1W54ILGmOsO793/2uTrnpmLFcsiZ6SqOKdVmHkc1mPLUReVZqaVEmSWGA4Z8zn2bdOKpq2sHhvGWrbkdGYO6et/hWUDYJDthSdbr43k7wY3xaLCupmdewM60b3iQkypuPWet+YjyAGb5NuckFjps2bRI/wdfZuUxvfctbdcstt2nblm3q71upvt4VDn5WaZmbThnL+/kLQ0pM+7zlfsqO9ZwbMXUrdTM1v4LRMK0WLA8jLujNOykxc6IsLVqWC+YrThbHCh1xwjgSiqo4nDNu+CBLHcYFmiJL2CK+2RtCIviAnnd3d8X3qendaudSNM0IcKBpzvay4sJnl/lwxZVXaNCJPE8ut3e0KbXNrZn/3d3L1GunPuCm4HLLgqMa61vdhcUWdZQ71GJ7m83lXGxc1KgL3sh1aoKPO2gdc0C3aB3BZkBD9uI6R3gLbRk53x9CiOuir8hHh/EKIcSkAX1hHnYW3LHdpp5Sw0hAxFqpbd7KVStdgLhKGxx8kMSdcMA2b/8g0xzZ8UEhBFUtFyGYB7YN4y7mjFmeoRdH1gJWPlftt7KmG+dqlg0+o2/oJrJAMnnVVVdpy5YtDpjXmvcrVO4sO2nrVJ8bGdiB1U7ANjmIbimWNDo6Jp4Sff65Z7R/36u6wM/zOnjrtH3YsGG9+let0nLfd6uT1o//0i86qFptO5RXt+neFe3KKtO9ZP2f9fkWvcmNB76ZNzw8qr17X9bBw0djgAS9gd9mTusGBjVr2WvYnkAz6FqwbLHmrl27tNtBHPQm2B13Qf/MmTMi+CBmgOaHjx4RTxZ2GYZsPielTnLNU/gEH/fu3SsashTZ0FXklHv523s333yzaHAXrGPQD7pxHdrBL2SBI/AuBUTYGvwNeyfWjyVeILPADg7IOeuV7ceAnXVLlkPuGXZC/eKLL0b7M2d7VHVD/9ihQzrsJuGUg30S4ImJKZ05fdbN0Ve12YWLu+99p7Y6IVhhXpVsZzc7ofnghz9sPe51MWVch48cVd0+bfvmraosVrVly1Zt2rhJ1jL7srrVtqnK3IJtS05nrZcrVq5We1tZ2Vze4Ca2S3OaciOQYPbAvtdjESQNiaZnpiI/+/p61WbdLNmvdlvXMtmc3nnvu3T5rj1adOIwYV2S+ddim5JYbqcdv6EHXlwhCepa1qV3vOsefeITn9D2y3Zp72uvaVlvnzZs3qTzbnSTSM/PTOv73/uu+Fb+D/71fp04fsSqXDOvD4kGEXz/vs///d/+rQ7sf021hTnh85575mnN2zecdkJWd0GDhACeISsUWTbYHu7bf8BJ0JFY1L/yisttPzNOgGaj3zCAaobgxtqM6rYnyM2ibV7WesV7eNfhYm6P8e4qd8Y5I0PD9svF+E1PdJ+iIUlb1vKH7o/ZXo5bl6qOV5GhIScOrMXcNE1Ud2xRdQwRFOI67NX5hqzkvEbVth6fZ9JvAAAQAElEQVRZWLR+F9zASh0nnjbf9r78sk6fOa1cLhftMDzh54Cw3c0g9duv06Da7eLWNsvA7l27MS1KLKdJSMyOpoCB+4suREeb47PoLrKKnIcQIs+32GZQBAQ2fAD3FOyP8oYPmrAm14xCTBbBb6X3z3sOujLgRAx5n3Ocjg5wns/ETeDmbcU66ChHdHPa8R3rMA8eAGtqu4nusA5PcKI/rMWa0Bb7XzPfenv7lSqjGTdc+Lu8aVMavTikbZu3KZ/Jq1ZtGq+22CCpLM6bLg3rRV1l05294Rt6iw7zcAY/gYsNYm8TW2uND3AuuiAwMT7mhL7s0emG4oQLOic0OTFhu72o/ZY17A34zdiugR84gBsNM76dxx7gxzWSSwqe2BXoTaFyhQuHo7YTwYvQUDWgypoO08Zt1jR6+OGHXcS7GGNR6AHd4Qe44P+xn9AL34wN5TP7Iy9XurEJ7Uio+RYDcVcIln/7d/xHf/8KJ/XtIuZh/lscQ1znRhh8YY1nn3suFk83Wq9ytpvXuZn4pre8WQ0L4M/87M/pXe96d5Rp7mVwH3SEvnwLGtyxv3nLH4UgiskcTxw9pp7uZfYpqwS9gJkGKvYVWcV+Qy9gQLfJD+EHPGN+n/0SR5qV0IL7uQ5duYbvxO6y1wo3dVkD3mK3WfO0/cqC9RV/jFyPjY+qqYam3TQ95iT/jPWu4JgcWiOXe/e+JOIdZJ29rtpzeZQtiolnXJyB96zNXGA0KzVjGiMnwFWzv5aVB5jxOfAdvoAj98gvzi84PuDzlH1F0+eyuZztdk7jE+OiiQhd4Rvr+LJlvBT9e956iB5xDnzqtil8Zn32ZvAeWoUQFEIQ75mLrgP/uP0te+Nb5Rf7sAZH1mcgc/CZez0l2gLWrdsfMBf+sybw8Zn1uJ/rYy6csAef0QdkGX6Tb3Mf57jGvcgpe8Ez6MReXGcd5tSMH7LFPM5zP+dn7Ff4jD4Ax9KAZ6zLPNZgTghBSWr7XK9LCgIWrnNPPpePOTQ+EtrNuw4BjViXfcAZXjGXgcxyP3NZH9z5zJG9mAs+8ovP1DES7LQH17hnyS5znjmcp2jDNWIg5AP4oCmFQWSba/CFufAFXcOuQzfqEpyv2E8CO/Ag+5xbghN+EMfyrSbkm/tYA1oBA/fkLYPgwT0GX8AXQuCtgAe88B/AwVpcYD7zoA08YgAfMSp7LLwRs0E39oKe3BvCpXXhOeti0wYGBqLvpu7D/Ouvv17oJXBi77DfDHA85RgbOFgTuDnif8GD99yD3GAnkIkQQsSH9YgNB9YMCDsUQoixfppJYywEb8BlyjEb9F+iI2tCT/mFHoHbDTfcEOmC/Xn00UfF3NbWNqG73A+u0Me3KIQgHl5hbfzBmGN/HtS54/bb9KY33WGfWRNF9OobOQLyAM2x68Q+XOMzcgm/gAW6QwNwZu2q4wroSdyLT6/apzlMU9W2plQqOj7KqeocL9j+cWxvpzm3Sj3Lu1R3PjA1OeYmlP2d5Yg9sJ0XXdiHjitcXL3+hutFA7DV+Xrqhaem5x2HVsUv1RRsQ5e5yD1h+3Vx6IJt4nT89t/k9KTKnZ26bMcuvdl5A4Xb9Rs2qLW9TWccI164OKwRx1RZ27U2N5FWOhdpa23HNUd6QEeaq2kmI/BDDwqOR1euWK2O9k77ysVIW3RmyL511DEaNGIgZ/AQul28eFEdjgko0A/a58PPxDrJNXjZ4bwPnOEV8ssROeN+9AG5gd/IKfcy8o6Z0KsQgvOiQpQFZIDi6/ETJwTfKs5zkUH0oXt5j2nV6yJ7j1iHmK5vRZ8WHfOeO39KIyMXHBvXlUmzEbcNboB0dnY5t5rQs88+rZdf+YlOnz0d5QsZ3L17t3iICFyRM2BsdSyPvAN/CEF507W9rVXIBXghf8xFZpgH/qyFviBjxA9cZz5xGU0Kci1iKejDN77IZWasHzT+Xv7JSxpxPEbdA1yxs9h7Hoqbnpow7KMGpWEdmxBfLoAWO3depinnEvycZ0trqwbWDQr9I8Yh7sCPF4uF2EAkXkFfLrtsp6657lrdcutt2urcacWKlQL/e9/5Dr3vfe/13LfqAx/4ab3//e/XXXe9zQ37G0zrZWpxPAKfa865v/nt+9TvXJ1f8vn4x39Jf/GZz+qXf+WXVXFN68jRw5a3C4IuN910Y/S1J0+e0InjJ90cOOomypjKlp8+11uajomm7bcdSJi+Ocufomwedc4qn0zTNK613PpQyGedk5VsG6Z01rw7evSg309YNs5qxcp+pa5Z9Pf3avv2bSIfO+EmEw8KPm57Qmw/aTtx6IDvcR7XcDx81jHIk08+ER8Mgy7Lly9zfj+qKcOD7F1wTpLN5gx/l+PYLg1a1nc4xwzhkp1Df6q2E2ZKlNcQgnWNel+wfQw6Y7v6987F/tt//a9uCP+Znvrxj3W5G1of/ehHoy0mX6MZiv16zjEj8k+ce9EyQK6/2c25t775rUrc/Hv80Sf0/HMvmO8VN2Y26q1vvVPvcdOcpnjB+U+vY7s252AN2yMeAh4euejmxUkNDWM/ptzfralar8RRdxxQd9el7jp13TEIOCCnNPmgeYXcy/V85JnrFevd0hxkuWg5kF+pecNnbEgIIdKg5vu4h3sv/VJMTpkkVdYj79ptxnaCmgb7NRtN39M0v+sClmZT0a7Hh9oqNQXfUzOM+AD2T71fwXWPQr4Y419kMWc/m83mnLfnlQTbNd+XhFQhBGVcW8pm836fOpdd1JybrlXznS9mpCFRwfdlfGxCA+NY9zH4cwjB2AUlSapMJme5bHHdtkOltk4VSm1q6yir3NntPkWbCvkWXy8638zbLrSqvb0c5aXXzaGVK1dp3dr1bsBu1fp1G7XFtQce6qEhv379eq3z2LBho3qd55dc+4CWHIvW14xxRUbJt6EV9gKZxIbir5CVs649EePwUMFBN8t/8uILeuHZZ1yXes25/OFYExiy/5i235hzo7Vmf0i9tbe3Rxs3rXeNbYPwH5u2bNKVV14uHnq8wX4JWzA4uEZrBtbojjvuEA+UUgfCzuIXkAfsOPkGf5uZb1v/9V/9tX7zN39TPBDw5S9/RV/84j/oK1/5qp55+jnr/BHNuElZd+8nkIGmeS1f1md70uq6yqImxqdFU3ze/KGXMON6CfidP39OE/ajBfvIlpaC0kwwnTPOnfJxtLW2mO9Zn0t9LbEs1SznVTUblp0gv5qWq5r92rxlrOrrjWjv0bcZ553sQd0E3SPnJA6asi0mzpxz7DrkGsZR51wcabB6Qa+1YFxmbCOmYhyPzLDW9u3b9da3vEW33nqraXllrGGi6/iqdevWWQ7Wqbenz3AXVS6XtcIxwMDA2hg39Vl3seXIK7XJZV3dWr1yhecvs+9qM41m44PHNLDhN01d/AgwHz50xPXIExoZHtOU+zTkBVKiYB1I04xCSCTLMzLUsN0GXgbv5Vdifcy6jpOLepQVn5mLjM25LoHcMTe1PAIbPpFcdfny5ZbzzogL/r6trS3WODdu3KhdO3eK2BabOjg4qKucT+/avdv60SJii2HHFhyRZfZCt5En9mYf/AYwsW8IQQNuMr/FtEUWe61XxAT/+I//qASFKdoYcdPSQiTLAI+QhhAiQnrjFUIQTpx7QJgNAAIGgixAgPC8C47zFoD5+bnIcM7bNil1YJu3AcqYYBk3MZI0FftirDmCCMTluOBEecHB4pLS8pREw0Y3hGCBzSkJiebdBGPfRc9tWDmKxZboaFps0CEG8LEG8C1SDPO9qffkGsfgNSAWg8/AAPyzbpxwD/eCes6wpmmi1PeyJgMYoRFzYAZwMDexQHBcwoN1gJP5rM09HOs2zMzhCRCOXEf4eB9CsOLVFUKIe8JM6M3aEQburdYdTFcV3DhF8INwIM1Ib+YQALe40cF6rA2NuR/Y54wfdAUW5jKPoIt95FfVhg5nwnz4jdByvaWlGINLT4m0BzecC/NwLBjfnANRrjPYmyN05chnBvORIQb7AAc0YQ54ltyYyuXyxj2jip0p8sOAPiEJNkYV748hmXXQXzdMeSdM7XZYWdXsFHOW6e6e5epysefSWrm4VpKkNnANzVmuZi2f09Ozcf0Fy0bVxZK6FbyBc/dI0sTGMeP7Eq+beo+C+vt6tHnzBg0MDrgB2qW21pLPG86MZcOyjXxm0uBzObW3tYjCW7ebFkU7pLqTGoLrIX7yyw5FzZoLKUW1O0njKUd+Vq1hGKwQ4oV8EAw0jU9iOchlMmItDMPOXTvj184xetAT+UL+kMWKHXGnkxzmcYQ/GOqcDRT8gY8E6qtc6E9s4KZc7EPeF12QhsaNZj3KHu+Rg6oDtAUnBaw/Z33mfIcDpQ43yBjdXWWVOzrUY6eIg965Y6d2uwC/ecNmdZW7TbOVWr9+o3DSciBmEtvodV5C08xH9igCIJesPeYErGj+sd+snR7XQwjRYYALeDR9HzKJvDIX/YVWHDGO/CY/fzeNhDGxPi7JKXzHjiiRqk4sZ+amteAktOKgG9zSNFFbW6v5UooyBj3r5knRCWVba1ElFyNl50hToOaEtmlaJQ4Ya76fJmvD9mnORp+C0JydcMONflk/QbbuwKnq4GrRzRPwXDSfhp3QnnSzd6WbJTt37rYGp1rjYgB48G0sCr3HHfTnsgXxFNpaO8JeN1Yx4v0u4F4Yuqh58w2bivzmbFehS5f5X3TDFRtcsawnTgTgPfKAfODAT548qRNODKvmL+fR7SVZ4hwyBU/a7JjWrl2nPjvZ5dapcrks6J4kwQnVuIaMAzYiSVN1u4Fx/Y036drrb9Dg2g1Kkpz1qxaDxwtuBNdto/NOmFtN486uTjd/ZjQ6PhbhwCmdcoNlxA3TCxfOO+g57CDsqE6cPB4D/+fdMKSovrgwr3Nnz8S/N8IT6PAIeQAv4AfmResz8KNH0Br+T0xMxN//J/nGXiNz3AMu3IP+TTlJnJyccNFzRsOjQ5pwMXzGMohusEcul1WrfUvWulgz3RoO1tMkcVByyTGTkJB8gAvf+CFRhZZLMgudE89HB5dg4zpwMGeFi8Yl22zec52RdQIu8w98TrmA/PiPn9QX//5v9ZUv/4Me/dEDeuaJR3Ro/8s68NpeJwkNpaHJbWpt64j8oOhL4QZ7j2yWSm0KATlv10oH2L1uanR3LXMw0qVMJueiy3S0rZ0+x1OObV6H4I3ACV4fP+5gaWREGcva3NysJkzXEEIsItCkQj7gw0o3ahjIKrYIPpH89Vlu3+KkOOOg9KCbkiT1jz/xhPjWKsn8vtdfj00vnno97QQQOSfYhyboNnI75QRzxgEoayLvBFDwCD6CPPuDK3N4D4+hOXNTy2kIQcgsesYarPmcE8hvfOMbMejP21aiI3XrzoruLm10oDlpu5SmSbQLQ04KnnGicP/939WjDz+il178if75a/+s+7/7PSfnEzp3/oKSTE7nh0Z1cWRM3/z2d2Jj2uJvnsX8rgAAEABJREFU/9RwAtSuwfXr9PSzzwo4pxw0g1+SJG70nNLU+IQq1utxN7Wb1brOn3UxIJuLa09PTusiD1E4Btiwbr12OHDmicM1DvJWOokfHFxpnTmmkfFhNa2jh48dc/P2mGg6NGw3aeYNuyh+zsnB0MiQZszDmhM3fq4rk02Vt6370Ec+pJ17dmrMDYou25sVq9fo3MULevTRx7T35b2WsaCzlsUD+/eLxuPxIwdNg+f18MM/1AvPP2edr0TbsNfNxIpjCTsUF5SGdfb0CcHPo0eOOLk+pbLt1MTEZOQFtnF6ck4hZPXMc8/rD//3/xF//2hgzWrxN1KQjRO2V+gztrRm+wn/iAnm7cspBORNo/W2VTkf0b1xNxeqnrfBRT7kkIb1u9/zbvX090lpooxjldS6vMa0a7edy+fzkv1tsdiiC+fOuWDwXJQH9JO90WvkAllCb4Elm8kKH9RsCDPveKSmxHQnGaRQjE4D58svvyJ0p+6JK1avVOKYkuYK9k6eT+yBLBQMA8eMr7NvuVw2TYLXbgp5LhQKUedSyzEFMGQnhCD24Bx2Chj5ds3Lr7wS7fOk7RhyniSJ8As5y/el2KEmdKbueKdhGZBf+ImJiQnjYK9heUm8NmuCa5tphB0C9yQkEVfu5zp+Gj1jD+i+yYn5tVddreXd3ZG/2ORMriCLs4rFNmXTonLZolb09ApetjrmYw/wMBhqmg+sN21d5zy4Q2f2Yy/gIOFM04y2u4j3Mz/3s5EGS/SyyVRnuey9C+IhIv5e8fOWTd5D287uMtsIeG+7zYW8rVtFEajpG5M01XLHMzffdqu6najVTRtwZC4DWPgMXaElNNrkZiU+crWLxtirrPkHvNgc7B6xG7gRwzz//POGKx9588lPfjImdcwFN9aHB+gJ76E175EjfmKQa6yBveOBgDRN3CzdqbP2iau897xjNPYBPnKAzZs3aaXPI/9mp44dP+4C7vO6/fbb4885/a0LbNg+kuKSiyisy888YWuReRo5Nfs67BH8b3eshx/rdrEPuwEPmBtCEDr3+OOPGa8LanVx4YEHvi8KcuVyWdDgYx/7mFLTFvy/bZsIjBZAVR3j860Q9Jy457x1D+awD7i+bjuTJKmLQ+2as29vbWuP8oE9gjYrXbhe1t2pmm3mAfsPnoCnuLd523Ytc8zSah+23XEpdgAa1xz7ETO1OJ57z0+9ywXbt8XY4Lht5eOPPaZF2/3z58/rqJuyiXUGmgAruoce4deQcd6nxociCLJAYs/nSH/LEbZvysXlkvOETDbrBL6kTC6r1LLBuqnvZR1w5DN6T1Fi3nktA78EraAreyH32IQQQrQJ6CBrZL02xQJ0mjlnz54VcoPcYquQLdbjHPfLryWcuJf9uQZtwJM1g/FGdrGJER8LD+fxtczD7nAPugBsDOCHDhwZXCfu4H6uIyvESDSphl0cAibmsQdwI6MFx63Ayz7AxXrsAdzQir2xBwXbQd5zHtqFcIkmwA9O427+1B27oxPgGpIgzgOL0bfYNaLvBUbuYXANHNHppSPnGegA+wILMOMzoHkIQcg3c6A3sAATdhy8mAPOnOP+EELcG7iQXfBkDrQGFujEOsCMrqGT8BXbAkxdziehFTByLzrCnGJLMeJDXMu8EEL8zFr4ffYHbnBkL2gBHYCba6zH3HK5w+66HmkVQoh5F7oAbMAEP7mPAX7wEJh5zxzosyQbwAk9OAcvuQdc2ZO9gB0eopcUxNAfYkVggVYV2x3uZ13uDSGIexlc5xq6RyGVe7K5nDgH/sxn/6YTzhBCzOn4jGzhH/lmBflD3XkZc6HNknyRI7AGtMaHAyt5B/dDPz6zfwiXZAr6hxA06GId8Tbz+OlOYEHm+/p6XbPKuy5Q9Jy1gu9JkvhzIcIF/aErMp0maSyy8hl6zzufBH/eN5x7Vp1rtpjXOduRXD4je2mPhrJpsD9NbF+DMmmiXCZVb0+3Nm1cr1WON5pqqOoaREdnh7bt2C4KioWWkpRkHLhklc23OOeZ0MCgC60uEnZ1L3eO9bxe3/eyY7ofO08b1YAL2jSsbrjxOr3znffqp93getOb3hT9zzI3FBVSx32TKrmRZnPhZkRVaTavcme3coWWWHvJpFmRJ672Whs2bLJN73DO3WY73RN5S9MUWYGf8DnKqReD7tgHaNzlAm+bYxF8CrKDHvT09atiXjpscE5fiXtxP7RNbWdZhzWRMdZA/za62LpEW64hA9CdxlWnY1Oa89gfeM23gVkP2YDfPHS6Zes2XeZax043BPfsuVzX3XCjNrpJsXHnVpVde1o1MKAdO3epy3lxU9LJ0yeVpBmVy10q5FvFL8ddODuk11/dr+9/73430vbZdw5FvQVe5AF4+DMk+CLeI6PAgxwPuFYw4D2w8Qzm85k8jGIvfgrbhP4lSRLj8jnHyuBEMRy95R5klTiEh7W4dtLNRvjAfcTqiYFvcaw8PjLsXOSsmw/d6nZe1OI6TVt7qzo7y+ZdQ/sPvB6/rcZPSI87r+d6036QWKHsOfC8zw3GvP0uPOh2bNgww4CdAezXXH+t47BePf7EY3rGjWZ0reD5y5Z1iebP+3/6/fqd3/kd/dp//DXRCPzQh34+NljAudUyccAF/ceffMZ51HnXIW7WRz7yMR+vd75xRjRaeJiBfcl9E8trxTWZta5VrDEtM/5MPS6fzYk/w5JJUiUhCPtHPD01NanljnvGnVfkHaf3O4/Y7VocdcHenmW6/PLduuKKPdqyZYNWrOhVNpeoo6NVff09tqk1jU+M6oknHtfnPvcZ1zSe1OzMtCquXcMbvsX7C7/4C3rfT79P27ZvFXWExx57VJ/61Kfi35c86XpNxjqNbYFmM65LhJDEOBK5rLoeVXLtIGNZJ5bniJweOnwo/hIAMR38Zo1jR46KRu5xH4v5gt7y5jdr147LRByGni13zDvj/Brar3BNYpVrhcjeF7/4xQjPE08+qR27dunX/+//rD/4P/9HH/6Fj+nKa65Rxnwi55x3vZCYhfjxgGXi4KEDEfdmaDj/rZgWVfvAuo91NVxDa1q/m86Lmj7WLQ8N19GQEWiMnoNH1HFyUcMDTP2uIwAncsM8+ZWYXyXnEdzDuSRNlJpm6FI2m4m0gi5V54Szxq/muLNhmzFvWvInd7yEUssAORLrlEptSpKM85yG7EYsE6nS1MNrQqec/Q08gK7YLHwhNAMP1iqXO53rtMiJuG1yzqcShZDIKIqHqI1yfM/8EEL0udlM1rY7q6z3TX0u8eA6Ol93zs9oGJiGF/HBa6bK2Ma22aZ0O5dqsQ5kXTsPIajhCRXjODs7b1o3FLy3b1BiW5DN5pQmWduhFnW0l0UNAbqucq4wMDCoAY/+/hX2VSu02vwnb+Kh0TbTt+oYnHio6rWRE/zpnP1UxXTlPf5/znUFvnk8NjYaG/kH9r2iV/a+pNdf2ydsCuPw4QPOGc5owrFakgS1t7d5vz7R8Nu2bYtt63bt3rVD23dsjTq1bFmnOlx35osCPKj0sY99NOo+OQZ2nIdEDrumlCbSFVfu1mbr4apVK9TX12Me1mIT8GHXa77zne/qO9/5nvOg5/T440/qvvu+oxdeeMn59bySJPVxzjXGCzpy+Kj2vvSy9r223/o4bHo2xT6jrgWddY4y5jrKguuRLS1587mgYPluvvHlqmw29fyampblXC61LUht12fE3z6tuOacpEHoK7Vzag8dsabeYfw6hLynljP43u5cB9pv3rxZxBblsnll/VxlnrS2tmna+TG24oJrQuRO6Am2lVwWe7rCdTjuwV9wrdN+DT/K+9ZSSWtc29nq3Jd7mJMkiet/8/FBDtZkkN9hA/lpbx5+Llh2svZjyMHY2Ji4PjU5qQvubew/sE/PPf+sqHecPHHKTdVp08BSZ/42fLAIqxlSmdA+yjFJNfKmYVn1ZYH3km5lnddwHrlCx7BByBa6Bh/QiTnnSvgs5JA5nOMa94EPv+JH/NzqmCSXy8XYBFyRsZWmDfhiq7gf3eUz+wILg/fYkv8/V/8BaNl11/fi37X36eWe28v0qpnRjKQp6t2SLFvIcpFs445twBATIAl5FJOQ5BHaIxCICYH4EWwMFrjKTbbVLatrJI3KaPrMnV5u7/f0//ezR5fk/45maZ+z99pr/Xrd51zgYm3knFhslWtGdzj2+fjHP574oYgJTObIjQAA4NzA4P3SeRbgHAaj4eJLzskMjOm3gQPopgM9ikM4mhk7iUUrHEE8hIlTaXkz2SdbwFpCSEIIWgJ86YijAOE4iqz8Tc9tmtD1ZD5wFosFdbsIf/HbbT0OynoSA4lRrFuxW28ZGAxFynuyDwQGbohVdbIdQhCvVCqV3Jux4YFYrA9OWRM8FUfCIdWcVC/aSARDzmiZ4TBqwQWLJcIXLZAIJwPDnvH9rL80FxoyIuPE4DqD/RnQnrF0rmQFAQ5gB16uBQVFHhTvqw6GcABxFIl53MdgraLpU6l0KG3H0dlZ8fVsQsc6BU3jwP5t0wiaQA+Ekj2ANYQgXgsWTuC9eI8S4V7aB5xnkt9dX0yMCvMQsBBCYgBKFlhkIZWOE9oWTRt4Cn1jK1+z0RL7cV/Nzp/12I81a+affal5HRz01TXnhi9N+RAi45NV8LHu5Kpmg73oAATFWjR/5Bdrc+3i2nXv0dDszIIVteUUIkhRrDiVMUx5zzZvTQNkBPktlTpsCAuK02nPbauerL9gZ1dNZA8Ym5b3OIqcEKUTmpZdKMp4fta8hk84Zpqkoy5OL1o2IiOSTWeUKcQa7OtRKZtSOpK67QjWuTi8ctmQlrk5VXLwg3GYnJhUHEWK41jwCBqWLQdZyybw0PwGN+BIe9+U52W8Nzwv23kSWPAzMzzxixzyGUMx6D2YA20mXSBlryXjx5PM0zbEUZxWOpU23dFOJftnMukElra9fdu4hGDpt+y3bAkz3r/VqtuIT2t0ZEQ4y7mFWTfMFhO+jY9NOiEYtTGeTJxSyutHITY/5oVhHnUjps0TgG5kgxdyaKZowXo26CQOvaNph8yMjo4l8PQ46AYH5BT6ABMD3DgykI/h4eHEYSIb0AH+FvIFZR1stA1/JpU2D7PGVcI2NY0PwXQwfMCIHLJ+zvdcMJx8gyiTNS3sCJpOYhfmZ1Wz84zsNLOZlEwVUXhr2fa17TRj0ymbzjhAyVnWcoriyDLUMm1qQvaD70j7emxdyOeKKhbKlqeCNm/arO1X7NTyZcs9typ+2nfbtssF/zKmN0kJa1cKJXV12OFaNobM25UOfBouGLWMW8m6F0IwD2reO5s4ZexRMV8UeyI786bxom0gcgZ9SEQpAjOPc6wVWQ45Zp0sQPeM5azlLlDGhfAs8mgdnHbzBzufdzJFQrraCV3Bup7OZFS13Z+annejtKrZuboTXCmTLWrZiuUKcawp+4YpN/DrDmJTxq3P/qOjUtGi7cG0z7Nmh3FETnHMp0iP49kAABAASURBVE+cFE9xnnCC9+qre+yk94hvDOHc4XMcR4oMcwimrgd6gu3ANiAzOFqagMCLrcF+MJ8RQrC+W8/NWzNIJDc5493ZWRG2a3xszInUGU1bdxq2C7WFRUW2HS3bqqZH23RHbimY0GykOEPDBZnGWROcQj9ggUcM8FuCIZVKKe2BHAEbBe0X3dQDZubGplfWCUrZxdjp6QlNjrtInZfpcUq5dE0dhUjLBzq1zIV/fGKl0qWdu67SPe95r257+x16222369577xP7hBC5MDbrYse4eAEHesNe/D2K02fOatSBUcGytdXFAQoeFGWPDQ8rmL74irT5lUlbvs3nGJ2w7IEb8tB0wwH5On/uvGW+IeSHhJxBsAXPaJyT1L2x9w3Lx6wKtn8EwvykIE8b0iz4wAc+oHvefY+wZdCPIBJakAQDA0nlnj17xDc74PWo9ZT1oTl45RyXRIaXz9AU3NkHWjKfOdgFfnoa+UDWsZ3AcNvt79Dg4Arboqqw4SdOntSJkycsGnX1OJDPZlOSk7/Dhw44GXWA7aYpD3GQnC7OL7rA0JskJZH15PndL7lZ+oK63JTedsV2lWynsXt5F8KQDcWRfubTn9al27YJfcgAt+1CqVjWwtyiZqZm1bK/nBib0KT5sm/fAbVsr7KmPfYd/k04uT/nAsfho0e0+6XdSWN0fm7GdM07MelI7BBPIPKN4/UuHEXZjB518nDk+AnNOeFt2mYZIeVcwJ6bXSAN0J3veKfylre6bVqumHcSPKGDTshff+M1PfTww4ZrSshjw/J/6sQpHR8e9v0po9NWKgTTqvHPRSH0eO3aNU6Qhuxj8+Jp5f37D2jEDeblK1YrmytrvQtq4+PTLn7FovD2uBu2CrFuvfXW5CeskgTp0CHYJuQPWYCnbevhyPkL5tW8oAkJA5PQLd73upiFjcybF4VsTvzkVdr6dDFZbyljOl4YuZDgl47iZO2K7RAJet42oGx+IZvo9jfcZG/Y7pWKRWVSaQVvlDKvEpm3P+BzqVRUhwf+YXpqQm3T7/XXXhX6ElkeeUISviNvyCVF3JbtR8t4YEPgRcsxmpdOaIVeMVqewz6cR9afdwP+wQcf1GOPPZYkMcj2i27Ozbo4gB7wU6oU3tgHG8k57seehRCUNW58BobYeLN+uy1xDjihMbaS+/DXIQQxJ4SQ6DXNnknbQ5psdctPy8g3Q1s8gT5t2w7989mC2o22MqmMumyTgikWZVKqG5dMLqP56oLSLjS99sYe/cVf/IUT2iftN6oil+i07UU/0c2cdaLS2ZnIMvwExo6OjmQueOMfi6Y5vJpyMge9+FYE/J93Ml+zrysVijpq/aAwesMNN9g/VkVhjgeOMoZp62WXasZzq26wTUxNquT1U5m0C8E128tpsVYIQdAGeLBx0AP6st+STcFWIiv4GmiEnM/NzbmId9I5S7e+9vWvOyE/L+Ky2HLI3ybFv37uc59L+N00bZA9eExRE3sHT8ENPwc9WA8aoEfYRmCABgnN8wXx6qVwa4ZyfWGhqqd+8pTm5mbNAekN6zDvO8oF9TiPuuaaq/T+998rbB/xAPjMGWZwXrt2rZD/w7Y7+1wA+bGLEOfsI9gfWjcMb6mjrK6OLvO6KXAnDix1FE23SS3Oz9iOzejV116xVLd0/MSwpmyv2Oeqq652Mf59atueYdPG7WeBc5mLNzThlzsO6rAfQh5uvPFGF2u7tOvKK/XIo0/ozX0HdfzkWZ04fU47d+zQoJulT7vwevLIYT36w+/r5Ref0zHzO2ublu/sUTuTVz2K1Ok4Y8a5TSqbtT9MW6abijOxBpcPqWh63HX3Xfrkz31a7773vVqxdrU6LIf4nqJ1HrqkUrb9su+1nC35O3zRG2+8oTVr1gi8sB89jlU7OzuVRXZtT3gPzfC1URx535ZqjpEWq4vmy5yI2yLDB487LHu33HJLYouw79CfX6qAl+yP7HFE/gyKWC+EkKzJtYtykE9gyefztss5x+fjid4CB/TkPu6PQiT2ZWRNE+QLeeIz8EZeF1lAVrkHu8CRz+gBxQTg4/zS/RRzkI1J2wf0kzUZzEfusX8ct27davubTmwO8s4DVegRA3pzL+sCJ+sRUwFLCCHBh3PMhabAwwBm4Gc9Gh4rHBuj43w7vGBepEzjTCql2GvkMpnk2O3GJPTEFrIXa4AjNGCtEIJYm8/ye2CCjqwNXuzPfhRjgId8ArvJefw98+EjeG/bus1+uZDwG3rAK+BEtuQX/Gd/9mMtrvOAAcdms+FC3HzCR/YFVuZwDzaCz6wJXNAOeMELvnjpRD7wd0uyxpohhIT/rAEO2C3ms34IQeDAOtzXdGzHZ9bk2LTdB7fkva+xBjrB9RCC0AOuyS+OITjOtv9cwg0ZQNbZy1MSecfmhxASegOf/GJ+CMGykjH5QwIvsMKvEC6eX+3cg3lPPPGEnvAAXmDjCD5RHCf3hRCStaET+sRPniKHURyJb3JHlg/wQBaJ42mAV62jwAKcVcf/rAn/OVbtW+Adegfe7Mk5PiNX/OQoMS85lvyC11yDVzXHTkv556JrGadOnXbeejCxByEyrbx21baq5v19qyZdbKa28Nprr+mQY7Fjx47qhReeVyR7VvvumalpZR3nTFnvptzESsdBjJz92NBgn664/DJh67fv3JHI0Ixz7+MnT2vee886bl10Q2l2vmq7ekbHjp1w7tOhUcdoPERZsP9E1zeuWabuckYr+zq1vKeiPtvMvG0sNiW2XhGTXmoZ3+zC7BY3GdfzcNHQCq1Zt9F+v5kUkVPpdCLHnY4Jdu3cpVw+Z99gHEKU+MAhFzd58Ie1kDniEGhfM+2hQ8H5QghBkWkEvTl/6tQp7X1zn+nxQvJw0PkLFxL7XnIRuuQ8sh2iZI+KbTJyiZ3u7e1NHmBCZtmLtZAL9JQ56D56i/xQjO/s7BDrIhdlx4XL7J9k6nO85pprtcYN6DhOq69/0GNA3b2DusS02HDpNq3esEGdbgSuXb9OO3btcnxRVLW+qOnZKdu/tqza9sW9zneuVV9ft1auXGbdM73sE5EX5B3ZAUZgJ0bgfWIDHXtCf+ww5/FX7373u92EuCyJkZgHzcCHh1WJKxjEjtBt2LH70tpdLrJjS5Cxo0ePiniGBiL75OwfapZJ7Gls+k9NTKmR/N3BprKprODHSvMOX77aTfJ7732faD7nc2kNDg5ohXN/bNOmTZeo3zUeHlRb4TpYv6+lMxmFEFvHsyqbZ2X7wLXr1urmW252nNbjPHHauUFDVdcH2KfD9Ic30AK8GTzwgJ/kQYxbbrlVs26OPfb4E3rs8Sd1+uyI88n7dOXV10pRSjnLc85yO+Gam0MYzTnv2f3iSzrsJmzdepBKZRJYqCEsuNZaLpZULpTUUSzbZ8Si3jPneOrw4UN65JGHHbv+2PWu81p0LXJ2ZlrlUkFbNm9UqViwTGcMi+Fv1nXmrOXUDaVSOa93vPNOveuedzlX36Hrrr/GMeGQrnBTtt95fBQH7d23V/vdaNp55U597nO/5YbwJ5MHFkKIhF4gF/AWe7PgmgQ2ttcyjV1c0hd4eMr5a9N2d8w5MjkzNRXuYS7w8vOUjz7yiKZMC2qYB/bvF3k1sRw2jeY18enWbVsT3SKuXeZmJueh98ZLNqrpWHPMdqdqnxBl01psLOjQ0f06fOSATp0m5puURUbpjK9ZXhdcH22pITnb5HwIQSGKPIL1VGq55tgwY4ATuW1QJ0qlEt+JjBIfcA2c4ZEXUs7+PWsZTTs3S9vGMIdRcK6dSsVMSegGbWLnbflcUQxqgxXL27LBIVE/6bB96e3uVCGfVdow5bIZFSwrGa9pNMX90J/4bca1U5pq+E10iVxpwnk6+oLdQn/mLT8t53c5w5dKpZXy3rls3jLSYV3vt973qGIbhY4CJGuDF76IQY5rgjivjgxPbPmLFPwfsDCP+Q3XYJqmEfuwB/aro7OiiuP7snsBeeOEvwqWHSkojtOmZSmR8SiKlTJtM/YdJrkmJ6Y17bqDXJ8tWu6Rk07HsGXrXKlUMsx9Wr9+vZJvOV6ySXxZCNoN9PUbp5Jx6dBS/FsqlxTHsVqWCzk/TGfT3ivW/Ny0Lpw/43E2qa2dcF6AT0OfTrrWctIyi+xy5EsVo2OjznMvyMmC+l2DWbNqyHl21pg0FIWG7eWQ4blCt956sz75qU/oEx//iN797rt1003X2wat0vLlA1qzdqX1Z5v6nSvE1q+mjW7L+fkJ1xafefpZPf3Uc3rh+d3W58f0wAPf1cMPP6pnnnk2GS+++LL27z9kv3hS+/YdMixjGnUzddh+8nvfe1CPPvqYXnrpZRGj7t+/T3v3vu45I0LPOzqKylqGmtb/RqOmYqlgeJep0lk2/G3JHYeWa+nAk3Wdb+XKFdqxc6c2XLJB3fYFOc9vBSlOp3xvSchRLpu1XewVDVBqZJddfrnWrFlj+1M1vVNa6SZfxjYVvrbMVOzVArGEfei867/IKfUB7HnRthC9b9Ybylg+4yhKavpnz57Vkt/hiExPTkxocnJS6By2I0jKWC+Klu2CR5u92Md+4vjwcVGTeOLHT7hh/ZwOHzmkMdfy695Hxhy40HOFoCiVMhXarhPX1DCdmpYXn5bUVhRFCc7IHjoC/uAWx8hVS9iBRe/JEdywb/gz4jj0g/vZC3i5zjze4/e5XiwWk9oCMV3TcSz4cZ33BsD0jBMYQgBbJe9Zk2shBOtRQatXr9aNritEbAqh2WTJULAJAPCZYIWBwnJu6dpF5W1ZULLK5/MieKxUKg6KU+Inz9qSggnBxv98DJGDhLaVq5UMAGZNBoyHWBeVtqi8DQDrZi04RRdLWEd+JfMcgFUqZRVc6EvZUAKfHFzBmBBskG1pWDOEkBBjifDsB0HnXCyAYNwHPp5uQ3sRJgNoHNLKWzhSZpj8WqKDVzbczWRN7gEmBuszPNWFmpqgKQYWAYRuaQsceCAE4MQx6+Ie93A/g/dFMxYahBDUtIFMRbGCDTFFwAXDTDGPPZgfga8/gBPDb8Ue3E+SEkKw0M8l8GKEMnZkOSsrwgjNslY24AB/4F0a4MpaIVy8H6eAgC4JWRxHiUHkPnBDbji2DCd4cp41GOwDvsC1tFfDAovzhw+LizXxgqepVNqwttVoNBMFYV0G85BP+FV1AQK653MFG6qSOixvlc5uDQ0tt3HpU9mBWCqdUaFUUmwFRemnpmZs2MZNi0XVHFTw7ZyGlT6yU2vUWz4/r0Urf8vOw3UdK3Pb96ZVLnYkzgYZodAzNj4mjA6fF2yQplwsHR8f1djYBZ0/d9oF5SNOcg5obOS8FlzUnB6f0NykHZODlMMH9mvSn2PL/7z5iCLDM/jd5QC2q7NT6E5seUvwtQMGX/ZCDjBSCb8sR9x34sQJHRs+anxqQpE3bdokeA69xhyAcx9BD982IDHknl4HWgSflzjBWesiWcs0wKhOOQkp5ufTAAAQAElEQVRrGy7oWnOCx74JDA565t3MpkHQhjCttlUsJHrRtCOaM4wkl3XLKU+GYHCPG67XX39Tzz+3W2/uPWhnOSqc82uv7XWi85Jef32veTFmmk0kQQmyUrOBbzkQKLoQSHBCkAJd4F9vX18i0+OmHXKCbWhafoAdA5q1DiFnURSZh4su4E07gC05ESwKmYttG9KW+4LtU8v31at1q3dbrDE6goMesWNfdPAwZZ2d1bQDZL75Fyw7Ga+dtiwB3/TMrHk/5wJYVQ033Vp2wi0bfPSxaQcZR1FCG5oq8KBWrznwr2nOQeO8E1XOwUdwW3TyymdoO+vCc8kFwy4X/M6dvWC6jClvWwf+FKprpnOuWPC5gpsPIxo3b6fszChYL3oPZJkEClsFTUIwf4xrpJDQYm52XpFi8TcccGTo+LiDPeQXGkA39BMcoWPONo+EB/nAOSObRQdU0BJe8U0Ciocjph0yDE8ytiM87Tw1PWl5rIq1QhwpY7s97WCzaRyytjsTFAMMP9+G49tZL7zwol5xYzRrW85Pe2zYuEEE6RUHfwum20kHVTxhNu5ACpp7SWGP09aR2B9SHm3zNDhIq5sWyCx2KDIv8D3YGew88BHcMcAj9v0kn7lsxjSa1InjR7Xg5lPDiRo/VcQTuLPm97hhnXLwsNeF0ifd3Hnm6Wf0sptjo27ezPl6ZOSZu+CkjQIz19A1ZJTiL0V7niIjUUc3gY394RM2Gh5jW4F31Ht99zvf0Re+8AV98Ytf1P33f0U/+uGPtOAgoVwquVjdob7eTnWW82o35jU40KGVKwY058Tt/NnzKhTKwn42rKeDLkb3DQzp0JGjTnKClq1cqUnLWYcDducoLmTMJfIfTKdavalzF0b0zHPP6+y5C7apZZ0/P6Lnn39Bu3e/rH1uepVsUwfdtC8Uitq8eUtiY7FXq3iK13qCvTl37qxCCAnvsSlHjh5OEjICshAunocXqxzk0WjtcPKS8r3YtBCCeEEPaMN75A4fgTxOv9W0P3bsWBLc0WwmWIKHJHNDTuzgMYM10VloWretRxahIbIxa5sMPMg/MsB85JIgsJQvae8b+3Tw0MU9kJ0ondIFB3+vm/98I/PlPS/pW9/4qh783nf0j/f/vR55+EeKLQSVjrIDytiyNO2keU6O/xxYv2R7VBcN6TvuvFOTbiCg/1/72teShJq9iQ/gwakzpzVleVq1Zq3G7StMSPEk4oALDut9rqezSytduLn+2mt1mQtUBSc92BzoLvOQYgQJ+EoHdJt9fchJIT9RwzdWW27EVm1vmtYTZG3MdnTESUCf+bl89VrF1t2KebFixSqDHVwEGtL1190knjCemJyyTZzTsINi/A10rbpYULeeDAz2w6bET3fiuwwjBRB+Dmbb1kt1333v00//9E/r2rd+ym/nriv1rvfdq3fd+36974Mf1m3v+Cnd7rH+ks06de6M+LusP376xxo+eVRPPPmorncS9Ou/+X85Gbop8RMUuHjKfvPmzYJ2bJ62L6zZd6BTnCPWOukGcd70aTlgH7eNGnVRbco0nbDN43oIwfJ9XsgrcgFdsG+rTDtkBLmQ/RxJ8IQLkj093driwuDb77hDn/yZnxHfRMDegvOcfSP0wGflvCe2PY4i1RtVpdKRY8iU8rbFlUolKdpFvpYixjEvgKVln5eKY5Ws32vcbJ6YnLRvHLEuF0T8jNxjM7C7yC3wvfrqq07yHhY2GH3BRvOTR+jC0NCQ0Bf0jKYhNANWEl+KuT1u8CDX6AG6US6XDWM68VMhhISu0BIaQM8BF3XK5VKyJk/eZm0v8XlPPf2UMrbZfLu5YNnHBzVsWEZcrMHfAQuwHrUNyNl3zVtepm3P26lIcTqjyMepGTcsy3lNz0wo78bqe97zHn32s58VvgffSMEB3hQK+aSgd+r0aRerLgi/Kr+gB7YC2g1alqERPqdkeAr2n/gvaMsT912VTstQ1THikPBT6M3p06eE7GCrsvZT2F/2I4FftIxTGAEHroUoaN7wo6/EVFz7jm01/IGWq2wH4TG+a7mLiXnznGYKtIdH5EXEXuxHkwzesO5K22W+ScF8vhWCPGbSaZHkxpaLd7zjHYksMDdj2nOdtaAPtpC/awWM0GLGfiCdjs3PlKBL07J15vRZx0Jl25JK8tNYAy4idJg+yOy6NauFDT9+fFgztq/YU/Des2ePvvKVr+ihhx5KZHHSMtlh+7DFRZMbrr1Ot950s8ARWg3YPsEP9DDngik2G5njm0LI7UMPX1xjaGgwiWso4PIQAPYX/QF2YkbogtxCw9tuu00zMzOJfFO0hj9LtOuw/yI556EXnlhn3/XrNyRw8nd+4MNq+5e7775bP/tzP6+NGze5+LfHsd20sqm0jh46om9/8wHtefllnXdDmJzqtOVK9plnsMHGteCc8+CBA5bJXKIX6Ayy1XAMw37gDb+gATjAD2wSOHNvyj4NPece+BQsqw5P7KdnFYdIPHwybbu6MDevpuPmmkfTlpc4L0qnXFpsa97NkxHHPDxY07QtaisoncmoRYDu9zRooS97AA+yAmwcGdBtvwuivF/Sc2BFViccz0BfZARdzjouYw2ucQ5/xNrgwGd4wz68B7cQguAbc/jMdfZgf2S9bJvC+aWHXzhi69gDvYPf0AXYmFdy7JsxbugKg3VDFET8hbxjY5lLfnPFFVdYvtOC/tzLfezNmuhizXYGvQAXeME+yDawgw8wMB994jPnOWcWJbaAc1znPgZrMgd95x70Y8q84xzyymdoA8xLeHM+lYqTWghwgwP0SlmvgRd94TM4MNAZ5Jv1oSX38x5asi54Lu2RxcfY34EfsDIf2EMIjsnKCW3azumAj3vAARiY+38OrnEv64M/84Glw3oO3aIQJbkT54AnBMuf4e/v70/2YE1gzKQzSS7FPuCPrrAPssCaDPYARvZk7ZJ9HWsyD/pxZD54ch36t9ttcS/XOM8AXuSWc9CUe1mX89ADmMhrb731Vl1znRsmcSSCs1aQ5h1DAyNrLg32AQd4wZG9KcKzB3MHbNuAC1gvv/yKxObxmfn4CGw0MIAXezNYE5lhHrRjLjTFJjIPuNn/pAvFUeQ4wfGpVT8pPCMH+CxsSdp0pc6QLeTU5UY/c4r2KbF1f4V9fH9fr+3pqL761X8U+Wej2lAmlUlGbN4VXPjPeg1G3fm8vEC73RSF0FQcqdJRErrEt1Yy9n31Ztt+0bNCRlEqr1yuZH1oOmesafOmLeIB32Kx7JhpxD54RFLkvGTRvqkoYo2cfVXkXDg06jp2YJ+GHacfPXpME7anY+POCW3jqDEgL/jiLZdu1e2OiYndy7YXedtc4pOcff0J0+bgwUPi12qIi6FnCEHQV37hI9ANTCG0hFf4P2zApPfzlKTQz6/wwEM+Ix/wlRpPynQJcUo8ODVln9nhXBMbDi/T6bSwQbfccos+97nP6U/+5E/0G7/xG/oZx338qYvP/PzP62Mf/Yh+7/d/N/nTFzQsefCTh5DyxmHMtvWCY6D9Bw/o2Rde0Cuv7tP3H3xMDz/6pJ5+5kXnWROqNYMWzK9F51027a41uZaYidXRVdbGTRs1tGyF4Ekmk7YOZmxHOq3bRaGn0Ip4D3jBjffIJ3LFgC7gkbesIHPYFe4BJ/SEmARbxkMfi84JoA104TN+cMk3QAfOM8hnaaxy7eChA8nDUkOWQWJi9oPmY46zqavUF2o6duSIVi4f0oBtxdBAn7LpWBnb9yiKklyB932W3w7HIZl0JqnTdHV1i/ylZPsTp9PKONaJoqBUNuUacM41gUHX9nqUsl3N+lrwNWoG4A7/5VfaayET0KllwgI7D+T+t7/4C/3bf/tvNbR8hR5xw+OVV1/XghvA45MzmpuvavmqNdrsnKnX8BIvDPQPOcccE/K76NpknxtE/FrYjh27EnlnP/x2ZB1ouulaW6iqbB9WcO0qZd9/7NhRN1ve1He++219/vP/TX/1V/9dzz7ztKZdG2m5SXD11bvEA5XHjx+3Lp1XFEldXRXX7sqOVzZaDxviIcm//Mu/THh+3333auullyZz0umU5udn1XIsEqzTefO56lghjiPb5ZRCCAns+H++xcyx6romMRR83L9vvyrO5Xdu36HrrrkmmQ8c2Gh05Jj1FrpxDv6gn8Rj27dv194394o1kTMePvnEJz6hj378Y8JmRSDRllgn+SKVcT1x+oSmpidUrS+4cZ1VKpNSzTkZcgef4Jf88m0yIArmaRSbGF7LVUZj11KQRN4BDsgvMoj88mtIxKucP+eaBTLINfZPW36ajucWHcNjf7mv4ViYcyEE148yyqRzzrnKwp9RO2Uscw0B/4V/SqXSCe3Jz2LDlU2nlcukFBu8VGR99fWU5S2Vyig2z1NxSinzJpPJOM+oC38z65oQ+sb+wBLHsXlcsQwVLPMl89My3z+g/t5+ITuRYWO0nBsG442/uDiU+EKfUghBkemT8lppj6zhyLB3FCfXmN+wDa45DmJfPqcMH7ap6Dwu77wo53wsazubyqTV8F7oSuT7oyglKbLNyVnX+kQe1uF4O/Z5m3bTLGvYi8pkst4rUmQ4MpmMOp37QzvsN3H5DsvWxg0btcL1Ch587evp1aDzM/wb8gqtmt63YRluO2d0c0MhMq+DvKZMv6rj/yn7txHH9RfzdOTyVdcJX3nl5eRLFHv2vOLa1G7XpvbqpOsF586ecL5wyLXmk/aHC+pyk3LLpZdo55Xbdc21V+q222/Rlq2bLH+LevmVF3Ty1DHjN6RLt262r1indevWaOeu7dp22aVauWqF+HZuzrXfqu0EuNdsr2dn5jVve1FvtF3jmbeeTVg26x4N5xez2r/voHa/+EpSQzrh5uypk2f01FNP6y//+3/X17/2Nb34wvO+b8rN0LxpmPaIDWfFvM8pjoPS6ZRSqdj41zQzO61zI2c15YZzcK6cdxzQ2V1R2XjFmVjJuXJRNMmh6yrnPLt27RIPbt177736hV/4BfGQUsa8ooZ29OhR0+mkYR71vhnvlbY9mtbw8DH92I3OgwcP6qIPOOXG9llZ+VwTn3dNdF5t61LKMoYujY6MJDa89Rbf5uZnXNeY0PzCnBZth6iXops8vHH08GGd8PrDx45ozysvuR72ovilgqNHjxiOESGjTdfQG44NGG0bhVTauEXBNqOmRquuEFsmTJPgc8hb1rEKPgcd5X3L9yDndcdRS9c77EP63DNA5tDnnOvZyBuDOegDg3vACXtHjJFOpy33vYrj2DhNuXG+X2+47odd4d6W42ru4RhCSGjIOuzPHOi3z030aGlRjgsOPJlgzUoCZRDl86KNE0cWY7ABi3OeI58zVi6QrThAwRiDMJ87rJQVF5QgQt6BXiadYXmx9qKdOvvOutCJcYSoURQbqZTSNhax31ft1C7YaNI8IVnIeh/WBpnYyGf8uWhDkTXhsk4OQwhmVk2sW3Mw2UQgSerL2AAAEABJREFUbFSYH0LQonEhwYOQNScnwBFFUWK0ElxMOAAM4SLRYAjBNni3rF0FF5IQYgIVznH/0uD+yMxnfqcNDXDCKOYBDzhCq4ujwTaJ4eZzIsWW5DiOLLSLybXqW7DCcO6FPrFxBhcmcF/djYQlI8oc9oqii/iwJ/fkoLvpxLWGmz9GTTkLZ8Hn4VFnZ5eNZcF0h/axMHyswT7gUC6XEkUEz1k7CuBhbdYDjhCCjaw8QrIG96bTKaEI7M8AVgZFxyjEymby4hhCJPZgr8i0g58EgihD51s0NFnM04aNZdPBRFtRFAs5glUdViCSDp7G6LUi8T4Vp4Wy4exiyxH4x76nWq2r6iBIihTZSDiP0KJlZNFN2qYXs6iYDcFGrWU5qfpYtx5IBHgp071hZzXj4hNJhGxUqtUFJx1zikNLsgHIpoLfy3DWvEPbRYEZ0cSKfa/8CgqGv5UoLAHBSRdxzl047yI6xnlR0CmKLvJucWFRi25YNhx4Y9yhkZeQSaSU/xf8Yd6NWWR51vpD0EQgRHDhS6aXDbMLU9B8yAEwtES/UXzmch7aUbgvFkoqOdAqumEShci4BDVqTdVNq5aD07oNVsv4tl0Zmp2f06ybyTXrDvC2zJy6DSNFoAUbVQrBea8jeR3Fxjeo6aJ+1g4KOxBHkarGLfY+ON3OSqfArVwu26FY79Np5azLDRvatN9TuCo5YAVe8IKWvG/ZmKJnA058EzjMvKwLs5WujsTxeGtV64sad8N7cmrSwfN8Ql/WpUgTmf+Fove0XsxbLuJ0RmkPZAjbMDE5pqyLhDLOMo5mne9vGZ+mWsaH06lUpCiO1TYswXjVDUPdwULdAZx8Q8YOLWOblPYxipDJIOjpu6xvJaUzOQ0OLdcVDkIGVyxX7+Cg+t0IyzroiW2z0E30An3MmSZ8exD+pQw7tEEPwT2EIHh08X2crF1zMDDl4g+4EAh/73vfU58TGYLHPusJ+sWa0JPC7saNG5OCs/wKISQyCq26ujqFTCJjHKH3ypUrtHzFMhWKWdciF10AnNFifd7JQFXzLjwTAOF8i8YDXgEz+JTtCzoqnVrhQvLVbg5defVVWu1GAgVwfAb29YALgS88/5wOHdxvCprelq10FCTb3kZt0XK9qKYDczPD/1qWrWbi+LHrwJvQwTIbQqQeB3PFYtFJabcI+pD3lvkzPjaSfDsT/cnaPrSt+7PWFegJnjRgYkXKpTKi6Hrcicb+vXv1gpuOD3zzW+KJ8BNOiAge5mwPV7iIftPNN+o+BzM0fdgLvl3kR1AIwXDXHCjOJHSFJ8AKbYCXfdeaDiSAn/7Up/XZf/FZffDe+3SJi8Wdtr3ZTEpN2ynwLjpxP7j/UBLwZNM5kYyGKKU5J3a5fFE05qr2Cd29vfaxdfHAQ9byl85klLEsbtm2VXnTxKKqDvvlmtdFFrAPy5ev1K23vk0U/dKZjOnWk/iClGkEzNistm+E1iRrBx2IRVFsuepTxvPlF0kK3zpCN0+cINA9ngRp8KGrq0vXX3edSNQ6rO/cs3zFCsPZUM32BBvMNwWh244d28XfYbrnnnsc8K4TjWmKBBRKduzYkQQ/zJtwowxaemvLQ9v6Pu6AbdTB62xCd+Zg94CfI3sGy8ZJB7zf+c73NW8fu+/Afp05e1YrLZfB+kxzqGWdh165UkGjbkKO244cOXxABw/y5OGr3r9bKeso8j4/v6hVq9bonXe9Ux/+yEd06eZNiiMpjoMWbRMnpya0es0qffxjH9WalavUYzog7/xs3I8efVirzHvZfiyaBhQvKIbv2fNy8gBFo91Q01176LJgO193soQurVy9KsGXQpJNswPftv1FVYsuahRsf6enpjXBNwvsY44cPqgxy/y8k3Hsxvr167Vl26WqdHU7qD6uU6dO29YVXQCb0fDxk/qtz/17fevb33NxP1hGOrVi2aCymcg6NOSGa5/n5qx3jUS2YsvG1PSsavZTn/3lX9av/Nr/pXWbLtXmbZeLhn6XbU3TMrJYb6nU0aUFJ/gjE2PaZzoyWvadTTW0Zv1qJ+xPJYH02PiIvvSlL5nWB62nE0nwD2+QreVOfPMuJKCn8DKXzihv+eabpyXbm1OnTiXyhEwjfwS7LcssQT5ySzETvmUd/7Ss9wXfUzVM0CUNPxcXtOBx9vx527a2G72HNDYxqjf3v6az5067kLiQyDrrQnu+PXLh7DmVSqVE9sqW6wX7x0ghedp70AUZHsCYcGM+2E/MmVad2MGODvuClkIIjvdqwq4OGbeaYwwGsCLXwHjGzR9sKrJPk42fpH3f+94nmgzIPXqIfOPXK9ZpkolOx3Rr165NZDqTyVgWYwVPBs44jr1nNdGTlm0lejE5Oe1zddunGSeyIxp2MnT+wlkXTKdtA7IqOKmrWT7xEwXTH13uNA4dxvu85adk/140H0bOnVePi8C7rrpSbfN2zrSQ/RUuseo4q23722vYTh05qt/4N/9af/B7/0k0KYGBwij2sGVbX7LPb3kuvgq+x4aZAsWki6Yk+9DrpZd2G745wTvigWAdwqchG8SZLfOXWA07C+zQobunyzazU8yrVDoU24cnfkFtdfV06/TZM5qZmxUPQFwYHRHrlo1nZ2enVrvpTjETmwRcyEvN+g28NcvQhG0Rsesa0504AJ3mJ3X5+3Tf+tYD+s53vqvnn3/Rye1pQe9Kpct+u6ma4yxgRC573PRmbRqPwMv7UydPmQd5F7TPJT4kMp7oA7Ri8EQ0MmD2JnwmNsf38a2Sacer0IFryBD8i80P5BS6Djk25MjfDcVWYqf51gGFfe4rmb8c2ZPrIYSEdugRPIO+8BXe1eyfmUfDtG4fPeWi5VVXXSP4xb4UoPGZzzzzTGKfaUrAO+CFd2fOnEl0F1lGP+ELeI2NjQsYaJgA96RlYGZ2Kmm0513IXLt2nZa7EA0dZ2bnLX/9olh6/fU3qr+3R5NuTm69dLPee8+7tG7VOp06cVqFXFEXzp7X/W4e/+j7D+qRHz2kp5/8SfLAGoXHH373+/rhD35gnajq+PDxJMGGRsjg2NhYwgd4Bk2QN2wI7zkXQkhkEh2G/kt0WtJnPhO3Mx96gye8R6fAO4pjtWzUy7YTWedoNl/CvibxpWPPlONGC65iz1taE5pgj5AXZDWKYgELPjuEINaFl5yD3tAamKEruhCCi7EumGBDgBm+wgfm8z6EYFmti1dk+WvZbsRv7c913oPL5ZdfLoqwNCXQBfSF9cCHecC7hDdrs14IF+nF/VnbkGKpmMDLmgzuh5boMPewZggX4QFvHnRo2MBUKhUhH+CJDQRn7kfGQgiOZ7rVsk0A74bzC3QHWrA+nzl/3HHdq6++Kh4sAF7kGhqC8/jEuJDdl156yfawkPjfEIILpMVEJ8CF9UMIVv0okQFgnrM9Yf0QQsIT5IXPDOazL0fgRQ6gD0f5BezYgRCC0FUG/AJHX1bsghN4cH86k/lnHsXmDeegF4M1GeDBeQb7M4/12CcEw2fby3zmAQPneT/nXBM6gQ/3sSfw4otDCIlfBCb2YD2OeecszGM++/Ee2Wc99lg6x3kGsLAGcsBgfdYCBnANISR0h88hBCET7M8AvlHrJfDxnv3ZR84dZp2TjJp3NFeJ65Av9oaurMH6RccByBV+ndgWPf/ud7/rWP8F+8QpsSeywp+P4T1wFR1Hgw+wE3fAR9biGnLI2sDGeWiJvcMmMx98eDiEn+nnYaGv2A4hV9/61jftfy9o79439Lv/+Xd1znHIgvPTbL6oRx57Qg9+//vJL4N87jd/XYMuyGNHFhx/RiFyXl1VNpVVKV9S5P/w07HP877HPrdin1oyzP29feLBt45yp3p7+lXu6FTeMeOgc9ENjt06O7tVKJY17SJyZF+hdlDV+eTy5asM25iOHz/lWCJW2feXvCY4MtasWaPlfV266vIt2rJ2ha7fsVl8G/PmW27VDTfepHe88x2Om3uFv0E/0+msbr/tdue/251D9KvuXKTpQjt0RhawJcxbdIxecN6D/KGPk5MTiX2A/mXHW0NDy8TeJfsq7AE8wA7CB+AiDiJ3gOfIIvel0ikNOq4tVUrqH+zX9p3bdfe77hYPwpK/UXfAb3Hvahes161bKxrQa9es06VucK1bt178olLNdmfcsRM0xFafOnNeM7MLujAybV8yp8Va0IWxWR0/eU5P/Php/fCHj+pHDz2qPa/v1Qn79XPnL5i87YSuhw4f0+TUnCamZjXsOHx6ZjY5j0xjr/GFpxxrgUe5XNIaxyOrDBv4QjPkKoSQ2KhXXnlF3BdCSOiddbxLzITMM7in6fgKOjMPOWYO7zmP/jCPe/ic1F8dvzIH+nA8blsJXEmzznk7TdmXbRu/9k/364v/628c5xzXqH1vW+1Ef6IoCDjhC2uiA7Ik8Tlrn8b1lveoOwZueLTbTdvrpm1mQynbuSiS39cti4sCV2CXX8Asr5N1DJqzvwR2ZCVn+0Ou81HnZL/927+t//Sf/pNuufVWERsNusF6xRU71DcwqI2XbNG2yy5XxXIfpTNSO7I9W3Q8P6lzjmfffHOfLlwY8d5tFQolw5JRsF4hH32uMZQKRV126VZdumWz0Llb3ZD/4Ac/qO3br7BvKPieXNK4+Mf779eBA/vcgJnQ3jde04hrfzXnc7sdx375y1/WV3ydv/k4OTlpvFsJ/3hgQn61HQ8wt16vGo66tbutDstA236Yh7nJJRfc2OBB0ddff90NjJf05JNP6rnnnjUO55K4KmP/QIMSfdp8ySZtM8x506jiOIOcpVQs6frrrzfM4JgS63z+8593U/ivk4f8yDk+9rGPiW/xo0fwANuWL+RVsF0BxhMnh02r8+J8ZH4zB/60jYNdr+q1lnGLXFZLS8EjiiQPs93+VL7G9Zb4wHrEkSEET4kE/HnbgUR/U6kkN8SXshfyW7P9wM6GEMQLGedz1rKVyxaSHK1se0EDE3tScbxAzIXdZxBTE2OSVzF4j+4vd31npcfqdetsK4bUbfvZ47yu0tVrWnWov29A5AYrV6wUsRxrI2ObN28R+tnvuQOu6w1Y1pbTaHRthrpr1fkUeJdst8ANeQbeyPCb3Qr+j3P4sbYnovcN25uGYxcGn6GTywOWB8/2HJr99A3QM2jCPNZEXzkGEyblumre/i7nEadTkvdjrZZliX5J3bl8ynl9Pl9QsVBSPlcS9Ovs7NGyoRXq7u5V4a0H+JmPvz1vP0W8GEJIaJB8y9c15Q77hwHjP2TcB+yvVljvoAl5DrY5Zb3O5TMqGpaiZQiegW8qnXJMlVX2rRos55BbYm8efjx+fFjkM4cPH9LB/Xu1783XLa8vu9H6nJ57/hkdOPSm+CWc8+fPWl+lrW6efurTH9ev/dqv6I63v007dlymK6/ark2bN2rnzit0ww3X6dprr9LV1+zSzbfcpDvfcYeuv+F63fq22/TOd/6Utm67zDgXhK89fQxF0wAAABAASURBVPqsaxOHnMPM6eabb9Udd7xDq1au1YJrL+fOjTonXUz82c03v03wET38/F98Xn/6J3+q++//ir71rW/oG9/8up56+kkdGz6ieest+TUjhh7WSfiUtc0uV8rKOffOue9U6epUT3+PyvZZ+WJe7Thoem5Gi6738SDzhQsXdOjQIdutccF/eIL9ogcx6zqlFOyzy1qzZo22uQ64ZcuWpO6ADlh0rLcXRC5JTME5/PRy1yQ2ug555a4rtWxwSNl0RvCNawODA7aljhUMXzoTS2rZ900nednIyAXbuSmPafEnWp566ikR61DfOn36lGO3hUTX2yZQs1m3TWvKouOcxrGGc+oR595jrgPNuKncdCVqgV6LbWXL8+vIv3UHeUDmwJuHucEZv7Lw/+ljIlMl6xg6nsDtngH4LckU8nvu3DnzbS6xk8PDwyL+Jw/gPPrMveDNWhnb0ZTtT6KbBhr7Q7074qSpYOQWLRyzCSMQWADDELZsARm8rxkBbgQJBkAzOA8SbISxGjSwOGECml4MjwsEGC6AiR2cNWwQWK9horTNxSiKFXvgGJpW5GBnlorTCjYReTtHELlopIoCEUYURYqdMKB0eRtz9gZO4MaRMiAS8FKkZX46m1HOhSCIwxoIKw4XGKBDhw1tV6Viw5FN1gZeBo20lgOPhgsEwczMWtErHR0JLPIL3Fmfdbu7e6xIfRpykYL1oRPCOetCKLCwVwgXE0GcY8PNzaaFyae8UtsKm0/uL5r5KBZwgacvJsIHjkt0k9p2MkFL9zYdiEJXjnEcJTgAA/SJTSvug1+sARx5Ky1C1tlZSYIdaMzo7Oy0kvSIIwYuhEisC/yR6Q7NoHeytpUc2FibOZxnLym4/9FOaAStkRGuc437MjYU4AZNuQZMBENcj6JYcZRSFDimFVsWspmsUqm0QghJkBEbn5zXwJiPu9h9+vQ5Bw0jDlBGdcbFx0U3F9pOAuSxsFjVzNy8CywLWnTRq23PHlsOc5aFjNdNpzNeO2P6yms3lHFQxrkoRGKu7GSCeJneoe03TRdcZ32sqVzKOiGpaLkD88GBfgdTOXWZfgU7h6zlLWsYazYGBlwlyxeBSMbKSMBIwW98fFyTDp6gLfgzn+txxN7ez8eG9QU5gn5NyyFDfuVtxKAdBsUfk3/MYS70YV7k+0MIiV6TKGJgkUfmNax/VRuucSehPEVa/+cGakvpTDox4pGNe0ttBa+TsgFp+30UR8aopQUXz5pOvoG5y4a+s6uSyC8ykDKvohAb7cg0KapYKIrmfd76DH7T01MuNsR2vGXTuJ3YHgzXBTvl8y5O1528nT93wfyoqeQgD1ohu8heynCwJ/oD0uh8vVG1IaxpZnpGc9a1titQWcNQtjMvl0sq27FHUSyKUlOzdkC2ZRR6p91Ei70etqJu/WY9bAf6SoG0gQG3XvENyDiKFMexojgoNl2gCTSuudlMYJTOZJKkNO+AL+/AIGtcm5adpoWoZHuxavUadbiAWnVBbNmq1br+5lu0yo2Nsu3jKidnGzZt0qWXbUuSy+VuruJ0SLhJIMEbexqbL/UEnmCd7TRfYo+UpMjOvCp4j0ygt9C5anl/z3veo9/4jd9UznIdQlAmnU4cHsXBxx5/XD/5yU8S53HODgVHgkwycHzHnTDFxhka9rrYnMmmLPtzpnXVe7Y150LRjAu2VcvRnB27Sal0KlYul7G8F5IGa76QVcp70qQIvla2vSl1lIUuVg1fZLrOuViDTGatL3EUKVZQsO+JTTtsg2x3g2QsLYFusMIX8CTJCyEkcoct63Wgyk8K9btxDM24l7XhKbRZcGIObugMn5FtLyvsIXgy0qmUWtYzHOS0E/eFmTnVDWfsfcrW4Zz5DC+6LfP5t2xotxsI0BscGr4XHWAgs+gcNObnLL/0xS+JxO7P/uzPRLGGAdw8WbbVwc3OHdu1euVqIePDR4/pn/7xn/R7v/f7+vVf/3X98R//sR5+6GE9+8xzOnPqrKYt6+P8BOzUpCqm6eVO3vhp351uZORLRbWjWFEqLYU4sX0xtLceoAst6y20ISHkJ7k2OfAvGbcxF50++tGPu+F5tfod/EJx6DdpG/Xmm2/qtddfSxpM0LHTzTgasi3LOHhPWw76+/sF7BRCrnfjdNu2bclTtzPWOXh9+vRptcxXeIN/IbmDRjQQf8S3mZy0Ig8hRIKezEsZD9YecbEXWNB3Pp9y44wn74hXaJwBI/rIOWxdCOFi8WagV13dFS1fuUwUZ0IIKpUKuuXWW5ROZ0yjSNuuuExFy2QrtDU1M61jJ47rpT173EibEI21M7ZJ+PcJ06dc7kjWJdm68cab9S9/5Vc8fln3vPs9WvZWQ3ZiclxTtnEU/be5+DLm4DJruYmjoLr9EYnv2PiYg8iWvu2m7tGjw1qYW9CgaT7te7//3e9o9ysvJmtEcaSOzrJ4ipmiTldXl2nYSHAoFTtUc7EtWDOa9hMH9h/U7pde0aEDh4V88yAAPy3fY1kduXBOl23bol07t4sEjIeJBgaXqdd7dlZ6NUkR58QpfejDn9DP/twvWKZ6VLVNnJ6a0uuvvapXXnnJQfqcIvNjyv60s7dfuVJF3U6W7rr7XUp19OrxZ17Qjx59XM+/+KK2GO+dO3dpjW1dFNmfme9jbupeGDuvdtRSV2+XZSVY9xqiYfuuu9+pq3ZcoQnTCv1+4IEHNOzAtlgs2n6Xbd8WJPMOPnMOfqBjF5xEoPf79x/QeduwAz4++/QzLjpOK3kgyX4OP/ATFxfWrlmjbhcWkSHoiiwaIZ06d1Yj5m3GCeQy69/KNWv1o0ce1gE3ffcY9927XzCcbbEv9wZJFE6y2YxB8ifrfGelQ/geko5KR4fgNzAic3Ecm9dNnTx1UifdnHlp926FthI7V7AN6XXsQGI7azvIkfiZvbyNNm26ROgRss162C58ONfwU9gebAh04TP6Nz8/J+YhA+gX+lJ1MxMfl7NfOnXqjG1mWfliSdlCSYrStnnBBZpOdbqotNzFg4YLWtyPT+ZvWdbs7yPT/yXzdsYywU+vF02vQ/vfFH/KgMR13g37quX75MmTmrYfbrQbqtnmxsa1v9Kppgu/3/7q1/Q//vzP1etY+5Mf+pB4AAXbcuzY0YRG+LsZ66CCEhzkN9CiVCol9IffTzzxhOmyOUnssD3Hhoe1/8CBpIgDrcF3xr59ZnLKReZFx4SnNTp6wX4pJ2wRviOKgsZc7FtcnLcIRIJP4I1NJO5nHflVdJyYTqcSGRyzvQ3OT2rGcdo2sbPDTZX6ggqZWOdOn9So5XvP66/qlHUtZxs84OLJqtVrkyJtv/WMpiIxNvqA7GHDbr75ZrHX0jlsHP4FXpLcAhMyd9y+GN4apCReAkbWgjbYVu7L2MYgDxTVKHLCe85BD9ZBT7h/zDEf+3GdNYkRdu7cqfe5Sc+T5szhPH4xZ/lk7xCCKPbx1C7yB/zZXNZ0Kappn0yxl29WrHac8y//5b/Uzl07lbbfJ7+Ad/g/cGI9eIOM05wgxuFXKMbMC/ZctmyZ7VtL2HuermZN4jTwe+2118T9V199tdffrlWrVgtZ/ta3vq2v2Ff+8R//iX7X/vLEydN64IHvatb87+7o1BHbxX4XPrstg2tWrhLfXt/seKuzUhG6eqOLiJ2267u279ATjz2mq668Ure4KIrOIY8TExOJ/uPLoSf8QoagQeJDokh8Bl9wQG9CCOZryna7K8npiB3gGbSAv/CN+0MICU7cB72XzvGe9dgLXrE+fOZ6FCLxCiGY/mUhu9CT+VnHUAcO7Hd8MK0QQnLk3in759GR0WSvDS6QpKO0psanNHJuRLO2/WdsE+Yc60xPTSe2NvK9yAf7cT945ywL8JCmDDChe9gdeMUc6MWcOceF4AsOwFbpqAi+dnZ2miYxoCe6urQ+dAG3EELCez5zP3uCE/uwFnsu7cGxYv4h78zBNrLesWPHEtmhEA1MXOO+OdvWEIL3TyWxRQgh4Sn0Aif2Z4/NmzeLB1eI7VavXp3wjzWgLznTOhdVoUkIIcGB+1ifa5yHHsgLMCewWSdDCPZ1qYRX4AavGfKLe1mfI9fgNzTkyGBe660YC5xDCAq+jzl523LmLNE/hJDQD7y5j2usDR1ZnzwlhJDYzaVzXkpci6NIIVyEM4SLx5TjR/bkOjq/FDtjT8AP3Gnis8+S3PA+Wds+j/fszzGEYJ9TSGwXegStQ3A85PyJ69APuEMIiS6lHIezLzaONbjOusATQhB8azmmAH6uR3Gc4MG6DM4xn/uRDWClEMef1AnhIg3AgcG+8Iq4Fd7zbQ9+9QE9ZR1sADr9S7/0S0nsByzsDXwhXFyL69hz5oMP+s2ewMBc7ByyAdzMpXFx0003aeWKFbrrrrtEA4ZmHja/23Wkz3zmMzp0+IgbGUeTIunhI0d0w003a9dVV6nueOO84x7gAr84ds5iGcEWgTu/fBTcPa47j3aNM2kItx0fpkKklmtODfvyBcfk5LXkwWXrUcm58nrnodddd4Pl/ypde+112r59p66/8SbRbKLGMjx8IrG3XkrB0cui8yLwgU6rVq1KdLzH+Wy38yF0c8uqfuXbs+otxwqtRRfiu21b5rXgfJH7+NbbuONg4N7gBk//4KBz5IrQtX7nEhR8r732WhH/4L+IfaE9dCQOCCHouuuvEw84QU94tmPHzkQv4SvzoQe2hPXWr18n4Fq7do2L4Hck4+13vl2333G7NlyyQYVyQRkX942cc6Y524dWUvsipzjt5ic/DUvBuh0FrbJtAFearMvMwy7nnqVyRR29q1wT6lfZzYfF+aZpv6BDBx33nRpxwXpKkxPzPk4qjrLKF8rOpeURaWq6qtm5phSyilM52+15jU9MKUTmreOnkZEx8a39FctXqstrXzh/TjPOMSLrbWdnZ/L3RMlJpm3nQwiJjUOW+IxMIos52wvox3tkPmUdQxahFfP4zBF7gp4ht2nHPhw594Bj8i9+8YtJ7vq4awfEGMzDBiQxn/cul0u6dOsWbd++XVEcO4eoadKx2JxjJuohDdc/YstrFMXGu5HEfOwvv1iLWKJtoYVvcRwZj5TS6Vix1wK+yPhyRK+WjhevpRO7Bj7gyP3ooJcV8kJcw7cqyb/vu+8+tVxbeP6FF/WTp57W/Y5JX9z9ki7ZtEUl5wcTzq1nZuZ1/PgJy2tV69ZusL3JW65qYs8oig1Xzn59wOdzOnzksA7a5447htnrZuapEye0nBqw64vI7qAbD9ls2jy6Vh9yzPtrv/Zrok7xyssvJfUY4Ju1z+RB4Z/92Z8V9YC2bRv0gDbwJDb+fAbvOcfZTz75Y/3TP31F/JRudWFax4dtJ/bvU861l3KpmMjuwYMHktoOukYMSYyG/ILDe9/7Xv3n3/3Puuud79S111wrbB7fWifuQY7g96xj+P3Gi/fIALbGJdWEb6wZQjBNLLeO189ZHvGxLde75JW4AAAQAElEQVQWoD2wImPAz+cQIvMwrVScNT/zSscZW5DYuWgk6i1N17Warbp44LLlNcqOx8quSQAruMsv1id2nHVzqKOjnPA755gkhKCmjRIwph1zFgoFASvxLjqKzuNbWY/zeect2BzmcsT2dZrvndajkvMM9i7ZHvIZ27bSjdI+57t9znV5qGTlqjVauXKN1qy/RKvWbNCy5Wu0fv0m1yo7rJOzCsZ13dr1nrNKna6TxFGsfK5g/1cy/hmPtHW4y/pfSOwLdIqiKPF7xDBN56xt8z+NniiobdvuEpjp1EpoD025B3+GrPMZGsbeN5v2+j7WqXGaf7MeXGf9dCYjjoymfQg6EFu/047jm94gimOFKHiPpmGpa2F+QXPWg6mJaU3ZFjXcn8nnis4TK+o0vbo6e50Hl4xDQ8Th+CN8O/aAfbEz7J3wxbam4Fyq4ty4u7vLfrTH+tNne9yhckfRNZoO9blZ2Nvb7fXLyji3ho/wzKxX0zXdyHSEX3GUFrDU3EA3mZJrC855JybHnINdcCP1uA4fPaz9h/Zp74E39aZz1Jesa889/6xGRs9rZmbSdnlc2WykXD6t5SsGrPvm16rlGhrq17Jlg1q3brXWrlmtwcF+9buGVHRNH1+1Z88r1qlX9QK24ydP69jRYetwRtlMzpyK3UCctX0f04XzoxocWKYtW7aa1306efKMeJjqkUce1d///T/ob/7m/7X+3u+c6iHX1fa4NnBCfPEHvjCCkW66/mJDpSgE251YOfMpNh2bto9xOlKpo6RsPut4oJ58m1VxpMVa1TiOaN5NRXLZDRs3OlfelPjerq5uEePc/VN3ixwq8amWeeI6civsA/YTund0lC2v+WRf7E9k+STuL9iHZC0zpUJePeZj0boGvHXXC+pu7Datx8SK5KCjtoennBfjJ2hQPvvsM3rV9ZTTbqjyZbQoCootcxwZyAm2ImedRg/27XtTjz/+mF4xzWdmp421En/im9RR6VSH84qS9TWTTid2aJ6HtyXLb8M8njGPp+xHp5P34IB88nP3NHfxjU3rAPdjH7ods3SZFvgt4rAB9zGRYXJf7B9zZT7UrFfACY06XYtbsXyZdu7YAY9QnIYVp5YMbgAZjAxGjPcMzv9/B+dZlA0Mf/IPghdM5I5yWRkrLidRAo4QLeuCPkBknfClbCjUjmw8jbyVdEk5IGLNAhFCEHAUXUxjrZSLwSDC9boDcPYHxrwbenEcJfBzDWFAkCj4LrqAxLFuBjO3w4qMcWRNDPPk5KS4p+p5cy4QYqjZA3hTUaw4RGraSNettDRXMFh8G2FuZlaLC4suWC6YiYtvrVFNYMC4AQP0Yq0QLuIhtT1/XpMuls658TBn58neDISA+7gHXGHu4OCQBh1cluwYvYSDu1lN2wjgSJkL/lEUiQG8LTugphuzDQt1FAUrXi6hX8mF404LCbhzDzxjD/iUsiBXHRAzlmi6NIdzsw64EULw4Tz3wRP2n3NyCt3Ym8G6F3kdFJt2BK9dVl5oDb+5b+kYR1ECmxR8zNgYZU2eYJrWNGmjTdDKgDbyK7asRF6T9aEpx5YdzIiLA4cOH7Yxel38fY+65SibzZsPDQenM5p2UFQz7xYXa+IbRLOz85p2YDdrZ7zo4I5izbwdxozPLbroN+NiAtcaXjuO0y5Yl5SxzIYQ5H+mtVw4qqnZrCmOg491Q9f2vKLxSFsOFpMjuBZsfFFU1k9nfG1xIfm7GzN2bjU7S5pL4NeyN4D2JOCTlsdZX+ccssB1cI2jSBSAGpbTYDniiAxSgELRuadmJYdn8CaEYFijxJicdgNj3kYmb0fW32fnZSM56OJtd1dFnZWOxMgSJKRskLI2YsF7sTf8ll9RHCuyAW9bprLWNeb5tNp2vgptpTOxsrm0stmM36cVmS5Z6zdrV6xvcRyZrwumzbyNXN3GOTJ/qqZdU8gsBjoVRcpnsrYFLU24OY4hCyESMnaRN1WBI5/RY+gLrjnDm86kFAL8CYoMYyoyvP4sv0LweZ9TkNKGqWjD2983YCPcYXizhqGlKRfcjrpxdcSJ6xk3aMbdtJl0sbFtHnW6idHnon+lbDlwkBqMW9N6tmidWTQvatgGO3mSBAKTluUGW1OzE6xaD5sO2DtM5yt27tC733+vftVNsb/8f/9G/+r/+g3d96GP6O73vFdX2BBXOjsTXHFCIQR12UgPWv+xA5yDtySr61wEKxRKajmijawTIUQKISSjapiYi7PAKWKzuty8HbFTH70wqkwqk8gQNIyiSGvcWFjpJHDIQf9FegfF5jVN1b1792re+i3zOGv6xt6jbkcpv9rem9EwjugbAdfZ02d0ygV05DWOIo26IYIjPOWm1Mz0pBrNqniyCrygEXoWFCvnAAR+I8P8/N45O9kLblzNOilru9uTTWeU8nrAEcfBPMs4eMslTr6jVFCxkBOvpnkVmc/tdlPj46PiSOABTUIICV7gjA5kLTPtdttymFJkGvI+hJB8Rq7q9i3z1kHWZH7derVg/cGedbrogG6cd9O/1w3b5StXiHXROQV537ba1mfW4XzKesN7HDRJ1Ec/9lEnML+rX/6Xv6xf/eVf0TvecWcSVEK3qgsMzA8huIByRN/5znf01NNP6+jRo8Khj1kmT5w4qUa1IQtAYt9Xr12ja920fNc99+hqH/m7mKlMVgNDywSeNhXWu0X7qJpCiB3kuaFgHc5Ylvc6UDlvPr30yssOvpyoG+cL50dso85r2vSfsY9r2m9mrTebXHjmGyfXuej8tre9TVu3XZrYOeYR7OJblr1VBCcoiaJYMh483fUHf/AHeuzRx9zQOGO9rzkIrmtwYNA8LKhhWpHkErzwzSUSz5bPmYrWzWYyMo4jWJ+kSH6tXbtWBIlxHAu/5lMJD3p6ugxTrFUusM/Yjk9ar7EZBPYEi/AQ2canUdh6c++bqllHaWTlHWNMujBB3MC5MRfPp+w7gI9vlqEzp8+cEzRdt3697r3vg/q5z/yi3nvfB9RvH80989a/um1DKpNy0bRoHe7UCtOkXC4mNnbOwX7d9qIpC0qUsz4M6m2336XVK9YkCWXd9oRknETjiisuTxKN/v4+9blIU7fuTVuPFhbntFidNz+rCiFo0T4FOlBYoqFw/1fu19ddGPj7v/+yG+4ntXLZkErWkXRo6ZpdO7R6+ZAbPylde9Uu21o5kenStq1X6Na33a6//Mu/1rvvuVebN12a+MpTp89ZDo/plGVupe/70E9/UJ92on/nT71L7/ngh/WZf/mv9Bv/7j/oI5/4maQhm0qlkyJYCEHwrGWdPOaEBtmOfI6HA7KZtLo7SorcfDl7cliFdKxZ62vLvrjl4L/pGOzKy7bpYz/906KwgDwUHKwfOXJEPCn98ssv69Chg4mthO9162qPC488nd1V6VS34w1+GotiAN8guOKKK4R8URT/6Ec/ImRk1jFUaBMPzCQyePb8BZUrHRo0rbLZjPnWlSRzFDRuu+12vf3tt+tTn/60uuw3c4Y/HUfq7etJGnHL3XRER5oOylNRbL1sAVYyTrqgMmMZKhVLapnvkYJ2bt8hbC5J0kM/+lHyUMu+ffsS34ZsYosKlsWU7QbJx/e//31xHR9IHIX9pJjPBjwMw7Fkn4Y+DLj4yDfmX3zxBWXSKbUMUzqdtYzULI8V494r1p917IOOxt6D+2dt57u6OpV1ooaeIesXLpzXSReSeAjg1IlhnbVd7rIvz5hfa9essUycUNO6M+lkac2K5fr2N7+hcd8z6yYrc3a/9KIKjn+iKNKx/Yc0fvasnvjhQ/rzP/gjPfzd78nZtxYcc613Y2LWduc73/62/sN/+A9OUF/QKhdlM5mMysYL3oM3Nibt+AS4QwiJbGRtl6A7R2J6/JkNgbAf0I9r7E/sg51KpzPetq6uzi77kWzi9xuOCzuK5o/9Bk+/5kwDfEcmFats+KsL83rViRxJbtX6HdtffPc739P3v/d9/e3/+hv92Z/+V/3gB9/X//yf/1PH3SjvdbHltttu0xY3ZKqW55KLNlXHlx0dFV122WUKwbov2UeN21alxdPw8B08KUa+6EY1vpfz+BRiN+LSzs7ORI4zpgs6gQzAS+Ri7dq1ogEEHZiPb+Ic9pT4CDowFx97Jvn2Z13YRPwJOBFbLNGM98yH1uyFfhlc9doGAcedd96ZwMz6zEG2xywDq1evEjpHsxhbRMGgYn0EPtZDRvkpZxJu4CTm4AiMNBKAf/Vqy5XjL5Lc2LYdWIvFshvRN+vkiVPqM20pcnzzm1/XuXNnYLWbZviqKevPtCi8/+JnP6s733mXNl6yWfwMY3BsdsoxyDNPPaXf/tznEh8EXZ9//gXtfX2v8i4M1J0fEPuBzwPfesC63yH8fM02CTmiuUJB/4477nCRZZngFXORS3CrOVeFvuAKjXiP3LFPwzqydJ65DM6zLu+ZC43RgRCCcYrEq2W4ObIOc9mPz9zLfPYMISRyzJ4Xz9USmYJXacd6rA+MxDDlctly36k++5OltdKZdGKvO6zXIQQtc8xQsZzGIVYmTivvvKdcKIom86Lt8oLtBg/hdFgviTPZE77i9/PO+ZfWBaeaaSq/kCv258ioOZbiOrAxHxnjPTTiPPiiqzSlmMscZAG9Zx3eM4e5fK5UKgk/oAuyzDnwgUfYN9Y3GElsx3uj6fexknXiSEv0AQ/2QH5Zh6ILsUCX43DWBlfmUnDusv2A5uDDPuhYZDvHminbVNZhPd6zVst+0GmSWvYB7ZYjG8c3IYQEBtYAf3wkdpe9lj5z1Fuv4CNzGeBOjsZ74IIG8CCEkNgXrgMPa/k2sU7y3jFvxjaUa8DKNeayDu9Zk2tLn4Gn7riDc+CCr0OOwBl7BD3Bk8/QoKPSIWAJIYh1kWnW5X7w4zNywxqMpWscmV+3L+c985gP7TgPPPAUe8E59uM9ssF1cAOflnMVjpxHdliH9YAd+BjcBx/Zi/uW1oKfj7s5hP3kHuZ1WBeI+aFfh3UEGrMfsHHkPHRgP46sy73Y8RP2/byHPuyTs53hl1aADzvMGsSkvEfW8N/4Aez+jh3bxb7r1q1PHkQEtpxzlve///0if0dXTjvfWm0/Cb1HR0ccr80lcl03v1KptO1CzrIQWcZSIi7JptOJ/NVc48g4Nuh37rJr13atWbVSN1x3jTauX+tmgOPqVSu0c9dO3egG6tatWx239thPzogaWhRH6u7p0x1vf4d1zgV0N8WgQd18WxpL9EQP4TG60OeaQ9n0A9bB/k7t2nGZrr/uKt12+80CJwq7H3KDiUb1f/7d39P/88f/T/JzhfxSD76UOIyYgAYH62Hnd+zYIWI7bHN//4Bjmx4txXtrXADn12/wVRxvvfXW5Br3XXb5ZWJNzvc7XpJf8PYivztMt2xig4kFZudndcKF4DnTjF+umnZTAb95yrR//LHHdNj1grPnziv51ZiFqqKQcj7RtE86qxMn/PLj8QAAEABJREFUj+ssD/UTM0Rp+64hDfQvV3fvoGEdcL2oy/a1Q+lUXtlMUeMTM47pm4Ymdv1jxv6sqlq9rXyxQ9VaQ9TEmrYdKed2485r0L1UjB1L+f6MoHXRceO0403kBZkbHj6exELyK+GBfcDU1LRlZV4122HWQHaZC//4jHxyDvmGh8k527bIg3WJLfbv3y/qC8htyvYOno85N+Uan+Hzy6+8Ih5qmXfOg5yjt3nHQk03+Pmp44aPVeMVQqQoSlt2U84ZspbXWFnnpjkPGv2tdsPXo+R6HEXKOuajngmM8gv5qxkX1ueIzhcdz0EPdA/4sR/AxWjbBq51vHTLLbfoPe95j37/939fv/M7v6OPf+xj+vjP/Iw++NMf0vs/8AG9613v0fU33azNl16mqmuKHZ3d+sAHPqjBgWVqG/YQUpqYmEzi93OWgYZt+9zcgpYtW248Mnrxxd2+PqHLtm5zvl7TmpVrdNutt+ntd9ypG264Qbt9/c//7M/dSHlUZqt+5Vd/NflTF//iX/yLpMlh1FS3DwXeEEJiV5HThn0JtOfPJvDnIfibrS8895z2v/mmnnz8Ub3y8m699MJzevbpnyi207nL9QXqvOQhafTe/v/GG28UTWViMH5p4c/+7M+SB7W/+tWvqtNxJvqB31vu3AZ9Q494WGGZc1noDwzQG3pCW2w6ORm/3NNyXsc5BrAjN4wluUJWWBtdzrr2o3aU4FlzrFW3nhF3F1yfAGbuZx34ynvWCCGI/dPpjJAnZJQ1Wa/gWKXgXBG+Lx27nA/2OnalvgW+4FNyk7To2P4i/O3EP7JHwzxserRcd2o2Woar4bplzfWKpupu4zBnznEQ8owdmDO/q9W6Fl2PaTSCZucbeuH5V7XvzcM6d2bEdZvjajbaSjsWA3Z4Sr2ZuJZfKTjqus5rr76afIuYz9R/oSs6IeMJzpyDBjnLfda6n3X8TzMrY/xT1j1sAMcoukiXRqPBNmI+8VukoHnXcSbGxm1DJjTnXIt8CH0HJgb88XYq2H5kTfu09xq1PpOvH3Vt/cjhA0kueObUaed9pzQ+Oq4F4x6HtKDnqtVrtGXzVu3Yscu5wWrlckXNmU74ttHRMUGvSde18VvEFFXHyyEEhXBxIFMlx5RFD97D146Oin2d7WSxbNvWoaGhZdatZUndNm87UnrrPHu1miHZL6mtNFu2o1XXvBY0vzDnMa8ZN/pH+HN8o+d09sJZHR0+oiPHDrup94qef+EZ7dv3uu3Zmzp79qTtom1jfUFR3BYP4Hf3dKrSVRbH9RvX6MZbrtd9ruPedtvbjO928YA7NL1wYUTU2pZZ/yuVLtN6Svv2HtC5syPKZPK67robrXOf1Natl2vjhs3aumWbc6o+jY1O6KGHHhY/Kf8f/+N/1F/91f/U88+9oNnpOfEt2EXrBbKO/8+k0zLFxLFif9rZWVHWjdRcIev6RVkhDjpn/E6fPa0x95hCHGndxg2uL2/XNddeKx7cutZH8rS84xF0B9mZdM5+4cIFLVr/Js0nZGPa9b9jx47q3LmzCkGme8mxct68zarpmiByia0FdxtEFS03od2ybtZVq1c9FpXOpMQXrAYHB0y/LtNUtnVN1R2jcC/6xH6MMcvnBdOQIzIcRZHpltGKFSuTvHm1ZQwapC3zQ4P2o929KltGepwT9g0Mqae3X6VyR3IPsJ92z4Mc4ty5c8IvXTB+nAdHZA1bwDFtmnIOvWNfZHC963vUO7ds2WJ5XqklPcTOUVOBbsDC+RCC8YrsI2qKOIFCZaykWStR0QqFIeKGsp0vRzZkMA8kQ/ACRjaEi0fvZgI3BXGWAEOQAX5JcdkHQiT7uMAjOySMVq1aE3PmXXCo+j3zmi4C1V2ol18hhIuO1IED10B4CfG2mQc8wJV3MgeCrN/2ffyrO8gDJgwkDSnupYFV83nw7LBAQtBMJst01W2I2BfjlTLTojgSaycjisVTfZGCcPJGXwUHuDhuBrRr21GzXwghgblcLqmzs0OVSjkRRBzEEm1DCBa8hhZccAFOYOPIWDqXsvMrlQvKWWFS6dj7yqQ2dt6n5eKPXCBNhrW47XOMmg0VMLBerbZow7LgUfVYSPjTajVNbyuqDc3c3KyaTvbjKBI05755Nw0Q9BkXuqamJm0IJ2yMZpJ7WZPrwAd9oF2lUlHOBagQgo85wxjJbLFxW9Ckgz7mLtogcC8D2oJj03AgU5H3nnXhG+PbsCODjpxn8D528SqEKKFVw/yBj203c2iioiCzTvCrdmZVO7W6g54Qx0pl0mopqOpgpOpAq+HzyBo4sgZGasZ7Ip+zNvqzdjA1B3ZRnFLRBj2Y14uLdTvHqiYmZ51IVEVzDLi5v235RGBYD3ogj8Bbtr5Aj2kX5VlzzvSdtHEKhn/esJwn6TEtZMcXwkV6IbPIIvcRyGCMkctMJmMD1mFj3eXRrUpHp5iD/GTTGdO4KQxZLptJzrMGawFHCEHwEhjRX+QCI6B22/I2J2SAIjz4cI15DdM+7XWBdc4ysGA5ijMppc3b2HJIogqeBMezc9OWuKbiVGS5aVi2qjbEC5qbm1F1cV6pVLDB51pd1aqdmgPqOd/DWKzOGbYF1X1+ZmpC6ThSl51C0EV6ZDI5oZ/nL5xTb1+nMMZN873sACh2ADs9OaMQgsAPfHHMHJFFkiOSBoKIhuE3oiZ1SGRHhrjhdXi6pWq9mHMBmYchUpa/dBSr10FXEx7Z+B4fHnYCOSH7JuXTaWVTsYOTtDJ+n0qlvVLkJlBTjbfkIE6l1DaPq7ZZDRdK2pZPAmRkpmpbM7Riua67+Xptu+JyrVq7RpHXWLAcIDvABPzITsY8T3ktdITzOL3rrrteGy/ZlDiLhoM8eISMwmfmQAcG7zO2Y5FxyeeLDuSndHz4hOV3MqEXzbi9rxE0HBQNLmhFQkkwxP7I68tuVLz55j5B77t/6qeSoJ/rrAmuTeM7P7fo6y3NzS64IDsumm/nzp5383RUE26CQ7u9e19LApXzdsRdnZ3q7ekx/bJJULTg4vWcbT02YWpyMrmn5s9jbvaetQOcnZ5V3TrbtsNu2elSiK66YZSK0+q0rel3Yt7lYlbacp8yvUq24R2Wn5RlFB4jo8g1x1nrNXRhQGs+hxB0MRAra82aNYmz7OzsTJwwehBCEME+P9+zcvkKbdtyqX7u535WJBQZ7/emm8xf+cpXHPz8uv7wD/9QfLNmv5s70CZl+xFCsNi1WMry0VBse1Rykam7t0fL3XiFngUHgwTF87ZdS7xedCBDkH3o0CEdOLg/WQOH/u573p08db1r15XWq5TqlrEmMmYB27x5iz75yU/rznfcpfWWkQE3xQedAGXyedm8Kp8pqOjAtkViYDmcmJxQ1j4LeaVoP+xk+6EfPaIHHvi2fcK8QhRpuQs0XV19ioxL3UHR8ePDws5CU2CkSIRviH0dWcUmoUvgj21CLpk3PHzMtmYhSX4/8pGP6KfdHNu+fbtI0Ph7GswtOtZImT7cT8DNugRAyDMyGRkeeMfarIuOo9+8B56VCT277KPGRCOpyzoMfRnrXIgadJOTPaycSXEKHSuXSwmvb7/9dlGISVmns7Zx590IKvlasVRM6Iwd3nLplmQuMtfvgk3DidH2nVdbH7fKLkWT9iEUWSpdPTp97oIWHb+MjY/r1NlTKnuduZkp+6DFhA4ZNzS7vUYrsq2IM+aDdXRsQvxdz5wDUXxo/0Cfz2cV2T/M2XfMzU6Jb7Y2nKBCi1Q2raYZG8dRotPQ5bVX9+jggQPW9WEnPMfM95pajg22br3UcxvibwI/9OD39Ae/+x/1jX/8is6YL7HX+NIXvqCm9axcrsjiZP4v6tlnntcV23eqYXnh3FNPPa3Tp844SIy0z0nf4X37rWJBnT29uumWt6nRbuvQkSN6Y+9+lV1syKUzlrmsrtq5S53WS5L+F5KmxeuyVtimjuuRhx7S9775Lb3o5sZrL7ygf/zbL+rFp5/Vj777HR14/TUNW/5PWS4dmGrnzh0iEYbXHHft2qXVq1cL3iIfc7bhC3PzTngXHF8VE1lbsWKFQgjqsM71WOeapl3VcnzYydOPf/yYpidHND+L3wlKR5FxranDCfiF8+c1MTqqnHW8Xl1U1U00mrPION/MxXfuP7BPb7poQeJLLEhRpmmfQqEPmSeeQJ+nXGThQafurm5xb80Ftaxja/A4fvy4Zlzw2mx95edU8c9rbIciw9I2PXe//JJIBM7aD8Hf9Q7suZfElD3Sllf2SdmHkNDlshkdtv05dfKE5iwzGzasV9W+BVs35YQInSHxQacYIURiDeg36xgP/Yp9rukkNGc6tIKEHUh01HYKWDesW6uhgX4neFMqeL/+nm6HnU3b0YKTxjGNWXeGDx/UQG+3rrrS8mO7feP1NyS0LBWK+vP/+l/0a7/8K/rv//XPtMXJ3dvdbORv62y7/HKtNLzAcrMLV3yTudO2GHpBK2w29IEec+Y19IBO2AA+Y5egC/QYdUOebwc88/RTwu+g592dHS5cdinRrf5Bw15Q07HizORccsw71ujq6Eq+lQeN+SZ5FAVB54zlgP1PnjypfhddozgWe5PEYle63cC/4Yab1NnVaR+yWnf+1N26/e13at6+qu5Y6vjRY1qxbHlSyBi3XM0b/pUrVwp8Ju33kOMpJ7E8DQwu0CD2HpvdhOWJYXwBv7qw1QVt8MM+wtNRr0VznQSRc8hgCEHci00lSYQ+8ou9uJdfRZgxr9mPcdSw9brAhO2GpnX7FPBFLpBf1mI+71NvxSPIZtnxLXASS0J77nn1tT22dSXxU3XEVdwbQhDNyVn7t/vv/0f9zd/8jZ6yviP7JPOXXnqpoWuL9cgPSHjxe+wJbUhiocl73/teDQwMJD4DuFmPRjOFvSd//OPkYaPz589pcGhANcvc0LIhJ9hlrbKNOOvzLcOxzIl8wYUDiqfsAxw8dDk4OKT5hUXteXWP2Of02TPatHmT1xq03dmZ0FOWhR7TCR3J2W+GEBIbA2xGQOCPf0HHwJsjdOIa8gT9oSkyzf3MgUcMznM/55Arjsh8CEEhBDUc/7AvPGBNrodw8RrrV227kX2K2OwFffjMGug7TVMeIuE+5jPYB9mG5nz2aoL/yMGgfSV2CNnp7u4WMDKfUX3LfoED97Ude6Qcj7EveIAnMQ1r8Z49M5msGm/5kRBi62DBdiej2HFDxrqFXEE75rLHrGM18AQ24EE+mReCofTgOvTAhnFkbsoxH/fyGToVHE+AP3IFrMgpMDHYj/UuuGCDDkGrhnNfroEDOVcIprvtOfOgB+e5DkzoI3QAXnIh9gghiHPAxpH5CX1sx4EJWIBTuogD55peP23bHYdIoS3JtGyZTsQoLb+vOoZo2fmyD+txPyOE4MmyG2qL65wDJ+Zxgc+85x5GCCHhLfQCDu5JZ4g7cubFxQGe0K/t/bjOYJ2le/APyDp8ZnB9ac8QghajZTAAABAASURBVGPRegIPcs959rngohUPPSGXnI+jKIGDfYAP+WMPeJ/QwzlFCCFZiznQG96BA/uFEERcwfkluNgnhIu0Bwf2Zi4wGqCEPpxnhBAshw0XxOuQKeEX+7MXfAWeEC6uhT9et25dMo852NeWeWJ2JueQbeBomV7siY5wf3LR/wvGFdhDCPrbv/1bQYOlucy7+uqrRLMEf0KOga1jPWDhz7AgR0/95Cc6f+ac6vbhZ06dUmelU1sdy/EADfh1urmPP+O+fL4gdPbhhx8WD17hY1iradtRdQyTyaTFZ3CR8UDmYstiy/6pZTnM+noc2Q6XciqV8rriim1at3aVG3h5nRs5pzn7so2bLtG1brby0MvP/MwntcX5UM15Mvggvk3zDx/DHinLNfsZfbPhopzCY/iVsh8BfmjGkYF/TadjZXJp9Q30qKevW8ucv2y7dKtx3iryn632f/hKfOJ9990rmq/EgXzG9+FTLyOOsG9FZ1kfmtBs5Trx4M6dO3XXXXclzbO7775b11xztfBB8AAZzdm2A08IwTYqnYwlG8ScEMWGbcA51iXqs99gv8uvuCKJOXudjw4NLtPKNWvV1dunPscK3b1lDS3rU29fxT6uYPmrWv5qoi5RMs8qjrlXDq3Q+vWXaMumbVq75hJdsnGzYdrmWGKtNl6yRdsu366Nm7Zo9Zp1Wud52y7bruUrV6vPheNux99124zlK9eI3COTzdtel92wHdTg0HIVvH6uWEoecGwp0sTUjKbcUMk4BkX2wJUBD/EV8CiEIF7oRAhB2MOc6YL8zs7OJPoZQhDnmIds40/R9cNuuMBL5mK38SEp2/mnnn5ah50fcB3ZrtqPcG/ZRW8ZrpYbae0Qq2HZbFinms5L5t3AZi1g4nPDsoovRL4iF2Rix0ghhESusaP5fD6JqbAXzAGGpuWf98xFHpjD9RBCMpf1GVxb7ViB5ua73/Me3XjzTco7Bh5y0/C44+mDhw/pLsd1d9/9Lh0/cVL8KZ28ayvz84sq5Et69z3v0R23v0P496b1ALlrWK/AD9gO7D8k5tJk4u8Zvvc973O+N6ov/NUXdP8//KPGxyZ9b5dlpCxiT9ZgXPRNjQRH8JBf0Brbyk9l3n///Xr22WcFTQcclz/91E/cDDog8tmNjq97ursk54A/+fHjevB739WoY6HpqXFNO/9HP7P2A3/3pS8lDVQassuMLzEXtEOXH3vsseTXyogpspaBEIKgZaVSEQ8YITd8hp9t8w6ZYdRcV2s26+JYd87VMj+b5gXrhhCS2Am5Yh1oH0WxQgjiFdl2YiMif+Y99xgJpVx74x4GPMwY9oJzCo58Rh5Zj1wLPsBrzqHXzOM9x7z1LuOYJJVKJ7hIQSEEv08pjlKiZl1zDbnpGpsUBAwhujgHewd+IVgvLLsdHvlcwffFIleZsX5NO6dL28bdccfbtd059PJlK1UqlI1C5LWDkIOFhar9T02xdSPyWvxq0pjjefiIHp53Dso+acMYhUjYc2IVdG3StXR88aRzB/zSgmu0Tcft5KHZdEZxFCm2bjQth8xbcD1JfmUSehWUNmx1xxaTrtGddVOUnGTa+UfNcSRjwbEwfIWn1EXrPj/vfHJifEyjIyM6d+a0a3WjOnPmlKiB7dv3pk6fPC1+2aRZayrrXGpwYFAbNlwi/tb2pVu2asP6Tep1kytjulu9bUMaqjlOn7EtmnfNL4pi25O8R856WUgeYsR+dDu3gn8hBGMQFIU4GUHMLyjvmlYUpWXRUhTS1p8O8ZBDxc21jlKHyq4VFwoFYeOQkdh0ieNIZoYazZoWqvP2bbNadNO02qhqYnpcx08e04u7n9Pu3c/rwME39cYbr+qVV3br5KlhzcxPqq2aQmjYT2adXwzpqqt36rbbb018yaBzDNZvmPboDLrKn2Z5/rnnrUdP6aXdryTjO9/+nl5/ba/G3EDt7R3QLTff7vuvtw25U7/x67+lD3/oo6LmyC9rffnLX9a3XCd56IcP6Y3X3tDYyJhlrZbID/yq2Zbmsrlk/pDp3tPTY1r3qNs5eLGjaJva0Guuw379m1/VK87Rzo9e0ITrUfwJG/Kscdepmi5ijY2Miqb54UOHhex0dnYax5J5VUs+I5vU/Kh5YJcWXBepOraITVN0rce1gJWrVnrv3ovDucOyoQGtWbNKmy/dZN+1VtCnUukQ84dcoxxwrlEyj2adH9LHIS88evSoDhw4qP37D+j11/eaFy9p7943hawwt7OzYv5JPMACfaEzcUXWNOAC+RCjZqHIFQsqupYXxbFkEcrZhiEPDPw5vp8HsYgjOBLzpawf6CBrM6ZdO8H2Zqw/RecV6Max4WHDeEDQY9R6Cw1HHO/yUBE1Cut0EIRZ2jD/lnPKWAHYvFwu21EXkpHxwvILJKpmJoP3jITBKKCVfMENQpKG9lvGdN6FBJS/3ZaFP2hJwAE2hJDsDwzRWwYBxGAsjok5nF9SDGAIIejiK4hrjKwLoiUTsGR4826splx0Yh3uK9j48r5ljWY9jHzGRSG+jZA34dMZG1QTPopixal0smbszziSgq9X7ES6LTRJIOuAJI4iB1IFC0+PilbalBkBTul0Sikbf5Q2lYqUM0wwAhjkV+T7Cp7POe4BHgZ4hhDEe/CGrvPQ0QaRQgeJaslNPgQBWIApk7kI5xI+tfqiHfKEaBazDufZjyO8YQ8cnbdRw0kk62N0KdjAGz4zz2Am/EmbfhnLAAN42feioetWB83hUkGljqKCg3HwbVqI52bn1XTwA6wV04y1UCACOJQoY/mBrlwvFUvJPnwGDuaiyBTbuRe56+joELRDbhoOHhfdiKk5kIc+IQTLTSrhlYXYyt9Q3YFMlTkumDU9PwqR50CnWMHvU+YtI228ClaQQrGsouHI+HPKPGz4/gU7nHkPjnJTLJ3OmKdpr5PyiKWkTStBV8ZFOmVs5BbVtnyBT8160LRh5X5gz7mYA99Xr16twaFBle2MCfK3b9+ePM1fNCwYgkk3r1HkmnGEdzkbgZzlLW2Zgl4DLiwhAx0d5UT2Bv15MDFMJUE7giIMQ9b4OJZyQbgqnGLTeAErI4piARvGAuMxaec860IGBnbSBmTGcrfoRmTNOHAeo4XR4D304d5sNqNMJm26xG4wXqRJ080as0TZTEpZJ0iR5aLRrNp5zqvRNG0MUHDE0rbs1W07at5jYmJcY2Ojpmtk2W+afzW12jUVC2nNzY57LeuE18CBs3/Zug0N0ulMgm8qlZLZIZKTnHEu5gviZzFCCAmNkVeaLP19vW44l1UqF7Ri+TINOAHqs9Evmr4F2zv+fky3k9TlLsatdjF+zapVWuPkrLNSUs0J5fT0hGk5Z9vVUiabdsCd9zEnmZYtBSlEgs91N+QX56su1LbUdlB2hROiP/3TP7XTvUPdPX3mRcMNhUkHwTP/bE/rphvyDL3hDw8VENi0LHs0HhecVCOj6DRzFm0ToAV8CCG48FvVIkFgS0KuM6YDMtFj51oyvaYchC3dOz0zLehxpZsSFIdoqC1a1hljbuxUKl0iGLzyqqsS3by4R6Sa5bHpYrsUKW0dqjoonHTDoNWCzmX1O2BaxbcB3Qg9ffKUg/YpNR3oIRNttRXZ7iHL8L3htaYmprXopiz6Mmd5Q+YJ2Freg+tt3xuxl20wfCUJJbECzlnTt2baors58ztyYBp7HqNqucL31Cy77Il8cA7HNzExIWidyWTMv4Jtc848ayfnWm0phCj5NiY4AytNWui87+ABff/B74uCxe7dL+qCA8sQghPzdyd/H/OOO+/Qxo0brf810z/tYzVZV0GK0ynV2w21XTWbcZJYM6+Rk4wDgFZLUjvWUN8KZa3jURRUKhVd/O/RpksuEfZhleVw06bNoulNMQXnT1P1iu07tO2yyx2IXavlltd8oejgoaJlK1Y7ke6wD6gZjlrSxDvnwsz46LiatodNbzo2NiYCo6LvoVBx5VU79G//7b9RpatDKdMGenZ0dSf6A1xr1qxx0r/e61UVQnBSMJ80ewisCCpIlGnOv+DGGM34b3zjGwmtoGEIQQQuNAiwf9h55Bd7VDeP5hxMNWybkIHnnnvOTdFx61VWnIOHsfkKDzlSZIzjtAPuSgJH0Tbz8OEjwj5Bf+QMm1ZzsA5cNBAo4p9yQWp0dEzIGGvy07rIBO8XHBgiJxfXryb2jCLAMgd8x93QoxhzxbbLxd+J+aXP/pL+23/7vN5334d06x13atXaDerq7hV+4oiDrDecXPzwkYf06OOPCz9FMSxYsArmbSqbcZHfiejivHkyr6OHDmjEDddFN0vri3OSjdiY7eDw8WN67fU9ev75Z3V+9KzOXTirh73m8PGjLkocVq5UsCwFvezG5onTp/TFL/+d7v+nf9SEE57urk797M9+Svzdj02XbFQun3VQ+qqefuYn5tcJDQ306vlnntTJ4cOanhhTuZjXe+65Rz/9oQ9pwjbiwR/+SGk3fDu6KpYh2z37rw0bNlq2L1F/X7/WrdsgPudNd6uLnn76GfG3s7717e9ofHJGUTpruzark24+PffsM+Jbl/v27TW/yqJRue/NfW6kPmw7Oq8B26a5yUkdOXhQo27E8Tc3X3/lVZ0YPqFDDuofNw3f3L/PRaY1iT4gS1LbPq9XxAQVxxYLjjFNOHX4faFU1JgLBf0uLNhsqGlfU0sS+5omJ8f1zDNPOQAeVtMxytjYuPa+8bpi63sha1mzfS86Tqt4jQk35F5xM/PokUNq2D8VfD5rHzNru8k3RPv7zW/bqziK1W3/IdurBSeF2DkS01OnTmrPnlc06kAbW0Msg0ySLCCvyDIFEc5NGn+eFsafx5Zz9KLXfoqmT+Ln/P5ONx2X9fcJ2Da6SIL+1BxfzS3U9OAPfqSnnvxJopdHXLBCptEF9Oxd77pb2Pyuzs7EvrEf8EAzfAwDO4gvJUbqcWyLfa1adyiWLNjHHHSDFrj3vv6qnvrJk6Jgc2A/CfRxv39Sjz/2iN549TUXa76nh374oGVhWA/96Ic6d/a0ZqYm1Vkuacq0fvyRR60P806k0lqxepl+8bOf0dCKIX3oZz6mD3ziY5ozr8YXZ/S2t92q3/zN37RNuybRf3iLzZ603W4ZZ/BpWibBdc7xSsXxcL95MGhZKlm/+i3fK1cu1/XXXq2VjrFixxozFAtc1AG3wYFljikWHG9MiCduX93zqmad1B86eEjnXWzCHsAL+NDyPvzNMejV4/Vfs74FAPJIm1c33HCd3vGOd2iZi1A333KbZbBbOfvaU26AH3OzfPeLL4pmOfI16ybmqhUr3fA+rHQ6bTodFzJAAoZ93bFjh3Vsox555JHkOmvid/DhJJ3YM2CCFsDC+VX2C8gf5+HtYRczv/rVrya2EBkbd6LMHqdOn070h9gO/4UMXnfttdq8ZbN9TUnEcMRI6Bbygd01ionsIE/gj2zyHp3LOY5FdrpMd2QbHIAzKeq9AAAQAElEQVTBBln5XM7rZayjPYnv+tQnP+Vlg4j7KYqzLnAccyMXmInhWJu4Fbrj2yjC4pPa5h10wJeUXRx5/LEn9Pa3v13seZeL4pvdcP7kpz4pvmm+ZdMGN2qf0C/8ws973+W2ezmFWOZJWb/zH/6D9tmOkBNRdMeXffDDH9JmF+h7bCs6rB9RHOuHD/1IRcsTP5u5zs39jW6qZowP8E1ZT8mNoCm+AhzQMeInfCB0CyE4RqoJ+uZ8H7guySs8hid8Zj1kGDqzHrTjPPPRR+bZzCV0bDtQQA6wEwzmcB05xb5gZ48dO+bi1plEduDVoPMB5kBP4jXmAGucisXerAEfWRv42Rv4+My64FZ3jMK+nAPOEEIil3wGdmjAXnzDmL1Yl3l1246670VWmAMd2DtrGxpCEPdLaFFQFKWk0LI9bvp9lOBLjsj6rBVCSGKxr3zlKxeLxtYh9mL9hmND9khgd6zLeWBAt3K25+zLOWjLeuzLe2AmFuA69hW8G7YrrIWuEDOMWW+wsazFXtCEUbJsIDuc5zN0GnMcxRrszdrcx34hhAQf9mGwP7AurddwvMOezGUt7mdd9CHl+EaO+5uNtrKZfDKCYtNOyYu1eBPCRXqyLudYA/mB7v/nYF2ucQ9zG94b28Y9wMD+0CqdySiEkPgKzrEG91LvgIdL9GMdzi/hHcLFezjPPsxFh9F3aMw6GfOEPZjDETjRG/bhc+CCB7BBI2Qb2KAPn4Eb/eM+T7MvWRT6gM2DvpwLISTwc4/fiPPsDUzAG4LhNO7gHUJIdIF1wQOYQwgasO4wl7051pynIJPotPwqOF6WglLOf0KIFDwalp8QgoAthKCy5YQ4k1iWn9LDtrIP6wHT9PSMQgjihY6ii8CADeTbYOCV8frIEvHrAw88oL/9m/+lB77xTX3H7/n58WefecaxZFl9jsloqMAbaP5P//RP+vGTTzr+2JPE6AXXmbiWzqTEr6YojhRckwo+prAHHmm/LxXyzkVzjmcqttcUi4t+3+l4b61j981aYZ/a41ik103CZX5/iW1jw3FU3nlzw34SmrIP8H7/+9/TN7/5TRekXxI4RFEEqgl94GXNMT904IjOpFKpxLaEgDxL8Kulpmq2DXONmsbnZoxnX+JD2A96Mgd9ZJ0h1z7wG9h2fCL1Fd5TA7nEORS+5LLLLkt8IPcwgAn8WQsZhcfwB5sHr5Zg4hzXe90gZQ7v4Rl52foNG9x4vkJdblo1HV/IMKdc7xhyrHbF5Zfpumt2uRm8QUODPVq5atD+dr2bo5c4fl5pOetSZ0dRNLH5FY+qmxiR8e/r69GmTRu97uWi+XvVVVcnP7v67ne/R5/45Cf1mc9+Vh/44E/r5ltuEQ9XDwwt0xrH5CtXrdHqtRudj6xPmrnr1m90E+MSDbqpyoOeCrEqrm3wDZ6G8+amZbZm2YYWyF7F8TM4M3L2XdCZ80tHivbQore3N4kZsH3wjvgDuuDHDhw4YL1IJb6IXJC4gLWalpM9e/bokJuSr7/+epKDocvoOGsgE03H0MhQW20Rt/OLSWn75LZhJTbNZjOWkTjRmxCCbaHn+Z6mZY+4Dn5mbWPYj5oeeC3pYwghuQ+ZkV8cwcVvExsRQnA+tpDkLYuuHeStM6vWrE7yn3vff58++alPKUrFmp2fU69rRrNz89q+c6f1ozcp8j/11LN6880DXi6taq2lkZFxtZpe0zWKaddC5p0bQK9gW/HGG2/qj/7wv+j3f+8P9Mbr+2zbc3rbLW/Tr/zyr5rn25WzPtWsH9OuwcEL3htZhRD+WZf4UxvQ7rTjOnSeB7zvvvtu3XH77cJ2zLnOTtwEntAFOmxxrHeLm8QD5t/qlSuSXOLVV152U2C/iK35lRyaybe97W1JXPo//sf/SOIJ7BgwRHGU5OXQm/hTUUjkADrCvwnnXZMerXbdHGw5dmz62E7kgfiy7VjOhkXwiPvRoRBCYsexG9S3pSBgBl6OIYTk/oSntk/QI4TgNXLJyDkOZb2ic9GcZZZ74viiLWENYOOz/Go7jmJYEvxp6V8wSMiSvHMEmRVFseI4dkzSSuhNfDTlvBibECwDUYiTuSnb57z3LxVLjjE7VC53CB0Cr27rGbp7333v146du5TLFTQ9NaO6+ZpNZ5KaWJn7SmXbxKyvTWnBMrVx3XoNuSEWhyiJexr2VSEE0X8YtI0r+p6c9wSm3bt3i4b6IefOyMEx1x72O8bd+8YbevONveJXpKjBEWfjZ5E/1svYx+dMK/Jn9DaTzohm7uzUtOsBk87Zpp2nX7AMj4gGEXnLpGt81CPJK2fmpp1fTDpnmtbU5JjOnzvjusJJ51MjzkEXjVtTC67/z0/PKxWl1Nvdbx+yXjRW+aWrjRs2aeXKVRocXGab3p/QDL+HXRkYGFKfm4sd5Yryrumhw8jKCudNNGcv3rfc+dZKrVy+yscVtqNDiR4W8iW1XYdE19quqaXMw3w2r3Kh7GZ2SfAJ282ayAuDvozJqyYPWtcW3HisqW2fE1JB89U5nb9wRmfPnUzGkWMHXHvZ77rEXh31+1Onj/m6c9yZCaVSbePToxtvulY33HCtdu66QsuXD1k/iurq7DR83abRaRF3ok+LruUuunZ69Ohw0mT9u7/7e9cmntOw6x7DwyetE7UE3mWDQ9q6eYumnPuSS1IPefbZ55xDHjGP39Rjjzyu73/3+9rjmgkPO0PHftunQcvQatOY3JOfnb3eeeqOXTuTuvoh1zRefvUVvfjqy3r1zb16/YBxcgOz6ngau7naOSVyONg/oJztKbXZsvsvyDa+gD2IKaw4iuJI9CC6e7q0avUqrV69Updu3Wxft1x9rpEQ/91um/RO58jXX3eNLr98m7Zt22o7d4XnrlbecshaDfsi7IpVNMmfsH34YcaUdY9aDXHeHvsQfAqN1AsjF/SyazSv+NyZM2dtxw7ou9/9nviVLmg07jp2jvWLRTeWe9yj6rB3botfjCMOqjlPmXMNB//DfugI77kHXDPWE3Rm3nMWXQfBrpJ7Yxta9jnURIh18HnT01MYEEGbVaZfpOQVFEJQFEXC8IBg3Zs2rNQsDjE5smAIIUEcAECaIwanbUkmSMGAysXBRRcOUxbOoo1hPp9L1m/aubZNOeZj8LJmWt5OBAHnPedZD6cAIoymEeAe9s+6CM19qVRKSy/uWXqfztigZjNJYpz3vsH4ACPGgAYF+LBew2viPHnP2ksjhKCW4WvaWRNUcz2OYpUKRZXNHBQya0alUmmR1I2OjtghjdsZz9gAz7gIVFer1UyO3Ft3cskAJ9aDQRyBAzziOBYD+JkPLlznHuaC/7wZ2tZF5wTDoRd0bpqWODvuiW3soR9GI29apzMpxaZ9Kh0pm83YcGcckKRt3LPKm94X5+WTcxfhiAx3y3OziZHr6Ki4MFBy0F4RSUavHTF4U2SbW5gTxYlRF3/Pnz8v6FgznlJQiEKCD0K5du0ar5cRtL/ggun4+ETiKBBO8Ks5CJ13kAIO8LbuNQgUENZxJ7U8sXDhwohwtnGcSuRy0YHnnA323OyCjfq8A6FF0cBKxRnRcE6ns8ZDNu41cV8IsVKpjAyYmpbPhpWX/ZDzdDqjKERquAHWtDxA76obS1xLWb7SmbRpyP2MlDL+HBk/5gIrTR9oL7+4FxmK4sif5OSkkKwNDBkrZyZJ+jNqeJ84jjVgY0nQs1hd1Kkzp3XCRVj2G3KADK2ZE0IwHtVkENAC09JI9rWc1l3wrXl0OInr6uxSf++AnVrLe8diDSmYDnWFEBK+c38IwQFDMxnAnLUOon/INnAWLOu8j6I4oWXG8HfYqHJsm4aybnMM3r9pGUybN+VSQd2dHep1MNHVWbHsFMz7WOm4rVwmtu7kRGOy0llWR6XkUVRPb5d6PTCswfJ9ycb1Wr92tVa60Dow0GN6R3ZGFfMvqFDMJzo26yIqtCYhwICl05mEPiUXwoERuoQQjGsucWg544Z8c0R/C9mMguGv2jZVXURPW29KbiCUijl1FAsadNK42g58xbIBDfT2KJu23NnhOkK2/DVUM78aTvLkPSIXPtohdqLa0uJiw3SX4nZasdJq1JtatNN847W9evW1NxRFKcVxVsH35PIFQWNgrTnIQpbqlsu2glKW35KDs6KDrYZtL7qDzheLRcGnvHU356Aqbx4VimXl8sVER+M4TvjcNk/S6bTxz5sHRcO14MLxMQdHI7psmx2aG3DTLkx9/8EfiJ8EffX1vbrgwj/OZZkLwxQpQwi+bzFZL2t7y5ohBPHCNiECZQc9akfJk7bFQsl87LM+zuo1F6gJ9nA0R1zgpehNYBVaQfXFuqyEylqe5CZT0/gtzi/qzKnTGh4eFk9I8c3WeTfY6qZL00137EqNJx1xh3GkqhuCM3ZyY27Cnz5zRgycIYUtZKNp/QohKISQyHcIwXxrJzICvZF/8IHu4JM3PaEzejg3NyvmYKtZc8JF1JTlBSe5zQnyzit36YYbb9AnP/0pffijH9EGN6yKpaKiOE72g+4zDpwzxq9pH8CDEfA2k86oaJ4PuPiRs++IoljgNTk5rfMjo3ro4UeTYIvCJw1JmgV8WwZbCHxnjOeJEydtR6cdqC3XkBt9tzrxufa6G7TrqmvUCpGT6N7k731Oz87YNleVyVrWbKsiBctaQXnbn7ptW9t+bdp47XnpJR12k7jdWLBcXGI/EKlmnSjYZ+Zd/Jx3EaNu/mSMSwjBe08piqJEpiqVinWrlDQFCEYIPPBTyBB83L59u66//nonGeXknh43I+BLQguvVy6XrQux4lTKvGkl76Hj1VddrUtcAMkbBugEPRuGvxkiB7h18YQafOMn0tmPNeEdcDEXfoYQhFwNDg7o/U6Gf+mXfslFja0isMQ+cH/V/jSEoOS9E+iqA1xg3Mg3AA0ftuLokaM65abgUz9+0o23vXrtlT2aIrhzspxJ5zTlhKFp+a87cW4r0rnzIyJpuPP2O9VZ7kzG2IVRm41mIlMtyyVPd7/x2mtqusnX11VRNpZWuNiyfKBLi/OTmpge00/c+Hzxpd2Sr21w86zXNmjW+vA//sf/dJPylBq2EzzhWq81hf7t3HGlbr7pVjfHD+uck5sTJ4Z14vhR+9kJkfwMuzk7OzNl+Z+3fvro5jE/CfXcs09rpRPrjZdu0ncffkgz9sWf+PlPa4MLZXwbYdF0CSYohaj1pgs8udKyVunu0aJ1c//+gy5yP+ck46h1f0C9LrR97etf1y//m3+l3//939OPfvBD0+wVjZw7r5ed/L1snH7w4INqWy9aDt5P8RN4tgH8GkDOBYxB256fcmN3oxOIZStX6r4Pf1gr165Vd09vYouQh5T9zOTkZNKopDCzb9++xM7Jcp6ynrbsQ2xmjPu06XHE9y0kxQH+viNFg9UrlutyB/THjh4WyWQ+l1HbfJm3PazNzyplmTh35pRtvmXDMc6MG6jDw0dd+Hg9fphVmQAAEABJREFUiTM2btyoEIJy1o+iZfSF559zMjypOdP33NkznjOntP3J9isuF3aUJi/w9rvAtsHFNxofJLyTjm34pv6WLVuciKwW9ggZDi3p9IlTim3j+oplLdrG/fBbX1fNDfcN61brq/90v/E5rwXbKRq92y7donHP4Zt67IP9MMuSn8l9zXJGsatsXcNmX3755Ynusg82heSEGAvbAm2xNcePDyf3Pmu8+JbhQw89pCcee1yvvPSKnnj0UWEzvvedb+sf/u5LevzRh3XQjdUHvvkNHXWhbNIN65qT0gsj5/XHf/SH6rSNqNlXHtp/QGPnL4jEK51PafX6VfryV7+iemRcnRSN2V7V29K4k5JTtnOTLspcuHBBBfviafM6m85YFdpa5oKCzY9tSlErlg0pshOiqLzPSeER+5k99jvlUkmRZQE7QxEAW4/OZ6zTQ8uX+VqU6Dx+bqcLYre4KEmStGbNaq/boZOWyZGREWFXpCD4A624H/qtWblasfnfcvN3dOyCIutopavTx1h9fY67LM/pbDaR2R7L7YVzF9Sst1S2j5i3fGFjTjvW+9KXvqSCZR748OsN21n4d8MNNwgf32q1tH///oQXcy6OZTNZr98n/BB2LgTLp3XwqBNh+Mta221z+dk2/O4XvvCFpJgO/wesl9zzdjciP/KRDye2cNwJOnhCJ741ghywJ7RgIAvQAPiQHeKtGeuI/Jo2n9qOMaZcgOF+mpub3NgsFHK23RuSmAE5LJkXTz/zbKKrfS5GX7AMrLReQ/vYOoIcshbrU2QAxuNuQiOPs0mMt5DQgr3wx9ihc2fPJUVx7DYw4fORl7//h78TP+Obz2dsD7KanZvWnO1cpbtT7//Afao3Gzp0+KB2v7xbP/8Lv6DYMV25s1O7bdMfe/LHut50v+e979VP3fMuy+c6LVuxQjxQ0I4jRVFkfc8JmEjmicc4x2fwh26cA07oBawmk0LAeso2aFGTlmOuQZMQQrJm7JgBnOUX+LAO55hH7IB/CyFoaQ68RE5CuLgu+zScL3UaD2QU2iIHwB1CSOQ8jqIkVoCXDdtc4GWwDkdW4t6q4wL2Q++4Bk+gLe8NnotlY2qYhtgJ1uI6187ZtiMrwAL+se0z8DLAhzmyTaa4xTqca1lvWYP50DGOYoFzbHpwRNcY6EGlYv69//0ilqCpl7LcsHYun03oyzzgZi3eJ+tbd+DHuXPnhIwDA+uCJ/BjD6BZb2+viGOwM1znfBe5S1enz3cIveIe4IJ/8GgJB2jH5xBCwl/uZx/mM4f9kQ9iI+YygDGEkMg0uIEH55Zo0bBf517OgQe04diwbeB8FOLET4QQkiP3cX1pAGcIIaEL81mHI/M4AiNHPgM76wID50MICQ+ACzqyFteZF0L4Z3nluvwCH2SPtZgXQkjkDbkAbtbkPLBxjvdL5327Y5FqggP7cL5le8JazEevOcceyBW05BzXl+QIm8ge+HDg5RqD8+yHreJ+zrEf9zMf/oNzHCJxDlvHAE+uA2cIF3nEZ/AFBvQCerI+63GNI3BznnWBnfOpdDqJ0W+99dbkYRvgYX1gYW4IwXWiuYTe7Hf//ffrK1/5CssJ+3L//V/RY48+ogXnOBvWb9BnPvMZ/eIv/qJ27Nyuyy7bpnve9S4Rp37V971q+xVFscDh3nvv1c/93M8l627fviOJOcExtl6BQ855Dg9S1h3vTM/NOY9qaNH+ec5DcaQL9sWZTNoNoaoWbDurPh/7PDgvOk9OpWPnmSXbo5R63fQLvvbVb3xd33DM96hjA+Qdf4keYRN+8IMfJL9+BAwgV61WFRsW6I9ekuMs6Qe0Y0CjEELif6nV8RleHj1xXOfsb4+cOJr4F3wmTQToVbH9W7T9Yg/W4MgeDPQR3sAXeIn9TadTTEnkj/nID9cY2ATmsi+TQggcPC7ChExVjQdH5sBPYsFO24xO1z5YOooaqldnlEtnklrI5Zdt1vYrtph3bm4OdKqvt0NrVg5o9SqP1QNasbJPa9eusMz0a8WKAS133WHlikF1d1fU6TpKl20Sdh24sUPL7Zu2uTnc58Y/sXjFDYtCqUshldGs6w3Hjp3QM8/v1skz5zQ5PadZ59cj45M6fvKMxsanlI4zGnIzo7enTxfOjcjm2Hv1JD4uhJDwCN2G78QF0CPr2Bp7iI+BnrzHH5Vco4BmIYTE1g4PDwtdQRaQ+XJHWZWOklY59uqpVLzfOTckDjomGBFrIxvYb+bCiyiKxKvtOIp9U/YnLeerjWpDTnKdS7VkUyHmpdPpBNZkvk9yfzIs38hZ1nEYc0K4yMNkvVRKHDnPdeZzfyqVlg2n2p7ajmzTXfde5ZiQuGb7zh26fMd2ved979O//jf/RvwpnUsc73T2dCvnGDXvusys9WVyZl5RXNDQsnXqH1ptO19SKpPXddffrI997JOmy5j4BSjkulzuUJ9rAe9977368Ec+pkpnpyanJhO7mHoLxhCC62ZZ8cJOEBudcHz0kvN26HvddddphWWhu7sr0Uny/gNurn33u98VsT/+D/m86qqrxE978kBzW23LVKeOHjmSjB3OCeDN8aNH9MiPfigeluSLNcudi33KTWT+JMPg0JDz7pnEH3YaztGxMcEzeDdvvKEl+lBzDZIv1USxITYdDT4k9QimRc77diXwEi9Ce+5hHWAMwTcomLceLSUv9Ot/j1ZiE+BX0/Igz83lCsqavm0nfAuW8bHRicQOQqu8bV3J8SeyCnzQFJlpG39yZu7Hn0YGNihK6A4stVrdMLRNz7TrGx0aGlqurq4e60becWXe+2UVRynVXS+mFkGMdO7sWdvzec/Jqc+5ep/jioztKCihGz0+x3vWj+OUda1b4N+yjKfTWa1a43hz+QrTeFZF5wQFw15frOnE8HHXxU5p35tvutn2jHPtZ0Vd7U1/fvnll8WDni+8+GKSJ/CFCJo7NNxoKGF7f/zjH+uZp5/WY4886vz7JfHLVcgENqTm3AFeko9UrJfQi5G27KVto9uNpmqJnWu4ttnQxNRUUqdaNH2aztWoC/GlG3oAC64ZjU+MWiYWNL8wa/+xqNhrpFKxuSTnaZEK2YJ6u/vM/5Vav/4SrV69VmvXrNea1etMs351lLtULnU4R+wQusF7bDx2L++6GbDBh343+dCbjkqXKh4D/YNu1m7wWK+Vzs16bNMymZwi88hlhoRPbctTpFjpkFY6Sju3zyrv+inrlywjHNkHOQmRxAN+7dBUcN26qYbrTnOamhm37TyvsYkLGh0/r3PnT+vY0YPa8+oLev31l5MG6/kLpxWlWlq9ZrluvvUGffSjH9S73323PvGJj+p3fuff2wZ8VDt2bBc+koem7nnXPbr2mutMg7UCZn4p5wnzjAeiHrH//6H1EV0m5ymaBvxJv8MHDurF55/X8LFjWufayBVXbNfC/IJoqA4fPe789ZRrHzMqFUtavWqV6b1Cy91P6Hf+1ee6drfrcEXjXLONnLbuLvqYq3RowHWgdVs2aRcPIa9bo5b1ZNx6Pjx8TMedY9LQbTn+X1hYsJzOWEdalveMc4K695tyfjCa1C9POH/GLzdcty0U88n+/ErWNddcqw9+8IOmxc/o7rvvFrn3oPP5lmP1EIJ4cUAu0fn/vU87kaVF1+ewf/tdSxgfn0jOdXZVlM2k3/IlY+pzTMK5lmv1J0+dSGKPYfsjdBRbw68LIevyRiPGbc9rr+q1N17XkWNHddK9F9YnLmF/5A3ZAJ5F1wr53O88Gp+31nTfsWOHoO+E82hG3f0AZB6/GGHQMIYEClUHJmzOQnzm6P2FASjacRQKeRMyJ4SPjSM7H5n4cRzZABV9LWvatBMDtWTE6nZOzGUtnDTEYm1PTNbJuNjB3BBCch9zCKKW5tWdNAIj89mHI4zAcLImCDMnhJAQOmsiY0hZE9gWHBjibOYtDA0b44vnZWFoWvmr4l7Wt50Q81l30cYEOGZdRMBxsEfNiU0D7bSxSGfzinHC4O+B8YAmrANuwL8ULHIe2nW4IYXiehM1LcgcYRSD67HX5RzXwCuBw8yct8LMuKDK55atBCOEkOCaeYt2semfTqcSPrEeBh2epR10ZLI2Irm0MtmU0hnmZMQc9kz7OjBbQ0QRWQpacFA2z7CTmp6Zc3G+5oJEW7V6Q3UbWhJzyJBxkSdlAyy/aBpCI4MlZAnhpHiI8I+6WUNSROO57RubrbooeCxYodtW3bybvwhibPwXzKN5JxLgn7JB5nzGOM47AUAxqnYEhUJROIOcjWIUxQLXOBX5eBEvcJLxaDvIiqLIqLUE7apuxLZM97ZlYG5m1s2bEVFkhc84ZPbmPfszP4qjJCnxAoq8TmQ+48xrdirMJehEXmQcLv7sc6RUHNkhlKwHedOqYUdr+nlf5GHSRZWF+Yb1pJSse+jwEb2yZ4+N0ZhwvATOactuzThGUaQQgre2QTGN83ay4JW2A4ZvkfEGxpZlMnYUWDJNWvZ0593cBoeCHTMGC4dZ8LWsg0voyNoLhqdlZ845ZJIBnRkF35c1XyuVzrecW1ns17Lhg55cK9sOZCw3FRdq+1xc77RB7uns0qAD/OVDgxqy4emqlNVRKqizs6yKm6ednSUXwirq6+1Wvw374EC/urxHKs44+ai50D8rgsQZF+tsTsQL2RodHbNM57RmzRrf32P5TTsxGLZMzie0xXC3rBMz0zOJTjVt9KFT0YFuHMcquHlVsQPJuykYQlA2k1ZwMTQVte3krQuZWG0b/6YNYuTzbWTTxfGZqUlNukC8YFls+XrbezTqTduLugt1Vc3ZPtQM5LxlYdHBfhRSqjvISuTI9yCb11x9bfI3NnIOJhqNtgPYY3r+uRf1xBNP68SJ08laU9OzWqzWE3mZdLPmoANiiqQkqBTJq94HuqfNk6wDyJT5nzc/i8WScshENiPoVDRPmBdZbsAbng6YHytcwFyzbq0sInrwhz/U//17v5t8C6NhOl17/Q269da36Y7b365t2y4X8pA2X5G1QoH1i9abZrK+UU2esOKn+HgwAjkKIbhp3NLIhREHawf10u6XElkuWC+7LQ9btlyqDRs2qsPJQ+xAEiBCCOJvG45YTg+5mUfz8DUXwkdcbMVuwIeWHSIFxaobPLVmzW3UpjVMiuI4GcCyNMC1ZdlkAHcmkxE04DPyhN1Bn9EJdJb3S/faPJjHk8axYbnKinuhG4M1MqZtw/qF7nZUKrrhphv13nvfJ36mEHns6uy0LMnNhpf013/5V0nQevb0GZ13Y2VqYkyupOuIcRx2Y27U+BEQybYH2OBrwXwEHgJf/lYgg6dC//qv/0pf/OIXxfvf/u3f1t/93d9JbeltbqCSGL3vfe8TP3F1neFxLqFp27I5+7iq/WSxXFZkuwkfwVmmd80ydOr0qaTBtOfFl3Vg75vKG7drrtql5csGNeHmzlk3kTrKJTW8TsM+p6NUVM0NpRBCYpuwI9AaepUTncAAABAASURBVGAnkDeeCCewoNh588036z3vfnfy7SHkDvz4my4EhAT+BCoUUKDl0jp127mG/Qn+F9lbcNHmvBP8aRcBam4o+V+i09Arbb3t6u5OkhFwq1nvzrlgWrC9glesScADXFEcJ/edP3/OSfuEeJrtnOXtySef9Odx9WN7XKTgPggLbOfMt2EHjhNubtft+2bcLOhwsYCfDrrlplt06aVbxc+tpdMpnTlzVsNubgMzD4RQQDjvwvKIG6rnPAacgK51IWzQSVLetmfOPq1qmrbMn0X7scddfDpycL+GD+3TSy88o8P7X9fc7KQybgbcdPON+tf/+l/pox/7aELLECLdcONN+qM/+iPddde7FKeyWrC92bJlm0bHJuyrF9XX1yead9O2W48//ojtyaIWFuf0yssvCb/U0VHSom3+lBv9HZVuXRgd17xt1fHTp7X/0EFdf+ONusXFP+iBvhDzzM5MW3xrbtzN6NiRQ8IOKoo1OjFpO71gOk7onXfdraeffjaxD7ut+4cOHdYHHDTf6ibV+nXrFMeR75uzftWEf+rt6dKQm9z4ujvuvFM33HKztlxxmbbvvFJbt1+uW++8Q7e980599FOf1LK1q7Vu0ybnvkEp63Qw3YPlesFJe8t+OGt/RnEnCpEiy2gURRp0gN62f0cuiEVOmEdcu+Ntt+l227mzlvEDB/a5yHlnEtBfOD/qBvmkYq9xzAWGsw6qG250N213+h2cD7gJ2rKdnHPzcvjoMTdNZx2k73ECtUfH3bROGZ6pqclEr85bFhfn5u37y4lvn3HcuGg/ADz86sHM9LSTvnVa76bq9l27kiffmylpygnotO8bPnFGjzz8qNrmy7e+/g391m/+un77c7+lL3zhb/THf/ynLqh+VshiCEFvOAl49tmf6KEfPKhhJwzoD4kC+KN7NN1q1q3nnnvORZzzif5iG0842XnQDe2//Mu/TGCk6IL+nDKdSJiqjv2xkc+/+ILe2LvXifoB25bpJC6cc9NzfHTEzfFzSXO5bjuRt0/Fz3c7sVm5aoVuv+NttlG36HIXfR997GH9+PEf6/f+8+/qwe9/37KdU8oNt01btyqbK9pPTOjMydPK2IAVFLS8o6LRyVEtNqvq6OxIZDhl+uLTpk07Hggg/h51LDk7P6czpnfOucgmN6Szjh/XrF+nGccA3Y4pTp48qcnJST3xxBNJIWLYePN3oZqWjdWrVyc0gxZ/+7d/K3SfBiQ2ErtAwoR84n+wzQ3bfz5j8yadyFWNd7NZV9txLIVvnppt25EE25yOrm6R6K9ft8GyMqcBF8yO2va/uPtF+692QvMXnn9B73znO4W+4meAA9llL/w+a7HfNddckzQ+eXAG3oUQErcFPHYFSTOWp3/ZHzy/8Y1viPv5mbd32w732SYgAyEEsQ8yUnf8furUKetjw3o4mPhzbHBiM60/zDnjhjafeY8e8U1NaIk+fetb3xLyQbFm2nEa9ORzyz6Nh4OmsJn29eus+1EUJ00w6DnkotS9973fBY+Via0CxjnbQWjKN9fJFYiDad4fcWEPOx0ZHvBO/uapUafgwCD+CCE4hi4qnclY946Kn4p+221vEzQ876ZAOp21L08nDyk+/eyz6nHMudmxyI033aQTlg3ykh+7ico3rH773/07XWf7B/wpxz6TLhw17WzbkRy/15VKp5Icdfny5Y5lNri41qUQ2L8k9KyzszPhBcyBd0ujabsB/ZuWOfBDzshdQghJnAVuOcemseWGe6H30vysbRsjnc4kezMvbdi4J2Oc4ecyFzyhbeT18M2Dtn3o8tIcfCZyYtIl+7EPa1xcNy3g5jPylM1mRAzJesyDL6wzbz0jJwGndCqd8J7rrA2syGbJ/o3PrAOuzAUfzqWMWxxHia7UbVPn52cdI1f92cWqAHRSiIIi8zpO5sYJHLy/eH8qyVNZl1huwT6M9xyRY2wBOIQQxIv7QghJvgJcrFt17MNaIVycA17jjnfOOx6YmJywn1wQtOde9ggKSbwwZTkIISTwQO8QQmJT9u/fn8QWWfOI+9iXI/RkHz4DE3sAK+tyDnlHV4CJzwzuQ2ahnbw+R+5hQEdgh87cwwgh2KfGif5ynjnyK4TgnLtmurYt9xkvFXz2f/9jHmuyHjAswckMrgEH53i/dI71mcsR+8v7EEKCO3DWHMsszece8MCfMB+ckVMGcLM+9gMY2Ad5hj/Mg458Zi6fOY/9Qx55z3l8KTWc8cnJRNeQfWSUORSzuA9YMpZj1ktZVrkPOEMICc3kF5+BL22d5h72YZ0QgmOa2QS3lHNt5mUy6eQ+1kGv0GFqEODgpRKZbTvvgKbgzpwQgvOhRmJvWQe6ATs2HrxZd+le5Iu1P/nJTybNDuDvd978r371V/Urv/IrjlHe6cJvRsQd+M9XXSf40Q9/pN/6rd/U5//i87Z7R2zDh8TPna9bv17Y6u3bt4ufrBtJbGA6kQX2pXgMnOwPXBXXoeBn03YbGOYcp2D34OmU7XrLuW6wXpLcVOyL27aHqXSsOcdBsmjVXc9buXK5/dhduunmm0RjB10kX2X9IRdwaeJgT6AX+9J4RgbAG1zRF2jG/LplKQQvDHE8kBnuO++cafjYce1xfviEY4l9b+7TG/ve0EOP/kjHThxRKzSSfCCEi3rKWtwLb8Gb98gDg/ecT5n34Odtkn+cZ3CNE+wLfKwFbTguXU+n04n8cV5+MY/5IVzcnzWYy36ZVEr5dEaFdFYF27YOxyib1q/W5k1rdZkbrFftukxbt6zXpZvXasP6Za6dVLRpw0pt9udLt250fHqZLt+2RfzJhM2bL1GpWBJrsx90jOOU47p+Qet8sax5N2BOnTqrE6fOOaYZ08FDR/TGG/tEA7VWb2rUzabZuQWNuJ5y2vkLzaBFF6nHx8adr15QKkq7VlI0eyPN2jdj9zc4ViWujOMoscOR7XTZ+SVNPPi7Zs3qxLcg//CeOIr4ipwQmUCvFx1T4rOxDfwpilHb3XPOO467iH3csSvF95GRES1YBpGTumUrtuzVLRNV226LXoJ3cAGj7fpWzblZbCjbll35BQ/gNUd/VAghmR+b5vCLwXv9H68Qwv/fnDiOklgiY5ueo6ZiH9uwbkeWlaaPyC6xZsWNy2nnRWnbmZ/+0Id03wc+4DztY6JZsHLlKg0MDGqVm2O3336nPvVzv6Df/nf/SR/7xCf12BNP6otf/nsNnzylBeO01bWW+xwP3XnnO03Xgum9AJoJTIvOE5Gf2PDXnOtAH2jHr45893vfE7YE+vNLSWtd2P/mN7+hB7/3oIhrlhuGa2+4SWude2677PIkfyTWgmfoIrx83s2YOfOXByT4cwe8R6b4ydfgmuBdd75D2K1/vP+f9PnPf14XzC/izF+1Xbr33nvV3dOd+MTIslB3Dj5pm7zgOu6im2pttWxDiY3biS+Cn03bEnoG/f29ovHLXuTj2IEF58XgCb4p22zeExUQp17kaTA/I0kcg+kTe0SSPzccy2LLFy3DVdfPsGU5153y+YJlMpfQFd4zMuYnx1ScTu6PQpwcU9bRlPeNoljymg7jDXfwtVix6c+IjGcUxf/cFCzli8o7bqOmhQ0ruk6Sy2WU9QhS0r9oWHb9NrEV6NGAY7N+NwIrlQ6BM3FGzmss8aWj0pk0K3/40CN66plndcYNWmJ5cpYXzK9n3RR95qmnXV/b7dhkIrHr0BGbSzxy0DXDc+fOOicfF/zgIRPkhBjnpOPdl2m+vvSy692jSttutM1nvuSwaFljHegIXHyGZ4umac15aMb1xrKbli3Z9lvvxpz7zzhXnTXfgmmSSmWUzmSULxQdK9eEDMy5ZjQ2NaqJ6Qk3YutIhCLX5qMQmST2jxR1vF7OaxeLZRULZaXTGcc0LdOmavlpKXhubPrDm2wmK2I2BjQjN+FBkO6uXrGGxUtRiFV2raa3p1fEBj3dvSoWS6ZTVnGU8r5Rol+yDWFgS4Lzzkwqo7xlBj/EuhwZvM/ZXqczKcUpczW0JNeG686pFy3rNdep+CJO1TI/6Zz19OnjenPfq3r1td3a/dJzeu65n+jAgb1SqLvW1O2cf5Uuv2Krbrn1JjcT79Itrnvw53nue+th/49//OP64Ac/oH/x2V/Uz3/mZ623t+uaa67SFdsv0/IVy4TcVFx/pN4x7RzrwL79es5y8vKLu4UN3e/Pf/EXf6E//7M/15e/9GX9yX/5U/3+7/2hHvjWt0Vtdvv2HbrZNaxdO3dp06Yt2uiG9vJlK11P71Ow/NfVVmzb17I+zNn+5l0HXLZ6lbZ7/tXXXqtlhiHv3N1sVKmQN61LSnvuRbmZT2oMk66Vz7j+FCKp5dyYeOSiXJ6zbNStk1nHRSX1u6aCTsBLdBw7Tzw/4z6TTa1zuAXXBsZF3IQsz1ne0G0psmw0LSMLiV5t3rTZ61UUx7HIda+86krdeOMN2nXlruQ6v9jBLzFxBJaqZR0ZR/axBT1uLPOt23Qmk3w5gNoC31rll2nGJ8aTfdAFdBV7iI+TX1nTCfgvu/xybdq8SYjUSfuzU6750piNUCgGN0tt3yKBKAOCYdwAGgIQ4JZsQHoojA0NqGzCx3Hk+U0r06IwkgwAQNkhCgYbYEAG4PiMo2SwJ/swoihSCMFrtZQys2ITinMAFEJIiAmcnAMWiMJ9MITzIVy8d2nNEIKC12Qt5oFZw9pXdwGXwBHcanYIiyY0n5nTsqFpmasNO2uYWHUwsGgHyLdD553MLTpoqdmQ83nKBbN5GxmMAbACJ06dEcdRwugQDINHxkwDXmDhOnNZn3NlBygkbByX5oUQEhrAPOZDqyU8+cz9kXGLoiCG3nqFEJJ9Uy5EAQNz9NaLvZPPQW/RsuFjIxHcGQfKVTtvaBPFGUtBpJnZefO0KprQOJooTimTzSidznpF89zBzcJ8VVXTBH5g8IBzwQZnic8GR5yD59lcNjEM4ASPls7XrcDIVWdnp69XjE9sGbCCx2nFHtCpaZ5wX9FNo4KNdxSl7PikwH/eBPjgYd18a/HBGLSt1G03ZlpukMVxUDaTVtvrsHfLcgAt0umUWBf4GeCQMa8YyWcbj3Qmo4zvjeNYcRwpBO/qEUWRIh/lVwiRUqb5gh0Naxd8H98qqtiB0vBDH8ZdjJuyMcRR7j+w34HtqHsrLeXy+YRGBE4U5hsuxPAt2roLecDaNj7I6bwNS95OuMsF8e6uHl106BU7jqIblH0asKFKO+CXX9zTMq4hBOVc9AyGNYSLcIcQjEdsnDKGOWUZaCYFBfYCJ+6bcYNmenpGsx40nnHCFTuobjfJaJalo9iysaiWG41p0yVvp8ecIIniGsec+V2wU4pN+zgKDthjBfOlYZ2bn11Q1U475XWQ+5aLTuxfKJUSmDo7u20UOzRrnPkZzVkXYjIOWCqVThfSysKecE+wUte9XsvOjnN16ytrRsax6EYLfFy0fi+aL9l0WhXrWtYgSyYZAAAQAElEQVSJYWdHycXpispuumazKeWzadMj7fzRC7Ybapn2BPjYLwKIas32rdbyvnXTqi3kbNIFF/bLWSea5lkcRYatYH6UFBuvkh08NmK3nd6X/+7v9dd//QX9w1f+UQ8++JCD3zOmX027d+92ojPqNeuW+ZYTpF5V7Dh37bpSV19zrVauWuNgpSSZck3TKG0coigSujNrnW34XEsSRp2GH9fgX3Le/E9nMoptS1OZtK69/jp99pd+KUkASOL5+QWK79jrOQfYNdtFq7SwdzUHDqzDvcVSh2wWTZ+MhlzEww5QXOCbPAcsxwf2H0gS7Rk3a/rcKEefCMD5OcENDuzjOLZzqoqk6eC+gy4QDOvE8ZPibwrwTbCFuWnJOhpaNTfW56V2XcEBTBQFH0OiI23rQAgXP0ODvHUGm/l/DvZBhpgLDNAihJDod8GywDnuQ0cTvs7OGe65RP5NQqEj3Aud6w6Ix110q5oOh91oGT5+PAlWX375FR10g/SQm2EvPv+ivvbVr+rRhx7Spo0b3ZS+zQ6+rLN2rocc4Dz56ON64Otf0xOPPqxDLsLVvRYNulQcqeYEoGa5pSD54Q9/WP/1v/x3ffrTnxaB1V13vVMUxD/04Z92UeUdbq79a93qZtdll12mNWvW2ueWE5lBBqpeIzZvoQn2nb9lceLYsKZsa2bcnJ9ywXDYievpM6cTWTNBNeikDx2ZnZ4SOsS3epoudhYKWfmEC3OLmnHgHCmoaZkgIEdOp6enBW2C+cJe7I+MhBCsq4XkyXp+4onkjydoy5Z/mgZ9LuxD9xCCA68LCc3hwcGDh5Kfep6ZnNX5Mxd0+NBRIVcJLzyXteEp+8CvUqkk/Aq8gZ/ILiMJjKzXzI8ioI4MZyPRKe5lLjbggoszX/va10RT4M19b+qBBx4QBXzgPeziQ+w94U/RsnXjddfrvfe8W1dfebXhnXUD7Q2dvTCims1DnElp0sHj6dMnNW8Zmp+dVU9Xl+S9N2/ZrG4nnCadFm0bj588rqecDD3/4ouGqamJ8VHVHISfPjmsJ3/8hJ596id68dnnhB5scFGMb+ZmHLAtmq+5fFG3OTFfu3a9GlbMORdDZtxoHnNh5JU9r+m8G7cn3ITbvftlIZ8jxm9yYkIUy6B9V0en+tyAri7WTYum+XPBzYAeffijH9fP//xn9Imf+aRoMkCfYr6gYCWnGYWyZ2xnJhxU4vfGxkbUaNQ06+I6scDx48PJk4hn3Xi53jaq30XAW2+9RR//xMfUaX+3YmhQ+XxWXZ2dorhC0y1lGzTkhJJCCwl+wT4857mX7dqld7znXXrHPfdowbJ2yk3peetJKpWRQqQ4nVKUjjXtIkbNNhl7vszrIAv45ynLMPIw61hs3I1w+QUNV69aJRIrmlkUc8rlonbt3KFVK1foyy5sfM0Ny/GJKcvjqMCjw/Lz5utv6MePPaZvfv2r+sGD39MPPfgmMTrFE8H47UvdvFvuJjkB+qCTZApOl23bJuQc2DiPHKasI8j9nGlGbJWz/Vl0fFUod+ilV/bopT17dNiNIwL6lGl9+vSpRLYf+Pa39eyzz4hkuGbbXqp0Kp0r6Hf+4/+tq66+xrFXWhs2rHdz+FY31+/Uxz/2seThDoqo6y0/2K9Nl1zihO45DRq+73znO/rDP/xDy+/rycDX8i3FG264IfEhNM/ww7J9LdoXXrptqz78kY/orrt/KinUZtIZtS0X+PfItM2kUvabXSpbF5ELnnxu+XorBPW7iLppy1Y36A/rySd/or//yj/oM7/4Gf3xn/yRPvnpn9Pn/v3vadfVN9qnrdM6y3TN/r9pXtcdX6O3fOsCe4isYMefdSPs5MkT9qklyXo364Zuhngik1bTjn+lEz4KXhuc1ODvTrpw8A03FfnG6h7TF5uxbMVy8Q3vq66+2om9ErtJM23jJRt1j5uON99yi9a4+bf18suSPf5/XP0FvGXXfd8N/9aGw+fec2GYUaMZwWhAbIFRkhliqiF2OGniJE/Tpm2oaeBpk7RO3rdtEueJm8YxxhgzgyzJlsU0Gg0zXObDz++7xrfN5zmapX3O3muv9Wfc51zo1zSf8MEMbAvFCb7d3DKseea9rQtPPfWE9e+ilhxbVOsNjY1P6ciRY3ruuec1MzmjvdddHwve/KT4sBO3nhGAtvy9t2ssLz37ZtbbvHlzzJlo1sGvQqHgBvoHYqOTpA3fjK2sOu4FH+jEwy8T9k3IGvrEzynBUwpmZpGAm4G88pl5FJ+I6dinaTygz3k3pNFPcC46Rly9eo2udtMxWO861sUhN4fTJNUjLsR8/otf0I6rduqxJ54Qcla2jWQU80L0J+cvXdLhI0f1la98TU889rQatj3AWm/Utfva3Y6JBtzUXKmO4/Mlx2irnDsSz113w3W66fZbdd0N1+snf/qndPdLX6K3vOPtqg81dNF259ipE1KQ2p0lrVg5okajYfyGJKWacwLe6fS1bv02XXvdQaVZRaMjqxwXN1RIi+r72r/8hV/S7HxL6zdtVkhybd1OoXqfDu63LbBszNuukMO1XeRZXGzp8qUxZSFTa7HtNQpK/F/Xepg6hoFO2Bp8LX4zhICpFPlg0zglSaokTWVVUs86UTAvq+YbRZCObVffPA8hiFeSJEo9l/fEJczlPXswmNWx/8isb8gARTPWYE4IIcZiSZoIX4FP5B7gTLwu8sKaxOFXciGJz8v3V6znrIvvDCEohCDuk180mFgHO4GMMZAlZJU94DkPNTGPe6AFcTcwUPzg2HVuxVwFKYQQ8WQe84PtIkeuA0/Tus9gTwY0AdYQgnneiT6z5JwHGMrW/RBCtAfIIH5H/2yPNEvF2iGEaNu43u61leSJeChvbnHOhZMlVWqV6KMHBwYtS4P27/NiD3AuW67RI94DI/oNnPCdWJMHBfgckkTMWaYL8LE3eIIDc2ZmZuLaPfOd++UXOLIuOHM/87kGP+AV1xjcvzzXtymEIGQkhGD56kc8l+cBA2swn/ecBxY+szd78Z51pqamLJs9sT684sg17uc9Rz4DT8U+CxjBDZlicA155D3rsT57IefQBhvFfgxgYT70AE/WhL4cuX7WcfKk4xX2BTfWIYcnF2E+sDA/Mc6cn7auztqf8nNt2P00z50bVcQ+rNmxzeKe3DED6wMjOQcwMIf1oU21Wos0BHYeCkF+gbFjHYUmnMdWMhe54By60nCMxzrswZohBEgQack+yErPsg8NWOvEiRMxZyAe6TifkOsR5p6qlbLzoQWRD5ScI0M3aMFgQXLV//7f/rs+8tGP2PY+Ih6ifP3rXq9f/7Vf01ve/Gbbrv168d0vFjB96EMf0u/89m/rs44bqB1Au/e///0xPgNfdClJQtR/8mH2ZP3cdmXS8R24wburHdewN3M63U6UN/AED2jDfcCaJonlMLNetj29r5ppmZsP4IC+AdMtt9wc8xZ0FP7B22AYmIc8YcPxQzXHENAY+gMHxf/Dbgw88+whPfvM83r8sScdI3/PscwP9MQTT2pifFJjbgaeOHHSNO+qa353uy0lWaJOt62WcxhghWchBMEjeAkdQrjymXMhhIjf8nkjEv9xbRle3oO7ZI7ZoC9/5hhCiDokv66s4Tf/7B8whHBljyxNVTB9qq4RZJJyxwGpum66L2mgVnZBe9B8HNL6dStUKueOm1N5qvrGq+p8rO45Q41BX1+rrZs3+Vqunv1RxfE6sMw5/6jV60Kmy5WqMvucJecOTTdDbCXUbndl8FUxn+DhvGsGmeOnEIKKtqurHbONOj+71vEKNYeGmydbN29zPjOqgXojxjc8UCW/1v34gSLkG1mvmX/o3fj4uKAV/N63b59CCI5fT+q5Z582H5+OsQy2EFoxDzmfce3k3JnTeu7pp3TENYTJiXHTtGtfkUS+9U0n5odwhdbtdkeJZQicsT/UwlwYUNe48udUwK3luIbr8By54j2D9yEEY6AIJ/OAY/l8Zv6k1gdqKB3Lfs97z5lOc66JTNo+zTm/o/7IF3JWu/7B38TdaF7s2bNbebGgq/fscRPkZ/WGN75R5ByValmN4YbwR99z7vfs888b1L5HT3e/5CX6uV/4Bd3kWsyS48y5hQWF1DjbR6TISqFgnrVFDPsh5yl/9md/pr/5m7/RrH0JNmRsbEw8oMw3EM85/zrGQ56GFZ3CP21yTMy3sO646y69xI3RpnXkC1/6kr7//Qeir0uSxDROVXITCTsAHUIIwve0bf/4tR++5DDt2gH5ZZ4XlacFNzjGBQ+JSSHkvGmDfQWGCfOu73oNOsh6xC3QvWd7V6mULeMj0WcjM8SiU/ZBfRO77Py231eUz57jpSRJzWPgy1QoFK0L5QhnyXJadE5c9LmC6dN1DNm2PQ0hETaFEUIQcjnrmLDpejR16bZrdoxeNyhNci2vL7/gPSNNr+xVse5U7O9Yy5cjUD3zhH16jiN73hN7k5pHJcOReFLftC3lBaHji655I1dLzgealkPW5t4YC1meZp27HD9+UvDLt1pfq2IvaIE+nDlzRuQvx127OXHylC5evqxnnntOz7puBM3IY3mwhofy2bPofRPjHEIwbauRVtAIWmHD8NkMdBQ4kGV4hSxzH7gsUlu1/C0uLMZchv2xwex91k10YvoF61fB8WK1MegYqqfTZ87r5Okzojew6BrW/MKS8kJJCqn4ghl2CBlpeH7IJGKuMcfxkzNTWmouKbNvBk54lySZCsWyYa9EPkMPLxTlQUrUs0xAv5ZhmDes8JfGG7yoOq4mBkXf1toukWsPN4ZVKpSVGJYMvlp2i85r4E9Qav5n8Rprq58oWAbVC5LlQ135WqI8ywV80BF5YJ8B21fqxgO1qqrWG+rcaQjKkzSu4ZUUzOOFhVnryUVdvnwuNlf51uqh55/WC0ee06nTR+27zqvVmrceVjXYqBnnXMOjDV1z3W4duOmA9h+4Qbe+6Bbdc989tiWv17t/8l1usr5JL7rjdufMa7Xg+HXAdetFy9pnP/sZfdO1ikuul1SsH9Sr7r7zLlFvJSd8xSteobJh/cqXv6pf/qVf1j986MOut57VSudHt918u264bp8O7DuoW2++VS+6/Q7tcpN17dr12rlzl/YdPKibbrlFt3rfPddfq1Wu5/DLY6vXrdXKVSvtF+riAfGDtvW333qrbvL8G/bu1fVuMF7nGuW2bVvt01YoSa2T87OOgefEq2W9WHIjmhgJGYF3yAt62TKPseunLVt8S/f06bP2G+dNyzHTrCVicvLTWr3m2GlRPHQ777XNAOv9TIyz2IMHTfYalle7nsRx2T+hX9gs6kjESchSii6bdvA6JEHEmIhEblvT92feI3/4gEnbrJbhx65xL3qELKfOOajVfPvb39aPHnlEsZkaQhCLMwAgsdHt2ZhwMwSYddd5ygXEphUCYqCgALfoJgWGg3kM7gM4jDsEu6IgfSuGpVVXXtwLYE0nUtzPQjFEywAAEABJREFUkXvZr2Bjyf7AwVqcY33mYaiYx3kGq2FYuc56DIz5vJ3LgoPuEIKSNFVeKqpkg5CkqRO0rmZceMMxEMQxn/v7NvzBBMRpsgcw0jBdcJLccSGz57XaVu4lO/UlM77jgKYUE68hoXTADK7ALb86NrTADNEnXPiAgbyHdszr24vMOjkABnAEb5SYtTCAKHHXe3DPvB3XvPGZx/C5oQu9OnZ8IYTIM/Zm3xCCDVEv0po1mcM+vGcwjz2gXU8ddZxopoVUBQdxFQcAg40B41KOa9bcQBkYbAi4gIM95VdqI6WQRIc/5sB2wYb4kgsQBLiMiy7oYvjYw9MVQlC9XvW6FQeBvdhAhC7L8LJ+XsgdQHUE/7i34yICeyJ3ly9fshEa8/WeKuWajV0hKif8A78sy20EM7XNE+RjyXSqmN/VatHnu1panFfP6wU32/I8NT65oEnVxhgZXbFiZQyAGm4Slmx85FfHvGvbWQMPymoUfE8v4gLvSCqgY9eB17SbFfBo+VzZQW5i+oAXTq1iJx1ppqDg8z3rVIffuGNRjx4yZQcsvw8hxGCPoKZr3het6HXzoeagI01SUShvWR4zB36NRkN5oajMDiN3MIij6luGuVZxUMAo+X7wBMe6A1/WDCGIObxv/Zhm8BZ6YjTgJzD1rK6JEqWeX4DnhnPWjdVxNxTmHbAkDoLyJFFunSK4xxDydNQpBwLnnCRPjE24cTDpQuGM5t2YnZ6cEt9+mbDMXHITgAJuz7SYs2yDL7hWqzXzp+SCR1sn3Gy77DUW3QiAlonxR3fm3HgrWF4WrAs0DylUUZAGfvBnbpalSj1/HnhdYF/wHvIrMS498yz39ST01bf8B+QiuYKnMxi7xJ4wohjTrFhQsVxWkhXUMy1sBiTz0B+U9KRMQV3L1owDzzzLREGbhlfJDvyC9YBC9sc++gl9/4EHdenyuIPpxEHUgK67fq91VG7KHdHWrdtEkiK/Cr4vNz8JVI45qDp69JigKbKYms5Jkoj3s7Zf8I99OJflmRRCDFaYR8MjhKAkTSOvCTrged82Z82aNdbHenRIUt/NvwGxBrwoGF/o17b8nzpzVjSLQwhCLpqWuzNnz3v/btynYzoS3C8uzFlm2zrpwkHftFw0X+AFcle17E+6YYGzOX/+nIPFM6KI+/STT+j4sUM6d+aYZfqigloqlzJTuO/3fa/XUd+yAbxBhtJwgy8jhCBwlF98RnYXvCc2hcE57uvYPvIeejEfXQiB1cw386pYLBqXtrAZ2Fd0GLpxPH/+vC44mMSunbe8r1izXre96C7xk0lHnbxgy/nJnUsXzilLgm6w8161coV+9MMfim+j0cx89AcP6aIbJPVyWVs3bdZWJ195klpeOipYX1PL4LyDr55ptmPnNtUHKqKB+sY3vkEEAnwjZ6uL/G9729tEw+aM+fGtb31LwHbRsKXmLTQO3r9uvbE46/Czz6lgCrasb3371un41PFFjbr5tIcnVV9xjzZt2qRLFy/oycevNIX/8RMf12OPPioCssTykBuuy17/+LFjGnfixk8CXXahHBiQE+jlaZF28Llv3iAz0BqYgHn37t2iWXPTzTeJp2fh0ZSDEWCnWMK37Z588mmdto7ztz/wj/CHPVatWhWfNDN7o9xxD0E+Mj/thJL9GQTV8Bjed53osAfnkVVsUYlm3lDDgXFJFKKBdcb2AP6etX1a40bTq1/9qkhzGhE8ad1xsPSNr37Nevm8mrbJi256pi7EbnHz6nVvepO2XXWVGsMj2ma+7PAIxp0HCiIfLFtPP/20vuWgKs0yjTsJn7RvUEhEgHfICfXHPvYxB4hndWnssmhOI0d1N5yxgUePHNaiA81FN5g6trXwrGL9mZ9blLfR7PRctKUTE1PiyfLLtifHLYuHX3g+fnt07NIFN/FPq1QoWK/O6cTRU1p0orPk9Xo2XNddu1e/+3v/Qb/667+uG/btV5bmtgMDGrN9hL6Z5QkdXzLe0LTiJHjW8cnf/d0H9W3L3TnL8sz0lG1YV4899qgLXY/q//7jP9L93/m2isb3Bw89YJ0+queff07n3bjH5tbsc26++RZB33e8/W265557tHPHTt1y881KTNdabVAb1m1Rq9lX213qwdqQVo2uti2oqmjflliWafIiW9A4CcF2s+ekYkFrHOB3bYMW7e9bxKS2WXXTEn+wYHvAWOtC0ToXP9rmK98IPO1AHVnA/m7bvkuLtmkXrd88vf+d79xvvB7X5YvnjU+qZ558Uk898Zgb/M9r0vFbZr2ANt/4xjf02U9/Ov683d/+7d/GYuezzz7rmGQ+2tLUMPNzPIcOP6+z58+q7Liza1vWarecGFwWP6+8ZJu5ZeMG0+mcsMsnbDvXu8mLrT965Iht4qRWjI6o7YLaqrXr9J/+5E+1avUq0964G7dnn3na9ClEXR4ZGRFxBskkdmxwcFBPWQ7RM4ou1znB4anyHTt2RDvC0+XoFrKHPpPQkKjwpHLLNmPMOj/n4hF6hFyiYw0XkZlTsn8a9PvXv+ENuv32F+kO28Q3v+Wt+s9/+l/04pfep23br1G1PqI16zbrp372F9wA/j1Nu9g3Zt2fsD6cOHkiJu1f+tKX9Y9uZlMg5e8LP/XMs45FZZksWBY6euGFF2LMRzJ08OAB41dSuVJSSBKl5gPxzqgLgDU347s2RrOWgZLpvG3bNjEO7Nsv/DBNy20+Bz7EzlkhE3PvfdUrtWA5D2mii44vBxuDmjKMeV6IviVzvNOyzCRpGn0RNun6vXvVdPHr+9/7npvxf6/1G9bqxS++SzRim6Zb7iQ+TXMtuSH33e9+Vx/++w9bli5p/4ED2rRls/qGHf1GhoC/UChEeWk4jqMIBk/wVV/84hd16623OS7YGmUdv0wBmvsqjusSr4M96To+rNaqqlpP0ySomGdatWq1CysDSgz/1NSMms22/VvLtJxwQWuFBhtDQt4rtis7bMsO3nhQtYGaiuWCloxDy/FgwXo3ONjwvS3fM6o9e66Jv66x0X7jORd2rnXTeeXKlS4ElDRkWeBBFPRg0I2pAwcOusF/n2HfZn1YjH83G58149wRf4odqxgHdBMbfMYFpDRNlBinjvGx6kQe83nKtga527p9u3qOa6EB9JNf4F62XwVO+LzCMfwRx0pd+4FxF9wv26YlSaqVoyvFuXXr1mvJBTbuwxaEECK/m84NvJxCSCPdJiYmze+u4Uk1aD1iD3SXuKLoeIG5DHjSMzL4PmitYByyXE3nhs1WRy3bIvdmHSYmYi52EB6zDvcDR2KckZvMR4ozoS8lCi6yt9UxH1i76xjmsotqvOfeaRegW5ZLzuEXc+9Zr9fjA3joaWp5ZR5HYhn2DiGYl80IB3LHnhOOC1gTeWMOI4RgGtQsK2NiHmvQBCqZzsAaQrAf6ov1m+jOjz+zb8GynNoHcAzB+9nngGO707TNaotjkkrFUq5gRPuuXHUdewMDdGQu71lrGRZoP1AfUGqcluFMLdecJ1bgmHnPNEm9Zoj49cx/1mCtEdvFRcOJziJr4IAdf+HIC3rE/uvo8aM69MIh2KE1jomBAT6xV+o90bcJ231oAc3Zj8lcY17FdOE9svyCbfbz9u/AxX3cg7yCC3aF+/BfHLGrM45jgB1eoA/oEbQr5LnltRv5BQ6sH0IQMPWckIUQxH1FyyJ7ABf7IxcMcAcPeITN49cogIfaAXuFEMS9xI/nXIjnSCOEda7s0Yu0ZA/WnXWeAaxcxwZCA2DCF4DPMozAwmfwQG+4f3lwDbigBbCxFkfWYg7X2vaNnOdz2TlrCMEFslmdPHnSTbQnYiyOzMND6ARs0DLY7mWFXKlHy7FAahvIHNZhP47QH3q0nc9DA2Kdb3z969EXM3dkZFSZ7+M69ywP8OQ6OF50Lnf06NHIB+Bmb+ZxZA6wszb2jBFCiPbxajco0aEQ/NnywnzWBf+6Y6OW/UmxUDC/F7XKNnWt5RD8kS/o3rEdqTmmQZagLw8X4R+Q53UufJZcr+CXal7+8pdH3YXWDB6u2blzxxWdcOwRkjTq7jKOwEysAH8Tw0ZdYcx2BpyqhgsZ4T30Q354n9q3eSmlPkZLFbJY04Ee0Bca8E19ck1kGnpwnj07tmNch5YhBNvipTi4xjlg5joDfhWNV8U+iocIX3nfK/WmN71Zb3/7v9Cdd9yl0ZGVeotjjjv8/ioXfjds3OQ4ti5gjXA7n+p2244KeiqWCpA86hT78IGjQeBtpA+wMcATe8ER+UJ/mASvuIf3Idg+208t044jeDbtZzmyjrwz78GF+6A193KNGDvHZnmd4JOp7VmW5WrbZ+R5wXlhFmtV1K/KrsmF0JXDHdUqRVXtowftq6v298Rps/apk5PjjqfO67ht2UXndH3jnmWJ44qadu26SsRPt912uwvzb9LLXVzfv3+f9h3Yp+07tmnT1k3asHmDdu7aqTVr12jK8c9p+2MbAK21v7R7E7Wcxx9/QvPUHK2j8671YleHhofd4H4o+nf0ouEYBjlE/7En0KxiP7/aOValXFKtWnacUjLvhpUkwQ2lY6ImQJMIG8s9l5xzztsudu3f+vacxGDIHTLStD/hPTBxhFYl2wlsIvxiTt+2P4QQa4jQfvk87+EHssg53gNfmqauNRWMbhB+NjVciYIYaZKq6DgIHAaGGhpZMRplrGwdJgYpuL5Ybwxq/aaNGnVzYc26NY55tmjPnqt1x523u75znZjbtyzUrE/Q5o3OH3/uF37edYTbVa5VXEuYVyik6qZBMLkfUvvdolLLBH/3j59tBU5iPfQfmeQhQI7oGTiDC/Etvv6S8xg+A/MrX/nKGP9eNE0ZJ0+d1gM/+IEefeJJx9l9pZZB8gGOM7bxMi2ccgo/9sBDD+r4iZNX7KPpST51+4tujz6ybvnrWcaazUVduHBW553fTE5OCJq02031bIOBGbvWd8wGDbBbRfsr4MWOwmvmFGz3oHOSpJaJVPAzhETMh2YDjifBBf3ouyDX78txRMe86iq3ziRJEm1a3xdYH7lE3oYc41arNa9XUUgyx3M9x6ILzp1nLRsd8QohcLD+9wVcXkiZaYIdSrwuF4OPnGMAV885dMs+ZMmyiC4zj/nUwJacf7QdP3d6HQXLUQo9bSzhx/zcgmHuKc+LAk5oMulcaDnPQv55Tzx3yXUWbDI04ohPn7Zezrp+2XOz+sLlC3ryqSdi7eCkc0b+LuqFs+e06P2XrJsMbBIyL6MIHOw3MDAQZR3f923XJ/jFoimvCzx8m3PE+jwyNKztrkWudCydmb59SXNec85rZ3lBK1ev0bCvlZ1zFF3jbthvDo+OashHcDMbfEcwKYM67a54MLFlu2aCSKZJ2za5Y/mAX0Hmecg8V+ZPJx4LUd+qkUbQVn6FEHytH+csOZabc17KmPVxwXkwtsBTTNtU9VpNfAN465atscawauVq29Oi5mbm1XROBkzwukXz0t0AABAASURBVGOf2rewhxAUQqqgRFZTy0JPclO178Z51034rnFgHrCULL+lUtk6XbV81n2s/HhUVfb5zDobLKMpeHnFNEl8vqDZuWmdPHVUzzz7RByH3Fh94okf6YEHv6unn37cjekT1qHTPh53Tei8JmcmDEdHRfut2kDVtG3YxqzX3huut/1+md71rnfq1a95td78ljfp1379fXr9G14r/g7pDftuELWVW90Apbm5c9t2zbvWVbG94s9b3XvvvYa75prfU/rcZ/5JH//ox10jOqtauapB12Bq7qsMDQ5r57YdOrD/gHbuvEprXHcYGV0pJangd6VqXJ1j99S1P5jXxOSYc8mLztebtusjWmE5QIbwcb1oi1Oh58jypOUdOUfmGDRL8RuMCedcc7MLunD+og49d9j1o8M6d+68+MUl/AN2u+P4IbN+UuMYGR6JeScx+7r167TCtnlouKGy/cyyHoUQYh0A/3fjjTeKuuJyXDpgXdi0aZOwFSGEaFNYP+qa8yviLgb7dq3DlgpdGh/TYecNJ06dNE/nlBdy1yMq9rOD4oXuMrDPCScQTAS9byOYWPiLvqFq4hUKmS/3PSQEi3nxg//HZx8i0QCob40q2clhDDGERQthCEEhhHivfvxiDUbfe0FwlB9B5z33U8jDEEF4EFs+XzVDWTczYX+8lA/9qHDe2oLYi0YRuJouTNKU470nxf0hQmpDBzZtMwiYuZ47iUmsWD0HSl4srsG8EBIram7X3ndS2BNzOd/3ZsAEDqkVqeLAr+hCUwhBvLgGM8CBPTjHfYw8L8QgFKbymWusi3HAYIAjzhPmQwtwDSEozvWRNaEVe3Mf1+M1KRodrhN8sBZ0xbEBD/MxZiQcBStrqVJW0QJY8hgaHtLAYF31ek0rV45q7drVKhbziPtSdB49LbhpSnGWI+tmWUGNxrDnFBRCohBSiSPGSUHAVDT/C3aaJlcM1iacnAJbmqYmc1/Az4CeCzbaKN68G+HyC9wZXGetqmURhanXgbNu41D13rlxbtshtrxjX6vd0Nh99Q41BmuGoqfcgeWwFW2DC5U7d+4UgQmDAGRwsBH3Bxcc17wdFs1C3rdcnOUnORkLLgbyjQiu95zQFgp5lHfeZ3mqPM+VWaY4DroAcwVn5nTUdlGE9ZGBNE1MkyTuafREA41BMhdC4jV7wlkHBTc2KkpD5gC6ap7UzYtiHNASpUe24Hvfyg7tisVCvC57hUajIQwFaxPcMm/BjqfpwjFyEEJge8t4Ho/IBbCXy2WfywxH145wUV0HDj07lGB4iuZh0Q625GPi+9GTJTu3vp3SvBs3ky7O4Mh7VypIShLTxM4xhKLvzlUuVTXg4KhuQ9ZwsDM8OqzBoYYK1hn27llAOg5Wul4vJKlWjK7SShcGmRNM23nDn6ZBbQf0Xesoe1908tAzP8DtkhsJnAPflS4692xXKCCUHPSOjAxrhQ1w2fD0Ta+WeeLLssQqCZLVV/3Q16IT2wWPlu1Cz5TpqR/1vm98+34PD3t2xDiKnufQTB613jSsMzY8Ou8Gwv0utD788COampk2vgNqDI1oqwOUa669Xhs2bLKT2il+L/+WW2/VjTfdqGuuuTbiOePm9MVLYw5gxwSu8AQ5BFeeyET2sIPAkKap4BXDSuQAtquy9azlhAdecB05QS6gbcn2mM8Dpj1H1uBaCMGF36ZmncD0zaW2Ax2SSfYcNz+ZU6nWRMNh2o4ZmAYtWzgsYJmdmzGeU3YqZev2pGUndTJxjZ36vXrLm98cHRiwT9gRPX/osIsiTzqJOqrDRw/bCZ93E+ecZmcnDH/bibXlzTTtWQ7aljtwYH/2ZMT35jvX2paBlhOutudxRBeYA56MUQd4g9ZDfFCkkXnJPOSDdbCP4Mgomm5VB2GeYv0pKbWMZ5bJYPnt9hPj3rZO9tzc7+hb3/leTB4f/P4D+uY3v6GTTjha1oGVK0Y07YTiy1/6gg4dei4OGoTnHRCcO31aiw78pkwDfFnbOtgy/PCl0RgwzRLleapCIbUIddxsPm2W9gV98zwzn0sutDTjN8p4EvVDH/pQbPgQUELbM24KrnTR0KqhSw6qe17foqyR4VGFJBP827xli6VXDhq6Ds5Gox+jqLiwMOeE6IKLp5d9rakLbiK1TVfsxaZNG3TttdeKgIVm6C4XhaAl9EKGoF1qOaSoBp2hK/yQXyEEQe+edZm1FhYXdN6B0iXL95D1YceOq1wceZMIcNAFmsYkhxUn3/CvYRk750If8r9kmfaSWkHjxHyC19CGvXLbXa5x7Fmv2StJkkg/YORay7per9eEvR8xnW6++Ra99a1v1Vve8hbTphJpi1xgS552Q+wxN9Aec7Iy7iJFs71kmSjEORTysDNVxx/gjB+jAH61g86W/eM6N+34meM3/8RP6ICbJwSCXdsmmj2JDcz37n9AZ12oQPaK1sfpKdsHy2jdNjHNC7p+3z694Q0/ob5p1nZBvmBb1XZAf+HCJcFjmqa9eK1reFr2I6lmDWOdhnGtqELWV7u1YDoNR54ND43oOjc9+Cmoe++9T69082j7VTtVt89r2Yadv3BeLevTpBsWCMeCfftHP/rRKGdH3MhqWq7n55x82g/e50D8Pe95t+3YFuFLx90IXrlqVAvzs7r1xoP69//2N7Vj6xbd5CD8+LEX3GR9RM+4OTZkPl5n+3arG+qve93rtN4++BrDNLJmVJ20rxe9+G6tGFmtJ594WvPT88J3dI07csA33c+dOWt69Jzgv+Dg+qxahqlg39u2/iBvyAFwwhN8IkXMou09fxsGO3zxwkU9/uhjQp7QF3h22Y3CQccsLfupqZk5HTtxRpcmpvX0M4dsjyZsBTPlaa5F68ZVV20X30K9+667nbS8UbfcdpuUpC5GBG2yTd+1e7f27d8vbOYlFyL5hvOx48fjnLLt5k2WtcbQsOOTroYtezSd+HneHdu36i4XJzavX6uD+/fZ9i3ZBuRqG7/3vve92rZtq8c2ve3tb9Wf/dmf6b0/9VPWz7Yyyzuxy8GbbxTNuepAXdjLuuMh9LFnHWhZf9ER5v3CL/yCfuZnfkbYQs5fdGEFHaaJzxF7hM5UHVdBP+4bdHNype1ZxXK16Hjs2NEjttEz0TfWh1fo7e9+j4btmwulmmqDQ7rePP+lX3mfvnv//UqzkjpKteSY4Sd/6qe1cfMW7Tb/gX/9ug3aYpqNjY/rj/74jy3TpyM+E06ksrygw5a5vgWxUi4L/drmBuga61TB8cYJFw269k1pmsRYSH51LbtV6+KC4wL0d8Gx/pwbY3XT/Zo9e0Szj2+50igGd3QucVWSbzEjX+CLLQshiM9t+5Ka6ZgXC45zF7TgIgK2aMZ+HL7xM+z//b//D512UWrr1q3avHmzdu7YGW3YqlWrHIvWIp1Xr1qjqxxnHjxwo4i1+ZtbyGWtPuCE+azO2UYjiz3bBqMhiuLTk9OaceOTBH6g1tAtN96mTes328d8WySTmf3DootXbRcjiqbPZfvmz372s7HhDL8oBNKA//rXvxa/cc+vJrTsB7A12PChoSHtt5wSV0BPaJfadoNfnuciHoBGc9b3xPYTWvB5hW1u0/EQekYRBjxZB/4QSzxre/nJT35SNDxeZfvCg1/Y7I985CMRboo22PhbnOBzvm76si54I38bNmywvVoRC11t21DiF+Jtnrrn86rRFQq2eR1fW7R9Aua+P6P70JAjdrZgHw4vDx48GHkJbNj6ecfz4AYN+Wm7EEKMbcEb/uO3wDeEEO0psOHvKDKiS03bPuSr02kL3Wi6WMY+wVZCfrE/63PkFPDF616PdTm/7E95z/pcZx6fwYE1+du+eZbZns7rhcOHdfjQ81q0XPOnEB5wrFF0A7JSLWnvDdepWivLRBHneKhw2PHn1OSM0iQ3CKntpaELqUqliurVupI0Ebgk5itH4CXHQqfYX35xnuvwhCP6wDnkgPnBc4ATW1O0Pk44h4N+2BPeg0/RPAAH3ocQBN0W5hfEZ9+uvgNu9JR1WLftWI/3rE8xsu+4jz2ZGwI78k6+rx/XwE5xBvh4z33cw/qc44hsAwfvmct6uXW+aflhPn6VbxTxCwIHDxyINgL7wDoM4EFmgJ35IYRYtGFd5Am9CeEKbMu0CiHEOH+L7QE5F3szD71qNBpCntCXLMsjHsgR+kQ8wZ7LewFvCCHq4vL9fZ8EN2CCV4mvI0PsAZ7cz/A0sS5rMjeEEPeSjyXn9sDKgw7IPfcBD/ig39hJzoN7CMG3hBi7LTpmCyGIF3y75CIva/MZ3ICRtYCHe7kOLNCcOQzmLY8syyIvmQucs7OzEVdidejUcUzSsUyEEOI87uMerkNXjuQdjz/+eIxR4Al7YVcWbau5l7WhJ/LFOeCpVqvCXqPry/DCc77pCW2BH1j5lh9r8hn+UPzDroE7615//XXWqVJsIPGZPZgfwhWesT8P0nEP+sODZKwfQhC8A9YJ+z5wxy4yHz5CR2BOk9Q5QO6C/5R+8MMf6nNf+KJeft89eslLX6Krr94Vz4PrpPMM6hi5c4OpqUnnB5XI62U7W7eNhVb8RDy48y2zNE3FQ3/Y0gJyGJJoJ1kPOUAeCvZ70KvpGOSccwroBy6TLoJCA3Qd2gAvfFiwPW45tm4utRwjF10vWivsOTRhsFZu3wLd4WPL/hU4oEPLMQrr8Jl5zOccdAMeHsQcGhoWusMYGR4V+cF1112vffv2x4e4bti7Xy958UvjqNcHxV6sJ8cQ7JEXCoL+8ClxctRzAyizHw2JxDn2Z8AHjozUdMIWceRejsDFHPnFnCXTp+84i2vAy3XO9+zPmcfnJdsbjuzDEXnp274B45LvZ3AeOLmX+6REQZllP1WS5NbBjvAdfe+VBKlYyJzTDWnTxo06sG+v7rrzRbr1lpt0+2236CUvuVN33HGbXnTnbfH8i+++y+fu1h1u6t3pcfDgPu13fnHnnXfowMH9uvOuO7XvwH7tP3hAyE1eyFWslJQVM5fJuxp1/Q/8S441eFh91eq1Yozbzzz59DN66OEfOSY/olNnz4jYhmbc6jVrYl4JrtgJ7q86rkS2wJ3PyFSaJppwLrzg3KFgfizZzlCnwhYhu9AFW4LcMR8aJUliGTdsjvmgVQjBMXPTOjEd6yXEZ/i01LY+hBD1NM+hYSvaGOxbat6yTsFywecsyxRCiIPzwNi1DSJ3Tnw+TRIxp2B9KXpQ82HNRqMhYsk0y8QreB6fs7zgfKqtNM/imvhFeIdOHLCv2Wf6EwcxwBPdIz/0ZKWGqeM9i85/F2wDp11vJHZ+y9v+hV768peJOJaYJDdOxDbQ9I1vfKNz2LdGGkw7h6s6N6Z2ViiWNeK4iXrN5z//ef3VX/2VsJl33nmnXvva1+qGG27Qbbffrqv3XKOOHUxWKKrkfdM0U2KcGHmhoHvueYX+7b/7t/HbtuSO25yTFIsFEQ+ePnNKh55/RufjJ0/JAAAQAElEQVQvndHY5AUtteakpKOWm6khwX5bCy3vrJmmqYhFoccF52MLjmsiXb1vCMHxWF9JyFTIi8pN58gbw8K9IaTKfV5+hRA8p6Rqpa5qtR7tXtcNm3nHeL6sem1Aa9es04b1G7XGsjgwMBjloGb7XzNt8IHQDz73+0FJkil1ntc3DTgnrx9CEC8+I2fLstfrBBE7tG3DqEfMuOECPtM+wsc518HmXbNO0kQVy3x1oKpe0lNSSBTSROCbJKnjsL7rLyNa4Ro1tiNJkui3J21j8TnQhjUPHTok/vQVfMPukjMxh2vsN2G7Pz41btqP6YLrnkecoz36yCM66TyJv9864yYpD8byi4IXLly4kmMYVtZgsD4POFJPYh8eakB/wK9g3lfcyyAuWLd+gza66YRuMtavX6+tzsuu27tXB2+6WbucZyGna0z31Lzrma59pUrMP963213rX1fwtWb+NKw7qa817TPQbXRdvidNciUhs+0LcWReK01TwS9GZrlklB3L1O3fOBYdEyepTNOOZXJJbTdtkYeO6wcd5/bIyZbNW7V37w3i2/brjUvZTc/gmp56QfKx53pzxzrPfcgBcKSWCUYIiZjX81rkZZ12z7j0vF/fo6fg66lxKTrurVh/qpaziunGsWQdRJ5Tr1WwnCPD8DpxwbjVXNDU9LhOnz2mo8cPOe99Wk8987ieee4pPXfoGT3x5ON6+NEf+fPTOnbcNvb0SV10nXt6bkqtjus+rhOuXrdKN+y/wbHBS/Wyl71Uu/fsEg8oPvPsU25wjhvOlgrWVfSAPzMzUKtrzcpVumr7dl21Y4e2uVazZdNmrV650vXfRVEveS7WP8Y1PTWrw4deEH9/dcE+vuw8olqumxclNU3bGddMFhebUpA6tsfIHPDxq3f8zPvRY0dFLQR5nnZdec56sWR/ODY2Hh+eQYZpsC/ML+rkydM6euS4zp+7IGw+sg1/d7o+uN1N3Rv27rO/32ce7nVdeY+2uI45ODho/a+qUMhtA4oaGRlSozFoO9IVzUzkm3H8+AmRs5KzyC+uEZ9xRK8r5hlr+ZJlp6UQgtcsKLXccY4jvKxWa/Fc2b5wxDUc1pt3raFrgcHWN2JufUD/8l/+st785rfoxhtvUsICbRepeOIEw8A3AttOIltOpjEuCAMbhBDixnwOIURDUXJxsGAl5DqAsg7KMmWlJniEgAQNRRe60jSJiIcQlNiYoCTcyx7MkV8oUM0CAAJcYw7XOZ/nhYg05zw1wnLlfK6S1y8YDj4PDAw48awxRTR+GG0bw8zEqptAQ4MDqtnwpTb+cQQpqK8kJEJBWIcjMKS+B7zAaXZ2xoXu6WgElxwYYRCAOzEuMIj53AdNEAwGsMA4BusymMN5jBRzl9fiOG8H0bFTDSFYYMoRHuaUbAwaFibuBR72ZR7voQ9HRjzv4hPHvnFC6JfMR4pNc3ZmLfPZyEYhKZl3rAeO8mveBbTxiTEL4slYZO/1+oIX0LRtZZqdnRU/rdVyIM09QxamumnNcdROnPVSG78kSQ13SYnpAhzQnmvDww1t3LQhKgQ85Hr6Y/oiqHkhj0WpUTdEWBNa1es1bd68OT59PdgY1Hob9U028oVCZj7MO1mZsRHuWS5yJ/FzGrt0WYvGA5ihLwENtCapQckJ+Bgo3ZiLq1GRrfhd07xgQ17Ki0pMIGCGF4wFr7e4NK+OdYJ7MwduxWLBOBYtdyXxwsEmlifkEFyRNWiNLnXNjxDCjw2xxJMuk5dnIl51y3qlbFm1kR+sNdRwkbJiw1yxwncdMFhvoywvKzdN0aYTEmQlLxQMUyeOLE005OIKT48hDyEEG8HctOm7IDqrWTfEkiQxnQpRbxNf7zlYZy48COEKfMhUy+uDPzTkJxpJMhZsGNGjwYG6Vpo/K0ZGtcI8X+uiJwExxbZ1G9Zrw6bNohE6MrJSQy5c1+1Ii5bdzI6l7iBnoNHQgHGM5/JcBTevVqxcLf6Y9kYXYKdtsM87eSewq5o269et18BAQzj4QjFX2/IL3EmS6tixY24+zrkAOxTlg4cwlpxcz9j2OLpX6jnwiwBk0YG7UVTRNON+BXM5y9Q2gZcs220nXL3EnEyDnH1ac/qRX2maiNF3QUg+K/XEy7P0nne+SzfbgEKP1XZYtVpVFh4Be9u8a9rmTFtnllyIW/L7NevW6dbbbteKFaOanp5xANo2Pu3Io5qDPmiI7GArrrrqKjuLkcgr9rvCf68fghyDqGWZ4ueuuDbj5gzyh34ir9ihJEmiXCAnXTu+soMRZKqQF3yeQKenovVfXg/dy7KCKpa7noIo2gbfz5OEbcMN/PHvJbgxeMFF+TnbKGg656Tospsr8z7u2LFd+/bdoJvdPFllfp4+fc6Fj6edeB3XpOHjyX0c2rR507Q9ogkxY71Lrf8dwwdPqqZf0QEKuOZ5LhPGsHbUtx1CTsEDHeR9hOvHNngBu2aZLfyYt4uWAfiemb8M5nOEttCYQAPn2LA9TZNMXKOgsnLFaoWQOakMShwMJbYHFg8ngON64vHH7PQvqjE0YPHoe3TVaPi95eHi+bO6cP6c+Ibnoeee04033qh777lX+27YpztedKeT1p3auGGjCKSxCTzJedRBcNlJbO4AqetCebD8Vazz+MuynTd6GPFykrJ+wzrRGPu9//B7etFdd2jF6lWxwTFpWo45UGk6QC2VK6q6aG9SifeZ6Qcvn3jqaZEE803jI0eP6dvfu18vuOlFw+CcG77ITNvBKMEQ34ZGfqZc3G/Z1gUHjD3bpZavYxPgTdmwwTNoynt4yD3ADh3hy9Gjxx0EXrJtXrC+lXXNNdeIhI5kEvvNvQTxS+bfgmWJdeEtPCPg4T0yQHKCXGCr2YcB3NAGfSnZrjCP+eABXMARQrDu9m036tGHhpDY59SEjMLnEIL92Kx9+YyeP3JY024klB0P3Hb7i/Qvf/mXRbGNpOM585IYBrkqWVcI0Ihr2H9hdk5zlt91q9fYPqSCPvgpbCVJq/zibyzSCAWvMfsaCg/zcwtCn7K8pFW2ndfv269tDiBL5r0M14QbTEdt17BtpxxwnnVT8dLYhI6fOqVz58+TB2jt2lUatRxWSqmGbU/xJ0FBdScbmzdv0ko3OxV6xn8w2sU7nExfv3evVjvRLFdqWrK9a5q/Zev7rJP3r3/9Gzp8+AVh61lnwYVw9q8Ypo6DeOyqLOcUQvilhzMO8hftD2647jr948c/pr94/3/Vp9xYefD7D3qa7aZt5XPPP6cvf+VL+k//6T/pD//wD/T7f/AfPf5A/Ez2d793v2ZNB/jKPidOHre57lrX27aLUxqzjdnkZsuM5bti/xD6irYe+3HRCeLJEydi8ExjED407Fd6tiF8ozHPC+JJ8FVOWpGlHzz0kCgssG9jsKH1mzZp5649uv2uF+ul1tEdV+12s/k1uuba69WxzeYpzHUbNykvVfXAI4/r2aMn1LH8bN1+td7x7p/Sz//i+/TOn3yvfuV9v6qt23dorxuK97zyVbpq9x5dsi5iG0vWkVOnzyh1LNFPMn3ne98XuK5ft9aJzQrHpC39/d/9rZ556inL4LRlsyJ+qihNEr30pS/VT7uB2nRD92knV/1eTx3zChmamJ6ynLV1nRMNfjGlF1LN2CZ3jTvXiZvQJfbiPT5gWUdDCKbttGOkBaF/mzdvtr3eaz29oEKW6PlnHtf0pbPKO4tauHRO60caet8v/px+083yX/21X9ev/8a/1v6bbtG7f+pn9Jl/+oKTwVMatb187ImntG3bTilJ4zcZThw/KX4qNTXe/+H3fj8+pXzq1BmVrD93uZD3vvf9ikIItp2NmBC+5nWv0y/80i9pYLChNMvjwwLA17bfQd9nZqfVt+wR36QK6tkWwWt+1hl7s3HjRlVsB3hQ5eyZM/qk5ZCf1eeBEWwHdFm0f2CtdY4dP/f5fxIPDs05psPGLdkXFe0bP/2ZT+usdY355D6z1u2W41yKu1tjA3WTis4xRles1Hve+9PquBrVMiypfUzbOnL8+FHHMpnyYqaBRk3v/ul3Wc8WVR8kIct09dXXaGhkSBNTY2q2lmwbif826ZEf/cjx6qLQgxesg3v27Nazzz7t+Vdro+Xw7JlzlvULMQ4HnqNHj8ZrO5wYF+zv8jwT8fCtt94aH9TaYD+DXYX3uX1Ay37xKcvZopPjrvV+uDGklhNcvv3YczGBZLtq3zHsWD5NbRddHHrhheeNX0vQvGIfVatVdJ11nbiENeElNn2PCyp32raEkESZwha/5z3v0a5du+I3/jeaN5xDPrGZDPgKX/DRfK5YV2YdIzEPfgI7ewA396Vp6nhphcDVJlUTbuZR/IGf2FkKR9hkbMFhNyOZj/wAI+9Xr16tGw8edD4zZht3WNzLvuzDkTWBh/fLA5+PHYGGrNFoNKIfYd0kTcS5K/d1TaeOLKBKrLtcB4dl2Getm+zHXthSHoyhgY6MsSe+Hpg5NzAwEOO9VW7Ogw/zb7rpRoEHg4ezisVi3JvciLxm3I11zuGjgAf4KRq1LbcT9iPEdUdc4FiGKbXerXYRhYeA6rb90BxaAwswhRDi+hTh8H2XLl9ys3s+5uwTbgY1LUu1Wt32qirgBS5iFHi5jL/84pqCYlN90XE361+hTRrlpOfYlc/QEdh8i/11L+7NOa4hJ/Cfe0MICiFEOMARWLmHecv78p5zRecZrIkvZCCD2LqSdZf1mMMaHEMIQvaQJdbkPPv17L+AA9z4G1WsDZ0YrM0c7mfv5c/IJzBDE+bxmXFlnfm4D4Vw+Mp9xAOsw94X7e+QkRBCpA8wXbCvh6/szWg772EtYGR93rMO+7MP97MO92Lz684nkA3mMZ/ryBXz4Q9wMJjLYF4IIco593GOwVzox3voByysBfwhhMg35BifE8IVPoUQoj4AF+uyJ2uyFvINjcAdmkNj3rM2esM+wMs9NPSWdePaa68VD95t3749wsg81uRe7mMf1mrbb4QQxIvP7ME56MY9wA/NaapCDz6DD9fhD7oFfODH34b+0Ic+5MLfyWj/sLHLOgO+586ds34WY9xF04S4g/h2dMUKsSYwMR84WHPCtus73/2uaKiGkEQ9Atc52wngxc5A67b9/TXG98Zbb9bs4pzmm/Nq2Hdss82/4OIqTa79Bw7Gh9b4sxrERdAPXNkX2P7X//p7/e7v/q4+85nPqGWagF/XNQ50wnVdYQNGbPNbzk0HnDestF2oWWa4DhzAiywBHzRZdE4FraDdnGNGcn94xL4d+xGOIYRoD7mXz8uwsAd8CuGKvAAndhGbDQ3hI7KCvMNL9mMQw1BbGB0dEZ8HBxsadc2hYB1nzynnleSO3MN+i4tLjh+a0UdAa+jONY7oBnQBjp5zml5P6veDR18hhGhbgBs84T35Ifgu2VdyT9cxFnuEEOL8EIJ9cg22xZgKXqOPUdZMb+7l/ZRjWPYlR2IyazBYk8G5npO2xwgpMQAAEABJREFUrov7XRfv+4YtCH+aOE7sm55dAVPXNrPjWKVtfhUKmcg9V64c1orRIe3YvkW7d23XOhfat2zZoN1XXxUfcFyzeqXWr1+nVStHVHJcsmJ02DJXiXAj/3fefZcY+91c3XPtNbrB+fuea/ZoxPMHhgacZ67UNdfdoJtuepHpvkaLSx1dvDyhhaW2FuaXNOkYqWPYJ8DRTR7ZB0LnEyeO67HHHtfly5ej30WHjx8/Lr5ZTR0AWi0599u0aaO2btmkA/v3aYVrIkNDDTU8kDlid/gA7+RX5jirY/n121gzCSGIeIQ6yQrrW+pcFZpDZ+7pmcHYpSnDBh+4FzlbHsvrcB79QE4sDKZ8UCrzuN/Xldi7o6rzINaa9lroBPgsGn7u7TpngO/AJ8PUl9RoNFSpVsWa7J25XpimiWO+OY9Z1+UykyoIPQfOquOvVrPlOLygIdfVRqyLqxy3bHRDaKWPIU3FA83YhNTvH3/cTZeHf+i613CM6YFttefdc889Xn9en/jEP+ofP/lpXXbeeODAjTGneO973xsfrqT2gW8n37/oOtsl10vhBQ84bXC8dtPNN7uGt9H50B7d4ab9zqt2KDHsU+bvJebb/oyNX7Y/m9b84qzml2bF5znbsIWFJfWtU1lWsF0smRKy7BLrzkVaQCPiKnCec/4MfRLLDOdy6zT2uehYvm57hC0qFFin7NivqIbjVmwrR/zIQH3QfKmr7Dyt4lgmc+7QN/FZExlgYGeQCfZg8B5+MLrWZ86FcEX3sWuLtnEhBKVRloJ9m8xSy4LPJUmqJCQygtbJju1Fx9dkXuYqFgsqlYuGM1PZuUTRcVrLMVhIgvoeC9ZZaoFTk9NqNdteoi/k8sSJE86/LsaHEuBhYlrgg8AT3KFTyzEX8HKETxzBCxmfdd2i5dxj0etTG7jgOALZPG+/xEMxF3zkV8amLbf88gD1C2Q2hCD25iFDfumAByB5YPRJ5wnzzpVy562DriWstCxSfwUe4k3ifWTwuuuvF/JGnpsb17Z1rd3umiZdXeF9WfCkXKooTQrKLQ+FvCyO4AgfoD94gWMIQdC2b5vMOn3LUM92sGfbwuCeQiH3miWPcqQ3OmUNVZCEX2s7t0EXO/ZFvE/Nw4brzBvcYN+1a7d27rxK4BJCUNM2vWtbK+8h70ljlXt7vV6EAzgLhaLzn9z45GJ/byPmtJzzMTreBxziPZaNPC8YLsPmPLfomkVuGlardfut4Si7UiJsZWo7VvC1ru35kpuri805TUxP2K5e0PmL5x0zn9Mp11eOHH1BT7tB+uTTT+j5w8/pyNHDeuGFw752QuOTY2q2lxQyxfxy5eqV2mI7usp1n8HGoFatWqGdV23XtdfuiQ/Q3OSa7F7zbN8N12v/Ddfq2j1XacO6NVq1YkTX7L7an3e7njSsNCRamFvUuG38888djvVb8CwUSpZ71xqm5zQzu6Bmq2t97ig1jfkVoMcefUyP82svR45qwjWQpmU8NU2K5j9yULH9HHKsMTjY0FBjRGtcM9t11S6Rw2K7kaVrr73OfuZm3XvvvW5MvlnvdG39Va96tV7y4pdov/3D9u1b1TBuA+4/MOr1ukqmNWsjm+Sn5J3Eh7uN01Wun691vYs9lr+0wXt0E15yHHUfA3u43nUB4i5iDeIgdPDKGBJ+klyXtVlzk21kzTlQMD+RG47FQlk7d16tW265VUmaBuV5phCCeKGsGMfl0bJCIzQIP0rMeT6XnQg37DiuEGpQBI6JicgaIQSlJnbBBpG5i1ZS7g8hWEAz4QgbjaGYlLFOkiQ2Xr0YhIYQYoAKwTCcrNG18etaAFHEEEKENU1TcQ2icuQz6wAHMNXrNaVpIkclaJxaTuz4e2ULLgQGZ8C5BbvvdVlTP37xngGs0IHR9RwuJ4Yx8z1XFLsSYa+bqXmee58s4g9z+cw88AIWPl+hYdcKiSC27GQWfU8qmAr8HMGBvaAXe7EW64QQIl0uuyBLgv5/YFuMgQXzU9OCUbBhpzBctdDJ8M65aNQ3rqwF3B0HJBhl7tGPX/AT4z41OeGi34SWmotKgqLhQnCYy55tG6wkSaVgpbPjnHDCjoOYnJjW5UsTalvJMIRSoqaDA4Jb7mXvSqXs20IMPPu2mqnhDSFYKVue2/RYijJ4ZW7FtEmiPEA3fv6OwGx2dsaN3tNW8qeiA2LtmhOAonGGzgT4A4MDqvpcwcYQWAnaScpOnz7tQGMu0p01McD8xFYxz5UZljjM26INYWK6QXf4xvor3SgbsqymaWJH2lbq4iNBH7xnX2QUHsI7jvKr6uJ81UZk0AZghZV2pYPFmgtThTxVpZxpw7oVqlXqwuA3bGTYozE07CLznCiYnXFhEAfLH0QmMChYj8ArSVPBh7aNOTxZMp1nHJjwJEjfzsekdaAzG3HlemJcoFMBephvnAPOXr8f14EWsy5mwX8CiqYdsy8pcJ8XQ17kdQt5wfJQ1cDgoAuGRZ/qa856tOjCoH1f/NxcamnBzZElF+4WXZCnkTzvI43DWTdJz52/qNNnz+nCxUuacCKEc1ppg/eSl71Ct995l9ct6fyFi8b/mJ5/9pCefuJJHXr2OfG0/snjJ5QmV+g/PT0l1kYmwAMYkeFJyyOFJOxK1cFsalphZ0jgc8NPo8OqEL/xm9g2LVleF5sddY1nYtpkHsG8g159E6Fnve87WI7DjrbX6wp6ypOg4wc+8Df6/v3fjzrTdPDE04HwZcmFj2q9rgMOTF905x16+zvfod/4N7+hV9x3j1IH1jzhNjExbjyPWp663lEicWBMT09HHWEfZA+j3rAjKrgY1DGcXSPA3gz4xj1JmgqHhDNI/R56hBAUQlDRwU4IwXZHLowtmk+ynhXUNT5d45MXsmhDM8t+yzhg3xmT5g8/hdi07c/sG2gEXTTfptwEnnZj/oL5dMwJ0hOPP6pF2xhkFHjGx6fs7Kc15YbcxUvjEQZ4AUxchwfgv2RZMYkFrSOM5i2w8x5YsANpkhrurs13J9LIUajp1dGi7TgyzLroHhcX7F+QAfSdfRYdGLM216HLJjdRhkxHbHLdznDA/Amm5+LivBYXmppzgWDKQWfbNi63rKDbONj9+/e7eL1LNx48oJsO3qjrr7tWI8ND6pt+NH2+5UYUieIaNzh/8iffrV/+FTfjHAC41q4jx5xAPvSwjp04ZZpMiaAaHSbA3rx1i/WprCUHVNMzEyoUUw3WSmrYn7J32zKUF3L13RRL8qCkENQYbjgRtg668Aq/V7rwOm+8x8bHYsOagH3S/Dl+8qSmZucUTL+GA+Kik42n3Rj8pAsrD/7wh9a9GSdBTZ29cN6BUVvn3KDKixWt37jZe4woyQpOCqqGrS3WKNomppYraN52oYD3BdujlmVjeHg4wnzo+SNqOqAuVWpurmzTyMhIPB9C0JITz1nbmIsO9rkvz/N4DTyxORSEaF4iy6zJPtzDETlgJEkiXgQ/0Ih5yA/+kLn1+oBYGzlEBpqWL5pQZ8+c1g9/8JAOPfeMg8SLGr90QU3TbNq8pshRsl3cal6g/xcMH3rPGnNODoFnwgUw7AzngAE5O+NG2Zq1ax0YDgn42Rd5mPKa2G0KRDQmt2zeHJ+qI5H9nd/5Hf3sz/2c3utG2c/87M9rp4O9ihPCweERrd2wWeXqgCYuj+vhH/5Ah55+Jv5k9GUnulO2m+Pjk+JnsLAdJEfHnYQNDDaMb9F8KmujGyhbtmwWQeW8bXLbDXiSp3PnzurLX/qq/vJ//LW+/rVv6GE3bo64oT5oP1Op1zU3vyjkZdXKNXrta16rlU7i4Rs0wF8eOfKCLjmBDiFYnyd15vQpffMbX9X3v/dd7dyxXadOndDXvvoVzc/Oa8HN0Vy5pi7Puil1WQoS9oqfO75ou1GyfCVKtGnjFt1950s0PDiizZs3adR+seJmzYJtyJxhT7zXLbfcLJ4ALlrG2vZHdctv3T591LTCZyMXL7hxctxN53/4hw/pG1//mn708MNubs/qw//wD/rcZz+r737nu2J+LBqYr+9617u0e891allGE2yd/eaCi2/woVqva8eundq0bYtuuPF2veGt79UrX/9W/dbv/r7usi4XimWtMG1ACrsy5sZCy3FUx/6BJtgHP/hBYQOwcfILnxNC0Jj90ZJt6tTUVOTTahd9PvfZz9hnfFff+863dd3ua0yPTb5WUtM6UnXMQAL88MMPquL3zz7zjJ54/BHj9kNNWg6PvfCCQhLMsykVXICZ8z29fiKKI+gWOobMopPIIbrCN/a6naYW5me0Zs1K02RIst2/eP6cxtwsOfz8s/qjP/oP+uIXPqcP/PVf6dfe9yv6+te/riQErVm7XvwkM3bzcfviqalZjYyu0m/9zu/pfb/+fyl3MnPZcCXWoX37Doikdb+by/yEd5YVVDTdPvGJT1r/mxq2zLHmLU7s+Mbtu9/9bidPN9kODLnBNRntY8u0ssFzklQWMti2DcRGYMPRuyHreJakqperSi1g5bygccfENAU3rN/g+0q63kXo17/+dSLxwZcsRRr1Ba9Onz0df0IdPS47d5FfFB+OukG51Q3T0ZFhYWvgX9G4ZfZ7yORAYyD67s3bt6luGfzS176uORcUS7UB4SfZp1avWEcmxFO63X7HxcRH9UPrMjyZcFyNfHs749tQy3bzBfMS2HZdvUsPuzBG03bt2tU6d+6Mde6icscJ846l9u8/qDnr1gn7EO6vWQ+u3r1b0IS1n3/+sJA76APvsVvYV3wouste4MbgfuhaKhaj3+X9tOMNjiXj27Zt57jWto01GdCq6lgKnQshxL2wm6n9AfOgIzTb48YqRX3iR/ZmPv6XNZjLOdYH57L3AsaC9Rsci6VM8DDzmurLuj9j7gbHyWXTIXfcYvtim81c7uc+HsYhrud9CCH6G5JjcGEv9uc9cQu8J8kmIcY3ACf6AQwMaMQ66DYw96wfnGPIkIATsIcQbHMLSrNMIQTHJj2h26yJn2AO9GLN1LgMNhqe0xX0+t73vqfnnn1WzIXGyAz2+u6777b+l83jucjT1S6K7ty5U/i4gYHBeD/4TM9Mi0I0es768ARbTWwLD0IIUWeeeOIJ8WIOexH7IBMhBBfyWmJfmhvQmvPgCH7cg/xgL9lv27ZtUWexN+AEr6FRsViIMMELfB8yyHzoBs7Mhe7E58xhbXjRde7OnJ6PyESksW0wc0OAllfiYO5fHsDE9a7tLMd4v+Mu3kNr1ubIesxJk0Q9x3RFyzfn8Je8hxbcA3wn7DtZH/5zL+ehA/PBD/oed9yGLDC/MdQQ7zkPr7mXvbgPnkM/5B86cB6aoFOsDfwhBJVLFduVqvAVrMM1ZKJkPbhi3wYj75jPWvAT/vIeHf6hYzbiI+AgtmAv1mBgv/DVnAM2YIIueV4Qn4lrQjAMtnfsBdzwi72AnSODtZbpG8IVWeJ+rvX6/Qgf9ABmbBCwsRa0xc/wHisv8LMAABAASURBVN2EjtwDLYCDNbmPtUIIYm/uZXCe+8A3hBBjKXgRFMS6N910k2hgcp19WY91uIf3rMU+4AH+6AI4wnPmcI7rIYRIC+YXbXPkF3ACA/xiLeCEjtBzYGBABw/eqOtdgLzllltiXIQuQX+uw0MagfhJ9I11gZE1WMvLx3/AwD3AAc12Wq9v9XrMm3JzAhh4z2AOuKHT7I+sQAt+enXaTasLly5q3cYNuv2Ou9QYGtUzzz0vGS/wxY4AQ8G4cQ96jHz92q/9mrAnxCbwRn4RZ0Bb5qVJqr7z2zHHZ0vO0/uuKeD7uAa8xIOsydrki+gzhUdk7OEfPRxl4gp9Fd+HECJ/wQt5gi/4JZv0SH9vH/+VLPfQa8uWLfG+1LYSPpCjlSynCwtzrk00ne9LSRrinDzLjW6ItqdoGwRcIYSo7+ADrVOvAzzQEl1FV6A/9EQ2oAV7920joDUwpGkum5Q4uI810DVigoZrPgDct/xznn1CCNEHcn+ki23T8pG9QwjCP/R8Xn6hx+zjtxF2jtzLmgw+M/qGCTlgjZ7rLUlIIt5d8yQJqX1hhWni3tx49u2jEsNVdIzSai2qvbTomK2rrovsndaC0tB1famg0aGatmxYp10uRu/etUu33XqrXvGKl+vlL3+Z7rjjRbrrrjvdbHtJfBDr1ttu0+q1a7Ruw3pd7YL0i+68S696zeu1au0GN/lWa+3azYahoJtvfpHe/LZ36Wd+9pd090te5ubbFhVs43hYftS1suGRVcY16BgP1jmnOeIiOzJIHoVsoD99w77GtR/40em0VTAeuUfVsQb0CsG8NWPgyfnzztmcB4QQTBNFH4zuQveGfSzvewQOhg5+o4PwHFkO4cc+2zSLsuh9Pc3r9CMfU59nPvAQnzJ4Hyy0vPfEGJsH38QDLuQlhTxX0brGfS3HctRcwaNneCuO29M8dQ1n3jXsmpDVJLHMOJYtGD8+Z1kq9k28Zuh3Ne1a0Lzz4yXnQC3iVdcgWLvpeOzFL32p3vvTP6Vf+bVf1Tvf/S796q//mtZv2BAfkvjud78j4hp+FYmHMHPDRZzx2GOP2X4dFA9gEysuLDY151yvUq25ATsimgPoN/btFffcqze9+S36jd/4Deem79Vb3/ZW7T9wQJ1eRwuL85qemdKpM6d0+OgR8RP544bV4qk8L0aKz7gmO+9cGZsx7ZrPgu1Iy82UJe8phYgnPM3zgriB+krbDameF4EG8JD36AuyLb84Fu3Da9W6Vq1ao40bNgk++1Jcj/tYj3uRp57p3vN63S5+KjgPKEcZgY/wB9vHkRHpalniyP11537wjrn47ampKTeopzQ3N2O/vyC+9ZekwfjmKrtRCn/Bp+J69uDggHVirTZt3ixypBCC75v3PYbBNZMkSX1POcam4JMXMsNWjH2CguVnxDWSzLEktpL9gQl5B15iWWCDT8wNIVinujF3YD4DWwH+HFuWlQ42J0m0ZJmcmJyMcSe2mtpBkLTJcrPKOShrcl/PdEs8H10Bdxqw5IQFy2fFNrpqHIcag1rpe9Y6Lh01vNVKRW2vn1pvCs77gHXaNJux/C647js/N+/rHfXgRU/CfiELTTcwkyQ1/7LoIwyOItxeC1yAJfWaZduRPCvaliWem9sulJTZRnOvlHCbbXUv3nvlnszz0khz5hRN97Jz49T3LHnPJetTnuVav26Drr32er3o9ju1Z/e15tew2JfrXTdWg/Po4PW7hrvjzx3b3T6FbZ+XR1CqJHgkV/bq/Vjersw1PPGejuck0UanxoX5qeGoOU8cdGO3VCorN80G7FcYGXgmmQy8WraBTdfSyTenZiZdOxh3rjCmiclxXXB97uSpkzr0wnN69tAzevbZZ/TEk4/p6Wee1PETx1wzP6tL45c0jcy6d7PksWBb0lffcpt6+Z4KxeAYNLNNKkpqe+2LjrcmxJ+HOu7G7YnjR3Xs2BGvdd456Ln44OmD339IH/vox53LPu7+zpj6bj5Dn8u26Rfd7zl74ZKecx3mqGvzs+i983cayI2Ia0VlNxmLthNl85TzyEvFMjXifsi6deu13jk7MQBxEfnGZuvR1q3bfH694ayrWqkqtSw2m0uasoy1bUPJGzquvSy6vjvv/Hje+8JDRmZdKtpuhBCinvQs39jEkmW57LgCfaN5i/4WCoWol5tcF17vZurg4GDMv5iDX0L/KpZ15qKH6Aif0dOeYyZkrW8fAf+xaUHBul5R8s83ZBNuoIgOsE0bnrYVFcE3F8S1EIKZlJs5lYg0wC6P5c0xfsPDQ6rYOaYWLBCt12sqFgtRiCEGxg2E2RNkgYNz7Mk9rMW6nJdfEBE4kiQR6zGH9wYnrtlqNV24WfT7lpUwd9OkrMZATY3BuurVspWw42CjbYEPkpXByHhuOxIeh86+wAW+4MnaJSsAsEFICArROQfMhUIe4WAe98BY+cU15hfNWPDjGnD32NPXQwgKIXj7ftyfPaE1Bg2hAQ5Pi2uzZ90Gv1Ao2vl343ySG4SKNTtOTnkyZc7FhqYVsu91ub7gzwgY6zCvZ8EKIQia8Xl5AJt+/ALmERfHh4cb0egvWiEx7l0LDzQgoYYnLSfBF11kbbpgjcGgadq0wCNUSZIqtVAn5lHLyrVkg8Z1BvQhaOY8vGTvEELcHXovGOZFN0qYAz0WrTDAzVoFC39qOUqzxA2FmoADp8AR3jG3bWXrG8/EwQtw83TbpJ0K9+EIalbOPElV93HQhTnbGjvMxch/9oFfFCKRXdYGZ+SsbfnPsjwqCwqEPALPFVkoqWQ+Dzmoy4x3oZBZxosx+F3rYHH92nVavWql5a2nPA1aMTyo1A2S4aErCTT7EehjVHDIeX5FP0II6hgfguRZJ1PQh30ZBC7QpOWgK/OeSZqqaVpnDqZkpOAjo2CateysuKdkg9Kz/EF3CN60XvdMK96DH/RjcJ3zISQqWuZKpYoNcUndfrCTbuvCxcs65+L0pfHLujB2WZMuxsEvgqzLY5c07nNjPs644bno4njLhr1r44ez52m+Cc/H0V/2/axz5tw5O4Yn9Njjj9uInxV7Q5MRFy3jt8gMYGpYMGAlG2acOgZv0EUOdCMxPyvmJ7zjPfAvWT6rtXpsWGzavEVZXlDR+Jesy8HrEbgtuZBO07dnGgYbxcT0hsZcYyBHXTvUJTtj6BOHP3egoYOWJdNvYnJKCw4gur4/9R5zrOn1duy6Wq/m78rdeaduu+suDdl5zPvalHGfNl0WLNesh4zTmCHgYW94hcxt2LhBjeFhlRyYZ7aXWSFXpJ/v65qW6FdqnhsVyXAvWG8qNvzYCc6jr8jplRGs87n1uRRp0Pf81OsVaM4aj6Z1GFhCmlve2rafS3GgN1f4OuGAesZB4qxIhkjUKbg97YbPUTczmqZ1EbqGVKVKTWlaMEiZ/cKgj4nGxydcHL5kOi1YNPvqWB4X7QT5BnHH9KQZBvzAAA2K5hPHDnimqddLxc93JEkS3zOv50SS60vmDUeucX55HegAHUteq2j65Xnm4KvtouyMZp0cnHNycMmNRGAouKkuv9A9nOq2bVtjgIxu59anGetenGea3XrbrXr5K+4xPG0tmuZVF7bXb9qoW2+7JSYhBAVNJxJDLsrf96rXqj44rBWrVmuPC/yrVq/RlNfiG75N+6mQBNN0xjglduJ161ZLLfOjaKfftQ73fT0rZCqaT5l1vBnta1vICPq/aLnj5xBppPAEquNW8a264ZEVqgyY9uBl+mXGATyallfoFf2x9Zr5Kw3brj3X6Co3dW686VbV6gOadEKUFwpqmTe5ZdqmP9oW3ocQIh+hOX8/tm3BP3n6rE6fPa8VK1eIPbh2pYF2UfwEE0VLxkXbjKefftoNuFPCLhOsgAvBzF3WExI88Jxy0ERRa8rFJnwUc4C/bh8IjwvFopiH7nC+bB4XDC8yYDY6Lsl05eGVFTp35qw+9uG/1w+//009/dgP9YXPfUYvHH5eNesVNuZqNzL27t3re3JleaotWzdH+L761a862B6KzUnmsTc2mvcU1Ugqv/jlL+kjH/2o/sHNO775lZreNcc6NHEOuAHft5045WIC9mXs8kXrQtAmB4u54adxwgMk9933Kq3fsNl7jTiwndfxI0c0dvacLp4/7yD3svJCbpg2qVRCf4sqFwvRlxzYd4OqbkA2Go0f6+q4aLx9zY3N73zrm3rogQct57Macfz1yle+0g2k16pQrggbNObGzpJ1C9/x7KHnNW85wl7MLzSjfsMrCoYUP2j4PO8m/He+/U2dPnFSX/qnf9KJI8dVLlR09tQZfemLXxFPH27bvkMDbgzzk5NrV6+NTxbe5qLfhs1b47co3/gTb9WrX/M6rV+/WV/58tf1f/36v9Kf/5f3x298jIyOOOmbgnUULSMvWo4ZKC5cPHfePjMzbWa8fl15lqIZqlZKys2vNfar1157jV553736mZ/+afHgwxvf+Ca94mUvj37kf/7P/xllDVsQ2MEGsW87cunyZct3U0NukrWW5m2fzrtRcUgUEW6+5TYNOtkh1oGv3Fav10Qhhc/IGXaGYipFt6pl6Y1vfKP4O2Wvec1rhB+v2BavtD5UfRyxn3qV4eNhIOBBXj5nOiLH6Av2Gtiwt4+62f3FL31e//iP/+gG+F/qshv/Y5cvaNP6tY5lS7rhhuvV6/diTL1ku1uyvS04wedebDM+d4Vtz+zstDZu3Ch07tFHHzUKHeNUV8V0W3TRDd3BhrD3d7/7XeF/1rshv8FFNHChiI1s4YtDCKIIedXV12hk1SplTlarAwNqWffXbdysAzfdokqtrs994Qve75J4mOilL3upUtvcX37fr+jeV96nvZbXgmV3wo3Pw9a/xLatYD0YcSM9NU8Hh4aEv+s6IW0arwXLJHI47/jTwOvBBx/wuk097KZCyz7wKTeMapbnREGFJFOeZeo7lsEO1Ko1Ecd8z3h1LOdF74Od4G8DNRpDyou5kiwx/C2NTY7p8sRlrV63WitWr1AwLKk3PHn8uHG5YLqMq2C4WYM1y+ant9Tu3XscC5aj7o24wBCSJD4UQBy4yXQnttjquINfKFi3bl30J8zDr7FW17YV24Z9HHO8dO+999hf1vXQDx50HPSobn/RbWo0Bm3r23r88Sc0ONDQOhc0S/azyHLbPhR+E+PSIEQmW/YpmeFf78SQz+yDzQJurrFfIc8jnbqmS2bfEKwPifk767gkWLMKpk3XRbRSuahiqaBOty0+8xPwaZpE2499Rr6LxaJ9+7iwFdO+n32uu+46wQNsJM0A4hxkCPkJIUR6MRef37Q/WrAPTQ0H93CcmZ5R0z69bfz45vH01LSIfU+cOOEC17Tlt6JNTn7xHfgL9vyv//W/xmucq9VqwjewJzCalSrbPyDr/DQy/gP9pEGDr07MN/wLcsL+rAd8wMY6rNdzrIHfnJqaEueZT3xYta1nD+i9wUUqGg8hBC2vxTqBCWlaAAAQAElEQVTHHR+xN/fmpv0tbqRstg9gH2SBucQXrDXseI/1siwX8LNnCEElw49+41e4FzkCL+5lHmvxmXXIy+AL/pN9gR8cyy5gMJcjOLA297AGcB6x3/n2t79tO3gp2mCKCYODg+o4t0yTNMKA/LAGA5hYt9fvKM2CHn/iUWV5oqXmghIrULfX1mBjQMgf8UZm/WSwX5KmSj3gRc+0ZV1gQpbnLQ/Ql8F1YAwhKIQQaRLCleP/9zqw9C3LXdsA7gFG1g0haPma/GJ/+MW5RqMRc2lkELrDH+hGfEsTBtuJDUKOgR26siZwonvs5yWjvLMfa0CXEIJYC5nmPo4l622lXNX6dRtFIW/jhs2OQQY0NzvvWLIj7Ac0CSGIe+qOdYAP3j7jmAk44NEl59xXcp4k8gSZ2bp1q3bv3i1kCxnkOrKAXYHPfev1MpzAtUw74AohRFsJXcCNeeACDOALncCz4/yXOVznM9c5cp33zMUuhXCFV8xlnxDC/6Y/85kHntwjvziWLN8hXMGbNXzaEPcjz1nfbxy7dwUuyAnnODIPGWFwHzrEe+Bnf9bmHOvzHj5DF+5fvhd6oCPQgvsGLfPYa67zmZyAz9zHPApx8Bne8K34t7zlLZH27IuOIxfsA+7sw3vkCZxpiCJTfHuMb0owh/PQhbWBFRwLtqt3OWfkM7ATV8Bb+Ar9rt+7VzfdcquuufY60fTasesqVQfqImfoOH9gXx40ARdiGGQC2EIIoBVjKeACD+ZCG/DHxiBny7gCE/RBLoCx6BibecCNzPFTfCEE+6hWlCF4wjXW5D1zoQv75I5jwZXPnGdNcOEaA3i4RlzScs2jXCkqL6QKloSe/VHfMU9wzSRx/UQ+x/34CI7Az2BvbBm4sxbxD7jDR2whcRA/bTk1PRXhBTfozb192w6OQ0Mj6jgGufPOuzUw0LD/nzAM3tHXU9sscGPP5SME5Tw4hRCirLMuI8vzaOdYF9jQZfnF/eyHreJ9x7EAMHKOwXvOM1iHtTn61vgPevVsN3v24fNuYi04Ruq0m/brHXUdA5Rsh2vVku1lU932ovqdVjzKTbu+6cj63I/fJ27C1sDr9evXadSxOM25G288KJpweV6MMTp+ef36jfFBum3bd2l4dLVWrV5vTuSm06hjk80aXbFWg41RZS6gnz1zXkeOnNSZ0xc0PTVnGuYqFavOd+ei/IED+9Kw5gGhZR2BT9jXjnHrm+bIA3XDEK7EDtAQ2VqWF+Yxv237BHHgC7qJbC2fC+GKjSMmQT64F35wL7yBtgO2twXzizWgOw8bMQdaURsyouq4vjY/Oyd+KWfQ8S7nQwha4+YzcWrTPEjSRHxbkD3QXY4d079tmW6ZN8ViwTW1AgKlzHPbjnM6znU6joUqvpYlIT7oW3FMD2+Kea7B+kD0MV3zPC8UlPpcz7ThT4wQZ9933316/etfLxqq0BT8yfk4T1yC/CDnNFg//enP6MMf+ajjzIfN32tcs/gX+tmf/3m98lWv0u5rrtUm52tDjkN66smoaXp6UjRxzp0/6xxtwnWAJdvijnW+qQXXaXvWlTzLVbTNgo5Jkgi+QUNo13cOzDl41jZ9qHu0zassT52/ViNefclrdq13XctsX+VyWXXTt1qt2ceVlSapZwQtOCdYWmyp6XrVtGsUyAI0rtUGrHeZ91X050uOH9kPOJb5Cw3SNPW8xGtdmYedw58yzjvfxjZjv5FFBue7tj1LnSVTo6vEticr5LGue4U/wHWFTi3zF3qxD3RYxh/cqXnOm1a57+V813xccJzD+uSQ5NgRZ8sg8HINOaWBBh7IKfeBT2oc5Be09cE8ChFnZBW6Lp/n2DKdZ2wfJhy3jk9MOp+5GHNhYpwzp06Jh3bHnQcTXwP3qGuUdcfP1UpFMt6FNFHF+l8tFlTKM5/rqWXadq2baZLEGKdkvuOXNjh3pNaN/IWQmEdNLZpfLdfC1A+SmQw84LOMSwjBPOtbllrRLkwZzpmZGfPZdUJJSZIqKJH4f5IpCQyfC5xLLBeZ5a6kLM1Udo26Vq4pT3KD3ruyv/PEmZlZTVlWxscnve6Sgu8FT3KmfTfs1/59B7Vp4xbVLENSEHXGHgWvnj/1EyVKZZP5Yxq3fex4Ti+OrmW/7+Zi6j1TwxdCIrNWrWZHMs55XlBq2FrOZ4nzlhZaPg/sxpv1vTYPaRcNe6VUValQ8iirWCgqNZ+7jr2XXPObmZvWzPyM7YqH83rsGA83nDx9QidOndDxk8d11E3QF448b5t7WEePv6AXjh124/WQjp046nr9Wfuxi5qeGtPs7LjXmbSuLajZnNHkxAXX3E/pzNmTPp507euYTpx4QXy5o9/vqVgq2q6PiteC6Unt/tyFi5px3Lpke9hsdZTnFdv9EW3dfpX2HTyo62/Ypy2OSVetXCVylcZgQxXHv337uXql6tpN2bFvxX6jJuIr5qxyXQFbhb9GF5Dfpu1lx/2slo/sz/nccoj8QRvO2QzGuBAfgD1A93k/aVlCj5A3jugzOsUc1q46dys57uQ9PoaRWKYLhYJp0xFzOYdOcRwbN91mZ83/trcNymzzmO8P6hsI1uk69uq5JpLg3FgIJjIhXrTSdDziJCcpvOdGRrzum3F+UwYcoDnHBrkTpzzPo6HkWDSAAM7aV9bqRoBBDOQBmHvZN/O9HJevtexsuL587MtayQQP9vLBBrhnY9yLiFLE6CPRFoSuDVzPxYBCIVfDxZ8RN2cGbCysw+obn67hZ7AGx57P9X0f+/EeehRtLJjftEJAVBi14OCl63WhR9eKd+XYZZk4TNt4BGYYyQAf5jH6nsBgEvswoB+0ZH1owj28n5ubj7SCfgjA0NCwVrtBV7ODrdbrKrig1PNCCB6DPcEFmIG9ZIGBt7wHLwZ84DMwMJdRsAIPe+1h06gxOBiVue/gK8sSFYumX2NQIQSBBzxavXq19uzZo8bQkHgKpFSqqG8Dkqa555fN+6I/GzD/g09X4KiqbriBBxhsWayIqQYHB7TKRVESlStwSUmS2si2435zdgjeWuyJwq2y4hH8ETRAk0HDWzKesssDPhq2PfOF60Munm3fsk07tm7TiPGr2FGjvMwHjr7FCXxYh/nQBF5IwfD3o0xxDrFr23hA39Q0gWfwCXqGwNye+dTWgPEr5CUNN4ZVqwyo3+l79LTgIGzReBSshJs3b9Qa87BtY1wm8LVMYuDTNFFwhDboxIiAFjwxIAXrj/xC/uL+NrQYB3CluFe0gSrYWLUtzyRsidcBF+7PrYchoPxZxGXBDi7i4/WW/4WQKoRgnhXsVGriHmSCvRZszPk7omOTM6IQ33Sj0PZCwY4gLxRiUxqcmN934BR8JYQgcOlZD7t2CBxNzHiOgmm1VtXqdWs1unKlMusm+K315yx3QCTpOjeeNrsguXr1Km3ftk273ZjcsnmT2dvVwtyMOq0lVcoFZS4cBuOamh8rVq2wHJYVbBB7hqFsY5naOV0cm9LZcxe16IAVXV10MIBTgJfoYghS4v+Zg3aEbXVsMziP/DAMjkE3Dy0oPY+ObYRFyzdlysznogskjFKlrkXbiH7IVLZjPnbylL59//06de6smqZD044kNbzIN+u02kvRmQw4aIRX0JxvPkGXhovhIU2FI4NXbQdFc24+LvO/az4jf6nnIPvDw8Mq2E4hj/PzOMl21J+2eZWkmfjWbWo5SPJMiWEISbC97FpeO/FociHeUdcmp2d15twF8TQ0Sc7jjz+uQ88d0uHDR1w0PadTLmrS6LHR1fBQQ9e4EXeHE8/d17jQvmKV6gMN41/TWhcX67a5l108f+HoMa93Njo9YAePrp1knhqeJFEIwYGO4TbtSf7bvoZ+QpOE6woKwUOKR+RlwGuDP/RhzRB83aNoOkCT3LiWXAxO00TFQqbZmUktzM9GHtdsMzPTjrE8f/OmTdrsIic2l8YCtOSIU0UHW9b9H/3oEX33u9+JjY5hF9Df8va3681vfat+6Zf+pa6+eo8bh0/ptBuLuWEYXblGF91E3nvwJv3ir7zPDYeb1U9SLeLPrBMlB6zwAfnv2A70+6kLmePmh3E0zuCE3gBHalixWT3zPTWOpbwQE7qymxrIDgXsLdaT9Zs2a8D2btgNCuQj8Trct8m4Qc81a1brPe95t37rt35L//o3f1O//4d/pH//27+rt7/z3Xrr29+hq4wDDVKFVD3b8mkHTH2vgQwVsS+WYSWZauZxs92N/GwZH3iGDGJPgRfYsWfYc4Ijjtii1bZ5wEuhkiN6xtwFJxbYspZpzP0Ujffu3WsbuVasU7efY214RSE0tyxnmeGw3SThwB9bpDU5Oa5JN0amPPgZ2q+7Ifr3f/f3GnezYt629+zZM/YpTQe7TY1dHlMJnLxnx/rF+itMNxpNe+zX+LaQ/MIvsC9yBozQdZtpfe+994qE9ad++qf0i//yl6LuoC8028DtyAtHxM8i9m0v4FvFMsdaFKxYD/udWv7n7N+JLcYsK/PW8ZL9GPBMXL5kXCbE3y99/JFHdfTIUZ0+eUJPPv5o/Jbt17/+VZ20Ll5ws/HShQvGcczyPa9qtaL1boht3rJRu3fvEjQ5d/asvvilLyuzbz57/oIuT05q3GPCjYptO7Zb5vpOkjs6dvSofuRm3j997nP67re/pQu+b8pB5PPPP6eHvv99ffMbX1Pi5OGWA7eoVhpQc6kjfPLP/dzP6Z3vfGd8EvoXf/EX9du/81t636/+st72jnfqJ93g3GXb8INHfqR/+vwX9fhjT+icG+/7bzigN7zhTVq7dp1S0wEZ4KEAkloeLrnsonHXfOk6znr0Rz9UZgbPW3/POamvVMpCDg7u2y8aI8j/WWA1/5GtkmkID17/+tfpz/7Ln+jP//z9+s3f/Fdau26Vuk4S17ootHHTxujrSsVcK1xA2rJls+50AZO/bUSMgcxNTU2JpiIBv0VBNj622QNR7ok/tmzZos22GevWrb8ip7ZJs+Znah8/ZzuMLcnSxPRta3JiXCPDDfFTSkXr7eLCkpOcS5oyH2iCowvIID+NNmj9CkEa9vzVa1aqVi3rs5/5pP7mA38ZZeqc5XjKyXFQUNG24JlnnlMhy4TMnD55UoefP6SedXWTi2MdN07POuGadZNqxg2vqmOFDW62XX311Y7F6qIZ/BM/8RP6kz/9U/2r3/gN8QKGEIKW7M/g7xE3FuftPwcc6+HHsAkhKyiYby3bpHavr1K1pje86U0qugj01NNPqmMb13IStEgRIU9FXNOyfa8Yl0KhIAr9bReZ5qyXLSfcFBaTNBXX4J8UYoK9/I0sZOOb3/yWPvqRj+iHD/1AX/vyV3Tm1Oko93xjd2ZmWkkix1otPe/9jxx6RqvM175LzKxXqwwoC5llthVhQ8/Bnf3RaXwsPiVJUmFb4P8a2yvsUdOFrn9y8xs/IL9mZmZirIHtatn+jY+PC1nJs1z4c2xSwTaqUq1EO/U3NwAAEABJREFUffyR5ffxxx6Lc1LjODAwKK7BA5qta9au1YBlZ86xzZve9Aa99KUvdszRizalXq/Fbx7sdvOWb3e3nbwO299XbfsoFg87XgcG6Abck5NT+r51FXkCJgbvv/71b+jLX/6ymzdOCA0zfg07A/5nTp8W3/BE77BLjUZD0CQ3DotOoClOo5/ADPwUnFiTOGrFihUxIeYzsjJvGwbP0A8+n3bR5oTt1JkzZ/Wtb31L/KwYNvKb3/ymQghC5pf3CSFEnWT/on0oMAEn1zfYpkF/5mNDj1smuQ6c/+pfWbdNQ2Cl4URxKoQgYOFeYIc+NACW7Tg4wL/EQgMNWBtaoetF248QgjmtKINcB566/RDHEILAl/tZHxh4T3GMfeADPGGt3W5y4c+udUyLbUGWuBZCsF3oCv/ATsFwsA739p2Dsi4ygaxxHtyAY2JiwjJVFetAG3jAHO4j7qk7d6BJvM66j++HBlzLrKvgCi0OHz4sCqu8Bw9wJ0bA1mHTwJP9IEDXdoT7mIeOsBbw9B0Lcx4ec46HWICZ91KIOcTyHOLoEIJ1u6iibV/FNiiExLyvOifpiQIpv2yEXzh39pzjoEtRV4CdfYNC1En2g3byi/fQAP1kDnuFEKLc+rK4zoC+y/ACG/xhMAc8oRnXOcJD4hXoxk+2IsPQCH1mLvdzjnUZ8GPYuohOsAbngI/7mc9nBtegHQP54Rz3EBPlecEwy82OtuR8u2//1LPPS+3vEo91zot4wOetjjP55hHNDvIHcAcH9kuSRKyLfeU9MMJTaMM+nOPYta1GfpbpxbHn+AS+sR5yhEyhX9gBrnEPx+XBnpxjvYLtOEfOgRs8YE9kB7hYn/PQjbnwk/WZF0KIPOJ+RghBHKEbsAMTcLNX2/aKtbjOOe5nH3DhPfYd+KAB+zCH+/nMNT5zHX3CtqALnGcuMAEfc5hfdd5YITY3PKwN/JyDp9gtbA5zsXFd18bkF/RmLjACO7T78Ic/LBp3zGPdBdvFL3z+8/r93/99/eqv/mr85Qf2efbZZ6OdIn4BZuBhXXBFFg1GtBPwhvnAA32ZSyOK88gg+MFDWWYK9sH3vfpVzk3e4phnbdSnj7qB8sG//WDUK+ISZBp7d4UfivKDPK613YAHRkvgxJG9WJvPDGDAfp45c8ZxYyvyjfPAAPzoBbSAdyGEmNtBa+awFtdYl/kM7uE6fIjDPrLtWIFCKqNnnZBrO5xL00TlSlGFYm6YC0qdzy43vkIIMabBr8LrtuNH+LG8Nv4c/lMjRH5ongAHg305AnsIQdAVGeZnS7sueDTdwOn5uIxTbt+InnDPMl+4xufU8HN9eV9wZPCZI9eBK/M87qGAzxH6cD9HaET+zvkr5xRhQraQe2DjGvsQ0+VpwXLS89SgEDzsQ6ouhNcqJaVJz7rWE7ljnqQKjtfaxmfRtaAl10MWnX/x6x7EAYnvrTi+Tg3boOtyQyMNDQzWtHr1qK6//hpdd901uvXWm12vW+263ZDz/WHNu0nQ7ibK8ooL9U03bSZ8XFCjMWh+DHjOgGHraskxZN/5w/mzF/Tcs8/FWJi4DjzYD/857TiOz8jlsnzKL3QMmsHX1L4MWvp0lC1oMTk1KfIvYg3OL8sw11iL9UMIMW4L4YpMItNc4x7oymdkhmMIpqEHn9HHJdOIeCkEn1ew32q7pjAT8Xr8iSd0/MTxqMcl0xz+dV3DIHfJ8zTCWHI8cwXmnn1jpp5tcSHLHben4pcSZwz/eevTouPhLAlqzi841+qrbxk+ceyo5h2/dx379e2PC1mm7Tu26eprdjtnuVMHb7pRNOvOutY0YJ7deeed8U8sgAcPbmJbxp3HffSjH9XXvva1+LAUOrJj5w7JfG45l1eSqum9WKdjP7Tk2P0COaj5MTc/d8UWhL5y750Xc5O4L+SGh8x7hgkdXrIswTtfjP94D/05Dx2hi12VctMkyxLxnonQIrMel0oloYcl5+VF05Fr3LN8THxDat6XnUsPuZa71jHf+vUbxHHQNWCu59ZL7DX7osPoKD6cdbjG+gzmAhP5IjkvA/uODCGHzF23bp0Sw5XlmY9BvdBV17TpuVqWeJ80L9h3mw7GO0nTKBOTzqnZk/rZ4SNH9KjrZ48//qT4syPfcsz7zW9+Qw899JCoq7H3Mlyp70fGiVHXOz9DLrGxwMg14GVga5BtcIC+wMngWggBUsURQlAIIb5nXtc1yDHHjsB00vE+zaFSuRxj98TzapWK1riuvtFx9lrXXYt5Hn/Fc8GNvIW5WYcmXdsPqVzMlSep8jRRKctd/634XNFynNkeFxXhc24CLgXHBxEA/y8kifmd+J1MM1PQ8WMIQanxZkAH5ATfBO/Ae/mILQSHnu2WXJfyXeKIXSZ35OHdtn1xkzjBesV7zs9Nz2nJeXZzsem6Tyvq4Yybq5OT047fu7ZfDW11X2D//gO6/rrrtW3rdtc0R51vD6jkODUzfnEtr9t0jjo7M6epqVlNm8dTHtOulbLegu0otlo/fgH3nOsAzOc4Z51mTq/fEzTJXIfpOe4CJ24JxilRUKlQVqVUUcU15aobw4xatR7j/WKhKFsD62jTMtiRjbia1lHWnpqe1KWxi67bntWp06fcGD2t8xfOuXF+TufOn/a5Ezpx8qht1BHXYU/q8tgFTc+Ma3FpRkvNORVKQatWDWrlqiGNrBjUipVDGh4Z0ECj4lFVuVpSfbCu1a4fbnGdhJxmw8ZN/rxWq9eu18ZNW03H7dq0eYvWrtugdZbf0RUjWrV6hdddoZUrV4i4dcC5SWb7gbx17N+brg1kSV81+6hiIZfFIcpDybqPnccPJZazPC9oYKBhX1KPMtSzDoYQfjy3FM9XHbchR4nlrGC5q1qe417+jEyudK+BfCxHrs1P5Ax5YxBPMZA51igWi5aNwWiL4BPyh90r+TzXu67XYls7ljmu9/t9/fOX8QsWsI5YFMOIQPQt8AAUQohOg2soOQwECBZkHosylyOfaVhwDWEJIUSkAQJE5VeaJnZqpah8rM+9zJ+z0oIk7xfsvBjsyeflgKnnTgbzGV4qGnmc3YIN/vzsTGyG+KSJbpgdhLXt1GQxzAt5JE6aZhFP4PznhEhMdNYDNgbXQgicijThJ4uAB7zBE7gLXjOEEK9DE/DlPEcYwx4c+bwMLwtyDpwYfIbBaZoa7H5UtrKNHAIBTEkSbHy6Yv+eDWKSKPJCBo0Gyv+Zd8VYsU4Iwff0I57sBQ0x8MDP52X+QsuOHWnPQWLfhiqz8SjkhXgf9Lx02Qp69rQMghBE1gZ3jvN29ufPX7RijlsxZ6KharkwXalUTefcxqttujS9Vk+pjUfudXM7pWDA0ySNvB8cbKhWHTCvUgUXujrtnkrFst8H47sUnRNKsn37Tgdxe0XhBppMuDBJ8axlpYBP0Ldi5WEUrEglJxMFG8OSnXPN8BBIkDzMuAhG0MR75oETSjbsghTGX37BE+YlhrHqe2vVqh1Hpsz8MVmFrKWWIfgJz9GHJElcBLKiK1V7qas8FN3sqGqgOqjhxqgwkGWvtdFNjR1X7VS5UtOq1WttJGsa8t5zs9OadyFt0U36eRte1kO2ujY4PDkEzxasDwT/6EfdRR2CB+AER4NtOndM90yp4cQQcR6+M/I8N3w10zlxIJPb4VXj3MyGjWvQj8F77u9YZ5puoi55TE5NaWJiShQ7u9a9qIcuLkKLmhuBJcsqtIAPQ4MN1e1I2TtJrsgz66J/WZYKg7RoA2oGa9Frs2ZeRFaWtMrN0PXr1ugqB4mFPDXdGioWcs1MT+nsqRM6evh5nTx+TEd8PO3AdcbBJwb54sXzuuygj4Q783xGmSKmG5qDg8NRDqdcRB53s2LBewNnkF9GoJAVlAGnHRs4d9x8RBd8Neoi+PZsAzt20E1f6ytRkjqA8rFlvVm0vM/hqO0My7VBXbN3nza50VKwzBy45Va96nWvE39TDxpFPF08Hhsf07jlt2kaMgYbA3ZcQ9pk2ShaXqFdCCHyE10DltQ8LZiH6ALXwYFrHHvWWxx5ywFtCKkKdrrYugR62ynJypv5XoKpOdtIZJZ95VeSptFOzDnRnzadp8xr+I2+8ORR0zjOOyhomldzpnff+nb1VVfpxW468NOPN+y9Qbfecptu8rj9jru1+5rrVDHd252+Tp05p4cfeVzHTpxyMn9ZBtM7XvmH3Mk4ZoaxaHhLDp4r1t+maSIzB9numSfITm7YByzvyHRmeJE16MH54eHhuCD3FQrmpeUZm9BpN412X6lxDy6m9x3EeDvrQFXc07c/wMai/8DCPS0HJufPnxcB9CY38qE1QS1/A4lvsVA0TKznP/jhwzp67Lg2OQhb74Di0PNH9P6/+At95nOf1/e+/5CeeuYZYWsfeeQx/cc/+EMdO3nazasp28lJ06CvsnEtGaenfvSoHv3Bwzp/+ry+4sbAH/zBH8SCdtF2C7zhbzAxaDinPvbN3yUHbRQCuA7MFSe9wA+9eIgDmkBHfBQJQaGQa4UbhAMDNV199VV63eteG7+9wN9WWOmAOfdeaV5S07LdMYMyy0u9Yb2z/czygu1TVcGFvWLWV9LvGIpIbkF/+DE8PBTnAAt6EkJQw/eHEKJ9wc4SmPDNDr4VxM+wkthRXF7lwH10dFS5aQEv+uY38KIH0D6EEPeBt9ACWwf9mT8+MeYi94x1pKUf/fBBPfrwQ1pcmFa3taDzZ0/p+/d/T1/6ovnhxveZM6cdUF4UT2jmeVGlUkWZZS4kmXgBL/hQTMC+UoynycI18IKXvMfuhnDFLzEPm9yzHI1bZ56zTbIJEMEt+J4/d04r3Gxf72SvbluwyoFcx7rTNP+W+QifmVv7sb1cdNOCJ0bZB/sOTGXbA/Qgz2wj3RQrFTIX0Rc1UKtoxHSuVEuCtjOOe/APGzdu0Mtf/nJRTH/xXXeLptk3v/ENfePrX1fZPF10MePChUvasWOnsEljbsg13TDbYHlf4YD3jBseaZKa7kkcEjzv2H/lkvl/5+0v0nvf8x4dPHDQcrVCSZKoaJlZXJzX2XOn9ZKX3q0911xt3syKb653lUS537hpi9773p/Rb/zrf63r9u712pk69iUjI6OCt0OWI3Tx+PGjeuzRR3To2ad1+vRJ2+6mVpt2O7fv0GrLC3Kd2gZcPH9BDz/8sL74xS/qC1/4gp4/dEiZdR+ZpJE8MjqstuHthZ7K1aImpsZ0zsnFGcvGsaMv6NSJk56fe2SGdU7Yd9YGH+QL3mInWbNkHnCetavmJbRdsdxAMg5zjoMy60rb+kmCjzy17BdYD7l55qknLJ8Pu3jS0V133qF/82/+jX7u539Bv/U7v6P//j/+SsWikwH70Z71r29f07bPP/zCYcexbZ10E+rQoef0+GM/cgP6jC6eO6OvfelLGrGvaVmWzp0+I77p/awLU0ePHtFxnk49fMi86umUafmJj33U8VVZmzeuFw1jmlFzsK4AABAASURBVM7I1omTJ4Ru5tY9vvECfhQa4cGrXv1aN8J/TRtt29I006c+/RkNDgwK3wCverYCS04sawN1ZXkW476ZmSnD2xKx9qbNG3XgwH6dc2HnkJu65WpZIQ3q2gZnhVwhBPuoLO7fdcM12EbnPt+1j10wTmmSRZsA/bC5u/dcE2W8MTjghG2jXvfa+7R96zq9651vcyzWNmwDQnempif0xS//k/7ug3+jQ08+oY/8r/+lyakJ2/ya4CMPFbRdLGJ0zCv07NlnnhUPKxC3FK1jPdvB3DJdMz9WrFip1PiTbPP+3nvvc0yg+OclnnUBPIQQY2JsGHRjgAPxYcON0Q984K/1gb/6a/3jJz4uik59J4CzjvHGHIccOnRYXcfcJPXTLpLVB6qGdVxZnjjWmowPNOCLkKVjx465OHlBH/jrv/a1cc3NzzqxHBDyOW+/3bPd7NsOhRC0du068RAeP+sMn2kAlB2fIa8brePbHJtgR1vWeQqy0I1vxiIHly9f1pRjAGi14FizWCyq42SR++EDa3zfTVr23GsdBtdqpSp8D9c5fsvNUpp0/F2aT33qk+Knr9nj0UcfjfJAAe/Vr361Xvayl+ktb3lLjPHBAz0BBmwvBSZkrW4eFAoF8f7+++/Xgw88GPOBE9aJActe07EC+JHYI7/wFdiRG87j/0IILC10GLjZH/sBzTjHMeJhvSYvGHfBsWU7nfg+dJE5rMmRz9CFfaELdGQ++LE/8OPTWJ+5Va9Zs20HANYELu4FJ2ABT85bIcQAUu4DJvnFNeYPWpZYnwHPaIQy2Ac8q46bOAITa0Iv7kuT1PLadxFjNNINeJF5+MlY76ZJCEGsC+1CCJFOqe0rcIcQom7LL9b2Ia4HvtCE9fCDwIxPR47gJXKT55nAA1xZm/khJCwRZQqac51r4MlaIQT7qIoGBxoqFSsqOC7J0oJ96qLSPFjCe0qSoCRNIlzsJb9CgHKKsLEmsLIuNOAz84Ejz3PPlkIIETbg5lwIIdqIEIKKtvVpmlqP1hqWsniPztBkZs2idYJ7oN86F1qhE+uAQ2ZbIb94zwAO9gd3/DdrhRAi/iGECAdzWA/4FBSvMd/L+F9fss1sOfZeu2aVyqVC5E8IiRLfzz0hhHguSXzOo+zYkn2AFZklt2UPPiM7yB37YVseeeSR2JzxRlE+OIIfvMHXYde4l/Osz3vwYS0G79mLe1iT96zPNd5zLkmTSEP4C53QCeBK0tT+oh35kBhu9gjBBPAb9mdt5vtj/MecvFAQNo11QwgCf+jP/suDe+H7Mv2BZxnuEELcD9hYn/PQGrvFOd6zNvdiC6AX6wEv/EbWia2Zh00mTj38wgu6//v3628/+EGdcSMEOOUXeJJn3H777eIhCuLJj3zkI+KhlP/8n/+zsIH437//+78XPxH8Jft01r5i2waiHAAHcOZ5QSGE6Gs4x+A8vmHz5s1Cp4kb0X1sHjgv0+AFF/ODab376t36AzdxV68c1X/50z+NP/O/0U2IEILjyabt8KL9UVfTzpMLpjO0R7+wJeDLfpxnhBAEvfF3xAzkZMt0Yi5yA7/xJ8AGrVgH2kBfBjSF5qwLrfjmCmtwP3tY2ZUqKE+wYT1TVAqhH0ev1zbMi3F0nU8bnPgNN9blftbBTzGwucgj/MQHwcctW7ZE+IGBwXwaKNCQNUIIAlZoAR7oLjD2rYvA23UhleFZqlZq9skTkXbQBNjZr2O/yZG1uafvuI61U/MCGDkHfaAN8zjPnszjmv73qx/XhudJckXXwSFNE7GO/EqSJMoLe5Ws/5NTM2o7tjjnOP/Z51/QpOOLK5oVrHMt9ZzPpaxlW1bMc9fk++o4Hmh7IDfw/dBzz+n0qVP22ee0fdtm3XLrAV2/d4/Wb1yt+kBZclOpViur0RjQOtdsbrhhr66//npt27ZDa9ast60qqW96UUB/xSteoTe88Q1640+8SW9729t0zz336pWveqVe9cpX6S0/8Wa98Q2v0wb7IvRtwfWZmn0mtIT28A16eKmII7TqOHYL4YoMyq/0xzTFdkMb9KjrWLJjHjCge6PRiHaoaNlmDeQCX848rmEnS7b9nMOnM5Bd5jHarrvOuHZStq/dvmOHawhDbiCVRIwCfORO/A1A6Dc+ftl5y5KIA1uOUWg2Ur9ouyYB3fuO80+dPOlm8jN68onH9ND3v6f7nac+9/RTmnGNZWpyXI/88Af66If/Qf/PB/5Kf/Hn79df/+Vf6k9sN37nt/+9PvbRj8RcgAfZ665zYZfItdAx/mbmD50XPe349BOf/JSmZ2e1cdNGfeBvPqD3v//90W/yax7w4bWvfa1zxVeIB/laplVAJspFtZx/8KDjpUsXXceYiKPn2LXdaarlGgk8gjbIZM+4kD/2Ld+J5RB6cp7Rc25k9lgOJM5LiWW2oNw5eOK9ZCXvma7Bjf5CMVOWp9bvEB/248/GLf34G6isBV2Ry5bzKvYqO6YdHGyoWq0JPWBvRgjB+2EngpiDv0Ae4K38Yh1g6TlmRleXeU+dh4FNv8r1LWwY9/sWw1tQkqT2HVLHOFGz7Bjfvi8mzhky16s5dn2t1wuiFjcxOWm6Tdk2zzlOn9e8c8SLFy46nzseH1h+zPHwgw8+KOwO9QVknRgKG4TsJUmiAcd9XcsxfEVmOectTbb+/8YZ3KFHCCGe4zNzuI/BNe4LIRiG+UhfbBm+aci1M+Q5zXMhAyudX2PT69W62tgC6+KM8eAB3UnHxTPOpfgSS8uN48X5Gc05V1jynI7tSTAvvYVp1FXHtWNkCN1jb/QPmIJ5zmcGn+EB8IUQTOM88gvY4Be84To4sA4DGsSj1+fINeawButFvlieWs4pe+YPtBgcamjQclIpV1TIih4F622Z6eLb7oxOp+v9i274rXaNbLfw2fv374+2bMuWrbZre12b3aKKm5vwtm0ZnJ2d19kz53Xp4lisbaKDE+OT4le5llwPbre6mp2Z19jYhMeYZmfnIv3nLQcLznGRQ+JoeD0+Nh5lvmc4Co4hC+ZH0fWpQlZQ0cea+cGfQ2rUG87laxp0Ll53zwR7lxcy5dadxPl1z0ay2VrS3MKsZtxPmHKDdWLS8LmHc+HSedc/zurk6ROuy54UtZXTroVcvHTB/mFcNFR7aqtYzmzfSx5lFYqJZUqqVHM1hqoaGRnUYKOmodGG1m1YKx7m2HPtHl29Z7eoJdYHB5UX8mgjFhfnzM+iextDUY5Ljl37tiFLSwvWhxn77qUoK5lrNvILO5BaDjLLSNE5cMW1qnq9Znyryj0H3k9b3iYtj8gX8lFx7bNYLNquZ0LGOMdYli/kIrVv4Ih+8aAQfFpwbttyjjdr2zg1NRX5wmfsy7TjH+a8cPiwiI/RR84RUzF3yteRgY7tJTD9fwfnkcsEpxHfWJEBsmSEyjZaABhCENcBgMUZCATCDMDMAQneLw+QWF6ceaZZ/HdlXqZCIVckmJ0nxGDvycmpGNCBHOtwnhGJbhhCCApepd/rqW9D07Fx71t5zANBdOahtCgzwsqay3uzTs8C59stJJmAI0nSeGQO8KZpIuaBfwjspJisYHwwvBQU1rpAirFlTuKN2QcGQRvGnJsPEBzjmiRJXB+4oBFr815+sR/7+m10AKkZz3zOwbwFN9Zaxg/hgdbzduZLLqiCU5xn471gxYRWnON+YGJ91l5mNO+5xv4hJDbGigafr50DI9eWB3O5j/2g50oH39u2bonBQ55nVpCyDcOs729HunCf7ZZCyLTazcFhNwaB6fLlMU05qONanhdEosl7RsEGougR/CHpS4np3HPw17UxYX9khnVLDm4YAAwdSBZ44vzxx5/UieOnNO6iFPQmKL1w8YKmZqY15ibVkmlWqVZ17XXXaWRo2EZgRC960R3xGyYUU0iMSUJyGy1kGpoBT8mBKLQrOuDquOjWsdHsmcZ5lhu/cCUgMMzcVzT8aZLGc82llp1PV+2lnqrlQQerMr4FB669GMwsmGe5lX7lylXatHmLina+szaqTTuFScN8zMUh9GzJTgr8cSY4Ur4lXDUewAc/2lbgBRsCdI9Rd4MJR1iqVB1UVKNMIzs4iBCCyjY2yEkIQazJ/IaDSmS35iAk4mG4qg7IMF5BQZMO5hbtIJnP3JoNGrAUink0frLThCZyEJV4vpxY9P0+M41qLn4Fy1ffXYUQUtMgV2YaZzaGniKa28E0SzzKti1ycrTkBkLPePEQxWc+82l98IP/j7721S+7eHhereaiLl44r2NHXohBPTwpGd6S+QMcLdP11IkTuuCi7fTkhOneUdmF/abpuOAi41k3UZ544hEb72kVC5mdUM10qlhui0rSJOpcz7aDp/3AKfQTpUlmuIE9sx0oKisUVXTzpVyuq1Su+nPJo6BgvDoKalk+5pba4nfjH3niSR1x42zd5q16/Zt+Qnfe/WKNuBGw5ALtmbPn7MTO6PjJUyLQQl+LxgXarly1MibKeaEgLylebcvfnJvq8BuZSJJEjMy0lCdlpnfuoBRad6w3iWma+Vo/CQpZ6inBLOpHPUWuWIdBYxQZCV6vb91D/3t+k6ZppB1rwMeygw9+EnuVmx2p59WtG6OWHX5eeZ8TJ/Sn4jmbNm2zM71WSVbUpbEpXbg0Fmlx6MhRff+Bh8Tv6HcsI0maWlc64ifcwD1NEvUd+ISQmOaWpCBlpmni8xcvXooOGLyLphGyCJ2QX64Da8V+qRTtQzHq90o3gla6aUgzfs3qlbrqqh0uIo6ob3u/aBnDToAbgT/06Fv2+sYbPZqxDg46ELhq5w4HU1frhhtuiANbwR7oHjBUrYvQuuSg6u4Xv0y7rr5GFy+NWwb62rX7Gr3invv07ve8Vy97xT167Imn9KWvfVVvftvb3WB6mRLjWSpmmhq7rGcff0zzk9OqWLYGrIer3JghgOfvKFGEnrfsZtbZUl5Q0QOZ71hHOA8cBcsJOJBows/Ua89MTatQyFS3L8VvLCzMORjcIugyb7+B/RwcqCtLg7ouQDRdoAsh2Ke3hB3KDQsyN+XgYvrSpBZnFtR1QG0jpsxyxX49KzH8YMivnn0w8tN0wghP0U94A3wnrJcEJfCbhAFZJkAdcIJwzbXXijWQx/NuOv7whz/UCTe38GOcL5u3rAl/2HfKMI3brjP/69/4qptnn9M3vvpV/d3ffVD//z9/v774+c/pS1/6ou3GV2NB6/jx4z6eNm5LmpmZ8l7pj/1XUUmaas3aNbp6126tXbdW4DA9M+Pg8nS0kdB306ZNumrXVU4KOqI4jh3Ex/AENfCVbGNIOkyCeN9526itblJct3evNvjeUcsieJq8apvWaSHVCQexJ06djA0k9oQ2BHjTxi0zTHmaqWc95qdQsM3YcGjaGBxQIU9Vr1c1PDQYk+EFN06b8HfrJm3asFE7kVvDu3bNWutwSd/+5rf09JNPiub1Qw89qLXG9w1vfJ3aDiD3Gsb3vPeZ0a2XAAAQAElEQVS98ducue0HsJy/eFHPuxl59uxp2/8JXbLvJrkadKEEX5FbL2lQvv71r3cj9Ho970Bz2oHtyVPHNTM7pTUu9K5yYx5aIafIAIkpcdKUabvGRef1Gzer5ELE+NhkpOttLjLuP7DfPnvKTe5Z3X//d/XQQw/E2O/Jp56MdD3r4uRK208CaOA8Yb6ipyv4CWuvxT633HKr3ve+9+mOO+7Q6tWrBZ+m3bCac0LRchzQs/6fO3deaZqrbHt10va3aj/Fz3Sdc+P46SefinICrVl7wb4vK+TiM3iXbGMuXboUYx6eJkYu562fyCr8G2o0FPwfMspcrvE+LxQsa1kcK93Y3bRhnQpZ6nVmzMchMbfoOKDd6WvRccakY6Wnn3pGX/3a12w7HrP9KxuGpmoDZbXtBy9cPO8EpCkbNBdAXqpZF8jGxsZiIgB8mdeumSb1as0xSCU2i2u1qvgmAb6xkCb64hc+L5qAU/bxNF/Qa+QZPChkHXXTjofj0AFoy89/I8c37NsnypmrVq/RouOPrpPnVnvJNk0qFgvC58p0Dg7mpp1wT1o2Jq13o6tWqFKruJl+WUu2N4ViJsaI6QF9QyInmpftE49p2jZYbnwPDlTVXprXgnmIfjWGRzU4NCSa/Rcd413yOHf+lD71qU/o/u99R6ntGXIy4z0/9Hf/S9/66td09uxZTTrp4W+5/uhHD4smz3nLwIJhr1ar9uu5Spbp8UuX9dpXv1rvePu/0I0HD1rH6sJ2lW1/4G8IQW374aJ9EJ+hC00sdJ9mJfIx64QMnif2W8goMKdporL5/9Pv/Sm92QVEmps8kLNx8ybztW6bslqNwUb0+egIe142LPCT5E3qa82addrsWJF4t9EY9PvNesc73659+/fKYFk2ukqSNNov4p0z1hUS86L5Ua/XLGezAo9lmNAhmo5r1qwRTSBsHzoKfjRZsZl8U3SriweJceFhRY7IFXb4nGOs8fEx3XjjQe+baMHxK/gTt336058W9zMP33nX3Xe5kDQRbQy6SZH1TW96kxqNRrx3yjYPmeMbXugr/rlp28Rx0DFtMc912YU85HSrC997du/Wi73my92ARdZ4KKDd6mjDhg1iTxoU/HIGtMLPcI71wRV7hKzBP2QcfgH3sAtJ05YRznFfmqZRlx5//PFI0xBC/Mxa8IN7oCU0gcesW7OvRY+xCazPXN6HEBxnViNszOM8MBQtR9CbdTg36JiDIzAvn2M+76EL8sD6FIk4B/3QR4qhGzasj+uHEAxOcIw7Fz8jm+g18y871gAv5AC4WA8YwAH8R0dXWNIU/Tu4YBNS2xFghBcckW3gg8YcWRtcgLtuXuFPOI/tJV5iP/SMezkyF71hf3w5cLF/CCHqIfO5Tl69jB8wsg/n0Q3uQWYWbZsXXYzJssTNk7Jh7wqb0XWResZ2p+MiMMNLR1qwH/s2l5rR5wALcIPT0aNHBa9psFA4obHFeajJnsCFDEF/PnMvPAZ24AkhWA+DeIUQoj1P0kTAzT2sxXz24wgPE+sV63L/8nvmQyfmga/8Yq8QQoSZeczhPl+KeKVJGvfhHuRleQ50Y06apraL/2cgu6wBHhEW103YC9vDedYB5sR7cj/rFG1H0BXmgwvXQwjRB0FXYGRvcOGeEEKkB/MYwMS1ouNK1kfXxl2Q/d9z/SYkSdQ11vHHiFsIgbdxcP/yNdbzBCFX7L08WBsY4TM3gQ/4gysD3IvWO2LQrmNo5rAu71mT9ZgDTrxnP+5DN0dHR6MesxcyzkBGaUQTl6BP/ILJNjdXDth/DNqmPPTQD0SMQQx3h2sO+AtoTYEWW/iOd7zDPrMYaxHvfve79a53vUtvf/vb7dNfLviBzQIe9Jz7oD34AR9NVwrw4Ic9X3ReA02YB1w0/dF/cECfuI8jNu4Tn/i4/viP/kirV6zUc08/of/2//sLjbnIOlCvOjYejnyoOHYg7nzARX5oAQzQIIQQ7TY0Zm90kffQnr2QE+Ccc57BXh/+8Icdf5+JsSrwfupTn9Lff+hD8Zu4D7vRg7wDG3twP/cmaRLlB/6xfss6uzC3oKYL04WsoMB/ITG6/SiDTcdEPeePqe/LCwUXcNsKIUS5x8fzsM5LXvKS6HPSNI1xJTaVvYAd3iGn2D0+Q3Ma3h/72Mci7PILuwk/KKqeOHHC/rQS9wDuc85bwDuE4IJv3XHRkhwC2S8u+k5F/wyO8IgjJ1kPPmJXQgjR/+OLC9aREK7oO/RA3tgjSVJui/gurwPN4XfFNZsQQsS3YPzlVwimkgf7dJxLEENs27bTdaABdfqpfEo905CcrWvaJc6BC84tgi1pmiSq259tcoN97arVWutYj1ggtz+YnZnSQLWsG66/RqtWDmvT5rVeM9NAo6KNm9Zq69aNGhysadWqUe3evcu58/XilzVe+9pXxwemDh48oNtuu00vffGL9drXvlb33PsKvfktb9FrXvPqeH6Tc6ZVzpmCi+2TE5MKsix4XHLcDb/QRfgEv9BlaIOcgDdH5JT3aZapbp/E/MT4IGcM+cVn6FpybMd75pGvpM674OPymqMjI47RBuJgP85zHXlhD+qL1POqgwNKTZtFy2HwXiEEhTRR5twBOHLDklruGB3ngNBYflG/nZyYEIV9GumPOj79/Oc+q8OHnlO5mOvi+bP6lusGn/vMZ/SAm6yHnz/kWH9KWx077nKTb9ixcOZ9px1DffbTnxEPrqFff+lm65/+6Z+KBzYeeughfeazn9Xf/O3f6mMf/4RhKmvX1Xt0l+tR/BrVT773PSL24yGPjnP4outb9YG6Wo51T7tmxs+FEs+dPXtGE867eVB33rq9sOi43D54wXZnwXXnBcfT2FLgCSEIXsAfRp5bZ02XJEnt5wseRWMvhRDicOnFNqcvXmmayFPVNyx9y2KZOpvpl2W5/WpZHdvtlnMkdIcvO3BPz7UI1mDwnnNS8DqJ0BHm9rxeCKa8Jy0aZuwKfp4YG34iX2edK8w4R4XPiYEAduwHMpWaf4VCScWsqIJtUJZmCoH15D0YQRKwJ1JIlaYF631P4CG/pp2jEWec8x7Ez2edX8/NzRrGEG0jtpL9gQUYWo6BgQN5A+fccTAjhBBpUCgUonxDtXnnoNgtzjGHUbSfY2RZ5j0S8ULmGbxH5sGNe9gHOoUQzOMJjdk38wtypw3rU889q7PnzztvGxe8zixvg84pquWSUi/bc9163vLQdE7XdDw278Zd07XYbqelHg8wm+5dvsTmPJGjzNPUaySmLyOEADhx9M0b+MQRemO7sG8hhEhrcGFwLYQg5oIP8EOj5cE56EcewR7gGNJEXa/fD1LBNZtKrep8ruO4fkFy6Nil4Tk9q6nJKdvvxQhPah63213vnbiuOKrVtoM11wtW2Sbu339A73jHu3S39Wj79h3avn278A9JyLzGrPsRU85bxl3jueT8Z0pL9mHy5oW8pGKhrCSkjtPnBa/brgkHJep1+65ztzU7M6sxN1WRicX5BefATbUWl9SxTHQs+7K8J6ZfnhVUKVW9XlEly2a5WFHR65dcp6jWKqJeX6mVlTpG7ri2Pec6yKRjY2SKBysmnPOM2f5ctO8/Hx8uP214zxl2YB7XLN9Cdm2p3TY9QldpLiVpT1ZF5aVEpWpBA4NVDY0MaMv2jbruhmvcZ9mjPdderW07t4gm6zrX1Va7JrTCvaPhYZqpVRVLuajHXKTW9PxzOnz4kGv6Z02PGS14P2SpL+9jOUmtd337p2CHOmh7Xjf9sac9x63wu2ua9UyPEILQa3BrugYJz2v2YcgQ76FJ8Z/pBHrDXGA4YX9OHAcvuDeEEOt/8gs6r1y1SuTF6BV7cI51QzDPvLenqYecGyZkD/nlM/Ahh46lgwCg4aSXIGylAy8cE4BxMxM5MoegrVqtKoQQF83zTMwDeI65DQFEYSMWX7DhZQDYkpsd/1wZludyL6NvImY2CCgV+zN44rKQF5QYmTRJ0U8bro76VpbUxGdwDwgtei8SqGUiXTnfV9tCiUEEfmBn/aKThoKNVNFEB45yuRIDaAoYA3YwzMOwQkj2urJWzwo5HwO0eRu1nhnP/lzvWoDBDTiSJI3wdU3w5XOpYWV/1mM/7oEerNOxkUrTxIazHQVs2gWiWRdOp1z8mnXRZgnlVFCKhCsx/r2ohPxcnOL51P9X5Af7p96LfaqVqnGqaaA+KN5nWe73AwJneAp/gJH5HJfMn9RGpVqtqWLHJr84d86GFofEfXMOdMfdzORJDAxCkiRWjDnxVAbw9CxwCDYFuPUO0PgGCsn6OjeiB6z0FL/mjNOci2Zd0wwaTjlAGHOBcMqNARzRlD9POLgacwH26NFjwjFRgBl3UQcjj+FcomCqvpU9F7xCVnAaJBbQNySpCH6QOxr1rEmgMGGDMuP9Qwhuuow6UC4rN84Us4OpiJwgP+CNfLBmwUFvs9lRu91TwYXoSrmmenVAqY1p10XRjpV8yQ2IORvDcrUmioDQigTlsg3l9Mycxm24+ancmg3E4MCQcq8zdnlCPIk96OIKMKfm2wDOy83QICmzLjDaNqzATxAA/JyDRx0HG9xXclDUs/FesBGetnHOzGfWZCDrrItuXwkiU/UcXdcrVQ0aloqNccl6QDBJUsdAx8tuoiGvFQfvg4MDptWIncywKAYO1C1Dvi/PCw4EK6ZDboPZMcSJvLTakR5tmVxq+cSMHXDLRbCydcwqrrLvrVkWanZyVQfrizb8bRdEbIicRC26aP+8pi0LcR/Dlpv+7FUznfiZ0VptQCtsrLdu2aQRH5MkmHM9JYagbOc5aBrWTcOiHUtiGVmy45+dmbLOTFlOFy0X81qyEe55PvIu3920jej2+kqSTD3blpCkPp0ah77xsW4pU7eXWNYXXbCd9Xlpy7btesV9r9Jv/Oa/00//3M/rNa9/g/j7k/K90zNzNvhLHk0tzi9p5ehKbbA+rHODARrDi0ajEW1n38a559G1vWCgU4VCQSEk1vWuOqbh/PyieoYvM2/lV8/zfRBzsSWswXtgR6+bxg8ZbltGwKVSralonsY1fW9m2WJ/5FsKXrunloOJaqUeeUrAIL+4fsedd2qPG2Ho9MaNm7Xjqt0adsFhynJ95vwFXRyb0LMvHNEPHn5E9z/wgJ5xg+aMm8hT1uNWs20aLAqn2DUsLRfAQgjWpWb0OcA6b1sKDlN2+EXb44JHPJoG0KPjYD81TYdMrxXed6QxpKr5C0/btgPYT/Qgtf5gm9ARCiB8hiZdN74zO+t1pv3GjRuEbQT3a6+9LiZ1NDKhFzaIYsVqN7nvvfdekZTv2rXLzdJ79FM/87P67d/7Xd3mQonZoGuuv8HN01fovle+Rgduukm79+xxsDQrmkVveuMbdGDf9RodMS0LidoL82o7qO8bjmEXXhqWWWAwebXGzvt1TjTZd9w2MDEv2sa3ZZ2fM12Aq295rLphUjH/CuY/CS86EtyJdAAAEABJREFUxBzwC5ZxfEaWZ5ax9QL+4ACFMWGbOe9APku8svne9bppksRCypL5F1r2aZNzmnYjFV+DXEFzdB/eY1vhRceyCbxcYw778rljniJLFCSgO3Kz2s0t6AHt+HlDztE03rRxo5PvQdUc+JyxTxm0Ptetq6zXNlzT5j98gzZ1B1NDjYaT+apecBB27vRpfffb39Y3vvH16A+m3JRet26T/dmQjh07oQcffMiNuDPR7+YuFKxes9rN7BfrDW94vV7rZuDb3/FO3XvfK8XfdKjafhSLpag7wG7KiDE6NCySA+gNnsBHARtZIIYhEAY+cB8dHXGjZ72yQhqD0kUHhhXbnnZr0THCnAtWl3XajeJL1g+e9gwhCD/atI0ue++udbpmnZxxQgcNkQtoPszPfHsu5wmuu5bvKfNwdnJcXevOvJtPky6WHzt6WND88POH9czTT+uRRx51oHpYBIvAjq+cmBgTf7cPv8ET0XPey3UUtW0bSnlJNfv4oZGG4Nftd7xIGzeuV61SFT/fvW79+ngenhw6dFgPPfgDbd+xU9dcd434hgUN23/37/6dDhw4oMHGoPJCruccKD9/5LCehV9uYvG3lhYs++NO2Drdlvbv36/L45fVccI15eB92mPHzp0urrwm/mzyDhcn+elT9I4n5HtWNHw1D6FMT85Y52vatGmLrr/meuV5QVP2qfh37Ad86ZhW6HzJ/mXS8UPPAkqSSJFzZnbO9rsXfyq3Vq6InwmG39hNbAdF1z/5kz/Rx//xE9Hmco51kFXgRieRlYJtkpfVzNycRhwnU5CYtW3G59UHh7TeTe76wKBtaVvr3cBasO6dPXNKpWJBmf0RvraHf1zs6NlnXtDkpH2JP9NULJXLCiEota3qOq6wOdaA1+xLmnLM8m/+9W9KQdrmBj5wrDePtrjpxBGa3XzzjRoZHYoyfNqyN+ai1AMPfF+zjiOJaadsj8GDogu4rXTDGnqjnxXblxeOHHWxrKYQgnLb4CRNo43mvjnj8ewzT0sufDXtT4PtS5oGVR0fJJIqpnl9oGa8l9wgnYrJWddJ9v/9R3+oz3zyk/rRAw/qUx//mP7bX/y5PvnJj2t6dtJzZuKTsK3WkmVySTOOeWfcXE6TVFmaWofG7B+LjrkKOnvmnI45FuRvOH3jG1/TNz3OnjypZ558Qs888ZQ6Sy0l/cTrzmibE9677r7bsFVF8xAadZ3gV8tFNRoN8VCdQRY61sMm2oa1Wy098fgT5seU0jS3jTluv9uznBXVtA/jmxeD5kXHc4lFuQ8aYgs4h83AHudZ7tiwqjRNdOOB/bZHHfubomWvqzHrMY3qlmMN+IeMrTAPuL/pAsWA5ebTn/qs+JWWroOnEBI98MD9evqpJw3XuJO+ktdNfazEQgj2mnVCCLFZbjcRZffUqVPiWgjBe5eNRzvaJOwC+sw96DwNAezyH//xH8c1G40B+4Uh31N0PNC1na5o06aNvlZ2XrKgivO+pnVMQV6zY993n2m9TYlxbdo2UejevmObrrONCE7IFWUkVa1a15BpV7W9aS21Nej4cYv1OA2JY8fE8XdBjZFBZcXMifk2VeoV9dO+Lk+OabHbVLM1r7aLNocsf13LCj6QdTat32x8E/uARoQPfpAIt8zLJEniN7enLPP4/UXnhpyDb9haaI4ekZuMusl/0003GueOLrppzwMek5MT4tW1zw6Gk7HgQmLHdps1kiSNuoFNYMBLdGvB+7B/mqaW3YLQK67jQ4nHsCchBO/VE+fhB3zpWK6wYdizpu3z5OSkY6SWQgiWwTzynT3g8ZjjBOYs78H5EIIaQ0OWt77wLSdcNKBoi7zDb/YFbmiEvcRnACsw40f6trXLc4CHvAvYoBWyzXsaCezLdY6su7w38PMZPFknMf05By3wP9iaEIK4l2vAzr3M5wgflu/jWggh4kJTigGsU7ZjwBtCELafdeNaidd1Ds3DI0v2wz3bnZZt1LkzZzTrwiaj6dwWXLB1t9xyi/Dru66+Wvgc+MDePdOA96zJ2uzFAGZ4x5HP4M6RAb84co57WQd8mAvderYv0CCEEOWB88zvOPcNIUQ54EEX5nAf9Fi+L4QQ+c/nICnLM7EHn5nPnqzHHpzjGvLGe66DB7QctF1B32mQkXeQ3zEXfsGjgcFBDQwMRN6wFjAACzS/IoftCAe4EuOxNvcxgIt1uKdq+8C6BtX2Zj7qJOvWHcuBM9e6lnNg4j17LQ/WWp4TAqsqwhNCcFx3Wsgz19mHsbwnsWIIIdIRWoAz+7MeNhCYkjQVMHM/xxBC1F3wAw7uAw7ug88L1nNoCy/BGVngZyDxgeCDrEJD6LnWOQV/y5sHA9Grxx59TF/8whe1dvVa532LMa7kJ9RpJn7IjUXW4uE8mo2sDV+w18AFDKwBfYCbz+DKXpvceKqZvuwJjzuOx8EPXvedVHN+0HzkGvhwT9+yt2/ffm3dukWbN292fLfRPvSIPvHxj8ZvytJg4FeETjtGrQ+P6KqrdkU6oevAsEwbZEF+QWtgyvNCtEfQmnn82QxoSywBr9EzYhL+BMTP/uzPxLgPmgHXlO2xl4ryxGfuZ332KpfK9j1l+51atHnQpGt7uzC3aFuQOI9sWqaasWn9ox89Ir6NBwysx2A+sGPj4CPXrraO8/cjl+mJPWRfaM88/AUP5AEzOJx1XsKvJAAXsv75z38++toF23XWxEbznuvAzJH74AXvC44PQwiGtx9xhH/sx/5cY40p0wD55IFyjuDPvawHzOSz4MMIIYhz0J19gJt75Bef+3YIXOcc+LAOc1mTY1/BXliOswZUqtWcKSZyaKmQpMpsT1LHcI3BuiqOjWqO5TZbzlatWKFrd19jvzqo3PPm52dduE+1yjnPjftv0O5dOzQ4WNG2HRu1Zdt6lcqZhoYHXBMYFE3VdRvWac36NXrxS1+sffv2Cdml5sGRXAAdmHU8SfyVpKm2bN3qov6kjh8/4XjnQX31K19X10DWqgOCJtxDAVzGBVyhAbh1bEsWaPKZN6nXkV/QF5tFA537mAeNmItucY7rfeuMp7ueMyf82pe/8hXnlt8wHOOR3hXHw/CLb34yHz0dde0B+Tp17qyC9yNG7Ts+yEKimufDaxM4ym7JuSCwzzqmXXRd8Jtf+7r+7n/+T33Ozc6vfvkL8ZupjaFBnT17Sp//p8/pi1/8vC5duqhX3neP3vrmN5vGu8QDZcSuB/bv08te8lLd8/JXiFolv8rzN3/zN875HvH9Z2MsBqw8NFf0vjfddFD7D+zT3huu13/8wz/Uu97zHq1as1ZZoeS6VU9zjqUqtaqW2ksac5xz2s3T4yeOCxpPu0HGz/2Sm5GTAP+c63c8zLTo+6hpNl3rxD623RiC3ny2qTGvchWd22Zu/CRJpmC6pFkW6ZGmmVLH1aVSxTFRLep4yfqeJKlCSFVzLkzvYWRkNM6HlrxHb7BrdceM0LNnH83eHduF1DxgXvA+nU5PRe/N547lYtb5EjE9NgGdRee4D3jRG3SSOZGfjpfBHd2n4XrGccN4rHFPqe1YPTV85UJFxaykxP/1rXPITmp80iRV8H+cYl3izCnn6kcOH45x+7PPPOVG20XXM6dEfQf5Y0+OyB3vWQu/kiSJ7dtCtB3wE1zAmeshhMhnYEb+gQF6YeexuQzohB3DxyOvxFw0/UrOzZiPP2MfjnXbAq4h09CHP/1TrtY0ZN3PzJfUtCz58+DQiIgPCoWiKtWy1qxaIX7loF6rRFud56nSNFFuPheK5rXrIZnz18S4hCQoSROlCXNSgUvB9hHblCSJGPKrZ+FhwBN451PxGvPS9Mq9IQSFEOJ57mM+R3wSuKHb6PyM+d71etxbqVaVpJn9xqJrvotqOUZccv7CPj3LEf2KC+cu6Oypsxq/PB7pXqlURQ11dm7edn9KZ86c1f33f188uPDMM88KmR8dXaVGY8S50qhGRlbEPLPmGCeE1HnXvPnUVep9gY3rAwMNDbgHM+i6/wrfu337Vbr+ur3aZX+7etWamBuV3RzNLE8d6xT+pemeT8d5DA8XMZK+VLL+Fs2HNKSqGs7GYEP0AWiyVqxXeZYrLxTMl5JqA3Wh48F0bruQ0HYDueUa/MJiy7WL/5er/4CzLLvre9Hf2vvsk0/VqdRVnatz98SenDUzyhGUwUiAsDDYftfXXPDl42vuvfbF1x/bDzDmGj+CDAhhY5IECkhipJEmajSa1BN7Oufq7urK+eT3+66awrx3Zlbvc/Zee61/jvucWhHNVXg+5Zz06rUrujZ11fnppGYsu0vLC8ZzzXg0tNpYdp4+5xx4ybTsqljKlGRB+UKqTWNDuv7Ggzp8y426+fCNutEN1l27d7pXMKgB27Z+55M11/f67F8Kbqquri2bnhf0yitH9PTTT9l+PacTJ47b7l3xXk3HHg3L/7LQiVnnP13HOJVSWUOWwXqtrlySE18EPHXqrOOXi0KHLlpXn3vuB6KmceLEiXhv1/wPIQjZkV/IFHqPv+EedAga49/pCfHnZ4jJ0EcGtSBkCZlCxmrmbc29Eujbsb1flx+qSxLXN4a3UpKa8Qg6Sve3yuYFUDoG5yoWzEKhwPy/HQC44sATI8IIIQgEUBiObMoclBUEAG7Fjg8Dt2bDvGhHA+IIHUahiBKnqR1pR/zeNQlzywLQNQIM9mDNrhUBBNgDuDmyZwiJUpTaArfe9Ko4SCirgGGwQSl6MA88OPK5bCfI/qwHXBgq1mQAO/CGEKJCksTCPAwuxhlYuJe12jbuXTMRGFlnycrIWhhw5rEee0HP9f0z5fOZcrlEBRfa1htLZQET6+CgUAKMdGr+JEmq1LQJISjL8r6n6GOmgnFNkiQagB50CalQyqDECmDFcTKJEAEHuIAD8LXtcBjA1rICd31v8L1SsFC3RKDH/I6LUJtdmN67d4/4yTNgKFgOBocGbEwGVa/XVbZiJwnwZSpCaw+MwbQbiQtu7rHW1atXrbDTLoy0HMx1lWQ5pTbE8gvYoFXTho4jdA8hRIfb39/v+MT0x7hYDjpuYLffSkSRme3bt4uiPU9blc1LlIFvJExcuaJZN+ROnjplA7cU4UQpIv2zTPNzc1pw8b5kmeAc/AkB2mbGp2zDKo9gHhVVsyFM0ky5rKBcLm8elTynooodfNVJKDCCPzxHWTPzJF8oac2OWJbJnPcLPnK96XNJkmjADaF8Pu/1UvGzkAP9fVp1gEkgW/ea+XwmeLMhX5nXgE4LLoivOZgpGO6u5Y21eA8t4IX88lZeN2e4a5aFVK7kuYHa1pyL66sOjILnQON5ywYygMwVDAv8Rr4JLMCDvRouQvQceDKvYxlvuenZcLGnZb1s+zNOZ9aNjXk3ZmZd8MZgp6ZVP85meEQ1y4dtudqWLwrQIQQ3Bdpumi6LgseCm5wYT76NKnO6bbn0FIUkKFiXu0lQx+dT09T1RTvEjg3uijCE/EzfScOHkSoAABAASURBVBvjcwSCToJmpiZ19tRJNzcuqWH7sjA/FwOZpt+nIRG0Ck4essx093qZ5ThJU59PLWs1FezQei7IJmleIWRquIEe/xaqDEuac1Jivrkp+sCDD+tnfvYf6e//9D/Qxz/5Izp86+2qVPt17vwFO4uJKHdrdlqZ5WXYNCCxHBvbLOwoMMC3ph0lPGi5cRZCsLYG79ewzEkFO828B7rfcCEX/eQ+ZBT6cC/H1LDnzTeuJWlqB9iyzHSVmm5FO6FKtWbHWvYoCZ1FP9gbesPfyfitmBld9fHylasOzCe05AZels9HOGS4zhun005y1gwvdLnmIHPaejXjovfpc+d16sw5vXb0TR11w+VE1LVly1rHNE3iaLnI2rUNITBAb5GdnhFLLSMca9ahUqkkmr4E6x3rNwP8sAXyKzVuwN+xnVqyPZm0LZl3swSdoBiM7g870fFU07DJIeK7cR/0gXZcYM2G7QznoCNOFHueOQDEiVKAZA68Qp/Yd7+bPIfcVK2ax0pSjW7dJr4BddX2jW/zXXLj+NLEhKW0p7NnTskCLp7+DT7D30Vkb2wPcvDG66+Lv6d0yrRiH0/RN7/xTU2a/n2VqpYdDKbGNzHtUwUVMstiz5B7MJ+10HV4CI2wXTSOoHO1XFSaelfra8s4Nq27A7YlhSwzPEHgXHVA1+16jm0pCe7wCAHhULQXTfOY4OJb3/6W/vyLf6Ev/dVf6qt//TXx91i6nU7UO3w485KQeK9UecsK8FKUYD3oBV/QT/YDzkXj9Nxzz8WnaTkP3/e4IbTfjTTkH7uDf4AWBE1t692Cbcll05Sf6n3dNDvhZn3Ddi+fL2jz5q0xGL3/vrfpphtv0V133quR4VHLf1vjLhrx98Xe/e53KkmCTp85rRls/dKKaHh1uj21jQsjb9iH3pKbwYEB28uqltwkA/5hn4e+c76Xc8BcKq3Tt9FYUdtF/Vk3BnvW3+sOHtCu8Z3ivhnLJTJFQeaCdWfahW+ZH6cMPz/3g3/Cxp53AkfwB22gLT6ybd9Qti6s2EbTsLly5bKOvXlU586e1urKknLGp7/PzeXjR91AfcUBeiXCW61VxYuYChg4IrsH9h/Q/Oyc+IZjs7GkQj518F/Xrh3jDniHVK/3i8b8gX17Tb9hwbuicQRf4GfMGf/zF87r5OlT+uJfflHLpmNm333h0gXNzM/q0pUJDVmGBtwEJvFHRuH7ZgfSfHO1Ui6p5PgGH7VpbJPue+B+bd2xVeVaRTUH3PlSPsYRyMIHP/hBIRcTbmgsOa7sWv6HNo0qb7uc5fKWv1VhM49CEzfSztr+YMewKYn1pVatRjkGjx07drq5fEJPu4l37sJF++uqll3UuO3WW5XP8ipajtKQaMG2bNF+EPmDL/g++Me3EsBlwf6WUXGhiXWJnza7SbrXDTuK8YuWF5rGIRA3NWODGxsyPTVjf5EqSQu2q1f03Pef1ZetU7/+q/9ef/SHn9fxY8eU2afg946/+Yabgq84qTtn+9W2GqRO/lqOlbqamplX/8CgCo6Nf+jDH1bRdn1yckpjY2PC7tEQG3FC9vgTT9iOTzlua7ohNKXzps2qaYjNHHfjqmO/Cj7Advfdd0c6InvgQrOCbylnpsuXv/wVhwsuTHg/9Lq/v65+x2DYw317dqvqGKtt/29H4+ZlT6nk/qo9tGWc+LPZ6ChL8tqxZYcu2Dc8eO+9WnGc9drLRzTpxPXDH/6IfuqnPqt77rlPFPmX3OROekFT9kFyAw09nLw6KR5ACkqEDp5xE1WWhR/9e58Sut1yDPL4Y9/Vn/7Zf9fZkyfVb96sLS5rYXZOH/jQD+nHf/LHtX3HuMAtzeW8RktFF5lyfr9qGWBgV5e995pphF7yDUceKCs4duWpf+QMOZ6y/s5ZB3jPyLLMujPsNdvm66XYkA0hRLnjei6RUn9GvtiPdVg/CVLO8e4zlsezZ8/r937v9/SNb3xD0LjhRiqFjyfMw4Ljxo6b6/39A9bPAR0+fFjju3bKS3qvefP2qr7yla/oyJEjUZ4bjg+q1T5t3bbDSelV8Y34TS54FMsFy0xmGezo0uWLWnRBtOFAbNXzleScJLc055itPjhkWWuqYd8K/EXHlciF/OrYTuJf6vV6hLNo25DLZ5ozP9H5WdOl0+0qZ7nJWZa79t0XL57X8sqi0CHkLYSgnZa/crmiXC4TvmvJNgS+4g85QoNcyPnaoOYcSzK34+JYuVQ2nbt6842jWrCtoVgIfBXnovDo5OkzpsGSUvtueD00NORYfzHGhuCCfjA3+lr7wiXrKrjl83ltdjxGAv6bv/mbylkutm3bKs7njR+NNnKRa9cmTYUQ/UrDvqfteDeExKLfi7aoZ7mF36HXcczTVN4f0tCzz04151i757gHv5GmqQqONYEFGPCJ0JZYTH7xGRlrW0cphiELJfuBXk+me+J8rGn5LYq1QgjxfQhBIQTbtbJYh4FPYX1oAZ3q5luWZYIWf/ZnfxZ9BbCgyxS5mRNCcOxbjXSjYURhAR4dOLBfe/fudRN/1jCkMYbk8+OPPy6af3yzE3oBM7iFEAS/iQ9CCNEXsj77E/tgW4ERWMAdXIgj0A/Oc477Z2ZmIiz4RPjCnjtd4IdGJpVp34l8wuexPviAM9eZ37Bt4jx0ZG1ixavOBbGDbfMwS9L45H/F9s2sijQExhXXJZI0RFng8+joaKQXa7NeCOv4cS01Pyv2NeDAntBgAwc+hxDUtT0E3hCSuObGnBDW90h8Ht1iLfQAGkGDuKbXDyFEfrMu59Az3ocQIj+gPbRkcJ57OTKXIb82jk3bS+jCZ+Yjh8AJ/UMI1rF2lCnfoqbjGWACT2BiTXgCb7gHueQ+5rLnmund8j1cY33gAtfJyUnrTSvKD7yHjqzRaDYjD9mDNVifI/exJ2smaSrOs14IQeT46ATFbtbmGvdwncE5eI2fRv6Ah7UY0JY1QwjCB9JA5Jue2HXozzrBxpk1uI+5wEkxD5mCVjTk7rjjDscmexVCEJ9ZG7kH7/Gd4+Ib+NjqrW6ukk/s2LFDA9a/79veX5m4rJ3btrtBdb2O2Zb9vm0/9gv7gz+mKA4sIazLBnBA5w36Y9eA80t/+Zfim2jcA/2IlZDNBedEZ86ciT4dOgPTsm1dzfnfNsPzvve/X0oTlrAPWXAh8oKwiXnbpH7DODBgH7C6pldfe12zjocUEr3gpvB//a//TS+/8kq8D56jU8CErWdfYIA+xMrAy3v4xNplxwmbRjfZH7WjHBMbQi94B3zY4RCCaIZBc+hfcJwIHdgQeUiSJMoBupnP8hp2oyWxn2i70fb6m8di8wtaFIwHc0MI0TbAP+QCOvIemeAz8IYQ9N3vfjfiDw+xu1y76667hN2E58SA5Bt8y/Uzn/mMsAXYTPgwPj6u1P6CNVl7Yw9gxl/wOYR1OFg3hBBtP/swJ4TgPKMWbUJmnDZw5z50FNpAS47QAhvOfeCXpInSNP3bgcxzDwNYoCFzV1ZXHUc2It0T05BzxHjM6Tq6RAeVWMcUlNkOOiVyfLAsGpx8a3nCDYSG621d13imHccuzS9p3nHoJeczyJe5okHH9zzk2XODoumC+/nzJx0b5sV2199wnXGsCpzJ+2IOeflSpMNO6wWx64rjsJnpufigBH8+B3/y7W9/W1/96lfjn/FAR/Fn2A5kDV6ZdJaHXrTL0B9ZKhp+5A48oQP0hG7YDPwYODOgAWtAZ3QbO4BcMYqOeYiJ3/72twv9ZQ55GvA/+OCD0Q/CDz6HEKI88Jn9gxdu229DL0x+miSR7jTE2Q87Dy7kEy3bvmHnScjTvv17dfjwzSJnrtWq+siHf1i/+Iv/TB/+8Icc475d9957jy44R3z2mWcc/7yhJx0b/sq///fiz7YQu2Bb6tZd6sbIC/r011//eqQxOcFDDz0U7Sb8CiGo5ZqpbOfqjpHWDMda0zKytqjLExecI5+MvJcdIjRcWVm2LVm1L1hzDXNN6H7bsY9Fx/xNPFKFsO6fQoACMl+69iOdiDsxFLKdOiZMk5x6rjc4NPQc+X3Px659Q8frtv1Z0fegw3nnZCEE770m+MK+0LBkHsPT1LLPZ/hacmzYtHxecxMMGbnqnHFhYV65LBO8YV6Wz8e1N3S35p4G58EReYHvyItZqMw6zXV4Win3x2+az7nGNWu5X1les+/oCLuXz+WV839JNxExa7VSVcHyk/l8uVQ1P7fphutv1Nvf8XbxyyxDg4PqmPbQFLnKeR/2xjagv+C5cWRvroFnwTYNvjK/4zicedCD98DNvLblDjsLftAEO4xs4XsOHDgg/rQLssBDLg8//LCI+bBz/FrCAdezdu/eHWM/1uraCABTwzFSahgnnfecd13rqo+z9i9LK2tmf6K8ca1Uar6vYh2vuO5ZEo2yzLlNmgalaaJcligrmEpZLsrJRj0P2LvOF9iHwWdwgC68J8aBFvBnYx7nwZv6IPdAj8Q6xnnmzDpepAaAbhYKBcNUE9fRB2x5kibqt55sc5+AY8l+qeJae99AXTSJq5aJdq+rC64RvPTCEX3ve993XndFjbWm2CuEJMr1+fMXde6cdeX0Wce/R22jnrcPOe38Y8UNzVoco6Nj2rRpzPN7mp9fdB36mpuFp5yXTXnemvOSOTcAZ0W9AH0oZEXX/ke0Y/uO+FAfxx3bd2q/m627xndr89gW1ezDM/OjY/1bdN61bF4EeOX8iJ5YLpjOSc62txrnD7i+Vy6aL6WKe19VZa4j5z0K1pe8c8s0l1fPeUvbxfS212gynBfy98Gh2cLivG3BfMzhlleXrIfLHotaWJwVD8JfunpJVyYnYk45ceWizp47rWuuu6+sLGnRtfxF9/SoP9E4XV5Z0Brf4Ldd6eszfK6b0GStVMvKuSG75pyMGtcbb7ymxx77jp5//gc6efKErrm5K2euie0V8pSmafTrBdsHHsrdPb5H+0yjUdO6v7+ukZFR079iGi+b5ldcg78YcxFkC53FP+RtC5CjJEmi/WFv5Ac54hx28tibb7px/lTMXfERzOd8rO+6v8A9ZdezWCuEIDEkH4JYIw425cZFFz0RQBRXfm0oas0CxwIIV7zBAKHQnMNRzTmp5l7WAXGMANeZ62VsOFsWsHYcIIBS9Hry+bbW7LQbFlzTzrY8iUWUBQvilAvVODzgWXWgB3xrJj6jbcFaH20TpmdEUgEjBgWCBwWf7/p8Ep0L8AA7sGwMYOMcOAAzRAU2zidmIgoNHTjHPEbTBWrOM5d5lUo57sEaXAcvDAMMaLfbQrkrTvyhY8mFCNbFyQYL1zofeja0HbFm04XUNdNidbURnUzXCrMBK2sBC4O92atqJUNJQkgUlChNcnYcpZj0cp17QgiRLtAGWHAkwC2/crnM/yZxr1XTl8H68LNn41J1srjFTdStW7eIhGTYTrharShNEytjz8a0asMxEgMLjHh/X58qFrS2izIt42Ky/2MbAAAQAElEQVQSGpaikiSJfCZwL7pAUKnVlITMfCkrhFRtO4qmnXvXRrb7Fs6pnXDRDrTuImKpXBWwci1no5JascCH4LxswxhCMA5N0YghGHzz+DFduOjikZOJnjHkfNMOomOZKVihet4HHKEFtPQUw1KQvA4yCR3SNFNiGNZ8X+L3uSyvzKNhOW17nWUX4OI141a0cwHOAdOnZJpNuZjeNA3Aq+rPVRe6+vrq4lUy/uy5EQgODQ8qy+e0yYXRVSfz/f39LoauempPfIZ2DSerIQQbjJE42qYRjRxPiv/D19TEZn6hkClN5IbMvFaWFrRs49s1vODcMUxJWNcHaMiAftyfGI+OjSq4tz2fcwNuLgBP0XwIvg+5XnGjbdJFzytuZtFUY8wvLbsQ13GTU26YBnXdjGw70KBot+iAuev3ORvBqouD1Uqf4OOamxFLLritrq0IXUAnGi7yNQzjggO5CSfi07Ypaw7U+ywDff11BfMD2BbsTKBfwWtWDJtRV9fFgqJ5W7aOubKrtouTDQ+aqIlDgJ5phkz3ej3rW1euVcYG7ZrldNn6tuzGJ8X7ZQcMS9ZBzvHZJFGaK2jJcxLry5333KvPuoH64z/5Gd1w081eOdHUtXnNLyxrYuKq1+4JGNt2VAU7doKc9YC3ap3pGveu0jS1POcEzWEgR2SrbOeXpplPBdOx47U6cX4IQdwD7BtjwQX+q+YBdoZz8BXH2jFiwbxkPWQtb5qEEGxj14TMzzlRnnXBeXp6Njr1awRKs7Oi4ddzYFZw8NO2vNHEOnH8TcPQ1qyLmOcvXnCAMaHjJ0/pwqXLbhpfFLxvd4yTHfP83KLndmwTKqrZRmwaGdHQYF2lYl4VeGL6r1i+1ev6/642Xshby3xHxrCTWZbZFja9TlWr5h8JwMLSoumsqOM56z90BTdG2fqE34EWFHywIxxDCCKph/bs1bGNaRgvaNC1/ncdyRCA8dAFgfiU6cAc1uZ68E3QnPXwP4wkycXgq2I7d8XFfr4NeenihBYdaK/YLiSWT+7f7sBoy5ZtXiERgXhmOUVfjh0/HgvhJIgkUOxHAsln4NrnwiXJess2p2kZXLNNBhZ4DY+BZdn6h7ygi1yDplyP/HNBywIjM0Id29NZN73zpic0Sw1b1zxoWz5Yw8CpYL5AkznrWXwC1Q28Iy8f0e9//g/0dRf5+XuUjz32mHji/pvf/KYDwWmxFnTn2HaC0I207No2ZoLWwHPceFL04jNwAy88Qha5D5vDEV4zhyf7CdB5ovBbf/Mt0SRYXV1Ws7UmZGLIBZS7777HjaObvMegxh1kPvzwO3S3mzHlcs2y3TRdr1m+G9qxfVx33Hm3Dhw6pJtuuUV33HWPbnMRjITr+PETOvLyq3rq6adtc4L663VZCR00rhi3GfuoZjzf11cT/gWeFG3boVHOxfplNyParYZq1bLKhbz4mabf+s3fjA3iedOQZuiyaXj0jTdEY4hGGQXhy05I3vS5l158MX5T6uzZsw4YTzqJndCj3/qWXjlyRM9+//s68tJLsRH3ugta0LFh23h54pLtyqUI10X7tLbtHGPF+xDU8TOnc9bpafN60XaYwkhPqXaO79Pk1SmRHEx4/+uvOyT+Vm5/X5/wBzMz05Jt4Xk3JCkcrTmuKhRyopFF85XkFfgrjm/2Wi43b9msrVu3mUYdfeELf6Qz587q+RdeiHQjeXv00UdjAIq9Ixbg52FL9s08WDDlhsTopk0acyxRsW0YHhkSsjxvG4aM1xzHJGnX/HNTJA1aMG55286tO7bHp6in7U+RF3QQuUJvO7Y7DOwfn1uWfeSS2APdwTfwJOkPfvCc9u7ZqwceeFC33n6n9u0/ZHlpqOFi01NPPqlHLNePWcZpat/tBuNv/MZv6DOf+Yyuu+66+M2lrS5EnjONKI6yH7RCppHntu0lPM/nMzc0ivFbx5Mu2jNnxjDzKxEzc0umWU/BNpmfMD5x4phjjUwnTx3X449/xw3Wp/WEC0jfe+Jx8c077BlxSqvVs81LNbRpi2r9Qyrbbz5kmQcPZLZnOxpCEPyn4f3Id76rHW5Y8csAr1vWXnntVS06RjnuRmOWFWLyBlzAQVG433EGvIJ+3/nOd1Sr9WmP6TTmOOTmm28StCR2Qb8jrxxHFPJ5i0xPWT6nkAtaba2qm3RV7i8rODFasU+v1wf09FPPOPlaMWzI7mUnOCtOPJ8zHdq69bZbtXXLViFfp06c1jNPf19Xr0xqwsU72T6t2Ldfu3ot7oNsTrlpzAMG4Ig9+4P/8nt6ysVpZA6d7LmJdeHCOfVbZ7HXI8OWs7Gt1umGl+uZ1mUXgxq64kIL+E9PT8W1O/YHyMczz3zP5Ey0a9cu8cAGuJYttzfdeJNutn9vuVhTLlWtF8Oam12wziSCJrm3/NCQY76ibQSfkQdsN01yCmcUebF5nO/v77PcralpH0SMStH2/e//gB566G1OHK+JPVnnHe98h/5f//R/UlbKaWCk7piqGeEvV6oacByUZXlt3bxF/IzkJz7xIzp06HrtP3BIwfa94AR6dPOoNrmRCo+gz8rqipPQTMhxzQU7YFm3Z7los0MIPubNm1ac9+STT/t9R1fMk5deelln3fR97LEndNU8wbZBN5ptwAs9X3755fiT4rOzMwpJiHbqW7ZpR4++6YL9edO/GOk94MIFsnbVMQu2ps92CJ1ddDO7Zx/Cuh3Hfj3TO1VQIZeJQiIy17E/LNgezFs2xCus74Mcb9o0LApF/FkM1oOGwIbscsxbZnm/b98+y3hNIYToz9DfxPCi8x/5yEcEPBv2fnhkWMftw4gJ4C/0Ym34DpwzLt4ABjBBT2w155E/5jCYj99jzRBClBn8HbDQOBl0gY3r0ATbAjzcx1rYOfZk7cx06Dl+XuabWS5IBtv2jhsJeRdh5Dh7YXFO/Ax413pQcKxVq1bELxtMOn4ectG2UqnokotE6DUPqtTrdQEnsBA3LDueAHbwBx/ggq6LrgMg0/gc6IheACcyzbf0sY8U6TgPrsDMusyVX+DB2n4rbEnNOV8IwbFxO9p+4OIae3M/uM/Zh3If51hvzboCjZAXaA7MecdSwMm97Nff36/UurixB+ehHTHVty2HrAfOXM9bFqanpyMvwC1NUxWKhSgTPftCrluyLPNnI5whBLE+tEEWmCO/eM9DD6dsW4G7bT8A3sC95JyTPXgP77inbd8UQhC4MJ/Bdb314nzB8p14DvLL57btE0fmMoCVwXsG1zLjzZHzLMUR+IEnhBBjNc4DA/cgi1xrOaeC5iEEsR+0YA7nwLdke8Z9rA3NGZxHdsGTa+wFDgw+cy9rhLC+JnPHx8ej7jMHv8N15IV7WRNYOAds8Bh5ZNAUJP9gf9YOwVh5MG/UDW5iAHCBXqwNj1m36mJhva/fRcWKWB+8MusPa8D/OJwvsgYxDbiwLzRIk5RpsUmDHHANnFmXfZEpCoTDw8NRXvh5c5pEqWWI+Xv37NFON/zJwZ5x84NmK3HD1LVrQk9uuulG2+pDopCNvbrtlls1OjwifrWEB3qef+458SAn+zHAvWm5ATbkFxjQYdYacF6OfIMfeoEdvuK44zuPfse5UyPyHX07YfmcuGL/63x6cXFBFfu1B+5/IPqCe++7V+9733s14mZnvd6vJE3U31fVHXfcHukATVl71PFAyXQlBqPQveQYE1qEEKId6bMdZwAjR/Sacdvtt4v8q1KuxPrQou0Jtp97oS22YYP31GaSJIl0hX7sDb7gxwBf1oJXPAyHfTt08JA+9tGP6VOf+pR2uyHAPcggA/rJL3SKPTbkDL2EV+x/8803O97ZE+mFPjOAjeusx0/z06wKIQh8gNdLOrXq2A8PuEhdivgjZyGEaDO+8tUva86xOLKPXLIfsCCr8OeaZWFjnRCC/W1B4M2e4AlcDM6FEOL6wATe0ANccmkazyN3nEOmQ1ifC5ycDyEInwre8osjcJZcm2OtEILPSh3nwNhOdNOLquQYI29eD7swXXW8gg2mwP7qK6/qie8+Gf3Itx95VM8/+5zaTdcmPPocN1a97p7d49o0PCRiMR6yJNdddr4/tzCnQ8498D3QpOO4Hblmr1HnA+TBW7dt1z3O5f7xP/7H4qew+fnr3/qt34o/gU3dkYEeIP/5fBbzhDXnRsvOE2Zdu5i3bCND4Ab+zGVAU3jAA0LkXNAfWiCrOdsFeM581uUcdGcN1oTWnN9pnWYO8rtsXwnNubbBV/gDbdmPeXnn2xtyVyiWNTe/oCefelL8fHbqa0kS7H9a+sAH3me5Hdfzzz+vHTu264EHH1Bff5+edE7y7/7dv9Mv/dIv6Q+/8Hm9dvQ1fffx78Z55Gb4YGLL2bkZbfd9hUJe+Hlyux//8U/pH/2jf6h/8k/+iXgIIGf/kGU579dR03ljwT4GuC9duqgrVyacr71mm3NU83NTyiU9EUvnnOd2u20RN6JLG/giMMH/JJadLM1UypdULJSss0m0N3n75cz4rR/zFqcsXgshVZYrqOTYtOv4nnrPsusli66XLS2ueu9FzbtRj10hFsT+IyOFQjH6piQY/o6sJzmFENTfX4/6KL+azTXD3FWaJnFuCIn1uall+2BkLbWuJMl6vO7pnpd6fi/G4cRHE26OIBPwnHHOjWtoC0+efOIx8RDzjPOFVcfQc45NZpzTzTsParpmmDreZn0eBF107au12lLPxULyfc5hpwqmCXH3pk0jplVBK5YfZGvVuWfT9Rlkh31Zc8kwMzjHNWSNayEE24m81mmbj7gPOedA18ENPLmGr0KX9tgP8cUimqgbNg6fhQ1ljLguhy3FbhTt56kHIPs7x3eJBizngJF1eRghniuZz0mqnmHhyzCL5t+C67ot67JCqqBESRLkN5KbOMhPp9NyDNW0jWlH+et2u/7cjvYTHWR9T1YIwfdyf6IUfr31mTnQglgFfeMzuRNHPoewThfe86tV6MUl8xN9h7400KAPMoxMzThmh9e8XzH9oTU+Qwa74DoY9KvZl2ETwZ9x3nHzpYuX1bKda7pGWa8PxAZe23w+fepsbJJOuUd1jXq4/e/ExITt3yVdm5xW2/Vf7mMu/KVRe9z1pxMnTjkXfl48YPXqKy8r/mqYa4nzs/Natk50vTY+kxx53959uv6663X45lt0262369DB6zS6aTTKQMG6bGF2na+lnvmQmXY969fy4rJRCvZPZeVzeZUd75SsS/jwvmq/atU+11ZrKtkvY4OxUUXbqXKpqoL1Oed7gHlpccWN0SXr0orQs659BbT2ZpJ528T+ur+wuDCr2blrunjhrGtXb+jll19yHv2q6xsndPnyhHV7XvwN5su2N5PXrtp2L7v5Xrbt2ykeJNm7b7eGRwZUKOYcey3GWteJk8fcrH7da70sGquTk1e16Dxnxc3aNetiw7ozN78Q5alinzXinH+zm85jo5u11TWqzc6Phx2nAS98vOLczwnJjAAAEABJREFUH/kgvnrttdeELiN/dedCY45v9jo3JKe5yTHBzYcPi4dnGDzcTxy1bL29cvmKeXsx5rQXXYdbtW9j/a7jdK7jH5CppmO2xLmEidayoWnEI0KLAqCoKB7ChgLnbKDzTkoKZiaf2YxzzEX5EV6Ugo1CCOZ3LyqQ/AohUZLkrDSZjUPRShZMpFWtLDW0aIO6utJQ3oUf1q26CcWR9YEBeAB2zsEKyuLlvG7XDFgxg9bEN7e6FqZcLlMIScQBQqIwXSsy8HAP1/I2cjnjsbEm60Fc5nGOzxg0g+89bMnVM7wZt6tgwYQWMAsacE/HRWXWB28mhRDifJ6ExzgV7PByucR4rw95PdZv2ig3rKRrLsTPzMxp0koJfiFYGRz4EljlTWvWZB/26Jh5wMiRzwycD3OgE3iFsE533jNCsMUQ52R84Af4FP2+G4Wdp3maFlDgZz7roGDrtM8JYTlz5pQY11wYRXAwIg3D3Wq0tWa+LS+tqGshYo2CZYN1+BnQrdu3a+v2bSo6SAvmfWJHXLSCd1wM5JtwfOPtmI3M5NQ1tTEK8MYyIPPQH5UkqXnbEnzsGHfwhS7IBzDPuyD7xptH9f0fPKvjJ04IYYYWK1a6ZRe/F+bnYmF70kWck24EXXNAC01LdhAcUxshkgBgqpSrAr5hF347liX4Mu2m05oLzQ03drrm84oDuAUr8lUbwHPnL7ixNKEr5tus98nyLnS5iVKv9xvmZiyQDVvRKy5oTLq40XaTEpouOSEhWZyamrTRbSqnRFXDc9mF81UnPitxrAgYM8spP9G55IAx70CyaAdYcgEAHHEuwbIUTMtSIdPVKxe1YuOWqa1SPlV/rSxkMMXRcYNHqViKyQCOlzE4OGDjWo0GGsc6Ojoak6C6HUfJPMtZn5I0Vc5wVKyTJRdrCg6eMcSlSs3ni3b2JRd8B1SrDypzQ1BJXgODI9p34HqfH7F7TZXmClJIXRyXMhttCkH1vgFl5rdraIY40axl6M1TZzQzv6ie57YtT3Pm72XTesaBDPTL5TLx6vaCclneNCqrZ/32PyqYPkGW7VzqKT0FO4Bc6kCrkMmHeA75UQh+HywrHTeB7eBN/7xxlTJ/7qjjYlWS5JRDDpOcYSzq8C236bP/4Gcd9D5s3IZl/6plB1CLtl3X3Mg4f+6SkiS13hdM81KkIUELspVu0M9yAE/hYd54Z1leuVze9+XU7fYsMy3ls8zgBfFfkiSmbT4O3iP/XeMaQhDvkcPpqRmtugHc9f1N25OuceaaEYz/gy+fsTOrbgivuUmHrcyZn8BRtTMCxp07d2r3rnEddtJ//fUHdeMNh3Tb7bfpJ37i0/rsZ3/aeD+k611c3uVgbZed/PbxneLnCjdv3hblPCRyk6blgGBeM9OTWrIcLs3PaMmN2FZjVQ5pHVBm6lqHM+PIAC7gJsBBxvlbhoP99UgD8A0hiGM+nxd4cE/bhSt8DIP7ZhzM4CgpLsw70IXWQw4265Zf7mHekgNV+UWwztPgzDWB49r1el3cg69IrScUXQ8fPqyDBw9qwNewfaxLcJykif3Nks6dOaeL5y7qxRdecpLzooOj52RQzUNvYkzhw3nbhuPHT+qNN49rwQEOzcj/8nu/p9/67d/WI9/+Vnz6lqe3CXBfeeWVGDg89dRT8RhxdMDXtE2mAHHchV1wBR+C4cRyAVyL1g3s2tXLLpgYR9bjp1F/8Oyzathm0ZhJk0Tz9pkzDia5H/uFf4Mu4HXurW8c/s0jj4hG0n//kz+xT14UgfR73/te8TOun/3pn9Z7/H6zAxV4AL1YC/5Vq1VBw4JtPvAiU8DIOa6llrNBF46Re4KT3S58QKyW+bhiGK/aHtPQZ03s0d333Kmd49s1vzBvWi+qr1a1fapo167d2uak+7777tcdt9+lxYUVnXegOze3oKnpOa1YtnvmHw+zsN6iaW6zGIOr66+/Se9+z/v0wQ/9kO50w2zGcrLgAGnJAdGK6Zw37NhoZHFDVlYcuGHzKQ6QuM/MTKnZbJjHXT3yyLf0L//lvxI/tYSvuGBe48suummJnBSs2wSAc5b9CxfPa86NhjOnz6jl+ymuwS+aq6dPnYq+dcqNfIotrD/tYu85J3XAAa0Z0HnNcG51Q3PZ/geZYM75CxekLFHOvqPsAtt9D77dDea36aGH32X5vU4Pu/n2Mz/zs/rwhz+sj33sY+pzME2BY8V4g0/bRdW+vpqQiVnve9F4HD/2phPtS5bpZw3bkm1dXZs3b9ZdblBv9v5TnseDFTww8JGPfEQU1XuSDrp5XbEsEAN0bKO+bRlvtZuq2b7UvceabQBy7alac3OEZGPLpi3aPDzmxkleS+bXmuWBQB6cS7bHNI/OWz5XfZ4YIihE+jd9v9/qkosC+HNodtk6wPpFbIUDB/52LDEauNMwIWar1wfVPzCoNCTmyaw1VabRw/rA+98f8UBO0Q0SdmABVtbENly8eEEM6AU/CvZhLdvbV468qIZliebsjGmDXeV9YuG7cul8LFh8/7lnxDe9X3vjNdXqfUrtnwZMkz7759WVRb3y0nOac/xz6fxZFbIsyuyu3Xv00Y/9iH7mH/5P+lf/6l/rY5/4pN717vcqb/8dAnToOVm5rCfdhH32+8+4kDsuJfZVWVHHTp5xEhtM55YuXb6qGetI2Q3rc2e9PvSxX83ymZ544gnr2FL0V9C64/Oj1vFde/dr1XFd6oJB2fzD/uJXFpcWxU8IrzkWggZ8W8GOW5OXJjVx/rJGh0Z1+uRpve9979PY2GZh20bHRuMe+EJ0/7ZbbzfrMl2y7vLTgLMzc5py0/+Zp562v+5ZRmtO+Ko67ViOeOjMqZPiyXz4cvrkCaVutuOz4LkcWSwtzds3dOy3G3rbg2/TRz7+MW3bsdOFqQERWz72+GPxW5xf/OIXhX189tnvi4dE+FlT9O6ee+41Xy86AXw9PqhGbNvt9KzrbRXM41wuE/YWfWQ+3ySdm5uLOOVMH+BCBrGnIQSdOn1KFKD323+Mm4cdS9nwyJhjsQHxRG1/uaKH3vaAlp2Itq0fDTeMGi4KEVOt2j6suiF99eqE44gs+n3iF4c0WnXx4qoTOn6V4ZqT0o4TWmxU0/fyvudmGnZqwgk9a27Ag6/n4SlwSA0vdgZdwfYj28g4Y9Y26qWXjuiwfV/Tfmfbtm06cOBALDhjG8F5zbEDdIP3NFGLjkWZz1Pu+APs4JJjuA9+8EO2F3cJe3/lylW99tob+p3f+V3blSv2l887UX7DSfOE4OGc4+aeAQCeedOVAlfbenX09dfjtwePv3lM2D4KDNihcqWiruV0xfF9aj3Cn1+wbpbKhcgnYLvoZBdf2rUdApcQgrqOj3K5XKTrww8/LPwVdh8c8FPwERpxfz7L6/1v2QRwZy70xG5CM851vTZzoQu4854jcT64cL3mBiK5itFTmqYRvp7hYB9gYVTKZWGniMH4jJ9EbziyBrThyGdgYA5rhRAUQoj4DLtp2nKxtG17jp1NrSP1gT5fy0nOWba6wZ6oo0qpYLleMyy+L59z03XA7xOPVGu2sexTr9d9XxYfkgFvcAA+cEKHgY3RctGAe6A18EBD5udMYwbnmIPeQDPWhj7QkGus51A17s1n7mENaMMYc5GjVquab11Bmy1btsQ4E98QQoj3sZ78SpMk8pP90EV4QbxjArkAckHoA2uwD/zgyFzg8u2eFuJ6fEZeaLaBC+sDF3rPvsAF71mDQuVOx8zMZ334ThzK3pwjXgNn+JZa76DVhqywP2txnfkhBNuwnpBrPssv9uM6+zMf2PjsS2IOsDGf85zbGOgEazNYg3uZyzob9MVuhRDEtY15zJVfnAshsQzkFd46cq1mWQ4hRJuUtw/hPnQG/s66oUHjDvywLdjZDbigO/JCQ5nr0AVaQH/oRmx73vEO8EFz6IWcQWPw5R6usxd7cg9z5NeabacP4l5ggi6JYQw+mcqwmu7BtiKfZQIe6NB9K//gHgbngIX37Al/+cx8+IgcLjte4rqXEnDwnodvbnfjkXnMDyFEvgwM1HXHHXeIb8Qzb9mxAfLDt8KxnexHgZ2m0U87rubvSA45Ph5zkbSvv99aGjTrwurs7FzMldiPe8hpwA94PvLRjzge3iXWw4cTD95zzz36xCc/YV9ejHDw0APfIP/c735Obxw9atkKatlG1A3fBz/4/miLr9o2y3asn5gkAf4294vYH34/9NBDuu+++4TfhuZ5x7U507Lo2Kxrp5RmObVNT/gJbNCPUXI8WrCMYFs5z1rQC9rCQ/ic93Vw2hghsH9H0JM5yA28NysFLsgAdIQWL77woouspyy/uWi3QggRbua2bJda9l/IMXsDA3LPEdoBKw9Nff7znxc+gv24jt/HZiBz3AseWZb3HunfwsQ1dAGe8p45wJM3LtCIBjo+jcF19mLgkx977LEYf7AXawDnyy8f0auvvSIFrLz+dh/2DwEpVsQLerAe8tQz3dkvBPjZirwGBgbzGCEE9VuWoDP3cW7ZNaeC+Yf+AB/02LgHOnGeo/wij6o7nxjfu9s1nL1613vfpY9/8uPOw/p05513aee2cV06f1FN1y6zJHU8narhGmAhywvd5dvI7N/f3xfhoCaXpInx62jOuSh6BQ2Rk7379mp0dExjjhf5hSB8PDJH/g0997jegCyAC7zC1nBM09TwVOLg28rQFP0EX3BBb+bm5qLtB6Yx5zD4MeiPDbrmOiZ6gz9K7D/y5iE84Rp0Zh57wmPWTNI02j699eI8e4ID9wMPl9rWMdbhM77xy3/1lyK3nnBjgYfCibFvv+NOEdeB5wNvu9+1y2f0ve89rT/4/B/od373d8XDvucuntOEGxDAvss5c8Ny/dwLLwi+7LDfGR3d5NzlIf3Wb/1/9Ku/+qv6adsSHtS4/c7bNb5rhzaNDnuM2K90nRsv2m4tO966Zn943rHua66VHnO92bmB477VldUo5znjuOz8suE4tGU8wEe2o+AHTXJppiRNlYREwfaC8yU3ompuqMOjinOFXC7znrJstJ1XrqrlWK6vr1/btu/QoYPX65abb3NMuVebN2+Ndmafc409e/zZzZB6/4CoT6ZJKrm+13QOAi/RoTnz8pKbZSf4dSfXcokfkFdqHFXnNsgNdhUYyCGb3rdpO8C9rCG/gBc++63joKauuiaL34aX1WpVyMMPfvAD0VB93HnDI4/8jXX2ZKzREqfhO4ADH7duK3r2PZmAhQdn4Pe1q9c0ceGSzjrfP2VYT548qXnXadYcO/PnzhqGa8X0brn+Afwt8zWXJKZXQ6yN/AE3uslITW/kEPj6rdPUVjZw3bt3r2iakt8++OCDIg6/w76Hc8RL2NsQQrQRyCrrDFivWYO1xsfHnd8PKoQQYyvWZTCH+QxoBjzAuWI/uLq6FnWqYdo2mm21XNPumqCdboh8DyFx7FCIdJGC3QtXFeWL/aH/xmB9xniaSh4AABAASURBVMZn9uJzyf6DkXMsSbwMHZgDDTgPTThyjjljjhXxt/v37491bOjadtxbdH7CPfgf5nMf8znKL/SaWgXWl1FxvDluXbvu+htsd0uW3WbMDfmFnWvXplzXnI0PYlLLgf/Y1MWFJbVaHedzq85TGvarV61jFyIvi8WStm3drptuPKwB1x7oGRw5ckRvvH5UR4687Nz9SfHwxBGfw5efdX7Or0ldsvxcOHdBM9dm1DaNa5bv8Z3j4gGi66+7QddZj3Zs26GhwWGBVzAuRfelhszbXc59d4/vEmPT8IhKtvmxoeqjBcE8ssw6Lio5t61ValrX3bqP/ervq3vNEQ163X7rYrlcs66nzj0bWnSjF3vvrczb1Jw1b51vUGdcXlzSovsT83OzmreeXnNN74LrNidPHnfD+Zhpcsn5xJQWXNNbdN676Jx9enpKF/llM9fV8H/1el37D+xzrDHuPHzIeBWdYy/oou3gEddYHvvuY6bVE3rltZd1/sI5tTtNKXQtXx1JPZH79HzsOnenHj47M69J6+KkezM0UXnAjUYq8Spyg60Yt/yj+x3rInQct12lnkVsjz9HF5jDw/jj0NSygayhH+ShIQTv2zYM3WhPsANXr1xW0nFHPFgRSg6UELhOpxuVpu2NQggmYO5vnUkIwQqTxXO1GgypGflSFGRjFhdec3KG8nFcc9Ota2ULIacsV1Sp6PnFqo8Vj7JCCKIIicKWykWh6ENOEIdiUbwuEM05cUbZSjbeJSsbMKJ4EOZ/7NmwvKC8ISpvaqFp2nh1ncB2TOSuL62fa4rADKZzxEGz998dTRuLfD4zzpnxaXndTsQXAwUxGcCB4jbtfFbcAFuyoPDzf91uW2kKDIkJzfsk4pC3QEPfSqVmWjGqDgaqEV/WhbE4fIwdhT3WB0/wBleMUQjB8DRNr2VBX2CGR20btbZ51TWSGJ9gXkoWeOPetEI2TYeGi5AEGQjUvIsYGG7WCCEYz7yKNj4MjE3LzhS6MMANYeX+NRetc2leVSsaT1OcOXNWJERX3P2fs7LM23GQfDDyDlCKNiiZ8aYx1jR8mZW+6IJS2TRouotGoTRnOtedUAwNDVuRNqleH7CQ9ky7ruDRvJuXIQTTrGJa1T1nVInlgQbsrBU4hCD2atkxgT/HluFvmoeNtwbwpEnqpLtogyKPnpV1WZPXpuMAFplmaZrKdVDzL7WBWIy0hk4oXMvwF00jeN4xvdfsWOZsPCbtlC87WLp69bINazPytOdFsiyvMRcT09Ry4KSD95uMYyGf2fCu6poLnXyTZdL3LZp2n/nJnxABA3xODUfRe1UqZaEHO3bsUN3OtFKpaNPIiHZu2+oGbFH1akXddkPFfKKtDqB6GBkXGcvWk5wTH+CAJig/6/T19UU5Zn10ypSIes4cBnhBN2RkcXHRPOiZBm3Nu9g9Zz7QtKg6eMLQNm0zeonpFXJaXGm6gJtoYGhEW2zo73vbw3rv+z7o8QHdcusd2r5jt/rqgy7GjmrYRfQbD9+pO+55UAduuFVbd+zV5i3jbrwOOAAc05133a2PuFC/1c2TPsNbKpe05sSZYOXNY8dsmO1kTM95O7ILl66Ip2bPuxFAsRt8KpavgoO6tuWhY4MPv+RXkiRCbuwhRMKgJHFzt6tlBzqMNMtbT6uq2anUzSeO1b5+3eYGzA999GPqH9yktWZXs27kzEzPa3ZmwUFQS3Lgh+7WLbfbXITcvn17lIG25eXvBnIkyNi5NnTrydunStLEdOt63YYopraNF3xD74F72ck4a+TzeTu8PoWQqIU+O5FZcVC2gL55DrxjTma8E+PVtd43rO9ZVrDMl6xTdUHLNE2jPGFjCNQJugbshIF7dGyTg6qCSsVM/X1VbfHn/rrtr2WwY3+Q5vKimN+2jWlb/oFrzvrXsv0rW1YT+WV6q9VQe21FPdM/WA9yaaKS5bGYz+S3lqm2Ur8JDshpuER5T1ItuyGIPmGTwR2bRzDEEV0Ysj9A/vmMX2FOn+Ujl8up50xqXV67Ub6R367hBEbogj3d4mYQzVI+r66tKoQg1klML/b98pe/rO9+9ztGQpFWIQTlrENl+7ic8ZtbXdSa5bDfn3vglUt05523u/D6Xo3bMYNjyb6p4EBlYGAwrjE2ukWvHz2uZ575vtirp54Tm1WddeBEIeQP/uAP3Lh6TpcnLuuZp7+n1155VS3TrWB+rzh4JWir180Dr4ssXLOt+Z6brr/1n/+zPu97v//MM1Effvc3f1Vf/uJ/11/9+Z/q9ddeiwkBQQT7XLGD5+fE+Ns/BG98Cw8aN20baYJtcaHylltu0S//8i/rX//rXxZ/5+jHPvUpfcQNOLtMlcplbfacnmkMDNCU98CJf2AtYIWuHKEn16fdXEodELetB3XLGDY+Z7zybl4maSoCE2SwZNyYDzyVKGvWKdswfA70gt/EBDRiGCQLyOuamzprlr0rTq5mbYfnnKgDD/ABR7Xap4b93pIL/Fsd1CqkCub1/W7IsiZwwmz4gr6tWSZyhisJQYVC3rpQss7Vom/psx0Yc8IPjsPDw/r5f/bP9PEf+VFhq/rMH/adMwyvvvxKlMVpN69fdPI7ceGi+NmsJs1E+6SG98AHQ8dFB6HgzGf2H3bwi50nmAM+8ED+h73f9u1b9b73vddFuptUrfVrq5PTohPAvHnzUz/z0/q5n/t5/fzP/4L+wT/4Gc97X/Tlu12IuGTel6tV8ROw2E/gX7Jd37J5TIuOAcB/0PCfPXta3/z61/TSi89p3s3mIcdfu3aNa+uWrY7ZMgEPPPxn/+wX9ekf/4kYD9G0ftWyRhI6azuwsDhvfUnU7yLKvr17tMVFknHb8I75zz7Y8Uqt5sRiQOhLtVKxrDdjYaxnG1ozXiEk4udKc1leMh8qlaqWHVvhYxPr25BtALQ6e+5c9M/Qnf35diUyJL/+5pvfUL/twp233R7hXl5etc2RY75pvfrKa7G5s+Li0hE3jyisffc734n0oomT2g4V33pYadH2qOVY7sZbbtSeveO68abrHcift0z0OS6ZcvJ9TVssV/iN1HZ3dHQ0+lJ4fGXiouadKJw9fUL5QqZNYyPasm2zFt2QnLOvL1i+NrsgwsMrn/z4R/WzP/NZ/eqv/ar++E/+WP/3v/m/9XM///P6sH3OzvHdGh4b07gbc8ROlUpN7FWwPcK+3XvvvXrHO94hCixnnIRNzS64eErTMa/xXXt0h4tf252I9dn3Hjx0vROlQaFz15xk7BzfaZxu9jisstctlftkVyilBZ29MKGzLpj90Re+IGR6wLFHwXp7/sz5+CDJ0deOquHJ8JaCwezMtG3YRBzI2fzCglZWV82NoEnvxbcO0NlLLog0rZNbNm/T1SuTyptup5x0XXfogN50s/nRb/+N/vprX4njD37/c3rZiRQN/mI+Z5lrqGPb2LINrtfruuXWw/p7P/ajuuu+u/TL/+Zf66d+5h/ouptv0qPf/a5+9798zpZWuumWw3r3u98dCw379u+JCdtey+btt90mCto16wZxFf7r9ltvVYzHJq9GeYC+2AhscaVS1sBAXe965zvd/BpSf3/tLVmv2Y5tcrzatExc1d59e9RNgkq1aowraGYfPXZCjz/+uIq2fRTOWXPA9rBgGUB+0XNibGIIfFpQcGwx43+lCrGMfVCf9WZ00yaRMA8ODUSZ6tlGLi0vamZ2Wk373Mw0Knv+wsKi+TyknGnbZz2AVm37a/S65nXw/blczjC3VXA8nnn9Ky6s79y5Qy3zBvm4wIMa5h5J6JB17qCbw319tei7sEcMYKWZybrY8GHbL2wpBQE+j4+Pu4A3HRunP/RDPxQLP9AcHzxsmxZCUGY4mJs3bbydoAWyCfOwPTsd9253gz+X5R2vr8hhTeRN2bajUi3r0KFDjjkH4n3cD21JhD/0oQ/xMdpi1iw7hmSfNE0j3sxrWZaYNG87GEKIczkP37kGfuADraBjv3WANZr2m/g8mkaT9sf4OWw49idvPArWk5zzE/YKIYg12raBXG/aBzAHueP6sn08hVaKePx0LvcyD/8QYen1zMecyrbzIQTrQCfCD4zMY1AQmrG/ycxHYFyw7jG/7YKSkRIxTNF5GLCzPnhhhxZcAIEuly9fMhm6Xrcpctdvf/sR39YRMrniJj46TmEB2enr74v0V5pISSJ47JsVQhB4AQN4sRcwMIq2VXwOIVhv+gX9oGkIQcDDddZgsAafF+2jGLwPwXJi3LgWQmDa3+7HB2jFt4++973viaImeyHzFJcfduOc9+wHzeADsQEywfGM4zD4Bx1D+B9rM5/r8K5iWYO/vOd+cMIvg0fJcS3XOYfvhv7rul0wLbsCNmAEdnBJTDP24sh53ocQIj6cA0biGnjEe/ZjDu8Z3BNCiGvzHnozF3i5P4Qg6M9cRgjBbErEi3U21otznGtwbwimr+WWc6zBCCHEdTgXQqKWc3WOFkdR8C7bzkADcIc2w7YR0AcciS8fc/MIP8D68gubAm3gqT9a1tpRlimAYo9mZ2cVQojygK1jbdaDfsBNQ4o5FDZZp+SYMYSgDVh7jvWZBz3Am325X341nKe37KuaPqJv3APvoAXHBcsa77mHNZBJ7uWIXgWvAZ4hhAg314C7afvBftDeUyK9lq0vmxwHYIOQgy2Om5G/Bx98m23yoPWqF+Wfdc+/1UTGFkKfAecMPcdB+VJZBccga87f2uYRMMEH9gL2JCRxLQp/H/3oR4XcXblyJdoI4GjYP/Kg34Zt/s5jj+vX/+N/0Fe++lU98q1HXNy84pi+qFdefVWJgpseKyrkcx55hRBi/AcfoQl5FGuWbX+gD+eAhyP7tJzv8QtCFycuacWxLbYI+gAnaxStH9wfQojwwbecbT5jg08cN+azD/efOXMmxnfsiW0EjsuXL0caY4u2b9+mbq8j1oM2yAlzOJJfcI515x3Losess7EHvox4hCOyxxxodd4+r9frqd8+Eziwd6zPfQyugTdHcOM918EP/8C3We+8804hK1xnbd4jY9hJGh156xl0A6ZbbrlFNMFZr2dfnstSrawuRxlbdezEPOBmD3jPfuDIkfMMzrNmCOs2AbqGYJ7ar3CddTjKQswRukBfYGLfjbXYC58HzcCn6/wWfePByUsTE7o2c03nL50Xf4aBX1PbsnWrZVmiFkhhvpArxAfhco7Ri8W8Cq4h9OzEC/aF+Ax+tQ18aZguOD7BRvDLTqfPnFPRvmlDL4EJHgIPsAAzR+AMIQj8ivYnjHg+6oeUZXmhFwZbsg6ZjSIvQM9ojl00bzdwll87XTgnbia24Tz6A23QV2I01mZv7BVHfCDnmOPbI4+ABfygG2sAUz7Lon6TZ/+H//Br8e/4cQ/1B2KVt7nphazwMCm/AnLm9FnrRUUrruWgS8ObhjU4PMQWzvVu1k/9/b+v/+P//D/0i//8f9W/+KV/od/6nd/W//a//28ry6t4AAAQAElEQVT62X/4s+JPEQAD+w4M1GWz4L3XHCctqOHcuNdrK5cl1vcJHT9xTMeOv6E333xdC4uzajsOiXDbxsw6d7vmBgj8nndusmLZiQBYaNI0p9RN1Fwu81o58zv1MRX6kHOMk7c8p3GOz6XJW+czQRfOt9s9VlG5VDOfy4IWQ4Mj2r1rr8c+bXOtcHTTZvFw7ujoZtdM6qo6by+4hgJPWV9eYdH1R+pe8GNDpkMIxmVR8Hhqato4dZUmmTreEzu8uLhi/ws9VjTn2gB6TryGjIUQon3hMzEDR67L5zPjs3v3uO67727t3btb3W7HMdyK4aqIXKFWrajlusP83FyMbWm0EUMAR9Px8+DgkHa6qTVon4h88Xlk06hGHL/zoOWQ67cFy3zwPsgsdOdPAZHbpN4/WHiL1hv2qtruQstcLidG4vgBGpbt//jMwL8QU+91cxVfMODcAh2HTvILX8ocfAxHbNKg6+3kq+Rk+w8c0NjmzZbDcrSnzGMUrWftt+JWL2P8q8L3whNgCGHd5rTcTATvpuuSrVbX9JKSJGdSJgpKJP8btP6C9uvvrKbGE51Cv9iHI9dYGzxD2LiLs+vzeRe8XtMxOGuFEAQNsNf4UXwDNMcusl4IwXJXjDYZvcOmgz94QAPuY7+eFwaWjTXBfdB8HHcTbYd5iV3gXo7QeZP5udV5Sc218PZbudX09Ex8KBz7dtrNdPiKbCBXDetZPiu4Xty0TC5pyXECvrJt+k5NTVkv34w1O3IKfB/2iPM88HTRefip46c0NzOnYr7oPHTA/n9II8639liPDu4/FH8quIhMGd+S+TZQr2uf5YFa0kHzd5dzse2uS292TWag3zpWKisXEuUtgwXDVXE8V68PCrzGd+wSDdsDXnff3oPas2e/tm3dqf6+AaUhp8Zq0zq2zuee4y541XNiFu2J+QJvGA3HIdgSdHbeOdb8/KxmZ2ecE07pkusj165Nii8c8KUyBnNytlejrouQR+/dt0uDznXJa9NcUE8dzc7N6Oix1/X004/ryJEXNHH5gutDC0rSnv1RVy3btVX7UBq2q65B+yZhb2668Wbb0xt1m/N+YrdBy3+UD+sT+oEcyC/gnnfMAOxcRzYKzpHHXIPZtWuXxk1HGrH1el0bMoS+IXvM2bJ1i5L1i/UoeKmNZwjBgLWi00DAWg4cQwhicQSAwWYIIMqOgAIQgs01hnVFGMRKpapCvqQ0yanjovyKHceSi1lNGx7WQJBTG4uWA3auYQQQPtZg/cTFiaKDywE7jCEbKPYBJuZxnT1ZB6ZhRICxYAKwr6LitcSLOdxDcbVtBUjTnJjLPW0LddFCCB4oHQaDe0oOBjfWR2hQUuZBLwgIU0o2bOVywcYGY1SUyeRbuzYqXRcf1qKjXHZBj6c61hzU+6JYk7W4FyUl8BqwEeTIOeBZe6shDe35zBG6QDeObTdlZGOVy2VeL2/a9jy63leGIVGSpHGkKcfEvMgEr6Af+IEnAlC0EkIbhGjJBcRlN2egJYN900TKcql6Vpwg2SA0NGdHMmehazqYlvmDYQA+xzFKspxaDnLOnjuvEydPacKNgq75nrmp2rXSLZkWa6ZDtVrT4OCIeCKpv88KbsNULlctgyUb9bKPZQ2PjGpkZJP4FtzQ8CYVDCuB18L8oqSgop1unwvd8A1YGeCLnDFvxUFpMOyJkSiYT8VSVbX+AY25CBpMt0Xjev7SxdjQwiGCw5rpHkIQ/CnkM4F717jn0lScg34YH56II/CGdvD2mgOSc+fP2lhMR0fdbK6p64JGX62qtZUl9dUqMhhKJZUsz5zPeZ95G5jzZ06brmvmV2K9a3puzbMUncCAFbdk2UTBm6sOEBzwTDgRW3NhtlTIx2+z4ITRjZ58v+Uis9GFFiaRvIXhaBn21A6z5LX7vE9wgLDq4KsZZaJg582GfAsAHVlwQWbezdNJF0Lh9ZqDM9+kbpAbp6u6ZpjhMbTkmyA33nRY+/Yf9B5FjYxuUb5YUcOOtWVYKPy/+73v0+133q0bD9+m62+8Vbv3Xa9eWlKWr+jwrbfHb43dffc9lofBWFx/+umnY1IHXVcc3C26oL64vCSa70mSU6FYNs96lvWeA8eWmrYd83OLWl1aVc7XW7ZX4J8kqed0ox0DB2jYxvl7Po1hRjBf++04D15/g2ie8s3Yi5cnNWoH8vb3fEAHr79FnV6mpoO0rgW86UbmmuW3YBsz4sBo3AaWMWZHlabYuI5pHkzrslJ/np2d1wUXusEly/JKLY9tR/3gtGTcWpYRaJ8kSbyvYfnjfWq4et2eg8SO1lwImJ2ZFT83QEEaXc3lcsJWNKMDaykkqYL3y+wcpaDU79e8FnRAbkMIyuctL+Z1zUVVBueRXwa0SdIgZDNNpCRNtWaHiBwse50LLoS/dvSoTp0+rctO3i86gb5w4ZyLyJPi73wu2ll2mqtaWZjTNA8IzM+o5+Z+Grq2HR31jHNi3CvWh8RJV5bPyWAqeDNgLRgu8MFJhRAEXsCFvgF3YvrkjDPzgDs1fFzv2JbD7xBC1LtZF2bAGfuMTWUOtqxrWoIzNpugq+wC+RYXOzY5yMVR8pT4PW6c73YTClouraypaN8176bXl9xo/YM/+Ly+8F+/4GBo0bapEAv023ds14yL2dAZOOVXoZAXdrTV7MTi3l/8+RfF3yNsm8+cXw+6HZDYRgI3ePVsX6KPs64HrwHuNENnXSTt2je99sor8Sdhv/TFL+qP/uiPdPb0UV27elZPPPYN/T+/9m+iXsx57unTp8RPhv3FX/yFHnnkkfg3+b7ghsgbb7wenT80Kdun4b826ILduP6GG2wX+7XJDcN++6GaCwrQEJkomC/ACUzQrNfrRd3k/hBC1C+uUexgLvwzs6Ndall+EvMsSdPIz67xhHdVNzFCCLZ1LctZYnoWnVhtE8kGOrVnz24ni9fbp1bUtdyYJLYtuWgPsQc5yxENxre97W36X/6Xn9NnP/tZ/at/9a/02Z/+rB586GGNbt6iRrNtMBLLfMn635O3Vt7+olKpadJF8LbpzzqZ5WrZtoXkiAQc25cmqW1TUchdyYHmwNCIQkgcuK3qwIFDqtZquufue7Vv73499OBDKtg+rziuIaDO2a/s27NXdfulgYG6Ntl/9bxXywlYuVSOfNjhJsFWB14F05Y9OEKXEMJbNLEdMd5rvmfW8pymmRtVV227+7Vv/371DMvNt9yqt7/zXaaTeWd6Ury85qSSYJxCHcUymp3ffewxgeecffZf/uWXxDe5zrsZefSNNyw/39U3vv7Xev2Vl1UqZBoeHNS4k4f9e/dpixMsfMGybe/LL7/sQHhWfZaL3eaNRcDvq9q6bbOGhwe1e9du7di52/SqqGAad5pdLczMOx5pC12rmV7ICyPLMiHzFcO8ttZUxXFA1b4/MY6LbnyjH1KIsRNyutNNnpOnTuns2XN66cgRJx0v6rnnnnexZDLKIbJEoYL7nnrqSW3fsS3KE4XXVccaZ10wf/W110Xh/MTJE3rz+DG9+PwL4iGw1199TXXrHMUP6ENzp2t7UrPe57KcC43LpscO7do1bvnpOjAftH+f0re//S0RD6S5vPVmQEOOU3KW850u8k26gX3i2FEt2w4ODfZL6urw4cMas24Rxww6hq3198dvp3/5y38pHgbYf3C/7r3/Pi3Zv3d8x6ib2LlCQXJsRQxTjLFLOX7umTYKiSgGQsf9+/Zpt5ut737fB/TPf+mX9MW//KJ+7ud/Qbfcdqvuvu9+5QoF8ZP0426uPv/CSzrihv/QyLBIoNHHdT1vetegy46FZq5N6ZyTwUcf+Zbe++73yEqko28c1erikudIxDxzlkn05fixY6IZv2PbNlGs3r9vb7R9R468bJ1ra9y+EXuBP3/ZMvTMM9+LiSM2jL+Pxd9bef7ZZ/XFP/szfeOvv6JyPtOy45r+/ppqlZLSRKpWSzrgRuh1Bw8ol/S0ywkuuEPDLdu36IAbseVaRcdt+75qWb7jnrscT3wo6smy4zt85aFDB021oKGhYd10882OhzqquFCBDUD2Bu3HV5st242tTtaOKmRycXhRPP3aaKxGn1jv73PzN1Ww8K/Yb6MbrJ0kifBbI6YpuKa2ddAUeeAaNpQnj8H3tH3n+rVM9XrdxZq9wgdtMb9ZEx9SMa8vOr778z/9U007puzY/kPrrm0ItjVvGnlLST3Led461hLJqCxnRdshYMGOYQNYs2bdw34DF+vzmSP2+qT1AXh4QKVeH3SRvayTJ06Zh8u2t3nt33dAhw5eZ54sK5fmog5sc1KOHvMzl7ucYNbrA4o203jXXAjbv/+ATlt+/vRP/zzGc++zXKbWbYoDNN6feeYZQRfsQsV6hm9+1jJw6eJELEZgS5MkVd5yi6wvOVcctg3d6b3Ag4cooWkLeli/UscsTcdA8KJSqTgebBj+pSh/8otr2FCO4Mq9aZr6iuKcsu07dMMGb/APvWBgm0MIkb/QlcEeZctO1faL2IH1wCGEEPGFvqlpxVrgwT0hBIUQtLEv+RLnsbH33XufaDbf7diDc/KLe9mfX5+Bh9g2cA8hRNpxrWGcidfBi/s4xxxgIxfB7xCXNB27I6u857r8AkZw416O4I5sMd773vdq1A0h4hHyDouZ75Dt3rRm5ub05onjKjl2KrlBnSaZslxBjbWWZWQlxqp2W+KexEIKvcGFBQrmJ/sD58WLF4UfYPA5hCDmo6/4GOgEXeFbznYVOLnOXK6BLzwLYd1fhhBELEDDom692uliOfeAN4UpaIjMch8wsA88A9+N/VgbeBjssdUNA65zP/INneQXcDGH9VLzmWPRuLH2kvPnEIJNZs8zFXnecxFIjoGrtbI/Ow5xE8hTxHrsw3twYx1g6DlOnTOdwZvrnOM9c0II4gVdN+Zz5PPfHczhPq5x5HMIIcZg0IXPLduVjWuJr7E++4UQop5zjXMhhMibENbP95wDBaWGv+i4IhM6TAy5adOIC311veMd73RM9KDz9hHBc2AHDvBlYJewAdiCC7Zz8IN58CTiYL1mb2ABVq4hr/Dp4MGDf0tb5Iohv7quL7AHvOHI/awbwjq9WAtZwJZyHh3m3jXnNWXbW+YDG4Pz8Bv5qDk22VgPeSB+Bh7gXLJv8dYxRuB+8CQmQBbI0ViHeV/56lfUcDF1xD6GNVkbuWbdjTlLjj+TJI38Yc5ZxzrgDKzoPrAzt882p+W1gAHYqVlwDf/6h3/4h8LH0nyEDtgTmjHz83MKSXAB8mktunYwtnnM+eg5jbpxky8Qi0k8SJhYX9kDHLkfWgADR3ArWMbROXDegD2EYP5Xot3jHLHl1My0c+WWGi5ssib2CD4CJ/dCk9T2l2vsx31c7zlAZx90DnniOnN5GAp9Pnz4sLgP28R9wAKtFlyrCCFYHvNC95nDXsxBZphXcK7OubhPrxdtzw7H4NhJ5I7jmG0ee15zcXvKi90h/QAAEABJREFUcfTpt3x1CCHKXAjB+hvsc4tiHjwHdvbbGNgA3gM3eADPPsdn2CVwAn/oyDz4h73gHHgDW8c54vTMlBaXFtTpttVqN6MvYw7X4AXvM8fQrMF9fOYIPKwJbFznPHM4z2feI5/AwXzowxzeow8MYOMz9zBvzEVk5nHu8C2HXYcb1dTctGYd25Ycl82Y1xcvX4p04VuXIUkjj1gn7mc4gQca83OcyNW4c4V773vAa22O9qNre8f8EEK8l71CWKc18g/O8JB1OHYtJ9CNHO6C49VzzmWIr+Av16AB/md005iGh0bi2JAD6IBMp5Y/5IafdIXuA/YZ7MsePCQhv1irY1vEgAY+FfHkCLzABj7cx2fiM2QG24aNw7c/6Obp+9//fvH3lJGD73z3Uf3u735OPET9+c//oV588SXNTM1qdno2+s+9zruQ76brU3vcDLn99ts15jysz7Hn5i1b4rcpka2tjrfhzzoMa4ZLWnHuAF3QZZoUPET95ptvuF5zys2L887frJetNedVy0LGsFH4NmwR8g892q6bQT9owtrQqeiYMu/abZKat86J8q5vFEsFx0Rl61whDub01fqjHdg8tkW7zOPrXU/jZ0oHXE8IITjW6ji37RrWnJKQs01s2d61FULq95Z11ws7nZ7lfVn467XVhu/pWt9KzgGqylmWWAs5hSfIFDjw4N+Km1PYgvl5cs6Ogv1T4nXTJKd8VlSvm5i+a7ZzLY+m36/E3JF7wBe+Uxfqc6y8Z+8u7T+wV8OO5/mC1JwbOIuLC4Zp2bAtGqZWxB3eX7pwUSePn9CF8xfEQ4SvOc/kT1yccAzNr0ctLCwqy+dVdLw4YnkcccM4dX2g6Do2tiFXKKh/YCiOJM0UQqK8r5dsrxj5LC90NlUwzYI2ZE2m5waP5FeePcwn5BC9G7Pe0jwbd/6113KE7yJeRf6hHzK2Qcuac29kaYvlCz1hjxCC6V50jt9nOozEWiY0Qh7Yi8FafA4hGJxgKORcpGOeNk3jhjqulybGJ86xb0GeFhcXxaA2D/3ab8UgrM0CfN7Ai/foYAjreJObM69n5UYfGdyzMYCbc9gB1uB+9oS/HBlc47hxjfncRy4IXaARckBuAj044if2uJ5z6NB1Ire57bbbhV7jjzZoW68PxIesofmhQ4eE3u7cOS5odPHiJc24dps6VqTXUa302WdWRQ277HypVKlGeQKWGdfwyMvOumZB/YLmKraEmg7vT7mfcubkGR0/elyXXFNG7guWoT7XmiqliupueGLz0EXiMnzvJtc397imSWP1phtv1CHHUPtdQ2Jsc0O43zLfc/y0bFldcf2FWCq1LFbLNccIYzrgHPCG626Ita7du/Zo5849GnEvplo2Du4zOJyVXarlM4nyCY/kF/gwOvZp8AOdXnJuz1h2vDPruumMfd2c9WvG/YTJa1fEzwFP2J9cvHjeNbor1rWm+m37DjrHv/76Q9q1e9z7b7dMDto/Nj3ncvz2Kr/W1HTtmaZqvpBznaxqflTVX69pZNOgdo7vEA/zHHQNoc81LGQSuSAeXHYcd815NjE38lZ1jAXfuD47O2e7ORdlGplBZsEFvJiDHhRMf+g8MFDXqBvBxj9VmuQUlHr4XzM+bwPKTWywcQxhXWk2FsZwcx3gsixv4SlYCUtWwrr6++pWQguKGx8kZgjt+n1r0SiBBJ8hNvfnDVTw7gAMIlxj7ZyNS97GwkBGpGAK1/kMQigHCKKkG8aUeznPccnJOL/93+1KiXFcR3zQxO4zvHl17DCBhfWAgxFCYsPfitfSNDFT22LOkpMlFLLhBLVjIZELGLlcoiRJPTiuj7YLcmtuuHBsukgDXMDH2IAf+DreW37BEHBhDwZzuA7+CCrBOIXHjoVeCgohsQD3YtJDE5rrrMV+6/f0lNiA5XI5sfbGwNDi+FI7Rq5D16aT8iXTaM2JhWyosixnB5mzAyubf0WlaWK6N5QznlzLZTkXQCuqDwyYhjXPzStvB9tX79eQE6rB4SH1WbDaBnzZBeaWaZErFJSaj2umxaL3gheVSs0F9O0acSGyaBlJLHPLLn527FBrff1WhEHlLYNFJztZlrfDbVhulmyo19TfX9f2bTu0w4XfPjsDbyVe0CBvWcl5r+HhERc5N6lWr6vovaZs0C5dvuxAYtYGfVlc3+qm6upKIzZ8kYsRw886Cw7QwbXiogHKF0KQ/xfK13AhzbmJ5bygaqVi+iL3mWUpM53WXFBoGMYVBVcVRk2LrVvGbIj2iPuabrB23IAe6Ktp89gmDQ0OqFQuWtaaOuPg/QPveZcG+/viGi3zo+PESZYR/gZi2u2oVPRe5ocsd4uWRYpm8H/FstZxUColDsA7mjP8xVJFfGPloYceEoZk0IXyEIKXa8eRs2yQ4G1zYMa11DLR9V4t8wj6jr9VtMQYI4shBMPZ0ZQDPxpNO3aM6+577tPD73iXbr71Vh22k3nvBz6k62+6UZW+avymZXDT44oN1V999Wt64smnde7ChSiXbSdaSwQ+Dt4WfORnTng6dMENXPZacRO8bUe7arzQt2BZhj95y1HD93Cua6YPDAxq2EHKoJuh/eZzMA4LpgtN3CRJzcogyIIMSqnxlukD/l3JTMShZS7+r7nBeursBRX76nr7ez+oT33mZ3T/w+/U7n0HVbbsNEwT6IXu1C33BCsYzsHBQctB0TqSRhth9bGcJMYx52Ma5ZdAhb8P0m9ety0TbQs/chpC8LzEepVTal6khp1RdKCV5fIGL5UULFMtB3Krcf2K5Q2eERztdKC0xbzbbIdIYTkkabQJLdMHG5CYZgx0H55iU/jMNfkFfRtudpVcFAMeaMqxZxgLhcz0kXL5TOuN1AktWe5L5bJKbggVrZNxLXvS5tqqGqvL4htZ8w4GmmtLqlXLGhqqRxvCXAqkee/TNTPW9+hFWEMIhkQKxh3cuIYdQuegbZZlcR44AS9HkqgpJ7zoKOeCiY4N4xrzQwiRpnxmPdaFZvIrhCB4x7Xp6SnLQ9sJQN0NryFtdpGBwHXKifSyG6n9/f3W7YKAhW9mvcNNur/3I5/QgQP7hHPfum1LvIeAqml5npq65qBpJtoBdIZ9oW9q3ErlqkiAbr39Nn3sk59wMFUxbarxiL3K8nntcUMEWSE5uOhi47WrV/XC88/rd37nd/Qb//FX9PKR59Rtr6qQdTU3N6eGm/pVF3sIyLpKNHltRhYt5W2fP/jBD8ZvXr397W/XD//wD+tjH/uYSOqwBTfccH2kD/sm1k/kcdW2Rn4VHZADw4BlHPrWrVPIe8cyIetLxxssOLHwVMt2XiEElS0TVctl3fQCZn7C9vLEhGHpxgJs2/IIvUuWGWQRmvC5Z1mAb9hvaIw8dSxPJSdqvO96r551PCiYpjklaaJur60BF9D37tttHuxXfaBPedvEYrmki272YxMYZRfIKf6H4LsNN3Yttf/i/jSfaGzL5sh7/PKVq1fcmLuqNesCdG8aXr5Zhz60bSZa9l8k7MhFlhUsbVKS5CKvm056V1bXNDc77zUmbR/bOnHihG3ktH3MouBFrVpR0XYL30ETagn75D3AjzE9Pa033zzqYtdTmnBxoN1qqFKraPvOnRp1gedGB8C7rOs1B73zLoYVbK8eeNuD2nfgoK5zE/zE8eO2Dyt62Q13vqFDMQ1+QgfoW7YP2+fg+bXXX1cuSUXiAD5nHLAvLsxZVyuWvV2iULll65i2bd3sZshpYZeBl0AcGUKm6oPWFcO0aP9y7dqkUq+Xd0DdMi9z+ZKqtbrtYdlF1QHTKHHivhrpsOSAFTouOemds42Hbg37tvHdu4WutJxI53J5oXNF279hN09y9v15xwVKMo1t3qq2fVPDckrCsX//PvFLDzxdPjo6FptSyNWSG35vOKH9yy99SevfOv2uvvxXf6XPfe53ox594+vf1J/88X/X8y+9oK7/e8FH/qbR3Pycqg6isZEVy3KM08ynRfsm5PepJ5/S537nt+ODCollav/ePVF+ePAgXyia31OohPgG+PlzZ90UWhBPRl6+dEHDA/0ad+HuNvvHuv1VZjqNbtmiu908bVq29h04oL1u9i3ahjaNY65YEDrZsr9n8CsKq6YVvMTX44umbbuuTVpm3ejuOp7o2v5sHhnU6tKcZqavOdFoaXz3LqG3O3btEg+MPfXU08qyvEj4eFADeUIW5+fmYxyzMDer1ZUlVbz/XW7Efuj9HxA/Gb7kBHjH9u2CLsF87hnm8e07tGZe8rdfLl+aEGt0HJsumLcUySEGesA92GiaZTQTn3cT/Ktf+7Kb4T/QJSdMVyYuWeYvqLG27KL0or7wh7+nbz3ydR108/RG26nMulqtFC3fi5pyskUshU5kuUyTk5OiyV4sFUWD/Ojxo3r7Ox92QnZZx9zw+da3vy2Sz5NOQNuWr/PnL1lec5L51zQeWaFoOvfU8+fU6202Tw5df53e/Z53C1ves80LISi1jdRbr55t0oLpwUf4kSRJlO9rjnGWHNfyGbuBjDKYF0IQ35CjoLrFexSLRXXN2yXLVwjB/mdQRcOSpqn+/M//XN/4+je05MR21DqwaHrOO6FDb8+cOh3tRMd5R87xAkf2ZU9kd96yig7MzMzpS1/6K+vwWa26IPXEE0/p+PGT9qPY0SzqJbAxsLsDlkmKkY8++qj++L/9sfW3KPXkGLQt7PW07VOSpNG2LVjvi7Zl8AB82Pfo0Tf0rW99yzx9Xr/2a7+mI0eOOAGdFck7tmHFcQNrLC8vW2c64u95JaYbtKH4j1/AT912x+1u+t+o3U78t+3Yrrz3qfX1KX0rBqCYMG/fg83s+WboT6zQNi179hMUBaEB1/Ev6DDw8r5jvWIOdGNv5gAX58HRyyk1/YkfeA+PmBvC/6AZnxncj1/EbmGvBuwrN9aG96zJZ47z83MsF2nO+ugCPAo+y3tsNHLACCEIfICXPTxFWT4f7RI+uWw/yz2sA81KlqOqfQL7VFyQYV3g5xoxxBNPPhF5uWBZYj3uZb8QglUgOK5sRv5uddOQa8xhjTb2xHLecOwNf4EHerAun3fv3m1ZaKllOYSODPBtOkbGPmFjQkiVS/PKcgV1XFRD/9RLlM+KLnTUtWP7uNqO70MIjidLylmeWR9ash/vm7ZpE44jWBvY5FcIwbrTjfuzL2tswATuedOr6XwWPHi/YHlFbpgL3bjGccSNLWQYmnKO6/AuhOBdLP6WJ2CCtnwDcKd9MXtxLxNCWJcLYGNekqbWr56AIYQQ8eFaCCGeByf2kZeHvj37nlyWWM066jrmYf+e9wRPaA0dOIevYT/gYI0QgjZgYD4jhKAQ1gefGcDKPazBZ4b8gq6MEEKUyRDW4WPuxpBfIfz/rhdCiPsCn8EU6zIfGkNHjl3jAV6N5rJ4oLrkuAOYuadgXc4cl8KrMRd6d1mGou44f4J+4IyMs27L8ie/gJNzWZZFvWAPfIs3Y1YAABAASURBVJYvRdj5DJ5xOJ4CnkhjT2BN9kSfsAM9Aw2vWRN4kA+OfA4hxPW4l7XwY8Q83Eu8laY5sS+fmcO6DGAGXt6zH9f5fNk1hh3296wPTB/9+MfUso365rce0dkL5zU7Nyfsx/DwcLST2K2u/VEIScQT+zpvW06j51H7sM997nPRrhKbLrsIOeyaQsExF2NocFg0HYaHhp1vDYlchJjon/7Tfyp++pNvr/zr+Isz/1q1vlrU96999auqOIebdRFz1X6X2LhnfQe3EIJ97Uq0OcAO3Rg5+0D40PU88AL3kv0u70MIkT7wGjpBW+zZ3Nxc9L/Hjr6pRKYx+Dmvn3LuxnX2k1/wEZmecX0GHDkPPYkdWBNbRkEZPlJUhl7MQV+5D/iAFT7wGR5yH3sAC/ddvjwRH/gJIUS7B5zYhscff1wUrnkQgzVZh/VatiF8xkcACzCCPzCx7mXzmOvsBw2ajtnZq2U55H7mIw8bn1mD84yS8yDoCLycZw5rAo9MJ/JedIP9QrAtyVLbia4KjsvQnxBC1D/5xb3sw73AE+/xeY4M4GOPEEK0Q1neNtn6BHzAAuzAwryCdZTPrAMu0Bc53DgPz2u1vhjbDw4NKpfl1DfYL3xKWx2vL7XsA7D7NFG6jp/WXBtgH9bP5bNoH4GHNdMkdU11RfgMgxyvhRCUJIxEvJgLTzgCJ+c4QkN4QdNudGyT5bUi8hzwYi7zwJ95PCi2hfzBNR50Bb+W2l6DD7EwtrZgX7rs+IS1uYYMAXcIQSEElotHrjG4zvrQa2M/U1jsz540W3jIl7//in1kAeC9zo2MSeeb2DjmQd9paiZv0W1uZl5ve9vD+vf/7lf00Y9+zDhVlKSpa4QVx/JtDY8M+VzZtO6JvYF3wTkh8RUPMpBHvv76a859XtUbb7yus+fOuN55TXPWdfSOuPbKFevC4rzzk2U1XI+U0QNu1kqSnLJcwfTss18uC1zZJ4QQ3zMvX7AM5fJ2kkG5JK9ivqyR4THRLN7rZvC2bdu12Q3gEcevPLxYqfQZ1pxHJimN/O7aHve6wTGmI7leahA8QqKc1y04Fobn11xP4dc6jh49GusI6CnxwIzphU5jBxquw5dcL+jrr6lcLhnuquALvKM+ig1acxxTsr1j7V5XSkJO27ePuzF2nWs7dcf6M7rkHAY7k097qtdr2rZtq69VrXcdy3fHdecFnb9wVleuXLIdmXNcvaSebfrAQN05a5/zlzXj0nIdbEXThhs6dx3fwJdLjmGatgsN25QIu/MmatFnz1+0/K+qa9uPP6jWao73isqc35ddvxhyTZMYLzGJ0jRRyXnx6Ohmw77dNagD4lvwNO32ulmKLIE3Mj3geHSb64I7HLPscu7HdfwRvpRr+B2OzJf5GpJE0Au9Ty1rnE98LoQQaVnIm8fWD84xQghxPjqA/YFX8uvvXus4R+R823E3R18WMGLbOCZeI4QQ9YU9FRTXBI6ufczG8e/ugcywFnByfmPwec11AQbXQ1iHjz0jTEkQR/Yp2MZt4MceDPYLIahguUO+y46z+/r6BKzoLrEf8QD1EWScQUxI/nPrrbeKh5aojVBje+c73ylymfvvf5tuvPFm3XHHnfEzDwS9+93v0sc/8Ql9+CMf0U033aw+18vYP+86R9X9jmK5qiSXV5JmSh0Pw0vwwTfg//glLR4Av+AaOrnvrP3l+bPndfLYSV2ZuOKccUkhJKZpQf1er6/Wr3r/oOs9VRUtU/ksL2wQsS92DzwOuPbAN9wPHz4cZapumFYtnzxMfdm5+eSVSefnl3X1yjU111oqFSsac719bNNmjXrs2rnLufp+bRnb7BigTyGkkoKC4ZBf6zzqRN5u8MCn42f4ifxQ61+0PeKbqzMz07py9bIuXDznet5Fv7/iPP+yde+MLk5c0FpjxTgUNeJaR8l63+k2tbS8qLn5GS0uzanRWFan01SjteJjw7RI1d/fJ+aWy0XDWLH/6ou2IueYxlKnEHqGpxvjHmzOhPUV+wLt8WOpdQIZwz8wuMZA3sAP+VnHY0XwKpmfX/SbFQPTUMtGACYHE4Rjw0VGFuMG20ClDi4t79EokqyvuGFGs5LiGHPYhE3bTrZsjWwsuga2pzS1QXAABkNRqJ4tG+s27UhwLh3PbzmBatnwsEaz2fC9bSt0aqLkfX/qPW2wDE+SJPEcRxDqWGlTI73ixB1EmzZcrNG1oZKCeKFIeRsGlKbmoAAY2q6Wtq34GD0EFGKwBgkPa7ZNi47hWv/civA07YDorjPAs2tioKAY7BBSB2stJ4odO4acYceBSBtwAhP07Bhe7uuZoFwLIcQ5BDALTn6bzbYZ369hNwSrLphnWT5e5551mDqRFqzDGtCsa1zX10rEi/N/98h97A1+4Ekj7sqVy5anrkouSG/aNByFLE0TpaZlaj7nregMDEzFyREBy4ADqf6hgdgwK5QLYvTV+zVmBzrmRAlD1F8fEMZ8wIE/hcFlN0mRlbzpP+wkYhi8Kn1uYoxauIcE7frNE5S8r78eaQj8BFrQY2pqRsgoOA77/jErL+8Jvi9cuOhrC+q8xctGo+3AQ5pfXNY1N/6uTc+5mHhJPHHIfJ6ox0EjrxUXTvttQGYd+DecxFG4yTtojfR0cbDs6xs05BxyqiDls5y6np8znSiW87nfxdhtW7aKJumgnXuv21KSSrVySYcO7teo4U6tuMNuMtX7+ywbOVXtNIumccUGvGGHAD8G64NacIGz4/XzWaqyg+8RJ0vIbCEreu+ied+xI16xAVlxWh6UpnkluUxDpiuFlbYDx8HBYe11cDPghBXYKbzNuWCasxEZ3TQqnMP1119vo3+jcAof/ehHYwPmU5/6lHi6mGIYT+SkloMkyWnNxhRZvNVF4U/+yI/q3vsfUNHwExhgEOfmZzU5dVUhlcpVFwz5g2rGd8iystkN5V3jOzXihmLXxi6XBhvvfRp3k2CnnT4F6BPHj8Vv8gEjhhZdQF6RfZzaqGWr7P14v8nvc1mmhvU8lxVULBH4JGq7EZ9lRQFXV4lWrEdpmqltHWcu/AvGp1SpeU5Nme8LaUnV/hHd+9A79UMf+1Hdcc/9qjuQoUieJIl45ezckBVkj0CRwKToAKNjPe5Y/0OaKCPItHxjX7J8XrITD7lUjJ5knmE/uuIeZDuEoMTrhxBsJoM61t+ehYtr2BV4lhnHWq0qmlXoVV9/XX31uulbU31gMOoN63UNQ9fBHUf5tW7brAeGj/XanZblLRP6F0JQCCHCg61MLaTAwT0h+LzXSQk68plmXQxseY2anXPmYGPRjnZ+aUVz9hfcO+8mEsV2Gg5GIPqOfstv1fIt0zlfqmjOxefLTiAI5pdd/AdeBjY6TVNDq+gfsrxlOEkiXPAYekMD5kYcbIvbbw1uAhc+L7uIXbb+wBfkiSIncgotWANebXOAP+Agc9B83eZA89abD+vee+62/RlQIUs152TjqpOMI0dejE8YVm3r5h2sPP7od/Sdbz9qVva0zYXwNfu6RRd0E0e4JTtz/AL2tOZAmH3A5+WXjzg4vyT07O3veFi/8Rv/Ub/5n/+zfvYf/kM99PDD0WnXbUP7zMdB6+bNN92k+++7TxTzl5zQYZuvXLmibzzymE6eeEPzc9cETpx/7oXnNXH5qrouTI5sGpPFWk3bvZCk2rtvv37kR39Uv/ALv6B77rknJjcESujxdYeui76dNRpOQKApo2eZ4wg9U/MCOtYH6loynwr21XnbwrW35iOLDGDGZuYtmznzK/R6atonIwPxvPkIb/kZY35aeMEFTewuQSB4vfjii8Lfzs3Pme5zTk5suy1j6DvrN9w44v2yZY110D3OhxAAM/qoQiHzfXP6yy9/Sb/7ud+OTQZ4sebGZsN2tOBiU9fxReJb+qoVFYs55Qs5w9mMsk9i0rV9DyHRsJO+tgm56EbcNjeJBqxXTcOAPg4ODsuqpUX7kuWlVcWmlucuWQeWLAtd497xOhSL11abGrb9jXLuRkkuSbXs+0igZFhWzVvoNO9CGTRgnHTj9ZKDY34GOJ/lbBta5pP3cYCYd/O3sbbiOKAinrxj3SXTZPLatE6cPK1zFy7FJsnszJxoqLL2kvdFV5a9Vy6XWQZzGrOtJEB817veKWQN/pEA8JOb73rXu6L9h+/bt2/Tdsv4/NycaKjim2644UYNDgwL27NsPTv+5pvx52s3jw3rVesK8MOjEILa7ab9dtP06jrwndBVF80I8rFp0HfO68L3gm1LyT6t6AGv+m0vxuw3c+ZZSDOlWUHIM/cUbWPTNNX4rnE30YdMi5q4n/Poe2YZJKbiuGg7c9yNZZrJV6zLxHOnT58Sf2syb1t0vXXg4Qce1D//xV/Ur//HX9dv//Zvuxl9vfWnLZ6gRn9Zh7ioVHajzXEo8vPXLj6uuQi4a3xcN9xwneYtt8DQdHy6YF62HR/2rIOnTp7Ut10wpdC2srqyLqf5gpYXlvXEdx9TGnK65+4H9L/+4j+3LfjH+icueP4H24b77Eeb1sOKY6aKY5FgOVgy35M0UZ/taM+yk89n9vfLOn/+nEK3bT5tFvIxbF2dsm09d/qkpu17z5497WR7m331arSjbdvLquMS8Bo3/IcOHtJAf90J0aiaLjL0LLvYSZrQOfu42285rGMuxszbHmaWv7IT+MOHD6sObJWq7dCodalkGYXPPd1v2Ne8DjEHdiRNEt15xx3WzQXh15986inRzCD2AJYpN4GRx7xtbrBuLjuJKhRyjnGKWnMjN3FRrlhI9ad/8t/0xtFXteTr2I7LE5fFQwsdK+Ml0+CF559Tt9XWsTfe1G/+P78pGo0f/tCH9NorL4tvyd5x6+36yA9/WLfdepve9c532U+WdJNlud+4d4wzhqRtmwPu4I08rdluIGur1mvseWbZajrWb9r+rRg25DszbFXHhAuWtcS4wmseTEC/6vW6eV5WCEFcK1jOKf4iTzSs2AO9ZD6FIPZlz9dee01nzp6JyTtJ+Y/+yI/oPvsDEnPWaNi2Ahc+sVQqi0b4lStX47caupabOceKFIM4zlnH0IGPOGHft2+fc7qlWGQn1kOHwQn9Z1/59d3vflePPvrt+CsG999/v9771rcSuZc9+cbT//V//bJ+7/d+T9wPfCEE4XuRK3AgdnzPe94TdfPTn/5xHTx4nef2i9hz3DKXS/OqlGsRDvxYlAPbBmDgIT9wDCFodm5B024cXzJu3ZBqkp/NMi9eOPKyeLhpbPOWmCv09w8oy+eUt9wkWdCaE2ziBHxPLpczVopFtXq97qR7RGO2fyNunoUQbF87lt9itIvAXzCP0K+u5Sre6H96tumsA/7wcePIOeiH7WI+I4QQ98B2wFsGPAAe8OMefBl2Gf0gVrhi304s6q3UtQxCD3zEim0Mc7gXGFg/CYk4si52lvU2PrMu50MIljmJB1+4Hz+Bz7/xhhuiPHIPeHJf4rnAxVq0MupNAAAQAElEQVQhBLEP75HPeN0ynbPfwB+UyiWBP/cyB7yRRfBj7xCsrYY/Z5ojDxyZH8I6nVmP9TkfQgBdQcsQ/sd75gBzCME+dlHQhonsOexYDbucGR7OQfue37AG7wuOM9DTqv07vIefwMi9nib0DjiRT/BZsx6BOzSDH/CCUbfeAsPGffDie9/7nijkwgv4wz7EkuzNYF1gZ3CddZgbwjpNoQfzWDeEEOUtTRPAUmIaAwPwgQdrcIHzHKEZsHAvMhEC9FqnKXswP01ThRDsc9tRprlv4xxr8p51/u5gTggh7s/arCO/QghxDc6xPoP7gCeEEPfhPYN1fSb6lq7zBHDvWXc4n9i/re+di3uEEOxbW46Z1hTSREXH6H31flVrNe3Yvt1+anuUT9aYmp6O9DY4arkeBJ94j34UHQPwEAp2i32QJ2BvvlUrwu8jl6wD3MgqOgCPoSNysWI7wn3gyL3wh2uJeTFvH866vOd+7jt9+rSIV7kHWwO/Q1iXUeJZaMQarLfsuBF4sY/ADF/xBznzaLNrIuyDPr7vfe9zfDisl5wfXHCh8hX72cGRYY1t2axpFxH5tZ+efT2yQREcPJqOQchX9u/fH+HB97Ttv9BB6MFc5PtW+7v3v+8DKjiGevKJp3T69Bn7ieM6cuSIjr7xhlZdFxsdG9XC0qIKhbybM0X11SqadWOi6xgB3EMIMcaAltCUAZ5cazvmZS94AY4d6z3xOZ/hOTQlv8LObjdvec+Rz/gt6JvZTpQcT/S5nlXI8tH2sA54sge6+/LLL+s3f/M3xYPVrAtdgQH9rltPeZBjw9ZyvmdbHUKIdiXuYZ8Nz5gP3znHQP+JB0MIgpfwHNjf8Y53uNbxDlEH2eumRM2yWbRPqLkWxV7cB3zAyX3syX34MeDgPOfytkUM8AghRH3nXugCPKwBrMDEe2wJ8sI9Be/He9YDbr31CiFEvLifddkLenA/vGibbyGszwE28INnyAyf2Zu5IazPgQ4MziHj7M084N+YK7+Ak7WBqwi/+vqiDwoh+NiJNgc7TezDvH7rdEiC4FchK6rj2lNzre04NXHdohZpwZplx/vwkH0Tr8V9FcemTesx+IEn19gzhPC38gHM7MOR6/AI+o/v2m1oJe7dvHWL989pZnZak9cmbfuvaHZ2Ju4NzdmfyUXbkorj2LJrGXXXNPgFoRXrBuvDA+iAfjOX/cCJwR6cCyFEnrBOvG6ZDiGIFzW8na5lPeA4apebWNAWO8ADrn/zN3+jJ598QuzFw7HQn/urljf0OElTwfuDjs/vvec+3XXXPY4HR0zrnkdXQYn11nWtUkH4u65t7+TkFV28eEFnz57VyVMn/f6iJievasExc9u1wyXnkHOu9y1a56nNzbvh0GytudbUc57WMC+7pl2IR3CETtBg2HXKiutslXLVTZiy8uYpjRlojj0bdo5bdz5QrdSUhDTa64ZzX5c7VS3VHMuXDW+qLJdXkqaGv+P9nC/YbiUhUbPR0vzckm3Najzfso2jztt0zg3NsD98ll/wA1sOHbGrr7zyiuPVR8W3f4mboWO5XImy0naNa35hVleuTmhpeUk+6fVbpsmkeLCTddacq8w5zlxyLl/Il9Tf5xpasWoYe47FZH9UUj6X05TpOG05Ij+dnr7m+PyUJiYuusTV8tqLsU559M03TPcTPtfRtu1bHf9WlTl3w+57cwX7lv56v+PDYfOsqn7br622jfvdwNrrWg211X7XpEqWx4brlG3XLpEHZGvJufaVq5Pea1Wp6bjJtR4eQDroZvyuXXs0NrZF/Y6Da7ZTOcOL/IYQorwjq5wr2CZhU8v2u3XvjU1mcI7rrWg/EqXmUZKmAl70BJqHEOJ5rjVdY0UnuBZCUAhBvJjHvuv8a5mGbZO850vBR1PAtpnr3N90rsyRz5ltdNF6CAwd+xHf4EZ02zllI67Bnug580IIMTbhXsaaczT24/3fPSIzDM4DFzRgsHaaGDevw3v2Qwexn8zlMzCx1vp9adSHjWvcA5x9fbWYvwxbN6AhOrvTuo5fR5/xHfgL9H7r1m0i52Bef39dmzdv9efN2rFjp2648Ubd5Hrfoeuui+f5Mk/HOVzi+sTg0JDw9dS5K9U+hTTzyEW9Z70dO3aov7/fuVWf1xuzfRiMn4umZcNyveC+Eb8qdNQ58YWLlzQ/v2A+9JQY/1wuU96xQcEyn2UFy2neI4trodf4amQLfMjJbrrpRo1u2qTMNYAV7MfMlKauXdOE1z154rSuTV5Tx/KTKFGa5FQzvGPuyexzzolcb34rV6vYRpStn1mWh5SC3sgRtO45buTIOpxntOwL2h4N59zLtl/z7ilMe+/LVy5Zry/p4qWzURcvubG6vLJg/V7TgnX+0qXzuugG7NXJCeeR01paWtD8wpyuuSYyeW1Cc/NT7pXMCZu4wkPrzVXD01U+n6lmG1yrVUzPfte66rYBRcu41LJdYv70zDVNu24x57rPkutryA9yuOp8bdV1Ht7z0BA2F9wSbmQ0MGgOPFcpSsbko2Gjt+JEZ1lra00LWlCa5pXLFZQ4eJYSM2xd4Buez8AQrq/VEI4yDiskxGIzBgIMEAC36MIE93TsIEgelsy8NReTWiaq/ErTVBUXtxGaigsZ1WpVKJovRefEukmSiJHL5SIR2IP5eRuUzAaO/dhngxAoS9UCACHX5xVikLVqAm2sx5H5wNg1bOwHzNAoSVLDgFAWbAC6ps+SHfikj4t/KzDsyXqswbFl5rAmR65xhF4dO5kQEuVdeOv1gmksKxBrZ6Z1ziP1OfZYjDAigBjEso1kmuQkF9a5v2ul7PWC+dGL80MI8d68aQBdQgiRNhSH8rlUO7Zt0XYHIUNucOVNIwqDi04M4EUIqaSgphMb8AUHnPLK6pLaLh56U/EtIn7mt+N23lqroWkHLxOXL+vCxYsu+iHcl7Rkp7DiAvCyBzKF7UySzLgWXdQoKZiO1UpVif9jP/YCDwbzu1Y41oB30KtnWz3vRs6ZM2cdRJyLTxW1HOgbdUORaM3wUuRuu7jJaNpJLSwsqeEAr+hCVH+97objkHhR4JudnY1GEkNQ8vXEeBNEcD3vIDe1kYN2wJGGRP1OBHjas2iaVkz/khOTel+f6m6eyhCs2gAsW5E7DmbMBF12sNN0sWf3rp0uBvc7OCkoCUEt68OCi2ANG40kCUKecOw561XPOKch0Ypp5ytepmdDsGxZX9OqjSY/d9s2IdsmxrLlNbPcDLgpw2+c33HXXbrPBeObnVwNOujpWB4uuzjFHvfed7cefvtDepeL6j/84R+O35bAEdzle97nIhpPOvETBQSYg16PhOPVV1+z4ZzSFhvHv+dGzU/9/Z/S//Q//xPxLQK+DVlyw4ViFk+SnD57QmuNJRujgp1jw0Xsi0KPOy6yD/ZVdd2hfdq5fbPmZ6/p61/7Kx19/WWtLC/ouR88a6dQFw2gAwcPaMRN/cxGbu++vbruukPxidrMDjixbqN/OV8rlS07pmNXcgOvozXzW5arBTft19xMX15umGYr6lkwEvOQbwMVLWd7XVDfd+hG3Xrn/fqhj/6oPv4jn9aP/cRn9DP/8B8ZpzvMo0FhOwrmPXy3Chi2fhvaQYUQom43CAysy014nAQVTYNabd0mISc9n2tZR9ZsD1fNn4aP6HsIQeCR2p5hB3CiPQUpSZX6XJIkxoaPqUJY3yuuJ79n9CSaN13jhM2K8PmOruWF4bdiDc7zOYQQP6/D0PzbPZjDWLJjADZg4TMwcG9c2/QOpjcN1IoDicT2YdZFhzk3xubm57RsJ9K0DNOc7hrXFcv81NQ1rRpXviXNt4NnrFvXfI590F1gwnYPOWggaCfYGLScsR9rLbkBBN2h0bSLK8DNPcDIdeDkvfziPpJ0knUCDDPN//dsb5ZEovf666/riIuwb755zLbogp5//gVNOjidmZpxAf6Yjr15XBOXLmnRODXWljVhm8XfU5yfXdCz33tGf/anf6ovfOELls9l3ejAZ8vomF547nm9/sqr8Z7FxQXbnik78AtuaB1Xy76qVqvFwBk5BrYrVy+Lnx199DvfciHkvJ5+5hk99fTTEcZPfOIT+snP/GSUq4ceeshyfp2g/XKzqxPnLunP/uprqtf7NO6E8VOf/gn9n//yl2MD5lOf+gnxTfCBwWFlDo4++9M/q1/51V/TjTfdoi0O4u6//22i8ETRhQQEfTG5vOdi9E3LpvGig66eZQa6L9vGrDpALTrRDWliC9ZT07KNvHLfgvnd8udCMR9xbFmXeU9iXLSOhBCiTsAbeBdCcMF7wPstxQTmtttus/2YjMkExam5uTnbh7KDk+k4B3koeW/u7bcdXXLzkaZJ03Y8hGCa5BVC4kC76f0bttUDjkeW3Ky+KGTj8OGb9NEPf1gf++gPu0E0osaag6ROEA3ezPLLzwA1zJuGZXXRfiAxji3WNnLsCc9ylnVoduDAQQeXddNp2TanPxa+lq2/me1r1zo3ZXl+8cWX3MR4WU8/9T1NXLqi6alZzUzPOnBbiPi8ZJmjsXF5YsJJqzRn+Vowvb2dOm6CQbudbtjuHh9382hFHQeke/ft1k033WBZ6Ld/X/Y6C7afTV08f1azDuJe+MH3terksNtzgcK0SNKgvXv36ZCbFgcP3eBGUTnqNk2raQe5165NCf6ddkFw157dbmxeUsX26dKli6IJxLxLln34V3SxZNPopugLii4wtAzP7r17dOfd9+rA9dcrpJl+8PyLHi/plVdeM90vRT27aH3Z54TwkJO7lu3hiuVqbmbWAfys+bMcf44qpKnqQ4PR5kFnaFxx7LZgHqdZQSurDSW5vBrmR9Pj9Omzxn3FfJWa9tulUsVxQsEFwKVIx4Z5CE5TbsT07PtSr4+PwiaC71//9V/rzJlTUb6wMQ3HkEODdfudgxrfuUPveec79d53vzN+C5fYiZgGOn7sox/TASe4Ta/ftV5gT1Ydrzz9xJN69uln1LJNW3aM+vprr0RfNXHxvPk9p+PH3oxJ/asuAD766CN69NvfsnwOWf+2KklSnTp5RtOWjZ5jj1dePKLf/9zv64tf/Evbope04lh6Za2lzW4iD42OqmH/ddENw6PHjgud7KvVon2ZvHxVaS/Rmv1azTHw3l27/H7ZccXF+FO8NHlXXQzCb0PjG9xAAYdxy9dJN3exo8g5SWDHdvr0qVO67GYOtiY1/cAVOcCudh1TfPfRR0Ux6ujRN8RT7lU3Kt50A501O6Y5I2+9H3ailcvn1Ta9UusPvzjBw2gUBxRCjF+h76LtB0/Vwi90oM++pOJGddmjWCxY5ge0YH8yMjRgHhwUP0ecJHmNulhQLpbVdJGmmMuUhpz1J9X5C1csE3nttVwP23dcNX36++p6+eVX9Ou/9h+0Afe//bf/NhZl2Rc/Am8rzh06xrHngjUxMefwNRx7xq3r89jHJEmUJqlSy37ZMR6+atrFRId96wAAEABJREFU7sR6h76yxpD3DiGo6ESWoiLrQWt8D/dwHhrv3r0r/iIAuEND7B2DNVPTH9u6yzxl/osvWs9+8APb81/R62+8rjPnzqqv3i8eapm4cjnqMN98NsmFTVm2jDatN7zfsmWbxsd3Oxkc0p133KWW9WdocERjo1viaDU76nWDdatrWr2s//Sf/pPnj4tCPLxHfoB3eHiTY7ZmHEXT/8EHH9aHPvRDOmhb861vPRrvBw/gJX6em5uLcgouJOHoJsVDcGI9GlPQGBmgCYzd4X4SeK5DS85hT+bI++xrsNcTlyd07MQJLVm2+VnhgunMNzjwacgf/OrZwnIsWB4LliViAfwS/IOu7LNBd/YBRuZynvs4x+AzfhI68J5zzbdsAfN4zzXeM1gTnIAf2Vq0bWBP5nGNZjnrsBdz2Bd7xHX4TtyDvISw7jtZm2vVt+QTvWEf7nXIB5biM2uDF3NZnxiHvclhaKCHJIn8QQ4ZnMc+Zvm8/cpq1En2Rf5Yj/fwhW/df/3rX7farssH+7B+xbIPXVL7UWCJ5wwjdgZ7a6DiPRu4hxC08Z7r4MU+DGjAtRCCbwMrRVihNTKDnNAMYL+rV68KGnSdF0/bl50/e175NK+W7WXJhV1rplouyDZcqwDngv0We7AntOE9dm3Lli2xUMIenMvbTg1ab7EDwMPoOK9Hf4AtfrZ9AD+KSthQZJx7ORLHbvBdfrEu/OcILRnoRQjrOLIeMHGdo01MxDk4P0jSVMgCNOI6tAWGXC4Xacpn5Ic1oEXT+JLnG1yhx0Gp1+rZz3fsK5txsBb0A94QgmOnXBxZLovHEILv6Yr95FcI63PgRgjr10Jw7PT/N3KGNYQg1gWuniUyhP8xj5ihaTvE9U67F22HJwv4wRF6ezsBH3tjZ2Pu5JgqS1L1OS8rZJkGXKDnOnNZC1lP0jTKbttxCTLCdUYIhsf38x76wBtgY0/uZQ0G8s/1lZXlSFeuNa3bzOdBEXIUeBpCiHSBh8TuFDW3u/CNrlTKlRjDgMfG+ugDvqDp2AC82IvjjGsg2CHuKzmunbVvI24hpgYfZItvrmArt2zdGuX86qTjY8e+FPyLjsdGHY/hQ5At/DY47NmzRzzwgA2dc90AncFmQt8F+1gKecwv2k5SrOXn+1YdX1Vr9q+Ot9qukfyDz342+s1PfvKTuv+BBwxycLOr7JjfRUXbUOjEGtAUnwY9oQf0Yo/UvABH6AUtmMc1YjLoCU3AkevI8sz0TIzF0Dnw4f4Q1n0mdJT5x09ZEmvNOnbEdr/PDWe+zQf9wRtbiW9Cl9FB/DO4d60I6Dj7zNkHhRAsd2uRnsACHMDDPswDD75NBNzQCLqFECJ8XOcc6yJji86LkRPWaFvu2IO1kjSNMgIerMcxBNPQMe3GXBPVot+Lsg4tmcO9wME9zNugBboKjZkD7dkLeoYQxDn2hcbQfGPwGdgY4MlncEJO6vV6lFPu436uwQv5xXvu4YhvgJbs5UvRdgAHewAzg2vA1+t1Iz49Gy/WDCGI9ZFFGmvgBu24hznyi7U457eCr2fPnBMFfn4ykXWZu2a9CSEI/qITG3ByD3QIYd02sT6fN86zdggh8hq94jxwzs7MCN4xd49jw5FNI8oX8vGhgYKPaZpEmoYQIvzsD75L+G4bwFxI3EzrRlrApxDW7Vtqnm8MGxCxv3j5nhCCOAdPO64FsXe8136YS/h8ZJ+f8H/ooYec07XEL7PM2UYUrG/YiDRJoky17HcKrmndfMst4ksobTcGV1aWJHkP1/BCSIW9mVuc07mLp3X2/GnXWc/r8mXXMFyLWHL+1Wiuadn3XHbsxPll1yKbbp52nXfmXO/NFzLLe1HgU/JewMr7suue8AA9ACZ4h4xiv3Jv+Q6adlu3bHfutE+7d+3VrvFdtkfbVK8PmGatSHv01WIifhHKYuP8dk2murCfHfuFlvOgAJ2t9/AM+rdtl5r2HcilFJSYHl1fb9i3N+zzWK/rgBf9KJhmyHrO8Qg6jxzDc+IF4m7mcC3i4JiA94l9bZoaCvOR+zP7Gdl/LbrhvGQ9z7KCKpWaTyU+9gs42I8c+ciRl3T2zGlNuIZ7/uxpnTx+XM9+//t69tln9Nzzz+rVV1927edN14DOuWaw6Jz3ihbMC3iw5jpELsuZ1knUH29gOjW8ftv7VLTVdXf8y86d4+IXy6jfjo2NabPzQf4sWtE+Mc3yKtgf1JwLjrlRBQ+QefiTd0xH7Hf58hXvP2H6z3n9lvdLxTUGuIYQ/lZmC6Yf59BTaG/AlKSpksT08cDPp299DiH4cs/wduL97BmCZVFSCCHuA31ZjyNrWCXi3K7jNvkVwvp8aAqP2bNp38vnEEK0VSGEeA9rIHOsF0KIMIWwfmRtButLIcIFDvKL88DM/bwPYX1P3vty/B9+tsgrbHOAIYQgPmMDqUnNzs1Ge806rLsBH2uEECJ8HePEOgzOI2P4EI6MiuNiRt02uM85brVaduxZcdxF/LLiOM28sTx0rBhOwzRiH7//wH7xJ2eoO+1wo3Xnzl3as3e/DrpGfaMbruTyNGbzloFWp6f64JD2Hzyku++5R3fffbfwZ8jQNscR+/bv027HCLucS9bco1h0zemiG59vus6JjNDXaVrP5FeapMpcd8k7ls45xw0hifyE/sQue7wO37qlH0B+ePjwYfGwETWUYddz8rnE8Xcj1imm7eMvOwefd+N2dWVNDcfowbHpQH1QNJep//Fz39RZtm3b4froqOnSpyzLR9lq279Cb/gBbxi8h87rvGhH2nGe/tPCwrxlfcoyf9513suu8c8rJD0VS84PbOtmZqdcv7A+uMew4mbrmmu7y+4xzNOUnZ50j+6Sa7FnNXH5ovPWSderZsT1lvtXsl1A/gr2F0XXO8vVkhj5YqZmey3uu7yyqMR1AAXFuJQv8mErjh0/JmIzaiUJCDEwXvLMdqur1ZWmg5OmVldbajQ6dgby6Kpjw9izwcvZ0BZc0M272MjI2cgx8lZ0GIPQrbrojsOac8Cz6sIkQV/DDSTeQ7RgoLgnZ2NfsAGsOagcdeG6v78eBXH9K7htK1A3fmbNfD7T+sjbmNddkBkUwQSOGQGHCay/7ALUmptPq24MY2gZDSsUOPa6iRUKw1Y1c/ujgQP/ppW9bQZvMDO1cQGXNM0ZBgNr98D9ISRmctvFvyUzY9nXejE5AgYG94QQxP04KYJBlI7z4Mv6rVbbdG1FI9g1PaUQg4tBNze5B8Yyl2PBhhDcg/dNQioSK0bTCgIdo4JER2EeGX75lffnPitWzcFe2Q2fzErQaTdk/+LidsVF2JKPNVE0yXJ5K4gF1w4Pw8GewO5lTKeW5WDFcrDifc2HNPieonLmA4aBBkrLhbpVOxCCXejYs9HA0cGHaq1P/AxNwY6rZ6MkG4bEeLBnp9lTr6O3nmYKpkVDUJliC4EIeJeclGwY856Jv+wCC44bOCu1qmiyQb6mDWZq41CpVFUfGFTRQQKfk5BTCKZZklOfjR1PfiAnyMOEm7/AyXuDrP7+unBgJd8LHg07dehuxCFF5HNivoYQ1Ot2HYC1VcxyKpkWZStgz0HQkhW+4UIuv+GN8p85fSY2YBLJ+tNygDmjufk5hSQ4+FkR32hacIMY2m12EXHFSdCliSsu6NcF7cDHtypnfjLKxg8cMJwUtDFUN954s4OwcW1zoX7btp2qlKuWzWXNzs6r5CIsv/f+trc9qLe//WHddtutuunGG0TSNupCLiPL521cpvTSSy/7OK2SkzIMa9X3EhRiWG+44Ubts7GfnprWRRfmz5w7pSvXJrTmZnF/vabNY6OiCDzrBtq3v/U3+oEDj2994+v6m298Td/8+lf0O7/1n/TH//UP9P2nn4gN1WefeUqPuQidywVt2bJZBcv44cM361Of+pR+7ud+Tp/+8U/rp37qM9FxYEiRyS3bt2nWDYpjLjr3FESzLyuUNO5CIg2lW91E3n/okLbv3KnBoRHhhFoORkdsyHfuu07bdh3SrgM36IZb7tDOXfu0a89e771V8Bo54EGApm0A8sYg0MRJZvm8TW3PzcI1rdmGUBBALoApl3Oh13KNbHKOBJv14BkjhCDOA2/b8zaaqOgX96ZJEh122/KLfcJedSUluUwhzXlfGdOgEEJch7XkF/t1LYMhBLEOI4T1eSEEcZ3RcaAOnCGEqMuc4z72T9Ik2rENm9d+K7idduNoznJ8xYn+hUsTWnXDLTWew27QE/xt2bxZQy5MFS37M9PXdHnikm3Zmtrea8EJCjYpSRLb1prQ46ptEDAAIzYQH1GyXsNz6IydWLMtCyFozXvNmcfMN5p2vFnEBdrAG+7BPnIfeDAvn+W9f0Mk/V3biDTNTLdUHRuoqak5Xbp4xc37N/XE40/o+888azl/SS+88KJefe01ff3r3/T1CSVap+NeN5Puv+de/ezP/KxuPXybduzYoZ0Odm52gHP16hV94Q8/r8997nP6ylf+ShRkvvOd74hvMkBX9qc4PGUd4PoXvvD5GHxn+ZwbYHtcmP6Q0Cvm//7v/77u8j47d+/RjIOf89Z52QjdYh34hZ//p3rnOx7Sr/zKf9A73/MeTc/MKXNQtWx/NuNiSpJleue736vb7rxTgyOb9MlP/og+/vFPRF+EHDftY7Fps+Yjn6Fd1wUIaFuv11WtVmIC0HSjccCfg20RPAghqFQqxqSraRuWJlLRwUTO14ulghIf17w2ySvBPDIUQoj6Ax9CCL63LJ6kf/DBB71WSdgPeEWRB9lBFqbcEGM/+MeRQioFtlwuU2qZ79hHtN1guuoGOEEhuLAXe4IDvpPCFbJ05tRx/cdf/X/rr774F8qSnEikQ5Ia1pxITgia0b2+vrry9kHBOKRpGuUFOd1YOySJ44qCG0Q98S3JefOE/b/2tb/WseMndOLkKdvGGQHPBTcjz3u8/ubR2FC77GbH3MKCfeRqlEGK1CRjs3PTajrIa3abKlWLyvKp17gW+TRoP797z7jt8Ei877XXXtXc3IxK5YKgdcUJ78H9e3XrrTfbrm+LdC373OjmMd1iG85TgKnpXXD81bBc8I3DnHX0oBucd999l8bHxyNfOAcNaJrykAM6dM16Pe+9Vp2EX3Jj9JiD7ktu5hUrfQppXiFJlXOwfffd9+nDP/wRjTkmw9+gyzTp3njjqE6aHrMuDCw4gZxzs4kneV947lkHuRPqr/crX/A6WSa+zb5snzY5NRPlmAfm0JPUPID38mtyctpNvkktLq3oqgvoPJCR+f4FJ7wkynxT4aqL7CfdIJy6dk38PCxPDJ8/d9rN7Enz5Lz1akjbXQA9eGCfz01p1YWFQj6nd7uB+s9+4ed16y2HbWfbbnBORdjfePOYg+tJJeY7gfATTz6ul1543k3sc/rrr31N/f191vsdWllc0umTJ7TDa+/YtsUNqwFd74SHZObwjdfrwN7desfDD+k97363dg2Nc84AABAASURBVJnmPJxUd/xx4tRpPWcb8w03KlpuCt5686369I99Wp/61I/r7LkL603kTldrjjGKWV5JSDQyMKyuY7ALZ87rsW9/x3hMxydCocFp0/uK4xV+Mvfs2bPCLkFHcD5x4qSaXgcbND09raNHj4qC5E77wbx9F3xDd4ZsszPLSM9+o2E7G2wrkYGnn3xS//7f/Tt9w/768ccf0+LCvLq2RTTxLk9eEQ9uNR3jwRN8Qdf3jdoH8MDWLbfdritu4h+1DL1x9E09/vjj8cltdJw4Db3v6++3Hc87XpKeeeoJLTm5KdjvJ8G6Zp0/f3FCUzML1p2Ghkc3SyFn/WxG21FwU69crpo+qXWpazm54mTocnww5cCBg/bheyLdf+zHPqWf+sxnRUz08Y9/PP68ed7yh/8uOp6ZtS2EBtgPYq2W/a38gv8N+/SS7WvJPilJUvvJjhSCY6gl86nhGGFzlLHFpQWlzlVCCMbHPsZ0uO222xxT3SZoyz7QFR7hp/r6eEBi1YnYjP3NC8LecR5bmSQhfsYesz8Dnv74T/yEdliO8o6HepIGhoYijovW1Xe/972W49s0vnOXY+oR87ylgnOwNec433n0O5qcnLLP7YuDvZIkiXtzBPc33Rg/d/6c7rvvPgEr+1HYf5+L2DnLBTSBPv3m12XL2oz1muvv9b4PuADPOsyjCEHxnzWZi4ydtUwODQ2Lb7g2m47j4a3jg3a3oetvPKTdLnKObh4VMWy1r+Zj3vawIGz0lq3boh3cOb5d27dvFU3oBx+4X8O2kT37rVnbKvzmwMBAfMApKCjxf/kkU2ZZsbNX23lPx3Kd2q7IL3Sh689cA24+Y/s4B54b53jPeeIk3ybuZy5HBnqZJongGQP8WUM+l6SpwJ37oSfjkONP1uYc8xjYuVqtJtZlvvwKISiXy4R8jrmQJr+QDeYBE/egPx3HZJwHFuZynSMFFejB+T0ugIw6ll+wD+oZYY4589NLmlISPGUAE/eDK/Pw0/fdf5+2uiBDnMC+ExMTgpfYadYAZvCBb6xBQW8dnpxJkER6sQ94woON+eVyOdKMa5zjyOB9CIG3kXbgMDw8LHCgaINMlqyH7L3DcRe0QV/PnTunubm5qDP4vGql5ri0qVnnTmvNtgse3ei3c1lBDefW5ISZ9R/6gC9NP+6POFjfV5xH5rO8Tpw4LmI2YAco9JEj/kam3sa3y4GRdVgPejA/hHU8wIkBDbgGnUMIke6sxz2co4A77/iNwiVrsQYwhrC+DveHECJd4UXethtasGYI6+flF7QJlv9cmolvfi84VsF+gB/2n3uBR7y8NPcDQwhBwMG+7MU9XcfszGWEECyTuSinfGYfdCqEoBDWr+WyxBLWdU1g1Ta6EfkRtwk+b3uYJqk8W6k/F/MFMbLUa5oh7MmazPcm8V5gG6wPaLBelwN21coVMZ+HiZFz5oYQoiwBO/MZqXWvZp0asewQm7A2eG2c517mQUPmQRv2rjoXwWYRH9X760KWoRf3Mp/RclyM3KGD+DF41LK/YO16vS4ZHr6RCm6FfOaY57KCqbLgvOWpp5+MOsGDTkXLMXAw8JnAgV5dc/xb9jVkET0ZHt6k3dZhYMvbZrIf+syvPCB3NCxHN21SSJKom23bBGxN3vLBPcDMZ+ADZvA8cOBQzJ0ffOBtGnZcce7kWanZ1X/57c/piOMSHsAgrkjSIOx4anoasaiTY7YlwIx8IAdcg37QAn3gPfJLPHbR8SMP+Tz66KP65je/Gf0Ndgu6cj8yH3XNsAIXMMMr8JZf8ALcwAH+btgDYhZsEeseOXIk2kl0AT4s2Rci5wz2go6sDUzAyvrYjI39vU30d9CVedCIvbgP/JiLDQSWouuQwMJaXOfInh38i3WFz6y7YFvLGgxoz9rszeD9xhrsxTrAEMK6/oUQIp2Zx/z1++0PsyzG7OwRQoi6CB2ZB9wcoRu84R72ABaOwA7e4AO8yBvr8Jk9uJ95jI37+/r6NOz4gnWhLWsj38ge7znXNt7AztqsgQxv8JBz8DbLZWJdRgjWBNsB+ILNBgZgpPAebAfmbKtSz19ZWbV9XBX1DmwtssU85rMPe4MjewMDcsQIwdbFA/zYD/zg34ZM8h64wIN1Wm50JmmiXJY6Rmi55rasrnWVxkbHx7bjC+ZYgaONgVZ668XavE2sd7k0jXot7728smz7txJtKfB2rI/sC/wM4ibg4YGnL33pS0KOjx1703WSiRhTEtfN2pet2Q+ljid37NwRdZV698VL59W0/UHXWQvcqSecPX9G5y+ccQ41qYkrFzS7MK1Gp6HV5qr93Ypj53nLTjvmlsRnFy6cE3HTqmvwBt/mthNhhjb5LB/r1XXbXWQB/kMrRtU1Y2zf5s1bRO7e5xi2bJuMHHK94vf9tpvUtLG7u3fvjrqJDSE3hs9JSE3LgmiwdJzHDw0MKnM80nKNB7qQ70cZdXzWNn/AEzqmSWa9KIp9QgiiDowccA/XkXEG8O3du1c09FumFV/AWrE/B7ey446h4QHxk8jIMQM8uA9cOZIXHXRjivNV+4PtrpuOjVajjcCmdF1/KBXL4uHueTeKMstr2/tcdaP6uWe/r+85h+FLIDxw+sILL+iRR76hI0deVNNxb9cF7SSXWLZXIv0nqJW6KUs8DR7IBvk3fIGmJcO72fHX5m3bNDQyEuN9cvubDx/Wvfffr5tuuVX8Oa+9+/Zpvwd2ikGcCf2hETqZpjnzvxeHlFhMEyG30K1nfQwhxM+853wS53eiD0YeQwhC9hlcDyGIF/NZg8H7jcE15sIr5Cczf/nM+RCC9w9xP9aSX23bEfi86j4QR+wm87nPlw13xzLai/C07GvX91Nch3n5LDN/CtFf5+1L2JNj0bkddOSz/OI+9mJfBu9Zj4F8MIAZWUC2WpbJhnNn7BVySc0e+EII6/Cn63SUX+CeWJkYvGdN5iL7+AM+AwsyyKjX+x1bbxF82mH+0vgcd05OrHuD64l33HWnHnrH2/XAg29znedWoUvj47t83Ot64X7ttw+/4cab4s8FU8Mfc1O9XKmpWK6KX6bb7trkDq+HriIT484b1/Vii+shIyJ2yDsGA785x53T07O2DyvOb1uRzhYL5+Q99yW66tDXc61cCpJHn33DDq9PTE4Of5Ph4Gel+TWHu+++x7K4X9u2bteWzdvU3zegLOf83jFeCNyfODdta252wSsl9jEj4tfxbrjhhpif73bNc9w1+63O+8gZy7Yp8DiEIPiHv0ROkBEeeExtI30pwizb7Jw/t9wApUk6NTXpmGPKucCK7XvTuDWse8uuJc17zGlped5jzvZx1s3T9THrpuvU9FXXLSYcu03oqmsc17zO9MxknNd0nyxnHa7X+2wDBzUwWFfBDdvp2WldmrjoeGnBsHTUdr/n8pUJvfzykfinbvgFgkRGOcvyVqZMbRN11R3mtUZbrp+o1bQRXl4xIAveaNHMWLbRaHmx7rrwuyDU9dBbL4QVQiBkCFfLxrLgwljFjRkYRLCEQavaiJVtSBDoXC5TluXcVCupbgFk5PNZXL/jtVkrTROVXNAtudjLXIiKQCcWbs7lrWAhhAgXwj09PaU5OyxgAabMypizwnNPy8Rac7E4SYJxDsansa44SRL3hJlNK1nbjqBjwyrTR34VXOAAZvBiD+aldrLgQvBXcoAMrDjWto0HsDF32fQDvoobYQUHa6mToNTGLIQg4GMtjt4i0oEjMGMouKdSrqpW7VeWyyvL8goh+JiZHqXoyKp2gHkrDYLYgWnWkswCV6uWVauUVMgyVUzr0U1jVrARDQ0Oq94/qL5avxWhXwMDg6pUKlasjgVlMcIkv4A/hGAjVvTcmoaGLFgWsHKlaHoFw6F4DboU4Us+Uy6XU8c88+1Kk1RF06xg3jASr4WDWnGju+2Et2RDmM/yxq1PFStUomB5a2rVgVbF8BgNBwCrljk3cn0No8C1toMX6NoxfzLLTtn3gkPVjduiG6EhpEpT0ynJlHOzLc2KWnFB8/LlSRezZ7TmhllffUDMbxqOpaVlB1krzuW6yrJMiXGAJ8jInGUIXlB4rHqfvHEEtsxzmi5ikTQFSVXTeWRkyHSq2JX13ECddeF20rAvxeJi2fi0zZvMulB1EkiBsb9ej/sRCCy5cIzx6zhgz5tem5zQlMyzJQcJwJN6P5oRD7/9Hfrwhz+me+65T3v27tOWLVuNR9VB1oz4Cj4/gXHixAkhTwXvVbdRHDTfZil8OwFA/tkrhKC8r1MMp5DCfHCn0fNHX/gj8XPI9YG6MJ57du91AfuqHvnGI3rztaPKzNeu9brpguyQ5/A35Crm5bYtYzacg+LvvrYc5K2tLKqxuqStY5u0c9tmVay//bWKhgfrGqpXlYaOzp46Ib7107ZxPHhgf/zZSWQG2QghRB2uWb5DCMJhHHQB9d3vfY/e/4EPigbxpz/9aX3yR35UH/nIR/S+D3xA97nod+sdd2l4yxaV6oPauf863XLXfXrn+35IN996h25w43nEiSl8QIaQV/i5E0e0z4XZXbuiIwL3Sq0q/EtPPSVpGmWb+cglx4Jlm2PbPFvmYQLbFIo2qeeGECxPvTjsY8QL2iNLXOd92zai6cChZXluWmdatjVdBfXCuh3iHnQwSRPLc6oQAqdso9vRzvGBtYCBdbFHDNbGdmCLkKWS7dLGPO5JkiTqbT7LR3vHfAbXFFI3dCq2LWWNjY1q167d2mKnOWibUav2acumURcwpeWFBR0/dkx824lAhP25n8AMPeUzI4R1+4HdBx7mIu8cCUBIpLiPaxQaOEfTINLGekpxGtnkOus1fY7AlAJYCCHyqmw9SZKcskLZo6r6kOHec1C33X6Xrrv+pkg3kq+qfU5IgkKSKvqiwSFttf7s3bNXmx2oALcJornZeQfSi7YVU3r6yaf127/1O/qOiwUkKWfPnbW/aOnYsRN67bU3NG65ueuuu+wf54WOIVP9/X1Rr2+88XrVbS+lnm3sgJ38msZGhnXnbbfqx3/sx/TQ2x7QKTdqmpad97//vXr3u96uEScCm2xHDri48hd//uf6/d//vP79r/6q/uDzX9Do6Bb9z//05/Qvful/19ttB9puvCwuLFkWLKEmPHQNIdGTTzwhaAQNoScwQTfoVLSeAg8ywXtswbVrk+p127p66YKOv/G6Lpw+raL9cc10LVpGkBd4MGdbyB6FYiHih8xwjX3Onj2rV/jmrpvp9XpdBGCHDx/WTgd7ResJ8zqWd66RAGBz+Kke+IgMnDt7LtKH5AXYG2tN29Q+7dt3UCNOMsqVqgrFktCNsuXw+ReP6Mtf/ooDIdt0npC7clXP/uA5XZuatq1fMS9m3TQ7rdNnz2vKQaSUWsyCUssMsoT8ta17DdtwWXaCR8l71OwTF9xAO2N4pt0ATNOcFozTuXPndcXN3TnTYNaB6Sk3y86y9uyci7GXNe0mX9c2seNOB7p6AAAQAElEQVQ1O/Yp+AJ8hdkhBanWV1OaBhcg12QQfK4rOa2fdvOrYt/x4IMPaN/+PZaTun30kP1hSblEGndBuWA7jY268+474zoTFy5o0ond8sKceHBnoL9fFN52O7G9//4HXJjea73dZRk9Zh807aBySTn7FJL6tuOaeeNwzvCfdiH5jJt0V027V15+XZNXp0RiOuvrJBYUyyie5X0vMkRR75rxrNVqWnODlPt6TojPu9B99eoV7bXM7jEMO3eOa6tHX1+/m8CVKCvIGnwce6txcP7CRV02Pflpz+nomxYFTU8cPyn2fO65F/T97z+rF198Qc86gX3j9Vc1N3NViVpKnLDmkq4W5md0JT6dPW89HhPNgVUXD+p9FdmKKnhex83sLE3E37I5+ubr9vOLLry3NO+GIY3IkeERN6Em7a8XxM+enjl9Um9/+EHxLdB5N+D22B8ccBLbX6tqyk3DyxOXtGjbN+dra95rcWFWj3zzG/qjL/yh+EYT8j7uhKjWV9fefQeiv3n/B39IH/zwh3XrnXfGb9v12WemjiOuuqjaszDM2970l2vx26ZLLjaRdPHtdZIw4MysixQOCtajhx56SDwxetXN5ddffz0Wavbv3ydkDX1Ev/CT8A6eEU+gn9CdoiU+m0IusVjXvPvKV74i1mFOsVzU4cM3qVKraNfuXfrgD39Ib3vwQXWtOk3bh44bZF1Tds4Fhrb9VS7LVLRvOXjddWrbyX338Sdsi8wX0wfdRh8KhUzVUsW0m7GuzqrfslMu5NSzrqw6tsm8xsLiinUhiJgIGQH+e+69X+945zt9XlqxfeTBtwsXL2jGuoefqFm29h84oH/8j/6xfvInf8r455WlmeNdw26erTk2CSEI+4e+J0kS16K4suqEHtw5AU2zLC/owZyObVQI63Eo9rLlIkrPcjQ+vlN5w41+UNzt2Of39/dHffz1X//1iPcBwzNlfaZZ+Ud/9Ef2051oh7C1xFHYOn6aDVucpjlVKmXL94tRbqEDfpymacV+qu5GYtOw/OC5H+iFF19Uls87bm3Y97QVQqpbbrnNer7PcV5Dg4PD2rFjXKA4PXNNf/7nf6Jg/cjnU23dan+dBceh83r15Vd043XXu/n/dq/TVN5r/n/5+g94y67rvBP81jn3nJteuO9VzrlQKBSAQgYBEmCOYpIokko2JbdHbst2u7vdDq3uHnd77B6PZbct26Is21SiEimKOUcwIIPIBRQq5/hyfjfN998Pj4I9/ZsL7Dpph5XX2mudex94oH+T1geK59ddQH3+xRe0sLSoURcqloz/opNEbceuPcvAgmOc7du36vWvv0+bXByFv0WRW58mtf/APi07wTc4POiE30Xzs2lbPCs2tLmNWZaFKpZlbP9V25Esz1V1fN5sDhreEDE3MB2xD1qwbpFoa3hfscZ+mvtVyz9HEiAdF9C6jpto8Lptuyt/VukYEYkn7D/xcehLx/QEX474MY70Jy4YtFzmhsdTCD6gS+nc99ibcM1z9DV8DzwGhobUdjJWeaa+cWsODqbrzDhaoHT1+jUnFZZ0xHp66eIlVcxz5o5YgQ16YBezLBMyikwiK+DIEfkDBmDmCI5L5gWwgDPwjI6OJj7yDDzr9pGtVkt96yM4Mi9rgOeC5X7c/AXfwrBwLyKEbWAt5hgyTtiwsijTvKt9CuMEjZrex6ziANzAEhHiyPUqjziHvmHAwSsiEj/oB9ylZY/1mAv8OEcvGMM583BkTWDb42J8URQCJ/CYdOEKGnDOGNa46ELwZdvFiExV77M3bNhkHexZ9hd0/twF07itIduNsqyq6ufQYY99FvYGOmEHX3nlFevUgv1Ww7HbcIo9eHEGuCMi4RARiTbACJ6rz8ALXIxyigfB57yLTcBNAw/oB6yMKU0DcGDM6jzwEJyYIyJUVAqxDteMo++UcWct5uSYWfbAGXvEGuDC2tCPc+iDnkSEIlZwYC58OX4eOJiHfjTOIyLxlH404P1LWEP1WsP5Amlhfknzc4u2J+3UiqIU4+kfEQKvJMv1uvjZ+NLPM63MzVoRK33oX5oe8qftGL9jfc4c05aW0771fME5lIr1zo8TD8CP8yw8m+eArqzFPfa/2Bj4C+zc5zl05EU3Yjh0ZNm6BH2gKX7i2CvHhJ0Y8H4TPQMe6Ildgi/Mzbptw7c6307H/w3jBm3keG7X9m0ad2Ju2XNXsizp/7KLJvTv2t8S+zInNn5timubyYcmnTP+8JS+xFHAeeDAAfEyc8f+MjOe4PK5z31Wn/3sZ0XsCA0Zgx5FhH1KM+nIhOOTPM/08tGXdNxx3mc+/ee6cP6i+DboIz/6kV584UV51+D9+ZL1YkmZYW3aHyETX/ryl8VeB9qBe0RowD5p1TdDi/OWa2ISkq2vd9Kf45ve9CbVvL9gLmJM8mDQ98rlywlW5JprYIaWzE0fZJBnyADPkFuOzM/eChrQHzzhYde+CLswZFvFS2PIPePr3q/QDx6xDvMAC7xlT0Fh64pjzq59N/fpe+TIkZSfge/IRtXwswbPWQ+60p8jLbcMIhertOEFK+bhGY1xEZHoKX8iwv8qySynjAc+YGMO5gZvmRt05DktImy7OtxKNAUm+jOWNejDNUdkD3oBb0QIWkBzxtCf5zTWgj8UObGjwMCXE6AVz1bgSEsm3eeaObnDcxrnrAkNaGtcjK3allqlE87ARh90HlmHh+wDibtYk/tj4+Mas3yeP3/ZdnJOZ8+e18mTpx2rzZhOfduRZSfIx9N8q3xGZ+A38oLcdp3Ibjs2ybLwnmlExF7oEHJKX9YBfmgE3LRw3yzPJNOIZ/Iny3Phz32a/ud+ltmfO8kDP8E1IpK9x3/nkSW+0I8BzNuzPKIT2GXoRc7iySef9H74Oe9dHhOxIF+YgF5FWQq+3HX3Xfrgz/y0fsH5q1/+5Y/pZz/8szp8220ipiCfVJSFFD3HEFdTLHXNscR1N+zagmMj4tDx8eve214V9+fmZn28DmoCd2BfsL+/PnZNNPnD+tCGRh9iBeSh5pihYj/TcH6z5diBeGz9uo2iULLReRH0fsA2McDde1twNnkEb8gP3Xnn3Tpw4CYNel8+N7sg7FZEOF+8JtkiXuLjl8Gw6dh/+Miach8pzO92iv2wWVe8j7zufRF26KWXXrY9vpZs0WnnF6A5cDcdg3CO3JJXqtWq9jnwqJLkVv6AG/2AcWSklWRks3OC2IoIdGTOfXuC1xXnVkvHlmFfM7+4lGLfubk5tdtt54FmLZdzOm/bedExXJ7l4oWLBRfUJ0zbSRdYLnkPOu34mZ8cvXLloq5dvaSpyTH1bLMrlVzdzrLmZqc14z7sGYEdfR0cHNDmzZuED6HxawU37L9B+53j3OxC09at27TD/oWC2Ubvm7dSkHPjHL2i2MUeFt2CLuARsepbu8YvVBRV45ibPrmPWWoRYQrJz/vWt556tofoCXDxAJrQ8nxlDPd5Dt9pwP7aI88YJ2U+hNvK/xGR1s1NX+aSP9AUuUSO2Q+N2w5wb3U9d0kwoiPwFZxW5u+nubiPHBevmTMiFLGCN3MBH/NEBIf0LCLSvPIHfGgRkeZkvprt/oB9XMexBno8OTkpjguuRfDyfkT8ZDzwdLyXoGFfOSKL0ET+gAsN2JFB5J25W449aSPDLa133mGjc/ybrF+bLJd8UWjrju0uqK9VzXueyLLkc9e63/oNG9VyjYYcWJbnaX9SlKWqjsH4MlFErohMjFEWatiPt1qtpH/YZ2QeOMCz533BsvdOi86vcST/DPzQI7mgflgeLBddy0dPni5Tw3511DUECp/Mu33bdt1ofb/ZBVaKvLtdH9ixY7e2bd2pdWs3uqbU0vDwiNdfq5phXCbnNDVrG1rT+nUbtGPHTh1wXLPfsr5v336f36iD3pfudN5k/br1jmEGEo4m5YoO2rbhv5iHhvxwTVt41Rau6N+UeTbpPfe4jxO2Q+P2I2PpOD0zkfahCwsz9o+ztkszjltnnRub0vjENduZi7YzZ1KxlILpVevw9PSkdaSrwcGmcRnV8PCQ+8/oxSMv6IeP/EAvHX1RY95vK6RWq2WC9ZXNWmCuOiF55dp18U0C5/RFAQfCd11c7bhohZC+ts3PLwqDM++EyKINEInojgVs2YHmimB1TJSGgRjRps0btMEFleHWkJMPTTUHHFg7cYOyUCAdsbFr2JDjQJZN+EUnQjhOWqBROo4LdgwRoTzPkwHAmUxOrhBt2kaqa4fWc7C6KsQ4tWXDsvAqsedt/ICfxAit58RA1w4ZGDBGCF3VQUHPwtZ2kpojBoAGXuA064LXKs4rc/VTIAqMfN33ojdzC4aTtVGkjhUTutCYM7exbjphi1DTqjbgzM9czL3gxG7XxM+ziopKNb0xQMIcWFb7Vz1m0Jv2pJytYQ0MNlStWrGK0smkzIlG89TGkUDekuB5SuVZ7lZxcnpQIy4wAQPKhQFhM87bDDtttOs2KDRoSOuZnuAyPDzshM2onUjVitZV37Qui9xOcEkzM9PiDUeCVWjDmgNW5g3eKAw72F2wUyLx2DVNB+1sK4ZlamJSU5PTWrLcNOtNrRlZIxnvrunVN/3LovAaPcOcG6eKhuzIwUH+VI1/zZsXfmaWohhyUzXfKh4DnadcXKAotc4b6Z27dmu7k0xbt27XJhuAgaFhhdefcbIcI05AkDPOTnNqesYwTXkFqVIpUvKK54WfD1g2h1stZU4ImboasNHdYgNI8pifm5ufndG4k2jXXZTomvZD5ktpB1+30x/0OUmqlpNjW7ZttUIOiz4EDDNO0oeNHzjhWFicRCkFwne7MPhGb07uuPNOve0db9ff/rt/V/e6gErC+Q8/+Yf69ne+42LB8fStOH6q67Id/SXL36Llr2cYxgm83NDPvifObYTBBZ3gp9ieeurJ9Fb2iRPHRRLhW9/6lr7xja/p9KmT4m3FbS4y7bGB3G6HvmfnbpHQ2uBC2o02gAf27tdNBw462NqoaetoWalon5MdwwNNy1hdr3/dvfq1X/3r+tBPv18HXKBcdEG1b11rVAsXVEsXWwedVB3Qehvo4cGmSgcc6MD3vvddffzj/16PPPyjVKhjs3jvvffqfe9/v/h7XR/72Mf0j/7nf6Sf/dkP601vfpP4eWKSIXUb+wtOojz82OP6notfR10o2Gyev/HNb9Vdd9+jm246pJb5V7fcQPueE2DIP3qEbFcMv/xB5uedLOStReQpIgTdSjsuGuNpNTu7nj0PBdRZ2xcSjvKnYrmpeK4l251lB50d28NVHULXmIM1cFx9y3lESJELmSyKUshBYXmTP8D5XzfG+ZGYgyOwRUSSp9W1gI9+8Jkjc9A3IhQRVs++0DPgAVaeA2NEiPnyjOCv7+R4pqI6ZB0PTU8tqN8LzTqJftLycvH8BW+Orztor6k10vKxbphC6HYlq4gP82IL4Ss4QefcMgicHGnAWJq2wAwMk55/Zdz2jgAAEABJREFUyomiaSfjsYf0YbOX7AqTumGHaczL/OjR+Pik/daSro3P6OSZ8958XNFly8P5Cxd16fIlB8cLMoCaM68m7Ss8jUwMO9UlVfLCOC6LgtkuJ8x32qGT5Bi0zdnnIsrb3v52/cN/+A/FN5A+9rFf1nusl7cdPqz16zeKQOLgjTc5YdIWn0kn+tGha9eu6M1vfqPe+c53ikTdC0/8UN//xlf04rNP23d11bD8FJVwEeeSNm1Yq1tuOahXXnrRhdvv6fc+8Z/16//oH3gD9ntqNqq6/4E36r/9tb+lf/x//BPd6nVbtt+sjV5DS47PPvus+Abci8+/oLnZOUFvvj0MzARyP/jBD/Stb34zfSP3d37nd9I37/7oj/5IH/+t39LvfuIT+vJnPqNPuRj0uU//mR770Q+EHre9UR0bu+6i2YKQI4t7CqqQ0Y7tf9s2k/sc4TX6tW/f3mTfkM/kE5xE4Rn8BSZ4zTP6Qpf77rvPNLwxjVnrxD0+mILKps1b1bV+9JxNq5oGPROXwtuC/cWaNWsTfnfdeZd+6n3vE290Hjx0SO953/t1082HdNFFxinLUc8A95zcIsnDt7tm7f+XHURiJ8+eOuV9qp/a3+CjkM2qfQgyN+9YqO0YpO4NZs12P7NtqlgnIzIhdxcvXk76Q8yxYHmy2mhuZlKZbUrDfnjQvu/GgzcknBq2S7S21+06hiKuWVpe1OTUmAumo9abmuVjk3Y4iN69Z1cqgNKffgP2HV3bkFOG9emnn3GxYsqBaVVsnuhTLQvttby2HAvItJoYn3C80BEJQRJdFy5cMJw9B5YTInH23e8+pPMuCFeMR7gQ1naCb9Hw8+bsiZPHtN5yqOg6sXFGxDHAwOYWvmErtmzZIr7BduONN9qnbhe8W7d2vXL/t8MF8zvvuN2wbRX8rZoOyEbPgTk2ZtFr1UyLNQ6UewpzJZTludBr4oarLlJu8IbhkPlYtX9nXX6BgKI2azccl3QcE0Lbnv3ImjUjiResu886um/vXjHuxPFXrEcv6cSxY7ZVk5pw4WB6ckJf+eqX9J3vfCvRuTDdrrp4fMB665BDx0+dsh1Y0OjIiN5inwL8+MMTx45q0UE837oNBwId23RiyAX717m5mcS70ydP6Euf/5zOnjmlu++6Q39u/blqu3P//W/QP/7f/w/r7P9Lf+t/+nt62wffr8H1azS7tKBFb6zZCHfsG9AL8C8sY1Yyy8JmtYaHNed4Qv2eA/45LVsPKWTRl800fMFGwpe77rorxSIkAT//uc97M3BO+DX6kgx97LHHNGn/jNwyFhsLP8Ycq4Dn0aNHU1zHppyE6J69e1RUKxpzgqDq+HzZsM6gN4Zhyjb54qXLtrNz6Zuvx155We2lec04adBxsXNwYFibNu/UCy+8lOjxystHNObEyIzXhw/wetH9Oo4pK/aT8Ktu/WIjmYrQjjEGvQEbXbsmbSiRwTHL9F7z99bDt2m/N19333Ovhu3HJ2xnb7v9Dr3s5Dd/ioC9SMe6/OSTT5kvTW/aykQHXmJkXQq7+AN4h10atM6U9jv4nyvm19z8rJbM32UnwLFN0KZueR2z/cvyTF3bu9zHRqNuejdFgnfMNIQHNdsNrh9+5BH92q/9WrJNzPvLv/zLwjbkeS6Kv/CMWPvgjQd9P3TBvinLcrGhxN+NtEa0zvqxdt1aLZnewPPSyy9p7959gs82Z2pUG8qyTPARvOAr59gIYPnB9x/S1776Zb3vfe9Rtazo85//C8v2nNjvbNiwTn/jV/8f2rtnr5asS8SevCHPuIgQ/AB35ttrfSIRSsO/njx5MtGz67gSuwS88gd7KQPG2IgQOFLcQPaYCxsELb7//e8nnrDm+Pi46dkVOsDc2Il57yGBA/6wPnqdm27gN2K9ZA3WjgivKlUqlQQvtGB+eMERuxgRaX7mZa5V/4QdiYiUCGWSumNBxnNOH8azBuM61k0a5zx/7ZE+wJbluXrWUa6Bp7Q8zVhvWZP+2Dx4eM3J+479yYvPPy/sSN9yGr2+OkvLyvxf1zYy8kLVelOc202kc2UVldbFrvepfRfz8zwzH3vKs8wg9S1Dsp2YFXBjE1gXmpL4hA7AAGzYUvDLPA4az9u/TVonL3ivAMzcg86e1EmDQetPPcmYSSXm7DghyDMaeFZsq/I8F/Er89JndW6e84zriEi6kOW5uAecESv84znzRcSra0Xqw3zAY5FKfAJ++jI+zyviWKlULNML6WUxbN3Vq1fTHMDRtD0J76e4h0ysyil48nLXBievsixX6WJqvd4QOpSZLtBvwHu6/fv32w9usI4P2NfWxIf7yAKwcYyI9Oy1uEJr1ufIfNVqVcQyrMeR+zyHBvhm9Gat4x34gO7SgBl8GVtalvIsS/hWa9VER2Bhbp4hu9hHfhqcXyEAj8HBgdSPdXLTnLlojGP9frevrJ+pXtaVh3nixotE6AV6B2ypn30dx651gHuMRz54KSEiLHch4IgI07EUfXuW5wXng5aXOpp3/Nlz3NIlPrS9KB07AQdjgCvPMpVFmfSX64iVeVbPIyLJIPSB3qzNs6btcfSlJcuvHL/03XpuVdMKGS99pD/r3OgYhfHyB5tEwcynIkHPXNAPmOAh5/CE/e/Xvv51/cmf/Im++Y1vaMHrQBfsFT4DPx0R4t6c80A9+7F5+0Zia86xecuOT5lz3HEH3wx7/rnndMRFywUXgnmhkH7QlD6si/wi7zXbIvgHjMgZcnvixAnHLN9OL8Qhn1P2eW3TNSL0tre9Lf3yAjYWnGjIDbhHRIrTt2zdbB1a1u7du3Xo0E06dMvN1ueOBuz71qxdrw/9zIfsC/apUpTq2egQE804bh4aHPLe5c2JB8AKvsA7bxsNTNyDtgcPHhTrQ0dgXqV9aT4AB23QayX+2V4To3z7299OyVHwBKeIEM/pi2+AV+gCxT6umRM68bwoCgEDsKBT2Dhwpg/r0weZjYjUj/mZGx3jHFjvdS5h1HkY5uYZ4yjCsQbzMS9rLDrGY95V/iAzXAM363POM/ZWwABfWZ/n4B8Rr+pFL+lLRCSf1LHtpx99+vYdjGMM86OHHHkeEdzWqhx0rIvc6Fs3gZkjfbuWQa7hCTihB/TlOX6z5z3JsONJcKMxB+uwh0CmwRX7xj3m4/kqftgo7ArwgCtywLz0geec84w+EZH2HtyH1tyDX5udI2Nu4AMudIlz+jBna3jU47pOsG/U9evjzilMpBiCuAF5wSaid9i6Y47pmRf4eMksIpTntmfeS4+MDDs+qdsurdCNPp3X0Dq3PeyYhhzlAmXfhsSmRLnlEt0rba9X8ZE/nMNXnsMj1m17D9fpZlIUysK+uaj66GvzcdY5TmAmTnr5pSPCJnzH+Tn4gUwhXx37UXzQh372Z8XLdnfefbfucG7v8O23aev2bcYl17L7pBjZcffk9KTOXzivK1ev6IrzCZPTE+llY3LE0G/Wdha46M860GnSNmLSeVWLiekx4D3mWmHj+7bP7ImRO/CCJ/AnIlNEJDuOHAw6P1tzjFlUygQP8j3ifMOgY3vu51lFme23/GGNZWhiOuem75rRNdrqXCGx46ZNG5P8E99VTOMR61yWR7KdXcvk4OCw8kqh8Hxdxz/s6xdtOxcdl06MT+rSxSu21deFveEXm9AD6Isdxz5QnGXvgnxgM8CLdaAHfZHVtmnY7bWTLSSOBZfccCJ36AZtvfOZa9asMQ0W1TKeQ8MtbXbes2Jbc31y0vmkCcfiHY05ZmV9ZPTKlesa976kY7wn3Wd5aVFL3kdPeK9w8sQxw31F58+d0fmzZ3XdvAvHb8P2za3hIdNUXqtv31fRBu+3t23dosO33qo77rjdMf6dus9500PeA7Mfuvnmm7XD+/tdu3Y6f3nQcG0WOAw4TsGurvJwhY/WP8s3cit/OK42X3rNTDYVqfVNb4uDwBGaZeZnxIrerI7p09kDI0L0WaUv9IsIzxd+qsRj9IOG7nP3/26+zGOYhwa89OGcIzynYRdYn3vMBw+5x5q0rn09a9B43uv3k03F/nWMO/cAiuOs/TNygH3jWUSY9vlrZLefztEF5IE1WSsikt8DNtYHLhq6Sx/gYz6OwMEYjjwDRtbmHter/KH/kmWEZxErcDB/zTan6Ri0YpnMI1PfTOF+w3mfmmMdXrbuZ+FcSV+sZ3R9lP1nV/x6Zdv1lPC43PpVlKWyPFdkuWPAqpuvfQ5stNzP4CEN+tOAj/tCHnqybVn2XqJtmvYSz+VP2/EGe2telsP+VRyDNxtDlt+6BpwfRWfWpmLvBqFLnA97D99oDKiwDVE/c6xX9b4C+zyQ5pYy5VnFrVC91kz1qPXr12uji8rYj527duvAgRu9Lz7gfNJ2rfWeuNn0fAU4ZYkGPdMKeYDW8JgGn2gLC3NaWJwzjeZsb+Z9Pqu5+RlRL5yZmUp5tJnZ6XSPP0u4sDjrfrPuP+O+Mz7OatJ1RX7B6SXb8tOnT9o3XTM1+rYldePSVFkrTK8FYXf5E0DkDxaXFxR5pmzJiYS2BbJjJeoa0I4Ft21jwXXPzkIKQfjMitftdj3RYtqIzDvgJAHR82YvQunDMbMQ4EBGbUSHbUSsdg7s2ilwQjDL0g4py9K9OSemQLRvaYFIbcMBPD3DsuQNJwBPTk1q2kW75faSFi2Y9C0tQDUn2RAM4KrbqfLzhdznHnBIXa+54ILfpNuUmblsg9JJDSGHGUteo23BzMxglKtuAefIHOAcsYIY8NCWnBiEaStjlxIdUF7oQn+ZVgZdEXliPNfAG5FZEdpm3IJhWrLgLiuCuUOQuNPuqeugNvO4/1pQWFf+sMaM6TA7N615J4DmbTRy3697012rFqnYSXG44eA8t+D3rSjMxXnHitEz76AV87S92fHQBENECOdCG3IwXXqz2TEfaMBescIyD06k7UTPvIMHiofTdiaTdjTzduwd06VjOeobGeiHwSehP2DjsLSwpH6/b/hqwlmRgPINzbiAyRq5N+iF+Zf52FPfxfamMCqDdu5rvekErpGRVkr8jYyOqtVqCRyWjUOW58rtmGu1hoatyOudlGVTvN9Fv737btAGK+nO3Xt0u5Nv993/Bm3dtsMrZOZBW8hay050rQ3CgJ0UckfQ2XRCfNSFvoY35+CSe43CDhY+wHfWho44N/BZZ6dcd99l6wztspPDy52+KkVpXAY0uzCvsYlx8ebZOheZXzt+cGhIa43jHXfcoa1bt4rnBAmLpmXdxckH3vigDroYeO7cWX33u992gHFMir7mvUFjE4XTKAwb9CmLXFu3bHLboophvmZnfv3adT33zLP63ne/J35a9Dd+4zfEG5pf+fJX9Bef+Qt9+1vf1pEXX5BVVrnlgILAnp3b9e53vE1vf+ubVJonJ08e1+OPPawLhuGF557VD520m7h2TQPWlZblJTNvtziA2rppkzavX6ewCzh75rRaQ4Oe4y3a46BgwHpYzbQAABAASURBVInIrmWn78Skl0m6gB4B88aN61UUuXa6H4nJNz74YErcE1QQnG3bti3RaN4burHrY8LxIDtnDM9ZBy7f+NY39NyRFxSW07379+nGgzeK36NnHDy7bljblhVkzSqheQc/Yw5+xi270y5oLziIAxb6wleOOFPGyB/41TOOYVr0s3CAtSxkj37IdUS4l2zPOlpyQpb73IgIRYSQH5JQpfm0arPC8zBWtp2Z6eXL1JexNGBlffoAEy0ixDX3aehl4Tnpyxp69cM5MNOYi7E0HvOsZx3FDkdEgpm5jJ5Cua/7dibzlrOLmphc1OT0gqZMI+h+7fp1XXEhAppPmHbIPza+bt7WrL9dB8rLThxGZAnnCM9oOZQ/8A54gQOdKm2/gRv4wAm72rbNAWbuY1O5xzUwwx/61R1oNG1ToCP6gp1Bbg7edJP2ORn2U+9+l/7KL/2S3v/+92lwwLpn2IeHWyodvAx4cz/i5GxBgqqsWTcHlVWK1Oa8gW55QzA2Np4S3UePH9fRY69oxgnSk6dPqTEwoKeffUb/6l//a3384/9B165e1xYH3httXzZu3KxGYyAFGIcO3axnn3xUE5fP6uhzT+rymWMp+GaDvmSnfunieS3Z2Remy2OP/Eif/MPf1ef+4s/1nW9/XT986LvauX2LfuHnPqq/9z/+9y7Q3KldDi52utCwtNR2QDBnvZ/zBrStwrKO7X304R/pz/70T8XfbjzqAsYLLzyniHDAU+qZZ57Rpz71KbERJYnPhgta9Ozjwwy/6ILbZSdVjxlPdBwbv9u2ctm2h43Q6uZk3DRZsO7BB3zlgn0mvIQn8NXsFdf1el3wDJ9Ny7PMgch1b44uasZ8YDz9BkxLinOMiwghCw3zFVofO35Mp8+d1qWrl3TW+o3vZww+DVlnPXi/c+dO8ULNLsPLN/SnXOwhCcPzGfvI62PX1Gg2RHyytLCoRccqMt47t+9ItgQcma/poJBv6WBL+Vl0ZHzOfa84CU4R5ro3+bw1jc+bMQ6VItPI2pZ90JDq9dL4ztl3thxMrvNmZ1AHDtygkdYIqPnZktfvaNEbRTbByG+/30m6Mekin+yJkO95J+V4wYXN4lX7jizLHdgt28dRdLkkZPfJHz+lh10cazsGKqsVzXiz/W3bvVkfod2F8+cFf9lsjnmzd87Fmgn71/nFZbUdz0HDtm3TtetX9OKR5/SEZfQVF8TmHUeUZW69X/QGvK7C+LERpcgEEvATXWR8bpldtmzQIsKxzKJYm5diAt23DhVFRdjYwjFebhkd9wZ/yTZh2rBMTk6aFouaNq+Yr+dAacxFKeQmy3sujr2sCeMTnmPj5k066OI48sivMWy13x6yf9/hwi0+gXXhB3L2JG+BWzdfPvKi8ehos/3JbvuwPMsSTa464f7Y44/pi1/6ouZd0Oxn0vTMrLZbr5Ajkt4kl8D5mJM2X/riF9JPeD/1xJP68eNPaMLJ0adcqDtz5rSOusD1za9/1f70Wzpz6riGbYvqRVUvPf+ii7gnZYufitF9n2HPvE9Rz/4aWiCb0A45GPS4slLRlo0b7c77K/7X8K7GsMjFkRdfTEl59AN6TU1NWu5atk8Xkr61WrZrtqO7nTB9uxOs8ApckYMDLj4SS0REilGhFfzkXtW2EJ5yr1otnWw9lGKrt771bbr51ps1bPlddrxYFjVV8kLXrk+o0WypqA7q5LETevLhR/VF26zL50/p3OkTGnOc0TFdL184p8NO2tbM+0qeadZxaq3MVVRCfJO4Y/+P7teM+5JtPTabuOyd73qX3vyWt+j+179B73r3T+k9P/U+3e3Ewm4X9Sii7ti5S7JPibyioeGWfvGv/FW9533v84ZoUWPjk3r2mef08I8e1Sc/+Un9g3/wD/T7v/97KcYZe9XH46eIQ6E9toOGLOM7uLdk/cxM+5npWX3xi19M9EJfh52IREYjwvn7jl555aguX74k6IaPojgKzQ85AfKBD3xAf/Nv/k1V8jz9WsM5J1MGbNOqlUJVx9PL1oFKpXR8sJySZqX3LujGn/7Zp/Vv/93HtWHTFvUsmOAzOzsvC40OHbxZzcaA2gvLqlnGRs0X7NSydRD4SfB8w4l/ZJjrfS4833TTwRQjrF5vtHyhb/j4s2fPJf0A/x07dtq/Twr8kEvkCzptcgxH7AM9Pve5zyXfgZx1Hdsih/SXPzxHloqiTPSoWqbwraXlkfv46KIokq3lHLiRbWjKWPUldBg6si5rsqlGN5B94CfRBa4RkeQdGGlePsHNObZjm+ND5hyzLSG2W3Q8x7zMwXP4DGz0jwjb5OUUfzI3jX70Bzca67MGjWccuQ8NWYfGOXRjLYox6F1ECPx5zjjwZl3s1Vvf+tbkDyIiHfGtHe/HWAsZAm/oxVrAxD3mKctChVvPcaINRZLDTrdtH+JY0Had4lLXsnX98lVdPHc+/Sx5Bm3rDY2MrLG9GFVYd6QQH/DEXmLvLtr3cw19BuyT4QF4sTYNntZqdWFj8a/Ifdt2gTF5lovnwJxb5rnHWFq/30/8Af5VukF7+QO+9OXIPZ6v9l89Znlm/HJlWWYfs6CISHSlP/egKzKPDeMIH7g33BrWGsdwyBH9mBt5Y3+1ihv3WJ84HZl86aWX0vwGLeEDlcABHoAbfYFrdTznrMvY1WeMpYET86NvyAXXzMN89EXe9ztGxUd//OMfT3YG2cD/IKfMgRyxxoJlGHqblAk+7sETfCj84Bk4AiP4RYSgATRCBmk8Zxy6y9wRkWwDeQDyAerJEX+u7nLXRdaa93oVuiWaL9nGMDc8rtlW5VkurpkvFIk3nGe+TwKc+BT7lttGZ1nmHqGe5bNj2Szch5e4+pZ31jYQiojEU736Ad6I8CMLr+9BR+bBNrAOtCxtT6Aj94nt67Y50AT55XlEeKT/N9HgFw0bwk+UMz8vCSMv7iEKH5cuXUp2YJOLPu9973vFCzC/5L3DWu/R+ck2itWsF7ECF7yETw37r3HvfyiaoPvYyTzPLfNdUZT9zGc+k15ynpqakhFSFiF+caJuOuIfOt6LLpm/yAiwQBNkyp0TTZCTIe+dsdEUAJGXxx97VCdOnhRrvfLKK6nohA0hTo8Ir91L/IFfwDk3N6uG92TQjH3MEe8NeFFxyvuZD/70T6dfHVi03+s7WIPWyBXwftdFoG9+/Rs6ffKUqkWpHdu2C7ih8Z49e5KMATP05tcvFo0HtiPJiGnAPPALnwEcHLGBvLCFXwAX+BcRSQZ4BsyMQ0/O2m8yDp1gbvpTPIE+2PdE/3pTfNPv4sVLIhcA/KwfEUmHmR+54D76gA1gLo74Q+xDaT8Fb9Ej5ASc6FsWpQxYkos557ku2kaib8DGfgCcmRccI1ZwYA50nnWZE9rIH8YAB89Yg2fMCS6Lpr27JL8WEY71u1qdk/ERYfs94j3lQLqPfJWGGTzRwzTW9IY36D2xCHzgGecjrZbn7LlAOZZkg/WBj760Nc6jMee5c+eM7or8sC4wQgf6QGvugUPPeyfgZh72QsgKeEP/iEj2ADzhETwFjknH+8zHOvCU9Rl35swZHXvlmOHrCP3e7T3c1i1b0xylY6VGY0CbrZNHHM8z34D3aPhB5kA3oAEN+Abst5gXWrcdX7I/6to/diim2d4APzCAU895j0pRUaWsKCszyY6yZ7/KHnHO+1safm5hccGwdRPtLl+5YvrLPnsZ9+u9d895zKZtm4crU71aV55ljg1fSTHn7zv25M//PPzww/rhD3+Yvpk64/3o9PSUznmPxksNH/rIhzVs/uBDKMTSFpcXzaeOgGd2flZXrl7W2fNnxYu33e6SYxbHuo5vLjv/cu3aWIKN/QrX0JR4td9fsZ3I1oJzrp3lnm16VRs3bNEmx5eNRlPQDX5EZMoMd8V7EBr8gvY8h/dcr9jzQvBe/qAbheNQ2sqYUswFXya9z5vx/rjnPZ27eu5Q3fanML2BiwYviPuKIk9xjHyBbE147GXve/lWaF4p1TMevW5fpXM02G9kgfWwf9CM8QZd1A3w/cy72mSn1jef4Tl+b9Z2ELg2OT/ZcnwAzsA0ODhg2MP5nWnL4gnv2RzXO/6fdDF6ZmZOVy9f05hzjVedO5y3PKzdsEFN5zqhsMFThHlfH7AdnjFv2oZlXhPed1/1XmjG/J6YGPPe84L4JZoZ73e73rfnJgw51mGvvXP7du3YvtW8WacN6xynuU6CTq5bt1a0LVs2C9xHRtDjroAbGkBfcOO6LMtkP+ABNjQivIIsr/2fNPrT+gCdnvLc+t6VInLleeUnczCn/IH+q/25x/xFUST/whE4aNynpT5ZRRGZOKdFhCLCs/3l//RlPDI2bHyJW2hcM4aeHOkDbhGR7PDqfWACd+StbR/KNf1WYeEIHWiMoQ+NMRHG2bLJNTLHPfpUKoWAa7WxNvKPDcU2NbyHg36rto+xtIr1pu58Fw0YgOny5csprmBfhp2nT2H5X507IhJ9uAZPmhmlzPf7tlWzU9OOE6bV9d6YZxGhZePJF3ZmbZ+WO21VPN+g85hVxxKKTMu80GBdici9t+vaTi2p67grN18L6yrHnm13z7hHhFbXRl+4xzXwg0eW5Z6vLXSAIuqS83zoFzp3xfkw2qxrPYgSuNGgNX8OD1qNOLfKsWE7U7ePbjYHHS8MqVZtqtkYUrM+rDLlFEoVRZlsUWkdz6KyYk+zinW+artRT36B2s3u3Xt18MabtH37TuvDet8fTj6x7v1N1ba3tA7k9oNKn74iC+PfNR5L3msvpnwTPmvBOdeVNivyEtPOM024JjM1NSHsyOLivPsu2B7MmIYLnq2njv3Iddvc06dP6+jRl5I+41tGR1rau3e3fdQmwzOY1kOe6o26MhiGMCy5UMnNrjfOqdkoJcUyM3Cafa59vsqIiBAMyLM8McmXighVKlxn6R6CCcEXHXRN26Fg+CedSJyamjQSswakZ4VZNvLLgrn0s43VoA3XGhe0mgMNE71qmesZ2UV1LFB9c7OwcjNvlmVpLPDnJmqeZ4ZBHlOq6WQqjYBuEAF08A0Ts6ziPpkqVqSaN4swhDl7xg1lA4ZZFyphAtes1XQAzTwc5c/qc4OiarVmRq/zmg3D13XreO6KgK9moaeZLAl+xi17g8HP5C06SWKSmk6VJCDMzZiIEEKccLVz4LhsZ9vvdVR3IaBvZZtzlZ2fFUAggNFDLIh2RMaBgjhrwMuIMC0HU8vy3HTsJzovOZhb9oaJseDJecOGIzM9e1bsRT+fd1K572Abx8x1zwq57KJpxQKL9GdmVGk+kBgcbA6orFTUt+ywwZ+zY11ycnWTiw0DzaaQn1k7K4I8gvJ169dqubusKSfcFozblu1btGX7Nm1yMbA1MqwNGzeoNTqszVu3aMeundroJE9rpKXBoSFtdfKETREGb40LkXv37tGNBw/q9jvv0k033azNm7cmms7bAC24EfxdOH9BV+2oDAcOAAAQAElEQVSwLbDa4qLlli1bLB8DAhbGYtQXjduUDVrFeFTNN3ix4ET8rINqaNQzbbMsT5vg497YPPv8C7pw6YoLLcC5yzBvFV+752/uVYrSm9JFO9uplFBi89U1/SjSsqG+/fbbU8Hwwx/+sD7ykY+kN0jZNLCBw3httPNn/RMnTjjB9wV95StfcQJ4WiRWoGdBQOKAsVYtFObDhDd305OTquSZtm3dlDZS01NTmnESmw3XVQeF1ap1olHzJqnQJheAS8vDdScHL7hYNHH9qjasGdGttxzSoZtuFHz6tAsxX/rC5/S1r3xRzz79lC5fOi9+wne7Hf2Bfft128236E0PPqDbbrlF/HRv37pZViq65k3qDx/6nr71ja/p29/8hvhmcp5lKXkGDZec4C8cNMmyhYxcclHn6iUHj6dOa40Thrt27Up0Q1faltEZByNsWvnJR3727nOf/wt9/gufdbHltPr+b68TFBucNNxiWcE2XXfRj00CTm0CmzM7LYLyiYkJ06ciPrlxh+et4eEEV8VwV20f+lbIfr+v3DYsc5Pp2QuJb6syd8e6x3Naz/zkHm11zjzLzQ9ZzDLrY2F9rcnC7yC8bVvXUdfjGRcRSnNY1xjfdZFZ1m9UC1hqdtTAU1i/8ixT32uho6vrZ75HP67RYVrNMlupFEm/GbdkeabRl8Z6FeMJrCTFKqZBzzK9yN/Hnl104WtC4xNTdiYd9eygLztwv3zpgq7ZkULLSxfO6/Spk97Un3BS+bJpes0yPm9cjaJp1jOMZbXw+CXfX7DDLMSa8LFrPEs7Pq4X7Qto9AcWcOB5GKfcMAHrjO3HZcss/aq2eYVlt3RwDk8o2lbNK3BmDvwEAWrd9zbZToDz97/3vbTB6VgmmQ9Hz0a6MTBgeDOVnq8Kje34b3Qy/O1vf6fqtlOPu2jyze98W8dPHk/J5nOWzTH7q47pVJSl/rv/7u/q47/z2/qX//Jf6t5770s2BPhnJq/p2uVzevqJRxJtHnnkUT3++OM6bUdMcDLr4s1ZbyJfOXpEp08c1/jYVcv6kLY4SB+0Tr733e/URz78Ib3jbW/WXXfcrkatdGA15bmuaMbB+bGjL+uM9bTj4GrJ9Hvu2Wf19I9/rOu2aevXjRqWu+1DmnrGRbfHHnnEZA1RbP7ABz6oX/iFX9QOF45e//oHdPvtd2jHjp0iWUHyvTTNwC233LAxHXPwMGebuX79RtXrDWETKTBedqCYnnlzAg9nzB94hV9tNptCruAhPgRaU2BgDfrCK/iEHLDhhqcGMNlRNq7Vek2RZ+pYRnbstK23Lq9bv07wK/d9FIp5mYtxrEXSvLBu8KsDo6PrtNMFl6KsCnt/+cpFH2dVyaRKHipd0Bmwb6tEbv3rJtu20XQHLnSg6TgB2RwcGvSm6qIDp6MWaKlWLR3EbdWI/VEv67l4M6OBwaYIvJArcCeRT7wzadtLu+4N2MTE5Ks6sOjYpG0dAOos6QMw0x/fRMBNQu/06bOGd0mz3sTxDQ/uz84tWB4HdP8bHlRrdK3qllveZGYD/ZUvf0mf+MR/0uc++xd6+pkf6/s/eEjjtvV9608/QtOOXfCLWZYb9zLFIRGhhvG86k26Vcy6ftX8rfp5rtw02r5jq4PPBc0vzDlWGEixGfwGPuwORSR4B9zgGREaWbM28X3O/hG5zCsS9ovzM6fP6HEXI58/etRrXdMVyw9jp6xL6AHfVuObCiTL4Duys2PHdmH7N2/e4g3lesvvNu3YsVtjLuYtOrDv98P0XHYx+EjSiyXbN+jx3HPPpY3sdscF27ZtdSy2VuBPAQO+4k8/9iu/op//pb+qO+6+x4W615mX82kuilGPPPqorl677o3QKVFouGq7Q+JjYmxccwvz4puq0OGVI06899oaGayrNz+pa+dP64QTm3x7ddY+5r777k2/oHCvC4HDrSFlFsDSekw8NW3fs2S9aljfZiwrrq9avqqOfdup+Pb1r3xV/OTy/Ny8Sss1OsLLRE3rFhuUyDLLTyn04KabbhLxRJ7nif5T5j284tk6J4KRa3gE3tCV8Rzlz3X7RvpFhA7wDZ51G3XuwiXt2ndAc8t9Xbw+rysTczp67LR+8KPHvIG4pkcffkJf+eo3XIz+sr75jW8n+3/adu3j//639O//3W/qG1//iq5eOme6NHSZBJCLmH3HJvOOUZeciEAHD910QJs3rdWSE155XtH+G2607Rz0Osf1wx89ok/83u/pqR8/rcHhIQ23hm3P7tNNh27WoVtudbvFBdRf0m233a477rxbeVna/3/R53dpbn5RQ8Mj2rfvBv3Kr/w3Toj/iu42j3/1V3812Q98xAqdinSNDGKLoJH8wV9kpi38ZV1oK2XJh3a9KV223B0/flL/+v/6TSfLPqdWa0TIx549u3XKvrBtfJBp/CLJ603rNujGXfu1f9c+TY1PW68X1RpuadPGzcbvx4b7C/rd3/1dy+iaVMDm77v+L//L/2LeFraH89bJeuIx8AEX9gKeUfT5j//xP6rj+IF7EaGhoWHb9l9Ifm7IcfHtt9+pG/YfkKwnZVHV3Xfdo1MnT5vuW2xCM2Mr1RwjwP/nnnvWdmxR0GOj7W1EKCKEPrH2pBNcFOShB3E2cdaC4/mIMN8cz/f7aTxyxdqHDx9ONgN5xT6zGP4Emw2Nh4eH1fdNcGL+juMd4GjbnyHr8Ag7A2/Aj/usx1xeKukJz1jP06T/ueZk9R66biySvWO+CF+5sSb9gIXGM440bAhHbBjrAQNrQ2fOWYPnq3OsXrNWw5vnVqslbBZ6V3c8gY9jPL4B/Ol/6tQpEb8zx2pLNPBeSf6ALzCBK885h44RIc5pwMCaNMbSd82aNZbHluVgyHuPDUme+MYGfSMyEe+CE7HeuBN9k04UIhc3OjmB74duV69eTTKAP2dt6AH88ge7B13w5/CP/tAFh0Y/4OIaHCMi6czqeUSI+bimDzyGnozjfHUNntOPZ/RDHoGfRh/WiAgv2VfEypz4IeQUGjMfcJGgZ++02h/6rcIMDtAM2kFrjqwFXvwdKOSQcTTg4D79gY17q2sAE/rDWOYHbvoAM/e4pj+8kT8RkWjAXPABehJHUyCjeEc/aDE5OZn07hX7EtZiTuZhTuCBDsgW83StN/TfsWOH0Dm+IQj8q3Mhc8DZdtzLPJz3bMeYi3m4rjpfAawRoUHHFeDkU+VZTn0htXC8mynUdfGcPT/2EVhYhyZ/sAmVSiHipmPHT+jHP37Gvvq66M86rBkRSS5Yu2t57xuWzPd4Ls8PL7I8T3QCd8ZUvEeJiGRPWBP4cvehwIzMQ29827j3vBGG0XFjRKSYCznmJSbGwGtohk4yZtJ+knPWiIhkC5GRqv0Ja0Jjxtzi/ewHP/hBET9Q7N7jIuJ2J7/pw/OIENfveue7xK8G7HTMCl8/97nPOXl+Xu973/tSo2i32UUh+EocDd/AG9hy48hczCkXdGq+7i4vKWIFnzUudsFfYAKee++9Rzt37RZwAQ+6jd/Hdq+ed00H7jF313IC/xU91W2niJd379sr5OXRxx7Xov1aZLnzCWXyOXxDk2/08q1XfNJtt92m3DR//oXndc17DPi2MD+nRftzeAKdkd2TzoMsOQ7rem1w43jJRU6KjvSB1uwd4NXtznncfPPN4gNfaPCDvfq08xTICDEPcDAnsrHTtGUvAc2YgzV73qOHJxkdGTXsDRWVUpW8UJ5VRL4Gnu5yDmGb48FVPWU887Mec1dMb+7Rl3wMvCIpjC6xDn3RJegPHbycY+Uyvcj2qONF6Aws4IB/ZD50HBrgD+EtY3nOmtgr1uUavNA/+NM3LhyhG3sRnjO2b6fHuvgVngEP/YADmrIW51meJ5nhGfPDG+aet6+mH3Dif5iPxjwcI8vSOGwd97IsT/ixFngtmafcJ2eVe43h4aHk98GzdAwB7cCjKMsUR3OObqLb5LFo6AQywDPmwF5zRNZ2eg/6gx983/pyzrH8ZR0/cUx/+qd/mr4Z/vsuSPILSie8B1+zdkTDrQHdevhmoUuVokhxc0QknwAu4AzMwE4D777pahSVe2+T5+AqRSYBf7UoVTgGJbc06f3IpcsXNT5x3c8yDRtP7CM2hDmBn7nm52a0QK7SMe2Uk/DTttlTzmHTt+94C7mpOU8B/6Bbq9XStPNW8oc1695/znjv/NWvfl1//Cd/4jjw8+ILFn5s/z2ojhP3XJ9zjoUXiq9cuaxlF+DmrHOzszNprlV4xu3LZ13UWLIOt9td0yHEuv1+X+COHCw6f1t6Pzw8PKo1I+s00GxJ/Yp63Xi1rfTt2CYjO3lWSfLAdde5H6dybLf7lomq7WRdFFazrEh6VlR8tP5kELif+V6Z1ucaP0Gs+qUvfVnkLoGF+XnWHGho1DnGsixUVovEj8jItWU+D415v3XK+8YLzgVedR6iYvgLii3W7d0uuL/u3td5X3C3iF1oBw7caNoNCV+AvZll3+uYaP269Ya55nizryyUbBYw8cLyM888I37N5sUXj4gXZ08cO+79/iv6zre/p+999wfipcynn37O/viqJh0vXeWbqGMTltErvnfFPOmoWm+q3hxUZhlqNAbUbAyZvgP2P8uac55nznDMmddz5tvU5LimXbCZtqzM+5o2573ixPiY9xGXnNuZMj+6Kr1XXHkJNczPrvnYTvzAJuR5bvpXBA05L6wDnHe8F0D2kXlo3Nd/+UEeXttWnobnNb0jTJtMeVZxK3xekbRyPwIY+uZ/Tz+Z27LlDh4bYm3gQK5pwMOR+7SISP0iVvpGrBx5Rotgfv2kD3Nxn7Xa3g/0el1xr+q98uq8XNMnIsQHvOiPfEEH8Oc+/bFNA45r0MnS9ol7tIiVsfSjsRY6Ouf8BbZgdR7mYm76sCb4sR7PIyLhL38iIuHgUzE/fZiL/drU1JQYR8MPANMqLOCy2tAFxtJYixhpwTmAecvRkusvHdeKyKcsujaXbBL5cGyC8xLspRnDGhXrZNW6UlSqsulT20VW5orIDFthehbq205J4fNKgi0ixHhaRPh+bn9ad75rRNCvXm+oaTkfdf6pVmtYFnoiv4bMQbtF5yHBkwYfmAc88bngzBy0qoueEbnhKK2XA97fDqpeW2kDA8PeC6+zbXfOZ+06NRsD6jvh3un0rANdsQ62CNyGBoc10hpVy23Q5wMDg55rwHPWjU9pXPI0VsYTXsBDGnwDZmKXBee3aPMLs5q1PZ+2PZ+embR9dfP57OyUpn2cnp70vmhOy65NLdsOt8lnpDEztidz1o2Obc+Atm3b4prTAW1xTaThPG4WEUa0YqBqqjr5s+oUCjNIfhY2mhiOPKsY6EIQi4Bh0AVKiJbZYQF0zwG4uyu38kNYEIoITxGyJVe/33PCYMaFkkkbngXllfBcDbVaw6rXq567omq1VF7kqrjVG3U/G0mMrVqxIlDCvtJ//b6RndfCq0FDzxRHMJtO6CF4YwAAEABJREFUGFY9B3ANWKEGXZQdNOGHh1vKstyEWEzjIHBEmCgWkFfnaFuRSYSOO0hHyRAQA24h6qbGGK4bTsAPO4FTt1HN84rxUtq4YsxJsgITc1XscICj6s1L37SZm51Xt9NX6URHRGYaLKX16dews4We4FCU0Lkikq5lJXfxK1e9Wqqwwc0z+X5FKBDK2TcdoD3nrVbLwtXwvMsWguU0N/ehA4WjmmlYFkUa33GwDYyMpbW9aTIJlUWuUKaqYR6wsEZEmkv+wPOBgabP+g5GcuWmZ+arZSt65lEDTvytsTNjI1C1EZt2YbKsVDTsRMqyg7Oz507r0uULiryvtevXiGJpkjcn02tu9UbVsGXGoWZFWvbM/cRfDAnfKOHn7nxTEWGnPKrNFuCNLrpucmF067btYoPTsiy1neCasULMWCFaTmpWTLe5+RnhzNmIHHIRcPfefdruDSlyI/OCFwrWuDA74k0M8K7gniXeFmXpLpm8sGUvXFjLVNYGNNhap64qmppZUMU83eoNF9+OI3mEjFaKiuW7qZGRESFTOPTR0TVic0AAXzU/CAIe+v5Devrpp9PfWCApikH+g//8Cf35n3/aAeaf6Hvf+64m7HxbTpiV1q0JJysnx69r2cZszo571gXDa06SZwZxxkb8souZr7zysnreUPdtBNiozbv4cen8efH2S2EhWnBwSLKz7z6bN23Qm10U/eBPv1+t1qC+7/V+89/8XzruOSja9y0rh2+5Se9+59v0hje8Tgf27dPmDetVZuH5JtPPIV65cFE/eOgh/fN/9k+d5P+MA4XLmnEwCS7oRNdzQGtallWSjM7ZaczNLqQNO3I1YH2FJjijjgOFiNCYdZFC6pkzpzXt+bBN999/vx5844M2ZDtU2lCXpmNaxxu6zETAoKNP8HG1WFpYp9a6QDNs+dhieSEwz/JcbNArltGIMG/7qjUaqtruFJ6zYl2J8H3rGPC0bR84dr0OehcRyj0Ha3Ldc7/cc1WK0gF/aT3HgfWSHjKGJq9Cf/kTsTI3NEmCxj0/t7iqkoeAy7eEbPZ9Al6lZZH7rMt8jC0MJ3NyvewNOU6O+9wDZpqHewlLpWGkX884dJe6KeELD+YXFjXlDS0/5cjPy1y+cknPPvu0CwwnzMdJTXmzcebsKZ2/cE5LDtTh7aQ3FLOWK/iy6EJB3wZk3jxlPdaAVvATXmAHgRunBq/oAw7AGBGJjn3byI7n8PbAwWpDG63fw7xQg9ybH+DEuCzPxbgZrz1qfW04iUlCIneFgoD5IRfyL3szsnv3LqGL+/ffoN27d4tvrZMsuNkb+inLUt28fvd736sP/PSHtM+FhQ9+6EP6+//oH+pX/vp/o/f81Pt1+I47tNmysmfvXjVs23bv3aMbbjzgQs/aVGgdv35FJ48f1cM//J4+/elP67N/8Rfi57OPHz8u6Aisy7ZFE96wzTv46TtIDLczZ07qC5/7rIP37+iJJx7X5UsX9fCPfuiA/ptOSD2lRx99RJ/93Of0jBPe548/p2994+v6oz/8Q/3pH/+xfvu3/r1+5E3olIszU6b/uG3BhvUb1DHfz5456yLSOn3oIx+1fVyb+FmrN1UpqirKUtAKncCO42uwhfxc6wMPvlF3OPEOPWjlqy8Y0TesT6GwPNddMLnmRFumdbaTTevqqiwWlj/4TP+6eYEuIBs0/A5+af369aIPOt4c9MbDdOEFhaK0X/P4VVnhOWNIlAzZ/1SyStqoNO1zmTfyTBS4gIv5epLY8KvX166dO9Ww7tY856aN6+wzK7Yti8ptpdvLC7pumTh/7ryQQXSpUsmFHqAv0GR4eMibtXv0hvvv02CzrqaDo5btxebNm7TWcrh16xY1LQd5ZF7VvskbJmxxZhphX+atA+BBcMm9QcceyDxyjizU602v3VZEbjgHfN5xPLJsvQz781J5Xnj+Ie3dc4PudNFoy9btOnP2vGoOZA/eeEhXndQ6cuRlyfqyZcs2/cJf+Zje+vZ36v4HHtSQfSz8wAaVZVWlaYDdBV705ISTFQsEg97ILSzOa2lpXpUi1GjWPF8/JYlIgBDzPPnEE2mD2rMuAvfp06fTZhKdgU7QDppx7Flnj758NP3067gLyZOW9bFr13TpwgWFbX6Yz7xoM2tfzGaxaZ3btGmj+CUGEtn8fDsJPmxyw89GRkY10lpjnbhmffiennziaU1MTGnOG4sxJxGuXR/3JviElh2vXHHRExkbckzSMu+a5s28N0Z8U2ZyasY4Lst5AX3wZz6kw3feIYdemnYMNmm7cdI4UdBteb0lb1D4uZYUEzlOqZvvVSdGunlP/JT7sn3RlDfDRVFxQmVOx46+ZHohR0u679679d73vlv79+/VLTcf0stHj2jSm+csz9QwXMjoSduDx5yAO3v2rM543cv2z/Bmyf57Ymws/cTwtItX2NRzfs6fQahWSw1aT2qOi6u1wnBPm+3hjf/RVDw7d+6cZu375Q/x5hrHXYODgynOqNpWwnN8Bs+63picOHZSFy9e0De/+Q29cOQFzZhOl11AXjaB1m3aqoXlnk6dvuBC6WlddHH1lJOk1+wDzp85pb5t1mXz8+rlq3rxpZccm3W1xhusNskcJ1fPnjymL/zFn+kzf/bJlW/rDjW01kkw2dcsW9a63oxUrGt9J3arTsStsy0YGmmp4s3fRz768/q5X/hF/Zvf/Lf65b/216yzdSnLNeeYfMPmzdq6Y6e2bN2mzZb3Q05y3/+G1+sNlvd3vfs9Onz4Nj1o20VCuesk/c6du1JhC7sG3sjn4cOHxfMRr4feQyPoRpyFXI87vuCllzzP088kZ9blPDOdjxzRt7/5HZ09cz7J4v59N+nDH/4rtkVD2uGiP3HXajzdtNwxH4kkYt8B2yq+mcrmDf3//kPf1z/7Z/9MN95wg979rnfpYx/7WOJlz/qFTUMuGDs8PJxspPzhWWG72PeeiYQqyaN3eSxwZoYxIpQZTtbled+0XjAveIFlxPHmhP0D3347c+aM9WcibUonLcP/7t/9OyH34I2fQo871lPWI86qmT/IEjrKXOgkdLvqohv6tlqs61gnwE3+cI6dYCy0xfYwL7ASG1CQALcssmSXuB8RYl5wrJj2EWF9XUp7M+YCHnDiCJ6sBd40znkWEV5dYj7iDe6zNnBwLyIsq51Ea56xFg39iIh0PyLE2JV1Mq3OzxwRK8/Aj4V4FhGcplapFGIc8PKMeZAvHiJ/pfnHS374swceeCDxFpyBjX7QtuJ4kXE0cHptYx7m57jaj7VoXcs7tjoiEh5DLqwjh3fazoEj80ELeDnk+Anfv2nTpuQnkBf8dKvVEjDQD3yBi3P82KJ1e6/jJuxu38kJOcFRrVSVO3lazav2V5W0LnhHRKIbsEMr4CPuAXaeMzcwcU4f+cOeDhm9fv26sFURkeQUOQN2xkaETUg/xf0dyyi0q9q2AT+yyTl4IFvQmKIT8zO2b92iP2syHzBxjFihV837TWiyZHtPf+gLLSYdU/FLNlwDN2uAEwUh4Jzy/oox0A6cVmkG3Ojxadtvxl68eDHBTaxLP+DFz2GL0BH4AqzAB+zwCLvFc2SHZ/Bz1kk11uce8DebA2JtYOP+Kl48hxbgDEx9+2X6Mw9HGv1pwEMzJZRXKgLeiDBXlPgYEUlv2vaL4bt5ZNqycZPKvKJMoa4T8OhsxdfIS6MxoE1+/tKRl2wzv+mY9gmNma8d75cWHBPRNyIErsBD41ze6wBX5mcRYZkqtEpv+gw4xqQf9AZP6AH89EF/ms1G6s/zVfyxfYzlOiKSbYBWESGOrMeRl0R42RD7mdv+MG/bsQrrIQPcw4bBb3jIONblnPmxawuO6dlHUnR98MEH9dGPfjTlOpDD4eGW2HMgq/C1OdBM+C/YrzE3MDAPa9RtcxeXFmwbC7Udx1dyxw72KcgjeMLXjabvpk2bRRy903Euc/O86X7cQz4p5jKvlUaF+dpxgYa1tm7drF/7O7+mhuOJ22wflsyXWe/T+n05/lxM+jfp+OOa4zZwBK4sy5yTq2uPixjIZ2Qr9MPnAd/w0KAO3LBft912ONlAdJmiMTkOYmrkG72CbvCkZVuDL8KHLFuuwFv+gB+x3ybHhPhAfBBz0Q8dgrfQGrxu9B4NfIpKYclR4ifyFxFa9P61KCoath0kkfzC8y86B3FVhW2wl1FEJH/D2hT50FXmZj5g5Nydkj3ELkDXSdsC5kcOmQd5oXi+bdu2lJfqqyf6MBb46EN/YOce5/B7x44dAsdVODjyjFh9mWS5fSn0Zh+zbNqYLQYlBFzQcLXBF+blCO85QseISPpKP+ZGljnSZ5NtPvi0zXNwXYURPpdl8ZN1pp2ru+L4rutY8Utf/LKee/b5hBu8xD7QoAN0Qb6AE9wmHJMDE3SATztdxGYNYINOrA0syBDj6QMsi44L16wddZy4Vs89/5xj+mMpLwaNf+VXfll/5+/8HX3gAx9Q2zrJt4JOnTqpuflpYZM6y10t8beabVvaLiZ2TD/WAEbouIon1xFhHJVazXuisNDnvtf1mLZpH/LH97LIhE+ScwjhVnESZpNlEt0dHh4U3x6s1yu2lX3VG4XzIGfFt7h/+7c+rn/3b38zvSD35JNPOD4+opOnT4m/OT/kPQnyDc1oXin9BPB3nV8jjrrofQC8Pu8C6nPPP6+nn3k65VvOXzwvfqWp59gPGVswraadm6HYiL2ac+we1s+iKJMOQFdonkWualnX2jXrtGXzFpEXGB1ZY3ibCv/Xhm6LbevKkq57HzU7M6+O6Tc9NSvyYNCxa9sOb3v2HyaLdbuv8LwGRfBdCkmZsjAtvF+FxtCbBgzYoo0bNwobGBFpn2RQtdV75wHbn7KsKHP+t7A9KXLbOe9vNjqXuH792pSfzXIJf77VMf/+fQd0+x336I4779Xd975e993/gA7edIuGhohbmpad0TTv1q1bxZo129G25Xz51f1Gq9XSjp07kg145pln0q8NYVOIb9ruB7yZYVi/3r7Ne5FZ7w2h89LisvWp51h0wbhiN9paMt2QtQiulzVp2zDpWGDB8UPhvWLpeKLqPVvNefOKEV60fZVjNH6R4Pz5c7rkHM+kc7gL3n+3nS+fdD7t+LFj4k8OjV+7Ynme17xzssvOU+A3y6JiXlaU57ll7i+PwFyxbaeVlmdaRJg15hPQ+jy8fkQoYqX59k/+75mpPcdG6Cctnfs6dejL+ZCVJsd8qzEEdmi10X+1MZ5xocxrZcpeXS9iZd2I0P/dJ+Iv72eGFRxfezSIpn/H+rhk+evZDtK6Kzh6LP1pjAEG5BaZ5UjjHNsEj+kHzYDD6CV64k+xjTXnuXgGPhQqOdIPXBmPnGDbWAM6o2fQnefMTVv0Hp4GLMQC2Dzkt2554D596M/czBPxl7hzmjuGqjqmBR7GDTlWr1mOIyLRoG/eFO5TK0qZGEI/uQe8844lxi2H5DqRRzOo9jcAABAASURBVNbL8tzyXirLcnW9t0fne9bl3NesE5HZD7a1aBmXMqMb7tcTcEI38GUeYIU2defzsF348JGRUbF/z7LsJ/2h0ZztEetjm7iGf+AATtio1TlKyytzlmVNVeftK3lVedBqquQN1/lGtHnTNt1440Ht3XeD1q7bqDwvXTNcMLxt06NrEpiL3oMQA9SdFxuyvx92LW7QdGO9AcfHAwODjl2aQhdX14RvwB0RnqPrudrGYcm0WPTcC5p3LLfg/TNxGL5p9Tg/P5v0cnp60nHStP3+nNqumSQ/YfKZFKqafxtsw7BBWdNJLIIQCDZkoGo2DlJ4sY6WbSy63sjAwPDIqg3GCnFbKdlTJ3lp5lc9IcBCSBjRsxDQYJLUV5aFCZO55em8UuQOXOoaHBrQwGDThrSuslr4XtPJpVHVzEQZhszIF0WRxjGv/GHeiHDfholWt/AUvrvy/4AD8AETM8sqvpGZcP2UdCJQnHYCHYGJCEHciFBEpLnzJISFwD1i5V7fHgTlZL1KpbDQ9T2fnPAcEEEyAQKwMScCyBwIHPSRPz0Lc9fBCQK9zJsCNq4IK61jZ84Y2pIDaBi45Co4tO74umr6YJS7Zhy0q1s5I8LMXDAMXdMwS61j5zfvRGPfxq9SKb3RGvVzC5wi4VWx4c2yPNGqZj5FRBqXW0GXvGEeG5uwkMzZUEm5aUB/eM151TxlXXCMCOPftWAtiA1e38WYdS5kbHJijL9pVtj4M3ag2XAydFjr1621YV427afUbJRWDN9b37LQTrnNWJiXLT9NC3xhRQqB87B5t37tGm1ycW9goC45WF00TeYs6L5Qw3MPWF4yBzrDrWGxIXrd616nnU5uVfLMifMlrR1t6dZbDul973uPPvaxX9K73vl23XPXHbrv3nu0f98e7d69M71N+oCLh+9+z0/pgTe+STscAN5wwArsAutmO+am5QceDngD1DRMmx2YbN2+QxU7yvHJGU05CJlbWDJ0IZR1fnbO1JY2btgoHPsmB7C8fcxPBr3xjW8USkZQmZR9cMDKu5g22vysI0XUS5cvJzlmgwTdO5aNrul76uQJ02VR+/bsMi3bTqQecUL9kjIHe71ex3NMaGLsmiYnxrXRfDiwf792uKA7YydfNd8D+bVznp2dULez6EJIX9zPLJcVQ1xkWQoS15nmVy5f1Gc//Wk97YCw703YoBPKQwMNbTUv3vtT79RPvedd2rhhnc6fPeNk61nNz0zre9/5tj7rgu9/+p3/IL4l9cMffl8XL/EThLkDnsGkY8uW5bYDYmQeA44hldfu2yDudPLzrrvu1uDAkC6cu2AbMJBoOmE9vXT5ivibaGedNK5abimUQ581Thqv8GbQRqwUsjHrpHJp3phk3jAOqjU6ogUHLKdcgCVgrXk8PEGeM+OMzgGTRdpzVFWxfSls8/q+sfQqvPCg7YALPqD/8ici/K+sK33rWM8y3FHXOo2D61nlIjI/S13S/dXx3GFdnnMu86XvBDVzc73yLIS96drWMo7GeddI0Xq2p/2+F/GA1SOyAk7A6tuCxvRlPvrUbUO7XmfJ9O/ZBvf6XdvKigjWerYb0CHPK8rzTEVZqjSdlix7s96klDVfF7kIeKcmx3Xh/FkXVCdE4XLQ9rrRrKlmXzBoeUZP9OoH+g06qV+YptziGBF2iHOpzXvuiBW9AT7wXLAuVWxfq94IDA+vETIy1GolG0tADO60um0gesQ95m06kcB4Nq9944lu79ixTXfcdpve+OAbxPk+6/xdd92Rkuy3336Hi2X36sMf+Yj+51//df2Mi6cHXBydnJ7SGRfZnn/hiJa8mS3KUgvIgWk/ODys4eEWqOjq2XM66WLWUW80n/vxE3r+uefSt9a+//0f6BkH6x3zruqxffOpYdiQqbbpzJwL9qNsWJiIDerszKSOvnzEQfaFVBzh754+/8IL+s//+T/rc5//rB5ywfTzX/iCfvf3/kDf/OpXVJoXN+zfpwedlP2p97xH272hxz5MuHDDz+6+ePSYbrjJdu9nflZbtu0gjhf+oDAfKtgC0zxP9r0QG57bTCNs55vf/GZvUu7TrYcP623vfIfe8ra3Jrs6ZLzZ3MvjIgvzYr3QIei/5I1FZrkBFxr+D99KW3RwmVnHWLdm+SN471hHOpbftumzbH/WdiEsItQ0jaAVfbOwP/O9Sparaxkk7kCvkWlkBrlSyPJb2KfM6ur1azrv4tBLLmw95834JRd7nv3x0zrxylG9dOR5nT51XJcvnlO3vaBxF71nXOSbnZlSo9ZwQWQg+dGO4Sgtw0VZqmr68jcycyO0OD9nn5SJuAj7Dk5FUTrwWrbtO2+6VgSf19oW9YzbmBOHk56/0/Fzb4Q7tp894ws9JiYm1XWfmgP3qgPINd7ozttfT7nYV683tHbtetvKYdsTKaBBVlGrNWJ6b1Bum/bTP/sR/erf/Nt681vebjs5okM33ay7vLlk/Pd/8MMktySuJx1Uk4Qa94YNWNq2XfPG47Q39mzmxg0jMFVdmFt00JjlmTfU11PxjSCeRNU73vHOBGvHPMKu0B/ciXOIC8+cPq3hoaFEu8cffyK9eZzluf3ygH36gia9KT/r4u/pU2dUmJfjLsa1HB/mPudvqm62X2StNaNrtGPHjvS3J4FzxsXNer1p+7Ws6y7w8ebw1avXE13A68L5i55/UdX6gErTsGu9JHmNPvF80bqFzVlwcRuYN2/bqk0kHjds0tvf+S7tsV88d/GS5u0TFpfb6hme/b53/+vfIPzJyRMnNG8bcPyl513MC9WQhaU5Tc3OaMm0WOXfjP38rDcOMp/CfOqrp5OWsy988XNa62I7tma4Naiq7SibsSWvd8FJdTYZ4y6aHnPR+YrhWPA8L794ROPXrmvM+LLhtvXXtItd/OxMx8mAedNk1usXlVzoCd/U/g4/wffNb+r8+fOOzduJd2ddoEW/bXI0b9tKQfza1Svau3uXZNuT9UMzjlk+/9kv6R//P/93++eLjiX6euXYifQT/3/yx3+sRx9+RF+2rblq3/3Sc89qbmpMV607o06Y3n3HbTp44AYdvvVW3edYi+IQ8XqWZ1q2ni54zbZ1fqjZ1JaN67Rz2xbH0DW1BoeEX8psC+a96WOf8MY3vynZ3ne+891633vfr5//xV/ypmm/Nyc9xzXXtWx97EdYx0vvCYbUaDSN44SWrT9XXczDHh0/cUqXL121fhaq2b7ktkM9O9+BgQHrTUv9XlhGqulZRAjblOe5j20NOK6LLPf8hR5+5GFBO2hKohO7ttnFW46NatVyPixeurlm/uzZs1fEKcjspJPOJGMjwrq71nrb87wDluedmvKzf/1v/o2+9JUva9zFzKIs0zedsZt8W6ksqyI5L39I6lDQnLTetk3HVsuwm4k9242IUG6YOZeMj+dpsEcbHhb6A7/hNT87COxJ9k1jvkH07//9b+nLX/6K4ZLjzCXt2bPPOt33uBHTs6F3v/vdev3rX6+IED9/yT7GoYFKr0GcylzIK2uwJrqPjeY+Mdgux8o8w2YDY0SkueQP8J5x8ZaYFr77VqLNddse7Ajj2HizHnPSHxlBj8EHWmAL6INdoI9ME4409D4ixDysX7FvA4aa9a2BnTHNGMdczE0fjtxDDpgDmJiHa8b2HDdErPCyar6vjsH3YL/hEbrMHIwDL+bhnCPXS7Y/zMdYWglc1lue8Y184Lvy6osfq+PoD97AQD/g5BnHiBD3eAauEWF+9pLccs2zfr+XeAaMl71/IM6Ghx3rPLBCA2x2x7IFPXkGnPKHdThnLuQd+xIRtr9LaR3GSZFggCbASuMcmPrmSZblSb85B2bmY13OaWVRJvgiIskya0as8K60rA00V/QV2sDzU6dOJb+ODCAv6End+q30Mf62AfRjPeYCdtYDpsw2hiNduUefvFJJ8DMHcsy9iLAdWE5wkxCBNsxDY01oia4WZZloQc4AuQV3+ApdsL0n7C9Yh/G5ZY61GAcM6A5roZf0Bz9wAWfowlw8jwgxBvkCfubhOTjQFxxZo1IpuCXogm4BD7oIbNCcMSv9Kol+jGM+Gs9Yb1XfuMfa9Aefqvc8EWEV6wvYec6YiPiJrIEj94GpYpqyd3A4qK5jnUomVe0rlxdnVatWbGt2iVgEXj7++OMpeQ2tuC48Ns8yZZ4bhFiHxtzARINPwAYvwINz+mBv09qWZeCmH9fECfCD5+go93kOzfM8S8X5J5980kWKZ1LMwhjwYG5icvQCnrNeRGacyyQb8I355A90YVxuPkML5CkilBmXiEj9Ob9gn0wi9a//9b+e/MpXv/pVnT59xnv0aQEPfJt3HgOewTtwAw7GYmvIvUED1mIN1reaJbg5X7JvBD+egQPzAQ/8BbZdu3amOIFv9BG/ZRkwGj7HojKf6PeVr31VTz71tD7wwZ/Rrh27JeVqOO4iZzHswg/r04/5gI/GPRr2hSN2ZfUILsTpx4+94nlq2uXCxRve8Hoh+8TV0BF4B+ybsTPILbQA/gjDZn7CX67xvYe9B2GPz/r4JXwP/GQ9eIUOQCvsALQDVuABjlnHfuwr0CfowrcfsyxXRKTcSkSoZR87bB+6d98+8WIDcLE+czJ3zzYGWWJ+7rN2xIp+wAPgBBbiAHgBTKxH3A0MfNONXyD4wQ9+IOQOXkas2BzGr8JMX66XHDfllivWyrIsyRTzs/+RIvk56IUMsjbz0Re+RIQiQsxJYxz9kAvsObBDH/oDK/dW12BN5sqyPK3JeMayL6Tfhz/yYd1///3O441ar+s6cfykc4QzSZbpmxtm4GEMNESHiEUuuTgILYmt9+zZk3wJz4BB/nBk/lVfuMN5u7JaceHtkH72Z39Wb33rW/Tggw+mPAEFAorz6CZ6RWwSkaVCYNc51TxyFVmhvnmWWcAz0w+4wAvcOXYsX9AZGVmw7o15z3jJ8fiMY/2G9331aqGKx61ft04b+aWiSmmNCPFraT2P7ThvMu/iF3++4vHHfqTvfvvrOnP6eNpfPvnEo/rTP/1jfe1rX0l5AF7inJqcdI6E/V43yVzN/qvp/Mjr7nuD7rrnPj3w4Jv04BvfqNfd+zr99E//tPfct0ohXR8f1xXH7LNz0963d4Tu4J/mncjnHjQFhyXna8N45455eZFlyIUEeCt/kBNsyAbjsdWFyI0bNzv2GhI0KYpqiv+QffrnHl/3Prj2aqM4OTTYsg+oqVIUaR8x7z1qx3vInnOF8ocxYfojZ8gADX76kSKMhE+4B80LzzHg3OHAQFMpj+D9WlGUkmOWTnfZMrtsl9RVlvVUyTNVy4r4xbttW7bo7rvu1Jve9EbdccftuuHAvuRTdmzf4X3aOuOwRtXagNau26RNm7aYxk23RnpJfMeOHcnuII+sn3teYMXW5nZUO3ZsFzmP7du3qW84kIeyLDx2jTY57t++Y5e2eZ116zeqdJwOrRcWFu1DJtPeBL2SP8t1/57ZAAAQAElEQVTeP4JjRLhfaVy6wjbSoAe2NyJSrA09+NMhywvLos3MzFqHZrz/6qrlfTR7pbISpvdsauz7KlmkF7mhC/PRvKzC/0SEIv6y+Vb6P2LlHhcRoYxmuc7cInz96lH+4FN8SLoJHqmZP8Da98OIUG79jsgkZep7P+Utifv33Xo/aa8dB4yM7XsE/0eEgCEiFOHzV9ePWLnWaz5pnNd9za10Cuyl5YgjN/7/9QNe+vVexYNzZKB0HBcRyUejn23n9oCV+ehT875hyHxAJyqOT7jPOjxjPPNyL0wLriuO6aveI9St1zyLCK3cryQ5WPAejLnIKeCLsNPMt+x1kR+ONO7Tlpc7Kc7kPLwQ8OIj0dOR1oiADRiBB7i7ju07nmt5cUl9xwO54QImiobwAzvBl1vgJXCVhjXC/if9ibAFzc0uaMlFVGR71jmIee/dOe95/xyRKzwfrGA8MOGnFu2jwIvW8foRK/TsWSiAF78+MjKa9NAopD3nvG3H3NyCfcasY9K5RH/oS3/oRj8plNkOZVmuft/Yu4UqPjctO7kG6kPavGGL9u7Zr30urG5wbaXZHFSeF+4TlsMwzfvOZffU70lFpbTODajqnFrVOaJmo6nBwWENuTW916j7fq3aUFGUqlQKZZZJ+QMeHdt64sFVfMm7kEcbn7hufZ3UtPOGFFMnnQcfH78ujrP2C23naSILNZp126Yhbdy4XlnNxqO04FZWBcqEwpnQIgx4vy+qtvNOziEM82bC1NR0IlwWmWRCQHwMSdcJ09zKiFBV7bDyPDPwFVXN2GazIQKaFQaMOMisKndfEKLlWSY+4SPIDw4OarjVskOveY4irbNswViyMMFkYFlZt6u+YejYyRp0NUzITU7cDVlREOZELG94WQMcG05MIGysRatZqbjPedNJoRWDXGp6es44LhvGQmE86cOak3aaJHcICgioaIxbu2ati2nbtWnjFjuJ0jDJhrbttmTGd5PxZW2pL0+n3Ia07wKHJcP9Mxe7ugpLRp5l7t/R0tKC21IKqKcdAIAza2HkSfAtWjHYkE86icN98MShQmMST3le8dQ9CzMwLCca5llFhQVPCq/RU4QFWRL0qJj/0MuXyhTpXm7hrTvgbjYGVVSqQhgHLJz8lMIGByFb7QBxgk0X3xbmZzQxfk3qLavZqGjr5jUOsnNtWN9y8L7ZActa87w0f6qSuuq7IEhid9kFv2qRO3gb1JrRlnreqPXsdPl5xb17dmv/Dft059136O577nIi6D690QEJgRc/q8ffqNu1c6ed721629veone96+16kwspr3PfO267VTffdMAOc8hzD2jnjq3ud1g3HrxBBNO8Mb+VxOvGTdq9e49IKN9www265557Pe6QCAopNtx6+DbtdkLt5psP64677raD3+OC/4hKG9fo953gPqhbb71Fu53AJFG8Zs0aK9ewuSxVTNOG5a1rQ89meNpJ0kUnWU2AND8BLDLMzwrO+NnGjRtFgD7rAuG2TVv1HhdO3va2N2vH9q2qlhXTs6qyqCQ54eeVBxy0NOql6bvNHOvpyIvP68Sxo5qdntD42BUHnzNaXnRxwEpfWBeLSq6hYRctTfsFB2vXHWAedwHiqaced6Jv3GsUcjfP39Xtt92id7zjrTp4435t37ZFO3du1+nTJ/TlL31R/+9//n+mb9ORyCEpySYEWcag1LxJB19wLIpSEblleEkd02DJ+ouhnZiYUt8F1UUXZsZd0L/x4M3avmuv+IbM4lJX7V4/FbZyj+/6fNjOZdRJePQMWT937qyDnKtasC3C0Lcd+C65ALbkYGfO97I8V5bnlreaFq37XSfN0POISDpFEZZxk9ZlAnbojX4BN3PheNsOJpc9JzrfthOj8QbsAm+dme9V27RKpWIe28A7qF92sEub9/pjDpDpy0sCsk0Mr993Q0dx+tDGLFHufyqGM88zbiki83wVZbYBJpAiQrmfc41uAh9HrrkPjFyDI7Dg6IGrZ0OY5Zl6WV/K+2pbn/ouwoOjJ1XNOp1VCm3avEkja9cqbCv45pYtgjq2Qchg13DzBt3UxJjhCSV76s151zRZMzos9HOT7SwbkdHRUbVGhtS0jQdHbGhmHFiPZNK0C+TyZ9BJ9hU+ZFpe6ljOcg00BjUyNGr7WLV9AabNCWf4g4PrWm7QoaGhYTvIQRVl6eBz3vZ5WsgddvjHTz2lkyeOOxBtqlottG79WuWmbWYY5uZm1GoNafPmjUY97ORnfkJj7Dh/P3HQyYRKadm3z8qsI2xunvKczz/5qF5+9se6dPpkKj6dPHlSfPv1+PFXrC9TtmUNkci45ZZbXIQ8KPSZJMCANxJVF8MapkfdrfDcynPBl6WFOck0jpCgRc1F4h27dtpOrdH9TnS3LOcbN2wWP4W52YH+h37mQ/qFj/6c7rv3Xut+kf5G6j//F/9Cjz/1Y9nlafe+/fpvfvVv6Bf/6l/Vbm9iq9Y/k9qbqQFhi+AFssK90dERQc/C/h7aIveVJAebxeaq3hhQrV6nq2Wma/uxmIoX6DjjupZzZK50zMD4Odsp7Ba8Aree9cLq6rE9ZUXpclOo1mh4TV9nmcDXyCc+lGXpZFypSpbLpDBupSJCS/bv9AN2ind8Uw+dn7SfY8POeksO8jh2PRC4KBjyjUG+CffykRf0F5/+M/2n//jb+o+/83F96YufVxY9bd2yWY1mTSecuJ10MbPioCuzL5x38IcfJQDuWOeRGXSINU8cP+YC3xW3q2oaDzZBbcs/L9A8+sgjesrJOhLmM9MzWrL+t1ojWrt2jYPIWTUdSzQ8ZsBFnEajmewVdOTn/QeaQ8qzUu3lTgpyB60Xt956mw4evFFVb3JnDdMOF0I6ps3lsfFU/CJB+dhjT+g73/muiLtCoR9bBs66eIm+0rBl/PTzc0//WPwKQdu+JrMngtZ8Y3JqakVmoW/VPKzkheOrhopKTcNDIw5Ouzp/7lLSL/Tq3Llz6YUBkpbDw8M6dvy42vbPe/bvVthkdaybpQvFN9x4kzZ6g9tsDhr/tSKh9oY3vMFF4XVCXgYdy3VtT7BVEXJMtJz0t+vxXd8fH59IL9RcuHBRVfTG9Boebql0bDbtomJzoClsSZ5XVJpvaxxr5Ya9Y3msFKU6DvSnbGNyzz0xOalrptklF+Cgx+TEtHoWlFBF84sdy2JfL/JSxNETLiQ+rnMp6TmZ9AU+NOCZYxzkAHmQ6dc1nK1WSzXDM2i4+Lb6wUO3CnzucgLg0M0H1beMDdmOoPsTk2Pi250//P739bRl5MgLL+qF558XPxF72rbkkovucuz3kmX1qaee0Jkzp/Xi8y/osUce1ZEjR5ywOSJ+Dhm8wHt6Zloj1t177rnHccoBbbM/Xr9+nbZv3266LKvvTe/8zJzuc+xSM18L27Cx61dSYugT/+k/afz6VSdvbtchxzCtkTVOkJ3QlSvX9cDrH9QrL72sOdMOOMu8p41rhlREV+NXL2rbVtuFSuZC74RmDcNNNx2UzMDp6VnTtKeB5qCq9oOFY5JZJzRfcezBN7uwqxGhRftN/ozCnXffpbvvvlt79u7ROm+MqpYZaNox/yJCTcv/8nI72WV8NXOdv3BBFy9eSLK4Zt3atA7ffFny5mfAskiep2u+IJfoGoVkfjYsbM8WPBe2sde23XGcgW4/88yzKkwbEn9ve+vbdN9996WXa/Y5uQoO8gd++uAN3L4kn/g16D8yMmL7PKpPfOITqls/zWy1rbu0K5ev6vix4+Jlnf/p7/99vfXtbzOdD5lMkX7ad9YF+JZlhxdmzrjYiA6yBnJW2A7v9/oUYSZcgGUtnuEvcvsL4CnLUvRbfYYu4vcOHz6sum31gJPVzI+e7dixUy+7aP/QQw/p/vtfn57Th0TOF77wxZTkRScO3XQoPcOGM541kHPWxI7PO4YhMQ9M0BaYWT/LMtu5JetQFzAFfJxERPJtxK8krSqVSuIldIWG9Fm2LNTN97Jacpn6Y2NImoIT9pb5wINz+ncdx8BjdJE5OQIfE2Rek2tgzrNKojd0Ahf8GnrEXOBIf+amZXmW9Ji+NeszxWzWY/6Q//O8jOMa3KEf52mdPBdH9WU6LCb8WY/GfBHBoxX7bH8H7swBf+gD7BzBDdpGhFgLuGhZ5vH2oRGR1olYgScifkJz+eO76Rq5xAZ0rBNZlgk4mYd14SH4sR404Igs0o8YhX6Mkz/cA8ZB22nm4OjbSQeYh+f05Rn4c84R3oATjf70g2esh7xwnz6sTYOW3GNOYkJ0AP3dvXu3drlQzzXPkAvowpyDgwMJL2BmfeahQW/WAw7a6j3OO/bjxCTwlWvGcYyIJHfAf9lF6HnH8sDBXPRBXukHjNAD2KHhtm3bEj843nHHHUkfgZN5BprNNOfQ0JAOHDhguViyP3Js67Um7YvGvRfgm0jgQh/kgXPW3OT4mbWAnWPXfoxnwA4cyDHnxIE04h/oCqzAhl84duxYikWhBXMAU0Qke0k/aMAY4IWmNNagP3MgB6v3IoJHCX5gZ23klDmZmzERkZ5zzbe4Wo6tN6xfo/ted5f+6sc+pp92vHqfizFr167TuXPnddwxA3xdXYe1wC0ikv6wBouyBjQhdoDmwA5d4AM/rcpzYIGejOGF5VX5Zxwyx336VR1DQC9eHDl08KCgOzoXEelXNx5/7DHBf2w/9i/LM/W8P2o7Fum4AS/4ASswvPTyy2JufAd05Bxf9KMf/Sjxe8P69ekIjn/Cz3h+/gv6zGc+LWzo7/7u77ro8jW9cvSVpOvwAr4SWy06AZtZb5FB6I38cQSHqy6wUJijH/tJbDAwLXfajsE6Wmf/jyy1WsOWx1K8sPNRvh3r68x2JMskcFl00m/b9u36H//e39Mu51PwNV373cx9WAd8oDd0AFfoCz9YC1jBNWKF5/SPWJER+jIGuBjPGPDBBzN3xTEB96AhDT2nPzSiMTfyBy04Z54U09unUwSJCMHvM2fP6Mtf/rIoytMP3sBPeA7+yBJyAB6shxxA09wxEOuk8zwX8AI/tgFZAD/aWu9/NzrvwtxcI280zlmDMaxBTMMa8Ip1gYNx8of5GA/t+MUV9oPYMPBjDLiXBXFqJ70MB4zMCW2hDT550v6f/lmWC/pxzljWZ35abjyAiSP6kWWZ+2bmf/ETn0ZsAB0jIvkI+oELtOC4Oh/zr95jHp4BV9uxE+c8Y030kTinLKres7dVVLyvs1/OIkuxGfBTfIUm6ATyhRzzIsXnP/95oWfYLV6yYs2640Xs5K5dO63/vcSXiuMF+Hv58qVkZ0ccL9HnhhsOGIe+W9e601UYf3SUVpiexBNVx3TVSlW5/wOmiBAfcKBFhPNmNa2zPVo7OuqcQ18921nyMF3rUoXntVJD3qcvu4DWcIxC2mTBxa9zp0/r8Yd/pC989jP6vU/8Z/3mb/7r9KctnnzyMZHvazr/RryK/PMCQOlYbcE+ZWpidPbJYgAAEABJREFUUvOO+4qypotXrmrS+8OX+JMn4+PatXevbr3tsPbv3yf2C4P2udV6VVXHIn1HD8vLi5p1YXVhcd57wzlhv8GDfuyJOYZpv+T8b8fxLXu4kdaoNjiu5jl8QEYiIvklhxOmc1/QuGra8xx9IUao1xtJbqBXxwHzkvNzHBe9v84rFT+rm/Yr9E/zSGku4KEhI6stIhQR6Tl8jgi1hodTDmJ6ejLd9z8JJvyGRdfnHdtN4+lcZM9544FGPfFhg+P9Qce1ZVmkL1yl3NKAn9nHbli/QSOtNarXm4YmM15lghPaAwvySLzPET3AnlbN34hI+05knPs0cNq+fafj/RtEUWjRuYeObWPXSYxF02LRe/pF5w/lD/SbnZ3XJX6G+Oq15A+gJ7QeGhrUetvjim0OOkuDbxGR5Bn5YG8ZkXuvd877miuanJzR+Nik91ZT6ve6KotclTwTtOk5PysDBz496xp5Fc5pes1n9Toi0l2uaRHheVZaesA/lhnsRmbCRwR3vAS87ZnHXfOil+5FhOhDX3Cu5BX5jthjdp0k7HnjZdAQBHGkASPravXjOSJCEf9lY96Iv7y32v2/PjIfjTndPcFTse4DEy3iL+eIiPQ8jBfzA3NRFKoUFdE3XVsvuQe/0B9kxQgknFfHyJ+ufQ9rMg59pH/heTqOr5GNlee9tB59mAfeEtfiD7jmyEsNTduTiEh9I1b0YhUn+dPvr9AdOUXG8IPIJGsBO76SxnzMXxgn1gTedPSc9OVvqi46J4WM4E+Qd2zwjPf0yCFtzntz7s+6iNppdy1nheGqGH9ZJ9rOISxaBnrmV2Z7XDPdCj/rp/vANO981Jzt2uTktOV+0Tq7LNa2uVLN9rLZHHD+ZMhjS4/ruc+CxpyDwa8xftH2BLlhbfDtWcdoJoPgT24ZyyJPcEnoadvsCTVrA6Koumv7bu3auVs7rKubN2/xXhz9bxiGXoJlcWHJay5qwXCm+a2/zBORef7CulVNcBIXFkXpe6XyvFD4+Yrc5OIDT/oWaJPW9Oho5RuqC6bRstuS/d2cY5Ix12jGUsw96/zn2BhfSriuGedHMohCcnLezoOvp7e96WUyFoZQpZ0VDIWxLASwPM8cjME8NuoEGJwDUET40DeiHQOwnIiLUCJcw8NDJsSohoeHxb2+BYoiLDDkNkR5JUycRQFD4aRIKDy+7+u2YMicHRTrd63QGEyOPROuh8FxY57V85qdUxLAV5WwbyIBIwHPauBGsMZGftKJ2mUnR5ZsQEs7wCEn7nE2jF+yMaX/2NhYwsnI2Yj0UwszozU8ojWj65zoH1bfsCDswAC8NODN80z1RjW1phO6/CRlbkls2MhXy4py07Ji51V1ogHDXLXTy7IsrRcRXjKzoFY1NNTSijAUdiZ1DRtO+gLjjItxtKGhIYXhApf2ctcJ8WUHQR0VlVJ5XkkCBx0JlFgjN32gDbhyXvVGpOaEZR4VVSxwFY+Blig0DUfccsBe2sjwe/DtpXk7wJr27NiiG/ft0non4+TiTc+Fl057UblxK8uKqmWhrhOxly9etAOZdOjT1/BgU2WRu4+cyG2rVi3E3xG89eZDuu3wzbrl1pt06y2HXLC8ycW923x+c7q/Y/s2tSxDGzes1/59e7V714707ZBmvaaiyLTkAiJwNeqFbj98SLfcfED79u5yscUKaJhOnjyhHz78Qz3q5OVpF0j4216l5W9pYV6nTh5P30BCUZANgjzoc/Ohgzp8y83mtRPmLpjCx2UXvKfGxzTYaKiS5Wq7qCd/NrsI4oMwcByRSxpzbnDxtmJerybXJr3hbjuo43nbSQCCyFtvvVXvfOc7xd9PJHHftrFsGLf1DjKqZcVyMKBGoyrZCXe9+ePbWM/++Kn0M3vR72i0Naj1a0cNT1sEdAOWk0az6eTngJPsU5p1cFOa71XTfsHFpsKyVrcsqteWyaCejxRmn3jiUX37W9/Sb/yLf65/9A/+vr71zW/amIx77UZqA4MNsXmacyFdluc8zzy2Y8My5WNX0A2csiw3r1vWkZZhb7lr6MzZ89q6bbc++ck/1//6v/0TvfVt79KhWw9rzdr12uTEPEeMZGZaYXvOOrF/zElLNpdtB/zQq2N6o9Oddsf6USbb0hoZ0S4nZm666aZ03XDCEf1ouy96zEYNnlhFUrJ3YmoyGUaeYQ/g0bL5sGy9n3fwNDM17aT0vGbc77yT3hed5J10sNx2oNVxH3QO28DPN5Isn7It4RkyteznwNm1k6awSiGyZ35FhDK3iFCeZ+mc64qJz1G2i2aJ8ixTxfhHhJgDuxIRynyfcxrP+7Z98ifLwjxfct+2ek7Wb92yRRQkKDDb/NmedP28rUXDdc32jL8VeNTJmGdfeF5nz5/VmIsA89bnwnpYFpkGHNwODw6qYdko8zAsmXnY1Pp167R961Zt3rTRel1K5j1wYCealrPh4ZadV83r2e44CKjaphDEFJWq5avQwtySdXRZ2C8KfHklM05KzmpyYjwVLtmAgTP2Zsi6Xnge7CmyMOAEG7hvNQxcb9ywIdmR5eV5bdmyQdWisDO/ZlkdU9+IL9unsaljg5tb7oER3aSovuxkw9FXjuqki2zL1rNjLz7n4ukxTV29IJJgyBsbQ+DBtrLenH3lnPVm3m1hfs4bnlnbtOlk3+WiChuh7qt8Bk5kYN6OfsEys2jZajr43rx1s3WzVKPZSPzYtHWLXuck1L79+1UpCy1ZXt/+jndp544dDr4v6qGHvq9PODFz9fp1J6x+Rr/2t/6Wfu1v/23xDXjoAD7gCp1q1WrCu+21WBsYzCQh25xDA1oXufTG8iUXVE6fOatJB2DXbM/mHPww18joiHjBZIdhYF4CJHjMnLIc1qxbo7aF672Rqw8Mqp/l6e93TjvIQEazPBe6xDqMr9fqqjmeKPKKOtbheSft0U36wiNgG7D85J67bRntOoilOBkGfoMTVsjCho0bRHJox86dtun7Vs6d7Ny+bYu6tqMb1623DGxx8eYuvec9P6V3vevd6jp4e+6F5/Tjp5+2jC1a79suJl0R65X2uTXDBRwU7hYsK9et39ibCdMij0yL5h3F+glvhq95c8xLPvxs57YtmzWUZLGrjv3dufNnBC7gus0wcYQHyB0027plmx588EFt377Dm7cRDQw2baNaGnKx8OqVS4bpsibtD5qDQxputXThwuWUhDt+7IT41icvsfFzq+Cz6I3/+PUxkeC75KLT7PSU5hwDTDopA15mhVkUqloWoNuQ52w7xuENvU67b5ldcAzR1MDAkJPmc2o0Bs3rG227Z5Kc1Bw/ldajmnUf/zrQqOn222/RW97+Zq3btFaj61qma9cF4IOeY1BNb37BFV8mM2xqdlqZ7dlF/L3lChmo2JZBZ2wt+kTciO284sQhyaqrV64IXcPvnj171vMO6KZDN6UXFe6443ahG+ud+FqyvV9yrJbnFcM+7Q3uBcc181py8fjK5Ss6ZVl+/oUj+vo3v6dT5y5rbGpBLx8/q8cee1I/eOhH7n9ZX/vG1/XIo48ZxsI8WKd6c1Dh+cIwLnqesqwIe7DGCRgKwyQq6o2m9u7dZ96MqG3dKX1drzd15vxFPeHC9lNPPS0SoOD82MMP6/jRl8Tf0yRO4Of0Z2amhJ/AZ1Ec/76Lraccf1ywb4N33L/mjfoVF4IXvHkZM3+XF9uan12w/xwW/O7aLpw/d1p8sx354iftjlk+Jl2Q7lh2q/bpS9arq05MfekLn9XRl17UZRdvjx17Rc+ZJn/yp5/Sd777PX31S1/Wv/gX/5/0AtYTjz6sK5ahk6+8pGefflKnTx7TM08/pT/4vU8ku1ozH592UXikNawPfPADlvHQvDcw//3/8D8mvz1l+GqWn9J61LLcjltP0IPh4ZbWOPnRsA8p6w3xAgOxyHBrRAO+V3P/mu+fPn1ak5bfCRf7i1o16QZJzjvuuNO8WaPm4LB4OeODP/Oz2rVjtypRUYt7FvKK+ZXnuWOJbdbBruV6Tl37w475s2pTiAH2Ook15/0DxT7sDvqIvDJW/qAnnC/Z7rz00pE0zxb7TxLuZVmml2he97r7DM+o9aae4g380aDx2H/DDY47C33qzz/tQv0R9TwffoK/3br6E6/vf//7HYfeLGw1uOGPVmWFvQZ0G7afQx+IKdCRhy1D/C1I4pKXndBHL7DL++0joDFwRUQqWDCG+x/5yEdE/Lhly1brw5L1v2bdburnf/7nrb+3J7g32m8zT806Pu5NL7hHZIIuxEer+z3ogyyDJ/xkDH2hEzbGaCYbwDmyyDVwoNcUM7lmDP3r9hVT5jHXzIU9YB0SD+DdsmwBDw3agRt9V+egP/xjbo5cR0TCpyiLZMvhN2vt3LlThw8fTj4Q2LgHv1Oz7YgIcc78TcfurEm/ruNpYAOX1+LJvDynMVfVMtr2PPhT4GAejsDKc+bw4kI2ucf84M845Av8kIE/+IM/ELRlbESYlj0xlnWYMyLS9eo9xsof5iWGiSDea5u/jYQ/MLMWMGDz2ZtDY3BFriZsI4D7mWeeSX4Dm8tcEazdTTSB7siBlxEvh/FyCLBgm4CTc+ABFmIO+rMeDd4TH/OMxhz0jwjxnAZtga1lOyF/uOdDikvZNwHrlP3YgvVwyfGLPLZiP8Q6q3BBH8bRl/PXrsFc4LRKh45jiP6r+3LmoPGc1rTfhT7EdczB/MgXez7mZg3oDL6VvGJ/sJz4hV6ABzhCE+ZiPPRnPmCiD+OQb4qmPONeRCRe0Yd79OcIXOOOfaEz64JH3Xu8iu05tpv5Kd4AH42iyZyTZMgRsCJHjKMf5+ACbMwPHOCB/QAG7rMe/YAD+WYc47mPPtEfmcW+0Z8WEYKWwEtfYGR8BHq4ooPcLx3j8cLRGx54QK9/wwOad6wSWWYZqCSbRB/WozEe2UR2WAOYgBGYORL743tZEzihD7hhp0rbZfgM/5iH+/AC/w1/SOZd9z6H+GvOtj8COMvkX7C5xCDgsGS/yVqRGT/HLl0seB6qlMbJe7Et3s/zHDvFmj37FvzCOu/HwcGj0stz2120/PVf/3Xxs+5/42/8t+Kn2YENvFYbcc2nPvUpffe732VpYefhH3ADD/SGPugCxeCdO3cq/N/0zHSSG9aDP7PG5+z5c+p6f5PbB166fFnYFcZmxgNaVYpC+MHrjmO3OPZ829verptvvkXMkWV5OgIE63Nv1Z7Be+iJnmZZlnwh8+X2s/SHF8ALvfE1iSb2udA889p1ikPVQpHJe5wVvWEc+lIYJsZyjIgEc0Q4LzAkbALyyjr4RgrROxwrUygmL8JzYEX+gQ/YgJkxwA/+0BtercoRcoXMRIR4cYZ1kQVgYB3GQXfmWm3cQ6440p8jOow+cA0vec662EiOt9xyS/Kx8I1r5l7nfTLn4J7lWfJVzMHa0Aw4mSvCdHAcAV3bju8iLFHmK/3S2CxLvoTnzAtu0IGx8Grg9esAABAASURBVAW60rguLAuMe+19aLU6hnE0i5Qyzyuf8K1p5JI+4MoRuCPiJzAzhnnkD/nBrvWi3qx7L7M97RkYB27oMi9QuJugCTICv4hNkOV11pk52y34Bozz3j8PDg4IO4l9g64RuVNbfUWE8fZ5XyK2zMtSpfcz9UbDcU3Vzyop7gIPcIcGxEvfcs4K+wBM68wD9jHz3pP2vNeV94JT3iNNjk2objt1+eIlvXLkJT3qWOtPPvmH+leOif/Dx39LP/zBD/TpP/sz/cWff0oXzp1XZlj61vuiqGir9327d+/UTTcdTPjDM2Tz4IEbtXZ0jcLwLrkwV8ly4yDB+1qjrvXeu9a93+fPZfzokUf0+JOPO3Y7pknnliIL9ZyzYS50HVs9bx2H5pnpURpWaAONBwYGk74ge1sc5xFnF9arvmWmZ18XEaZL6Th1hU7IDWMHvEfDlkJnxq3GotyvOw7/yzl6yU4vOhfUdR4DGwK/Pb3ZmiW70TUtVptvapUHHActy3meqeeiIMVBg+PnpoNP8ixTeEDm84rzPg3vK2k95xz76qrdXVQ4h1IWmfM4uSpZqPT+Q84xISs9x2hFUTFu9RT3gJsUkjLjXFWeY2/aQuehFceL5jGxDnqOPUA2nn3+Zb189BXHQS+mfFPNe5Hh4RHP2Uy2HHrL83Zda5jlm3bOBS47HonIvAdY42L4AW3duk15XqhwqzrHNTKyxjJZ2qYNqixrzpUNug25DafrzLj3+6GrV697r39Ny8ijM+HqZ8qiYrpK6Bl8DONN/9UWEYoI8eE5bfW8Z9vLecTK81W+0IfGs75lkmNEpHkiXj1m+sm1/GEumk8V/icilOe58aqYvoWyLPd987ardJQ/rPHa5lvp/4hQxErLjPtqi1i5F/HaYxqS/omIdHxtf0+U7vHP6v0cuCwLpe0CcoBfzHIj5E496zkwZV6XZzT6cY/G/YrlqiwL86ZQzXshWmE94hnMoJ+nMv8GE/5t8z/LjL/h4xx7A78iwrLeS/Eh95acP8CGMja8/so8YRT+y5b5GX2gN/NgDxmHzHJkHLZ8FXZg4zrPsYl9MXcWIU+szLgU3pcoixRTnDlzRuwZscfMj06CP2syT1mUqtqmFJVSeeY4x3JOfoh1gaNnO5JlFdOmpjyviDVpHcssz6RMS87hYcex7xyXnN9kbtYi17VhwyaPr6rjAi7jlt1/7PqEnnvueevdCynXA3yr+HZsa6rVMo0xUtaFrsf2VKs2tXHdZu3fc0CHDtysgzfcpBv232gdvEHbtu1wPLdGjfqg6rWmKpWq+r2w/cIGLGl5cdl7i27aW8m6l1tXC/cpi5qKoupWer3Sx0K58YQ+evUTEQqLU9/xYL/fU5//rEjQaMa5nFnnuObnZzXlesr1savKcHZzNtocl7yBQUi6Rqptp87Gi0kiyzyNDGhFEBSikfQbc5DGRG0Ho5mZWLEjjwgjspQaMNG/bwBgAMe+gQLgiLDwLRlJI2oGLTgBRPFBZmLHQsv6EHkFruVE2IjcU2ZizkqlUJblCaYsy3ye+Zncr5OSgcuGCWNKAAxzq3bCtJqVprAgMX7ATml0dG0yoPTlecU4MB9CAazQpGdjxRwjTgKtXbPOTGsozwoNNAe94dxgZo6IPhCZY1EWFrRF4Yw63SXD1bGD7aiSdZVFV2HmhMEN0yzPM9Nh2QzvKCKSkxy1Qx508rNmAy9lxrFQ1cYa+CIi9avb+Y060UfwyLokV6Zc+GEcfVeEeyn1HRwcSAaBAKmLE/QGs+PGucR8maouoBYWrizLNeJ5+fYHjpdghOC6broNOCAYHmxqqFFTmfU17M3e2pEhNauVhN+EBWp87JqTfzMpscubiksLcxoZGlTTY5pW9orxblRL0yKMmRSmLfPu37tbFFF37touije1suKi4JCDrLXasmWjNqxfpzzPNO/gq+ukeennZrvU78i3PZeFHYfspHa9WqgOTHbO0HrAa1fLXG0XW/hJ27FrlyXLeNPF1loZ6nXmXWCc0JTlmZ+yvT52XcddcH340UdTIYNACRrMzs5oYvy6Bh1Evu7ue/TRD39Yr7v3Xk14w/aiC1Injp9QFplIfrHZPX/hvOAZiXU2X0VhmTEv6o1GMt7bvfnavXu3mL/rIIEEG/yEL7z1+tsf/0969JGH0zejbCES7rkNaaNWU9VyGh4z5wTV1OSE1q4ZSYXeaq1U1XwaXbdOrZFREcBucAKaIG7CQVvXAc6mjeu1adN6Zdbq0gyp2hB3XUhaXlwwHSZNp0U7/Ct66ciLeubpH9vxX7E+L0qW16IsBB7IDz/L2HYxKs/Dzxese+30DBx4PueEsNVZBlNXnRjmvNEc1s2H79T9979RkRU6f+miunZ8S95wj7lQRFKVwtaVa1etP8uanp7RMdOVIGjMdL7u5F/LBVP0urQ8oW+lnQK63HSwuG7dBhvfugYc0LER70spWMKeXPRajzz2aPq7YaedwCUw69s2jXne805o87OLlcgt27l4M/Hq5Yu6cumCjr3yimlxRGfOnHaRbsz4dLVgewWfTxw/rmNHX9blS5fMn3mTKGycC8EnWmYhpUVIHGu2Q2WeiaR437KPLGPvIkJ55vuWy7btH3hZuMUReeAYEWkOztF5aJzJ84Z83yfmZ0SI8UsuiF12YeGcCwsk6M+cOaejR4/p9KmzPr6ieT+fcPJ6yfyDnhSgDzgpzMsJO3dss71oar03PgMD9SRbu3Zs1bo1o+rbflx18WPMet5eXhTyVlYLLVp26vWa+t4Q9MxwbDd83bhhsza5VYu6urbzszNziuirXq+qKCsJ7q5xHhisK7cszjhpgM0vrCvYH+QXGzRofq7izE9uolOtVivRh4Qfb7XOe5NWelzbvgsYIsLyM52Ci4su6mAT6/W6Zu3v6o26i1UXdPnMRQ35Xs2EPH/yuCrWK9ZtWEfb5gOB97iLA8hJ17iTmJlxsm/KOpe+OWWbkDZqfkbyEn/BxrBmHeVc/pDcz7LcG4W+sjxXxTBa5H2smFfLQm5HbfNJOiHrp8+e0bg3e1/4wuf0/R98O/kX3ni+/fbb0zeqbrrpJq1bu1abN21Of18FJw9ey/Z5rJsXleRTgDezTEVEohPPsGP0AwdwGrEuUWDYucd2aKRlnpRuhSzIDvbbKzDaV/Bt8stO2MBXxvGTGt3I8GQK08xMNaYSGzUSD8gm6ywuzCd/kLtvZjhqpgu8jFiBqfBY7odHN82HCdP6scce09e++lX9h4//tr7w+S8kfYMvZbX0Mplp1hZ24pILRqdcWDp54pQuuqA1NTVj2Gvq9Ssabq03vaXLl6/ZfhxXz3bv+vVr3vhPWT9LX3ctjx0HW4vixYdh06Fmn4otIUF5ozfGI63RpJOF5RLYWvZjcvxC4qFqWG45dLN2Otmzd+8e3XPP3U5UHRJ8OnTokPVhMSWhoNeqPONX2NARN3WtJzXbr3Z7wTycMr9sX00DaDNh2fqSi12Putj37I+f0/lzF/XyS0d1+vTZVAhsu5B47co12+irajtApVg0OTlp2oTXnTduPUHPslKxHzSu9pdd8xD5PH36nO3YOc9zxTresm7M2HZd1sM/elQvvvCyaS3r+xqNXb2s9uK8cuvy2RPHNDV5XTX7llnLvkkgWa4oCP7hH/6hPvlHf6Sn7Ccy+5FNTjxiT7Z5o7ljxw4hKyQMsY9TU5NCp3LrAD4C2auWpdD1rdu26O577tJb3vIm0/JO7XU8MLpuRJs3bxT6ePDgQVUtH03HbFmea9m6iUwgT83mgOOtZfESQMcxwJKTAJddnF5Y6ujqtQlduzJu3z6pLRs3acG6v2Z0RPyts9fdf5/e+773a3jNGq1xEb6sNhSRqVIpLf65ebtdvEzw3LPPCfoutTt68eWjeuTxJ/T4E0/qsjfFx89c0NxCWwNDI7apS06OHNcf/t7v608/+UnxgtOUeYndYWPziBMoHJnv4R/9SHXHdFOTU5qyHZY/pWmBzZidnrXOzOv0ccv12QsaN/zTE1M6Z7tw8sRJ+5kF8/C0NyXPafOWjfZv13TyxAm94CLJd771TT3/7I/tXxa1b+8ufeD979bf/rX/VrdaJs+7OD81O2e5XBA2Yu26Ndq4Yb3pX1HYdywtLWjZG8GdO7cn2z/aGlZpnt5522H90s9/VD/nQt073vl2/a//2/+WEsXbt+/Wz/3iX9Uf/vGf6X/6n39dv/nx39F/93f/B+294YBuOXybbnLi9u70bdqD5LBSDEDSd8aJrUVvcnr2f23L5UYnmbZv36b5uRnxQmffsJgcicdhOZs1zNMzsxqfnNQ83+axXE+6QD/nc/k5jX49+3KbFctpTYX71G3D65YZ5Au/GxHKLTs07lFgxadA/wHHDmddwMde7tixUySy169fbz1Z8evoMT+NvmTd63R6Koqq7fIadb0JnTG/XrJ+njt3QbtsC5h3wrBi/9B3fAkFmm987evp5y8//4XPJx2lwMp69MNGkAQErk996tN64onHhU+ueQ/AryQcPXrUSZzR1LDr2Cj6UnDl2534hOqrMfz27Tut20NqNgcVkYkiTdcOB/ygx7hjKGSNeeTPF7/4Rf8r8e0RYlLuU3zdYf2FBiRCWSvCUmIaQ7+q4xj0j77QcM56xSTMS+OXXrjm+bL9MX1qtv3cgx7Dw8Nq2X8P2q/jMwZdHC+K0nQtFIbZy5hGfbqbxt1kR1ivapvJPNANHwPvWINnwIVM4dt4xvzwFZ3C/0+/GltA60pe8bw9XXfMOWt5ZBy2igWZi2PXti8iFLHSwBF+0l+WUfpjzxgLPIyJiORfcua3bBOPAC/9wh3gNfABMzQGPsYyFy1ihcbu+pP/eU4DLvjAHEtO1nIPnKEtzzgyB2sBY55npmEvwQPf1zmeazqZS0yFXSNOWe3LnPCFcfTlSHy7+Oo64MDcwA096d9zzAOdkYXcetVsNrVv3z7vpxu2oRXvBzqmcTfxjrGZdRV+Ayt4cARJ5mBeGvcjQszPM3QaKegiEB7fsc2A3jyjL2szD+szP+el7SjPIl6lpQnP+jT6MWbLli2Jr8wFDZiP+5vtvyjcMA99uc84eQ6eQxvkgHvwjj7QBnkGZhpz0rZu3fqqPEeiA7IKrsDJvDTGc6T/KszQkXvIKXF1o1lXWa2oWiu0a/eOdH7CsSq6P2k7w9pN0565GQeM8BJ6It8R0MFJKesfMVxE2AfM2UZgH0IRIf8j+MkYYgp4zHzAhO1b9H6B68jCXSPxNmJF1iNW7kEH6AJOVdsHzhkDTbA/pe+twhkRoh/z0xeY5Q/rAvPqevO2K8gU9/1YHIkHzjhZCC7E58Tk8JC5WRP7Nm3/AH+gDXNhPxnLetzj247QFz4X9hXAULXcAC9zAFvFcXTXwU5zaEAt76/XeU/NfWCl3w77CdYAb3gKDDT60Iir3/SWNws7T6yDnUO2fu7nfi69LA08xAOf+9zn9OREXw1xAAAQAElEQVRTT+mVY6+IGAF6HTt2LH2LFvwGHHfWvLeC9jXbP2CGT6wNbm3HknP23Xwxoe9Yr7Ttee65Z/Xiiy8mXkUl9/xP6tixk8qzQjXHudCBeTiiL8xVt6/cs2dPkg3u0RqNetJncKQveHVs18hvABtjgBd5W6FnkWSdezRoydyVSqGyrNkulKo67uEX1qAVNGAd5mSNinkBf97xjneIn01mfuZmDmJGYEAOGMv8jMFvwU/0Ej6gS8ANrKzPPdYgToZu3F+yPNOPMfBm0fRrd5YdX8w7Hp9JcSqw0Zc1wA09YN2r166Ia/IGwM2cXMMLjug5a2JDgReccvMEuNm3ck0/5l5twMF62CXuRQTdTbNSzME9brA+fYEF3JBbaAPNoNOwfSrXwAztwJH9K/2hF2PRkywypkv5xrIoxRjWWViYF4UnfBRz5JYd1imtG+gbtOaaBu6LzgHI+/nh1lD6VRrsJ/6FQiqyhLyv2sEp2yr507dOQTPmpHG+svai6d61z6L1fexZlnrKTLvc8iOTZNF5qgXHqIvOW8wbVvCJCEEf4umRoWE97n0TLypecf7j8iXvYxyzXfL+v+1kf89x0FNPPqVP/cmf6JO//wcunv4Lt9/Qv/qN39DXvvwVPfPUj/XEI4/qMy6kXnJOqGFdGbBtHW6NKDMMt9x8WAcOHFKW5d6L36/3vve9wo/Cz479IfzBToD/+g0bDH/H/MsFLVsjLevkCyJe4yXYs47nx5xP5IV9ck+zjnHZoyEf8KRvn1dUSstAVZW8UJFXVVSq4hm8HXWeFp5HZMkuolPwu2I4GUu+jSMtt3+Gx8REyDtH4IRfHInzNjpPSMO+Vm2rGSPTll+KMxfEy9I9X3cd84InOCPj8ABZQKe4Dz+55gh8mX0G18AhhWkCX7vq25fTqmXhWHrEPDSDHVctW6Y6HfbDfUXKl/dVd59B+0E549Cz/MifCPr7judhXeS7a/6WllVwYG1wJU+PfpAnggY7bbfTc+8b4emC5UNZ7tja+0Dn94eGWj4ftW4Ma/36DUmuoQu6OzQ8LM4Hh4acS5hNezf0fnp6RkVROv7ZnxqF2YGBIcEL9HrBexXO0b2aY3opU3u5az/aN8aZei6oVio1VV04yitV4525RWpZlomWm4e0im0kR+7RIsLUkOD9Co2VxskfrnsWBI6rzbfT84gQdiBi5chcq316pmlfK5+I+Mn6rE1DXyXWDfOt4ue5IiI1+RO0V6+ZlxYR7pf9/7SI8Li/xFev+TCOxq3/ArZ+32PCelEx3QvTuZLO8yynq1b7cpFZ/lbnQCYTbh7Ps4hIY/Gr+Awa+MEv7DjxFfsmbD2/IPnQQw/pG9/4hl566aXkA0rLWm6+QA/OkUFkkfWxoctLS0LXkD3m5f4qDBxpwAN8PAcm7qEvzMORRp/V1rGd6dPRjSPjIiLRoeYYDz+5zrE+dhcdAD7mBz6OwIhMsg5ja9Z1ZDciSzK5tNh2HqBt2ex4BSX6VD0v4yNCwIXuMx7YFu1L2QMvLiw7huxbpnKP7aqwHWo2BuxbBgV9gA09xMcBF/TBDj7zzDOv/mLDosd1khyzMLACe0SYn3IL28K6c58btG/3ft1zx+t0521369DBW7R7915t2bJNG9ZvtO6u1ZD3k6yRGwbotmTbz74d0wGeuX0KOHOEJxGh1fVW15Q/jO15H9hzjNVzDrHr/BJt2X4Iu4d8zHhfuWSflEEQFKpigehbwCAOresEd9dM6yVFXBF2FuberCuyCBfGP88yDbdaKeEF8F4/GUtPlYCDiD0rJgvPubgyS2LERT+Oc7Pz4ltec97Mtp0UBI48zxIxl2zgmKN0AIbjqJgouWFkfYSBOU1ellNEpDHATYPZ4ALzMV4kHhCw0kWXiFz5awiZGX7mojF/RCT4mSfLcpVFVXlWsYC4cfQ9lAMjTQM2YOqZ4EVZ0dDwgPj7krT1a0fVrJdyPOI525p14n1qalILLjwQ+NIiwkLStzNctJB2jEdfw8MtJ0IGXHBoaPUDPuAFnBwZy7oIRL3etLBWrdwLycAPOaDomm8418z4NZvMVU9BcfVVxSmMV8WOOiKzgFaFoEMncBq2o+DvgI2OjGj92jXatGFd+l17ftu+tGHqWnDCgtV2obRiV5CHtOzAho0PRSYM0shIS8NOlABnxcnoNb5mrjCdFl3NJ3ANO8bBgaaqNkh9y8iiC1Q4ZPAqi0J1bxwGvPk3gRReZ+P6tdq5fWsq6lSLisIC3rHj7XWW1PaRa99WHn3TI1fDtO86QMYwsuHiGxznzp5T3TS47ZZDuuPWQzp880Ht3rHd8juqrS4ivf7BB3TQiUe+cXXDgQPas3ef5yqUm4k1J5Nff//9ev3r71fXG4pvfP1rLky9pBkKmhMT5nPm5NtF8TczMBLXrl1Tx3qE8yWwxIhAfxz5sJ0yxRF+IoWAc9nJYTZ8BKwdz82Gcm5+ThWvSwKiqBQuUM9q3snsMK0yyw3B2oh5RFKxn4Wq3nDJ95GR3A438kzTlrmuaZ7luSKXGs26KB5MuHAMTavV0rwvlZuJi06e921tKh7X8Fyt1rDledBThjnVT7AwF3DxbceeZazidQYHB5R5zKLlGtmWQpnvl+iuZa9hOdjs5PoDb3yT/sk//af6lb/2K3rXT/2UbrjxQCrYyB90vWK9RPY3OunNmy27XGiGD0OGI/ezq6Yn3xTEeG9wHwqnLQe5FP8J4Le7sDHsvl3TB3nq+RgRYgyJ/+899D0nKZ/Qoy6Sw5/r16/q6pXLumCZWJ5f1NzktJZnF3TaCetzp864QHMh/TwjP+2K/Iy70HPx4gUXNo7o2Wef0Q9/+EM9/eOnhLOdtUGdcBH+vAPkKfer2tbAsyyTbYdpZ/pAW5yrQTLNa5bfngSMxr/ijjkPfN6HGD76odB18MgjE/QJP+s4OVkwn2ULXSuLIvVDbxi7ZAfeN2+6tqnztrGd5Z51YUBrXIDb5AJc6c3sli1btX3nDu3YuVM7LP8DAw31um3NW15eefklXTh3VmdOn9R1FyX4Vu41byDPnjml06dOWA6nNTExLugx4CT0wEDDRZwFOzHsxVptcGFi/94bbDs2aNPGzbZlTUWEjzU1GjXVLVtGVwsLs5p361h/kXOuKdIuOPBEP7BJOG2upy33XON3Rl3UXefERuZJ8DnIYL1Wt1wviqQ1vL127bombWuPnzhuHT1qvbyUCuEkK1748Qu6eOqi5ifmf1JsZV7WZN6u/R5+i00l90vbJ/lz0nOddhLrigvsczNTuuaC01nTaWp6QtfHrib9wLli4xm/1jDyE7LYAZIyhWWCwP369TH3H3Mx5qqWvTG58657VGs0pbzUTbfcpl90geKN1pVf/MVfFInsr33ta/r4b39cn/7zP9enPvUpkUh6/QNvELzuukBd2p5NuSDD2+7f+u531LFt7luPoU+9Xk+0R4aWXWxFNtAf6DZkO9+3PIVlq1qWLlZM2DctatHyY3QtD3JiYXbFhm3apJtvvUUN2+vSdrkoS1W9bs92GXoxDzzsOpmDbPJixtg19OuKwP+6k9Ykd06ePCnihmUHYE+4aPrkE0/4ekb4Dezm7//+7wtdnXes8OEPf1gUWprezLJGwzyu5LnAAfrucLL/Hhdrbnax5943PKCbD9+lQ25btu1SVqkq/ZzrKy9bP08lPss0uegN8rLtXMM4jLm4OmadhU41B4uswzk2ZcfOnekbXpU8BG3WrV2nLMs1MzWlIcv8Bm+ysHWja1rqmK5r7evZmJLEOnLkhbTJqpo+ax3UNuzDRtxvjYuDEzMTujYxlvRn1rrWs57Sj4adgkYXLlzy+BnL7GUfp5V7I71v334d2H/AG7V9qXC4YByyfgh6zHgjB30X7I+vuOA9wQbd9/D/8BH96NnOFEXNl+GAc5PKoqFrV8c0PTXnQldowrbvkpMPyEjTSdtMXY1Z5xuWn4uGJ8sq5tGiLnn+mvnQM9yHb79NyOH99oeMQ1d5o/rq1asuYB/T0VdeSZtkeFW1n8ltw9e4cNlqtYSe4bu2bdsqgv71LlzV6zXL35xlblLTM5NO6s0K3SqK3Payqt1O9DUGBlwk76mj0Oz8kvvO65rtbdv4zTkumTNd+FbzFn7dYGRYme+P284XlpsnH39cJ4+fUM2yu93F2ze/9c06cNNNnmPOOiMV5lfPNN1s20hReNzzYktmzKdFFxXQs7m5BQ04UB9du143HDykPU6sdLOqXjl2Rk8//bz9xRGdP3NeI61hNRwvNOumuXWs700+NnxxfkH8jTW+QTzpQiutZps4tzhn/RvT87yUdfKUky5HdORF2otCZx76/vd8PJVsGdeVSuFi6rPJDy0a50X73ueff8abi9u0y3Y9C2lwoKEH3nCfNm/eoIGBerLz9997r/bs2aW3ve2t+uW/8lfM0zltcHw3MTmustYQdDx15pwG7LM3Orly8fw5x7A17XKxc9By/Ae/+wlt375db3rTW+w/9mjScnZtfNJF5uP6xB/8kf7Z//nPk9497QL0KSe8f/DQD/TsM89pwjYvzIuq9axvPerabkQlt61ZcFsU32gb9Joty0bN/inLsiQjz3ijxd4hN/+Qq9OnT4uXLXheNb8WbUeIlyIiFWCwQ9NOpBOfcE7Slz74UY7IKecU12a970BmZ+xbvvb1rws7xXPWYg78DvKKnFLYbNvvjo9PaNJJQYpqbKixz0/YhiG/DzzwgM6YXl/9xtf15a99VZevXRU+5bd+67f0B3/wB44bXy/meec73ileomN+bDCJc/SeGIbrt7zlLebP20W8uHffXlHEffvb3y7gAO/VI3jjfz/60Y8KXJNNHx42PZeSj+iZ3uOW4Rv236C6eRemacvxYtimQYuqbSDtrrvusk+upwI5ttVGQtAdXWY97kET6M060Iu1245ZuWaujgvMtIWFJS26UD7veErKCG9EAhMbgH2Frth5xkNHfGvfOtexH+u0O+raHy4sLJqXbaV7joX7jvPD8pIbbo7YuVnvQZcd8/Os67iFZvS8XkeXL1+0fR3z+GXHRUuO33PTcpPYSwwNDYh5Stu43PZoZGSNapZ7k8r2veL+3QQDuOAHSdyCJ3LBfmaD7VTDMjzgMbWyKmK8sC3iCPz8YgC+Cl8YBqgoS+OyLPAvitJrZIarI+QSmkK/1RYRXrurCGPZ7yeewkNaxfF03baYeUrHe51uJ80Ff2jMAZ8mLZsd04x+Y9Y5aA08yCF8QuZLw0R/GrhFhHm2mOCMiBQnsWbNeDKW+ejLec8+lGfAUtqmszYtIkz7XsKT+Vmf+xzBE5misR7zMddqP47Ah+7jQynEI8uMBwaOWWRKR9OUeSKCQ6IXJ33/wzrQCf6utMzwVNI4vfqJCNEHfjIf8LE+5+AFfVZhZAhwcp8GzjR0dHUO7kdE4im6yHzoCbBgt8B1FQdwZK2ISHBDU9ZlDPOSlKcv41mb28WzogAAEABJREFUcxq/xoHeJF9kWwWd3vjGB/WhD/1MssXwHd4yH+MiVngBjNhw4IrIvMddk76t8Md//Mf67d/+bcdFZw13W30Lf9cyk+W5cxSzif/MCVzgATzQZLVBO57Rh3NoxNqc0wecwJtz4OE5jXuMoy8NmLlPoy/jodFGx1qF5R0OYyN5Bp3Bg7iBObdt25bwwRaCIzRhbnBepSPrAQtz8rJJRAjecZ81a/YfY2NjWrIPYa+0bB+fK1QtSuEXWDsixBzQn3vAXbH+RZar4n599+9KqrnoUrXfohgC33lJiL0G37D89re/nX7Z4Pcd2z78yCOCbvShsd/H71Wtk6dPnXbMdynxBf9yytfAXrfeJxpY9wqv3fd+vmbdW+/9RYR5bbu5xb4a+8be4Kz9btbP9L1vf0+f/4sv6MgLL+vgwZuTP52yfSg9B/uS3Pym9cx/1gBfCj3QGd6A86JjKuCjH/izz8BXwSv8E3SEPtAdui45ablo+z84OKSISDYFf8FcJpOY//Tps4JO7J8/8YlPpBeMsFvMuToX+OJ7mZ/12H/j+4lzgQ+ZpC9j8JuHDx+27W6zhMqycCsFTDR0ml88OeIEODHEhHM1vLDNPZ4xB/KD3DTtJwedzyirhWOgpvVhxjy5mPwj9KlaZuiHX12FGZrz91KJS+AtRa7S/ETWmt67AGfV/AIn1qIBKPTinOc04jp+GhffwHPuRQSnyV4wN/2rhuG1z5gHPGnch2bwlPOIlfHASz/0BzhK+y54suB4FN4OOvYqDfOw4y90i3PmOHvmbHqZPiIEjehL/qewDNEH+9RsNgVPNmxcr9y5vmUXOiedX4Lv8Aua4w/XrVvjHEDDfZtuDb0W3ohIepbnme8XSW5kGbao65TlBX5lflY1HZedyIZvC84XgsMp78mXHANnDnqB627HMw/c/3otW68dfFjfFiXHD48/4SLppz+lHzz0HRdcH3Hh9CktGf8yLzTqmH6rcyNN06WicLy7XZs3bNTaNRv01re/Ux/75b+mv/f3/5He/s53a+8NN6hi/3/y9Bmdv3DBuAwqz/Pka249fIvuvvcu3XvvPS623qu3eo9Bju/nf+HnHP/dL2K7PXt2u2+e5LXv2KfX66vT7qrfDa1prdPOrbu0f+9+bdywWa3WiPsWif9h/KAzNm/IOd6IzPd7bl1lGesXighQFXaqbbtgxH+iCxGR4Mwd9+SGV/7Qb/W8ZzsA/bAFHDvOg0RkyjwOmUK3lz1nx/B2DXfbMd/cHDmU2RQ/XPG+D3t6zXEv8TV8p62u0e8btJ5UdV6wUR/wvLkhCGVZpjzLhB9yEOHr8AG8ln3s2Ec5jnMeV/6sygywIs/oA63tWJRr5AH9Jg/EN6S5NzI6rCwPFbYLwDI5syBgqdebIh+GnRkYGNR629Adu3Y5/3uz7vE+6cEHHzT/3mqevTX9ytXP/MyH0gse/DkmXpgkR1DzXnjOe0Lkcda1ja73eR3HsugTDR3BBmxwYR17SY59yLqGXW9Z1wa8ny2K0niGFimumj4RuSLL5X8SnOCqVz8RIegVAZ/7igjrS0W5+fmT+5Ln66XmU7mT+ID7f91W5+5bP1bPI8JDwmv7rgn12jERkdaX/vI54+jDvYhMkp/R+j5zf/mz2od+ESvzr8L7Xx8jVp5HhEeu/M84ziJW8F2VA+6tzs05c/Hsv6SH4TEeyPBqn4hQxF825meeiEg2apvzEhs3bhA8hE8ch50vI9aAZ8g5L7mSG8bG4Rfx5c8995wecsGVF914RvzNS7LEbpP2vcDAOrSIlfWRXxr+FR+D7+VIfDDrPerqkXMafqBrw1hzfI6vQb7QV3BAV7keHV3jfOxoinfoBz1oxFWl7Tzn9AeervWea+7Tt2r/UqkUyrPC+aVSRaW0zlbVcI4S2xBhelpO+73w/ZrpNZCemaBi74b8Mxe8wAYleF+1JU3XAzbYru7cuUvEZNhG9p/QulKpOP+zmGwJ+IMrPoTzjuNTeBfhtS1X3W7f9rPrPd2wdm7fo9tvuVN33/E63XzTYdvOG7Vj+27nPbZr/bpNpsO6ZEebzUGBW5blymxvcttBdK/quI21udezbeuZHlYHoxOpH/cjVnil9OnbJnWcn5rRjPPA067/TDgfng1ZmRGSIQc/TRMrzzJZi+ShyrNMEVkaDtE7NhIwoGPEWLAoKiI5AvMAij4IAsznOGvjcvXqNScprjs4XXTiblqT41Mauz6uaSfvOjbMK0BLAJzbIDBPbiQjwgB3AUWlHRzPmBOhg7ira3BNw5iuHoGR624ybD0n/SeN+IKNi7lgbHiG4M6+KqjMyzX3gQOBKipV5VmRhITAsNFoGJa+8Zh3Y66enfSSk51TbpNadNDZdrKl40CiarqsGW2ZgUNuw3a2A56noaqZVq3WLXwN1e2MK3mRcIPJfTunnhm55GC0Z2aWFngEF6M7NDTkeVopMTNgoy+FiqJqI1oaJgn4J62ojIFO4MCRb591LXTLLqpE5Ha6PVW9ft1OBH4zPzxbdjIYnkZA8076+jUFokvnz+vU8WO6dvGiBht17XVxa8+unWoND6lqZcMpFJXcuFST0RkcaAplpjDUcKKG6+j3NWXYmh6/3Qm5/fv3af36ddrswGvECcc8C/HzuuNOtlOMrdtArHXClc1CYXmomQ5d05UiD4lIEO5ZMflGZgqWPH/bm6Do9xIc1bKQXPozKom2pWWnsPMeGVlnwzKqXbv26+ZbDmvjpo1qjY6Kb6QU9Yaag4MiSbjVRb/t23da0W/Wnt17vQFZnxLYGCG+HXP3PXcLujH/LtMC2hHsX7xwUXxL8fnnnhdBP4YVI7Jk2tolGey+Dc1C+ptop86ctmx30saWhNwOFwUOHz6sO/6/bP0HoKXXWd8L/9f77nbq3qfNnDP1TB+Nyow0srqs5t4NLuACuZdwwThADARI7iVAILmJc3MvCQnEEJKAAVu4417ULNnq0kij0fSZM/303nb//r91ZhvBl61ZetsqT3+e9Tzv3ufmg6oYV/4uygIFZxdFZqemtTA75wLWgoIx442onGnUVSopyWRi2+yNZcb8gNcZy0XDsoQcYYjGHdgsudCdZNK44Vs1rYCnkM+qzTwqdncpb+NJ6zU9uru7LVsZq2VDi0tLInBeYXyaePWmKpYlGXkMYur1eT7lwLnRaKpmWSMgaDRScyCrYJiqDhIXHXCNjk3oQReCPvSRD+vzX/qizl04p37LQY8LYxYaz1tR0TjRun3sdrDIW2BbXCANSVZKM+ru6VXJyUACJgxYxutv2LBBBCnZbNZ6PmPan9Po2JiqtlU8N9BKLUcU1a5YjivmB+N5I/iF557VxZGzGnZiPeOOi3NzOn7suE4dPxk3vwRkMzOz1vdlMYY1qg7kj7nY+IqT3mfPnlG9VnHSvE1127IZ84oi0KITzFO2e6suCpKkQLeqDvZWXBwnCVjzuUxh5gohKE2C7CIc99dso+pinYxhrlvOE/fL+pw+sjw0XKyS7zdN75x1AxlLkkT0b9jBct7R0e7Ea0kbTZttm4e1acMmbdm4ResHBjVsJ5b3uCHLf6Etb7lsWD+nY1F5xkWYS96IXxoZUWznRzR25bL4eeMJ05TCCrqby2aErnItc3qr5a+vp6Tg9ft6S2rL54T+FixfEy7I4HBqplPqjVbZdrJcWbGsVNyq4j7Xc3MzxjujDvsj9AqekVCgEahA/xXTE/wKln/0ZswwIbfQoc9ysWnDRq1aVkdd7FyYn1XD9Fo2zRm3PL+o40eOacRFj2knmGe8oYbO8IZvWDMven3GxT42/PNOyNedsJxywe3VV17WeQrL1iXul11snHYSBrwmJ0dVtz8cWr/OepQVRbUe0+L666/XtuGtYs6c9Ytix7I3fzt27Nadd9+jW2+7Q+/7wE/ot/7lv9JPfuR/11ve8V4Xpu7T+973AR246WCUuRdfOBQTKxQM+ZtH/+7f/TthJ8D705/+y/gtuHxbQcBet0xsMh+wUaveRKbWF2izdp5aHnpMj4bot2S9btjHAA/4TLtAUPPGiCInc2M3Mh5ftC3otr9pWJewS8gwY6FnCJZY295cJivsfc12q2q6BMky1fT/JfzrqVOnxLfwFhfm1WEfiizXLcNsQvHTW1yYGbG8USR+8LMP6oT1r6dY0oc//GG98MIL+tpXv6bPu4j80PcecvBUjfN22s/0lYqquoAE7us2btCg5XvQ8s6GDlqPjY1GWUisW51d7Q7Sluw/O8yfHhcSM/YNOaEnaZrYbkxH/Zubm41+Os1kHLNMuSBxXhX74xnrNd9cx35MW3ZGbUdGzp4VL+ac84Z6znaDv2X6/PPPxQLX+sEN0ZY1TJ8e26w77rxdFFvgBX6Q871792nHzp3K2j+RjBmfmIg859vJiy7ekXgomvYV26u65RCdHXfxftoJ8kUHcOh7JpvGRE+9XjH8DW/Iqw4ce2O8EeUul1MIIdIsJHIMtKj2tk7LQCPiubi4ohdc6Dpy9LguW5coQG3fvsO2uGZfVXbhdMx6vqx2B8BDtiHt7Z2ef0B1ywP2d9K6ge6RlIIu0y4O9vT3af2GIW3YtEkD1okt9pG9V/0KMMHznH00egdu2Gj0uaOjTe2OEbq7OrTB44kTOGJjx6cndPbSeb3w6hEtVhvatuca4Qugb86+vb+3XxsGh9Tf06ec5XGgr19bNm1Uu/UOvdy3Z7f27NyhN95/v37xF35B262Xedso5Pny6BVt37nLha8JjVy47EJ11XxY0axjFggHbD22LTknNJMkVc28qBn/226/UxvtmwY3DGufA/jF5ar18ZyLhrPq7upWt+0Yb8kTuwRP1Gw2NDU14bkXrYe1iCv3wLlqfYB2s46JiRuq5jk6Bnzj42MxYO/0fLASeq1ft178jV3iEzZ361wM3WjZ7yn1iP5s5NDhl156UX/zuQfV1p4Vv0axddMG3XrLzfrkv/s3+u3/61/oPe99p379N/+ZOl1gOnDjAd3mBNQeJ12n5xY1ZpmvGNcnf/hDvfjCczrrhNXRI6/ove/9MXV1tgv+nnTRt62jW5u3DOu+e9+gSrmut7/tXfrx975Pmzds1p4duxzbrejIS4d05dKFyI+ckw9N6wVyw7GrqyvaC2SkWCyKz6xpD92xNdzbYNyw1duc6OAbdbfccot4XrfNYx5owrju7m6hu+22M+cvnNcfu2Dwn/7TfzL9FizPq954dZgW7XFskiSiiNnhZCe+hF9l4OU2rrGNwFYqlawzSzHOR8Y7rAdPPvlD/ef//F909OgxDblg/7nPfUGPP/6E+dmpLifkhh0jb7esXXPtPtuQCT1/6EXrTK8TMg9E+5W1fALngw8+aH+Rtz3qtzw0bJuKWu+ES2pfj10+Yz8E/1fsM4B13IkqaIANefXVo7HYns3mHJvu0dLismkYtFJdVSM0tLC8oKHNG350/eyLz+mr3/ia9h+8UU899yoWup4AABAASURBVIxe8oY/tQ8noQ6+6KUNhQuQM7EtOV7DxyH3k47L8cETtk80/AV6C2zQHHikEG09cEK33t4+wRP4x/wcoR9x8qL3XPCT+cG34ZiBcXnrasE6xjhkPWfbBb7QgxZsx1mT9eA7jWvWCyGI66Z9GvMCI2PoyxzMyTXzyvFUCMG+YcU0a8Ymf1o8DyGIviGEiAPz1+zf5Q9zBx/l2Iu1M2lWmSTjsKxhOS8r8X/5bF7NWtPzV5T6vOqYWPTxs2ZIfZpz3EscNhz3beANfCHEmQUcLGEVibBxDW6tI89SywhH4OIcXQBO5AocgY3+m5wQImFBP+gOL1pzQRfGsDbnzAMfODJfME/py5zch+fwEdsfQlDZMUbGMQJzI0c8R++4Zl6OzMX8IXg2N2CigXMIQfRhbRr40OjPOOZjXXhJP3NK3Gdu+gEbeLZazTE1c/OcZxy9hLt6ZLPuY8P0rFtOqpHGrEl/P1DkqzuHEKJtYCyygw1mTRr9OXIf2IATGWU8/TlnPvoALzhCRxrwcJ/nq45/Gc+4EEKEhftcc5/+IazBwRheLGNP0tvbqw0bN0YawEv8LTEsMDIeOrDXJBZhrtb6qWOEOccLwMR8fFuSl9R++qd/OtobxuJHZ21zwQlbgH5i+0IIplkzrgmOrIn/YwwvWhC3sB5wAwd4AgfnrB+C5cQxIWN5VrOfA+YQguBtS16YB7oC35jjkMkro2pLndvwnqrdORPmZzzPaMDB/GuyGSINgZ91kVGreISbNVgb3BkPbeUPdoefjg1JEnHDV1LAYn3gu3D+vE46Dp30Ho5iSxoS72cKokAAvqwDrZgTWmQN44IT6peujOk5x+w12yFeZN5/YL/e/o53iBdh3vjGN+qDH/ygcxDd9tHjgn6sxT4BO0vcfvfdd4t+vKBDgnGn/Qh4Aj+6S/z5pS9+Mdpa8JzwfmTKMVjNsTd62W6//MqRI1o1zRl3mwsCW+2bc5mcHn38+7p45aKSbNC091rgDm3wNcTozz77rP1Xl0II9m1HHQNWYoM2PMf/YFvAG/qTNCah/Oqrr1qn6sK+40+Zk75nHR8zdyaTNcWlXC5rWifiV1vw+f2OE4GPOP/AgQOCV+g6NIXG8IJvm37yk5/U1772tYgz95BNJkTO4CdrMGb//v0RfinokuNzXkDlWQgh+l/6lhxfMAe03LFjR7Q/jCXRDbwtnsBfcEPu1juhPuR4tFavihcYjx8/FulC3NXV1R19PLJL7EBDpvGZyMWEfSa0Ajf0Chsif7AV9IOeHLkPHOCGbEJD4HXXGLswB7hwzTyMp9EPWrEO8CMn0CWEEO1YCEGZTCbu/YrFUow/gAsdIn8x4n0X8Sa6Qz/wnp+bZxnzKxfjE/7MBfsVcMQG8Wc3wId16AgMNOZlfeZCNsGJX7Lq6ylpo3MNZoua9ptJsmYTsLn0Zyx0AB+OeeuS3DlJMpp1PMxLXewBv2EZeOnFQwIOZBJYs7ZtGzYMRvk7/NLLevnQS1pxzvm+e++NLwBOeA+YzyZ69JGH9Dd/86DIzz3mQuqo9WCgv2R4KrFlM0HZTGo/XtPNB29Wp/Pg6/oGdOONN6mzq6QkLajo/GGx1KcpwzQ6MaWGc2yTziG8euK4Lji25WXprd5X3HnnHbrZebzrvP/fvXdPlL1rrtljfmQ16r3GxYsXjNecTVRT0KzsfNzM9KwmnRMn7oKuq76X876QwjfyQAEOe4zcQldoBu2gAf3lT8FxNfEp40w+ZTLZyMMQgs8zUTcKzpswvuC+yB26AAw2V4KnXIewZk9D8Dj79zSTifNkfAxhzWev2L6sFU0aSjM549F03DjnffSssAP8AlOSSqWebkMm8wcfklXW8VDiB4ydtb8Bz2ql5n1DzXvXusF2nGD5yDi+SZPEvGnExi+ZNb1/QkdCCLYjaWzyp+lAiRZCiDgUjGPq8eAJ3bA1yNU270M3Ox7q6GzzHrGpzo68adLu1qXN5E2uuUb33HOv4/Q3xJcK77jrbt16xx3aMjysYqmknPeLOcekieFibuYltsJuJ6b1uPmH/T9zdkQnTpyK+UIZo96efg2uH1Kf96RF25/h4W3av/+A+ObyNu9nsP3QNo3F3tS0ql+1S8a9KctJELJWbzRV834HGtAi34x7PJqB0ADYwL3VQgiSYfA0an3ox3kIIdKLtUOgn8Rcref6Bx/u01p9WAs6sFYIa+N5TmsN5bzuGkzDsHPeMJytxjWNkSGECEsIQSGsNeYPYe1c/4tPCGvPmKP1mHPGgVPW8so5zwL/c+M6hPCjNUIIf29dxqNX2P1Vx7fg1tHRrmKxWyXnmzbYD1x//XW68847reM3C3u/xfkrfC3j0MWG9zOsz71SqRTzf8yHzULm0Vn6wkOO8ge4fIh6Cn1a8R0+aMI+BBtN7EHDdqNf9GE97ChzAXvDeQnyVfiK1nr4IvwHfdIkifg24YNlifU5B1ZgbsERQoj6xTXzRh56H5MmGeWdb2krtCtJbC89j0VQQYn48EWheee+R0fHnOuYcq5jOcbWjKefLM3AQUN2CrZD6BTr9zhP1mG7W/QevsN7cu4BE/NCE2iIX4F+nDMH92kyBCGkKuTbtX5gSLt27NHBA7do/7UHdc2e67Rj2y5t2bxNG52TWL9ugwYG1qnde/nU9i0JiUIISn1OY01wQ2dYgwYN6Mcz4M3a5nGkpWkq4tpF5+ySdgsLDjoxoYMkBgUFIYwFG5CMhdI0EEYvvnVrhiVJqsT9U0/EYi3GUXhYWFiKiYslB5fl1YodlJQmNrg1xQ1m1QGyeSCIy1gArXlOCIRg0LgOIVEIqRAYngFHwYYSJkjBAU01BlgQGOGhQdhwdVzqjW6SpAohKDWcieFljuDnzAdTGMt6DSs8a/I15fJqNQpM0YYPhq5aqQhYCBA5sg7j+LbC0pITY/zMrIsEVQe0y07cE8iWXVD1sgLWggWmYLihMQa4GBWzR3y7CkNKQEaQwnmLOdCFtREq7iNovU4YDpKkLZacBO6MOBUNI3PSB6e7yQlMgtWtTvINDQ3ZgRdUN7FxXtA5m83Fe50WVmjBOksOPlq4VVwoy9uJZy1Y/HTlipPuGdMNWZh3wviUA4dTJ09GR9G0c0uNZAIj3dIkEU4w46AEwYI2vqVOB/gNJ+WCghOMXdq9a7eFeoMI/qsuTDVtfEjMMgYBpi153aYNMMo5Z6dbNg+q3iwXnHDJJKliEdC4d3d1ilYqdau9vSA+8JI32jJpTosLZbdVK1mHensHtHPnbg072bXOSauCFbdqvp9y0mrcwdHE5IxOnxnRqIt+qZ3jBhdmGqYdX+1/9tnn9KIDuaPHjsWNBsnKr339a/ryl7+sp/m2i+dgMzbjogRy1uXEJ8HK4sJC/JbqN77+Df3VX/1V3BTw1gpGsm6aMebFQ4f0yGOP6ZWjr+qigy2liZJcRgUnlmecnB6fX3KC1xsbJ3RqHsM4mbDIZdGycPDm1+mG/TdqxgXXtULCqlLrbN38aVhxl12AwpguuDhkFqjmxALPs7mc2lyIqZk3zFXz/InnRSaYP5PNqGGDyzPHjUpC4tmCZJ4Pbx3WDQf2O1m+XotLZRdca1qtNCXllSQFVRtBuVyb8m3tCta99s4O7fDG8IE3vVEf+emPip9XHHQQfPnKFR1+5RXNGbacC29jNsLnz1/QaQckzzswPuok/7Hjx83bdg05ocoGpuFVpo0rvEP2Nzlpjvz7ttdOVHJCedCyXyqVov7Ne25o0FQQhYrU8ExNTTq5e1HnXAw1khq9fElnzpzWWW8uxhyAj46OGq9FptRGJ6DRT+wFG5Zjx16Nm+qmZSOYItCr7o1WJptog3Ha4LXh/YwLzBec0B1zcmDaBRhsJHrG3CS8J5wkp+hDwwbhHKOzdSKzYV44slHGEOTNhxSyey3WhEdN5MB8y5mH3Ettf3K5rFGp2642lKaJ0NlcNiued5gPTct6wbrNBp7gcn5+Tji3Ttv/hgudy3YGBY8b7OvTlg3r1WOeJdZNipP0582ha/ft1ZAT9w0nRQrZVAtz07p88XykZdlyVrOOogPYwfm5WdvoVaNRcwKhU319BBYFEWD39/daPjKWv7wythfYyTYnUrFhWxzYouvQiUACunENjaB1av4RVEyYh/CEexQ/ST7/4AdPOMn8ip1bTW3GNWPBzTQVf7IZOWCO1BunKRdnSLYT+B8/ccwbgWlhc0j2Xrp0Mf6s9pHDL4m3a8su2DEWu59YP4Czw/Yzm80oE4J6bM+XXCjkm2bQE3rTr26ZuOJCNOOy2Zx5ktXOHTv1wBveqHtdeHjzW95heRnWQ48+oe9897u6cOGik/KPizdw//AP/1DrBwf1iV/5lRjsf/eh7+kP/uAP9O///b/X17/xDX3161+PfpFgHnqU7Xu6HOxt8WaO667ubhV9DX2QPWCYcvEX3iM7yDO6xBG9h4YcS8WShjdv0UBvn1JJiVub9RKcg+1J0zJH3znbZGSVe/lcVtACWctZHuEVfpKg6BoXsd72ljfp//jZn9F2bxyGjBPPHn74YT3/3HOWjYZGbQNq9jsfeN/79Suf+IQ+/vGPCzngBZmdTnj85j//Tb3+nnu0c88ua4AiPbCvSZKaz3XPIc0vLNoGLWrcyaXuYpd6najJO3bJWidzOTBpOKCyzXIgXHThiG+OPu7k0p/+yacEbZAddBt7z9+XQi4ueNN7zraoaT/U1pZ37LKkBetM3brJixjgkTfu8/aLefuluovReQeZe/Zeq7oDzyXrMTTKWgfpywse0HuXfRDJsq6ekqZn5jXhZFilWtf4+KRtzrKLK30aWLfOtiyjmum9YNlaWJx3TLXs9WcN74LtYVtsTVOkrT3neKBd+/btM7dkvco64VBW0/zK2C6EEGJAm6aJxxQs05OCfrv37FXWvF3nRMfQxqHYBxuSeDM754JHqbdf13nTl7ef3Ll7tzp8pOjHi055xzPY811OFnRa/vk1h+v236A9njNJEuNfNxw5oScZ+yIAQ4ZIykFnAxe/mYVvKdqPYy/XNqupbUJOPaVO9Q8UtX3HVr33/T+u+60zd9xzn67ff1Cbt25RV3dRFCp7e3qNS5cGXUjlpwD37btWmzZsEf5g08ZN2mZ9GFo34CJrj3q9DoXNw9bri7ZZJMV4CajN9q/s+PPC5SuqmmbwcGWlrAXLVNN2NmeZBqcN9j9d1qsd1uFu44xdP+dC+rHjp/THn/pv+vJXvqJjR4/YV6+oo71geVnRmGOJMccW2ax5aZtJ0jqEYJltRP0tmI5sxoB/0LoBvWgzs1PxeW9vj7ZtHzZvrxGJgZtuutEbgQFt3brNm5Vp27ojpnUjJmZJIPIW7Gc+81nxs638bOBFJxVfPXZUn3bsQSInl22qXl1Ws1ZWkjY1PzetY37+u//qX+k//Mc/0K/9xm/qZ37+F/SLn/gVVUyTf////L/6/hNP6NBLL0X93Xfti9hvAAAQAElEQVTtdZaZTjWSgv75//W7+tJXv6maLUXT7ZFHHtUHfvz9es97fsww74j29JVXjgj+btm6NcLJS13YWXwdth07ft6Ja+Rj3n4aW1W1D4Hu9EN21q8ftLg0BQ+4thuPtIEv6GvdPMvmc2LuVceTieWX8fzax8/+7D/Wxz72MWHXus27muOZmvU3hGCf1K3t27fHefvs85BPYMpaX0ng8XLH+9//fv3O7/yOeLMYu/f888+rywXTn/u5n4+yjl9kQ/2bv/nPI0zwrs08LRuH22+/3YmZB3S9k2r33XdfjHmBd2jDUCzishbJ2+ccWy45Bt/oeLPNicSG5WSHeT48vEUlx7Wp7dflscvatXeX/WnNfnQgyuamTZutsxXD02U7UbfcrZ0jU/g58ES/kIMFx6HsC6A1thXa8RyaQnfoNW3/AHzQom67s9U8gxYk9JB96Ad+3GMcNo03r1+ybOD3So634GOlUhGby/b2dvFzWPwKCOuzJnMjxzyDl/gnmaEtWFpz88wsirypm2e01H6fFkKwv8k6bsjE52mSxHPmz9kOo/v7bAuBtzUfeAEX8lXwfoxraMQYcOcZa3BkbY7gSGNN+gArtKJgQGNsCGu6zHNw5Eh/5moddfXDPdYFd/ANIUS4OWdNxtKVfsydhFRpklUuWzCFUpM4ia3uQi3z4HPoh/8C3hBC1BPWBW8aMoY+hRAsK+X4nHXQLcZwzlzMQyzNffBk7hXHPfRpWL+4pg/y3rBNBNdgupPUYY6mY+Ga9YpzxtCYt3UPvKBlCEEhhGj/XgsncwMv/YEXGBgPj1r3uWYeGuesgT9qXUM37nMdwto6rPnaxprQmiN9QwjiPIQ1+rA2/bkHrqzNvOgRsPA8hGD5rol+8geY6cN8rXvIGfrRGsNzxnJsOp6ATiEE63Ml0oKxNGBjHM9prH+b7cg2x04855eiuIce0kII9gNTMW584YUXNO69BvoKTNDH4Gl5ZVnjjotqzlOMToyqzcnkkAlKHXdjh7HB8HF8fFzALX9Yi/WZJ7XehRC8f+4VviqbsUzaJ/ICK9fAAV4XHS+Vrfsk7/DxxJrgTCxFLL/gJBs+tWD7SCwKnjxnTXQCWH7rt35L/9+//aSOHj+uJ554XPwc/pxjzcTrA0tPX6+K9onD27dF+hO3JUlqflTVklFkqe59C/C3Gj4Ie4BcVewj4C2xGD63z0Vq9hwt+UefsGU8KxWL3hvM6BuOt7/ypS87Rr8QG7CDN3CzBnmxvGOpbsd099x3rzY4D6NgfU0zPiSGjz1Qd5R96EZuBr9AkYq1sLXIikkf50cOyBfgHzjnGWvxje0PuiCLr0ImoeO498wTY+OON5b1mQc/qxHvOZ8/9KK6it2iYMiLR/DjgmOVo0de9f2iYUq1Uq6IPXRHV7d27tyla67dJ+j5vYceirEGfMHeIQvQj6L+n/7pn8aXwYEXOvMtynGvTSyEDFx/3Q3K5woa3jrsvc0GreUMV0Ar0nHUsBKjNG1T2COCE+PgS+tbueCaWuY44iugET+LjKzBM2hCARf44AO0QNaJLYG/XF61j+yNeoFMj3hPzxjkDjw2mTctWSBGwF/gE+EL6zEXDRvHkTmQDfRueHhY23ds17mR8wpKYozDF0KQGeaBVuBSdrGpaTsJ7xgnf6AleIUQos0Bb+Rf/rSO9Ecu8LeMp39iO8scrz2H9twD917rA/BDpxCCY/z2KG/MiT1nHvr3WDahN7DSf7tjH8Yw/xXvwcC3q2strwis6DH3iPUZj/5B83wur7b2NqFvwNu07YdOPKdB4+6uLuf9OgWM0IQWvA8vO65IsrkII+O7ujriOc8Ziw3gHFw5J/93nWXqX/zGb+gf/8z/rp22g+POz5wbOaPpyXHxgit5h4ZzG488/D198v/+1/qTT/2xj/+3/u2//td68LN/rd+2Tfmmc3Unnbt78fln7U8z5l1TuZyPqRQy0v6b9mt417CajokXlueVes/ysmPXo8dOOb4q6uSpMzp24rTOnLvgeDfRxq3bdOudd2mv95MBWXW8l7Nd489m9A306sirr+j7jz+mZ559SiPnzujZ556N377mm9iHXznsAvyYyi6YwgtkJWuapJ5nZWXVRdVJEaddunQpnqPnyC6yX3KMhd2BdvKHMfAvhKCMYW5znidn/pgl9vUyjrnY6AMvkBfG0kIIUQ4ZB82RlxBC5BnzhhAkt5accgwhxDFpkij4P8ZB+4Jjqpz1vtd5g86OLk1PzGhxftk2qaLEdjBnO+hEtBYc48/bDzS8P87n2yQl3teWBR2Wl1esTyvOKS155sTFzk7jlFUIQannCGEtbkBO5A8wghONc3AEB+Sde+DYZTmEfiO2AaPO6TGWGLRSXfV+pOzVq8okNe3ZvV133X2HbrvtFhfJDsaYfatz6NiEHutX0bpTsp8Yci4Qu4r8G4Tou2+4Yb+u9b5o9+692uzcSb8LNSXTobd/nXp8RB86O7tUKvaIQs6WzVuF/cSeYU8o5GJ3Uu8RK86DRJradoAHjXXWWjBPgxrOacFfE8b0yQi85TwA4+ARR8aFEJSxTCVJqsTna3P83f/p07oKIXi6cHUuz/aa9en32iZ/uPbhR2MS5MFzcK+1Pn0CN9w495Q+Cx6TxGOj0VTDiBBPYkPo4wfxX2u+EEK85n8hrJ2HsHbk3mvHhLB2Hx5HOqwtSDdTRz/CLa7Juq9pr52Hc8ajl8hOxTFN1frNuNazNE1ijqGnp8f2oSvuJeEh/pZ93x0uwvPSGi/+4rMPHrxJ+B10F4CYG9+FjcU3I5vY1nnrB2un5hv9wAUY8EHYBF46G3e+iD+Tg59hPL6NOIBaA/aeOWZnZ2MsxzhsOzm2V48ciTkXbDrrE59NOOZj7THrxpJzPqwNjqxLH1oLf2jA/YzjP+wMvgQ9oz+w0jgHBmBe9J52ZmZWi56Xe8vLy6q69scczEvjHDYxDvpKwbKasc0qqKuz2368X/iolt0r2MZCG/q2xssfrluwy3OEkCp1/a+n1KutLqJed81+7b/uoPbuvlbbXVjdtHGrhoY2O5eyXuzn2wodKkQblhfzJ1flOYRgnUMfpCinBjYE65Vtbc4xcMHw0LA1tARirToA4QiA8ocJW00WuqqVnKABYtTtuDD+eTb+VgjGLbqAOje34CSejadStRc61dVRtEEsqquzqG43jEnRBoVxGQNDA2gIybxlB3fLNqgrTmRxzTr0YS3jEJFEGDtdqMo7eSKrCMxgHM+z2bwTce0ReYQJhkLkEIIJVTCDcnEOXxqlhhzPmXGpCvl2O/ROG55s3NxMufCBgF24cEEIOsLIfAhTkqZeVao5KKhYwUKaKISgNThW7RiW7RCWfFwVtIQ2PKubZjTgDGFtDBNlsznlnQDImTEEeO3tHYYFeDpULJa8gekz7O3uUzBubQJ/+qO4tCRJ432cZH//gDkXXOi5Ymc9Gd/0yWZyhqPiVo4wlkqlqPg5r1lzsgy+1czDnAUJoeIbFcyFs8jYARq1iA/0uOLCQEz82rgUgNeOCri9qGnZ4GBHnBHJpILnB394wHyp6TbvpPCoC0hs7ngmf1YcPEy5AOk8tNrtcFLLhW8b37wUFPnVdDJlxYnpJSc3MR4z5s+clbTqAmsw7DUHruBRqdRUd6KhUm0qJFktLKw4mTnuI/woG48VLbhIu+oghp+mm7PMBhuGju6SurqLKvX0qmpAZlyoO/Lqqw6GnojFNTaJ33Og9mVvpj7jROWf/Mmf6plnno0J/KYSyY1vvhaskN2eBwcGXjUnF9YK2StxM4sRg384UmS4ZENctINuNx0veZNx7NRplb0JzDoJ1TcwoN179kSDjRHOu9DU6X6MzxjmpWXLl/HtM8+3b9/hhPykA77Tmjbsq9ZV1iWRAr0uenN1fuSsKtbxDs9dNL4ycYMb8lg1nD5VNpdTzXKKPlVM05rlI5hvAcOSBNmHq47ShKAeJx83uOh1w40H1VnsU5IpWObrauvojoXdt7797XrzW96sW267Tbfceqve+o6360M/9WH95Ic/pLe89S267rrrRYBSbVTVVexSd6modheo2miGsaOjU0XLf1exKNcZVI/BV0E1w8obXpu89qr5f+HiJZ07f9HyXVHBgSSBUk9vv0qlXqWW/bb2LstVyRvHuudJvFZv7MdmYqOLsJs3bxJJo/NO6I6OXvY6dXV1d6qjs0MkapbtAC65uHbMBdSzZ087uB1XCMHymbNczTmYSeM1f5NscmJSy5avmul86fw5veoi8ZGXDseflcSp4fBwmDR4wwaUI8kCHCDObdKOct4F9IW5WVHEY8NZd6ETvEMISpIk6oRPrXN15R2AZdK1exnzqm5dCZIIYLFXJDWlplIFB7bLGvOmyQPV7s1QEpqqOrHQsMzlCzmlSTMWRS+dH9Hc1LTHNNVv+Rx0YQe1HL1yUfzE7ejli2rLZbRt62YNb9msqu02drLdfMO5jk9MWNeWlKbBPAhq7ygoJFLDyZxCISs2UDJM2DH5w7Hbie5e1nJBYZOTxCSWO82DHutIwQ4LXldsd8AJ58yRYAInDQ2hD8GAp1XGixmVGKBD16rHpaZRYhnG7sALxpw3nhcuntOcab28tBh/1vjJHzyu0ydP6KwL66wJbLSMCQBuzJHNpuZ7oqZ1YcWJqop1pVjqUm9fj/oM749wCz5zS9M0viU7bJm9+eCNLtRO6D/8v3+gb3/7u05aDKjDdKOIS6Kiv7/fc2f0jne8w3p0QL/7u78raFvsbouyP+fCHRuEG264Qde7oY/cw88B74oL2iSvnnzqSV22vQbfppUc+BkHPTlvsz1JkkSrllVsfTaftX/MykxS0zaAlpiOTctGzYVaNkHMDe0pSMm4gzd8oJmNymazljspNOvqsU5n0qDENEcmgSOYFpy3W08XvKF64bnnTa9evdGFsmEnKX7wgx8IP8vLJmfOnNH5y5e0bnCDajY8FLtGnAzqs92BnnNz806WTKu9vVtpkjMeVZ23v160/mWsExNOHp7xhhs7jJ49++yzevrpp/SFz39ef/4//oe+881v6VEXdCuW/xPHjzmBdV6PPvKIeNuev7Xz/Asvanpm1rblvEadoFz2vCEEddg+UeDdYrmv18sql5c1Pz/r4sgJLSwuWJ/qpkPOdmLS9mHRwdpA1IVp+7iq5XDOxVjgwi7zU2z8ZO7qalV8kP9MJrXN73UcUtWKebPgIip6uuy5M06ANqzfU1MT9u1l8yvVhg3rrE+dqrsAw5zoIMeCE3tL9pl182/FMDZDXTNzM5pfmNX27SS6BrV1y6a4eXynbfM73/VO/dNP/JJ+7/d+V7/0T39R//hnf1bv/4kP6I1vfrOuP7Bf3cWiQpogHnI46LULKrhwTAwET5Engt6i7Ti+jW8qzVivFpeXtOykPHaUflu3bNEWt7Jt9xbrA+dN26aMfU+wnmRc/O5oL4jW7pik2F1SPSuBfgAAEABJREFUqdhvXi9ohJ/lXlwVP8fens9pi5Ni27cOK2ua5bI57d2zT3fcfpfufP09uvOu1xvORtSZpaV5PffMk/rq335ZR4++allZEXwk8bGOF0MkkQTtsO/OGaeQZhSSxLLVoUHLH/LGpnrVutXhwut2J6G6XFBbP7heW7ZuksKK49tEpY6sNg0NaKBUtH3M20fkY0IJ24YOhhCUN54F2zPm7LAskbAlUb7eNhb9pK1fv17oUsUb/qnpCb3wwvP61re/rm9+62v62te+Gn9CiFiERDM6ueC4Ct8x5bio13FDzvqVOjY/eMvrtMXJp7ztS5LJ6pJt/6ULZ7W6Ouv48LL9wbxKPUX9xIc+qEwu1eLyojLZrHZfc40mLK/XXLdfd917n+66/w3xm3QnbBNffPlFXR6d0uT0gn7z//yXet8HPqhF20ASuHff+3qPm9RDjz6ip5562n1mVSyWtMuF+JwTLXv37lNf70CkfalUirQpWq6wechMCCHabPkDzaqOry85odRhmocQ1LLDTT9PzPOKZb6zu8uymLMsFsyv9ki3aRcF6XP06FG9eOhQ3MzJjgGaNi28HJHXnHnBOp7OOrHdOldxjFSxP5iLia93v/vd+pVf+RX9hhN5/DTbwYMHdd1114lvDg2YzswBfCsrSwqJFEJDiRtykktSzZqGyDxwN20H+y0vm13cLzvmHXKB+Kc/+lPasW27ttqWPHD//UI2GtZXZIVYIU1TveIY4qmnnop2BLkhPvjc5z4nbDgJV4qZXH/2s5/VinWtq7NT3/7Wt4SdmJuZ8T6soHe/853aax5s2rhRieUamEjYdlj+oEU2kxEFFWQJP8pz1qJxTsP3Ahfrch/c8SXYbeZJ04zoh7/liL3HjpNc4BtD9IXW2G/WaZgP8Je+zI3vIt5qrQGcpmjEkzXlD/24D99o3OdowkfeMZY56efu4ho5g46sB5zoF/fBm3vAAgxcMzcbZmBh7gUXoPGtzMc6jGMu9BU8lh0bhhAEf1mP+ehLv5wTmugSc2GPmYux9IE29Gdd4IXm3Oc594hpuEcfGvMBXwgh8i+EYJRDpA0w0xjHGOagPw1Y0CvGgg9H4AHnJMno/PkLtgOT4hp/y7pttk3oJHMyFp/U2dEp4ITvOesMcoqNQga6OruineV+O3bG8qXXfJgHuGjgyHUIIdplYOReCCGOaF2DC/CGEAQ+rE0/GvOAA3Ft0zodFCKfGcN4+ZN4HOvQGN9qIVzta9mjf4t/jGuth/yGsEZb+nDfU0a6Qx/WBg72t8zLHNCPPmXHEsDHfMgZ9OGceXjOuNYRnFiLsfCF+8DLfdbknLHQNU2SSP+a92Pwifm4j9wx5yb7wTucvCOJB8+m7Qdq3icRSzFf3efIAvOig4zDXzTU8N6tU1093RryXmjrtmEVHBfSj/U5AhswhhAc65SjfWbOEELUd/pAB/Rhi5PPOfsP7Dn2kbHMs3Xr1mjrQ2JuBUU7zX3wAB/G0rB5IQSxL370scf03PPPa8k6Bo7Ypxbs7G351uF579m4By7TtrXQK/F4LyFoD57QoSWXPGcu4iISkM8884x4YWbk3LmIS5/3HxSrB+1/maNpORl37Edcc8899+h+2+jNjlmwKfD3kH3LyMiIvv3tb4sCIXoOrcED3sIjjvOOdcvek3c5vqg7XzE0xItrFV26eDHGu+gVcQC4APe0+ffHf/zHESbWmluYs6TXlWYSJUmwv8uq27kAfpKUlx5vsE/atXNn5N1b3vY2vf8D74+wYpsjD0yTj3z4w3Fviu1adMK24tiyy37V00VdrHuPQO6jf3BI23bs0KsuPCX2sRstF+CKTeCbvL/+678u9h5bHMOBB3Zgk/fQ0JU/15Ukqe3JqsU5OEatR17XLLfYP3xAZ2e79u3ba3noEPjyUoo7C/7feded4sUkYJ43jNAR+kJb/Fxqf0ge6sknn4wvjzEGGUInifGRU8aRtwshiF/zmZ2dVQjB+6z+KL/oAQlpXoYEJ+x70zxBRpEXGi+ogjN6hT4lSeK9w9PRF3Pe49wC/eHTkOnV5nhr3zXXKpvJRf3AX798+LCuON5C9pA74AbGjH0ta4ALc4Er97iuWU/RLWDiyDW0QY6Ah7m4Zg/W8iGMM+uiDQwhRDvB2BBCxBsasR7jWIc5GIM+AX+bY2z4wD10YsyF8ablHjmEt8COjYPGjOUaGgMj9IbvzEtjDo5xLfMK/OgPj7jX8J4R+wBeq9Waqqb7tPNVzMG9EEKUCdZjbvSJl6TZJ7EHnnVct+oYp2Abc4PzR+QAifHmnC+ZnZlSu20Xa644iX/Bejnm/W/De9cVj6nZNre35aPe0McEsy6lyjve5+evQ5roovebM/Ozujh6SWXHccved+5wIffG192hrdt3Kd/Woa6i80qOZdsc/190zm5sfFJ333uP3uicVnAh9rEnHtO3v/NtUUQYc6EC+3bs2FEdc/4IWZ41rHXrQ9177Irzd8tLqzF2wQbAB2IU5Am6sceF19AG2uayOUFfzkOwfjn+lS0DfKEhS9lsJvahH3m9xLIbQrBOrgi+If9Jkka/Kn+4DiGJY+QPvKIxPpvNKpt6Ps+ReA4/lsyz4JZ6DM/zjgeAFRiRybJzQUsLy1pa9HqzCzp57KQOkwPzfh47PXr5il556WUdc36VInhqOWFcnfyeeVFwyzl2qplGq6sVld2qlbqy2bwsPlG+y947MoZ1GQ+siWEEPmQphDV8x01/bAf2mdwC9p4Xjo4dOyb65XJZsQfcs3eXrnHr6+l2LmtZifNiLLZ+cJ22DW/TrbfcqrvuukvE/7wEvXPXLl17/fUuwN+ojY6pgWH9uvXas3uPbr/tDt1++526zXnPAwcOaN+112rY9rTY0+PcaLs6uzrV5xwPsTv2ExvEePjQsCK38ACXENZ0OIQg7rdaCEH0rTlXXTPdJPxCxjTK/oiv4Beb55T7h5AohPCjpqsfaNhqIQSxBvCEsNaX6xCC6BPns21oHevORdC4lj8hrI3xqbjHs7r7M1aWU46tRp8Q6J94bgl8GMNzntFCCBx+1P7hM65fOyaEEOEP4e/gpU8IIeLN+T9sjAdOjjwLIUQagjcthL+b6x/2ydg/5rLQPWP9SeM+oGkhxXaWvL/N5/PRh8sf2IC+5Kwv0Jfm29H3ch8ZRl/xk8gC9qAlI8yF/Q9hzb5Dq5b8r1oXgLM1R5okkZbMTQM35upxbIMvY258IrEsMDCW84vOnVFQ5Qt02P/gwcTYNfsk+rT6+rb51Yw0Aj9sVd65BtbodnwzaH+ITiDb+I+W/wFOYOZIq3pvD2zcY31iMmw+z7jHt2ur9hF1y7hJavrm1NHeIfQFPLB3NNYFNhpwAh+taYLTpGCZgD95j+/WuoEhbd26wzmJa7Vr1z7t2XOtrrHv3rvXeur7Q873lGzju2zf223v4UsIpoZ9gdyajSBgqtt+Mz9rZmzDoAXwJGmaKPEAGIIx5yZA0hnEIKr8SW1YczZ02WzOyAFg1qCawTZ2GM/VpYqSZsZOrVO9Pf3qc1Gjt6dPpVJPTBD29PSKIBshGRwcdBKw28FWZ0RWngkAOYYQFEJQw0YbwKt2OisuHq3EImvdzJTHpHZCVfeROr2h63dRCSZ2dXULBrIJhBDgEEKIhiZJ0kgImSjZTF55CwFjO52AAG+UABqQXFi+GsRzr9OBK98U2eBNC0nFQlubiy2d0fFnHBwhGDiqVRfpzEPD1xRGpG5DF+G3UFQcTENLGuf1mreCTcn/j/3lDzRHAAfN0GKxpOLVBkx+HP/lrIzcBy5gnHdytt3BXCHf5mB5WRcvXBRvuuNECEYaNmaxnxMD8y5Gppmscg6gFl20PuvN9IwD/ax5ynwhCcrZgc47UR0TQXbWTSd3EBbu53JZdXrDzM/u1K1kzEviqO7CcrADyuezkc4md+RfmzfmcV7fsJBFwzHr4GnaSR7eihx1IHLO8E5MTsUEFsHcseMn9MKhl3TsxEmdcfKcoI+3Pvnm0pJhnXFfWS7Y9LA5aXru1PAX7ISDzF8zADlFOZed/FwxT9zdTrgm7k16PAHj2Oi4Ll26oqnpORcRC/FbGFOGjb/lVbDSbty4SdvtBNfZSaLAyE7Z9OAblBTfasY/m8uZf3KyeFUddpJbhoe1bv2QoG8mk9WKaYyBQN75jf03vulNsbB47fXXeRPbrUUbwrplMtfRqRtfd4tuu/0Ob4jadd6GbcG8QuZ6+/q16POl1boqrirO8sKCA5ZVb4aMqou0k3rokUf1sNuqizrI7qKTq8tO/ncaD5l/JNaAY9GJ+WUXjeRNdHChQ0FadL/lpRXzpmE5lPFpKrGDIPnaMOFqdpipZTwkGTVDqhXLciNJ1F4s6hoHtLffebd+7H3v19ve8U79xIc/pI99/Bf0S7/8y/rQRz6qNxjf933gA/rIT/+UwH3Ym3XWzDoRXugoqKu7K74FtnfvNers7lSSJlrvpPKWzVvEWz1veOMbdP8DD+it3iBe6+Blj5Oxd99zn+7wmtd6bTaGW5yIHPLmNGuYK7FYsaCZ+UWNTy3o/KUpHT5yVodeOuGNzYwL61OaN/1S27G+3r4oq0ddSHn+xRc0NTOtrIPtJQfefNOCzdYVB34E64csj2yMkHf0d3Fx0YHpnJPSq1pxInlifMxFysvxG3YEzK94I8UmkUTrhAO6C+cuiJ+AnnNxYXZ21nJ3SeO+j7yfcgH9zJmzLhScFd/4ZkOatxOenJzU8ePHXUSYihu0RqOmpnU5sbxj0+RPzQ5pxXYK+1O3fUlM3HwuH3WYObAV9G02G8rnMloy3DkfVz2GQm3FG4wV48u3c198/jl9/sHP6KHvfVdnTp/0WjU7m+0aWt/r4tqqZoxjd1tBw5s36r577taBGw9o1XL41NPPKGP5QFarlpUlF066S0UlDjTQEWCuVFaNw6IawJ8YSuOAvc1Zf3CkZcttJpNTkmS0uLisGevkgnnYsPwxt1F1YWpB9F2xTjNvCEEdttvQsWlFwHZmbLvqhoHnNOSB/gQpzMGzZRcMai5OQ59isVtFF/2y2dTwLWnGMsBc9KMxBzSuekNGH4NuO1Ixz1ecdC8rTRI76A77ul4XS9uc5MjEOWR4SCDDS35WaO+eXQ6wb9W1117j4+16/evv1i/+4j/R+9734xq2zXgz39b+yEf027/920Km8QFbfZ9vg+EnDx68WSTwP/Grv6pf/sQnxM8HFa1/+Ls0TVWwTUb3G6Yvfq+nrzf6wG7zoe5NCTRCfqEz/dG7xImZuuoKtgOp8c9ZJyvGcwHbYZmADuANHYgH+vv7RHIB/10qlYRN6+0pCbpXLUfzs9OWk6oTKBXTIRcb8LAedGQ+ElMT3qxjj+725uSnbReYi+QDb7jzN4dq9iX//P/8F/q1X/9nwt/K8JnMtgsDuvfee+JPCI2PTyhNskpCRnOz8y5cTmtk5IJWvPFCj5Eh+nLjky8AABAASURBVLD+nP3e6dNn1GVZWTLvZ+x7CtaRTvtwNuZjY6ORn5udNGrYVs5aP5ddhKTwgJ7nC21aZ5vUZl825CSbLJP1RlUKNfHG8Zz9L/hBd+gUkhBpgmyvWzfg2Kckkha93kx1d3fr4E0Hde899+jtLpa/4U1v1k0HDzo5tT/KfcFrbd26LW626Avtg5Fv6c+0i6jz87NKvAb34M+cC6RLSwtKQiLij0sXLytNMxodHRU8GzAMFP9Ivt1955164L57dfttt1oG79R7f+w9+shHPmS/c6t1fYfYWLZ3dajUW9TGTRvU3tmpYRcO+/rXmRebNWtaT8/MKWf71FUsacm62tnV6Riufe2e7Xmxp+RxHWp3og7fD01opZ5eyfrNWPmzurqs1HhUbbObpimymYRUlUpDc3PLGhud0ZVLk7p0YUwXz41q4sqUluaW1Cg3dPrkSV1xInJ6alKyri06XhmxDT1nO3v6zDk9/sQP9Tdf/JK+89BD8QWj//nn/1Pf+tbXTed99jc3RfrOXfWDwIGNmHMCptd4Lpr3Zfu4Qof9UZIoMYwdLjrxJui07QPyUyp1q9TTpU1bNmnjxiHdfPCA2IzfcMN14lu72VxO8A6Zz1tuGI8eZG2fOGJ7Ci52p2nQzOyUKi6ayj457xiOcauOC4BpwbJ7xQmharWs3l5i6JL1ukfI2qZNm7VkWNssM68cfiXaL3xZW0e3ebVVGzdtMV/v8PyzuuW229U0Hvy036mTx/T1r35Vf/npP9cTjz9ue/+wVpz8GHRxMJ+RkwlLvvcdjx/SVicSbrzpZsfuPXrVRehD9pOT9gNL8zM69Pwz+sqXPqeXXnpWh18+FN/Ef+zx7+uJH/7Avm1CxF749dud5J+dnTN2Ta3Y76ArTdspaIF8QAuSn6dPn9aIE2D9TjRg88EfG4ceWVxsd6vi3qJ9GNchhEhjdBx6IT/wCDvY6zkYx7PrnMzYtWuniM8r9jPQlPkffPBB8bfaTp06JWDA3xbMq917dotxFFFJumJre3p7lJhXyyv2YdhMbKflrsOJ4cEN673/aFdnR5tlvmBfUNS5syO2RasCxynHm8QCPdZ/7ADxbJIkkaZV+++5OeKIsuOTK7ZjkxHOP/mTP4kvdSw5NgPX66+/PuKepuhHWffff6/42Th8Fy9GvPe979ZP/MQHvDHc7fj/gviFhE7LLPsgNuETExMRR2iCz8B2gzO8AJZ+8x4dhR/AzDNoAHwr9rfQFrlkfWSaljEswMY4Eke5XFYhBDEfOPENjIp1e//+/ZEOwAENWJN1ODKf/GFNaJ+x3fLlj/7xnHWZE1jgPTQBHsZzZA3O6UcfYKMBN0eewW8a1+DFPOOOv4CDuTmnaE3CPnh15A6ZYl/IvMgMDd5dcYIceNFBbDTreIigLfgxJ2vOzc2Kt8FDCPHZsmWf9XkGDsAKTIzlyDW4AB94gxu+O4Tg2LwW5wghRPqGEERf8KA/8IAH8wCv/KnXG/6/9Np7rBFCsJ9YjbpGwrfiuFFKbFcGLHuLqjp5kSSZqFvwBHjBkXlYA7qkjvcq5i0wAiv3QwgRNvnTuvZp/AfewEkLIdhkN6OOte4zF7DR6MN4BoILfVibxjnPWVMKSkIi+tKP+zTgbdiP6+qHMTQuQwgKIajheJi1WveZA14j9/CVvszJXBzpB41LpVLUI+6xH206tmIvXHT+oem4s+C4An1gPLKBTDAuhBDhlD8tGFkfmWCfx3yt+x3WW3AFJtZnD8FeHhsyOnpFu5zIpT+8Qd6QVfoxjjmxY/AlhDVc0bvOri7xTW3WKBkH6M05vGSuiu1QsE3KOyYKaaKy97nYqjnbprr3ucRDyFriPuADfOgD8BulSFPW5hn6ge6zd+Ga+8QiyBByz3NsPfQBN3BowY9v/ehHP6r3uRj4i7/8S/rEr/6Kbth/Q/zVImAGhqYXzNu/HrBdGR4ejroB7sTJwAceNGCLdDDMDdtq1qMfDbu4xcVAim1v895y7969Ud7pzxxeIl5DO+Jd9gBZyzznrEk8FULQJueDsKdvfvObHU+9XltdNIa+7IVYBzlFHqAXdoFvU1503JJ33qlULGmzi8893oemtnvQkz74P3hK44VK6CM1HW/0aNV7zaz3uc8887Re8H5tbOyKFhx/kngkrj7hAuiIixbYMWjKSzW8RMhe9ptf/4Zu3H9Azzz5lFLDTsHgrH3fsmPHNJH9/op9bFkF7wMsrCo49ut27u5Lf/uV+K3nRx55RF/60pdi8RmZAS/ogG+iwAzuxWKPi5yXHHuOxSPJUGi51pqad1G46j3G4uKC+VYVfglewHfOkQ18LnIx5cIZ/OabPRQ3l+wL4Q/0pqi9e/duoa/QG1rRFz7ucM6GPRS6h8xzD9lAX4jjGYMswQf0OmN65h2LsTZFF4p3vASEDKMf6Al8AVfwRieQLeQZeQAm1mZe1iiZBtfvu053OZezyTkk8GAc8saRdZgP+JAL7rEGssL9rGNE6MU1OHMOnBzpT2v14X4IIfrXENb0nXvAR3/mBYdsZs03c8496AU+HLucL+XInrNU6ok0XXH8SVw0NjbGNDHPif4AO3MvWw5bcLwWfjojd6xhkY12PoQQX2xAXjosU1XbGmgGvfKWNWLCw4dfcq7jqOVhzPugxYgPfUqlopiLwtuI93DLjtE7nNN6/LHH9Fef/rTl7HJsv//7v6//+Af/nyiWkfOCdqWuzhgn5/NZ50MyEYZl72uzzksMeC+7xbr6pre8RR/xvvvGm27SvPcyg0ObtO/6/Tr4ulv0kX/0v+nnf/kTOnjn6zVgPe3qG9CFy6N68eWXNOXczJXLl2P+asAFt07v63bs3qG93t8TK2I/a826avZDieNu/BG0r3ifDP6c05Ah6FWzH8mYR21tHaZ/wb4+r6LtA3I76OJEr20E/qng/Etbe5uwSzR4EgKxQNk22FbCayKL6NLs7GykHfzJZDKRpkmSxGPWMoacQKe893KsD1zcQ+aWrWsRNu+DsE3EZTnDl3fLeSzjWo25mQM+yZ9cNifkadB75X7n5ENIRX6LnNrExJjxyypfyMWYedn78WnHpjXnkZqOV/ChwJbaHpbLVY2NTeiyc3D4j0XzPpPNivWSNLWJSiJ+Nfsnmq5+sLt54wRtsEu0m2++WW9/+9vjr8TwCzHYjzu9F36L+f+A84u8IJm3DXBU4n3LomeqW2YS1zIazvOsONYqq8P72ZJ9Z1tbu8Brq+UHu3SNdX2P/cfrbr1F5Hhv9d6aePiGGw5oeHi74B8+49rrrhUvla4bXK/EMijLhYKinwkhOAedEzRteC+Mj2t4j0SDJ69t8ieEEHXLp5EGdfp6UKMZFIJpk2Yin5kvJIlC4P7fb4xtNebnnCONc2QlhLUxnEN3eBMCa9Mj8L8IB2No3AghRN6EEOK68ieEwP/dkFFTGXhf0xhrF+25ZHo03Cl2/V/+LwTmWnvUdBzX9MAmxmbtVlwTeEMI8TyEcPWJ4jU0abXX9tPVTwjhR/2ymTU6gjt96RLX85qchxCUpGmUSeZEz3nOEd4VvJ9Eb7F96GuvC5rIJa3fe1Ty1jRsb19fnwt9A1rvXFPO8Q32gVgO3xhCUH9/f4z99lyz13I17LzDxmjTmJs1Oh03djlnwZodzgeig6zDsWj7RP4JmSWeALYF5xbQdcYDw9bh4fiiScN6iM0ABxixsrokXuhv2QfGAht+gOPa/YZSy1xcu6MjwoavhRbQDT+JvwFHdDPv+KfDsGazOfHc6Jn3DccENWH38c80bBBwovvUgFad3yuvVt03mOZZMRe8gfa01vnanMH9mn+vyZ+QwK+82vIdGuhbr80bh7Vzxz7t3nWt9u65Ttdff0AHD96i6669QTt27NIGvr3qvBC0ZD1wgv3QCNzLtl011/lCCEotC8n6gXU20J2xMQjmELDyMIRgwDNmXEHtNuQYlYITOJZjrTiZU3OBJ1GiNEmVmqB5E6rdDg8mQjyEqMMEbrXurqJ6Sr2xqEofFBQAK97U0aqer9kITspiyKpiszHrZAyEZK2qDTwbRRAKIREfgpCCBRdiAj9BLgEVwpvL5tW0fsKEqouyNTsuxkEYGmNCCJL/kQAE3pITH70WboLiDZs2xeRbmwVU/tS9aaJBSI7BMLC5bPdz6AaewAJeSZoqMV1kI9cwwdeaJ/F16mc5K002k40GMeLnjawUTOd2MQfzI1Aca3YaCNrU1LQLQnOac2JzcWHJhbaluMagi9OMafWTP8DIOgRHiy6Y8ZMujZA4+d6pejO4GNEVjbgaTa0sroiAfNHJqu7uTmWdMErTYKeSUVshbxmw8zLus95gzczOaH5+Prayi3oNF3ogYcPP4U3VNK6bQdlcTmUHz3MujJTLNW/S6r6uSSH15r1ffFCoVQvk5dExXboyGpN/wDDvwmliWOFRLpvVxo0bhNODv4t29uNOpE5OT2l8YlLjY5M6duyETjngGrMDHnXC/oI3LSRJpp08Hzl3XkddpD3hzcN5F5AJFONbaA44zjrxdfrMiKamZzXnpCzGq+xEQcEbS3haNd3HnbyvWi67uotC1pZWVjVvGCqWxTYbhXUOeOI3qOwgTpw8pVdePuLk2KiQ6y4HdRs3bhQJrP6BfuUcQM47MFgwP0KSatPmzcpbnzLGcb3nKTihOuEiMwHMecN95dJlzRo25KStrcMBXNGFx6IGhzZarIJOGieC/1HTbsUJm3MjIzrrDdX5c8ZpatzyMa9ZJ4HTRN5EQXHTXzVlsr4RglnfVJIkCnbuVeNTth7inOtNqWE+ueavmo+NNKuybw5t3Kx3vPvdutsFgXbrOTpGgPLj73uffszFoY3epF5yIv+KixR1yxU08OQKaSJPGfFHnpdJ0pnOcy7w1v2kZtlBH4JBxFBPTEypYppXrRMUsFcpipu+qW0MPCgWS1FPekqlaIQpyF9ygfy5F1/R337tu3rw81/VX/71F/UXf/mgg+zndeH8RQdGFaUe3/QaU9PT8ad64O2M5ZmfQmQjde7COZ09f05jThonpgt6XHeBp2kjwrWHquEgmcB42cH5vPVg1bjgZJadoB9z8DdheVn1hqRi/HjOhoq/r1g2Dsj2FfOKQv6SZaBiep87d05sekfMO+TvsgN1xpHQYCxtaXFBZc/Jxr7meWset2Q5IiG2bFmkYcvabQcrXofnwTrYdGIkn3WRz0n7FcMHLjPTkwqhqTSY2qbpxPioznvtQQfAB264QXfecZvuuvNW5QpBR0+8ormFKW3fMay77rpDO52YbjPfN3qjSBAwuGGj+h0AlK3nDdMok8lqeXnVBeNRzVrvsT04nEwmY7o1YsIY/q4axgXbL7PdehKEbR69Mq7Tp0Y89orGx6ds+5c914padgz5SNJU/JJAV2dRmTSn7mJRZSfJl0yDVdMH/khBfFgTntW9yKqLvLS6eVn3dbm84gT1stcZ16z5v+CNfsV/mYZ5AAAQAElEQVRF37qfMyaxPjSaNTW8QYFMcb64dt62MSPkotObw3bbffBBf4Fj3JuDaduVRx55WOfOjei+e+8Tgft1192gm2466M3BZX37W9/RCdsjkgbYTI7AnzWfsG+p11m/bn20dx/60If0/g98IM7BG+FsDN5nXfvoT/2Uce+Osk+RoGlet9vPQiuCFzYRc07oJg7c8Yf96/rV5oR/Jp/RqvFctd2mbwhBrBdCiHORJM97MyLz0mopaIgPunTxgpZMo3wu62TsiuouSNctWwR8n/3MX+vy1SRzzja/ZptZsBxCy5rl4tzIWRfoTwk6ZwwPsk0BdcV2lI0Gm4xf/We/pk/+P/9e+w8csC2e8iZ5VBTLqh7f4Y1MPp+1Tl6J99nUn7GNe9l2lp9ef+WVV03rC8JWjdl2vnDoJdvyBW/GJlV2AIaOIE/VSl3o6ZzjCezNLbfcrC2W4wEHtjXjAg0J3nZbxtev69Pr77hFH3j3O3QQnbj9Lm3ftkPbeCHEhAE3AsbBofW66eCNuv+Be51Qu9vB2PXRR+zcudMF8De5vVHvfe97xcsfJFTgy4YNQ9owNKSC7fnW4W0atH9o7+zUpH07tD7lwtK07RPJeGi1YllVaER5bbiQW6uVVeZFHfvq1eWyk2wVNUOids9HkE4S57577tUb3/QGbdm8SYtOuDVts9JE2ui1+wd6oj6nGZk+K8qap/CNY6f9FXIULIO93gyXzcv2ri5RbOzo7Hbctk4vHTqsY68eVZevV63HaTajjJssQ3XrVi6bEzKELOdzbUqUUbUhw5h6rbySJPE9ySpmHk/Yf1/RtDfaY7aLF86PauTMZZ0buWw/dlEXzl3R5YuXhP389re+qb/4n/9DL73wgl587jkXWs1zy2Gp1KOmEs240LtsW7BrzzVer6nJmVmN2JZvMg2Ij1599YiOHj1iuudcCLVPNt23bt2iUqkkkm5vesubdc3ea5XJ5G1bEq1zoqTLBeJxF17Q0Z6etX49jg87O7u0YptDIfDZp57WqBNPC7avY+47Y3uCLKFXq4ZnyX6ibJ1r2J6ExJCmctGiorKTK+gX9oOiPEnGVduwqhNOaZrY9i1qynHOuH3RiRPHVHQRl58lxlYBw0bDv9H+OJPNqmn9xz50Gxd4l9gOj01Oa8u27erq6lGxu0/NWtC0781Ozainu1eryzVt37pDC7bTv/1bv6PDL73s55O68foDKnYU1WHbNm5fbnA1af6Q+Bi7fEE/fPwhra7M6md/5qe0Z+d226EOty4nC3Zon5MGQ5s2ekNyULw8VSi0275kLO8bRFzd19dv+rcpZzvRsO+p2JeBxw4nQYnvUsud/MkaJ1rR9h1bAp18O9qonO1T3RyXaUSROM1ltWxa8tPebbYVGcsiNujGG28UfZMkdazQ4XiiKvjxmc98JibtPvjBD2r79m1aWJj3RnWHaVh33HZJZ0ZGtGjfzMtb8C6Xz6phP8BLdPBo3v0rthcV26a8YZm1vX/55ZfFTyt/8YtfFIWPrs5Oddgeo1PATSzHkXt88/3jH/94/Olg4ERPuL9hwwbHxX365V/+ZW11sgacseUhBNFnzrE38LY5Nu30/AveELPHQmZS0434FTl9z3veE9dm7ta3NfAz9IHmyBt6mjWNkTW+9cE5vgy+0Hhe98aaNTgPIQj/xjk8C9ZhaMsY1s/HfV+70CVgpoh6yy23iL7AQWN84nHgBd24x/rQJYQg5gYOrpuWZ4404AF/cAV37jEv8xEvcQ4MwDrlJDzzgiv3sZ/0p+9p29Ul6yxzAwO+i0Qd8ge8JO4ZxxjwIvYHTmJcroeHh7Vt2zbLSTM2aAk+rcY1OAALa/NSJD8LDfzYZfoxH7iwDo1r4OEZR2AHVuCbdtwO7Lx4AW7cZ25oBp1Yi3W4B085LjomZJ5279Xphz/hyPzMuWifAX/AddD7DewIcwE7ugZNQghC51gvhGCzHqLesRb0b8EM/MDHeM5DCJEuIQTb0ExszAucNM5pnAMP54xv4QycXHOf58zJEXxa5yEEcS5/QgjxnPlCCILOa8/W+MO4VmPOEEKM2wrebwEzOsT8jIG+nGPrkRFoRZ8QgnW/IT7MAYz0Kzi+YW7G0gqW/wb7XsflVfvErONd+q3YT9e9r0pCIugW5/UzxqPzvPDEvRCC6M+cIYRIR+i/bTsJ2UERa2MT6EMbsY1in0Af4iHmAD5iDHgKTZDbmn0JfIPGwAn8rIs8hxAcJ82JOEb+MAdzB58zB/MtO8dDTMg5eoE8cd6i9ZxjqfPnz3uP9YzjrTEnoHbo9a9/vfhpuznbRfBkLnBHRrGV0Jd5gA84mJd+xEaM27Vnj0r2tfhWft2CvSQyy3j6wpc28zCEEAsm8JFnwA49WjSsOeZZXF12EeSi5GCjbn9j1KI8h7BGY3ABP9Zn3hZ9kAdiTPozJ3pDTIb8g3vrHmthc/Ep/OkfeDLj2I37jKVvl+MnaIvO3XTTTZHP+Cjwx6ZlHBN32lewBjaKQs2+fftifiVjG33FRXTmPHr0mP7iL/5CZ0+diS/NfOav/1qnT59yjibVsouip0+d1J9+6k806f1nmiR65OFHvOct6wePP6H/9qk/0fNPPyNeuv3P//EPtbIwr3YXNcq2h6l9WzCtUgPc7lzPbbfcrGJXh+Fs6l3vfKfY3xNbwFfsH3+/9NFHH3VsMhX9ErguLiwaljPxGryGHN8C25jjokJbXsH0R/4UpDnHo3mvQ4KVvQn9oTe2B/rCA+S90zEWNomf2uebYdlsTtAIeiJTyAeFY+Rv0PmvR1zw/fKXvyz+FijFUn6a3ygJWOAXus031HhBGnsP3E3nKJAp5h22fd/puB19gY/AhD/B7yIbe1006e3r1Tnv14nN0UGeYduR4yXTEnyLpZI6vEfmFygctquyUtbxY8e9r70UX6zk5QjWAzZkFt0EFtZAT7gH/MyHXAMPfemH7vKcftwDL+4nIQhZZh6OOcdX0JHni45L8Q3QHxkmPiFHBH7Azvzcn5ycEPrZ6dgCfWvZsBdefEGHDh1yPLos/Dv+C3nGxrA2jXPm4dhw3ABsNGABBvQdWkFr7oE/8crg+nVxnxtCMF1H9OQPv69XDr9oer3ieKDhBPde+56qTlj2+Zntz/71X2vMuUJeBPzcg3+jHzzxhKB5Z2eHbXsa29DQoNrs/+QYMUlSTU5OOf5r1097z/yL/+Tj+pmf+cfa7T3CmPOEu/fs1evvu0//x89/TL//b/6tj7+g2+68R52lPqW202esX5OOwfudI9+xc4f27tqlXTu2q7fYrY5cVt0dnRbppvi29Q37r9fgxvVeqxDXz+ezMloxblqwvsGH5ZVF2/aG7wfBy0H7YOIP4uL16wejrK5bNyDkkIbNh0cdXieXyyvvxjkvx7ZsFvQlDlpwPLjofNrMzJT30JPWlQXHtgsxBmMtdIaxzAMP4Bs8g/dco1dN20h+LYn5kH1sEfmFFee4QgjiA+9pWdumnONf5mbsOuePNm/ZrA3OmQ95b8K9bDZjnAa9d10RfyJt5NyI+XVF5y+MuMh6WmfOntK582c0MnJGY7ZzFecEnJpS2T4UmNqtR6WePmWyuejrwZn1OGa9fgjB9GxG2Qc2cELukcPUMTG0Y2+B7cW/DNpO9Hj/NmT7RLzNXIxB19AR5iTeWllZivmGWefNatWynA5XwTqVSRPHGVmWsm2tqNN82bx5qw4cuFEHbrxRu3fv0bbtO7Rj5y7ttKxscSGetbAt2I/du3cLOLK5nMr2zWXvI2qmedOySsgbbLeZHD0GB3ChAWOrQRdwS9yXFkJgyBodPIn/yWZNDeZ0CwnyJrX6hhCEvQghRDmUP6zHvDTOfSs+CyFwKu7T0KkQQpwLGQhh7TljaPInhBB5xXNaCOHvzSV/Wn19+qN/0L5l18DhRw988tr+IQTf4V8wHEH8p6uf1/a7eivShfs07kEH6AdsHLmmhRB4rBBCbP6f509iCyHEZ8wBX+AFR2jCvfjQ/2POEJK4JnzjOXghr+3eT+PfWAv75+7RBuDjeMbYimWCeUMIghbYYsZwRHY3uV6ATDMG/UKWeWY2CzuAHLMucyHbxHY85x62lyNr0ZiDI7DlrEvZTFaFtoIYu7KybPuxKL4QcsE1E3we9oD5mYeGPactes+Bn1r03oLnK7YV4I2fAFee1V07aG/vVMFxG/NDo4zXy9metbW1RzoACzh12v/AF+iKTjIfuEW6mGjE0moG1Z3wozUs7C15CSEohCDWZQ6O8oe5/mFLktT+oqB8zuu3d6m3Z0BDg1u0dctO5wP2OZd3QLfddode97rb7KNucK5gh4aHt2nDhk2OO/ts59ttC/KRXlJiP9VQkqapMm5pkihrB8J5FAAbyoI3DTiqNgdE+VxGvNGWy6Y2Ih1OGrZrDaCcidEZJ6d/1oxJPBfCwNwgwTXPaEmSmvGVqKAQRc1EZSc9aRQIYArEa9jI5L1J6erqdkKo24FayQj3qaO9y8KqiEipVIrIMGZyctLBwJz4FmsS0kjshgkthbhWw/MlhiuEYLgTYcBI9i+b+QgxRo3ETN44u0P8xiHzIgw0znE+4JMxncAzhKAQEjEv9xLjFrw2zK05qGBDXnNCklb3NWNr3nSRSF5xkLVi57HsDRdCyPwEBqe96Udwcza4CGS38TewplFZZRceKXolxoNnCCDFJuZFEAd4y9yBOU7O8quy18qahnxrbNHrTDiZxjPeVGi34uQyGa16wzE/PysKNssOygddHNkwuF5tXh9CtxLNWctIu2WCe6wH/plsTlIieNi0gKfu0+1Ao82Go2YAmqZFvr1NweuUSj0iOGh6xIwLl6XevliISdJUqZ8TUGy0sdi0aYvWu5jQbiXL5wouIJZc0B6IRZULFy7o4YcfipuKL3/5K6L90X/9lL71ne/YMZ+NSc0TJ07qwoWLOnXmrC66MLWWgFzQsg1E2ZtdJWkU/IqL63XDGEKIhgM6Yhx4A/jlwy/Hb248/vj3xd/OCyHERBe8LfX0RuW66aab1evkYOL5Tp8+q0MvH9bhI69q3kZl0kVefsbngpO5/B21s+YpiZvzNkxsjKad9Dl79qwmvPFpWi7Oj5xzcnZZ3G8zv/gJk3nTaNqFVHSBjcD5C5cccF7Us888p5PG8cypszr6ylFRcOVr+hRoLl+6qCuXL2r0ymWVnZgtdneL4sAmJ9HbvYGpOam74uTuvDe68y6OVJwQhB7wjgJ43TyklQ3T1JxpZhpVXNBsmscEdz/24z+uBx54g4rFkjd7C5EnSkw/zzntwjU/1dbuhCb8z3k95I5NbAiJGs2mk9w18bOAdW/gGhbqNuuan8TiQMXwBstGzvaD4yoBlccE+T/LiISepT/S90VvXi5dGdOoC68nz17QMdNjpVyP8lJ1IXbV8xHIsAEq2U4MDW3QFstXV3snM6nuxH82k7XNy3vVEAPPJc9ZdfC03BPwpQAAEABJREFUWlnR+OS45WLB6yXKOiiUw5Oak/dV06zi5C30rQDjVbvCerNOpM9Zl1Zc2F5wcIsjyDgSW/T5qIu95XLVcy6JzRI6TtBKox/XbPR4w5I3u3FgyMy4k+kL8wvW09UIM3ADJ7LKm+PYTJIeiW1C03SlUEgAaLYImwfcwN/Z1S50vtMFk8S0L5W6lctmtM8big//xE/qQx/8Se2//jpVTLenn3lSfFsQmPr710V9xG5cuHhZ3/7uQ/r0X31Gjz3+A508eUonTpyy7Vi2vFU1b5kJ5hewVK8GBlUnk2q2gaumVdV8qdsJQoeybT4vyJRXa5alJTc2GvIHx1RXaplB9pdNy3o9+H7Gpid1v3lBF+5XPHdrnWD8U8sJDVuctRxxDCFY32vyIfKRZPiS7dzU1IQ3Gqt+VlVIgvKW18THNPV5Pic2Lpk0FS0JIfo3Aht8GEdakqbCh5xxcuuiC+nTLuAAM3b57rtfL2D8oz/6I/33P/szfe6zD+qVl17RqovN6O9TP3xS520fmJu5enp6DE9FjF+wDSEYStKM51iJfMyEmmUxY1vY72JM1feXozy0tRWMWzAeNVl9FWxgK/YTqy60LS4vaHF1SXUnS2ouFCM7+DDkAhuO/FTdt2k/kfNaXfY14AsN86ZB3cE+9ur4sWOiAMrm8piLUidPnNCcbcgjD31XJEOYB3k9evRV/bc//RMdeeWwEzxLESYSI2xctrmw093dFeGncHXr7bcp4w0psKEruVwu6iA6yfpr+EuXsGfeaNEHmDmOjU3Yxl8QP4+MrkxMTOvRR74vXozJZPJq6+h24W/IG5q9uu/+N2i3E3TZTE5d7d2S4w10Bph3uXDKt1CrtnPY/fnZSWWTmgaKberMBbW7WRwsd82of7ylx7fCPImKpS7l8hlNzUxq245tLiTt0w03XK97771XP/mTP6kO+2F8dLFYFBsodALa5+1DL1w8HwuE0JSkzxn7Ap7BF3Ru2v5hzL5hdnY+yuHopSsadxJhxYFrlwtUOdsUObbJWv7WrRtUvwvCGzcO6b5779HNLu729JZEcZJvocNP+Djl+dD7np6SeVay/CyoWq9EHmUt+1kHttCdn9Zb8DrzLijxgsoPn3nGvnVEQxs2asn3trjQM7h+SBMTE4JnIYToB4LljsRxxTauWW0qaWaUKLWMNtRwHNBIElUtZ7V63Wtbdi1bzXrVhdRR962rWV1V4n7dxZI2b9qsLd6Ub9q43jpyVo8/9pDOnTmunlKbExrbdKMTF1u2bHLQu0v8BN8Db3qj9uy7RoX2dvGLG/xaBbHPHXffpV/6lU/oN/75b+gd73qH7rjzdvNqu5DHru4O63Sbbn7djbrh2mu1c/M2/ez/9o91800HbSfbI04XL1+KMpnaThKb0UbNB2SOJPY3v/YNPffcs4JvxG0yDeAvesa9EEwb276s5TzjGAf6hhB+JBsk07tsj9vbnYBpywsZwRfY7a3xxTZsg313T29RcmZuyIki5uj0hqNq24cfmLladJEapnVNaS7V250ELTo2uWbfAfX3rVdluaq6+TI0uEHEZ8Rhajb0t1/9WydFJ/WzP/uzmp1dUG9pQK8eflUXzp7TpXMXfH5ER63vXbYxZ04f19LirPbu3qa//ss/11e+/Hl94QsPqt1J2dfdfJN2Odl0/fXXarsLozMu/M06fjlluS4b/z7Hpf1OSDVATDKc9WizQghCP8CJljW+NfeHdtBh1b6Ic2iHTaUPz0MIwhZg+7lHMhqa06A/crngBFbTDDl/5aKLrcuq+b++db162zveqg9/+CejDszNzYr9DXMyV09Pj+OlXb7XqYrjANblWcGbQHQ579iMjSQvsLWSUMDRYV1/+OGHhZ7zbSd0Gd6QLOa84piBPug2+v6pT31K9zmJx9whBMvhmryNW0fx/yTmZdjBra2tLfoE1j/vwkW74+klJ0gzmVRpGmyXlk3LpmOKc9roGGfVcb5sG3KZrNgMd7ZbztvaFfyfSS/oyTcx58wj5I35gY3zJcc/PKvad3d3dwnbDQ/gC7Tgfggh+qE0Sbx+Gm1A1fhBB/ApFAoadNIKGQ3Bq7oxnvlbfbgGN2BhzarXC8G6cvXIfRp94CnjGA+sBc8vf3iOjGBDKWYvOMZadqzAXMDBObzCn7Jel4sa4DxiX11yPAiMA5bL2dlZ03DV+9m2SBtowVj8InzAr2HrwJ8GPF4+6icwxL6GmzW5BkbW4m8VUjzhHjLA8xYezAHs3GNO4Gvhyv1vfetbevXVV2OBHnsTQog0Z136c6SBM3Pk87mrvMhqxjHI0aNHHetk6eL7mWhX0B/kEfyAY52TtsDKNbyiM32AHZjhO2vhn6EhjcIR+9R433a87n0C9KYvc8Ij5mE8OHIPvGg8o4Wwprv04z4thL+7xxjG85zzEIJxSKOctegUQog8ox9zQgNozLUlLuKr13yYp1qpxDE1+x3sA+O4D5zMyzXykLd/BqZWsxrGmbKZjEIIqtnusl5rLPxqXTMHMvbMs8/GtSbtI2mpx8m+r9u6mE+zqjkWJu5r0Q6ZZj3mgrbAw/yVclnYlC1btnjfsCjWocEnbBW84nnrHvNwzhwcsbdFyzo8Bmcac4MQeM54z4YtI3fCHiXedxyArent6RVH5mQ8jXmhF3RmPL5k0D6JIijP0QVkCnmoWCegB/24h885cOBA9L2Mp5AIPMgeOjjkBDf4I2+ZXE7F3h6VbI9ff889MWbET/AiNPJHoRMaAC84sEYIIerwGt4NmVmCFw+7yPa5L37B3rGpmn3e2MS49ywnog9CpnkJ5uUXD2nZBUF+hjKTpoK2fPMI+8fcxFdJmoqfiSTmhC7EvYwHD2I+eIRdgb7YNPiHrUGXiRdoTz/9tPfw5wSe0Ah6QpuCbTz0I9l+j2OWjc6/zE1PqZDNaGlhScj2xg0btJ8X++68wz69T+edM7h8/qL+63/5I33aRdbHv/99FWzzq84pfe873xVyhy+4+eBBvf1tb9cv/dIvacZx5ZHDL+n3/tXvqOzCTsMx13e/8y3DdFqFXKJ5xxLV1RVt3z4sZLXDcMFv5AxZxd7cfvvtAhdoAZ7ILXv/173udRqwj4cG5GC4H2nkvTL0gobYXPhIfoSi3ujoaPQxu3bvckFqn9rsZyk6IBeLiwuC9sg3MjjlohZ8n52djb4fuvNs27Zt2uGYA3/KNw0P3niTrt/nOGTYOLjYceSVVyKv4QcwwivsYAgh0hUfgSzBP3jBnBRfRq76CfBAXoGhab+6ah9zk9fY7WIJvG75c3JTwE2+AxjhMbQD5w0umh24fr+u2b3XcdIu5zO7on1mTuaAv9AWeeLFDODr7x+I+EN3Yo3WkdwB/ZEdZF3+OOyM8yFTPAshxGt0q997A/BiHdYrmMbYhUuXLuvFF1+MdoV+4My6jMcePPvcc4LexOLoLgV+5knSJNohcAvB9vBqvIb8wi/2VcAKzaAdDVvAPeQA+aDRFxnAf2M3BgwnY4ijaN/77jejXJZd2ELeVp2nnXN+5Zmnfqgrzm8VHAfkbauMvgtTFQ1v36bNw1u1Z89ufeLXflV/+F/+i37l1/6Zfu5jH9Mdd9zhfXpZFeeyJq0D0JAvWDz97HPWxbIy2bymnbvoHViv7bt2a9v27drpeHbX7p1aPzhgm7Xednij1hlG4t2+7k4NurC+3UXDXu+ZRy9eEn9eqFTsiTlN5AlZCCFEHqIHbW2FKLfchw5DjtWg6Y2WJWR+g6/ZI/P3N7dcLcIxD3xusx6ig+TVEsddtXrDMt2IfhE6yB/4Bh3n5+d0xDH72ZEzKjuPVfceq1xeNZ4rcd9Vtk9BF5C3885HsqchxsG38yUD7Bt26vDhV8SLEzxv2NdPjI/r/LlzzvHMRdkCjhCCUvtF+YN/xRaPjo3qsvfrrx4/prPWoUkXs+seP+7iNfabov0l5ylPnDjqmPW8/XrGo+uGbdF7rXmRO+OnyFeXltXp/Rx2j9yMO0W/nqZpxBu6QMtWa93nyDNwZAyN9bPeW4A7eHMNrdAX+gXTFPlt0bLd8Tw6Ad1z3rvRp9msifoHOVT2uvjvNA24GceNTdMkr6zlkXXgG75rwLl0GnkV7tF4Du2SNPWYrEISYoiB3UD+gZfnIQROo8xwH11Hh4CFB/RptRCCOA8hGJ4gKShNMoIWvqUklQTQcSVJvhlC8CGIcalhgWYcQwh67SeEEPvInxCSq3Ou9QkhxGt4kPgcutKAFzhp8ieEINahhRAUwv9/Ywz8qdqegGfDtjYE1ssoY7/2WthCCHHdJEkVQhAf1qI1nI/lSGud6yrerXt/d99PvCdtXfOc9locmD2E8KN1XrtWqy/9uR9CUGJZarUQgvgwP/pJf/iPD4RmrWcZ6xCyVyqVYuxRunrETiCXyE17p/dx1geukcus5bK1DkfmYk7m4TyEtbXpi+1gTeZFrjnnSH/scMH72jbvKzPWEVMk7kfbO9ojLP32Q4wHfvxazbocQoh4ZrwHbTqmWnFtZcp2ddI1OPzK88+/oIceekQvuybCF9bYy+Brzp07b59bjbxrmu5rfG5EGW/RAFpxH5yJv4jJwTmEoGDaAnNqeQ3B125qWn8c7jnFKYMiT6v4uXoSQoiwhuBjSOLajJc/8A28yKXU6005RWr0UxXyHSoVB7RuYJM2b9pmn3KtbrrpFvGt1evtx6+99nrHK9f5/h5tcWwOnMSM1oEQlRrCsAjAwpCenpKDtl51mqiFfM4JoHZR6e63Q8E50ECYBrFhPIwxjKJISNALsDQIxLw8Z42gIL5ZxJsyjGsRi7HQIEkyCkY8hBBhy9lIMc/s7JyTPrOquijGGyQ9PT1GeJ1h7PLQRM1GsFFeieuH4FWuNtaEWb5UzQnEihMlMDOTyyibzwpDRZJ92sHkxOREfIMMxzAzO+u5VuJzLyCEdm2uLJcWjIrhmXPQPu+gZMlJj4pb2RuptbbiTZN12w4jr4KDmEwmJ/Bb9X0C0XkXSTDqTBZhmJ/3fLNOWi2ZqYrB5aITm7PGe9JOqeoN4Vq/hVhUWHTSHSd35coVJ8wbGlg/qPbOLq04QY5RYg1oD9xJEkynNtOubGHJqmoY6p6vaeUg2dps1OwoZzTtIlLGyo08sPFctfMNIQj6t4xdSJI1vuTzanfAquAAyw5eSSq+uZmxcq5z4q6vb50S87Kp4CLjkianZzTuQiMODZnJOyDqd+F085ZhrXcw0dPT5/m61HQStrvUq47uogOgmq8lHP2IlfFpFxNfccLvyJGj8ZuszMM3NPodyHd2disGvIZ5zrRtGCbemNq0ZbOLbEWxXpuDmoqDC5w6heRVJ+yg06o3Eas2CpecsHrmqad02AXVJSet2hzIrDige/XoEeO27M10VRcdDLz08ss65PbkU8+4cHvGMjOj7q5ubXUxeHjrNtW9maSIyjdpXn75Jc1Zlord3S6mrIjAYmJ80kXPMYZ5NHEAABAASURBVK03/lXzi2/gXHJws2SeolN1y3ipu8tJP+tgZ6fY7OZzObXl2zQ5PmV5W1SjWY/4dtn5rx/o06ATJHscTN7oTRf3Gg6kcmliOcoqOBnbcCIBPmedjG9YEMtOgi2WV7ToDc+C5aESpLyTTkoz6nOi6XW33KoPfvCDeqeTs+9617u125sejA80y5v36VWjBg/YEHYXu8U3RPJOzq+Yrosuss6bhpPWK87RuZwN9pI3rkuW9aaVI5fNqOFjxTxbcTIvlQTsGHspqBN4QlDVsJZdDL5g2p+/dMFFohUteP66pWPYgfSwN0+8ITi4vt807dOdd9yqLZuGBM3ZeGGv+pxgxoYNWta6u4txXWBKLM85y2zWdo5zL2d9qqtq+tUtQ/QBRloIQehHakcC/nVb4PgGuGVqFVq6UDfrgury6rKWy8sa8+a94gAB+cXhYFfYHKGzL1t+Trgwxf2jToARbB4+fFgjI2eFTlY957Qd1Mz0pPk9ryXTZ9ZyRIALH1a8wWg6TVCzTZubnRYFXmCEP/InZ3kB9pzxyprOq4ap4OT3hQvno/7mc3kH+wVlklQdbe1asM48/sQTeunlV1Rw0WZoaJPSTE4vvfKqPvu5L+jhRx4TCV9+nmrQxZWhjZu0yc6kr2/A/TKyX9OSeVK17AOHmkm0hXwLdWWlorLlvFyui475fLva2joMZWLclmxny7azDfOkqUwma7uRyqbJfG8KHEII8VjzTeaHFquW2VXLWd33CPi533AQlrWMMYb7IQTPlcTWsJx5FlH0T2wPs6ZJ0/Sr2h9UnVgom97IIXN5McMCPA2FEFQ3D5mfBgxNyXBmom3vdsGM9Xjbmg173nR/8LOf1ZNP/FB9pT6xmd6//4BmZ+Z04vgpZdKsdu3eraL1BR4mnp/10HvwKVsXkMM0k4lwgweJIXTOy3rNXPQ9SZqKFxa6u7u1srjsglRD9Upd5aWykyWrbmWhY+CNvAB7mqQqGL5gOlXND56HEMybsvlgm2Ia1S3TV6xnX//61/SpT/1Xfec739arR464iH1FwHHhwgX98Ic/0JATYNudzFgxzyum3XYXTD/wgQ+IYlXGNmTJGyJwaDOfHauY7YnaHLQBT8a44b+AiWvwwp/DV2hJ4Ddp2YdGPY5FUuOKbC3YdhRN73kXA4Bll5MaXd7cdtjvPXD/m/SmN79ND7zhzXr7O96tzZuH9dKhI3ryh8/o8MtHnGie88b6Ln3s5z+ud77rx7Vh0w6dPH1BE1MzalqGbBa14A37C88/q8cee1SPOBF3/sI5jY1d1qZNG/T2t7/FepPR0IZB+6l21Uyna1zES9LUa23RNfv2xQB03rYNPgIriXj+viWJI96M/+Y3v6nve+4vfOHzeumll12UnFSfA1b8etZyi29cdEGkGH1ht2Fe0PbhHTpwwwFdv+96DdiGQds0TYQNJ/mILIbQdIH5nIuP52OBbNGb6mXHDvlsLo65+eBNEfYnn/yBi2hfFbCxgasb72n75XkXI1adKG5Yic+eOes5poxfXcG4XXbS628+/3mtWi6XzVP0A1lNkkRNJ4mtrZa7qvjGrA1nlNmGo9uq6ePp1oqlClq1T1u1zmLvVuxrkcOKbVLVBf98NlVXZ5vtkY/dbebNOv3wB4/qzOlXVezOa/OWAd10YK/uvefOWAB9xzvepvXrB9TnNrRxg1LL9KmzI/rAhz6kX/8X/0L/5BO/rNvuvjPiUTYcXdaRdvvJJeOZ9Sa4r1RUV1eHGrZVU04UUKyedXL54e99V8RUx08ct1xMatHJM2w237inuPK1r31dvAj1wvMv6r5779ObHnhA3ZY9bCgyDD2R31XHVjXTtss6XrBtTdPUj5sK9rGp1+elF5IKrW9SMCcysuz1lq1P2IC87TZ0Rr+3bt0qki7XXLNP6+znTXrVbfcLxnvG/iFrfWqGmnmcONbptN43Y1J0cHCd8m1Z9fV1G69R+5YzTpJ8xbp80fYrODF1xRufh/TQ9x7Wf/+z/6GjR45pcX5JK+Zzm308erHkxGbZMdD3H3tMRxwX/dqv/lPHJd3atm1YA/19TvjOO3acdUy5av7llWaytu3tAuatW4a9j+hXl2OYgnUfGadBI3z7qu13CCHaNOxAzja5zZvGnPGi0RfbFft3djj+qiiYknXLai6TET8T1mqpnyCD6HEul1U2n3WCbYvjyC7Tqm44F5XPZOOGCjozP2tii1gD3cOmkHjg5Yq86Z9x/6z18sTJk8apzXq+2Xbg7d4PdcQY/PHHH4+Frze96U3iZw8Ljmnz+bxIFP7e7/1e/NbWnj177N9WbEM26bd/+7ejH8e+wVeKl9gz7F7BcROJ4WHHMthO7r3WRva6wNBsNoRuZbMZ8y9jP12I+HzhC1+I82YNa5qmEV/0kznGLd/gxznPDjrBjlxhp5AzeIBOyp9BF0IppCDHjCFugkY04rym40buMzf3mA98OYJ71foEXUdGRoRN45oj89EYs+g4JoRgPBrRjxHTwI/p6ekIt8GIz+jP2BXHOfQBXu6xNvADK4lS6AsNiRnBpc0xO3Eee9UQQrRH4EGinG9AAwPrQX/ghmbgJH/gP+tlLT/vete7hH8hfqQfa4O/u8U5oQc4MxbZAVdgO+89BDEa8/I8YzkFdmSFBDWwc595GMOc4Ek/fpYT+G655RZRIOjxHheckAPWuXz5smOwcTEHz9g7Zyyj0DyE4AJYV5TR1tq+5RiqqhCCfclM5AljeB7C2j3mh774O2wd18gFcDQc/3IObQe8JwBu4A0hWO6SSAfmoi/3wYem13xCQGMVY4xmoxl5S//WOtAM+jIen4bdBFf6sDa04XkIIcpLCCHGKvhW4KYvjXUXFubFvJwzjhZCULDBDCEoSVPDnYo15Q/z+iDW5h4NPnMEL2SJ5/hK7jXVjHiEsCa/jAdO6M+ayCEtY55DL+SOuLpme1VwvI3c5bI54S8WvK+fGp/Q7NS0KOQt21+fOnkq8gs6AztwMYa1wQucOQdfGuesT1/gBGbW5h7j2E8yjr7cA0b6cM63okjoh7CGC7KPD6Qv89Faus3czAs9wJlrGvzM2VbTD7rRB30B72XHMfRB9pft15iPsazPfXBr0YpxzE2MMevYLpPNar1tEX2ZG59AbI3sbnPMybfleIEJvUAnWvaLvuZ2lBNsLAU2fqljwX4/acox+GzkNXAg0+jZtTdcL+bPeU14gD9ZdpzJPrXdtgRY11n2+QlH7Ap7N+jInMAHHdFHeIbtZl3GAOeBAwcEjvCJMeDJkdgWuiC/FA6xJeR3eM444MqmWd1+8Fb1FHs1tGGT9ji+3LR1i2686Sb9y3/5L/XRj3xEJPMuXbgo4i5ewuZXPLZtHdawfQh7y6eefEoUOPhp+zOnTuuee+5RGhL94X/8jzo3clYnjr6q3/+9f6UfPvF959J67cNXNHbxgnW0GvUo8ixJhS3lheqhoaGYE7j77rtjrIsN3eOcQ7HYZZ2c95hl+7plUXRNkmB74xjS8nX27Bn94IdPuM+CWvSBZyEEVR0XIgt5+z/oxJzY3Q0uICOTyFVqveUaGw6toVePbSPjzvLSlvcy0LXuWG/W8ezeXXtUd2zarDb0+GPfd9xQ1fMunsEX+jMv87AO8vq3f/u34hvGwMQaNziHgj9G3tosA6xfWVrV7p27YqyzbB9WdTwM7ymCM+8F74vga2o5It6El9xDTtARG2ERu1fKVZVXK0J3kFeeoXPY3nnbL/qvOD5esd+DFqyN/kAb1gMe1msdoQF9aKy5Roc6XYR8gSv3kMP169e5ULgzFubxn6wNP1YdhxF/Ym+hB7HmdhcVkXf0ZMF5KX6dAzhDCJaPhulbi0cWwi6dc7EN+SP2oYEPfCo45waMzF0xr6HxhfPnxBgKm48++qi+7T0m+GGPgAedfsz7L/zo5i0bVa2VVXUO6AHH2z/xEz+hgzcflJzTGnDe684779TPu2j6C//k47r51tdpyXuMheWydu3dp7tef6/uvf8B8S1Uq7+Pe2QXpHHnIc+MnFO5WldHV1HYG1kvmpazto42ZXLS0FC/9xj99rV5bRhap4F1versbLf/CCqbP2Mu6l52TvLC6XM6e2JE1eWqGrWm5286Ds45Xiy4b6KK8wvwlPhr3jkWaA3vurwuOdK+3gH19g2o29fQIISgujfMSZIKuqWGCb627Bo2j7mgpYmgtX7yMRH94CmxFPwgn81LwAuLc1H3Vp3nlD+sj43gpRH0gII1/OcerWHdyXhdeFXxXgZ7znzYXQquyBT2LkmSuCZ2kHNgpT8w2lVG/eeb6+w3V80X7IlDSMcpRQ3blhWL3SKuzTqeXVpe0Kj32kvLi8YlWF0SMVdrXuYOIUSa1L23woe1nnH8XzXG0KAJOKxfv9487PQ+KWvepGIOTxiP6BgyKn/Qe/oXi8Uf7U3oC30LhazYb8kIJrZxBsnwyvMlkRb5fE5pkohPJpNVkmYUTMvgvkmaeJQUJCVcuzUskCEkCiH4rmeFQD4LIShJ1mIscOC8EfMzdctHPcKMfOjqJ3lN/xDC1fmC+9HXstm0TbDOJN5/hhCujlo7hBB+tFYIwSRpqum1WvOnaaqCaxgcsUvIXwsWeEQ/nmWzuUgDnnFP/+ATQrgKl+LxtThlbTdpaZoY5ob4tOZYIwlj1+gRQvh78IbAs6D/9WftPnMBF7JD45z+Iaw9D2HtmJjmrb4G0v/Cj9biWcaxHS01TbgOIYj/GCN/QvCVW+sZRxrPWZO1OecezUPi/DnHUeBPS5Mkyh3PkUniIvqFEBSCm9x8zNDPdMt7z4lOc2Q849Bf4OQ8hBD50urD+sDCrxhWrd/y8zRNbLfy6vBeHd+60fldfBv2gDiD/fw6x0HoBA0dYT3kgv7Y+ozz4olhyuayjgNWbeMnhd1gD4ovfOaZZ8TP6B858kr8FQl+qeFlF135Ahy+Ch0ErtS0hR4F76eBmSN0q3p/yTPWoB94hBDEvRASK0+QU0+WnyBkhuc08Ql+7JvMQ2vYhvCMebBLyDGtWqmpjh23umQyBbUVulTs6nN8tEFbNm/T7t3X6MCBgyKne8MN+3WDC6wck/V2ruttYIo2atlsIpI82Wzq5EtvNHKlUsmGrzsyFiZheEMIEXgcPQQFWe6DcAjBBc3lmGio1WoCaQCWPxCe60wmG+dsb+9QNpuLLe9iRpeLUX/HkNTMz7rlFEISjfKsNx846GUH6UGpspm88i4uDbiQRgKgzU47b6GCsMBF47rQllPqDAsFxph8tEFJswhXYidd1bIdDMYBh7fsoB/hhdjyJ2PFSc1Yn5o5zdhaxKcP+IQkVVCipo1i0wVdnAaBXMnBHkEVOMo9QgjKG89crqAQPMZ48Qy6QqPE9xhXccAxNzev1Ea4YkHHeIUQLCBrBobgm5+UnHLQOO8N2KgDgwlvyJYdfG3atCkGucCGwwMnzisO/MBx2cWehotvwxnAAAAQAElEQVREbdAkDbHAWuzqUD6bMT0z5n9ZaZIoY6VocxDZ4cQW+LJyMC2ahmPJgcSy56NItGheVByQhCQj/m5dqadfw8PbNbx9h7b6uH3HLm3fsVN8myV43u5iSR3mczOkSh2xtDnRvuhCwNLiiiYnpsU33WbnFgxHVcu+94oV7X/82Z/p85/7vM6cHbHcFLUW4HVZuNdraGij6lYK3nog4bVo/nn/L+hYdoANHZdMoyRIxa5OzbsYdeL4cV25dEkzplnVAZrs3s6PnHHi6ykr+CuamZ6SVBdvIpGk7vQ4NhK95icyv+rAc96bs87OLrV3tFt56y5Q5MXfJaEN9PZ68zEg3uobGFivFdOIv2crK3KXcffkOnPmtM6eOWM4a05I9pv2qXaZTkMuri55bgL+acM37SL6qseXrJ/VSlW5bFalUnfEZZ0T63yLeJ0Dyr6+HvX39qnTRbDpqUnVXCD15FpanNeck1RlywYyxlsYSy58VIxf3fyvOQlfT6TERbbOri5RRNu79xq95S1vEUEqhvT6G65XZ3e3ZmfnHdDW1N7epsQErdlqNSzzBH4YIPRr1XKRWk5WLbeHDx+Jb9fzbdrzDlzHnAi65A3H9BTF4AWVHVytmF+ZJDH+WYWQqGKerTiZvNZvWsePHdfopcsOfsdNr7M2zuNa9IbjnINxgr8LLnZcdnFweWFWx468rFcPv2TentP4lUuan5u1IT+rkXNn9YoL2ofdMOw05MKxgpCdqg00R3St4oIzeMl0QfcTw8Z1wzIC/RoeRKN/zcnsmnVpzuuge2XPQ6OIQMEOGeGbAtisS5Y3Ng4Ep+gz99BNZIl1+YbcVhf9t2za6KWbWnBBZhq+mZ5s3o8fO6pz3vwuuzhtkJSaZ1UXl/nm4JyTDzgr5itbNlmDe6ntFk2GvVgqikTVpGVqxvo1NjZpfi6YTmOWxRHx84OPPfa4zp27qJILgNlcm2bnFp1sn1SSZGOrmdcly1jFePJzxQvWq1nbqWXzMWe7ZilSkmYsH+1KDCT0CkrM06pWV8rCNmYyGdNcWvF12ZtKguyaA/diT7ftQrvqzZrqjWocjz/ptGPnCC9oOSek1nBSDLSXrRusAz8qlrkQgqRgOa2K+zSu4Vl8brltNhteo67UNi6TMXzWlUVvFldd2MH204/Wkoum9bZmvtfdgvECJmwjxy0uJh/Yf6N15S5lkoy+9+3v6sypM+rq6FRbW0Hofzabj4Uz+MlP9H7sFz7uZMMdgl9L3pQ3nACYN7+XDAPz4QNr9p3YeGDoduGftbL5HKiYdiuRxrlsToVsQYvmU9O8KZsP9E/TRAQ3g+sHNeSEVJt50zSNSSYF40K/1LIhf3IO4Dhfth4icwRXF5wI/+Y3vqFpFzO3D291AfIO3Xbbrbpm717dddedetvb3hr/3swb3vAG8dPDJLkoAqReN+/gp+LEofeCKhuHlXJNOReT1u41ha9jTfCbtS1GtoEZnSTYSg0XfIYucBK8O21nOzu6RCGPb0GwFgkcEk5bt27VrbfeIn4O7I677ta24V3q613nouIlPf/8IRXsv+70/Qfe8Cbtc+DTYdt8aWZen/nc13To5RM6fvKsLl28ojnT//KVUaGn0BsYLrmgPGKdy5PkSaXDLiRNTExYfms6b5sz7KTefW94o7bYzzUsd0u2sbwQwYsR/J2YEdMRG3Xx4kUhf8gWyQESDt3epG3x+BCCCrlslPey6bbd/jKTLZh/fbGQN7xthzZt3qJxJ13PeZ4Z06xuu5tadgv2z9ALWnG/VCppsxMPfX19OnDgQHxzjmCYnzytushO27Nnr9hA8wIEsUiazahg+egu9tiPGZZ8h7Zt2yleQtls2WZ++Lv/wH71288MrOtXxvA2rUM128qGYambz/BQ/gTTCT1p2OasVlZUcSKh5j7BD+D52PiYoMmEC7QkI+ZcCBw1nfOZ4HizU+Xyon18wTRe0dBgn979rrfq+ut2634XUR+4//X2/b1+3iVXaDVnP5Baf7d6U36/kyz8RCqxLH5sl4vs8LDhDeQV+4LjJ49pcmpcV/im88VLqljeq9Z7vm396U//ub7y1S/pk//230TdyuXy6mzvVJs3j5lsVp322eh9ERrZBqBPaZLEItpl+zS+qW1jY9jLTiauGva6Oq3/xJ4hBIl/9idN0wx6QYeqbWhLJtCJbvtX4mEKXVu2bFXR8pHLZWPRruzE2/TEnAptndrlwlzq+HzDxkF1FzuVy2fjmtivc04qZtOMutrbNesY4NGHvqdHHvmunn36BxoZOR371u2zhjasd2Jl3mt06/Tpk9GnbnDicsp+GX8yOzOrpoMo4olrr7lGPZarhq+JPS5dviRk/M47Xq+3OkbYuHGjkJV1/f1qb8ur6Fjyhv37RbJ1x47d8Vc8wGvVth661hyrgX/ecXrWcQI8kj/QwgdlM1nVTOOmEtvopuPBE95PLFk27RcsS8RkJHrSJFGapFFvGFs0vZq2begXL3Clph3ygV/A31aWV+WJNe89BHaYdbsc75x34YvrknEEpp7ekkiIEn9NOvaS5Zi/p5Z3zM480465sVPAyhjwx9byM4joYVtbm/3pGd3gZOx73/veWHgNIZjei4Y3UQjB+Ky4LXtPU4s+gCJbkiRed0qp7d/Q0GB8xrzglcvlVLFvm7Xuj7swyjU0XHSRe35+TgXbp/e8593aaltIP+ZgPmw6fcELPJAR7iN76D7wt1tWuEfitNO+lr5Z065mn8Q8rAOu0JjxnEMz5J55uM7AM9sA+sw5Fvna174m1g0hxCNztuZadXyyuLAQZXba8Q0+EN/HfByJi8CBc57Rnzk5Z86s9TGEEP1fPp8TMJP0AhfOwUf+MB54gBmaffe73xV8+973vhd/0QDYadhK7HXZcRa4Qm/OaegD83i6aL8Tr4uMIVPMBcycZyzHjKMfNr/l03gGDMCMrO23XkC7l19+2fJcj7IA7VmXftDjtttuiz8PT8zDeOjBmsge8oVMQAdgD8GGxYvy3Idod5A/znnOMU2TNdgtX3nrHH4WuYDGwE1/YIN2FI+5x3zQEZonHgduwAdMZcshfVLLKfegE+sAK9fgwjmN81YLYU0WGraBrbHMzVr05ci1QMmt6UYczZEXMSv2NanpHEKIugTtgQ9/jHxAG/CCThx5xj1gorXmD8ETG+BgvLiHfLVoxTV9W/hBI3rDP2DmfpvjG+gIrOBOH9aET8ga6yI3Kyura6h4vTOnT3tv+YyefOopq2Ez6jLr0uA5czRt89avWye+lTMxOibme+yxxyKuIQQBg8GO/gBYoBnXNODiXgt+jsDE3BQc6QNewMs4zkMAMwn+w9e8bQw4IVvgkHF8Qf6E/txnDs6ZmzEtvtKf+6wfQhA055ox2CXO41jbh9YY+oAzYxjPkWdl87hiu5O1XsN76ENswZEXVuUYFz/EfOg7Poux2ODNmzdHXwAtgK/dMWe3/TY/t4osgyNrocMteW7hzPxKggYG16vpI7+elKRpzAXkszklaaoQguB7l2NRilDAQPv0pz+tR10MOnnyZPzmKt+qw97wDDqjV8DKmviEYRc5kSHoiNzB16Wl5Rg7YBfxX7xwh42g8DY6NhZlAPyXvWc6fuaslh07lC0vl+0LiMt4Qed3f/t39Ilf/qfq6+kT+Y1cJhuTlqecZ3j9vfc4ViiqYZZDZ3IANe8H+DUr4sNhx5d/9Vd/pW9+42uOr/o06BgvOGaDd13dXWr4HH5hJ4AZG4RsQFfsCfycnZuxjCaK8Z0LIufOj2jOvok9Dc+JpUvFomZnpmNukBwOMQ+6W/A+Cb7VLCOsCe2YG97molymUU7pz3rY2EveT/PiCfYZ2mazmegHmYeYlm/HHfWeed+1+/Sed75bgwODosDa1d4l4jdeXkdOKDjj34mJ3/72twsfyhzoMjoMTOhStDfzC9HvtDkuxMbQ5+aDB733u1PwlYYsAk/DsUh7Z6fYf+RtM7jGdiZpYjgL0S82LM/1WsM5nbxjqJJKpZKSq3YJGWrpKzSH/jTow5H1OW/anjKmEvNYih/o1rB8QHdutK45pzG24bW5D25Nw4p+QF/iZwrnQy6aQ4eaedLwXBYdhloWGt7Pl6N9wgfCj0nvE/n20VNPPqkn3dAF6PqIi6Ff+MIXxBcP+CYz7fTpU+LPGn3VxWv8Lr4SmX/xhRdE3ECinTmZg3mxYRT6Wufj3j/0lrq1vr9PvDiXd+xDbg4a8+e9Lo2NatbxxYz3c1Mzc87vNvTVr39Tv/f7v68/+7P/Hlsmk9OP/fiP601verP3HJ6HvJp52gyJwLler8qI+l/VeYQVlSvLmp2d0qXL5zRy9pQOHXrBuvWY94Mv6rxzS+Rk8tmcyH3kLK/A0tbRoU7Hlx2dPrphM7ZYzziyB9u5c3dcGx0Pwes6bs/l8mIvBgzyp2CY2pwfXSX+n57ViHNo+AXsFXzhiAzCZ3jU3t7hgu86IYfENdyD18iPFIxPw3Zm1TiVZQQdY1bifgc5wk4RR23znvR1N92s+++9T+9517s14HwPa2Lj+HYZ+lZ2DId8EiOzl5tyHMfPAyNLyD52osNxJTBOO5eKTZj0fsQmVMViSeSoWWd42/ZIb+QZnBk3ODhkHWtTkqQqW6ZZhxyhAY7/QggKYa1xA9mlpUkSY+c0TeMx8TXPoQH4QQP60XjGEfrxnH6ccx+YOac/47jmSGv1bZDc8CBgxu5kvAdN7Dcy9pkcmZu+zMc4d/X2sKEkNWyZjI+JiK/rtqshkZI0pYv7NOMxhKDg+RjfammaKEnWYjnmZt7Xtob3VXXrKc+YpO79Ws02vmk9lxLTxOt6PLAxztuaH6231rcW5YPxPKfVPGfN+t9q6CLyhB9EXlLDzXyMqdgn0a/s3HLZsTTj6QcsXNOPc46txri6/T38h96Mp48UFEKwnFZjrFT2nPThed0wNYxTzbjVjSPnip+1MdAohLXzENaOPG6t2ToyD61hmnHPPeOaOesvjXt/r13tx1y0EIJpmsYW17zKrxCCWh/Gt85DCJF/9IUuNOgnf0II8RnX3G+tD3xZ73cK3lOGECK/mJ056Jsx/dNkDYYoi5Ytjmm8n0TdynkvxzVzlc2XmvkJXCFcnc/HvP1TNpeL+4dl597LzovYJahmGqPT9GeOEFhdEVbuoSfQj2e0gufB7lxzzV7td80An0ruiRdgyNVxzQvHvDDTbvsAz5En4ELPn3jiB7FecPjwK8K340uImfElwMGYmuFHFlgP2oQQotyCHzCFECJPeJ6EVL5SsxEk60DTV6zJHMSVHNGbwNMkifRiXAhBzEULHiNvQmr20416UCbNq5DrUMF5su7uPvGFox3O2e3evVdJ1sTutLEnOCK4QEmYJLFwlErFaNhYQP5gtEHKp/Ffi6k8h2kgV7Bz4z5EAmmYS4PozJuzw+hykJskaTTkMCSEIBiRyWQVTACcHf3aHBADIpX0DAAAEABJREFUT2rhyKQ5tRXaHXgUjHQ2MhoCQpycBQEhDCH4WSbOxVq0kEi0bD6jXCGjvItG+XxOScID+WMSB4k1mCeTzcQ5wCVj4UzSND4LIbiv4jl9M4Y1g6BbgPL5vAiWFl1cwNnUqnUbgrqDjprhbBjP1aut7Gsn8T0nTjRJUjUb8sa6GY+sX7ADDSG4/0pcD8cD7cAVY8nPsSZeu2pDUrYB4xuA0Bq+EJgyB8FuxrBzD57BB9oiyUcFF2ukbhy9i2I5O4AOB7N50zDxugj2kgs2CNqSE/1srOARggyeAZiVxiClUm2Ib4Q0TcuaHUxbR6cGBzeot29AeRsA6JNxIWHVibRL3iC2tfv50AZ1dnar7sp/ErJOOpbM03YH2EuamprV+NiERq9ccUHskp595im3Z3TYBVUSRzjxJPXaxn3MG4kXXnwxfkPq+48/LhJSbD4fevgRsaHhjf/Dhw/raW9gDzlQ49tBfLPkkMdMOCCbc1D/qpPjjzi58uBf/aUeffghHT1yWBPjV1S1MWHzsujiBm+nNpzkbrPczjhoQMnnnTAKaoo3QUNTWu8CKEmQfm9CVqqrLlM2HER3kLsTAXTNBoCvux89ekyLDvTy2ZwDwWUNrhsw8y0jXm/FRiybTZW1Yz4Xk6KJhry527Z9qzZuGtTmzRudoLtGW7ds8v1B8ff+eqyfOctrYmXPZ9Cdpha8gUmClPM8ZTuhup1P3nrEt4XnvcGftAysYBhCopDJaPPwNl3nxN9OG4SC9YuA5honUNkUVCo1TTt5uGS5XnbymeQ5RUIKh7VGTXxylptM1jpjXcAAN02XWdNnwvyp2njzcx0jLho/+cMn9fBDD+sV8wSaFUxPYCUYm5mZMv/nNeeiJHwmcA52mIkdWKdhsnJpbnpOl11UnXUyNOu1spaDrs42tVuXF+ZndMHF8HkHvO2FrLZs2qBiZ0HnnUCen5tW3cFx6mQ9csxLBWmSKG+d7ejo9LHNOp0RsGNL4FXi5+DFOg3DUTX/63b6BD88rzihRIv3TcvUtM8XCp4n9Vp1MU/DsNPoh7xcvHjB+M2JOdHLeQf7OePR39frIniPZEMw7o3ztGWMBNG46UfijQ3HuZGz4m9KzFhmgQM9AL6C16QwPeskKxu/mZkZ25ea6k5KLFt3WV8BLjXVNNGDZaLPm5CNGze4uHdIZ8+e1kvWgS94w/P0M884ed0Qjm7Txs0aXL/R+BS0uLSqrB0H9ga+h5ARelxykN0wbSanZsTP2066SAuu3Gt60cSyBa74FNleNJHRfJtyTkqXKZi78NTe1a5MLlWaTcyHvOhvE6QktXaFhpIkKIQQE6/I35o9T8SHvsydMQ2xdTnLIc/pt3q1qEi/EILxSDxXEufyjKIfslyrVeK9XC7r51LwelnLcghBDfMvSVOlxiNJkziGeyGECGeaphEubORFJ+RJgvW5ULdz5y7de+/9Ljb+lDdrb9GOHds1aJt3zbXX64Mf+pB27N6l8+cv6MEHP+cN2Q8E/86NjLhYNu6NTlnwftWbFZNWSZIYjqaWrbc481nLPi2EVMHNEAt8wSeEYNrmImztDlRo0IRvcGHL6rYDwM8YZL9g2SlYB3KZrKrmR4mCrfXh1OlT+u53vxfn2epi2h233673vfc9us4BUr8LJuCIbCGDrD1j2cP3NZuJeZmXuaaGeU2BvdlU1AUSH8gG9qhsmwDfwA1bA++gITBxZGONDiDL/b391pl5nXZx+tzIeW3fvlN1+5lZr0kirbu7y8+n7TcmfL9qWs7q8uVRnTp5xrSsqGE/kc3kNb+wpHnbr1dPntKTz7+gz33xSzrhBOclF8JG7ZewA41GU4u2c2Nj4y5APSLgwNbV0CX7Q36S+ciRV6N+8eLAdhc5b/Sms1qtq2L74IPOnb+oCy7UjbpQiN+sORgFD3T58uUrnn8x2v+mbUnO8j1+cUShvqKqi47QJWNZHnISo2Z/QVCbzaSa9Gb01KlTqnlMuzfLwTIaLBfQM5PJWAZXjGtZ3cWSdVwa2rBJ+w8cUKmvXyumdXepR6lpMGLYMra5S07ILS6tWNebyqSZGFP1ms4RD+y9C2lLplVqucimiXZsHVaxq1MlF+5Wlhc9V7CuZq3zk5p3Ag3bfcG2rWH7lWsraGllWbPzs56/EeWx3bJYt0ec8mZ63v700oVLwjc89+wz9gUvRbl/5JGHdebsGX3+bz6rz3/+M/aZK066TbmIeq12bN+mj3z4w/qx97xXclCMTAQ1oz7yzdThbcMR9+XVZZ08eUJXLlzQhVOnVTHPLhuuEc/78ssvxZ895tunT/3gh+5zUeNRTk7osgvUE07ALMzOaJ8Tb9u2bTU/qqqZd6urFSkkqjjZ0mYf2unkGAmHWevhvBNrbFSfefJpy+cpzVom4SG/+IH9Tzyu0F4wrfKqOinAi0YN25RWQx+z5nfB8V5ifrY7XuJFxhPHj2nFtjuTpCqvVHTx/CWdPH7acj7nItCrsbg4Z/8aQohxasW+CFlDRs6dPaeXXnhR//2//Zm+9tWv6InHH9MPnvi+uro7tMEFujavdf31N6jbenPZBeYTJ48qb3+579o9Lnpeq7e+9S06f25EA/YRm7dsVm9/r3iho264iz092rFjp+684y6P6XTS7CldvHBZL754SGaGrGwq2HamhmvTpi3K5PN67vnnNXL+nBbMd/A9bT3OZXIKwRy0bag4LiRWTmzLgm1G1fJXt84qZNSQvE6bSJIXu7ujjPNSWd18SZNEqe0vdq/qGFiWh0WvMWseXHHsmGZSkRCfd7GRBGHGvKAgPOoELIWKgm1f3vB98YtfFC86ABt8QZ+SJKjNcvzmN79JxF856wyJr/XrB71mVj09verr61OpVLLurYq4jwI4c+bsg7DfzAkcz9inAifn6MGo/TsJKGIcbLxRdGLuUJQdklDoPjKxYcNGbXBxe9l6uGRZqNkehBA06Hiwt69HFYrKadCM4yXkkbhk0Pwt228Uu7ol86vE0bayz/ofbNvyxmOjC9/QDFyxa7lc1qxrqMtyDe14BrzQcmV5xdM0BE1oIYR4jbxht3OWXWDj72rNmu5lx5odHe0RRl5uQTdTw1izj2UMulO2PaKxP2EOjvgU4NpiXwPOrFWNPJX3nu2qODYGHhK36AlzcU2fTCYbeRDhMN/hdQghFnR4vmh7/sorR+wTruj22+/UwMA6veENb7SsX2//lrPPqAvducHxL/zJ2J4yPwll4IVOrAmfeLZq+OFFwfIzPDwck4I85xl045yxFNYHBwcj7TqcVGUM/AY+5IUXPdAp5ud+i8/s9fL5QhzH/TbbBOSU9aARa9AX2jEWfrVgQ4aRP9aifwgh6kzGNOI+z+mLPmWMJ/OwBvLGGPAPYW0MeLAu/Rds53jOeOwOY2v2iZyHECw/zcgDxkBzYAJOzjkyRwjBfKxEvEIIpn1W9A8hxGMLF8YyP/AyNt63bnMPWJHzXCZjf9SlG12Y3mx53uHk7+D69WozT1asL8zB3IznGEKwLa9FWsBb4AKXTJpGOMCfvvInhCBoB77IKfcbBDF+xlw+xH8hhCg7wAlcFAmIF4AT/pMwymYzETfmYE54u2fPnjg/8T/zYwuABf2Zmpqyn6hq+/btts/dQn6QI+wC60ALGufAl4ZUGEnGz3svsWj7x336hBCEjGSto6zLfRo40B8aRBjsO5DPU46FkEeeFUxHeL/qmJM4rOa4A1hBnHiBOZmL+cE3hBD9PHjSWL/VuGZOZAs6Qn+ewaPzjpl5gZP4iOsQPI9zR0XvaZM0Vc3xamJel70+sIYQlLj1FItCL7AV0II5ed7STV39NC03VeMHjMCfJkm0X9CDb1fkbauhA/CxPv2w0xR6uO5wTmzfddeq2qgrZx1q2qay1qrtHLpDf+j01re+VfAVWHjp7KabbhI2mSI2e7cWDcCXot1nP/ugeOkb+nWTg7F9IK/wyU9+Up/9zF/Hl1qhEThxH9uMLQ8KypouGR/nHH9YuBxVSbOObbts43P27cRCH//Yx/Rj732veJmOb+2jp3/0x3+sR1yYb5g2vAR766236wMf+KA++tGfduw8I/6c0IBzNrwASL4kuF/NMW3E13KQZjLuM63/8B/+Q4yNn7df56dAgZOiaJokMV9FQn3v3j0iecq65F+QX9o999zj+GGHiA2w+8w9NzcfC9bnz50XOoAdR7bgCTSmD/I4MNAXXyLAJuMn9u7dq507dwobjP9AhonVG45Bk2yiSt1xWxJUsP1EjijMF+zTe+y3z54+q6mJaS0tLDsf8Yjjox+Kl1zQNeBiPXAKIcSYC3k3OaKM8/L7n3zqU947v6RN9tHAkbOOAScyk7U/RWfAJbX+NyyDNctvwXC0OX4MIWje9nTe+gqeIQQlaSJkBHlKQirOkaU+w8rayAFz0h/8adAn9jfdkySNNjhYLriPTMsfdCTxc66ZL4RgG1iJdgtYGQ//oB3POeceuoJNax0Z7+kUQhB5hcRH4vcR56jY1x0/flzIQtUxLnIJ7uBHgy58M5IiKT/n+9BDD+lLX/qSvvGNb+iRhx/2/vcJ8Ws9lxynIy8jIyNCB9EbYqjLV1/co1CLrWS9844nP/e5zwld4npi9Ipe8F7i0e99V6dOn9Si435+AW/Ovj/NOL5R0OvvuVd8uQOaHrjxRv3Ehz+k93g/sXfvNSJPCT0WrEf4l5pjq4ZjloZlaGlxzjmSk3rlyIuOdx/XY489rB8++YROnz6ucecJ551rWy2vaNp5mdnZafu4cuRnCCHaGoe4vjZPMzmFkEpuFBPXOV+Ijcg7Jms4NrNpcf+m+VOOR/kTQoh8hRfYEl6u4Asjk5PT9lt5FazvIQSlmdT51E7lHc9GfjtWlD/ghMwsLS3HHAG8YC74Aq3RL/w4e46JiTHxS33gE4Llfnbecjof7ey6detUss0dGBhwPuNN4gsW/AIT8UipVDIchYhjkqbet1VirM8XiLZs2ar1joGQe2SWOZDJdu9h270nrHhPNTExqZpzyG0uGPNy70D/euedhjS8dbt6Lf/0J2bCblUdEzZMqLr9QsMN/EKw1Ltxjv/iuVEXdECWU8MUrAM8pzH2tQ25pw/9OdJCCGod6YseVOxHmJt+NObimiZ/Qgj+vyK/eMYFugsM4FCwX2NO+NGwP3FPW4ZmbEmain48T9JEIazx3Q/jfMwVQvD9xLLRiLAlV3HiWas1r56wfsN7qOAbiTyfW5qkHpeN6zA2BM9lWwn85A1DCKp5X1X3OMId7sd5rtIbOnCNjEEPzrmHDCFTNcsc1y0e8TyEEH0C9qv1rGI6cv7a1rD8Q6uG12K+BefH8QO01tzA1KINczAn/VkHtHnO2lX7LO6HEIxvGvFN01RrOAf9rz70B56a7TRzoBs07tNYa9VxP/v32M+40o8G3vRh3hCCQvi7xj0aML62MQc05Mhz4KMhAzTmoyXpml1nDYu01/UAABAASURBVCUh4gMeSZpGvKAZMWwIa/IS15D+nszQP00z0XcVrsZ13KMv6zdNcw+w3pZte1YZrXbv4ciHZW07gYt1GOOHUf5CCBFP7uPXkQn60egXQqBrhLHTMRTPwYcj9mLN32QdB2zUgQMHdNddd4l4GX9OHHXzza+L++tLzvU//fQzOnb0qPMeR/S883aHXnopvohPPo14G1kBD+iWsR8OIViOa3E/An9YF5h4HkJiMqbK59qUyxaUzebcshFOYI+0lD/ojeeJ9xz3hLBGXz+J+CNjVSf76q5fqZGo2UjtF4PnzilpNutqWLFyDi4heIeJ2ebAA4JDAAxfCEH+p6b7YYAhJH0BUv6AEALNNUAyB8Ag+CBFQyhpTXdESRBYiMGRYGFhYdEMLYu5GAsh+Bt8o1fGY5IUpyAlig7SCM96A08gjnOYnJwyAXFEjTgeuCEieAEnDgzG5kxwYAKONYFuiH75fE7gTwOH1A4qtdCCJ3iHECLhuQf8wAacJoixV1zTXQStMP44DxpzhyTxJqnuTftidFDgWbEjKTuBveKEBfiTgAEXNkTAVbPCghc/CZWaod0OloOVor2zS5msYbXjzJlfeR9ZA5igMQaITRlw8ozGfBUbsZqDHf4eIn3WzpeVJlLTxp3xWa/DW/91BxJNywR0a3MQmCSpaVOwkDZiAdXsU7ByhzRVw8nNpeVV7+kSDXljyzeA9rgQ5w664qQ0f7f0nJObVTu/zZu3aN26QRdPi8pm2hx4NOK34OAp3ypemFvQpMfMe6NwzkFV1UENcFWcTJlz0rZi+JteadaJRJLV585d0JFXjzmAOuPg5rQINvgpylMnjrso+opePvSi+Nt9p06edFLvOT3uzcSzTz+l40df9bNDevTRh3XoxRd02P3GRy8rsfdqg54+yvh32AEWLC9V0w5ZQ3lT47zRQTTwEgh1dnUo7+L8ihO5Lx0+pJdePiR+HvD4qZMadYBSMR8bJAlrpp2DAb7KfvHCRetS0M033+wNQruLx2MuHF/UZdPpihO701MTIpjrc9Kst7eovIPyXS7I3HbbLSLR2/CcFa+36EBvxQXYhhMb7W15ZS0fPEtC4kS2VHaQkmTbVE+yKjcTLVcaKnR0a936zU6SDmr7zmt08HW3a/26DYIHyB6tzUH/ihPuFAXGXXSemZnTZSeqkCOel72ZTL1W1Y6rbCdTMX8orqBTUjAdrSumExtBgt2KZb1umM+7GEIhuuzxOC76TznBvuwEiEIQNJ5wAZFiM3wA72yaqL1Q0Lr+ddahqha8CZlyn5EzpzU9OaGXzL9DLzyn1aUF9+m1kUxV6uo0zRI78iXj1qfeYrfpWdaKaYXtWnKwDcwynxPr5lpLxSeEYFlfM7IhhLjmqvELgft5G+K8gv9LlBrPVHXztRaDkLp1oWEbtBoTecvGqWp+I7/YuiUSor6uuaXWnTTI45seX9WSkyDgPjk5KfrR0jRR1esuLsy50LUS+xHkLxl2ZJ/G5pwEI3Zj3HpDAf6wiwazDuqLxS7r16rKLtIYRWGrZnx/1bQfGx91cL1k3Ttrx3TF/coaHFonkudbh7fGbyAvOABfsX3KufiZz7d7szCnZsgo396pZfN8wXZr2c9XnfxuGpOQpMIu1ByMYZdy1qOyn1OUga7YVJluqy5y8g3oxDLdbj5BjyQ1LQ1kzTKy6mTw6tVfCag7uEFW5uZmbXtqkS+p+9JIRBDkdzgRkaRpfM54GjRvNBrGuakqTs+2p264uK+rH543Gs04rmmfBswFF+3z3qDQGkaGjVXdY5ucezywcb1kXmKD5myHOGfNFSccVmwHOfa5iMWbtdO2Y/tvPCi+ufieH/txve3tb1fGmyfm77RMXnQh75lnntUXv/QFsTkcGTkrgm7kBt1gLnAN2axpXrH+1pTPZ1UslhRCML2blrl6xAi41nAoGOdqlEPmAT74QKeGacIRubriQGV2ekZl8wPZ6+zsFDwiSGm608BAv9a5ve51r4tJOXAvlUpxTfoAF/4UvSYIqVgOyuYfviDY/mRzOdEHWDsdT7iGr9TRfTCtmRtY85aRrHELIYg3z9CZEIKICaJMW88XvSG+dPGK5ucXdeb0iDewkzrtQhkw4BvZxJ90oZEi2pzl+8L5ERd4Luq8/cey44l+b8i2eVPH5mLa+A54Q9jft057du3W619/t9at63fissuyUtcG+69BF0xIrPM3VkMIImG3f/8Nuva6fQohOADcpJtcQL3zjrtFQmrVMv7CC4f0yqv2OcdO6vTZ86JAC3zQDHuHb0+TRInHZ02DhjffK3NTmro8ogtnjqlSXvYzOYDsFd8ChKZbt24WP5/8hjc8INa//4H7tXv3nghPaj+N3Jdc3NpomDkH5uuuv1733f+AfcR2KWRsYNJ4LPX0q2I7lbddn3KhlBjlmr371Ga9bto3UahqmukrLrA2rRMyj+BPLs0oWH8S6+Gy7U7Zha+m+5OEuuCExunjJ3TIAe5J+9t5F63mFua9kV5Q0/9ZBIRPxKbNWX+nHZ8x5tiRI04WPqJnn3lax48fjX+PE7vW7yJ9JpPVm9/8Zv3Wb/2W5bph+cka573avWuvqpW6Rq+M6YRpnMsW1GHbMTO7YL2oKs3mNe2kHDJyxMH2BRdPTxumyfEJLfp+mqS64Fhh3rifcGB+zAXx7zsWeO7ZZ5VpSnOzU+Jviu/euV0kTzI2zs1GLcZyNdNN/oQQhE1Ap9C1YndJZ0+fcULoUeNxwsXPZbEOOtHmREEIQYv2N8R39K/ZjlTtB5EJfi4Yu8Tci6b5nGUbvZlzkq3pfrMzM9Eml21nU9u2KSfZZ2dnba/P6bwT0CSVSC4h+4cOHbJOjBtCqWzbHv0/PGw09MB990eZZU3slZLE9iMv1sZGoXu7du3U0FC/9WtW3cUObdq8Qb/+m/9M23ZslQKFtMQxws1645verF/85U/oY7/4i3rPj31AH/rwT/neW3XjjTfpwP4D1u1EfEsgVVDOMK8aFuzmdTdcr6yLQ3nb1nnjueyE1Usuvs5Mz6rDSZXEMAFH2bhScMWWQq+yC/J12xPuyx/u0TpcIMyZ3yGEqLMhhGjr6rbP9MUv7N13jeT7IQTrVF9MzuWzOfXafhU9PvH9gmOKl19+WQcOHBAbuXUusmWsV/AXGDo7202uoDSTep2GKJBgr9Ik4zhiWW1tbYo0lZyEmhQ4VBwn+lJtnvu6664zXYf07ne/O45FR9G71LThnIIWc/Ly3/3336+3OiEPLZiXdZgHOBgD3mmaGKWgGcsB11OOm7ArBdtQ4mL+7t+E5T1NEstpQ6lxKTteLvX2aMb619HdZfkoM61Sw4AdblqvG/VqfBmt4Zg/sW3K2FCnlv9cLmP5x5eUjX81tlXPt2y+QufE61jNY8xJ0r3uuKbsZxedFP3c5/4mxhfQEtmrW6bpP+YYJWO4aFxzLJkn+B5wDiFE+QRn+MORsTn7zD7b8QM3HrBeVCKtsSvQh0Zf5mBjP2efDB/wIeDJOq2fYuJ53rKIT2mzLcxkspGmrD3vcTn7rIzhW3Hsxjlzw1f8ErRest/nGrk+6T1Fw/6UZyGEGEewHuPAGUJTYBuxHyKJzN6BdejDM5KjVcfPIQT7/AK3xNpT1vUkCWLuENaO4NCaF9mhH8+hDbiyXtn607TdbjabIm4Adu4tOrbkHucsAgyMDyGIwgHzMAfPGAPPWI8+rWPTjD5x4oRIcNOPZyEkAhbmBjboEkJQa4z8YV7m5AjeHGn0oT/jeM4c7i6OrF83XZrWZ9mO1R1b86JXxfgxFhvKOGQjm8tFmjF33uedjgWHnLwFL/qwDwdf5qWxBnOwvyDmbtGEZ9CSa54DQ5okdI86A4zQiRv0TRTiuiGEiC/yNzw8rGE3YDG5LP/LMV7lBRnkhme8oDo9Pa00SUQ/YKPwxjlxCTIuf5gvk83GtaEVz1mXI3RzF+tmu6EIimu5KJQJGdXKNdvgsotES+KlU3BB5sEHHNAReAeuzAUNWYtnPcVShJe5GddaD7yxrYyjrTg2n7NPBS7m4TnzAxfnzBtCiHPhs9AbdIR4tsNxYIsn9N/pYhgFLGw283EvlxgP+0lg4rrivS04YBeZm36sx3Po124fsteFNfYCiddtwQBePG+z7UhNqaxjGeQJ3HKmLfYBvqA77fbX0AbcN27YEP0B68x5rwnczMP1kmPRDtuNAcf3tJILDIyj6I0d2717t0II0RbQf8eOHVEm6MN6PL/r7rvtE94l/AMwjo6Nxm/j8UI8BcgtW7bEYjoyDJ7g3LD9xCYVLOPLhqFuP3Pccczffvkr+os//3NR/H388e9ranpKpZ4exT+p4/3wA44Z/9E/+qje+9736P0ffL+GNm1Qu3nAr6/UrF/L3uNXHN/d8/p7tdWy29Pbp5/66D9SsbvHMfQl9+2MthY4oBO827p1q4g5oXMIlj8TDZsVLNPADq2gK9cUi3jJCDnALq94vax9dyabE/yE7tu2DTuOvlX0ZVzWvEH2mrat6CPXFfsWbCXX0BEdohFjI5N10wf48H+sOzs/Fwtq/esGdM21+9SwXyP/NDo2pjPOG5xzDHXasdtjj30/Fnd/7ud+TmfPjOjf/dtP6kXH8jwjBiV277BNQWbgJ/yCz8QKky4CXXSuhrXhHf6IlwhZP+e8USaXtbg1o54DI/LKt3Q5ghPwIlsmn9IkVZqmoh/rQFv6kI+DJrlcTrwAwNqMocXnV2lV9h6EeUMIgqbMA53QO/jBPeZljTRNop2lP3OzVpIkP1o/hDWfE8LaEfhCCFGuOS9Yn8avjIq9Y6mr2/ZmRdhc1jx58pTj58U4P3Equs8YeAfs6DFrjoyMOJa/4pjCMf3oaPRXwBFCiLEccENr4qhZ76H5dS9owBqzjn9afKdfh+WZdYiFiefGva8dcbH8jAu8y85RTOJP00TEW7/6q7+qX/j4P9G73/MeIaurce8749gdmBsGtWk8pbJza+QgFr2fOe89+QXDS25lemZSZe/VQqgrzQRlchnrekXLK4uWt3nNOVezaL0D3mXHEMgNuoP9bNiXsX9IHV/8/9j6D3hLz6u8G77WU/bep+/TpndppBl1ybJ6s9yrZBtjgWMgkEBohhdCCQSSL2/eJJQECOUjlEBotgEbA8YYN8m2iiVb0kgjjTS999P7Obt91/8+Oo7z+96tufW0u6y+1r3Ws/dBPhuOt5qOv/K8eE0XenysJZrwDP62rQMnvDY/g8lLCcgbekSx+ZxzByu2k6X1qdc5vS7bpYjMcfys5uwPFuaXEl3nvAced/H10sUx73NmfG8xNea5fHlc7EWq1YrQ6xscq1933bXKs1wtxxK9fb0ifpjwfqSwrPGtMoodhXFA7quOPctKRVmeu2UqKqVKy37p+fBLeV5o2Pu6vZ7zWs/dX+9P+5dxx67gQI4EOdy5a5f3eVfbBgwrIks06Onp0aj1F7mpOdbsp3tkAAAQAElEQVTGv0esyiRrN63zEZHsU+71oVeWZYJmPKdhRyLcx/DybK1FhCJWm/yJWD2nvy+/+Yx5aeD7rWNX+2TiWUQkeV8bu9aPPsCydmyb/x3vnVu2u+AsEyjPM2UJZlmOWgl2Q5LucT/CV27MwfxrOLUtF7SISDBAq4jV89y0oBko/qnd6qS5m7bzDe/fG44ROCeukj8Roar5ledZiq3hNzK7BitHKRJM8ge5Rt9oy47JWBvdpKGzmfEBvxX7KHR9cXExjc0Nl4cnHFljyffBZ62xJvoBrZmH+TivWsYK78HAl5e7mJtnEWG8mkypiEgyExFpLWi86HzclG0H60M74PrWFrHal3sRIT6sQWNd4KVxnmTLfXi22g+aNtOawM99GuvQ6EOLiARbRHBpfnRS44J5WZtzcIJezEXjHvM1vP/lnBfKgIX+EbE6R8e2yg+zyNIaPv3mP/qRk1sbw3WW5cm/QDvoi0/oTnpVVZbnqpjO4LkGF3B4CfEBFo6ZectzroGZY9tyHbEKQ0QoYrXRn/E8b1temQ8cl5zfhUZFUVp2C/df1XfgIb4glsIWESs98MAD+r7v+z4XW+/VbufreDbi2AuZY27mQh7hMecrlkfWogEf8olcsbZCMmhqem8BHAmGvFR3V29q1UpNvChYJFuxSuOGZZg5aczPWhyZk9b03qQN/spM24rHV5S1jWzHxrNjCGnyB6JDPK4J7AYG+pPhAmkEnDER4XuFJ8o9Qkm4GCMbioGBAdEAfMoOEOceEXYYXR5TmpCrY2AgRGSNCsbYRjsiklPF4F+6fNkJ/wvinLkyC0Uol/2QhSps7Oc174QUiKFETSe/2kbQqKQkMMIGASYnpzQ+NpmczdTkjKZcIELZl83cpoWWuVdcvKBxDQPaLqg1nWxYcRJhzsnESTsVxmAMpqYm7YjmkwGif2ZBQyCrTqQQKILXmtDmdiplpWKY26lhFGisCcM50hAKGvDO2AlOedNy+tx5XXTgNuRkQjM5kEw4GOYnSGcDBv1YKyKSsYLRPIdX9IEGFFFXllbScwpK3U5uwWOZVvRvWwZyGy3wQKByCxrq2rGgrCCADmj5Vhow5OZRd0+fat7IZKX5X1bVb36PrluvcQcvBKlf/spX9Nijj2nfvhfMnwX1WGh7PQYeHDt2PG322uZVT1ePpsYnzNEQvJh2UgP5mXNydsbJRYKggYF6evMK3tQH6yLxKhlXM3nIm4cuF/777Pi5jwyBA4Fo0xuxloOWxYVZ8fba+NhFjbnAOeWke7ed/ujwkBUgVBrv7q6amlaepgNTEk18y4yC1Soc02LM2NilFIjMOMiiMHXh4nnL5aTmF+bET9xcdOHxsguhFy5fcHJ30snUBXX3ekNiZ9XlYGfTxi1eq6KWHap123wc0CsHXtLXnnrSyd4TRrudioF8S7inu6aBvh7tvepKvfHB+50UHNSBl/brK48+qstj5wXfrADqtUEcGTIe5kNmPIpal6JSVThp1Morakap8ZkFnbvoBG0zlBfdsk914Leso0dOuxj5io4cOaGJ8SnjsWgH1RKbia9/4xsiOKZIIstVXhTpm1rT5kmWFUKfLjl5B7/GXaSYd+Ca2yhb9Z1k6VWlrIg3aoFz2ro26T5TtgOhLNFwwYmpGW9W2RShCyS+L5t+yA9GCwM2NTmhM6dO6/LlS4bxsIvwXVo3OuyE/UzSu27jiu6dcRGa4P1xbyj3v/C8Xtzvtu85nT513HZkXu12QwtOKrXbLdM/U1FkoCTgpRXGDX3BSGOHsFtsOgvbI1qXadzltVouTi8tOCHpoIgx8gc7AQzoL/gk2C1H6BTPaMhjpVIRic88C+VZpsytY/llLDrPWOZorCypbZlt2ebINpkxwLbiOekz6Q3zZdvEKdsiElz797/oZPE5F4+OmUavaHl5XuOWc2R/eGTIifOGZk3rCSdUKYjPeKOJHnX3dGlwqK4p27ElJ0GRnYuWb2Aa9qYaWX3dra/X7XferZ1XXKma9bfbQXuPWwVatOW1VsS3VUs74m4Hv13dPVpnG7Bx42Zx3uN7vX19iVc99R4NmHc9gwNiDXwIdm7aCfam7QD0wrY2jTu07dj2tmzkwwl9dBr6QSvom2ymbfaM5YdxJqP5vJSKcNCSe/SNiLQW8zft+Fq2n9i5tueOCMF7xrYccLbb9JUiy/0/WUYKj5X1oWl9baW+wMXaHQ+qlKXgC9fINbCQbDzlZDK0XrK9ZBNyybyq2Cd09/Rp2omQXtvJrCi12UmJO++5W3fdc48+8G3fpp/4iZ/QXXfelfg17yIM9jzPMx124fBTTpqctB4M2V556YTrGixZlif6Ih+59Y8GDYAJ+tLAPVNYrlqacYDJ3+R65plnxN8I4hv8E07wQbMTJ06kxMxprzVYr3tj3qVlJ88G7PvRATZfU5NTOnniVGqHDh4WCYwJ6/accWPtiEgy1bGuTdoWnj97Widc3AIO6N/txNXJkydS8RSdHRsbczHqoNfqtt3oSbiAG/CAE3EDG77Tp8963ukE8z4XkI45GYJu1KqlxnhDePKyjrz6ku1hrloZ6u6qat4+hBcv5r3BDRsmq576+wacXHqv7rj9jpQ0o1h57bUuvmQd8bcoSXL19vZpvYuqyGNvb7d5sqJOu21aLKtj3W/YH4IzSUV+lr63r24ZkWORBRcQl5NuIxd9ln153X4f6/196i4LZbb9eaeTCk55JlFQQrZL226prab1/tZbX6frrrlGu13cazomGbDMFJa3wcEh2/4x2+4ZdWw/qvZZU9Zr5HHO9u3S2GW99MqrevHAqzrpRM/RYyfVb11WZIYinGybVNgf9PTWxc8fnz17XiNDo8KujTmpkdveRKcp3gY/7fGXvelFhqMo1d3Tm3x8WamIIP/wocN6wb79qJPsFcOSRXjuELGSz5JuFEawUilc7Lto/zKmKccGyETDQe+Ybfqs9XfZtufF/S+lzfTrbr1NGzdsNBkyLS02UlLg8cef1G/999/Sf/5//pN+69d/M8nw6ZOnLHfT2rR5u+pD62zfFrV//37DfU7oDd+u+NpTT+nvrTef+sQn9cyTT6nhOO+yi/P7XMgzMXTZhZ0nH39Cf/JH/0uf+Yd/0IITIcd4AercadOjIXRt2rrShe5aZis+4gM7Hozvm7BvKsuqsHFDA3Vt3rhJfY5B8sz2Q6Hc/ETekd9Z27h2I7S80jTtJJkfxFQN272IXFlmmXU8hsxHWHa9XkRYplrJVzKH/FmxDyiKQtjvy6bf6dOmg+OZRmPZPq6pPM/SxpiXIPIs9Nyzz4qk3yX3RWY7jrL2XHODdaNPeVZ6/nZKLq4Wdpa0Y8dWdcz/+YUZdffVNLphRDfdcpP6Bvo0NDKs07ZtS4tNZYaB4m/DdnPem9am9WHO8SpyyCZ22ba5qGSWvbqGRkc1MDjs5ExYjxou4NSdGNyc7OqE7Q62qun+peW7v79fA5b13HasZp9SZJl5sWw4W2ksfebsyxRSWamo4hYR6ciziHB8P6PS9nXZMsaGHbjKLBdrff5zn9Pzpgmy4Sm0c+dO47wjyQw+MPe6+CX4AI3b1nni62XLKLZg1jjyzUb6EBtiyzLDSNwJDuvXr1eaw7ElfZgHGcD2IZfMx4aQ+B19hV685U9RAV8OPvCXfpyTRK8aR2hBIr/LNKmVFScwl9RT61HH8tOyTNGuumK3+m234I1MhyzPFYatY3lt294AB+vRgDkizOu22rZH2La2fW3b/nENZvDodexK/wj6dsS4Lvt+cGMMsRqJPpL54A9eyCjFjWXTH54wH+e8VCfDUjE+jF/DE75ERJIHfCh+i8Y5dGONBftD1q45puUYEdq9e3fSPWhl1Uh0Zz14srZGRAiZQkeRM2IH6ACcwMVc6Bbr8E0KcADWtZiFhB99hhxfQw/G0E473uTbg+DK2ox7yvaGX70BH3AD/tfdckuCE7iQI2gJDFzD88JyWvEmPssKsyxXnpXGqV95XqpjXtCWnXQadwzBkZgYWUAm5ucXtOy9CvCgcyRaK7ZHwNTd3SU++GziWdaNiGRLoAN9aNAZWtGXecAV+nAdEeKa5zToBC3XZEL+RIQK2wJkG5zgK/SHJ237f54h5zToyn1oiu4AB2txj6OnS+txDSzAx7Fl25BnuZC7XseXmdekDzxDt6E98EWswsI8XAMP5xGR7Ae4rMHQ8D54cW5BHceE4f0vz6BRlufJlgA3Po57ue+xHjCyFjABO/fW1oHOffbx2AiOC7wIYv4R23zavuWE46oDBw7od3/3d/V7v/d79oeX0n4W3mDvKLoxF/RjHWi8BhN4RESiDbDQB/hYnwZM0J/xrJ2urSfHXVD420/+rX3ulGac75idnk3xMc+ZIyKSTWU9aLl+/TrL07LlryfRgPXpy1odxwWrx479S9U8z5OvRX6Aj2f0XeXZSppH/iALa2uBE31o7PPbpjv0IqeCPDAXzzq2uXlkjuO6Vfi44n3ls1//RnphBVjpAx2gOetR9HjppZf0sY99TCdPnhTwwB+ewVv4ZVAcVzVs7zpq2Id2bA8zheO1OUWEfWc74QWPnn3uuXQfm4G8L5qXxMq//du/I9ZBli85jmgbzrZtp4zHjOMEchjEpOABHIvWW/DDVnDvr/7qr3TZelytOF51zIts8LxSlunbXvgF4KJQCe0ZQxxOjGyzKf6eLi8h/dqv/lctWPcp5u65crf+n//7P6b9AH9/jELhJz7xifStvz/4gz9wbmLCst/Ug2+8X+9/30P6+Z/7Gf38L/5b/dtf/AXde999uvf++7TifUq392l79l7r/rP6mZ/9OX3j2ef05a8+rk85fgJf+EuD5u94xzuEfYc+PAMHXjjscVEL3kD/iLC+1nTCco/OIQfwDJvInoNfCDt27JigITylDzjjR+kL77I8T7wkv7Bgnw8fkSUa45B1xkJfeP85+/ann/maTp08rhnnkMhHnTp9UvzaCbkM4uSK/ee2HTv05re9Wd/xoQ/pF0wLYMeuvve97xWFX2zn6Miorr3mOvP7ZR048Ir+wTp85MgRvfrCy2mvgi3kpVfiAXzfORe2ms41YeMjy9S0vnSkJFvQpGN6FOYzMkGDz9CJBl3lD/3AJ3fcCJ2hlycQ534snnc53gd36AU9oBPXwEJ/xjMnulaxn+WavhxZMyJEv4gQ/0Fz6I39oA9zsQ59eRbhXm5cA/f01JTgN3PwchAxC/obRpZf+7jsYjXPuYcfJCanyHmCFy+PHk15XPJ58JC9AX6Va2SnbX8B7NyDt8DdsW4hn1mea8HxO0XrLvu2rq6uFLMB8xqc2DBkhV+rqzlGQaZX5mfUUy1Uq5SCzsDd09eX8lz0b5tPiU72A8jA7PSkjh0+qKPeB7z00ovm/4s6e/ZMyvM2nZdoO0bqeAyt4X1ay9dZLuc6qurxPrEoc7FHgIa0ln0A8IEXMPdYzziH5vMutradh1DeFlcNNAAAEABJREFUUVHJlXn/uew4M0zMinkHL6A5thF7g67RuAfteaFyNTZaSP7kwoWLOn36jE650Y84Y2lxWeTvOJ9wvuiC93jYnUXfbzp2bFj30cm26YwfgvbAa64n3WvaxuWm3ZRzRmfPnk28bxon5As8gDP3njbyTEVZJtnKLP+yzKBriVfey+DnduzYqZtuvsU2537t8X77muuuE7aEOK5qf9X2WhEhaFMUpRa8r5iyz4KGLctGOnpt+VM45mAd4Kd1bM/Xxq89c7dv2heecR1hzNwYu9Zyy9b/W+M5YzjyPOHqvtxrOOZe4y9z09augYX+3woHsAMn+6RQZjqV5nchKVej0VLLvGg6zqEPjXPmZK6IMDnDfeVxyEnmsZnQIWCjMWbZ8TbjWIuxEZkiItGg6TUaLrxzn/55liuY0XSTnUvbdMWXVZ2n7rEdZ13malov2paNZrOlKe93z3tvPDs7KX5xpua+yA4yhb874PiGFwyxSU3jwjoRkfZd2HriPnwZz1l6ZnY27dU4z01X4O+8JgMR3isbH2Sd+8BAH+akobuswRE/iXy3PRbcoQV9acy9vLSc4h7m4jn36EtjDvrTkGt41mMdpQ/rIOP04zlHriNCLes983MNPi3Tb41mnNN3rXHfgQdTKmKVH9yD/hx5wFxV+yaO3GMs9wvrVma9aptPqfnm2rev1470920BL405CtOTY5blSWYiwmsr9cn9DDyBvVJWVFqXinLVPpZeL7f/8XLqmO/MDSxZlqV5OIdm3I8I25aV1CLC8///NynEh/7f2rgXEWKdiMyXmWNG4sYV07aV4hnWWYNzvffV7NWJkznv7x9wPWQ45Zr7+vpFP2CjQX/WAmZPnOZDhla8V2o6T0GNh5e+Fx1TLDqOwlZOO15gP7XkfUGLb5t2QmG4oFUE56E8Mw3cADrpi+WNdfTah3VZP2OxpoMBNq0IXdPKEOGAyE6rYsPOpBhQgGYCGF+Y6Izhmj5ct230LrkggvHHqUaEEHScK4qH8PdYWQlYeiy0/U6e4DhJEo6OrjeBRlVWqilwAEGCFQDEEWFkSzO9YSe24gRjnmcp8C/LqrIsT4EgP+835cAWmBg3MFC30+1ycDWrSxcvW7EnzSgXQ0yApg3FiqtKc04C4/iBkSBpwcF70/h37DSZo2GHg8KwuYoMRWopIjxvLW06PFWCF3yZiznAs2NJYbwUidls1uuDg2lcZqbwnCM0hX5ddjq0yDM1LMi8SdfxOji5iBBCRAN3+QPzoClrRESCAThXedlMzK+bvj0OLKpl6cTkXHKG4Mfay40ldTlBCN9yKxh4ps256UKSzyB4zlYyxvL8SxbGRbemNxA8X7EDaDmZllkZh4ZH1G9a85v5Bxx8nnCgTBEMeFo2PBjbR10E/PKXv6xDBw+KN8f4e5gty9xgve7C3ISTjA11OVg8Q/DiDYxRTMHXhg0btMMB8JYtW9OG6LCTtyTnSfLzJn3Lxe6wQ2hYJpZc1GTOTrspntWqpXgm85JzWT5JToevFxfn1XDwUprehfU58xzVSmFe+cKLVyoVnxdJGXP3KcvCc8kwLDvRO2/lX1Jmecg9uGkYpmemtLi8qGkHHpMuUPEG74LxOO7gft4bqxMnTuplO5xxJxBJesO7wfqAqmVFmZPosx6v9oqKXE4gLqlwcNVpN3Th4ll94xtP6+mnntDJE8ctc6WDt5r7LIvAa95rXvJ6s+bNtB3H/EpLCzYIU3PLcj5ayquqdfV7XI8TmoUTulK7UyovurXs4upKM9OOXXs0PLJBAwND6uuvK8tLlYaLbxIP1AeTHJw9e85B6IITMkvCOb584GW94EIe365rWma6bCsiwuNKLRuOlnWobplAbyumpdUhJRDqnq9adpkVHePQ1sLcYiqsExg2rNu1WkVdTkZiWwi0t2zZpJZ523bC+Mihg3rZa846MORbRsePHtERyxM/EfM10+fgwVd0yoE7948fP+rN6yXB++GhuhQtIROF+eWb6lgG5E+WZQlmbBq6hl3ivFJW3D/Ef+mt5o6EkypL0y7Pk1yseGOOvUTnsR/YrKbx7hjZiEh92ja68od1fHDw1LANWuJUuefJ80zIoyyz4eC6bcfcsM1ZdjCBHVlw0A1tTjuBh10dd8FzxvxuNc1/NazTUzp75qimpi5pcWFW5885oDYNCKw7hp5NBTBnXofiy8TUhLyg+vv7xDfe7rv/Ht1+x216+zverg9/+MN6yJvK93/7B/TAGx/Ueutey/B0d/dqvYsFQ6Pr1FcfUo8LUlleqOICwLDvbfCzURdBduzapTqJR2yCizgj64Y1NNKvwdEBgRe4enGtLDc1a7u7bJnFGULvnt4+hXkhf4qyMG0yy21FFQdt+JWW7Uie55bFpqD5nItH0BrcKpav0n4Duq/RrGW4uV8YFk8pnsn0yPIQH2jMMSLzWkWSgaIoU7+mx+ZeC7iYg3P6sh6NNaa8sZxxMYh5MsMNv7CZ8/YfMzOzOnP+nJ7f96LOO4Fy4dJlXXYRfMxyO+1nl5xMeeXVV3XoyDGF6bhofYG3FFgImnpduEJuznmTTpIW+7neAUXLtpf1ecZ64ITssdFp2JbyDLoseT7uASN6WbOdhx48oz/z8Qy8SOoit/zsEg3abrOtveGGG7Vl6zY999zzOnjoiOa8uem37vaaT7y9unXrFmH3aJ2kSy0H3OM6deKYlpz8furJJzz2ubTRI4kELsjw888/p3/67GeTDWFDCP/4hj5woE/AWJhnS948AzvyvzC/qL7eAVXKqoYsfzfecIN27timJW+WR+v9unjmpCZcVJqfmxG/MLCysqDDh1514uOAFpcWbPOWhAxtMA1HR0ZcjFjQRW8sz7pgeO78GT9fdCzRraplDRj4+z4XvDktLA/wtihz8bPz01MzyVZx5O3fxYUVi0VmWZ5LeE45KCsM+4h1grgGupc26NVKqfnX5LVhOY6IJHN5IM8NZZ1QzRvKxfk5bd68SXUXrwdcwDpz+oTmfW/exeBF0+O49ZpvmfX29juIbSQ9WLduVFdcsUu7r7pKrDlhGCYsl3m1S1t37tLI6AZNuQg0ODyqO+++T7ffdY8Ghka0bsMm8bbyEy5WXjx3XkODA5L9UJZn4u+kbjQcRVnROHJuXW1a9pBrXrDB1rW8QVtyQNqyDexYX7q6qqbDtHlUyEqkBcMdtoM8q3qeKfu9fc8+rS/802d07tRxvc5Fuje/6Y1J77Za3qrVqlY8z4o3fXlRtXyc1Mf/4qP62J/9qZ76ymO6YNxJdiAzly6P6Ronu3pc7CnLUtCcDXvD9qTjNWe9UVtcWtQJJ/Ow3c5PaMZx4Ysu/vLSTtv+SlbWBRc5z546rbb9zqVLF9RsLmnQ8tTX251+KWLceprZPrCxX7JOoeuL1gPogM6gg0sOyDOblJZhz/LcFOw4fmsoL8P+IrPd68imXQ49TN9cmW2FQbQfaIrxEZH4iO5GhElnq+0j18SlHJGjSqWi3POzFjKx6NiiY73jPj6LFhHK7N/GXFSftL0B3gn7ioH6sKpdfapbBi5cnrS8t3XmzAUtGRfm7+nt0smTx/TYl7/oZwuOw+tacfLo4sXzunj5giKT47OmqrYj0BW4gaNqOw2PswgN2e4PDNSFzmLrVyyvlaJQzXZ5zvzAZvXZ59R6ulykXad169YlfIAfvEzC5BeJG/IsU9V6ExDNfGpaJkLWM8+zYnlj47PomGqNLuDeMVGhLesvO667fPmy8VvU8SNH9YQTwx/96Ef1F24dw7rT+tK0DNC3aX/NXIznCM2QJa5JTv/hH/6hSF6xLvT6pV/6JfFTdcQK3IuIFBfNWxf+6H/+kSatf8zBc+YoKxUVppP8iWy1b8sxAfcqjnPmbCsveM9EsfrMubM66tgZnTlP8so2I8mgx2EXjx0/rhf377df7NKC8ecns/e9+KL9cE0bNm3SomMG1mZdL5dkCbu3et7mkGISTqAVdOc5/SNCWZ4pM+25j15FROoPnbgmlsvNF57n5i10v/fee3XTTTcJ/q5Yj0iIX3PNNdrg2IF5GTs8PKyNGzcKuqInjJc/0Iw54UFE2P5WbYd7VLOc0YfnJGBmbM84JxFIf57hF6D/Wl/W5z46D62mpqYc/12WPO+y6YKccXz55ZeTvkVEgrnfeyTmYQzJIGIt5KBqe7Rjxw7bhGbqxzrAuW/fviS3yAT4ccSfghsF1l7bJGAsTJ8Vx3HMe50Th+ANDNAR2BuNpi7YB4ETLzNAy37b/cL0ZX0aOMEP1vnCF74gfnWn6TlDUmR5siFN78OGHGv199fTi1cztmlLTgrkeZ5gh/7ALX/ACTjOnz8v5osI6/1J+5h575+nE6+RH2jNmh4iYAZ3vkG4ffv2RAvgAj+eAR/9WAP6LlnveVYUZeIn9KjX6wJnGv3AmeIEsPCc8YzlOXOXhr1w4z6NZ+DDs4hINgYaV6tlgh14mQs+Ajc4MI7GuLIsE26sTU6h23uVzPNM2CcxhvvAfdF62PGgjm2D7O/aPibb45v4gdSsH8DBONZifo7wj3WYi3vQDNzwE6vrLAs9oWAzNj6eeOOlLJ6R5AneoCeF5Yb5qrYNa7QFN9bkyBr0pQ99I0KsxTn8qJvWEaE777xTDz/8cNpzIZuD9UEtzC46ZvLeoyW1LTd5lmvR+4tF+7Ap+0foBo65aR8RYk7mzvJVWcKvIs/ILXrDc/AFR+SV5zbDidbADk3pY/Kle/KH+zXTv+U4CFyIWUZHRxOc4AStwBUYGAs+t9x8s7AnXDMnRRqOzIV88y0zfs6WebgPjIxfm4d50ZuK5YC2YnuADIwMDqllHsM75BH9PeT8Aj87Cn+Zf4P3Ndiu22+/PckwNGINjhGRZLFme9U/MCBk6sihwynWaFm/u5172XP1nmRT3/KWtyQ+Q2eTwT52OOkH+GFDgPnaa69JL/jddNNN6afj77v/fjUdV7zqfe8f/dEfpdzJOtOqp6tbt9x0s6D9v/vFXxR/a/Jd73qXgP9R51n+4i/+XPifv/u7T+tnfuZn9NnP/qNhkLJc3osNqX90UCOb1+vgsSP604/+uT7xqb/RccdK19pO3X3P3Sn+++AHH9Gtr78tJaKhO7QAZ845UoS89tprHUecEXuNWe9roDN4PPbYY/of/+N/pMIIOoCsACtyi1xiR+AbL+xhi5ADeIWeQ1voSY6BBn1oyDbzQzue55bJ4eEh7bCNpijzzne+U/idvr5e1RzHj1++pGe+9rRecc7l9OlTGnLfmnOP+Nxp52jOeX8Gj9fZNyEb84b/Bu8rusyzKfsObPb73/d+bd+2Xd/2/g/o6qv2aNBzbPa+5ybL4+YtWxyjHhWwIc/DzoEBG7IObFNeg9iLn4gGt6npKcdSl8yDLNnUquOCjuOAtuOPzAOxd9BhLb8HvblmLmjnLi7yzyeaQk/40LJs8IzGc9ahcZ/nyDX3odtqs957Tc6hZ9LUxvUAABAASURBVMRq7IndZQ7usx6N8RHxTXvPsxnjwLd14RP2F7+FvyUe4kXi8bHx9JIF8gANsQucE3MTk679HDDyDu6sucFxAnseZIM1sOU04ghoCw7AA7w2lpr1vmLWMdO0Y8HZuVnbqDzRc/PmzcmGMB+/RrRh4wbrQH96xnhoUuvpVUthv9kQ1y3vmXkZY3pmKn2ZYf8LL9jHvuQCupvjhAOWHfBDpvM8E8XB3HK3RuPcsXZRKVRWyvSsy/JVVirJHiOjyDh4ATutsG1HL+Ef1+C/4Jzl7NyU8ZrS0sqi5hxHnj17Xi+88KJe2v9S8ssRq3YGvYOurE8DLmjFFxWgKXxkr825/IGeLfuxLMvVcRy9sLDkHPhUKmKxPn4BGIEDeix5j9N2TrcoyhSH0Qc+U/DkBQpi9iS3Utq3RRaKiGTH0PMh7wHYX2MbaPBidGRU2GX4wzx8s3XHjl3OLWwRhdpqd5c8iQrTZsVxPrIF3JFlpmNVfDKf53nubsGluEY3gC8iRP+1FhFpLp4zJ0f6rz1nAs45RkSak+fMzzFi9V7E6pF+9Ic+Eav3CtOH/mv31+gHTzgHB3JbnNOHOdYafaCx1VChzPvlmulXS3LK+vSHzyve5xA/cuSagjL8BQ7u4W+Za8H5Jsb0uJ4if3i27H1dw+Obbi3bF8bQJyKSD2q+ZjfAoSxy70MXbcdP6rxt4uVLl7xvPq4x5xmnvHc8ffpkeqngvPcmE+OXnd85oq8+9gXte/4bmpocE3vlPM/c5yV96lOfSj/ZzQsm/FLOl770Je8nl1Nu5PHHH08/6c2LSc8//3yKfYHrtPOayGtmHtO4t+QYEhoSj/Ntc3RwybLJ8wXHK8g9Y847jiUWYY9A/gwcaejIkucYcDyNbjbti8fHJ5LcQzNoxHOOc7Yn6BD5mWeffVbAd955N+hLPAPtkSH5Az8jIvGKdbhGBoEZ2GjcY438NXnlnP0e/T1Fon9EmC4rKXYFjrUx9GGONNa6RS6QubnPeVEUqjrWyB3HdCw9VmnnGzyr54uIpBeMlT+s2/b+mfG01evVPWBEKCKUuYXpHhk61HbI6+e+l+W54Szc8oQr+AMXRxo4Yxd6bE+5jnhtPs9Fv9XGHLlWz7P/4xjBeh3xyfIs2ZIsyyVxn7ly2+hmij3wIfAJeYDv7HvBJ8/zNA5Yqs6dVZxnWJ1Daa2yLL8Je9V7Oeyx/GEsDZkgDpybnknxGi/XI0fs5S45X8uvDOaZ5yir1tGq8ixPdqVi+07DDqZCtHkCDZif+xlA0la8GYYBWZZpreUGGgGmgRSJNISPwdVqRW0XAJaWF8yIhoEvU3CBgYZ5GFgMtnFI/yAMb/UzZ0QIIDACNW8cAKRqpIs8U8dSYjkwaTMVuQXI98uySPP39fdq1En64ZGhtDkfdHK14QLS3Oy82nYcKMGMA6N5bxBQBsZBPNbs6elT1UnGmgOm0kQi8G/YgC8tLmvRrenAOjPuwFJzYQ/YEJrSwls1rjyTPwbd/5ciIhEYIZc/Ky76LDmR07ABoy/rLvvajxKu9cG6+vr67CRq3JInUOSZcCrdvT3qrw9o0A4JI8C68ge+YDjYZNTr9bTejJMLKDl8GPfGDDx5Cx8jinAQGHI+4Ao+vKhUSi/VsfLOanx8TMwJ7jVvagrj1jS8y95goNhLNlrweYVNe24nHIbPzqNiHvQ58ZCZHw3TadEGe86On4DmpAuGB15+Sa++ckAnjx21cE5pzsEkb6udPX1G/ETGnAMWM0g9dp59/T2mR6EFFzT55s+8Ddrk5ER6ixs+gQ80nTcPp6amnHgbdfJ42UWYZTVN48LZUebh73oNGKY+O5Jez1spc1XsHPoc1KwfHVbdsqJOU4MDfeoy/7qc8O0znelXdd8uF+6qldww1TQ6NKitTkhtcWPDQvGC4GHUyff1TlgToPU5UO/1+L6+Hm+GhrRx0wYNmGejoyPasWuHRiyTPb1d5uGgrrzyCj3whvv1z7/ve/UT//on9UM/9qN6v4tUd919t2677TaNGL5FJ8RuuPEGXXnFFapVSxvYRTuoy1p0UaxjuPl7dBQQT3mjk+eREt6F9aBqw9Gy3CzZIzci1LZCN2W9yUqNbtyiG2+5TQ88+Bbde98bdfWeG9TTO6RGK/OGYqOLW5vUPzBi3VmnHTt3a9OWbV63oXPnL7kQPK/c/C3Lqo1ZS+cvXNJFO9czTuzxN14uXrzkYGzScrSoujfne/fuNdw1y9S4CKxpbEpPHD9hB3rZ7ZKwA7QpO+Y5B8A4Lc5PnTztoPWAcJgXLpz3nKydq2o5a3qjfc7O++///m/1zNefdp9Deuqpx3XQBSgCzP0v7tcTds5f/OKXUnGDYkTbDnPFCfSGbVjDieCG5Xd6eiptePbte950nUhF+4kJ5H9W0J4+S3a6NGQeG0ebR64Na8O2QVaUVT3GRixq7Tl90EMa8so186BLmW0I8ossR4Q4yh/m6Xg+uXBv/yXH4m5h3fTD1/4xlv4cIyJtmFmTdUhunzl7Shcuup0/qQvnTuryxTNa8KZCtsPMj61oJv1cEHP4fyrMzyn36bb8Ymva7luv92nIMk+Au3v3ldq2bWsKentcSGiTpK+W6nXym5/+ve7667Rn7x7t2LFTV1y5W1udVNvg5OiVu3e7kHOF+rEzOHnLztJiSxMuOk17vTnr7/z8smVAye4NuN+g5Qb7Wx8c1tV7r/VcO1zIH5Uic7+OWqZP2y247kgEImFiNb3xmTdfmrZVCS9FegZtaCQnI0Kl7Rm0lz8dz9N2JaNpeZDDjjzzfA4kZfrXDC/96B8RZnPH67dNxrZtTCNd99iudNlGsiZrZ+Yr99jodXd3/x98RcbPnD2jLabNsAsFGzZt1rsffkh33XtPwq8Tsu4Nq2IbNOaCdtMObuPmjaZxv3ZcsVt9+DHjNuWkFrBhj5988smUIOFnqICDwBGZZW1wQ1e4T1JjnQt4ky7Wwv850x6ZJDGEPnIf/8HxuBPyU7apwMs64FXaflxlXt526616x9vepi1bt6q0j6x09Wjzth267vobzL9+06clCvHoZ8P8aFuOlpYXXZgbSfaZb4gTjP7t3/6tgBU/OuGiTtv6fMYJDQLyc7YlddvMSdt7YCJhAswnT56wbZlIySk2hOgSfO2Yh4Pu3/Ic2PP1trHz0xNqLM4JO990AWxpad72atl+taLLYxf18oEXdfsdt+qBB+7TzTffZLke0bXX7PVx1JvopmWk0F7Lc7/1Ycq8kGUDv43NkT8V29cV6z4B1SEXkg+88qo3ty/Yno3Z3nV7gzurZqOtY8dPWvbr3sTXbc/XmTRtzc1OJVhGLQMnT570GNtVF1hGnASLCCFDTctg2zEOP396/XXXa6MTCpWiEAmxDevXaf3IsLotJ9hFu7ME97oN60Vy7cEHHxQvFu20Ll7lAurgYN32vUe7XCC6wwnU93/gA3qf29333qfr7VtI/Fx19V7tvfY63XH3vYqi1NeffV6nT5/VNb53tekwZP81501KS9KybYf302pbYHv6+rV+0xbVnXCKoqoVPxgbm9CF8xc0Z12csrzNW9bGbL+X7cN5catm/avYsPU4zqKQKc/3qpMC+5/fp71XX6Xv/vB36r/+11/Rj/3Ij+jb3vc+/fy//QX9zL/5Od33wIOJnl989LGUnHvKBbAZz99jPU049vXZt21ORf1zl8ZE4YmXk5Az/uYwMvS1p57S1576mjr2i91OOELrReP1/LPP6ZwL5yuOWaKdjIqQq8izFFsQOywvzaljWzFt2Tp48IA3luctTzXzekYd06KsVJzsWLH9X0q+A/2c9Gay0ViUOg3booZpa/tTK9Xr+AB5aqwsOWZZUmQd2wpZtmvC5pjMjmUryde1DSuw0CJCEeG+eXre79gGXSdZTCwtf+ZNZ2wA93jesL9bt25EbcMuy3HDfq/jY09/byry1W1nb7/zXr3j3Q/rbe94WN/2/u+wvAyoWukyft3q7+tPMG6yfK0bHtSFM6d08OX9OnPilGruMzczr8X5pVR0OeE45MX9L3itlv31XCp+4kfBAZ+FncSe9nR3WTd7VUSu3PhA3x77FfxJX3+v2vYvxKsXvGnlF0BmpqYED/n2XRhHkpszjhdatjF8q6D3NVvb29PnWK3XPUJ5lpsXC+bPtHW6lfSqYh5FhHGrauvGzRoeGBSJeP4my3vf+1797M/+rN71nnfrNifGO/YB0DzLMo04xouINA/0Awf5s279er3tbW/VFY7PerxxHLZe/vCP/JDvvU0kbHkBIs9zdXX3aMFx86u2FQsuZDWs35OOPZSFsjxTw3Z93Pbu5KlTCt/rdnxqKRRju40b80NDbHmffe7M3LzW2SZ02f/wIl7T+xrsyTb7luud8K1aJ0acpEIG3mZ7HSbaihMnjO/YJhfWvzV5kPGsVAplXleWi3nrLTyj/7LHYGfXrqHHWuM5tMDf8Rx55x4tIlSxjQR2+uzcYR9uG1Hkhe9XLFerct4yHaAlxbNx71OYO8uy9FyGq7urK/VnHvqx1tp5YXsIPvV6XRsda/Ac+QJeaFUlTjRdp21b07cyzXvW22C6sQbJPPxbwzjKn4hwzD4s9Ag4iKfWcGEd1iM5j05FhFgD3CIi6fuw8RsYGNA1LhQDE4lD1qWAwVzrbO+BkbXPWa69pJNUywlX6CfziPlYm7W6rSM7dmxzwrdPW7dutr05q9NOXHXZ7hc2+sxDY07WQ4ZZm73bpO2ip0swMh80GDSddu7cmXDss62EXxHh2PmwGNOyDLE+a0PPO+64wzKRabtlCj/LWmsNuoE/9AYPxjAf96A/a0ZEkl9kmHnX7kUAmdIzeMRcNHgL/UbtB6EVfGA9eFYx75gnIsQY1uvYLmIPsA0cl2zHFy27Uy6Agk/TfqXbese8TcsBNMEHwFPogZwTX3AP2OhD30H7S3CBz9xLa3U6ad311vfctOc+cGWGp8hzq3HYt1tjDVPlNRlnXNvyzVysCS6ss8Zr+AZOjzzySIpBXv/62/T6178+fRvn5ptvtg3uSTQC9zX5Y44Ir+VG0ojx0Fz+rD1jDeDD9vh2+gf9ubfWWLtp+nBkfuYBxqr3wMSFFD9OnjjpWLejhu1Wf2+f+rq6basdgxsn1mRsx3aaWCwiHN+tJHiRRfjIfNAAfDnib6EvYwcHB1P/bts21u+3PCI3AAuuwMMYcOJe0/yrWp+5zz1oT/+I4HHyM9yPiFRM2rt3r0gSp6ev8Y6x8HzJ+CBbFH2Ah3Xoi742lldEjmhhbs7xz+mUrDvrfSbywpokgIGfhD/XxLK8zEjSlp/qRnYveT/MPjfL84Qj+EeEWAd8ibl5YQO54FnNeHU52bf7iiu13jH6qO02fYl79+3bl35Rg3HQdd5wQQtgAPGtjsM3bNqoG2+8UR/5yEfE+m90/IdMOiixCe2Il1l+6Id+UL/+678uipjQm9ic5DV7a5NdutDcAAAQAElEQVRHzzreQ0Ye/dKj4tc4SMw7pNH1N9+gD33Pd+mh979P7/u29+tKx2f4FNbHN/Q6PsaOhm02MCMT6DI85Ijt2LNnT0pSf/af/kkkyUmOgxv6iJ6jqxTa2gYEHmJr0LN6va4tLoCho9A3IoxSRxGRdJG56ReRuJxkD9xYlwZ/ls1P+A5dgO1G71N3bt+mXssduYa+3l694cE36P777ku0Ij8APyrmSV9fj2xAJce0XZWa8sx+ybHrBtuAzfYhu+zTEu5eHx0AfwqpxMvX3Xi9rr/hej3k/R0vR9Cvp7dHY/ZxU1NT6rbfHnZM3WU/z/3LzrlBz92O1/v7BoRtW7UthYB/xbk3bAnwoFvoAjzgCK6cI08d05CG7sFPxsKLUGZ9aEsK2/RcfKAPfYCbfrQ1vxIRwh/AD55DO9ZBX6q2EdyHT2sNG0qcfcLxH7zlG9pV05D+9OE5dgW4WAd9mpiYFLJMbnfZ+7Ow7cS3DTimJb5DLhjLHgm5B2b0AFh4Br5d5mNRFsmPgg+4Vyql91z9qjk/WxrWThbK3WdhccH9VpzLWlGt1pXiCmBkPuxCymcmvJsuqHY0NT+rk+fP6sDhV8SLtejtoou0mecL05NxFctD6TiEtbErwBRZpsL+irXl+ZbMuxnr7ZRzsia+0C3wBtaISPyNCHFNi4gEP30m7MuwJ+jKCe8VeVGVPeXLB17V4SPHdAx6e79OPLFg/wevctsdGjzCvqBv2DD6TDguIE6pVKqmfduxwIhzPN5L2k/29vQmGCIi2VP8Hzax17YfGcrzMtGtx/0qxg+c5Q9rcc3aS86VIVNVP4c2eWTKs0zVshT90HF4gW8qy6r6B+riBYT+gX77u27HOvVkw4aHhh3H95lHVVXcL7JcK7zcU1bUYc6iVEdSZLHaItL8uXGHhvCBBowR7uOm1z7oCo1+0IgxPOLIdcT/7k8fGv3pw3NaRHCZ2tpz1gJ3q2CiI/fpEBHpeu2cdThveu8CjxnDWO4xNy0ixH+si6wTP/KcvoyPCNEPO8Ec6FXL/px7NPnDsWI+VKuVtF/GJyHnxOCZnzecJyfunrSMYffwGQuOnygY8YUmfr3pySefSAVOZAd7W/Nc4y6Ylt4/DNYHRF5i69YtYo4vf/nR9JPyX37sMfu9ZQ309zgPcMb77a/q8KEDWvb+eWR4yHuyeY2PjaW/ofzEE084T/uE94qruV3wXHE8zovz6DYvV/DCAkVMCq+8CISvwH7A35nZGWFbgHls7LKmbFvZRwAvNMVeQAfmhE7YIOhJP+jx3HPPCRp0LE1FkYs5GQ+d6M8c0CsiUozMuvTnpVXg4kUQ+nMf3jAOG8h99BF80ImmecOzpuMYkz7pF7oJf7lGVjj/1mNEOA9VJrmOCNvjlvNGDdN2JcHZdLzecizGnOgV48ETHJgTfMAdPel4PL9UxrFlOxth6XKjH3N8sxk+5uPaJZQkY4GOuS/z5TmSoySbuXUNnY8I2xLbTMMif7CLVdv+zHrvS0WsrsV1xP8+z7Jcmfvkr83DXN/auM/zLDJxXJsXW0SrOmaq2C/Xat2mU2XVVljeizxL+gY/oAW4QJv/3Tp2ox3Ts51gy7P8m/2zLHMOpkvIDWvQsIN9jhOw8x3zkRzRnOuHY5fHBK/PnTvvHB6yN6PpqVnxZ0dZiz1Wr8d1eS8eJgQ+DX3NEAiaLHRlpTTwpR9LUxZehAshxfCvWEGzPLTgROa8Cz65lc70SwKAMIHgGoAcaTt37vRmcasNdS3NieOACGVZCKaAGM6vsLDToe1kF8ITZnLue5mPiraKMlelWqrHAUrNCJRlKYwJ8FbNXIKQwcEh9TthT2Ido9ciUOrqduFo0Gt5fUte0wSLyHxdNVF7XmvdqpQVoViFnQpMD0XCC1ihS7VacUKZ/l1JAbi/5MAdZuavCQy0AC7GF3YINHme9msCDgO6e3tEMoQjjieyLM2n1z6LLrDRKhacqvFiHYI5Nu5Vw1B3EMoz6IbjRAicq0sbocJwAM+Si0rzTrrNzDiw666J5DWOsyiKpLBj4xOi4XyXHZAu2UmaNJLpYpKpYUVeNG4rTiijnMs+LrtYNeskz0KCb0ENJwpbjRUtOYjhG56txrITzMuCVvBn2IZ12MWaPgeWBIorNqLANOXkNUJ69twZHXfhFbmCd+ecgNi+fbtufd2tyiI3X7pTu3zxsjas26Ce7h4rQk19pl/FMhqWiaaLJNVKodJyUloWN25cr9tuvUV33XGbC4910yQ04o1drSw0VO9PrcfJij7LUF9Pl4OAQjXTudeBWbebyWe5KNTjZziWqtcpPRb+gkPbCX05aWn3qYbxXXahPEIKW6bSMPT191r++lIhlTcwH3rPQ7r5pptUMd9IYFA43b3nKrW9ScVJHOHvLtnpDg3V9TrDvXP71rR222sUeSgc9lWrpdjUVMqqeLNs2cm6Gd4+X3Bhz4nTdlZo3cZtuuHm1+stb3uP7n/gLbrttru0ZctOldVutx519fQbyEKXxyddIL2oM2fPu0h6WWe9kTxy9Khe3P+ylhstw1lTxQYszwvlbujQ/PyiN0tz1oWmjh07LooxtFcOHNBLHnfo0GHx9hCNzdSTX3tKX3z0Uf3d3/+9vvzlx3TmjDftxqdiOrZMPxwTfy8NviMTOJh5O3lkFjkgGYajogjEZhAZbrUbYsMCTzBeBHzIGEFbopINfdvUIiBD99G3ptfCsWK/OEaYmq2GGpbDtvsXeSbfUuprJwMs9EP3sGPAFRHKrJ/yh2t0AdiWHUDTh8b9qvUU2IedcOuxvEdEmpexFctXBGu3klEvCstrntnWsL6h9zP5wzw+CFmLiNSX68z2r6zk5mOu/sEBdffUnNybM08mbdwnNT87n5zdxQsXdcKB94Q3McgW7fiJ4y5QjatpvAdtN6AZNhn6wWfs0bJlWLb7Hcska9MUUl56PQfBmxxMbd+1Q9dcu0d333OX7rv/Pt1++x2Wt1u0+6qr1T8w4GT0BuPTZZgL8XcuKPYMDQ772ZDWr9ukkeH16XzDxk3uu14DTnJ39/Q5yFp0IHhOM7Nz4hvbS7ZFHS/eseDBz4ZlkoYtajrYbppP6ZntKXxb4xl8wy61zNeyLFVa1houMswvzKnt5HJpXMKJ5IbtRcty0TFhGd+w/jDHitddWW6YDKFKWbENqH6T71mei75Zlgmbi/x1vH7u+9CS+55Ob3jDG8S3mHgT/Ad/9CP6kY/8mF532+tVcVDQCqntVrE96eru0ob1o9q6bZNuff3r9OCb3qjMugb88gdZAh+COXSFJHqlLFPip8eyhQM3KKpYroCfRuLoc5/7nLChf/M3f5PeEmSTRSKIJBDznTt/PhUE8SWz3viNWFZvd3KPpMEu+2jeHH2di6kk8RftDxq294MufF9x5ZUKy2DH8tGxnBDgjk1c1isuOPHt9H0v7HPx8oBOORHc39+nN73pTU4a3qq9e67WNS7Ubd+2LdHNqImgGHpDM/wWunb69GkHK5c0bp807mQE+kWMgJ/I8kytxD+pp6tQT3fVPmZJLduDOW+Gh0fqKopcyEXYH1SquRYWZ3TFrm22wTu064odunoP8HdMvxlRdPKUOuuC0dO2U5fHLjmIntFp26jzF87ath3TpcuX1XCMQIAPbfu9+Udn5+1PW7Zjky7yEBfNm0abtu3UpYlZ7X/5VY89ZZt6SZe9keAt/yU/x+/u2LFDcx475nmBMzevq11dWrdpk7b7GXyU6TruhAvJrr/4sz/XZ//ps/rjP/xD29f9OnL4kL729BOa8rpHjh4T32iedrC37FgMWhWWDdYIC0WtVlXV87fsr+0+1LJML8wvWB8qDi471rcFy3JHDzzwgN769rfKSmsP09GckwgUzwnIK9Wq8rKirt5eVe1z+y0DkVfUcGDQ7oSU5+LbcYdffXX1m1/WuUuWrUXLVJc38XNTM2pbbzvWs5b167z9+pvf/Cb93//hP+iKnbs0YN0fHl6nJevzghWjU3aroUITLtpt3bZdfAOqYtn+zg99p37qZ39aP/nTP61f/A//UT/2kz+tN7317XrHw+/Vzt1X6bR92IpjlOnJKZH0fNLFVzZiyBEyNeFNZKUoU7K4YVvQNE8r9vFZWahhmeqvD4i2bH8w74JwGblatg+zjpnKCnZs2Fxp2+8tK7fQYDM6tk1zjn0jlzIHXV3dFfdpiTiu7jhjZGSd2h2lzVRuPmAfenq7JbXVbK1oFY6mWqYZDflHTtB5+jZMr6ZtnAekDVVp3tI6tocRYT6WyrNMbcvh8vJiKsAgN+gVc5F8HHFhcJvjiI71FRr+4A//sB750Id0w4236OSps/q7f/iszp29KPz1LvjhRHc197zm78LEtOYujWvszHn7Fp/Pzdl/nxGJNBKewAx849ZT6DvrzW673Uo+BtkziGo6nqHfkuOTfssPeo5v7NhmRoQyx2lFmWvcm+OXX35Zhw4dEj4af0/DVi05xkw+OsuVR2ZaLPm4in+WFbbPNeVFkfYUzJ3Ws75hL6Gl/HFI5jGZC8ELyi2z2x1b8k0YGQaKnawx77hj2b6cTTd90HX4gF4xJwWCwuss20dW7INb5uHMzKQaywtasE6DPzyjDQ0NiWKtlza8yxyEHWMe/C6xAXuhiBBw0oFn8AwZ2GUfy/rM09PTbV/asbw0tHHjxoQna9AP/JiPbwhHhGasdy3H633mI7LCvPQDn47lZs13RYTlpi10i3vMx9u59AdfYOVeRCjLMsv9iuOMxdSWTSPmhjb4QNbPshDnPIOujGde1o4IwUeugYFnFFiQUcaCd0Rm3ZEiIq0lf6A141mLuYHnKieguc/a4M58EaEe+0Jw4TjiIjd9mdfTeJ/QlWSKZ/NOQjInsJxyMZtiQUQ40TicaMEY5AC4hodH0j3W4R6JTvwtY/fv35/mBA78Kv4ZucWfXn/99U5aDgn+RUTiHbABa2Y8WaNSVpL+VmzbCssjMEEj9AmfSEEA3YWebesUNIAPESF4C3xcMx4Y4C9+n3PgxWcDJ2syB7hDN+QeHfE0SQ8YzzyMO3jooOA9cLMe8DAvNOTIfDTgh77cL+xv166BnXuMpbEe/cGHNSLC9qCZ5Bj46cNzaMo1ssu8EWGdrooxxOfAzxrAAGzACl5c0zhfg4M12Y8c9T4GuzRlPwnv8Ln4aWQPf8C4iEiygU4hX+w1kElooFCCdWlxKdln+gNPRCgiku4AO2vzDPhs6hNNgQ86cB/cC/sdcGV/Ao3WrVufaABeESFP6H+ZW6Tx8oexrFfY3rBORCQ7wjpcf+sz+rBvBxbWYV5kFTyABZoSa/KceenDGGwLcsa3LLe6UMfcyAk2mn4UdZZtR6EZa+ZlKV4CK/IiwYrsGNSke6wDbvAH+ZK1mXPgZH14wJxcszb85hx94TkwMV9mPJkHHJibPsCNfnC+BiPPsJtcN+0neQbv6LdgO97T3a1R+z7ypM4FGQAAEABJREFUA4vWeV70+ou/+AuROAY2Co3I1sz0tP3zsoCJdfmZ8v/g2AQZ4oUbXmir1+sppqDQ85WvfEXIEftP9rf4PV5EqDlOWsMBPIANeNatW5e+XYq9Yw9GTMJLkTyDP//4mc/or/7y4+LF8z2OkfE9FKfQPb4VBO7Qnrhu3Pm3zeZTWOfmjGPEql0l1v/6178uXq7Y6DgS3wIdKAZjp2684SbHUQ9ot+OkXhdLznmf/9M//bO67AThk195XH//yU/pV//zf9E/feYfhYxWnU/rd/xypfdz973hQT3whjeqUutSl2kK3yIiySn8BT74Cs7gxJFiLzK1ZcsWXXHFFclnoQfwmjWhMzIGXjXPyzXwIkN7XIxFFuEHczHn2bNnHavOp7wdNoLcF7SE9jxnbnSdhhwcO3ZMTzpx//RTT+nlF/eLLxJsXr9Bt936Oi16b7nieAJ/D9zzzmHNTs+Ib22FIvnotuMxOXBbnHN87H3P0OCQNlhnC+O92f53p+NSbHMNOnmPgwzyTdMVx5XLjg1qlULYbHJIw0ODAlfsy5Bjgmn7Z3QMH9V0XM6LrsgTc2SyZDou6jOPjh4+oonJCcvmqv3xI0VEskWsi42H9ug5tGA89Frx3jVi1T4tOx7GfjUdf4cyy3iZbCrjoDl6B+2ajoWxXSuGZ42ezLdsP982HWZnZ5PfL2yLWJtn58+fS7Ega7M3Ql94Jn9WHEP7kMZgX5JcbtwgvnjQ9j5gZnpKi96LT3mPM37pouOyTrL3bePO+ovOITIHOsA8yAUwQOOmebPkvU7L8Wy34yLoumh+IlvIEPxfMtyF/erQ6LAajp9fOXhQ6B1yBO6relomeoIja63YhmCjFrz3OXvpjFQ01Yrl1+z0ilrNjrIoTL8CkOTlxRdIVteM5EfKSkVt74lWlu3jVprpObRCzhi0YDsETqwTESL+wx+jR8BB/EBDvilYYUMoZo15X4qsoztjYxOKrFDNeex2uyNozvxN4wl/kDHsFbIw67wg+59lywTzN83nLMtSTJPlubBhV119tXjBdmRkNPGg4j1bV61b0Ih5294HMKbLe1TsOnIHzuASEep13AVNm14fXDOFaHlkqpkePY75iXnoI3/yPLPtKBRZrshDZaVUpVpRlufKjVdeVFTYX+b2MRl9DC88z23zPLW9ipJfZj1Pp9zjCstlRKht+aGxFo3nEcFBXPOMlnlOxqTm8cyx1ni21tJzz/2tz/IsS2vSJyIMUojztUZfaMc1a0IT+cN97vk0wcn9tQYu6CLHimlWs12hH+fINv53yrYfucAHgcPhI0dsvy+LHA+yjx1AXk644L5v3z599rOfdR7mZY1dvmibNu4i5DnrX7cmJsa8xzr4mn18Us/YRv7tJz+hrz35uGW8oYr5sX//i/rzP/9THTly2DF9l3VgRYcPH/QecV+a7wrnUa7Ytcvys9E24Kz+8R//Mf05qIb18tjRI/ri5/9Jz33jGe17/uv6yqNf1MsvvSj0/uCrr4iC7Usv7U/7AXSBPR447XLOiV+TeOMb3yh+BYB9EPQCb+J0bDq+iViN/Aa0xfaAO/qEbiOXyD99oB3jkdu+vt7kg4jvkF9ozTMatD3vfAW+g0ZsyHrwnpfcrr32WqGjmzZvNi26kz2GzjR0AF7BW64Zw5xlWZjWvSku4h58jrCsuK0+t8ybz8AYEd+UTfnDXPgLjsgDLSxzhedseV/HdZZnYt7M95EF4rSGbbf84Z4PScba3u/5n5as/+TveMY45o7wuu4IbDT26Q3v1Zu2rx3nQ5i3xXr2HdgPaLtGtzWcPVyMpbVtiyIi6ULEKq4Rq0ehJa+dR6zeAwYa8JSOK2mccy9itQ/wcs19aMW68LNiG1WWFduoqulQcVulJ7ylf0SIT0QowniaCG3bhqbtHzisuGbSMl7cQ44iIuk06wAHa4w4diR2wUbzEsHgwID6bOsySZcvXU65U/zeSy+97NjtkGX8FZ05fdZyPW+b3JX4z3z0T8zwOC+SqWkHiMAieJN28G0Tu7evW719Pd7Y9SYCdgwwyFRtGKvV0s6lZkI3rMgTaYO/YgcLIlUHnQSWLATi3INRBBj1+kDagOJ0CxtPAg2e5Ta6tVpp4uWqeG7GRawGFsCFo2V+5hwdHdGAk/442aYN/NzcfNogEoTRDKZGR9epy0EchgplRRi6bfS7u3u9RkVZ5JLCm5eGHeKixy+qaUasET/PM9FqTsb19PYkJcss2B17WPo0vW5EJCbnee5kb8tzLSeaIhBV06CCMvnY66RHXhbGq2om1BQRqe+cE1coK/RZsZFqmQfQiCQ3AfqyAwaEvMuGt/DazuWpzHI7sKpxKN2K1CqVIhnDWSe6wJVAG2FpJaUhhFJaj833igOA8FxVO+och2ZH0jHBeLZkZV3yc5wdRST4suLAcclBUbtp3JxYarv1OIE74ACzY1pkxmXTpo266cYbRRHxhhuu0y4niTZsWJfo1zSdwKMEf9Ojy4UF2V0ShMObF194QZu9OQhJsw545x0I87OtJ08dV92yEpElg9XroKrXvOjv6XHxI0/f4lnn4kC3ZfHc2dN68YXndeH8WZEczbMwH1pJLuccJMpw5l4zcyss+bTweccJDIJdkoBzM9OaM/2WXZReNL7Tk+O+9iYsBX3Llo1GSgC1jE/LBqltxWUjt3v3buEc7rn77rSpmPV6BO+LTiyecrEBPrBxQAamp6dcQBrXwUOv6sSJYynBDw2HvJEbHhqWbZXyomqZ6la7nWlhcUVFpUu1rl5vMtbpqj3X6M1ve7ceft8H9eAb3+YCxt3e+G7UiZNn9NGP/bW+8tUnnXg/LN6yqbqgM+ji9oqTxY79tG3HNg0ODSgvcw0M9mvUxR2KNoODw6ZEJtaOvFSWF95ITjv5N2OyEch5/VqXOpYRjDXO7ezZM07qnrcjPpK+aXrp4iXL14qQl8I63WX5KC2T/S5KrPcGB1vQP9Cn9RvWCwM2Mjqa9IliKo72iSce17PPfkN827lpeNHhJcv+5MS4Ll++ZDnKre91dXX1KPJc7cjUUiiyXBjcLM+VRaGaccbRsk7NskLwnFnW2+2W4Fe4f0SIexGR7skfcPMh3c89F32RWWSX88I6whj68By9hq/c596CA+iWdS0izLvCMJVpLsZjszgWZcXwd6VnEaGISHiVdjJV24hub2KzPFN3b7e63MpqxTwacb+OCAB4a2beG78V06XpzV8euW3cevV6U4ZjLqzLNfMJGsifdqdtuXGQZHll7i7ru2874GkrM4+LomL8rYnma2YadTuQ7jEMvf296uvvduvROvNr/YYNKQm5wRvMK6/Ypa2bt+iG629KuPTYLvItjVFvQrds2eqN/nXa7mJTb9+AlJXWGYlv+uVeq7unTxUX7f3AOJVatq3p8T2KTPbnlp2VtCmSwrJGM4+tn4VpT4OG8CKy7Js0Ngm1xOa2sawFFxqanaY6zqizyW2aH03raNOTG0XJ87ZczGnYvpk0yk0DeBnBWh3bz4bgI75m3nYZmYA3HDuSurE7tl/YZwIwfsILvd9ieky6mF1WjJPtwpz1vmE/whzVspBcBMnVVhi2Uy58I88keUiKLnkjjByRNCHY3OLExBuc2LjCQWzDfAM+YMBO4iMMhh35XPK10IJglARvvV4XfYCfe9gbxu52Uvqh97xHDz7wgL79Ax/Qww89JALG0vIm07HP+injj82CxrVaTW2IZRpWqqVahnlyekKTUxOpuEKfimkwav0lUTE6sl5Vz3Xp4gXt8YZtyUm5l156KcFC37nX6AhcJD7n5mZSLDHiICYibDOWHPhPuCB5wfbkTOIla1YqhS6NXxb6jx84euywNwev6uvPPK19+57TSy/vN0xjpsWMkygLymwNzp075c30y3ri8a9o/4sv+P6ijh49rOefe1bThv/VVw94U3LKclsxr1fUP9Cr0XXDPvbb3k258Dqn/v4Bzdh+rxVHq9aHFfu9hZU55S7sdg30e6XQ2MSUls2fcRf1Zq2TikyVWo/xuChZuLDzJP/GJ8dSggj8m5YJjhRGDxx4RWVZJjmm+MjG5rd/6zd11gmlCScf4O02y5UsN6PrRrRt+w7PXxM/pz1qnaRYH1nu4s68/V1Ly6Y7P7/bsDxhb5ApZKLf/OUcesM3kjyRZ4LPYT8w6+JQWa1Ime2W5Xd+Ycl8uKgzLlo+t+9FfcXJqi995au64GLbs8/ts++aBCTlCtUMf5gGJ+3HpiYnXcCa13Fv/o4fOaoXn9+n0ydP6Q9+//fSL1Tc8vrb1CmqqvQMqNEOlbYD6CU6hW0aGBhQ3fxYt3G9Cs+7Yr33ibr6B1Ra7xYbbbWM70UXS/e7wPHMM8+k+S9TrLYtxB6WthP4Zmzlkn0IxbOiUsqgitgmjDffFLxw6UK6LpQp973CuFetp2GZ75jeg8N1DY0M6trr9prew+rp7U3f5Oxy8kHKzeqKBobWqbtvSFlesbzMa8aFbl56WnEhG7+B/SFGaNgu4c8y6xr628ImmWbIAdfoHfalht7ZVq2ObVuu55IO0WfGibmyUlGe5yn+gKfwE7tLAgtd7Ovv1Yxjl6uv3mOffEzqZDp/+oKOHz1uXXlZl61LeZnpA7YBfAMnzzI1bH/PnDmrVw8eUndvr/bsvUZX2L6zXkTYF59MsssGHr2+5IQYfwvrwIEDyvx8cKDuOVZUsd8hbuNvuz36+S/qHz79DzpgG/Dy/pf06oGX1W41Ur8u2wnwhj95lqtjuzxlu7ng2H1matpzZpJtD4kmYoxJ87ooCi17k8ixLCuKCKEb0Ak64Os56rXPkOXoojfNPfZlVdMMuvNN07Y6FqdCxGD05w1t6IcOMl9u2lbcv2b/yVpZlivLMnHO/dzPW5bJCcPUMg/7+vpsL2Z15syZ1K9q3OhL4h3944UwEo/EPfztNfi4Nh8/Pfwf/+N/1H/5L/9FJLv5O3fQhAYsyMNaY17mYz1kHV3mWv709vVKIQFXy/sGfi2gYf9TWK8jk33pivWsUGnZZm1wkD95ngmc4HPTsliaf7nx4xy6k6gBT/qUZamW8eUIbDXLKbjga/CD7FF4xnhgRpehA2PZoGamIc8Yy3lEmMV4U4lrxoAj52t4AQeNZ/C5bt/Gc+4BiydQRNjv1Ixb6WM1wYhcvsjPH5uPs9bHtgNa5gBeYCKZghxHRNIjaNm2zjE3MIAT+EFr+iEn+NFe6wZrv+1tb9Pg4JC2bduW5IJ7ESH2WxGR7jMf61H0ho7/6T/9Jz322GNpvTAtJl3069g/VG1zK25N8y3Ls0QL1oaWNOYA98xjWKfLcslzaH7TTTcl/kVEOq6tudaX/tASWtEmbZvP2q9AA/hy3bXXmYSdVCRGfol3OtY75qE/dMFvW1QSntzLvyVWiljlIWPoA5zIy0Ens1kXuWIO4IA2rEuLCCELjGMtxtGYn3vYAxr7MQojnLcte3mWO2llYEcAABAASURBVGboSzRiTqQnz3ORAKOgQ1KNa+hGARB5wS5gI9fmnhgfT/hSZGet3HYFGKAzsLGO/IlYxY37PE/rmTbYO8ZxnyPrMTdHZH7QBZQu60bFdKoURZJLT6e8yBPczJUb5ixf5TXzco85oBnn3Fubm2v6c6RVbV9Ye82mMTe2ZYNjc/BljizL0rrQICJWzw0LNEaG8bHwhRaxqgPMjVyxNvMAT0QIODvyMSsUkSvPS9vdTtI1YEQ/mBeZZiw05Ih/oCFT8GNublZ8gI3+rAVe8IG1aODFWPrzPCKSXCNH3Gcscgusa3LJnMwHHOgZSVj0d8px3skTxx3nnXd+oCfJzW/+5m8lHWRfNOI9NnjecP31uuWWW1x43J30F5pAoze/+c36ru/6Lv3ET/yE7vZ+/pFHHhH3+FYN62MfgRe4gTdiVV7QSXwx8JJ7wYehc8DL3OQIoBtFxM/90z+lPTM8g4fYE/ogR/Mu8sh85Bc4OkbyhptuFC87jrpY2+VY9PCxo5pzPmLZebbRdaP67u/+bn3wgx9M+Yef/dmfFb9gwny0juOsy47bnnz8SZV5rlHbrn/5ff9CfFNWto3Q1aLtVSTiozmvDZ0jQuCaZ5ngK3RG/sCX+/QBF+iNTNHAm2/L/uAP/mCSETty8fIJBeXnnntOyCRjsa3gDa7My3lEpPwO80IvfOgf//Efi4I39unLX/6yfvmXf1ng99d//dfCznzsYx9zrP+KHv3Sl/RRFwQ+45jjK48+pt//vd/Xf/uVX9Xf/93fpkLCf/3lX9HH/uwv9Ae/9z/0Mz/9U/qGi9GsMe3iOvstZGyfixIHXj6gUydOplimyHKRg7rsvMOpEye0+gkhH4uLS8KeTjgvsUxebHFW/b1dpm9o3AWNJfIAjvP5qWf2YeCc55kiwvLYJfwSsvr0154WL+B+/GMfV8vxK3MSZyFbxEismZtn0Afbgz1DbiPC8dCy6Mcz+sCXiEhrwC/iuhSHkkz2fjciYzp18HXuV6mUYhxzIMeZ+Qw9mAf+ILe88AadyG/Bl2XnHHgOT3jRANoRu9IHHWQMPoB7s45D0WPm5ll49Y5zyWt5tVq1tM5NpG+JQ3/6IEvMxREfB+3wv8jZsvOiyDsyyjHLIsXGnlZrsCMny/DD+yDOyR8yL/H8gnN52KHTp0+nNcfGLqf4GvzhT9Mx0+zchObmJ7WwOJ1kkUJ3adtZcfzTdpxKv9y2vSwrXjNXRCjR0PETuk7sBt/AWf6gDzyHnr2OHyJCs95Xgg8NXKH5vOUFGjDHjJ/POAfJOc9W+Vuoat+/aF7SmpYtxlYc46DjxFjkZ6RINnOzi0F79+4Vv2jx9re/PdmuN73pzbrpxpu1fdt2dTv/3emEIsLxYTPpeWOlKT7gODU1JV6ipDWNW9V+h2PTfjhidRx9kSXus3dtW36bjtHDD/Kc/5vqlrVOp+07HXU6HceobTEHsWrTz1ir7fv+5z7+Z5jot3odCT546ycptlujK/JdmifcZw7GcKRxzn2OXHNOi/B8WWa+/e8Gb2jf2jfC/dxYF7/Gc9ajtW0vgYHGmIhItpFnEZFwbBsvnq01rtcatEIe4R2+ETmH1vCa/Cff0HzsscdSjMJ44ljs3a//2q/p85//fFoL+WJPQZzLy/O8WIPMt5yPHxu7qPMXzujAKy/rcec/Drzykr785cf0mc982jmQo2lft2fPnsRvfi2sbZknZ0PB87nnvuFc3KJqXaW6e7q855uxDJxNv+x4443Xi3E04qxnn302FXAp7nY5Fzvi4jwvMo2NXVJ/X7duveUmfecHv11vfcubNTw4qBnnu6+6arfuvusu7dixI9EJuYaO6Di/2oGc4ot5fpXzVcg1tg4aYVfoD03QH/kDHaAdc+A3oTHPmtaNLud8+7w3Qz+all/6IcvYV+SG+7Ru+1L6wWPmY37utzyGa3h18dIlQW9ggG+ss2w7iP2mEMt+gnNeMoce2ADog//CBmHP4RV5L87piw3iHPvJt9K5Zh7iCuwbuAJ327oD/jTWNdrJ5rM+dgvcIyLZoMxHbBX9lgxfy7KqyKxzHetRpjzLlee5849SyzRa9r6fORrW24bxZa22FY911+bniJzSD9owHr1gDWCE3sDAfa7pJ0WSL/p8a2M81xzlT0QkeNAd5oyIJBc8p31rX67lTxgfmpQpIrc+lI5vK8nmwddvbdAjFOkZa+T0zwpxdBrgmzBGhOOSXMDQ5XzBsGtJvHiy3rnsIcdK27du1W2vu1V7dl/lAmuv+OIS+/qjR4+5qHrA8cVTzi2+4JzdOWUQA2ZBOBZpJcI2VakWikxiERZA6AAqIpIjh+g4lZqNPI654wQUzgqhxTgguAgWCCKgzM9cLTsl88zJzG7VvPFgTlqfkwLVaukgrJLupzndEYHGucA4BByGQVzghuBd3V1OfvZ7gzsoCNDvxBv3waltgRpxorfipN2SE4xdToR1d/dpZHidCVgaj4YTkUtqLDcVkXntmnp7erWqZP1p3u7uHgF/WtMJcdaPCCFAVW+Ea8ahx4k+FJ9jRFiAW2njLH8YB96rOPYlJw3tli3wzIUQ0od7HFkLx47igiMMXWdjVbETH+jrFzxCwKFHx8rW29ttWLLU+vv7k0AyL7TCQVftCOlP3yykzP8jOKBvl41J1YWnFSvWvAPERScBl9zadgjgx9+ZzKPjhNeKwunjLGO81HSSUgZkhQDHwQvOmwAe5230deTwESdjz6vlJAHFGXhZOpnT7fU2btyQCmnAtbA4r6oDgk0u0Fx2QnSDN4V79+5J/F+lh1xAmkjXwE+yuMvy1m2ed9VKFcZlyXNMuOA54wCgaZqGYaeI1+8iL7SsVEob+F6V7ptZRu3SzZ+mW8utnejVsZy1HCgQMBld9RnOquEtjXBpA8R8A5bP+oDlzIXd9S4iENiSiHvnO98pfrqXn61ZcAGFt2Gf/fo3NHZpzLjVdM2evXrzG98kcINnR70RwtgtryxpcnpSfEPq+IkTmnIiMdHfQc1KM5w0LlPCeW7Bicpar3ZffY3uf/CN+uCHPqQf+MEf1r/+0R/V7bffox27rlStu9cF0lHd+vo79O73PKzb77xT9z1wv9705jfp5tfd7OODestb36Q9e69Ud09FXT1V07SUGatZB25HDh920vSUrC5CJvqtQ5WypqHBEe2+8ipdtftq7TEeOM3cG2q+pWySWbpDbQ/qs1xeddUe8Vbstddcq+uuu0E7d+zSxo2bxN9OHbRDxYZ4gGacFOZtWRzIwVdfddL3iPVwWUWR2Wkd06uvvpKucTZ8s46k+aEjhzVp/uIAJg3vmJOZc/OLarc6iigUWa5KtUtlWbV8r177gSVUyvJc6F/TDqSjTJnh55wWEcr9nNa03ZM/nNOQCfRoxRtWkvRtj4+IJC9tyxi6PuJi0Fof+mOMV9dqmi5tzyblWWbcCtO7lnS/y8VM+rQ8B2syrixLw19V7gSocjmp3e0gt5GCEE+k2alZTU9OKwx/d1ePyqL05qutLPJ03jYPrrvmen3/v/xXequTfffdd78y9xkfmzS8Mo9n1DAebW+qGitNy2WXeZ9J3miHZwWGJP/AZD0IyfOajsbXjw1CU6Xaarug1FUptGnTRm3fvk2jo0O6es/u9LNHbKYpHJ49e872oSVswvoNm7TNRdWbb36d1q3baDjmHKQtqFKpashOiyJKvT7oQgVJskIt07hh/9BodrS03NKCbfZKoyXuLVu3aYnejYamnSidnJ7RgvWoZU53DOuSC6rQtW082Jzy9w4XFxc917KWbOOWHTiYVILehe1OXinVCYk56QcNsEs8zy0X3Ic28Gt+fl7YZOR3yZs1dHlqakrQlaCXbzvWqpXEE3VyTUxOib/t27YNbLjAe9mFxmee/po3+H9vJ/yynvjKV3TaG/c+B31ZnqW5q4apXq9bl4cSfc0GLSwsJNkxmKab588y07ep404WrcFCYgG/y6YKGVy/fn2ysU3LNMEbdik8rm493OiNFhsZvg0MPuBFP3BZ8KYOne0bqIviw7r1oyIxTx/oUnhjyRo33nST7USvaZdr/cbNOuliAoUJgkuCTnSXOeEX8CAb6MuOHdu1yTYe/zBrPe71BrNh/o07YbG4OKdzZ88kv9k23GP2By84KQ5uZ86dsT856yLlBW8Kjrh4cdJ9T2vH1i0Ocq7UlJMa0+bF8PCQLrjv17/+tKYmJ3Ty1EnbtRM6eeKYTp087kDorJqNJfFzvE899VXPd1YnThz15vpUwrNpXlXNw107r9DOK6/QlbZp1990i+564EG9/5EP6Id+5Af1vve+T9fYxtUdaI2u36CdO6/Uth1XaIvlfNPmbRqoD4qg9PTpU4bztOZdJKKgWnOc0LB8X7o8JoLmZW88kdVLly5b7pvmaUNX7NrpufeIbz7yggnfQCwrebKHfIuPDdfgUF19A4OyWqSXavYYlh07dzrJ0+eYqktV+3v8bN1yBM0z831NhpFvrtGPzHZmdmlOZaWwLg4pAtsWpn/T9qr0cUVL1r8oKumbpPwE1Vcff0KLhpsNBvpy5szp9Nbe88/a3124qKmpcR11ITXLc4Xt+QHb96eefFJ7Xdx7+OGHJdsrLyTgQ8fQL2BCRjgCZ+6xi04UUsCu2Nat2MZ3HPuM2Jb0Gu+Z2QVNT8/pqquuFjgyZhC5tlwxbxaZCvdnTuAvqxVVatX0s7e99uHoG+u2bQjathPKs8QvbExYvhes2xXTcKC/3zTt0ZVXXqnXv+51uvn6G7VuZJ2yLDe9RnTX3ffpqj3XS3nNlrHUxQtjGrs8obKoKDcODdualjerWS7b4I5Yc9G2qPAaEeF5ssRXYEBP5A+48Bxa0HLPA51o663TO3fsTD/tx0bzmmuuSXYBO5vnWaJpX19dmbpUZN3avWuv+mr9umy+nLV+9vd3a+fO7eJnvLMs17FjJy2fZ3XOzxfM544NYek4OS9y3z8j4jE2kZMuwmAn2OxhS7B7eWTaaNnHXi9Br7LiOG08yQKFtWHb9g3mBzB+8pOfFD580jpKDLZiPe/p7tFNN9xoWhXC7kzYnyOr4PzKK68IW/qJv/5Lvepzvm0x45jB5HmNjk2RxMEHlqYlNMVG5KZVxzyF92xIt+3Yoabj45m5OZ09f868uto2q1tN+7fMOrFif0jcVreegAP2ivXHxsYSrziHH6wLf+BfRJjOPYnuAwMD+t3f/d2kJ2y+mAPbh56TVEcPd+3aJTbMFE3BC96yNvb0oYce0o//+I/r3/27f6df/dVf1U/+5E+mPQw2ump5RVannOzNy0It45GZLy/sf9GxQY/trlTYd9GmTZtZ48iLOEuOxZmbJO8aHsgXsCkk5Ag6AUfLfpb70A+dYByNBB78Q8bAgRbhwSYEdEDHoB1z0a9mXWEctIpY7bc2hn4eJnDOs0z0odGLe8xRqVQUwR0JuBhLH14o6rcOcg8egQcYmHnJAAAQAElEQVRz0R8ccvM+IgSf2BcwH41x/DJMRIi9xoD3AYyFR8DPSwdpjOMJcEX28Hvwv8txP+f07+7pfk2PGxowHKxNApnjli2bV9f1HMzJPMAJXFwDP/NC3z1OXv3iL/5iSmiyxopjlFqtYlmsOXm1ZNw7trMLItlblJmyXGJ95sgt0+DEOO7JZEIO4Vm/YeIea4AP/YAB+DhnLPc5RkTSM2jLePrAM56xj8Gnw0vWQR85wjt0kjWYd85J3ktOLPGMeZljbR34yNzo/q233ir6rNEBO8w8XGdZ4Ri4z3IQKhyfLni/1LRPBI6mff6M4zm+ocX8yBm8Zh30mpe2ZqwPwL3gOMWTiPXpFxG21b1C97jHGI6FZYS5gQ84BuuDSceq1i/6VOwb0GPWgY55tiqjwBIRSV+YZ62FnzMXazKexhocoVPbtoV5IiLZENaGjzUnaTLrb+SZ/edSkh1wZNy3juea/mtH5oJua32/FS7GEVuQwGNt+MWR8fRv22YAK9eZ4YY2zMscjF27B+7cZyx2gKLSmu2IiCSLyAy+AFg6HdnmNW0He01/2ybbEfCOCMEb5B59xW8gE1zjn7lHvMfaxD/khoAtIlJcy33gBXZgQ8bxO9yHd8CJDwJPrukXEcIvIg/MzTl+h6Ilydnt27aZDy3v/wdTnPqBDz6iZxyrTDn2/CcXM/nGD/YZ2uDvkG/kHziSn7P+kW/A/6An8B040BfoCPw8Y236b3QeIyIUESmeT/uCp5/WV7/61eQb/+f//J9CP8DvTW96U/o1G77VybzsTy5PTOri2LimrAfdvat+ZtE2Hf3Bf8Cfe+69Vw++8Y3aecUV2rp9i/AT1157jR5++GE94qIvsF/lZPSNN96kf/bPvksPPvgmF1of0Y2OX+q9/aLlCq0fWZ9ecOt2/qffOa+wEDDW7JUMP/Kw1sAVeiMHEeHHkWyjXvuAz5qsQwt4R6xKg+/khUiYv9bd8dt0Gg8vuRcRSSeYBzu0w76bRmH2/vvvF2P3ujj03vc+rKuvvtp5guPi7z7/zd98SvARGp09f1GPuhDBPWLQAy+/rI9/9GP65F9/QqdPntAXP/857fd+Ys605UWvp595Ws+/sE9fffxx/dZv/ZbgDX74p37qp/R93/d9+siPfkT/8w/+UL/1G7+p//bf/pv45i/fCqbfn/zJ/xIFYuQTmbl4/pK6Hd8fPXxQB158Th//0z/VL/zUT+vvPvFJfePpZ7Ts+KpaqdrOL9lsdfSMZeKP//iP9YqLt297y1vNn29PNGUNiid/6vHgxfzQHFtfsZ+FPjR4AU8iMrWtkPAJPYEHPIOuHKEt9xmDDWXMin3WpOMt5HzFe2Lmn7Zd5Zr+8A79Zwxyh1y/tH+/90inhS7TjyN90HfkH31mPfQQenCOji5bdpkH+LjH/JxzpG9h/ULmgBtd4px+wMQ82IiIVXlb9J4AHQUe8Ki6YHIFf6LIeQjsC2M2WP94EXCvc4joVb0+IEU7+SP+bApx4ssuNB07diQVw4EfOLCzzMuRe+B3+MgBvXoQvE8InJfMw2ajrXZL3kN6Tsf30L9w/FI178E3IuzHF5LuAw/2D50FN/bn2C/mWvQ+YMlxM7Th2aL9IDlu+sw7loMe8I1ns7OzaT54wRqMW/D4ZcevxIfsMwa9FyVeQzd4seiuO+/SXXfdJYpTe/bwcuRu57IH7HMLy59sExuye7AOFm65WMf/S/exh3zTEZt1wnlJ6AM8EdZRIw9/OgyWFLHKG/kDX/EDbffhuR/5Lv8i+VHw4apjeV07Nu0vV1tbLcfuLe/H2j52aO5HXxr9adArwnB4XPgGcNHW7vuW0eio43kYlynEkcaziFDE/9nWnvEc3NoeyzktYnU853lWJD/FelzTl4YscmSeiBB4cs595uK4bJ1bMb84Ry64Zg7mwi4wBr+CfOMzeNHyT/7kT9I+jLiVZ/x0O/sN9kTIKv4AH4tfutJ6wK+N8afhLjrPtGy9O3joFe3f/4JtzoJ95KhmZqf0/L7nnBM5roGBPg07V4Kcj7sAesq5pKeeeFx/9fGP63H7Kgqri0vz6ne/qalJz7Hk/fZV4sUiYutv//Zv1xve8Abn9raLmO/aa6/V/fc/oLc598gXDO6++y79sw9/SN/2vof1yLd/QD/4A9+vO26/LRVWV5w/IJZA1rE72I9Zx5bLphF8xNaBE74cmcaX4QvQG2jDOF7Up7jMvpK8CPtS9IIvBdQc283MzIq4iDHQGZ9EwxdFRNJn+ME623dsF8/gGbIOf4gHeMb9PMsc7yynFzcYQwwIP4A52RP7Gc432fawFuc122oKqZ/73OfEL2T85V/+pf7sz/4s+Xts/Kc//WnxIhA5M75MgS+j7XvhBR145YAo1GH7mAuZYF8Jzc6cPqNJxwj4BXgH/WZn54T9oIEvOEALZIPx4MMeetl0bztWy7JcHQOK32g639Vw3N22PlvdZM1I+SNsFrYLe4zN4YgsY7eQ9cw0gV7QiX5cY58Kx/TcR85pnNMYQ2MO7nPO/bUW4ZXdmCdiVefou9Yv4n8/z+0z6GcUrNv8P5RlxWstV/FazF+8Bgs8Y035wzhanuXKI1fm/8JYyw1YWI/+NPqBHzKATCKL/Nmgt7/1rXrw/ge0g5dSHNdDX/hw7OhxZaZjAqThJPu8CxQQmgASghYGbH5+Lgkfwg6CLBIRScAWFuYdGE2lREpipBMlLRccOcfZ0mAuDGEszKAhDBEhPiCRm0AwgzU57xgo+kOEtg0rDgOgaQgKjufixYupEHP8+DEnfi4lR4Cy9Lmwg7APO6GDQjAXR77x1+8iEbhBNNbpqvWo7g1WvzemA34G4aoOLsPETYIXmbIsN9M6ySEDO28NMp416AvcjMco9jj5N9A3oG4XTBBA8D99+rQwADRoWK/Xk/JGhGm4kublPnSiP0EEb+kv2KleOn/BSboLImHfsbTTBgb6PWbFMLW8eZlLzht4EABoA1zQlWsUbv26deJr9X1OXDMeR9O2wyjKUhXjuuSAas7OfIpinp10wwXSBfN82UXK+bmZtNaiz1d8v3RiB3zXcIBfGD02EQNOLqH0l5wYX3DhocsBRs0N2jMGGaBPRDggaYq3jme8Jt906HWSM429dFE7bNyQO5LJrNnlIhkJ0rrp2rBBqJS5qoYjs0no2Bh0OZjpdXGV5ArJs7wslVuewNFLiSPJtdzjzNYUtCNX0Ax6wN8sK1TkFcFDjAPrl3mhSlGIILnPyb9+y1WXC7mMnXSiPvPk60bXadDyUyFQXljWvudf0HPP7dPLDpI/8w+f0ZNffULHjxz3puWUvu6g+k8dJFNIZDOfe+6e7l6NmD+bt25TUe3WiouoSw2lImqWVUVy/tbX36F3P/SwHvmOD+nD3/XP9frbb1fV446dPKWIQgP9g7riit3eXO3S5m2btWv3Thder9TGTes1PDqo+lC/uvtq2rRlvW5+3Y0udF6jvXuv1l133u5i7OtdAL1B22wYarVu1QeGjc+IWi66WdyEIydRP7p+nemIZQivGe4z6FbXqIv8G10w3bJla0o6w++pqSmhJ6VpkueFJp2MPXPmrB0ERYvTwiF+/ZmvpzdOeWOHAJN7bB5wLPAL+zAzM+O15OTDoubmF0yblhbscGdm5rS4tKK8qKpifmRew+JsOW27fy5lYcmQfKH8NTlgTvgMn5p2Hugbbd5ySsOu0Icjz5Ns2O7kkalmPKqVipCJiBDjsixzMqFbpWUN+SZBx4a44n5VO1LuR4T45OYzck/QQfEVvVuwni06IdRijaKiDMPv7gTIJKhZNzO5+3v7BE3bdoJdxrXbjfMiK1Upay6otlSzfvR297koUtEFJ7vGx1xEOnnaMkfB6awT/GNiPjbN27ds03UuvlS8pisA6jSlTsutLWVZrizPTbaQ/+ebBsDPCmWqGT75drUsfeh4PtmGdatSKTUyMqQd27Zqw4bR9BNXH/zgB3XnXXdqy5btqteH/HydRkfXpyQab+5HZEk+lrw5geYt44Yzb5mJkWWes6ayqKrlIkrLRVXfFnLe6WRa9JiWk/4dz9Fqd+R/to0tB3u2o55HPDPYjIFO4Ei/1ByAr3gDxDfH5haXRKGV86bHlWXV61ZtUzteK9Kb7PCwaVlBlpER+QOPfUh2e8mbIewrb1zzN3y/8fVv6OArh0zvCW86pzQ9NSOCmaaD6NPmx1NPPKGvf+1runTufNrcn7b+zkxP6fDhQ+lvBiLz2MnRdaPqtpOuWo7yPNPg4GCSvRUXkFvGAZiwWxs3bDRtR4T88VMpBLHAxzwk8SkUPPjgG3XtNdcl3MI067EPAB90DtgJ2M6cPauGE5pdPb1aMH0bXiNPOtU2XJNCJ3LLRdW2fOv2HRoYHLY+Liq3THTbLp4zPosLK7p4aSzp+BPGE5oQKPI2HnK+bmRY/HJAt3GqlIVcZzNtZnTu7ClvGE7r7Lmz3qA2UgB8+PDh9BO3S/ZJuSLJCn5g0T5odnpSmVpaNzos/FizuZLgU3S8/gVN2fbkhnVqYkphfKFVr3EurIM1J7DxV8ePHdalSxcMj2XZRq7XeHcZrrZl47ZbXufC325lZeiee++x3X2P3vf+b9Ndd9zpIud12r59pwuZAxoeGRF2b6MLfKPrNmr9+o3qHair1tOjVkc6feqMxl2UwYdAvy7b1ixDtitCrmq+7nKMoMhd2J2zLpfe/N6p3S7ckQBkw0HC7u3veLuuuf563XTLzXrPe96lB9/4gN7z0Hv0Hd/5nfrwh79bm63P6EZ4ntw8Q0aYHzvEesgLxzWZRW7W2qLlt8fw8nzB9oi/Z3/evDx5/KSOHjqso4eP6tCrh3TEx5Onzqpjus6bJ+2kYyHoXHH8cKv90b0PPGAYb9EOF4/6nMC494H7rfOj9lmPaLNtw86du8S6WayOw7avWC+QceBFl4AVPWND3rJfD9Or4/4Ly43kD/nZeuR3g+V+yj6l0+6o4U3jhfPnLTvNpJPEYd3d3YnG4EUMwT34Dq5s+jjyLAJbvuKCRisV3ebsC1Zcoe60Q/xk1uTktLIs1ysvv6pDrxzUmVOnlHzP4rLtTqbJmQXNu3+3/W8nKup1fIBMwItOJwSsFPawQ8R28/ZhyMIartBjYGDAdrHH62T2X01leeaYbl58MuPPOGQaO4Lf6evrS5ta/PLQ0Ih1Y9k6c8Fwzau/v+6k4+3as+daz9lv3Z0wj0L8CsV7Hnqn3vu+9+i+++/Uh7/7u3TdjTeq7vh4/YYtGnCBum145+yPeMHipGWXn/AnXsWWAMOYZRldgm/Qr3BhAHjo8+Uvf9nJyN/0xv1FLXo/0LJOJvi8WSdZ/Z73vEcbXAg+csiydOigZrw5P/DyS8LXkxBgs3iFE8PMyyaZn0v/m7/5pJ+/kt6u/vSn/04HDrxkX7dsfKTlpQXx09Jff+opPeGN/7JlIMUnnbaKvFSuTOhBwzLU+VQ8cQAAEABJREFU7nTMh55EW9bhzW9sUss2LiKSb4W+0Bo7AY4c8UtrvFowXZBLxvC86QL5BheKkWW+gbPeuCHD6BwJPHhFf+bkiG1++OGHRdEbOwTP6ctz1l6zx+wTGi60tY1HlueyGZFCYr6IME97BJ2ABzjQnzVZgk/Ljo2A/ZTlFPt+1nadxBj9WqYF9GbTx1hiMmBD//AVXfY3uXkKD4CJNfmZOXxP4zW/A8w1+wDkliO4yJ+CmMDwMS90a5m2vi2e58Zj7ZxnjOV503245pz5mQ/4oQkNuHgOfjIRoC/zR4R4zjzyh7H0w5YxF/2AmfF+nGxOwz6cuaEH8NCPOXgOvuxdwJ+Gr+Ieay3a1q31A15gxKcynvXZXzIHc4MrawNLRCSfhF9mDM/Bgzl5Y515kQH4GLHq3+r1erKXvLhEP2SBb93DowjsFLKfi7mYEzyAAdmBv6y7Bis0oR+wYQvpB24kpViHfjwHfuhEY76ISDEtfbgHPsjJvn37RBEZH0EMwFrMzZG5adg45uA+9GEs8S6wAQ99zp07l/QwYnWdoihTXIIfbNlp5tbdXvbhpgW6i/x3v1bQBmfoddZzMCdrMy9rMjd4wreaE2kcacRQ2EtwKez/aeAeYaXy5Jwzlrnke/RDxtcaz8EFnCLim3IHf+QP/cATGGgR4Wki+R7mpMF38hQcmQt/FBHiWcdBKkfwACdwAB7gaHhPTn/W4B59WBcagFNPd09aa3xi3PHTmTRfxOrawATsBtExdItDes74iNU+zE2fiEg6AhyrOn/ZMtAj4OE538ADN+iPvDAH8wMTc0BTT6HzFy6IWBL7g2wh+5wjx8zDt/IZm3B7zZ4wD3aLdbFLl7x3AQ5wBWj8J2szH7KDDIM7z7jHM8ZDkxMnTiRcgQnbh18qy0rCjRf8kekf/dEfFX1nZmf0ysFXNLswm1504WUpYuHt27eLmIsjsNGgAz+dCQ6syzXw4UuOHz+e8k/0Axb0i7UjQuCJXeHe/S4GAje+87777nW8fzjpAfNBH17ggAYV7x3BkbbBMU64A/TlJYZf/++/kZKyjz76qHr7+2R3rZdfPaCBwbpzS+ddrH1c0Bh7z156//6Xff+S9wbDLtR9UO98x7vTlwS2btmiTU768nLf+bPnRBL693/v9xw/zIjCDHgAB/z18knGIlZlhHvwENpDB66RiyzLrceVJPfADg822D/i7ygcr/lEcGQsODGO88wxDvTjXm5fwTUygL6wV8Z3DjhGgv/wGFtBMp9vDT/00EP6iZ/4v8SLSj/wr/6VfuCHfljf9wP/StfffIvuvu8+feeHvks/929+Tj/4/T+gj/zwj+ihdz+kLserwFhzvmjCey/yRVdceYVGnN/Yun2bY/57RSEeuUKG2Iu80YXr7/zO7xCxCb8e8elP/0MqpP6e6fY7v/P/1a/92q/rl3/5V/Sf//N/1q/8yq/oN//77+jLj33FcfMR/eVffFR//Pu/r//6S7/kwu5f6CkXbimUHHPOktwHdOSFM15O/KVf/qW01/uO7/gOUWinkIzcQhP6QVfOoRP04hnnyAm0RLY5Ip+0iLAPzpMO0I+xK44Rqs6DhTrWhUXnZqZ18dK4pp1TOXVqNU8J7vgd5kI+kDkKFsg2Oo7sk6eA//BJ/gAP44CRlmUh1lxwPCh/WBu++tQwFamhI/RhDmDneUR884VQYMBnr8WeyCU2hXEDA/3CNsEjYMnLQujEiu0mcBWOZebnZ5NM0gdfyjf4jh49rMuvfSN10cVZYh10f8a5JmzQovdBgqAGdA0en2pqalwL89aRybFkG+k7MTGlpcUVlcWq7LMuY8AVGNF5bDr35r23gD7gCV1p3KdBr9Vj03HDsu1YM8Wlo6OjKf+GL2O9U47rgA/5zb3Xy7Jc6E7m86rz2FddvUf33/8GPfDAG7Rn7zWqO/dSOq+x4n0WDfgcDqvj/U04RpYRbdvvUiAOX/MMOLDdxISszy9ygIf8gf7hMRHhK5qSX2HeiEj+MbJM3/rJXrturLS8R2u7T26Yq+Z/qdxwrz5fHcP6HQ9uq+P/2j7z0TeZH7ho2B/oxT1ifHxoRHjezHOuylVhX5/luSJitXnScFPb89E8p/yJeO25j8CRewxj/UjMHz6JiDQ3zyMycaQPdIcejKEvcFGjgM7IEn3WniED2DL4Rj/6IAcU4pB9Q5Vkin3Ehz70IT3yyCPatm2bdXNS6B3zY0t5zvmMC4/Mf/drv5iAjd179dWanZ5Snme603ndd7/7ndqxY5vlqKp5+7ksD+GPFqyP9Xpdd9xxRyqGPuB9Ozki9q3I2TnvGb70hS/oM3//9+L4pS98UfyN9Y9+9GPC7h07dsL7kD77yV264YYbUgM2bNmZM2dEMX+Lfcy5s+f16b//Bz3x+JPOhU2kHMeS91FTzptPTIw5ZjmdckXoJLElso2eToxPJF+EvsDnzPKDLRuwD+CFnH9l+47df8tb3qL3vve9aX3izMx8gqaz1mN0+pzzSdgrfAY0x26syTN7qLU8ALZl0sVJ1iG+QfZZl5iBddlLUMgdGhoW8jc/N6+p8UlR1OSc5/RnX4kf4gUEbOYTTz7pHNOlFK8TQ8sfxrMefjAiRJwBrfgzIXwhCz85UB9I+39kaMV7wSzPBe7IGrKC/rNehC245Zh9z5T307wsfcLxCPEEDV5g16Ap91kX+mAzl+wD5pyLWHFeRSo0PT3rnOWk20SK4dZsPHAzBvpBi4iwPNUUkSkiLGt5kltkCnu24P3Ssusz9JU/+Hjk1KepP7KbGx/ucYyIpGfcX2trfSNC8IR+HCMizRGxen/tnvyBrtDEp+6T+ZAZtiLB2uv8OXoXESnmAk76yx+OjOvYJmSRqfT+o8jsR0xXdBQ8yEWxFjDDAxowoSvEUjdef4PuuetuXWt7y3XW5aRe1QWD8IQQjreoIDrGH+bBWAQUZgIAkxs2G/4VO+T5xHyAZCzPLP9JIXC6NJgKML1OasofNhTMTfNl+hexyigQx1DRH4dIy7IQ87I2SM7bMU1OTiVjg5CwxoWLF3T69Kn0kx/8lI9Jb4LmqckfBLJeH7RBb6rlQtHc3IKVfEoQs8fJ1KoLEm0Tdc7KQvBMQ5imXOybc1FzZmY2rcc1P91UqVaEw6w5OLPl14LnW7QwAR+CAcExohhAFI6+TW/qebbBgeaag+JeRCQ4Mx8rRSGSugQ9WUgR3mzbAE7YAPGTFePjlx1w1VOyH8cVsSokzBsR5klDeZa5WNnSpDdaZ8+cFgZsaGgwBbwRkfiFoDBm3br1AlZwqHhzG+2WSgciVQf28k3o3u2N24iLZtCQNjQ05A1Xt2nXTPwH7/HxMQfmR9Ncd915p77ne75bd9pgjw6PaN40bdihN1yMXXCA0zYdSEgtOjnesMFYdjJsg4PZUSfI4eE6FxehT8vJbb5VwU+tLLv4AZyW8yRbjGk5QSTTqGNCLXuDln7e0/A3XR1a9FpLbiSmoD2KnWW5IjxAodxKU+QVVSo141txEq5QXuCMS/O1ptyOPtyvME1QoMLPlhxo0WwBjH+XkOdlG6Z9+17Ql7/8Ff35n/+5jh4+4uJUR5cvXNZ5OxR+NuZvPvk3+tiffVSP2jF1jBMB/aqSWj49v2zQurv7VXGCnYT8Ndddrwfe8Ea910n87/0X/0If+fEf19333qvcPDliZzY2MZ0Ki81WOAnc0YoTUxfHLurCxfMO+ibEywxdPRWNbhhW4aJAq72cjgP9vbrpxut0zz136l4XCnCkt7lQe/VVe3TNnuu05+rr1HagdejQUTu6YzrhDSqJxxMnjgsdmJ+bTQ4CQ7Jly2YXENYnOYQ+EWF9mnBi95yN87Rlo6Vp68xRCskuJJ1yoE4yueaCcV/vgMqyYtpX7Jh7Ul8cH0kH7M309JTHTln6Wmqbl3Nedxk5sQxR7HH8p8hyt8zGvGUZXNKSHcOc5WxqCp1uqnC1JrNcZFmW1oD/8mfFczQsKxFhGEpFhNrttvI8T0G8F5VsBzKFCt9DdsAXue+1/cIhX+GCAcEOzrdinjB3RCQ8mBv7FbE6L/rdMn+Yn74Gwcn7JbeGN8V1DVk/0ngvTMAXXpvi24JtXMdw8Y3YBduWsihVKStadhG5bfvlRyl5zmZ9167duu76G8W3gUdG1gk7hyOulKULadeqz/atYSfXbrQ1bfpcPH/RG5FFw9sx3oVWdaFI8wN7lpUW8UwE3cALfcCLI3pQc+EJG65oqa+/23D0at36EV295yrdcNN1LjQNiSTYgAODbdu3+9kGnbEunHPCZc54zZifk9PTaltXK5XCcDTdWta7qiqeu8vFEGxyb9+AevrqLlD1qaz1qurr7v4BdSLXsosYhXW3oLhsWq80W1pZbrko2DHIuXGpqiyryrLCnMxUFFV1ueBcTXY+tGI9bHv3RRLPYKi0Pa91O0GV5VpZaSb6LDj4kz/4pD4XMQh8sH1Vw1jaHizMz2nR9qxw1bvPMC+5EPnKy6/o3JmzOn7suFqeB1/Kz1z+w99/Wt945uuauDyuUydO6owLqXlkonD24BseFJsX5ob+zzz9THrRYNo0WvHmEDiQI9ZdsfwSjFWrZdLJjg0i4/bu3av7nEAgsP7n3/O9uvKKq1StdGnChfWzTpqcd5FsbGxc+M1586Bmuu3cdYVuufX1usnJhyzPU7CBfNfrdWPdSUn8tqkHnUvTrSirWkL+2h1dujiuLm/gdu280jp/SZPTM9bZeRHok/hYsU3vc8KiVhY6duSw9j3/vPV0wQWX/eKno06fPq0XX9gnCq/YmRkHwSSn8BPYf3BF3ggGz50+I57NOGgcdRGzxwlWfPOhQ6+K5DTfYC2LUvOz8xpzQTcM/bLXn3YxO8zj3PKSma/gffHiWfN32bQp1LRe1h0TZI1Qvatfr7vxJr3tbW9VxTq9d88ekViD9+h5zUUE/Hatqzvp7MBAXcjDyOg6Mceo/SgvQWD3+emuc+cvmHJSnoX9QcO61DJUvjadsQd8+2Z+adHy2kpy2jFNCYhfOvCySLRssn39td/4Nb3+jtt1nQO27Tt3arPv3eXAjaJZ0/I+74C4ZUNAAnnFNm3Suo39RCY6vt+0n2UtGnKDHC3bX1FcAB9kmr5LLqrK6/eAm307m6O9e67R7bfdYR9+p9765rek5NSOHbt07fXXyWJrH9PSOif87vHGvc9FvdP2d68cfFWPP/GksjxPvuDkyRPasWOH/cpeyXaY1ra8Tjl2A7YB2wd4DAxrsJ1ywgBCdfw/vlG4sLCsObczlt8zZy/ogAubj37xizrluZ/5+jO6cOFish0tK/EF2xfww3Z0Wx9zw7Fh/YbEz0tO1PIMuRpzYZB1S9vHnp6e5MO6LMubNm3Rtq3bNOSN07p1G3T11Xu1efNWQ+J/nbbwT7VKVetdQO+2D+MbJEVZU399WHXHR+u9FnPmjp9oC44H26ZrRJZ4zDl4wyNgGZyu7TAAABAASURBVHWyZE22gAOYI0J8kDXuQRvGFNYj/u5x+nniC5f01FNPp7/rRrKD5+td0IPWs04UDzrWGxocVNs04TrPMo1dvqB6vd92uabTZ05qg3l39z336a3veIdl7E7jtDHJ4lnPfdQxBrJB8nBqairZGex/5nmAad++fba1S/r6M1+zDj+vQc/7wP33qeUiI99URp4mrauf86aczeXM7JT1/HGdPXPKtuCQHvvSl3Th/DkVtqERkRLalUppHT+mv/z4x20n5rS8Mmf9XNT4pOEe7HXS+lUdPXZIz379aZ04cdS+ORxfndFVu3cLuOA1+rDgWNkiBgkFXaAz8j9kuabxU40kL9EH2uJrNh6+wV90fw0u5uWce9CDc9ZBhthzzHss84Mv9Glb5ziHRsT8HBnH+vD64YcfFuezToasrcdcwIHNxPaRkOEea4MEfC1Nm8L8X3D8SZEp97mRVs12kIYdId7t6e837RZEcWDz5s1Cts6bzthWZH7e/mreth98eNY/0O9pMnW5kAqtumzj6Mu6PN++fZsiIm1KuYcsgj9H4FuyjUWfuYcd4h79oAMtItJ47q/18S11rEsc8zxL5yuO0xdMy0UnNyU03/83E3PrL/2INaYsh6vXjFntw1qZZRJ8gH/O+zRoyTUNXKElsEBv7DlH8GUu9K1mnOmHTzp//nz6eTXGwGvm50hf5ucafk5MTCTZYhxz0J95eL4GD+vQ1p4DD7JCIYC+4+Pjtkul8jyzbSg0b96gPyu2z+gt8SUJn0XznHlI0MBDZAc7lyfaRNIh5JrYdA1P4AFOZE3+rMYRK/Z7K2l/SD9gAJ6I1Tky0xEcO6Y7jWQMMjlif0vSjG+4INPQAxozB2M8ffrXeY1v3OMZMAM7MCRY7QdJ5nkZLVtuzOEkV9AlYlVOmCjPM+W2y2H8lm1PmoYnr1Y0Znuy5D3ARst1zfJaOgbLPBm+jPUiguECd+YETguf/4VlrJOOdOB+7rnRp3RuG8Q84IwOz8/a7thvosfcAw+OrEEDH+ZnDu7TD3pwzvw858g9+jMnsQv0jgDGVXjoj87QH7rTH97OWz85Lw1jr/3xBcduHfv6L9mWznk/hew+9thj6e+Wwdd6vS6+iQQurMfaNOaPCPEfz4CZtehTqVST3nesh+ABzfIiT/ukftuQzZs32VfUk92PiCTrjMMWsf7a/OC+bHlF9tb2R1yv0RN/tKZzEZEK8uCIvCJL0IRz4n3GE08ht8xx8uRJzTj+jYgks2ldn1ccm2ErOCJfwAV9sbXQgmtkFzyYc53jsrZ9MDChN9x797vfrV7H87fddrv4BiJjWQ+9PutkckRYNyvJLsI/1mm1HAn7PvBBR2h28803C72AD7wUBEzQCJlhHLR98MEH9W3f9m2ioErC9IEHHtADbnscX6LPfLtm0XYPegAztF3n/EdYtmtlRfxy09jlMX3mHz6thcU5fepvP6k/+9P/pTnHyx//2Mf0sY9/TF+2PHzpS19Me4YRxyHz84siuT3jmPyv//qT+vznv6jIcr3xTW/WW9/+NvUP1r2v6tWWrVsSXOwZwAk5JDmbmu0OfEAWeQb9IgLwkj51rJfguOw9T9N7sZDtcltJ3qA3z9nTbN++XdAEutfrg4qIJFc8r5iX+Fz4gn1HNo4dOyboKX+QL2jZtl/Ff950001pLubEJmEfKbYC23b7qltf/3q9413v1oe/53v04e/+XpE/ue2Ou/Smt75Nd7jw8MEPflC/8HM/r//Pv//3+tGPfEQf+PZv18NOyL/u9tv0gz/0g/rZn/85/V//+if0c//25/Vv/90v6hfcWIMXQ48cOeK4cCjZrHe84+3i7+zCVwqv7373e/TOd77Dvr2j6669QTt27NTGTRvFn1bZ5MLCVhdGBqxXz3ztaT366Be1/8XnrWvd+rEf+1G9+S1v8pxVXee4+l//1E+JP79AIRVbOWLbC+40+LDm39Bn2pzzHfAmIuxHcvGJiHTO84gwr6S18U3b045jwmX727Z1gj7jLgyMO580NbvookvDseEF7d//UiocP/HEE6/J0ZSIy+GR/Fm0bFC0gP80+ESDf8TZ37xHP8c6PIPX8BK+I1eco//AgE7B366uriQfEZFi8ohIuPB8wLEKOkd/fOo65wvvuuvOtG9mrogw3XcIPZpzHMA6beeODnvv+erBVxw/HvLedTHt69010WRmZlpT9iszjpk5B35kj3zlin0NtIXu6CnnwDswMKApF1RnpiaUe98Prtgj1uTYtqyCK32Bl4Z8dl7TF3SMMdCE9aBpGmvdXrAdoC99gAM65fYDzIFtgA48h07Y3C77h1qtW9Djqquu1q4dVzoe3qN1oxtVFhXj2DHOS9/0iczF/cI+L3d+k2NEWG5bbu3kE4AdekJHXojEFoFLx/ICPMAGLhGR+jMH80ZE4h3ntIjV64gQ1/QrvEdXJ7M/aWt5qamW81hZFMqzTBH05yifSwqlT0QoYrVxA/o27Z8L48D1svMh8IaGXPKc9cChYp/mqT2enrIudNQxf2RcOKZmvtCf+aBtRIjrCK/pwRlHtyzLPU9o7ZP5GWPSOrZjZaXicVl6DG/WeIvdWPu5V2QJXubmKfkL5IV9BIOgN/e5Bz+JEymuQf+1mIDYvF6vq+4GnsgNeZTjx4/pC1/4vD75yU/o4x/7uH77t39Hf/VXf6nLly+p1WoYLuxA2/uBIe10HmHjxo3O2fULPiJ/M44r1tlP9rrwBCzdzoMR/8/6/isHD+rI8ROa8vlJ53DB58SJE96rndBXv/qEXnjhRYZox44djmHn017unHN9wDdjH4XMIO9ZFurxnnx0/ai2b9+q+52ruuaavfafN+u+++613tY9fk5N5/SBC14yHnr0Ou+KzJsBZl07wQ4exMjEDOyBdzonS795x9HYIPQHwNAZ5AU4gGltbuZFpxgPrsg9OglNOc6Ar2MQ/NO8YzL4RnwA/sQXp5y/O+s83+GDhzVYH9Str7tV/HoCPCSm4W+v4+PJyz380EPihWL8xS/8wi/o+7//++0v3pm+5cteDf8IDFc7Jrjxppt0++13iOOo4wDkC1lDB/EH+JFu05FrcKs4VgYvcAUH1sdeIRfQoFJWVB+oJ16DM/fwsSecgzzvPPDRo8d1+NAxF+2P6sSJU87lXTAPT6X8PzER+OL/eBH3uIu1FPfZK+GzkWf4dN65LmgO/YmlgAe4u23POWdddAXY4AX4RKzqUkSYrSH6ocMN6zPywjU40ThnHOvBR57Dx4jgccKNaxo3WEfynB3rvPvkRamK9ws06LYGC/2AhXHMz7yslUcuiqoZMY3naDv2475e+9AfWIFn0Tke9mz9jid3X3Hl6s/80o8BdKAjA/IsF0RhQZCAcDznGfcAqmIjAnMRTATetsmbtkZKtiGUzAUxZ6xYCCT9GQ/wzMk8uY0La0eEeM49EGMscPk2h0Q0TlgXuNYa1ysOENh0L68sOhGzJAqeKMK5c+fEOjJx6wODLqa27AynklMFl3knJC85ATsxMengfdZtTjMzc1owkZZdgAAHvkY97cTsxPiUlhaX1XCSvLHc1IoTywsej/MFXnCY8qYfZUOgSRpiVMEPQYNGrMk9+i57I5IZrpYT5vbLKu3gBlwswLCCE/TuOCDo7e0R1xaNFIhyf4MLsqUdSqVSig8MbVgQizzzJqD2WutK/JvypgQeoYwoOv2hz7R50vaGCqXEsZCUrdswwCfwgWcNw7YGP4IYEabNgnm8opoFFJyWTXvwpTFm3gmtJW+YCbRJdI+PXfaYeRHMQc/5hblk5HucDCqdGJp3QWJublb8TO7k+IQLkRe1wUnq0kqQZbkuXrpgZWspIkyH3E5iLBX1FhysdbyJb7uRZJLCDj5XbnkCB1puGoFjloXE+LyiqoswBCLQhD7yM8aDB2+Gt+zkG+Zx1YXyHheiyrJMsrfsAGvMcnLeCccpb1SQr+eee14vOfh89cCrTpp31Nvd60JORT1O0m5xcnagr67z5y4YZmiwqMgy5VmmHjus9cZx06bNuvGmW7zJeae++59/n77LhZAPPPKIvv07HtE9992vvnpdp7yhvozsGa6KA6i8rKmlXL5UkXecbJ61s5tyMDznew01W8sqK7lhbujy+AV97ekn9dnP/mNKaD711FPphQP4Mjszr8suipw5fV7jY1OanZrTiaMnfD4uPugpclApK8arRx0HIcvmK/d77eB4hmyOjo54Q1BLxRecUcU2oe2+Z+xsTrkQMuciR19vv9Y7QY3jwwki45np0HRgROMc+9HVXTM324nf8BGZ56cuG6Y9iROlT7hPpqaTDMuWveWVJfdvuq2Y/2HZXE763XCBISLEPMzfdiCF/HFE5gmMK6V5a1gb1vUVbwwtJZaxIo0BT2wQ4+lXNV4dz9GwnjHPhJNqOFrOm8aDeUvmsxFkDPigM5yDR6O5rJ7eLm8Aduqee+/WXjvPbifzFq0PTcMqjwuF1F5tzEnSbcU2p8uFsVpR04Dp2G+Zarnv3PySllZaKgzX1Xv3aNeVu8U3QPfuvTY5eBx5zTK8f99+nTx20oW/BfE3LfIsU6Uo1XZVuiwrqnh8tbtbFRfYsqxUZppFhPjwxk7E6jnX4JJ0RuaRA5+ax3YcsDWbK6pWSzXMp7ZtFvSudVUTLdNmxUFO2xOE1yZwGB0dVm4ZHV43qquu3u0Aa7vgSZ57/byqstojd9D0wopaeU1ZrU8rDsStlo7HCz/vVqWrx/NXFVHxzEWSiZrH9fQM+L51xIW0RrNjf9CyP+r4eSgrKqqY5hl4ZoUK86u7u9f2SLb71iPbeWS42WgKfsA/+Nowf+D1pYsXTcdZt2k1V+ZNz0X7hEXr2bhW3IcExZJ9woz9AAXMI4eP6IQLq7xxV8PueG1seZeP9997r2656WahQ2vrsGnFjk55PP3gDc84AgfJHp4v23eMuhiDnWnYRo+7aBq2Ceg0wQ04TNvu800zxvb19au7t0eLHjdr+JCfpouJBEUEXsg59hB7d+HiJZ2zjevq6dehw4dd/DyQZKXTzlR1UXXOG++K5bE+OOwi6qyD9HU67gIMur6E37T9n56cTBs5gjHWAB9kmYT15cuXxWfOiUuuFw0Pukeghs6QRJv3hpgADhyg+4r1vGOZR86Ya8EB7pKLbItOHPHiVyjMw7YD8gXLYEPdlo0JJwpm7MvBCz+Fni4vN1JS6brrb5QFQk8+/qT1cZfe9c536d577k3+FRu164pdLtQ5sPTGgXHI/Nzsgjcyg9aXMvEMmTjpot7+/S/qa197ysWlr5sOx1y4upxkoSwKVezfem0rIwyhG3rRMfKRFaqahsQDRaWwqJc6eOyIoszcCvW5QDU5OWF7lqm0jLaNe1FWLJIdlZWKSHjJ8wHXknkKbdFNaNR2wmTavp17Yy4cXrTMwgfomGWZbUNdFc8BzVu2W9iIiteQ7WC1KA0ztqGluhNPOMC0AAAQAElEQVRAmzdu0o6tm3X3ba/Tu97+Fr3lwfvVU6vqDhd53/aud2rEm7AtO7Zr77XXaPfVV7sY/XaR6II2V155VdJp5BSevXzgFX3x85/XE08+YV2bEfyPCMcGC0K2kcGISDgXecWFjUmdOHNOU9Ozxrch3qRMMZXlumU/NG45At/CMPfYL8K3ivFA5s94Qzdn2Vhxog97Q2Kvxz4ZmiBjnPOGKr6o0bAta8sxU49qTk5AV342dcKJljnLctuC0rDNL8zPmbkZw3VZ0A9bu8d2d/3GDeIbunOWY3hdqVbMI+xRR9C3ZRuUmd9lUTNuufVlWGzigIN5oBV4wBt0krXPX7ygeSdXlIVt/LK4f/WeqwWO8ofN2QMPPCDe1r3tttvSLwLAZ9bf600qONcH65oyDvXBfvOhV63WihMvNfUO9OmFlw5o0T7vFW8GXzJfWgoNjqzXlDeRh73BOumiNjoDX7A1yBZ6gK1Af9HVk95sHnz1YIrFiGmnbLPwiWzW+pz8ykwvXpr5zGf+0bOHDr5yUJ/77Bf013/1SR1y4R0vzrdMT544pme/8Yxe2Pec+HWDJeNNjLvgAlue5Trpjd+pk6fVMp927bpSr7vlVvuLHenN5I1ODABXr3kLT9GHtmPapmODer2eNt5rtEXXsEV5npvXXUmviCGhG3iu8+YVHFgXOQJvivT0h/cRhth6CGzEDvP2aRFhWwBtW+ZtZnpPmTsyrVumdXe6h1+r1WrpmnmAkc0nR+7Dd2xUxfF0afldsV+dmJ7SyTOnxd/F8yTKfb+olJZEqW0YTNC0BjiB56ZNm1Tx88gy278V69S8VmwzoQNx/5YtW3X//Q/oyit2atkyvbS8YH1asr2cd6L0pCZtryctK/O2q1ucAI4gjlpRxOoR+qCf0JLwBBgbprOKLMlpj33Lip1zB59rnWu4LXl/FJEbzo73YIs+Ntyapk/HsK2o6eQutmrZutxxzFC13jQcP3Q7Bmw6npBjjKb7NOyL5+YW3L+ttm3Usm14UVTsX1aU56XxbSSdgg7QA/mER+hCo9FQRCS72bStg9YR4XnaCQbwQc7BGV6gj7nlg3ngBfsZxrXbba+3ZBiaSXaYHxmgH7yDbpzTj4Yscm/Ztpl5I8K4t0yHZSEDjGUOGvrCmgbUPKykfsDF+ugxvpxfxRmwPS7yIs0BLxqNhkUjM68XvgkbMNCAuWp5Yl7WByYTPs3P3FxHrPok7pdFKfoDLzCxLrrFNTQEFuBmPvpFrNKQebjHM87pDw0jVp9zDiwd841z+lbKwmtVzIOm4SlS6+vrcbGiLugGPWn0ZSxzsuYG6zo87rau88zIC3knlumEcTHfIjKjw9odrfE6ItK5/GE+8FmjAXTk3I8MTzvJEufMz7OI4NIwVtKRsdgbnoEvjXVojOHIs8KwoKzQnsQoYxgLHhGhiFDmJn+gLbQBDhowMi984M+c7Nu3T/WBeootDr3yqq5wsWb37issJw3xqzCFk8asuTaO49p107aEuZgXfeB8xfrmZRNNIqBVW4ZIwAofOQIn/SOyZCf12od5gZcWEUkf4A94Z1mkviQ6d+zYoc2bN6dR2L+7777Hvmub/VC/Y6x560DpsS0xDtsNfNAHnenqqmlwcFB8gJe10MOPffSjmvSei2tswrTjAJ6jv9D+2LGjOnPmjHY4HiFByXwLjkcrLh4jT8gW94Bnj31pzfsd9BCcecGmy8m/Bfsckob85B7f8JydnXZ8P6OZKcf3S4v6iz//cxGznnXR9fd///fFN2uwvddff33yA+ABTN3e34Mb9OIeayID3c55oFvoNGviw9lj8Tco19ZkzoOvvqrDBw9BAg0ODKSfR+xzLqLIco3UB/T8M1/TiOPKpx591DHsl73vG9alyxddCNuver2efA1x8SMffMSJ3ttsIxY1unG9VBbK3LZu367tO3ckfbvhxpvSGHJDEZHkEhxyyzANHJApzuVPRCR9qNmndXnfWFj+1voXRamq6Z1nhRYcf0ED8EWWjx09luwU58QJ+F2O8PFP//RPXRD4gmWimXwSaxaOH6AZc0SEWJ91oCXPKxV8wFKChTl4Rn/uLy8tCX/Wso9asg1ets+YcvFsYGjQMes6zZvPyBSNcQvun+W59z0XNO1c1MlTJ7XOcd2P/+T/pTe+9U0JJuQLXgP/kSNHtc1FUpLmd911l7Zs2aZ3vONd+shHfky/+Zu/rR/64R/VD/3Ij+hHXLT90D/7Z+mXZL7re75bH/6uD+uff+/3uoBwj+69726V1VyNdsM+paa6YUMu1miNXiGv4I3s0iLimzRsOcZZow204jlH5A0Y0aXLjpGhMXI9YR9/9Oghy8K88xDdIkYbqNe1fsNGDQ+NmC7rraPbNTg8rPGJceesLqY25XFTU1PpBUlggr5r68gfYIQf0BH6439kulftf2jc5zljOTIeXUOPgRl+cs4z5sLucA0dwAXegg/jkVHGzLgAOmm4iNm2OF4xGCK2n5uf0dlzp/XVx7+qz3/+c3ryyceF/YQG5IeXHBOBy5RjHY7Mu2L5YG1wYu5uy3TTMQc0i4hv6jW4AR/wl461gC2ciWMe9qKZ99/MwxxrONAH2OAhDX7RoMmK42/4DZ/Ajfnp27LNnp6eFPOCO7Ei8AMf9gq7Sm6HlyB4gfqee+7Xzh27hJ4xHvpjH9WxnjpXuOJcNbLCM+CBruDBObjAi4rjS55HRPID7Nlo9KFv2/xkfXDgHvDTGMM9nmEHMo/Ps0z4vzzLFRGiv/yJCGW+x33WLMtKep5lme/bA0UnXUdwrm+erz6nz2qTP/Atgn6RbEZECJkhBwP+rAlf8yz7lrk7Htm2n285n+GjiyRyXELrOL5jjDukdVkzwvN7vBFQ+EGn3ZRMh5z7NN+LCM+fqbStYn34ic4BH99q51uX2Pbf+Z3f0W/8xm+I/CtyhdyiG3w7lW8OIsvwP8I8s11jP0UuCBmAtsxHw7ajA7zEQQ2Atm3rFsf1V+i9D79Pt9x8i+664y6NDI1qZHg07ccffPBNuvnmm2wnS/veWbF3+8QnPqFPfepTyV8AL3LGmsjZgn3mimN5jrPOnyA70IM/y7XFNi83rqdOn07ydu2119pmbNVtt92hN3qdq6/ak/IpwHfHHXd43Zsd1w0l253bT9TsYztmA7Yot72tGFfoDo59jm+zLBzXEGPXkk9Cp7/29NPi148unD+f8gboC7C2nL/CBzEPR2hD3ID+Ldi+s9eDVugF83OPsYzjWv7AL/w5eCM33Gc8eoYO4x+g1z/+4z/q5ZdeFl904Ju6E65TIMM7d+10Xnu9tu/Y4WLqbbr22uvsC7Z4Zgne7HTxerPt01VXXZWu0XPWwGbhS2r2odSgWJ+9KPSA1h11zK+K6Jv0z/KZRfbNexGRnmGrhgeHtPolg57k99FbcECmzrv+xQvO5IHYu/PSF8dXXSR//IkndDDt3y/rmPf8+55/0deHHWNN20cs2ect2tcsO0boTfybmZm1jZ0QsnLCeTHoctI5gCNHjog6CDRifuwVubvnnn8+vYBOTAbN+KW6g45p0AtoPvNajor+5DygDfrLEV2AH2u2invwaq2hCzxvmy4QmyN85UjjHnRjXNs6HlmuvCjVMQ071ubIMqGv0De3HHLkGtpHhLIsd8uUc4xM6vif5wGelveRHFOzrebIWovWmwzAucg9KcxFyQsvTIO58gdBRIAXvBFnk57nmSJCWZYJZWB8Mzn3XAji+vXr0jH3nDT6wXjmp1/bRKA1DRjrgQhzgPzakWcYaGDgeUSIMfKHa8bxjLm5j8FnDETmyFwIFISPCCFkoy5gtVxEIGk2bGNDkjmChEHDs4YJXEkCW3FAWLGiF0VF4SR+rdKt0eF1GqoPqc9J5rYJy9wIhPxBscANuMAXxs452UIxF6XmiFCxGZhyQW7d8IjWj4yaWVlK2vKcuYAdetIwBMDMvFwjxOCEQKEsXVZEEs8z01MWegR/0Qown4paazhDSwJ/jDKbjqGRYfW6ik6BddmBxdj4uMIGDPhlgWnb0gEDRmdubl5LDjSQjwULyrKdP+vTwI83azt2LpVKKXAeHx8TivXYY4/pz/7sT/WVr34lKR6bpX6vGRFaXl6yoi6IOZGjhgsB81ZSfrZt4/oNwigQZGNoSAIx75wT623LCzj3eDPCetC5sFGHRxZAlZZXisHd3V1ak4s8y+w0m2oYT+DkedUbNcYwnmbW2Xi3UoJixbA0baCnZ200nMiecAC54A1Ud0+P5LlWHGBVTXOSDHw7KMsK60CmwmsTEGJ8q5abmpPk6104rDnBK3/6vRmqOdmUVysacuGRpMDrb329HvmO79C/+bmf13d/zz/XnQ7Ir9x9lTZt3qJKtVsTk9OaM81bKtTJMAKFsqJiOEoXTDtaabQUTqws2elVq6UGh/rVX+8xPB1Vq4UGnYxfmJ/TKwcOOKB8Uqds/PiG3Bc//0UnLp9XWVQNd1UNJygXXZSYtWGbNR/YhJR5roY3Hz3Gu8vOD17DL3iBzBWm+5p8ca8sC6/JXA0hZ+gFBnLBDs1qYjswqA0O2NevX2/D3GOHPidkEnk2eVLwxhEeh/xfRJIn1tFr15lltGr6hY/IXTjRlmdSr+VhdGRIA/293qj3qSzzNFb+IPvIKsc0t+f1beG4KCZfOHfeG74FVa3nNQf+EatrYzsYw5Egq20blWeZ6EPRExxpzFX1OOSJ/qzFGNaqGNaOYZz0JtwGRIXhQqYJhOmDnhxxoQqn4lWVR2aaO3lpfAf6BzQyNKx636DWDa1LhSE2xg3LZicrHL6HsryirXbg9z/4Rr3rPQ9r99V7lRelZqwrS078X73nGtVtq+r1wVQkut5Ofqtla4N1jAJu2wWXVt7WUmtJC/wNSY+Dp8Au00H+dGwLFFJEKDP+tAhT3rrY292jPAu1nOxE5zhfcZKmLHKrY9sBbsNjQn39PVq/bkRXXnmF2y5t3rJJJPc3eGNPgWPXrh0ash1sOLBtOfjPrTsDgyMaGFmn7oEhbdq6wzqxVSOj6zU0vF512+BuF0sjr6rR9PrWj7LW4zlHNbpukwbqw163TPqhKLxZ7Va1q8fF1LCONzymZf2RFJnyvFTF601Z9i9cumi7tKiyUhF6DE+r1vWurm7VPD48FzzoGPcly/W8iyot+ztloTDd60ND4u9YTjn4PHfhvMYuj6fEzjEHGhfOXzQN1mnn9h3Jvm3fulXve9/7HXhd4wLGkOr1uvjUvB42nzfcaMDRYx3MrY/wIiJMi80peIVX3/jGc9bvg6Z123hUk+1HT9f8bL+D0/Ub1qlagx5L1vWGCKTwQ9h35LDL+r1+wwZ1dfdKlq3IbdOyPAVlbMhuufk2XbP3OmVZRQsu6l8yXmMTU6ZvU0ecHDl08KgTSs/aL3fsd+a8CV8toqILyDbr8Q03bDibA+6t2ZO2A5Fe05fNBK1p/8JbnPhC8KX/tN3igAAAEABJREFUGQftBPsN22Z0bt4FzYY3h5n5IYX9yLKLAg3bealSVn0nS9eZaVUpSdh2XPwac4A4pWHL1Fve8g41Wx1t2bTZ9FoQv6KATq5YZ55yQXTfvn0pMOatQPgxbv+IfWjZBrStf9Bk0fzHTp52wuWSeX35wgWdPn7CRYpFHT9+TJWisD3qV+5jxfIkf7Is8/+liFDNNoMXRKanx63zC1q2/nX11bRt+zaxQX7kkUfSm/LYy5b1Qv7keW5r0lGW55bj5YQTc2Ij4WFKDlmH255f7tMyrBGReL60uJjsLv3LslSyy5ZjZPnihYsiHkkxhGO7RqMpvhlftU23yZJdu9ori5qfHFNvJdf13jz94r//Rb37oYdEMXID32IZHNbO3Vdqk2mK/GJfjxw6Yplomy/4o6p1d5jwQuDET/Sw6TFalttK8gf4TzY9bDqIQabti2bM64MHj+jZ51/QhYtjOuCi33EH/eGB/OmCLV67sL2pGNCx8cs6dPhVnTpzUku2Q+tcGKNBtxP2fcg858ePH08bMuiD/xmwb7755pvV29enCSdYxpxEWnLMA01r1S45vLEuT5jmDeHDMIl33HmXSIRec+3eBDvj8iKEbctyKXOBCTua5SHkGLozFzFDl23J2j1kDl7QjJLQx7IsrYtd6nWilGvm4bxm24AO4TeZjzmwGz22D9CNftAWfOhz4eJ50Y8XdpDbw4cO6xtff86+b9L3c01Oz4lvm89Zp8tqt7oc05ZOLs8vrmjJMjBjO8acrNNNcsnyD82Agw3UwUOvijht2PEkvp7NGvgg7yQM+JWOgf4+y09uHpeW+ZrlDrmddGwyajnYoMJ02rBhvVYcnzGe+ZEpbFORd/t5aT0a1Pvf921697veIzbq8y5YP//cC/oX//Jf6vHHH09jkZ2Gi2ZN25PC9KtVa9YzJdrDY+YFl9x6gdyB07J5zBHaE89BK2wquFatn8ggMtDrBDZ4yR/68IwjvBn3hhraMi966C6CPtAAPnJNS886SvzFtnGP2BZYmAfYuWY94IqwjTC/gYt5aNxnHH1PnTxlt5MZQWl5admxQ2470nDCf0bwrdFsO1k6YH+4UW9681vVtL2bX1jSmOHlbyp1d1XU29WlRceHZ2zDXnhhn55++mvWzxBrgkNEmP6F6bti39lKdgQaQjNgBif6cZ5XShXVSsIdHP5/bP0HlKXXdd+J/veXbt2Kt6o659xAdwNoZIAgEZgEkmISRcpU9kiylkazbFmyLWlmnt94Lc+z5JGt4FGgRAVKFEmRZs4kCCYQJEAip0bnnKu6crrp/X+nUDTfW3PRB186Z5+d9z77fPeW/IkIwRd42rYvgmfQEREJZpaFVj7c5xy+ARd+w+eIsBzDtjAgdJ35oR9dYS1Kf+ZgPHLGPszmVOSJCLHuWpkbXJkD/LkXEbaD7Ic04ivQI+yHubE5eA49Ect4gBv0Mi/wiEc8Z176gwfwwZO1HLGY/vCAe/QFBvRZgLa/Wmr83bfILEPbWFlVatvnL9qHzc3PuZh9xXYz5/x+WIV1O8szbfTGOXpHLpr7GrjMy1zgQEtzSIbVTrE8yzIxFlwiIvlmxuR5Lp4pZDutUl/4MOjcAZx5Bm3QC1ximsEm2a7wkbk4r8pK9Z56mpM+8JEjc0D3om2uY4fKi0Dgyn3moDEPjX4RkXQJHGq2ZWwS+TA/8MCbMRy5johk68DMstx01FTzuK7zSSlTRC6OLdtF1VNTp9sVfWnAyMwb5q3Me2hNsG0NK/hDG/2gE5mja1NeI6KLjOOZJ0h8XLlekRXX9MvN54hI8wKP/vI1c3POc+aHz5xzD3p5aeYNb3iDC3W3ixdpKMLBC+IsugpPgV9Vhdc/fcKnZj9iW8BhPuSOX+Wc9VM62l/yfAX/iBBzgxMNPjSbS+KoVz7gGBHpCvzgF7CQVZ4XSVeBV7f/AlbhHAhY4MzmU0T8MBeJQG4y/G5q4b7wTQrLsPJarhT0wXPoPXjwoLApcsozZ05rhRfMzQYk35LhRa7Vq1enseAHL5AzNBw7djTxnxyUPAA9Z63KhuY658Dwh2Igf+eMn5r/vd/7Pf3Jn/yxvvmNh/ShD/6t/vy//aE+/A9/q/binNavWe0Y9EuWyaaEE3OAq/yB7qoqhf7Q4Jlvm8ZOasiYxnzMC3/IQe6++24R/zZ4E/rc6TM6543hsUuX9dwzz6q/t0+Trkesd7yc8ibyWceAJx5/3D5/XOfPnhF//mLnzu1681seFC90vvZ1r9Odd91pW+yq4Y3pyv5ZeaZLV69owWu22cV5se7J8ty8qlTVagJP8KLhU+AftCBDZIqcsyyzjhXiwz3o/tE+TcdhZMRz4DVdn5h37Fk1ulp8+5JcZbjRSDGAsfCgzzkMG5I05kUu8I1YyXoAGQEXfY+IFIsYCy4RkfAhPnANPPBhbvpzjlzOnT+np5zbnzFPexzTWW/OGa8p8kyv/xiLn0Gf++37VrtWgZ+66s3766+/Xj/zMz+j//gf/6N+67d+S7/+67+e9HLR65XTlhN/0umS5YTfnjS8414LDJpGfM3u3bu9uXdBLfscXni+0TrMt2mpAS05zxpqDCl37tiyX4RGcKXBa/jbZ97ASxo4Qjf9uI4IRYT8v6RX6Dh9GAv98JF7+Dvy23VeC652XXbScf/lo0f0+Pd/oFO2I37d5zvfeVSHnbPzrSNybGQ4503lRcegqakJ2/WMaV7w0esV/LjXD8gqwvNr+cOcNPCnOD49PZnsjafIMyISnit98EnQQg42ZRlAL7aM3KADvWOODY53vPzA2oBvcuFHBpwfE3dPnz7tdee0sCN4fdD85Rt9uXPvZ555Rk88+YQuXrro3OeqLl2+7L5TKWcnf2Be+Ak+6HrNsQE8V+bN89z20xZHaABXcEbHGAuMhLeLXD32d+A67JpFf++Ac7Ii6Sn8Bx7wVxrzpf6uVTKGa57lxrntDTv68xxckOFa6yJrVHQcP7p//w16zWvu1V3pT8/s1xrXRugPz6AH+XMOzvCUoxwHW671gQ/3IiLd5poT5gQPxobjB7YATO5DP/BoXC/jmovriGU4wJRjprxKpUVgl7mKfLllvqblWZ50gHmXxyjxmHm7toHIuoYrq3T8sOlHPhHALdIzaI2I9BTZALMqS+VZlvSudDzJs0yLXv8y93JPunedL7Q9byvhwtiW6wtt22PXuVfXug0s7hPzsWtyLeoTme04M6A8k/EMtyzhIn9AhTx+27ZtQkf5Gd5//a//tX7WvuNdrvcQm9CbM65pZMYLXeZlWOov8BSeIwP0fb/X2SsvyRL3H3zwQf3sz/6sWDOwh4GdoDs8Y65trh1URSG+DbndG3j42ZpzoJmZOd/bp5tvvtXtZrH2xj7o098/KPxzn2PLTTce1G233aGDN92qgwdv1Q033LT8q2UHDzom7XL+cadzw760Bn/BNWU2Q8cnprTkGtjAYMO5x4DWrFmrVa7llWWl3HKPMO/tK+Ah9FEH7/VceV4kn809sy3FAo4151/4u8rHiLCMvI5xfXdwoP+HL8UiF+wCPUQ+0/YbHLHLCxfOi7UvsPCvXcuKDT42jdn4Ay7P8G2sIfBTXGPDE46t6CB8XedcgHXQFtfp4C88/bEf+zG9zjGVXw14wxvfKGIrMfu6vddprWMyOQc8JydZ6xrrOte716/foIZjb29vL9MoIoRvYw5wBgdw8W3V7Qt6vDcBDsQdYh54cc34Xq/XyKmQeUQk/QZ/+AEf4Rv2Cm/AA1+5d8/epIfbt++wXFYlnq9atSrdA6/+gb50f+vWrZb3DYLOhuvFbKTXqh6NuA7rpZtrBhNegw0KvaPvGtdW6vVegQv+Cfyg5erVsSRLcAIf+E2uzDoMXKkL8ULS5z7/efGLVcQaXiS94E1ycps5r+2RIzTTsG8acowIYTOcwzv6oVf04x6Nc57ROOceYxRKn4hQRHg92xGxl5fJ7bqlyMTnh/190bUv6lp/ftjcsW1dbzmfWfLeyJJjf8e+IvNYdD3N43EZE4MYjfOIZUWmeDxpgwFx7ndcgAc4/QgoMIjiW8cTIQCSCwiBAVVVqqdes8Nqi3uM4Yiwy7IQBRSu6VvaASKQ3IUxHBf3EQT3eCY7aeYCBkeer5zjnGjgZVrEOAjjmpbwXFjS4MBgUogtW7Ymw+TNI/PK+HXM4NzOYNDOotdFn0p1LwhRzMwBqGMGVqXvWZlLH7teoDW9kQWt0A1fIuBX18bfFePWOvhhXCjd5k2bHOxWOxnuFc4Yh71kB4OybdmyxQq6Oi3+4QN0oHg4WwpVFKlIGDAqZDBhg+fvZ7SdDM+78Mk3mqAZYTIviSBH7sEjgj38GneR8OjxY96cm3UBeVZ8KxUFBi48atliMOaIcPGzo5oNCYNkAYO8UBj6dRxkVo7gC2zu4dgwLBwFcmdu7jW9EKMPbcFFH2iZm50V+HddOGg78W67DzxkccMbFMicwif6sWnTBi01FzVh/FkITTmpK8rc/BrRkBPemoPHogvbbRfCu9bNNjDdcke7PjumXrceLxLQIVpm+rpOVuAPdEBDRAgaK2+Ccs23uki6znsDZPzahOdvubjYFAn2GjvIYW+CR1HZ+fXbia7TVm+Q8LcK+Fneu+9+tW659Vat37he+w4ccNuvwZFh7dl3vV73xjfo/te+VvwkzL/7d7+t9/70z2jbtu3CaU6bJzPzCxqfnNKiZVsYl8KF3FZXatm25MBbw3l504jLWfflG2Y4gzwvpQ5JX8uJQdPFtGtiA+LQSy/pyuUrajtJ2G6dr8qa55rQ+NUJnTpxWo9861Hxk6QkB2Xu5MMFzebSnDfuarIi+1/brSucIfrIN9SQUce6UnOwg3/oMDq+zvqOztMI9vC6bnvpGNkly5c3jriPLR7zBsyZM+ecmDdNVuE5lPwD+hIRpqGbrpvWjabH4nPQbym0aBxbvqduS+12U+5u2ZVibGYegRN9uZY/6NVK61h3fctjQnmWacE8bHqOiEj3Fq1D+JSO6Wv5fsvXuZ+lhMyJgfwBLjRj21ttu9AE3IWFBdPRVV7kqvVU6nGxcnCw34vUwj6nX3meCbtE/3nb+XEvgjkeP3ncvJZ53qukm3bOlRONqigEDuBSc5JeOsmv9/W7QDogeLnXAfxnfvbn9V4naTfdfLPq3qg3q62jDW21Ti3Y1q56E4gFDXNmWZjXWbL9lqQF09g1Tn0O4MgKHqH70OLH6V9umrMsS3TB14hIMOQPfRlTZIWT5Ux5gi/TkCVe+tL35HNJ0VFeK5wEDjpwj2poaFBlVarRaLgQsdH8GVRRVOZVj33hWh04cKM2b92WfPSgN5XhcZ7l5kdLVdUjZZWqunnR19DAkOE1VmvEG86Dw6Pq6e23vUhNy7qy/vW4H9/o6USuRfvsJReVWzaqlvnsU3WMaFchEoNhjx91okHCMGIbH/Zmdv9AQ612aHJqXlMz81pYbHupEGLA9IMAABAASURBVOqxLNas36RNW7drzbqNWrd+o+eUZpwMhOVHfJj2ovrKpUtasv0N2lfh61c50cSvHrjxRsejAdvAgunvVxiPqlYmvc/zXPCmx3LvdRJGAgK/aRGZ6j29yrLCfUbStyl5I35oaCgVqBjbY5/X29ujLJd9VM33e833Veb1Zse4AW13ov2A/dA2H1Mnw+rxBk9RlklH0YEsyxL/l2wDS7Y3/MwLfPNemeVdU1X2pARrYmJaEZFscGhwQFs2bfRidfqHb68Rs7CZiDCti4k+roGPTlWv+BGu5c/g4KCG+ge8EM1SX/QffLCFtmW2uNBSZsJy85hjWVaeu67Svq3fC4PV5u/a1au0ywuLn3jrj+nX/+df1rvf9Q69973v1f/+7/9f4i1e/POuHTvFJuqv/vKv6NaDt4iCzYuHXrJ8l3TnXXdpcnrKNIypbh164IEH0qY4dsnPDT/+3cecJ3jOPNMB+/Xr9+7WhvXrtHbtKttxpfUuVqzzeWkbHrD+9ts2+/v7PabXfDOP7dsrxzDiU60stGHTerHI2Lp1h0jY3/q2t+qOO+7U2tXrrDstlUWlwrBK9zWztYRvcoxjwWVm6Kg3B79rf3LYm/a8IFWZp/i1tgulxBY2oln44LtJXsfsF4j7s445yJc4nJn3VVGkeZYW5pyr1NTrDfjCOtRaWrAsFjQ9NSlykxMnT4jCy8XLlzTlogzfoHvSRaovfeUrOuUCH0W+Hzz2uHOeNYbTZxQzUWA6e+68WJhs3bYjFWTwSz09PUkvOObWe3BCL8L4sHH61NPPafOmrTpw4Ca17bMuuWDV31837FHzrN/2NqN2a9Fs6ejKlYvCRrAdOV8EPvhCr8El3YbeiLBN9NmXVMv0WsfJc4YaQ9bt0vC6Wm+bXuWN914v/K5NTOrK+DVNuHhObJbl3s1ke7dsqsI+ua6d27dYZrepZp5RDCCXws57bVf13n7P1aMszz1frrLMks1DD3kRONecoyAzFia8YIKNco7vy2yL2ABHeHTu3DmlItETT6RvyBw7dswxfwoS7QdHzIcr5veELpjfBw8eTL6WMTt37tL+/Qf07DMv6DOf+pxzjUl9+5Hv6vvff0rz3kA9evyEnn7mOR31ZjULjQXnqODF3HPOscAPfOErerVyjU498+yzHvuM+BbIth3bRcHurDe1P/fZT3nD9aIoeD355JNJP3rJY2xXvMjEfXJU/AS6scm58q3On37zN39TP/3TP63du/ZojxeEp1ywXLIfnZub145tu7wJuKCbbrxZ8LCyPWFrPc7ZC+twi/zJx9w+An3ChuEbejXlhfecaYmIZI9lWdpu1wre8pwGDGgG9gqNHHmWZXniLzrV5yLnnj17RHyG+TXL0MHSNl45h+kk38FctATLePVY36GT69ywIsJzh/WisAwnhd7meabKuLdMb9tN9ntNx/Nuq60yy1VEJn7xpOONoZr9Hj/j3nXwLzwGmD3mQ916B/1FUYpcoOkiEdeLXgDOOEbN+fiSN9ePnTylHbv36IHXv0Fvd7EHO1iyPRgRZVmW8KrsT3LPGxHKrcP45DzLvHm7pMz3Fp378HLJhIvOCz5vNBrJprtejAILHtPQHXSdF2sokgO3sJw67sdc8BhdAAZyeu6559S2n+t2uwkP+sA3jowFFvjQ4DH8T8+NE9fIkHm5B2z6A4tznoMbY+UPMHmOXDnyssCs/SPxiD7MB66MoUVEki82yjqtLCv7oEgN+MCrrA9rnRczHnqAh57zDJ0EXkQknrYs2x7HbV6I6UqqvG7OHCMGhga0fv1a50wDyuzTao4BVZHrmjdEnvDm9zcffkjf+MbDVruWffSSDh0+7Bx/2jAL9+4mfyifzdpPe6qU8/ZYB8EDeUDLCi/gzaxp5j4NOzcq6R80LXhzl2NEJLjQwRjGQyPXLccchezjSsF34CAHnkWE/WBleB2VVS7yQnxlYTr9yNfSii6swJM/vc5Re50HgXOFLloHV+BxBD54uKsiQlyTM4EX9L3owh9HGv3AifxzpX/XvI9OV4U5nNbn1jeZBrMtwUJONOhpWR/hH7o2ODCQ6AEmjWc04KJ3nDOGZ9DDOc9o4Mg1jef05R7PoAncOfLs5MmTyX9GhFYK6jwDJo1xeZ4lmUAj14V1pNttWwZN27H56jUvfZgPGTIPc8JTxtAM3nrUte7k6RixLK9ex0D6Mha/zznjI5afcw5P4GtEpNiKHoV9BHyDBp7RcssO/DI/45xx8Irrlbbo/Kaw35KFsOi6DbWYVc7LsZm9e/d67T/qfOCAY9l+09dOvoZn//yf//OU57FW5ds+5D0L9kfYMDhggxTw/uAP/i/x982IR8gRvHqtX+gJOTr+i0I2RW58PC+/f885H3a+xrnl7p079exTT6rjvGN2ckL13pqyPBP0Ai8iHE/nU4Ov0AutmWmOWH4GXvg6+EmflvWKFhHOZ2vip52nXQtY7+L0a+55dbKnaceu2ekZ8Ysv33d+dfXqVVlQDg9d3eD1xM/93M+aL/t16OVDqnkNWrm1rAOdTMpLry2sA4X9yqg31PiZ30nDWrK9Lji/59ixwud57hxoWf7YWmH/LH84In9wRH/gJ/SkY2Ti3N3SP/pyHbFsi/RnLHyYY1PDusmvLWCDzEe+Q65EzkMf/A55ATaMHuGTqUFwzfOa/WpEmPSuIiLxhl8Tg4/wlXX87MyseFmZMeBMjQI7YuzXvv6w+NZMzXkDNcBVXjNMucZ55NARnTh6wpvSU16D9Dvv3CTqb2y+oivIahmPawk2MG+95Xbt2rnH8alKdvPiiy+Jueett1ddWN62bZvm7Td37NqZeESRfNExfdq1u8x8KKtKJsK0SIuOu/ATnsifiGUaoWuFhzyDvytHzuEJMZmx0MpxZQz1Qu6NuKA/4HUI9xc8T0SmiNxriZZb2/N3xTNqRsRdfub3mPPKGW/ERCzzGDvtOlZPTU1o1vGk5XwGG2NcRBjj5X/gFtEVuQHPsC9w4LgMo5t8FfoP7rOvxBxsuN/rJHwCjdi61UV+2ujoSLJzzrHVxvBQyttW2S9g3/ixS94wHRu7apldcs55Ka11yc/IKcuysK9omcZF20snIQqewCqr5WfwuGnZAIsWEckWwRud5B50RIRW9JtjadsqDb+wrQCvz5s/EWGedlRkeVrLcuQ5dNGwLfqCO+tDxsPbrmMPuRz2Ulk/WdeDP5vvN998i+6661V69avvFTYz4vpEX1+/6yJtz9U1ffj7tvgwF7hFRIphnK+0iEj4Mxf8hyZokz/0qayTRV74yu7FdRT60bjBcaVxTX/myvEb9m+ZQhY9j4xT23O3fN5VnmfJTnP3a9vnoK/u4Pt5ug9P4EdmGBEhgxGfttd88MOuybA6P2zgsAyrnXSJ64hQRFjGS14Xzqo5P2M9nRa/eFhaRmGApWXExmqYz8yfZeExXfOuKXxIxzVkd5PvSs6pO84Nkg677rjoxgsPVmz3b6X8t2t7MIctg0UVeWZalv0Afgh9yrJM8Hh4ZES333G73vnOd+rNb36z+Fl+9B3e0fq8luCaufBJxCrG83LNz/3cz+k973lP+rUn1kZs5lVVmeIL49AfXiymHnDLrbeIFz+ARX3nVY4dvY7fvCB08eIl28ZVPeU1dc1rhOuu26c9u/dqz3XX6Y47X6XXvvYN+un3/qz+5b/8Df3cz/28fvLd79Ev//K/0I+/9W161T33aNeuXdrm2iJ612iMaMOGjSJecq/fuVDbPO2E1LUMpmdmRAx+5JHv6Mknn04/HevHEpz18wHXebBdfChtw4YNyZ6pq5Izj46OJtuDd9gAc99yy82pD7IkP+oaYIQndOOcRn4EDOinPsv6lw1P4OG/L168KD7oDg1dR/d27d4tfAv+B3uA96mf9YWYAdw7XZN5zatfk2o0b3zDG3THHXd4bbrHG8hrVFi/0FVgAo+x2FTkmfgVvI5xbFqXO8aZ+g39kF3NuTjn6AAxGl8z5zUuegA9HPGP6AObdzzHF6Ffc17HEt/Gx8aVvhhk2ugPXHCAT4ODA6n2t+xn+rXN8Ygcar35jQ7yJwiuu36Pdjo+3XjTjfYvd4kXmu6//35vnt+hTZs2O77t1s4du20umWtA2NR80vN+1+mKouZ1dJ96rE+LXlMic17Mgc/EBmrc1AeggbnRF3IrXi649957tW7dOs+xKekW+tBr39nvGIBcIiL5fPiITKCHZ9CHfLnObF/wOiKST1u5RhbIcKVxvdKAJX/gOzACGB6vLJdNPsWHiFBEWJn9zzJDFjT0ETjAaNs3EC+QC+eh8HqgpgwhIDAaCQPCisg8pZKzWnKQkcLOr1BErnDLs9JM7FXhxDciM7O7yZEx0ZIDNq1rZ9N0sjYxMaEJF6UIoLkdao+ViOcwirk4J3gON4a9cBw03B5FhFaQL6zUdS826y7CcE5/BIRCMZ/84T5C6Jp4ngNXXSmUeUNoyrg1ZZCpkEWRat5KO+OEEuZUVeE5a0L5Rh24V40Oi59WQcDr169PC2fmYU7aohMkxuXGS/6g4CjPVSe4tMsuok+aZhx3rxVtuNHQRjsfEkaSdfAm6cdRUFzZsWNHWiRAH80gvThuemF8LRVv2k62B6xkq4wbSQw87O3ttUPbIGCCJwZDA2af+w42hjS8alQNb+aN2JlHhIPLbFrs8K0nlBtjBJe2FUOWYdPzwPPCMmUOmhRmYzfJYsFFHfrDi67vIkf4MO3i8zTFRhfguF7wIoZ+Sw5AwEMmBqBamaunVqrIM0WEm0T0rVu2VVXq6tXLpmertm7brIXFWW3essE0rhGL7smpay7Czli7Oy701gynUuZgCKy+vh4N2BB7venUdUBsm46mF2W8OdD2kbnZNMwifNqxTjfF32BdsA6gKwRSeMebQwSrN77hjVqzao35NW8ZTOrSpSu6fHVcc96Aw2nwBkVh2Q+PjOquV71K73jHO8Xvof+MA9+7f+q9+tVf+3W99e1v02vf8Hr95HveLQrkOCmSosyJCj+xd9pF0VnzqZvlystKdQdUghIOasnyWFhsOmAumg+Lwshxxgu2q7KqhIOemp7RCRfDTpw46Y2NcS+4T2l87JpYfK72ZlB0Q2dPn3WRbtbBX+Z9j3lWN+1tXbxwUS+99KKefvIH+vrXv+xN1Wd08fwZL9TGvEhsqeskKotMVy5fTt9ku2R95hzdxlE+5+IpP11Bws2CY2JiQtPWAXiJ3JE/drLsS5bUckFwwbozZvyaLuzhFGkR6EDYhxSp1bxQyrJMpfWPY9sBKIxHYf5EVijL8hRk4X1uP5K5b8e4oo8L5iUyZwzHiLBzq7TStzLfsBn8DIkGAZpz+YN+kuAVhtdvOWBr2BE6AZ7AgLZF6zc4Ym/YVOkgio63vVDlZ/NqtVId6x+4UDCEN5yPuxgPrygkcgSX9QSS9RuS3lamJeyrKsPDdvsG+rV2w3oVtUp8UyqM1zoxqdtMAAAQAElEQVT7IQrVN910sw4cPKihRkOz8PTapBbN367pXfICp6r12OZH1eOiNfYMjyqfl/ad9YGBxA/slgbN8C/if/AK/sFP+ZPnheBz4o/5zDNsKiKSLOSjuiEpSy2yUOaWFlPcUleZ+wwM9mvEPnXNmlEXB9d482mt23qtHllte9/ppGSvXv+6N+i+++73+R4naZvdtggeDfX1p4URSdJq2+R6b2Ju37lbG7dsNczV6e2p0dXr1GisUm/fQGq1uhcZnUwzC00tdUIqauobbGjUC+eGbXbIyWBjeMQbmkMpHvQPDHpTZEADg0PqcfLZVmbeLumsNyTOnb+gyAqtWbtBO5187th1ndau36xew6vqfap6+z1H1/zuU6839CZnpqU805atW3TzLbdq/74D4m/5bHUiyiZDWasl3555Mb163VrB2xkvTi9duaIjR46khfqKnvHCS0S4jxy/WrbjjpAN+kjsvDp22f7pmhOAtltLVa0wPb2KLFRZ34GNPSI3rpFNaR2bdrHBKmNb6hHyxVbHXQzHXhlz4tRJfeAf/l6f/fzn9Hcf+Ae9//1/q0cffUyf/OSn9ZnPfkEf+8Qn9JnPf15f/dpDevS739HzLzzvDZ6ndMVF3sLw645NdfTNTf4wJzgMe1E/NDRkeqwXWZb4sGgdpnDET86CK62wPcwbx9I+dsCxjAR79erV9nu1hHNEpgWPW1pqCX0s3X+rNyVH+nu1emhAm9eu1ub16y3ffvE2+LqNG7Rg28WHnjt3NhVTPvaxj3tTZk5bt2zRT737p9LfKrrhhgMCb/jBCz1j3nh8wptWHCnwXLhwXqOOpde8aC8t4yoP7b/+Ot1z1+263hsrb3nTg3rHW9+q2yz33d6w3ezNIdk+emu9kvUwtx7Bh7KqUhxeYx/w6tfcq9c7Tuzbv99FsZvEpr5CLsIsamJi2v6ko6bzryxzsmcbRE+uWFYzLkyxeZpFpMT+7W9/u8gj0I8J51rHvClGXkLyCd/JY3hzGz2oWQex/yIvbGMbjcuAbWzIvK2Jn8Kadixv24+BK/CmJieTf19jfeVvQBHHpq3nJ1zozYpKP/62t+ld7/pJTTuf+uQnPq3TJ88kvQoTUpWV+IkXfvLlO9/9rr78la84H5sU+KBz5xwHF+y7c8sQvZY/C07Mt+7YoXsfeK2qeo9xmnOa0NJAb+nNqsxxeVrHvHn81DPP6LA3hSiO4cc2bFinUS/E8NvoGbg3nX9yDmye7fKiEPy5B188ncjdJs3r0riO2keMuojZdNA9ceaMxsYnrK8SdF/1wqXjAYcOv6wF54BXrlw2zZPOG/u9eXnGcXhMjaEh5d5tnZ6a0+zckpZaHRVVad6WynKJ+Id+gS+6Bk7oPIUf9JyYgW2j7yw2wBs5kJtjm5nt5op9BRs+fIsa/YSH0JObh8Sd02dO269u1YI3xin633fvA/YLg170ywvo/dq583oNDjX0/SeeVNfwLl25al93Ttccx+c8ZszxasLn+APmZX7iH3g2nU8xV4/lgj+LPPPmSOli4KK+9a1vpZ/qI1/IDBcdgx7wBjfGAhd8wZPiNostvjl94vgxHTVfX37pBQ3ajmemJtRutu2JpYM3HRRv2fIi3te//nV95jOf8cL/vVqzZrX4zLggN+cCZVGU1uU+TVl/0fGqqgQeWWTiA7+5By3YBZs/yKGwn4HGiPihf+UeYzmCP/0WFubFvVUu4kFPWZbJPhftW+ANLyl2XMAuXFyTuupxPro8JtyvZdkvqrm0kHSh6WJ8UWS+3xbH/v4+o9j1s8o6Na0++1DmpuVZlvw5c4NHumdZg3Ov+3E/IoTe84wWEY4ZS4Yp5YUVz2fQP+BYh1y2bdvmwtyrE1zkjM2TFy45x1xp2OWyDTVtA12xuUuBqaeqCb9z2vnnUdtfw3GTIhB6ffjlw6apY91b9IxSRAh8yrJK93n7meIEsJmnx/kK+MDLrtdu6P6Y/S7XddOGHNsuwMkf8M9NN7nXgHMZ+tF/0f4CX+IuQq6V5c79DS4aAKfm64hIuERE8vH0gzb4ybw0YNIf/MAJvMGz7TyUxi/uABud/tCHPiTmxxaRM7REtgwbHCOW50M+0IDNcJ/5sINZF5yAhT0wJ/EFuJyjr4yBHvqDJ7RzDz1Dzvixm268QTu2b9WMc++2ebRu7XrVHHPB2eqn5555Woe8mZhb/WnYVa83WYymer1JCQ9qjgXMA/6Z9QzcmBN9oGH/4Nm1P4SnpirpAmPAtW3eMF9EaGU894CHXrHO5TnXwAMWc9KX1rR/LsrcY6UyHbOkL8gDONBO45rxHMGvaT/EfeCBB7C4D93wp995A+OJefAO3tOH8Sv4MD4z3vTjha1aWQmfUFhfullowbgtOqfuGOiyn6uS7gAbOIyTPyvnwMMXcA1OzEsfGvcSfu7PMSJMc5ZsQv5wj/H0Q1fAFR/JOXCgF9m7axqHbkZEirPQI3/ow/mC/RFwKtPB3MDK88x9I7V2u2m7L7werNnf2JYt97YTQnCICPFhfOb7EWG5lMmXsHb5hHM/5MD85F70oS/zIGOO8B8YXHOkwY+VvlwzHj0AR56lQrUfZJ4PPkAH+V+f8/EyL9Vtd8W3AujPHNBKv4hIRTdwp1FPWec8ZdRr4Kve0EL/GIN/YE54iP/+5V/5lSRLirncI/7ivyiS8o2iBx98UL/xG7+h3/md39av/Itf0U+++916+chhbd261TzMdfLUGWuFFPAo77o2MKcWOZNrXnY0ztXbqYFTRCSdrteX8210BNrRI+iAHhrzc3/Txo2pqEnshtePfPtbqXhPvrJk2XLcvHlzeuHo3vvu0+p160XO8noXeUcdm8jdaq6x1WzjRU+pE+fOKIpSmQoZE9W8Hhxxv6Jaliv4wG/kBU85IlPOsWHsnucRyzFlwrkB96CNHJNz+tO4B785R951+6PcPhud5Bn30Okt5iP5ZNv8Gp+45oL7+ZQXkvfU7JOAge8hT8SPs6H5X/7Lf9GnPvUpx5YF87aV5MA8k97UBi5zDdjuh4YGhUwvXPDaTXJeNi6+jUU+9Za3vMU6X2ni2rjXTO2k1+TB3/rmN/Vf/uAP9Cd/9Cf66Ec+prHLY/rOt76tyy5Sb3IeDw3kKvj6SefDxArmy7Jc+67f53WInKNcZ5xK1zAbrsec1he/+GVvKhxxXB7SmrVrvcbsV5bnqrkmuOQa1aL9y5JrPS3Hvcx6lPsZDV1ABvCfxj3o5DwibLuVbbJSxLKtRkSCC3+RBXqOXq2cA2vMa4YmuYl5u2RbWvCaYtGNDd5uZM5V6rpu716tX7/RdacFXbl8NeUhyB18ODI/c3Qtsz7X24a81srzLPGTOenH89x0NKHNuQTjsG/iIA2+EVs5Zww2wDljGM89+Mtc3Oc5OoFMoafP9Zn1Xjfh17FFrnmOTVAbnbQuzM/Pqtf48WtYfEubWInsybXpX6tVqtku6r09prumzLxnPnAFB2jgWDOvwBecwI8jz+An/RkHfuRuNcNcec788/Nzok/TcYoxPc6ZamWlqiiTL6j5Gv2BRsYVvl/zfMTCosyEXwJvNh2oSb7pTW/Wa17zGkE364SycD5lORY+yp+ISHSAJ3hFhPhwruSplPSF65Umf+hWOe6iwNRNeda1PoJzXhTusfyP+4WvgR8RKW7BI+iDzq51Is8yle6TdaVwvkCu2LQe0FqtJc/fNe259aW2rMPuyzz4NGAwB3DgA9jnWaZaVSkkhXGS5+g435j32jfzzbIsEs3IY9I2yYZZ1/2Qmfzh3unTp3TixDHb4ynna1eNd1vAZ84Fb0gtee3Z9bq6Y99N69pGup4nImzLeWryB9wi7P8sT0+qwr7Tt5P/4MiYpnP7Is/8ONRyPgZ/lmwD+CJ0CxrRP/JXckz0EVwiQhHLrTBN6ESj0Ui5bGG94Jox0JWZJ9ucu9MYW9VKpjdffYxMpfPpgaEh1xFGhF3ccMMN3iR7lbZu2a5Nm7Zo0+bNYu3X2z+ghtfKq7zWJc8Owy1qNdUdb3v7BjTUGLZ/7LjvkOtmq9ILsrfefpvuefU9uuXWW7XOMafm/tDXdE235nmJ+4zrcXzp9/py284d2uz6yl77lT7PR22SfhHLMZvY0TQ/4RO8iQjTUagsy9SAT1vRuSKtY5Z1qLDu5HmmruWNDlVVlfIA+ARvwQX62R9hvc95br9ErANmn9cW6Ad5AbVtcOE5cMGHfuAGXugVdW/0rmV/TZymQTtxjf7yJzMPc+MIjF77qbKqfFdJtlmeWzY1hY+z1jleRCdf6No22X8wGaqZh8hfIa/X+12TGUh2wtoKHSIeXvUeE3EN3KGjNDz5Aw/gBXoGTeB8zev4U6dOpW/rcp8xx0+ccM1w4od889BUTzly5GXvJxwzDxfSWp6+PAMmc7I2vOyYMDU5I6u2alWPpqdm9cLzh3Tm9Dlt8P4W/qnueM+LTGykss7nF0NYs/MnDIjh8HFiYiLFZ2wBWWEHPc5XIky4J40IIU9kOOB1HnJZlkVT8Jhn2AR8dvdEC8eISPZamCf0i4j0rOVYSwMGfJI/yAwZI8OV1nS/puXbsu/qWghdj5ePEaGI5QbclSZ/gNf2mOZS22v7lrIFFyaXATftbLpqO7GOWEGkrTwrlOeFMh+ZbGFhyQKY1/zcoqqyR302QAhHuAAHFoJH+VaQpqiAgFAK+sL0WReRp70Q5B4IDg0NCWPgGQoB041vSnqHhxvqJTm0ESFgDI7+6xxYSaAbjYaYn2fgAINmgO+iHwtVlApnWZaFNrq4un37NjucIZVlbrpkZkF3U+DMWBo0UBgCD3BcsBEgFOCDb1lWChsQ1+LTlbrm3fzsnKZc0Lxy+YooyqLU0B4RnnM4GQmCZQiKBM3DLjRzDe3DpoWiHG+UEZyYlzn6+/qTcqwYfmmng7KhVFmeibceFryBiXGCJ2OhYzYVm+a8KXgp4UNxdqeLvTjBqclpK25NhWHV7WCAxdhZ08BYFDnLcnEP3nLetQNgR55iwrQLV8hYvofclzx/nmUJT65n52ZEH/qOuRgJT6ct8xnLpelAmzkq1rzArzuxuXDxvC5dPq+161bZkVsXuy2tWjWiMs/U8aJ2yQXMMJOguyhy1apCgwN9GrLB9ffV03XbBjFjnHhTftZzJBqyTBhrYTpK63FlWjPPm+e54ba1aH2GtsK6dfttt+t/+fX/RfzMz5/96Z/qwQffbJ1cJSuIGg4wq1av0d7rr9dBB5S7777H5/vFz3suuLBfOEGqXEDrGsksz437Kien621THT377HM6fvy4wWR2lAMq7YxqPb3egOlPrae3T1WtrqwoFVnu85p6vFlTFJVy30MvJ5wwXLYzvepF4qILSDijgYF+gfe61Vu0f98NTuwPaGhw1A7ufPoWylk7upmpGTuvefHJcnnu3IXTqzpy9FBaxExZHnMuFIaLe71OQkdHRlV6ziUv3NAd2rR5ipw5SKQp2wAAEABJREFUh45Dh15Kv///2c9+Vt/5znd0yJuzOFEKABSFsDmcPv0XDOe8FzZz3rxG5xZsR3NOZICHX0G30Avuo+dFWSUeKApleWldylQ5MGHvtBX/kZvHyK3pgExD1sCFTnwBrbSsGbvRC9S77rpLvLlFkspbMgPWmyLLlHlAzfDhIzj50nKKNCd2SWNe+C11NOGE/awXqGfOnlJunjWtx8xFH1rdAQV9YxzJdoQEzszLhgf3Kyci/YP9Wu2CcF9/v3VoUCn52LpF/MxTWVXi7xPs2rNXfFNz9949uuEmF5Wte2tcNCNZ4Tkbcr39/WJB1vVE2H9EpE2FNU6UeqxX+AtscRmXsH9vQ2KyaXgG3fCIm9APT5dbR5n5ExE/7Ntxosk95OZKfJKNuqHc/1EEpEWYYElLTi47tuGOE+DEo1qp4aEB7d65XaMjw4knq7w5tXPbVu29brf279+nAzfs18GbbtL27dvFm+CNRsPH1RodHfFitC8liGtN/8ZNm8WmOLwaMYwwnvPWM4qJg/al6zZu0lrLfKAxYvsa0ODIKvN4VMO+hv/9Tu5K22vuVnlxa0qVlz3J5tjQGnCBeN2GjXr1vffq537h5/X6H3tQe7xoHl61Rv38lM/AsApvknVVmPxcq9asU3+joTXexLvl9tt1wIVOEslt3hTa6uR3ne9T3Lhm3Tl+8oTOnj+ny94UWfIiY9YbGCxqx8bHhB0sx5xJ62DueLRoHku5dR37QM/QQ+REawwPup89suWSZ1nyNdiQ2a+yLDwuU7O56IXEFcdsfPGk/fFMkifjgXnVxesLly5q3EWNk158HD582IuPM7p6dXw59tofTM3O68TZCzpy4pTOX7ykzLD77CuwdRI38O46IxwcaqjryTnvc0IJ3sxDPAcv7IJEiHucV1WZFo7XXXedrrOujw6P2N+OqGE4w24syPAhFMWmvFlHAgfsPM9UZKGyCG3asFZ9tqdT3gS+av946uxZPfnMs7rk8ynHgKazv8ZwQ3fcfqdtuubNpF36Z+/5qRSHeRnlIx/5iPibHF/x5vDFy5fSpjY8YF5wfsG+m0L6hGP6i88/r4e+9GVdPn8mfUPo0oVzOnHsqK6NXdEa84kXqIYbg2o0+j1XpSrvcVyq+XpIQ40h7TuwXyyQ1zpv4SffM8cx+EVc6SpzIttWFqXl2BU/yQ+PeEGm7kQbG0XXV3tjeci5EoUm4Cw6Fiw6/pSOKYNDw+r3hsk+bwzD04Z1En6TJ2VZrkOHDotfBpi8NiXgUkjKrVvIIyJEP+aICLWdJMofng8NDpqeUrVaKXzYHXfeKYqO+70JzC+YfOyjH9fDD39dbBKMepHGy0q1qjKMln7inT8h3ka8774HxEtG4EVehK9ew0/G2EcpMvUa76vTs3rsmReU2bY6nrvthe7U5ETaMJiZ9SaqeX3m9Glfz2itNz7xtVmWJVmiF8Qc7IcNVnQS3gwNNWwDTZ08eVIUhIlTL730kmPys46LcylOH7z5Vg0Oj2i/F5/wZHZmzrlBV+TCXPOz3fy9rUHzk1wGfZ7xhsiZ02d19MgxXbxwWf39DdWLumqWQ9uFjlbiX6bCsRQ8aT1eNKBTLecpTcct7K90jKIhp4GBAfcvUmGRmMtz+hP/oQ1bQx7QSnEPPlIc5kUMYNOfzdQxb/g///xz4m3RF154UUePntDpU+fMg7MuLpzVM08/pxnnheRxLHAu2qanJibssxetey3T3fL5kn1P19cdRUTCC15HhO91E0/bti1wueii45Jzv3H7sJMnj3tcW2w0gTd2lHR3dFjrXOjetHmjhhoD2urj+NXLzr/mhIwn7H/A9/3vf38qHN1///3JVjperMOrfue/33nk22oMDTrneES8qQ2P8ixL/gwefPzjH08/WcsvjBDzCud0YT/RY76DA3yGf0sucnRZNNlnQZP8gQ54zVw8py9ywo9xHzq4tww30+LivP3zrGZmpsyPlq8XUpv3xu60cyrawAA5e0fInrG58WE+zjlGhMd2xDnyn3NelOX5D+8xP2OMnueaT/0ibJuOqdBBYS3zdUSY51379mm6ptZ2H3CduDZh/z+WisrIBDo4Tlje6BM8Z/4h8xUeRUQaDz+QHzjAP66ZE7vi/hYXSg4ePJj6Qh8nR22f2Bb9lmFl1qW2eTSTbI37zAUsaAU/dBaeD9mnDdrPrGxs8PcieR4RiW7GIYeIZfyQC/AK+1Dwg3/IDXjMPe2cteV1g5U3jacv4+EL84ED9EOL/ImIxGPw4jkN2sEB+Fu3bnVMvJp07V3velfyGxSrTrlg0e8cjJdzDSY9Zw5iNTaLrIERsSw3+lRlJVn/huzz8si0lnXF7j0u3l8S1/RBd6ERnMEVfwMe0EEMYOOEjZdOZ1n3ao6lc7bpGcc85ke+ESFi2X/7oz/Wxz/2MT319BMqvOat1SrTOptsOCIUypVnpepekwAfWXCEN8wNHvCjm6K7kizhL/Ii58cfyp8e2xn9WD/glzZ4Q7tyHGD88rMl60NLEaHIQsh0RWYRIT7gHhFiHLyjgQt4wAvgw5uOC6DIj2vG0JaciyeY5IK1mtB1fBPjGINs6YdcmWvB/SIi0bMiI+YCV/pzr2MfQX5W82aYlBnnwnxr2z82LWuOSz62xBzgCPwx51QTti9wZx5aRJj2NqepLyf0jQjRLyK4lRpzwz9iKfTACxp4/+g8PKuZTuaNCIE7+TY2AO4c5Q/z0IfmyzR/17JctM9GxsiSI/2Zg9a0j2QuxmLffJvhHe94R9J7YCih2xW4ghu4MD/XjAOvbAUnx3FgQidjwYO5kEfHdrAytuWYiTyZj37UTcCLteii16iMYaxRTzyjDzDph0+DZmyRHGa/1xPwELshD+pzvvqbv/WbajSGXLcq7asXE+7gy7iOcSyrKvGGvISNs9K+5eaDt+j6667X297+jiS/Uedf496MI2dkLTjhvBC80EXwqGxbhW2x9JEW2bJ84Qd4DDjG46tYh3Bv0fkbNEEHtIMvz8qq8rpnVPB91549oi8/38uGL99WuumWm/W2d7xT73B+Ve/tsz0vip/THRwc1hXnvk3nGOTNLx06lH5V5JrjwBHnKmdOn1dvvV8D/UPWl0oRSZByAJGJT3yFH8i9ZRgr9klehe/H1jk2vRlHP2TAuj4iEix4gcy4T4MmeMI58ualI/rAb+IXcYQXs0567fHUM0+7oN+b1obA4BdVmJ9fbfmpn/opsSkKXkueG9sGF3iOD0b38IvGQuTG5JnkpvzyzL/9t/9Wv/Zrv6ZjR45qo9eF/f19yqLrTZq2jnuzpc/++zVe651wsXmN5cufxPm1f/FrWu++M65bXLx0WSZOyIXi/JrVa8Xap+6NgynXVy5cuCTO161dZzks6KYbbtLO7Ts0ytrUfIHWLMvN20p9zmPKqhK5P/WWiExFWSoikn5BH/0jIt3LsszjSqGntCxytV28JT9vWz7wt2vdlT/oUe78gSP3gQWPWGteuzap0dG14mc5+71+7bGvbzlHaNnmLrlW+fLhI2o7XsLDumtRHdtlWiu47rT0ii/AL9K4Zp6287+a9byHGl69ZjwLY7H8DxzANyIEDUVRpGPHuGIH2ABzYaPoPjLD7rZ5vYzs4HXdtZQh5yWbN29JOlGWhS5cvCByX+QODuDTb/lh1wODA+rpqalwjMvLzLzu9Zpq0WrtHDYP61bNdYTeFFsK23ZZlirLSm3zAX2DZ8Ck6ZUPfZgjYlk+LfMcerjHvGVZGF7pBu3dBAsa6Qf9NEBxj2Pl9UCeZWKTBDuAT1VVmr4BUcu+9dbbdP/994mfd9+5c6fXw6NJD8DRIc/jOslUq6qW6AIm+DBPxDKOwOReBHmh3N/e3nHMZ3RP8HhO61rOTctXPrrwKo5dy6iyjkYs6yDwGAhfmIdnHLnXaTcNT46BS+JLBW3nI+Rdmcfm8njP27GOLbru1zEBTdcjZr2WI0+Ztm7B93nnzMDpmLfUb/PMOu4xM86ts5Dj+IwYX1murcU5/eDx7+n73/ueDrsOyQsP/G3IRx55xGvQh/XcUz/wOvdQWseT22LT3/ved/XUU0+Knxk9evSwbfei8F2l5Z8Zz7IoBPw5599N5xAt12W6rvXl1pHKcb+xalTE/yXbx6w3yhfNL2ygbb2BN5zDC8ZCY25dMwkqjC86zDwRIeRNW/SeS57nyafDS573uV6CTXCNXNAfOdBxju7Q6BMRSZ7yJ88K5VmWWsv8yrJcvDCJ7ycHKcvKNuD6oPlac27GiyE0foFt0Pk2vqi3v195VYoxC84HOq4lcV5Z/tgnsXTIfakN3HzLLbr3vnt13/0PaO/e6zU41FBEpsXFpnP8OWXGZb1zPuz3Fve9bt/16ZfzqMEgZ359ZYVX6E9EWG9azqWsO9YPnrWMK7RyhL+c00xugs8cWRZifJ/3hHrsf4osU5/3L5AFfeEntomfwd9TT8S28C9FWdoP9NquRrxm70/2ii6sNPBkXmCQ3/a49gJetMzzIs+acy7mxwfQ8jwHPbUtA+aHh+APPjwDFvwsq0q5/UXTekNOya9MLnl9y8vAzN/y+Jbpn5qaNk8XFRFJ1twDJ3QHf85alzpIRFjeA6kxFy3JzDVQ8KMRJ2nMT2PeqakpAY9cBJ3CByPfzHq74Hrk1PSErrqmRU0SvKj5k0djS+T7xNVNmzZaB/ba39Y17Rh49sx5DQ4MGZdBx8D5hDv5Kzjhr59++mnxs8t/8Ad/oC996UvJVj/0oX8U9TdsF7jgxHxN10bAHXzhLzJnTmSDjfLiPv3gC3KhMYZGzSgi7I8rx+R60hNw4BmyARYwoZtzeAo/gM1zYC7avrGBlv1g0zJp2zdGZMotZ/BCnugALc/t9+3jgJ+BcGEHDxCQgvEUWmSE6k5AcSJtA53y4pQAxqRdqw7jAMZYkCrskCLCwYnAUiUiag6yJC5MDnwUgTkYt+jNselXYEKMQXqR0kxMIJAi6F4bCPcZs+iFD/NgIAReGoYOU8CFxhiu8zyzgS5q2kWNRRf1+dYjOJRV4eA6r6XWgt1U2yR2DL5jhW2nvhMu6JCU44hIjqeNH3i7k7Isc/9QboZGRFLGUGY6bZw2uKooVLOxgAMNQ4ROhDXhhdUK71aeARdck2BN57wd+aT7IXgMlvucIyQS7AXzC2FTMKbNzc9r0AuD3v4+x7+u5uZnE/9wIvBmZR6Mi/PhxrDWr9tgWqUhO8GtW7b6vJvoAu6SFbhjpYDXvHUakSV4zA/N4AM9ZpxpLoQcuOb55ORE2giYmJhwIn8l8RKZXnZxGlw5n5yYskyWknwHBvoFPycmxvXSoRd0/vxZB5pZHT9xxH3m5UqmrnpsbueF/gwODrh/iGvvWMsuJjkbdHXCBbxrLh7OubhpX6DC8qGVPg46UPQ7ec1iWXbyh2BXVpXWuaDN2xS33Hxz0llk/eUvf1Vf+MIXhfPo7e3TqAvk+67f7zb8E5kAABAASURBVAXNzbrvgQf0nn/2Xr35LT+u19x3v/bu2+/kelT9xo3W46Db4+QP2aFr85bPhBdahW1r167d2r59pzZ4g4afEKx7ozS3U+81bsgCPVjwompmZlYRoY6Nl3N0kSLNtWsTiV70oeuEpLCuYSOMQzbcVyd09cq4nn762dQoAEeWK/f8PU508zzTkhOZtpOfeScESX8cJHft2WXctivx2JsTZa1QxwEVpxsRKdgt2vZwdDTkUXMiFxHKbBPI98UXX3SR/nTSp459RW7eE7zg8Tx8mJyyfky7oHctHbtswNkJNa1z7baLjdZ/glyPeRiGWbM9wUPmRR+Bh31zROdoPI+AV50kP/QenYT/8gfewKMeJxH4CcYyBt4xr4wnuHKPPtgj+sQz4GM3JOZcLznJmLd9oefXJsa8GT2mPI8UNBhLUY3NWgI3dN9++x3atWuXek0X8zIPPgU7mLCNEBB2u3jGptuwNwr5G419/X1O9PvF9a7du3Xw5lvEz3DwbMiLsqFGQwO2d64b3oxE5vjl2dk558Ad5Vku5IK/IehNeB7kxbwztg3ogFb4CF+5zsy/PM+T3LBrntPkD/DBe6WtXAOT1ul2PU7KurnCm4q5W0SmiFzhI0lI5Q3KMivUU1bKfa9hGtCJTZvWa/36NarVcmWZVOSS0XBCVNeoi+7bXKjd743jvd5E3rhhvVY7mV2zetTPGiqt+8yP3rS8mGs52AH3xhtu1IbNm7yxuUYN2+0qb9Rs2LxZGzdv06rVa7Xam8u8xT0ysjq9yb37un3asWuP1q7foOv37Uttt4sW270ByuJtl212z969Kuwrps3jBc/T782q0XXr1ecN1aVWVyMugt551z268+5Xic2lmw7epHWmi0XduvXrVO+r64oLay846f/eY49pzgnjgBeHfMPwqaeest+7IPR7wHH2Rm/k7LZOSJl5kqdEYNKLDeyLPvB/wQUl3vjC7lpOupAj+o7M2vYLbfOja9uVOprzAiXPM9vceFpYoA/yZ3z8qsavXUtv2r/08iF977Hv6Qc/eMIbLseMz0VN2E+/0wWad7hQs9Yb1zNzS7qGXzLf8zJX07YQtp1F09IwLXt270qJKYvgnTt3aajRUI9tDv1aclICnpV5iF0M2d9gf5mFztHVDEWE9ajrZHwmxY0ZJ5ITjsPgSwyGRhI5fvpyqDGoPi86arXKvreRfBa2dJ7NYPuY8y4KXLg6pqbpzKtSzzz3nA4fOaIhb/CVXmRPO8aOWDe+8tWv6q/e/9f60pe/JH6m9FEvtki0r1pWJJYebh/6tCbtdznHNtggJFnm7/fA48nJcXXsS0+7mL7Pxbaj3oSetr8ftE+v24+hm+s3rtP2ndvThnG/Y97AYJ/4adwd9rkUxjZZP5d1c516+wdVlJWT2AkvHhd+6O9Lxwn42HR84NwMs99Z1PzCkiIr3HLbTp78NHae25Cy8LXts9/F+qLqUV7W1ON4tn379uSTqlrNPFeKxW0n9nXHLeRR832u03xeOEZE6r/K/JubnfEcS4lmOT7hZ771zW/pb//mb/XQQ18TmygUmODjonGdtc6gr/BvzgUp4AMbWeKr0ZPL5veEN1Avjk/o+JmLOnz8jBZtV6mIY/9VWd/qlltfr2mwzqBzXdO1jGfLtrMIeLMkVJpP5JccKUCymHvwwQetJ8PpeZ/1Zs7yx54YBI0k8Pjka+PjwmyefuoZ28pR5yIL9k0122GmUfvaNgUC07TgRUNhf3f0pcM6f/qcFm0bZ8+cU7LTsXEXei4KHIh56H/LPFx03gavmK/phTo8oKHfNPClGAhe2DabvVwDB9uBb+AOzvhixjYdN4ltvY4vPGdTddExmuJBbvl3bf+LnhdeU1A9/PLLOuxi2elTZ8Q3QaPb1qa1qyTnxpl9Ro95Bx4dn0d0zC9Zx+bN3yUBD36DCw3+N01H07nE6tWrvCB1wcobi3meuW9mHWkK++1x7t/1PLVa6Vy5aViLunjpgjf2rqpp/MEbvkADcRe4bLbutj/52te+qlnn7o9/7zH9X3/w+/rP/+n/o4e//jXxk9q91oXvPPKdtDADrwEXp5HRLo8jBu+zL9/ohR7wpp2/A5v54F1u3sBzeIjO0we+lqafZ/S9iv8wfvTnOa2y/yKfZwxyXJENfXgGHjT6wiPmhT7gMhf3aczBkTm5z/iIMH/ayf/BjzyDj3nSI+Aw30pf4OFbuQYGdC1Y7uAFXI70yQyDI2PxCdA8af/IOIoqdReBG8Mjohhym3OVyvlWb19/kgu6C03AhwbOgcev7HSdqy25EMTPSE/Z1z31xJP68D9+SKdOnEzx6uDBg1q/fr31IE+wZMf57LPPJl36yle+ku5neWb9itSgH54wD7hFROIFxRjiBTS0HHcz0wN94ALNESHGRETyYStxZQUWOsVz4Mv+grGMQ0YRkXgLzLVr1yY7X5kbmpdhLONP/GEtAB/xKTwHL4oDwMbuybWQG/oREXRJfgMbxt8wFjnSnwYNHMEJHJmbQegesmUczznnSB9wYlxm+F37XvxWzTFwwX611349zzLZMXtp1EpvorNhcdttt9k2+9NLDfxsKRsR273mQ0fAu2ZfT14LH5ouHqLTi47tyB+c4SkvzjD/onWs4bhOsbMqCg3Yl/bb98x783bY9/HLly5edA5xVPCs7VwEesA/IlIsS/PYrtDH5BedPyzaR3XteLmGDxGxrCPQI1l09mTONaCfmAEMmh9Z33pFrEZHuFfZhuEzfTuW+YL19Ko3lcCHTW3i04LnpC94Qacsrq77whPu577Rtb7xc9ptF7n82OuVqYQHf57j0qVLzlGmVRalaVpKTc7XjKIi8pT3tJyXoQsyLazfyL8jQsy5gitz0rjmPufyBx7Ae3DjJ9F7LCPkDk0rfdwtwYqIpGeMp4E/fWnoDnIDfkQYlRAf+tHAcckbUqFIOgL99EUn6MefiuHbbMRG+nNv0TqADSFXzuEl/KUP95mfOenPOfg2zQue/WjjOfKhOIa8pu3nIyLxuWY/C3ziIDTTF5g05uEesuxYZyJCXMsfdBVdgPYFy53WaXdt284b8jzpyTvf+U7rTF3kBayZIpbXbx4u5AW+k845RkZGEl/By6amSeejH/rQh3Xs6HHt8Jpuz57r0rd1jp44LuwxlIk4i17zEtfJkyeTfOBl4bnlecL6XFhnamUt5VPMhazh+fBwI+kXvoJvcrz/b/5aH/mnj+irDz2U8om3vv2t+ne/+9v63/7f/17vevdP6pd+5Ze1actmrfO6ZWR0lTZu3KSR0dUa9NoEflP8r9s2gb1161bdcvNBXXJ+zK9YoFdLzsmftN9+6aVDajn3K8rK68euwrgW5n9h+6aBHzYPHeQf6AxyhefTjqtXHScjwjyu9M1vfsNxfcybFJfVse3Tv7Q9IndoZU7GcT+LLMUD4AEHv7PaG5j8PT/i99BgwzGgaz71ez1yIcVF+iAj2oJtmF95+rM/+zNvkDyV/BvrbuLMhz70IT3vnL+/fyDN0eu8lnzgxhtvFC9SN0ZGnPIsiJd40eEvfOELrvUc01t+/E3ihd57732N+Dt4yIFv0oAfbZ1j2o033aSz58/r6LFjys0jCsWnTp0UuOBbN23a7BynrQ3eUK07nq5zbNm2dZs6rY4WnauzeSZ/oDuLXM2lVuK/FGrbTrgvf+B9ZTnAd3joWz/8Bz+R4dzMnJoLTZV5pcxPkRXjerzuovVa/siq7XwuR67Wu4WFthYX287Tj4i/6zozO6e5+UXr7iXz+Xyq31DwfsqbTtfG+bbwOU14HYZeR4TADztDJ2bt91fuI1vkyvxyvJ91raFlH0rDfulHDjoxMaG29Y18DVvtpzbnhr2BL/Ryji5EhDinH/S0zB/GkRfwMsGmTZtSjg4/JicnFHmmsI2ZleLbzvzSAHMVLizUnS/2DvSq9HoQXuDrmIvzLMvNPQk+5+YT8DrOcTLD4h5yoMOCdQ59gR5oHR4eTvitwIF2xnBkDGMZxxhgggs0wCvsIT0P2XZ6VKvqWlxopU2Im2++Wffde5/2798vNrxq3tTOs1Jd1/aWFlsKj6lsV8ADNnOk5vvgxjl4RIQ4rrQId5Cl06V1BQ4+U2k9rmqVaxw1Kc+kkPBpZV54bUMd1msBSREhPszB2IgQ/CrLIvVHfzOPR1a5j3mRqePcv9vtpPVG1wGyY50gpnpyj8lUWR51y6aqCsMK2+us9fCcLl447xxiTKdOndDRo0e9bnlZ/MkkXmSmPfvMM/qnj3zI7R/1sX/6cGrHjhzWYH+fXn7pJT3++GO66riPruL/8BmleYYP4Wes+UWcRx99VN/73qO23WfFF0M+9tGP6q/+8i/1yLe+JXNB8KDZXFLHNFy8fEHPvfCsTp05pZbtCVgKCXqRNTrQdQ4RESatK3i0PL6pRec3zdai2p2m2l4LVtbH0s1dTX8lxgKvKArRKsf7zLqXYOSZMp/LnxX4eZ4rItIc9Omar2VVidpCr2vK9Z5ePy9Ud0444LV/n+2rxxuOA40h63+l5Xyils5X5uUIHoXhhPHgVzksEC06V1t0zEffsdWI0PIn1LIsPZEGB4dcV1ujQdeBgMPzIi88T926VSnPckmxTJvhwy/6QddKg27OqWU2PSe0rpwTE2nYHzofkYnxkWXiGl/YNi6sS7r2s5n1O9xW+uMHoIE5gAssqMjNR/wJtQryefwMdPbYf+IfmEP+MK6/r1+D5iW4M863k+9RZrrQf+MC3swZYei+v2Q6mLdlv4WcGCM/Yzww4TeyGbRc+gb6U94o+053UVUU6nPcKotSxIzwYPwjMmC9gl8Ep956b9IhngEPnMFh3jUOxsFT7hMbBwcHHU97VXMthTngA3szrCM4B0/OyVXhq6fUBdvh008/qe899qhj+xXze9n/4MNW/D9z7nWNlHXf7bffnr6ocL3rqm94w4+JnxHmhRB+qvqXfumX9OY3v1n8gid/xoe1yXbXovjTQ/Cbl9x5Efqv/uqvhH2yn0BcJWdh4xj8oJ/54B97EJyDJ8/gP3hxvuS8dsk5DucrtGTWG3gfsWw7PEMu8Ai5DzcaQvb0AS5H9IVWs070WB6Z5aIsV6SW+TRXbj3Ks1xVWVlmvcoyG3fHguy6LbpIMu2i2ZQDIrvn9hHirTMmRmgoYJZnwogRHIkGmy4LC4viA2PoB+EgB+GFFa6yIfGcpPPChQspqV2zZq1ISHg25YSVoJvneTIWCGTOBRvzCqNyz1uzswE+Y2DUgoMcOACb+ZiXsX02AOBjJKPerFiyI3v62adEMYefqJuamvSiaMoKwoZqmMbm/49iRkS6hl7mjIiEF3OjmDRoxUBQ+szPwQfmZ1mWnGS/F5y1V+heEe7ExITgwdTUlKbdmhY6b8LtcpLOG3rwi/lo0Ijz4/lebyowJ/fZNb/qDcQFO+qISMVl+g7i2JyUbt26VSyC13gzod5T16b57lcKAAAQAElEQVSNm3XzwVu024V6FLhhxcEJDdrAGEeQwTjsg7RgfsN3KbRE8dD8XbJy0h9Du3Tpciocskg85SIyvMdpQHthPYInKDrJxoYNGwRNa9et0UYn/zc6qecbZQOet2l5LLgAt+jFO06k1lOaZ6XGrlzR1cuXrZSZk4sBDThAbuTn+1zQrMrCTpygZKO2Yubyx8lZ245Lvg5fcqyMB327DuTTXqjNe+Ow637ha2gDV56TtEE7hkzBhOvRVSMOsM/rQ07K/+r979fJ02eUuxhtI9HYtUldunJVLS/SJrzhcM2y7HHRHD7DS2jP8yLp0pITZdqieSjzssdyGB1ZpZoTp956nxqN4fQTpa1mW1cuj+n0qbM+XhFGPu/Nx7Nnz+iJJ36QcDnhRVue5ypNV4/1qW0H3Tb/SBh4hvPhLf4vf+mr+siH/8nO7zGdOHlKY04ysc3C47rmjyKzQ+1TluepwLx121Zt8uYTeLddLJ6ZmdaEabpGAj3Lxvei2dlNgRu9RK9xNNgAixSO2If8AW98ArqAbrNQZs6IWLYx20SW54JPDdOOjiS8HPm6bmVVig0ouX9E+BCJj8CLiOTo0FXkR4MftIgQNoGdo9voHfTQF/zAl2vootDfth4s2eZmvdHEOBIu+gELGmndpCdtsXlw7dq4NzamvNCfSK1p/9gx/yOW50X2tKZ1kIU0tg0sxhEMKAp0zXsCFv6Nfj04Z7cF637bPrdh3d5iWTScoDe9EKVQ0DvYr67nYOPt4C03C9rWekE36k3FoiycpC0m/rTd30JSVZReyC0lXxARxnVKi6YT/jEf/EGvwA8cwAleuGuCw70Ey7LkPg0+I1fogY8cI8LTOVqYpohQ5v986ntddaUkN/meIldunLIsT/KBryswmTvCemGds1o4scutY001lxaUZ6Hcz+r1youJUW3ZuskBeqs2bVirxlC/emqF5+ioz/wb8cbc2jWrtdH+YfXqEfUO9Gm1F7A7d+7U1u3btGXbDu3bt1833XhABw7s8/n12rptu7Z5w2/33usTT7fv2On7+7T/wA267rrrtNnFRr7tS9Hkeo8d8SYSMtjhTdYt23dqk2Hyc7833nRQb3zwzXrt694gFtkbvbhDt+FTaj2FZFrqTmbhw6R9/U778De95cf12te/Qe/wRuWNB29Rf9+ghvqGfOwzXWH7bwqfiW7Cp0ajke6zSUKy0/ZCj2csTrH/bdu2Seb87Ctvep4/fy4tDtBFkhD0D1vYYv87PNxwkl33InBYVa1ygutkzQlovwsP99xzj+66605t8EbwT/3Uu3XTTTfaV/TqhgM36tZbb9bNB2/U1o3rNeMNxGtjlzU7Pak19pVbDXdwYEBr165JCx++kU7RnriM7kED9gdv8Au0aRdi0Af5g05s8cY5/X2pzZu3aKvjF8lJZuWYs502HYNGhhqiOFG3v12y3VzzZjBjy6rSiOMcm9xR2PeaF1t37dGNt9ymXXuv08Fbb9H+Gw4I+59wzD937rz+8SMf1uGjR9yzq7O+nrAvn59b0JKLp8S0CW9grzbMNc5PKBKD+7BtFBu6555Xa926DSKxumocgLdhw/pkb8inKEv7u45FkqVYumBci6pQVa9pxHnIfm/43//a1+nOu+7SehfDduzco33WPfTErklZ5vFeIF315h4FP/wocRha4WWW55ZLv3LTCn9yX0eE52zbdrKkR0Vm2/P9sqyp42dZniUdwp7RC3xARCjPc2H3+D/gc42PIBfIsiz5XHxWRDgXWFSeyRuIZ8Sm8cc+8k/6yz9/nz776c9o145dOuDN5D07d+vgwYOO2QMaddEqzwvrWPUKH5rKDSDMddkueLv3zNlzTtKvacK2cfXquBfS5zXvhUBIGvNiuGVf23SOM+l4dPniJV26eF5N8xP/WxWFSvvBoUbDNtPyCAncDxw4oD/6oz/Sv/pX/0q/+qu/qhtdRFu1arVltk6jtuXMdC3ZL2JD6CFJ+xNPPJFozc2PSW84wXP4QZzdYV3sdyJdyTx28Wphdi69GILOUyhtezO9cnzFZ1EoiMgSPi3H58I4FsYRWGwqd5K/y5I/jAjzphDxs8e+DFsBL2wVW6Rg9MADD6QXNLjH4gM7oS9wiVuMYcFCwQHav/zlL+P/E58X7UvJdcfHrzrm9lvf7lBff6+GGwPO3yY0Pz2hMRcJFuZnzeux9I24Jed+4CqFYeRiXuZC74gD6A840uQPtkjOcPnyRfv/tn14y7Fy2k+6HlumGOULzzcp7BvYEZHu4weuXr3ieTIXGpbH1WqlyAualjs/K3T+wlnDbOruO+/Q2nWrdeSQCyXff0zbd2zTz/z0e3/IO0+uOW8qNR2D+wf6NTg05Nx62jhUqQ+yziwXaDl37pxKLyin7VfAqbS9QudKg6+rHGORC3TznDZnveQ6IhKP69YJ+gAbmaA7/fb1rD3ov27durTGQd94xtxd2zV8RG7yh3s84xqbYw7G4m+wO+CCF3jSF9jIGTzAEx/IM+ZgLPzlPs+REYV1YK933sD6ghxixDZADOkzrvRhfmgBBuOZx6glW4Kf4Mt9YHYc6Fd0gFwZGVKg3uvFNEdg0Re8I0KMB1/GwI+f/umfFvP0uggwPDzs+L462R1zQjdzAYMGbykaMG+eZxax8wvPD270ZR6eMQfjM9s118yFTLgPDxkC3oyjH+OgF/zpFxHWwTw1nrNeYm2z5DUPsOiH3ckf4i33oAnciCngyQYAz5bsV3gGHHcXsoD3XK/gzDlF+s9+6tOi8DPrde+g16ps3tW9tl01Mqow0sCBBnxUhH2PgwNj57w2ePa5Z3Xm7FkXGQ+LddPZ0yfFTzD3Ojb299XtF0v91//yX0Usbtg/1gwXvP/+7z+QZMLLP/guvqVFrJi3T+Oan82mL/rH3NA36ZgJLhEBSQk2fEZW4ANdPYZftw9L5701rVo7KuVd9Q/1OSerK3IPNbH4JOyQeMP4rvNsP0k6kdv3wj/mXX7WFfciwj6gQ7d0RH7Imj406EoPX/kfNoL8LnnTE/irVq3SWueE2GZpX8xY7Ka03YN/03JmDcj9iEhQsBla0/KcnZ5ReEct8dcbJLlj15w3Es6cOZ3iFfig7xzBH17Vrd/wrrT/R9egNyLsG2eTLwT2Sn/wX6ETfDjnCH7k42G95pz7INd2MRe629YHGuf4CPpERIo9EZHygYhI8ooI5cSoPNMK7MxwkTX8BmfwAH+uOW7avFlrnANJ5PptcQyv0+DprOtD9KHJ8ZwY5w7JrxM7wYlrYh60YofMB76M6Vq/lxzHjVba5IQ/+BJ8GA1+tuzLwYW+6PHjjz2mI87ZkN3GjRvTyxDABd5KP87p3251jday/+EaG1jGZyHpWmFecJ8GXjSeQ+9Jb4SiD+DKvLxkcvbcWV20Pl107WPY9lnv6028efObf9z8rLmVqd6Crt16663CfrBb8MEHR4SyPJOsR3meqyxK53C9KY5klgN4XHBNjPUp/gIYm50Tv/HBH9OOXTuFDrQsb36ppOGce8r6t2j+kINmzrGazuFbprnptUFZOt9yvjzpHLbj+eBX07zG/97kzUDiAHju2r07rTOwF3CSP9T5mq5bzM3O298q6dDExIQ3Nq4l3YUnK7zGnrAzXuL6/Oe/oE996lNpIxW/Ts2Dfi2vk9F/5qA/1x3HQOTLnOgG9HMN7IhIuRFj6ItfvfPOu5w7LGl4eNQ4hU66rkG+k9kOKYKvX79O27ZtS3rP3Dt37BDrB/IIfBI1KzYIf/Znf1b/5t/8G221Xo+PXbVvybxpuldvectb0p/4wC6wh7e85c06efqEzjn3+Mv3/6WgD/1BPt/5zqN6xhs5Tz39tP7qr/9Kn/j0J3To8Etq2Sah5+TJ02K9YESTjLuuE+E3upbLkGteeZYlHeDnqqE3y3J1O2HOL/+LiJSzVJWzTZ/DK3RjyX6IOA9PkdGSa0o09JjR9AcCOscah82Qel+f0Jtxb4oeOXLUeB7R8y8e0re+/aiOHD2hl14+4k3Vw+JXVfjlCmx1cmpC1MJO2gYuXryQYkWPcyXmRlbgg2yYLzMtXMM3bJY1xbjXLOgwtOGPhoYaGnHNa5fXY+vWrU/5NzaGbqKXjJ+1LtOfWIkeMA8xFfnzfIPXVmyc0vATc87bkDs5B7gw/3rnN1VVKrdd57YvcAvrBzxBpoV9PffoS+M+jQ2PpnPNGa+dwadpm2J85bUxNMJ7xjNPRIhrxnOPI9f0R++gl7byDDpoK7LDxwKfBs20+blFzXvdmduG8Rk7tu/Stq07VNg/dGy7besNx5Y3i5gHnDhv+lrO0eUPOPggu+GEH9cRIeiFrz96zT1aBFrjIXaTS17ztqyn8j2eUXNqdTtq20dzr+XnS67t4487tl2a/OHYtt533PIstw0000sP+HFopM06Tsgxo6wKUestylwTXjPPO9/IPd/Y5Ss65M3Pl154Xt94+Gv69Cc/ob+xzf35n/2p+NvWH/jbv9Xf/c3f6Pd/7z/pC1/4XNpkZaP/S1/8omtzs+Yda5fLOnb0ZT326CN67JFv64rXiC8894y+993veE0w49i/RuSm5ADkaMQMbBrfzosU//k//77e//6/0qc//Un7sE/oox/9J7Ghw8sUY1fHxKbyKdvDpz75KX3+i5/XsePHtLAw5zh+TbxwRI3viR/8wHWRKXUsl2SX1sGm8wozUW37wLZ9t8y7mukvzQ9Z59rNBdMw5c2yJeVZZo5KHfqZ7+gRssjN18KwuMY2CucTqaP7RIRyP+N+lueaX2yK2iH54aL9fWS5I3fIaiRkgR4CMzLm6kqWcddN/uQej27xsmS9p66aczl0vt7bp6KsWbbdBKeqairLUmyWcmSchwu8et2313lsbt1lI3TZtpoiFixaf/Bb6BNjGMsYWmVfB17wCF6hVy3zLM+yRF9EiGfQQANn+udZZnDQ15XZoSzPlcMfk5ZnufqNz4BbzbkpOAKDeUe87mBe7JHYgG/jmvjU29vr9We/8EUrMavHOR/zMXYFV+DRN88ygS/ju0aCY2rmEfMyhrE8o1/H/E7NuhAR4lkO3oZTZrlq5l2vecwxl1S4T60sU0xkbmACC1rwy+NjXrd7rwS/iw/Gh42PjVuv5lJugR+lP7RCZ9gnbvCeDD51lfMI2Wmwfr92bTzZLv3BmfhKTQSYrH/2uPZ5s2vQN7kGeMedt7umckAbN21IfGIdNOKcaL3Xu+Rl+Gni8VrnjtjcDsdjxmODvMTGl47ot9v5B/dYk5KX3HzwoKjdELuRP7b1jW98Q19/+GHb5qf1F3/xF+nP+1C/Iu8gHmPP0GZWiTH4W3Ce937PrOMK8sXW6TtuGrEBeEdDl+hLgzfoK885J47iJ1aeAYv78BKZdSxr7GrRNr5kXW25Br9om+bXPbMsz4WR4UgXHbib7sDgOSM078UbDpKv1bbsLGA2yM8Z4UkvtAiMc3aOHTt+RNNmJgAAEABJREFU7tNaHs84EI4IG2ChzIKss9jzIh4kaQQQFBeHMA88J4C5ccmyLBkKCpR5PApad/GCRtCEGRAIwTCQMSt4wQgCekoCnQiWVSW+dk7AHRkZEYkRySRzrygPhoTSrARF8IdxHJkDXDkHr7rxAF/mxEDoN2ceLW9aFckB0C8ilOW54GtE2CF0UkIKfjMuJl/1piGCpgArfzDObdu2eYNtOBkCxiIre5FnduiZikwa9GZB4onvwYMIOxMbJvjDR2jCmR85fERf/MKX9NBXv+ZgdUi8UctmG3/T6oMf/KB4Q/z48eN2dItuS6lVVY/ahoVSWVeScqJc86Ztmf52kklm2fTaSW3cuMmbs7sdrNZqnQ2JBAfjwVgxoDXe1AWfARfaBxuD6nExeW5hVotNz+lkH7kRPHrtuEcaQxq1k9vgpAg5dBygTZmDS9OBaz7h0nKiYxaoY93qvhJ0kEWfk0aOpR1px0oNv2pVmXSuMP95Q7BWli5s9ajHc/VZfkMDg+r3uDkHewwOwz/gjZNxB0++Bdr0/L0D/eLnQudczF2woWzYtFk7d+3Whg0bXZTsT0U6ZI9+UKBD3xYWlhzA582nPC2W4FPpYFTklfKsME6V8ah786gwzxd12Qu08+cviET06it/fw2c5A86zJtZbI5MToxrzAsAnCaO4ZLHPf3Uk/rmN7+eNlyPHTuq015k8BOOY3Ya16z3RVmY3ppl2jZOC1q04aPDJEfoLnIEdxJnFhs4UMbNurg6OzeTeI4ORoTpWW7yJyISbcPDDQ03GimYwAfsjwLyomWLzox7s//8+fOJTvzAovmIfCKTKAD19vdq0IXdUW8woLvgg8+hMR7cOAc2+KKL3OO46KIvMHnGOObGFuELz+iHrdMirEnWa57TF12BD9CaW2d6HUCBwzj8TG9v3bIKbxZNuVhyxoup05bPeU17Ux4Y4EK/yn6F80XThVNns4sEDT04fPhwKnQBF9wiItk0doJ+EzT42SLeQtzg4LbTgWXT1i1iE2+zj/y9QPrcSPDyBteWrds1PDIq5gQmyS6JkxFN9yggw0NoI9DUnECwaMYG0flh2xZ0Lppv8BQe0uAHmUhE+NC1j2onuVvMgjaeR4RIrmqGCS3ck0J8wKXj5LBtP9XqtrXUWlLLNhhZpPFyvxU/tcIzxuC7kXFEuAfzLolCTZFnyqJjnWqKc3zGoH1eY2hAfNtz167t2rNnu2664TovhHdpy+aN3sjZ7iB8vTf/bnKQv0G333arN0ev1+233qK777hVd3oj8JabDujG6/fq+uv2art97L79+zzmgHbv2Sv4hF3je5EPiz0Sguuu36e9+67XOsun0Wiof7Bfm73RumX7ViGfPdfvF+P6HM/ajqzwFr3Ks0yVbS8kFWWuYev3em+03vmqV+m1r32Dtnozd2Bw2Bt3bU1Pzbg4cNL2OauF+QWx8IBP6FmPfRXnA/af6AgJyQ4nJsgB3SfZ4W9RnjhxQhPebOIevgG/Dm8Zv2/fPi9mh1002SzoI4mhMMyG/MjwiPbs2qV7XnWXXvfAvRodGfBC57ILQX3qdpo6e/q0jh87phdeeE7nz57R9LWrOnHsZTUG6tq5fZs2b1yvrjeS+nt7nFQNCDu+4/bbtN6L3+07tps3u4Te4WfRG3S30WiY1rnkA+v2w+jkqIv74D3tmNi237106aIuXDinyalranpDKLcuIZeNmzcpvFjuWNcmJyfsf/uTTGace7x06GVNO1fZ4c3Tt7/r3brj7nu007ItHdO6kWmgMaw++3zwqazH++zrb77Fm6zeaDvgTeMHf/zN4kWfrd44iwjzc0LwM8tCS/abAx7b3z+gXd4w7B0Y0pJru4vGdWz8mp59/lmd8wb2kSOHRdys23/gWxYdr7oKVb6mwDFkf7nXOtVT7zO/GsZnSFnZo1lv0NGKsu7rSvwNS35abIPjTJaXtoPKuBB7M+VZbvsI24e54MmyLFPXvi26kqyDmWkNz4ne0HLzKyIEzW3HTPqj78Tp+YV50QcZ8AydwzbHnKDjt/ETnMMHfBovfj331LN6+omn9IXPfV5HXn5Z0954fOfb3q7X3nef8Gd7du/RW1xgXO9N4ukZxxD7grbx7FpmRlUdXzedX5YuHvT09CY96HMu4SClc2fOeHE8502BJXVc0BseGNDa1SNaNdLQ7h1btX3rZq0eHU05EPlBZro2b9qoW26+xTo7mBYD5BvXX3992tiecAxEt7CDTc5VoIV8Cx5gSxRj8L/bt+/QdfsOaGBoVPxsd2m8BodGNDQ0rI22/aosbaeTjt2FGIsO9VqmZrw61v/Ja2O64AU8OrvkWEDsmXcuGxHKnbT5oNx5CLGU8bVaJfSZe3XbADznnGfYSdtyIp8ADjIgppALXHLMRy799jf4hHnnZXfffbcX9ZOJXp69dOhFrVk/aj88a/2q66Djx6h5OOeY/vnPf05XnGOwCTA7N6XT5jd53RXnoYvGu8f+ptZTpYUbOBbWHXSChl9DD8CN47znlj9Tzv+XvHD/0fvkY00XYBacC007ZgIb3y779cWleceXRXUdKwYG+rxBv2Cfc01zM7PKI9M2+9dLFy6KTekrXiTyTZPLVy7q5KnjevrpJ3X9vr36P/7Dv9fdd9+h8OYMeXzb9pnZHuU5gzf3vQ7p2CbAmWcUgsI6WDd94L3BMq3ZB4AzfeDz8vpmWsTtay72YBPwnn7IZ9a+BZjIiHHICz6s3KMP92kRYc5IEaHKOQL95E/HeGGm2BwtIlIfnnNNQ7bIYdq+EF1gHo7kFxwpNkx6jYTcmJt50XHGMhf4ggPP+mxXeZYJXesx7TxH3+jDObQwPiLEOTDgB2PD4yJC3IMXHJdst/THxmjgTaxB3gcPHky00BdY8Fj+MC883+aYC48XnX+A37h5DA3ABHZZlslGoJc5GEM/5mAM/Wg8oxl0yivpA8/Amb404AEnIqxnXdvtMmzGgBu005/GPRr3uZ7zhnxRFmmjhnmBQ39437UP45xvN56x7TA3dsg4xpPX0R8eL3m9gP7AD/COCMEL5sIPcX7f/fcl/DiHj7wIgY50bP/7HCeYk7HoI7CYh2NmWFu3bBNFiA2OEbz8gw6sdnFkyXYZtq3wRL/4i78ofBz4gBtj8ReN4WGt9zqrzxtCxGqDs56WYsz83JzjnYt79lfgDm5dxxX0ImKZnwad9AWaI5Z1hH7wgkIV+jZnOPCCvoxtOVbCv8z+kM3blgt/uRy7vAFUOca1m+1k80vWD2SPjkIv9P9oQ77AXGlc08CFxhjGgg/4rzwDF+hfyZEHBgeEja08R5+RZ9v1jTzL7dfbSb+YG31DZvB57bq1Yp1Z5Jl4ybdtOfMT/8e8yZdnoVpVphz6iv0sMqls/8yDDwdncCtMb5lXgg/MyRwRkcYxF/2gA/lzbrVLh4hIfJclxTj0kyP8hWecRyzLg3nkD7B53nHcZd3XMn3MkWWZIiLFDniA7Bi/Mg6d4Rq/Bx+Bc9RrTMahI9DXSS8GSdBIzQEc8KUGm2Bzv9c+CFkAf2Ve6Gp5DY+uY6s05o2IlA/A39z6t8mbXuDAOGwceGtdZyA/Zx5kRj+eo28TExMpb0POjOMIHaxJm645tLw2gY4sy3Xu3AWx6cs18gEePMdHsYGXmT9c11xIPeNN8/6+Qf32b/+uNjh2nDl7Tv/4jx/SZz//ReepF/R9F9LN6iQ/1vHEanhKngAMcOM5x6VW06lOR4VzCvjAPL1ef/Y6hz5ww37dcOOBZLNve/vb9bo3vEENrx1mnactYT/Wr47L47l1qqg5L6ysa7JNmp68qmnRsPkJxY75yHwrug6/aOT+8CUiBL+RAfSSEyE7cOHlvUMvH3KecMUbFxe8JllU2xu1rFMmJiYVsTwWefS5cM5agm/Q8etef/iHf+jY3kp+HPilaYT/4AKfafCFeZgvYlneEf9D9yOW4ed5ppMnT+jIkSNiDmBRn4Cmvc7xb7/9Tt1559164xt/TDt37hL3sQdeht3qHIL5+dnA3/hXv6FvuCDLnyL6zGc+k2ChN+SD5EvUKJ555mkXaz+VaCbvOnHqpK66dsGf4vgP/+H/0Kte9aq04Q/N5Ae8fPfggw/qt37rt0RxmC8F8FbMiPOsHbu2qre/xyR3tWAfOD05bT+ypK7zEV6aadq/UcdqJf1vS85LyC+xAfSbhs6g0/AKHeaY7hkG9zPzCN8xODjkfLrjtKdpuWSeZ1FZnnvdNGWdfEpTswuqegfU7zy23j+o5184pGPHTujU6fM6etw0jjnv8qbsWdefxsavelNnwT4pU8M1maHBfssxkm0zJ7SbqBTDepxLnHH8Ay/qK5ttp6wp8HeNRkP4f47oPzrHWgMdR1/WrFmnzZu3eq24Kvlf7AW/Sk5DcR1dYo3b19eXXlZAZ3geEUlnqX+dsF7wZ6XIh5mb+QrrGvJHnyfsB7A1dL3joMbGMvzNbNO5+UPfvLCPN++JS/NeY7aztmrOfQcHB9NmCmPRUfgPLPQPelZohJ5lWLnE4svzkN/TCsOGN+ADjLbzvpZtCH8z4zwXn0obGxtPa5aILNVQyaFYlzAP8GvOUcmbwZvWsu+mb54XXg82rTpdrXyQ0Y829IXG8wgj5xNggHNEiPPUzI8wXxjbct7RRsfkj/vwIg/+asZrGf580qLzP+hZmF/UonP7rvOCzittwT5qwXU/4NOWcY/kj9n8IIeped3TcRzq7evRwGCfZryB/ad/9qf6v//kv+lv/vqv9Y8f/Ac9/LWHxK9bTE9O6JLX1GOOox37vuHhhvP/p/WZT39an/vMZ22rl3/oa9BBdGeb62ZveMPr9PY3vUHrV6/S0UMv6S//7M/013/5Pn36U5/QBdci+RNu+CrqO6wtFrzugQZ0DBmzHmR/4aWXXtBH/+kjetgbvDzj2+UPvvGNetODb0rrFXzLQ199yJs7n9YHPvC3et9f/Ln+9b/+Df3Wb/6m/ub979ef/99/qr/887/QN772sC6cPa+rly7rnGso58+d0+XLl9RTFa7phwoH98w86baXlNm3I++W/TjyqOznLQm1LJeW/QX8paFbHesufdDTyalp9+m4a4jrvASqxBhkQX8a8uY54yLCOhAK/Y9PRCiCtnwvgvOQb4r5mtY/9tyVFVpZ04NjhPtIhpel5tPUXyF3zZdbnnE74Qcu6BH2AY7gA5w+23zNOg/OdOY+59yjIZ8sy5LeM65jXaVf4RpuZKEsf8WmfR/YrPs65l2trMTar2Z+hiT2asABWDR8DHxlDPwBLnNznJmZSX6K84hQRIgxEWHJ2f58NELieY/9Ig1eMR7cK88J3oVlktsvMJYGzjyPsMws26Zta2XuMI08Z2xhmmpl6U3WQp7ErqYrnuGn+KYsMPCDrB9YI+I3rng9/wPnJOz1UNcnZmF/Tc+z4E1t8h1wYE2wz/XBHa7VrVo16hg6oLrzkHXOce+886GFINMAABAASURBVI70LVLsAZ9MnOOldOyMeDzUGNLAQL/6B3pV1UrXtnsc9/pUGlfwK01vZXvnHByZj/PSz6GTezXLmmv5A97bXdsk9+Klcea67fY7RJw9cMMNov+Y9z+Iz+QETz31VPIH1Ny5JjdINFJz84Y1c9DQE+RKfZG4DT94sQgeIXee4d8ZSx8a5+gnjXjCNTEFvnHkHrDBn7jY01M3foWttyt8ZrZ8s8dkKSkMyhARWjFkmBERaaE1ZeMFCZwrz+lLy7LcY5eVnclQWIjhGS0plJUjIpKCgiRKGBFKb5G5sLRgh0zfYS/4SMRgMkhHGBcrA/DkT0T4/xLXwOCiZWOnqZsZj9zP2g46LcEsGAM+MKNlONu2bUuLUYIjQuYZ9+kHk4GHMtMQOH3Ag+uIZT7M2NCAnVn5h5xEjI6usoINJGWPCOMQP3Qe4FhZwXqsQBg1dJFwcB/BktCOexOsz4n1iBPotot0E76ecJIzPTWhaz4eP3pUZ1zgZiM2bMdzLiKPufAJTeBfFKX7TeikN9X4O3A4AvAtrMC5AzCJy/j4eHIGBPMZB/bp6Vlf594c60vJSlVWwhnQIjKhKKtWrRYJ0cjIqBfhG9Jbf9Ba2IkhZ+SF3KampoRj6To4LHhjYMlFtoWFOfF3pTpe4LccMOa8SbfgwNsyfaUX1n29dRdCB8RPCDZsoI2hAfXZoK84iBLsHvn2I3ri+9/XcSfVJKI95l+/nW5EeKquVhxw0hXrD0d0qarKtKFRszOrylK5na2HqOS+W55naTx8G3ag/vEf/3G97R1vTz+pusnJ+G133KnXOVG/y4n0m97ylvS3C26wUaMvzAHt0Dzn4svyN1kWrdOzSd6leVir1TV29Zp466zrhIOEm40h/r5hLX0Dt7LzGhQ45cZN5s+8k5ZF6z/3pqcmPHbGi/qWk4sL4u2no0cP66UXX9DhQ4d0zbqB4U+b5yTtdfOFxTJ8xzbR5UUnyi3bhKdXlmeqG6e+tLjtVeVNhiUXMJZciFyyA4IPc56/5cQF3afleUg4pleCe55j377nh8idBr7zLuC0nTDCD+B4kHss/+txgCkcROo9NZU+NlsLqmqlN3YXzKumasY7Iqwji7bXljoOhMBhdGa74jky7jp5mLG9TZneOS9SoJG+yAG86IM9kSSRjBMESE4JFvQDR3CbcKKNQ8ZuuL7maxL5BdNuhIxjuKgr23BunkXCJyJUr/cmXUP2lXWqtE51jSs4gc8KHhFhmYZ4jq4M24/xjUVwSm/f3Hyz3vSmNwl9e/3rX5828ij+33DjDdrpja1bvBFIMNnqzapavUe5eSY+NvgoSvmGulme/HBuebCITDgZH/AgqH7zm98UugHv4GVECF4uOWAPsEGxdm3CUf4AAzm2XBTqWtbQBi3wBh/RNd977ZPCfenHNc2XZlc7ySzLM3VdKJcr2nmZC5j0ge/0gxeZZblyDnyeteyHm5530QktvOw68cEU5DkzhyaGRLelsrTu1ivbS7/WrVvlBfFGbdq8Vnu9qbp//17t3btbu3Zu17Ztm7V1yyatWT2qNU4OGoP9Gm0MarC/7tanNU6wV/v+pk0btNo+rWF/M+A+8ITWY12te6OiMTKsocGGiqIUfrByQaXPG2noWNgmoCeMKLi3bF95Xoq31yrLADoLI577ea1WWG96ZCAabniRab7DF3zurH03fmLPnj3eAL5Rg14Yc90yT+DNCy88L3SUuHDGC1f8NvOjvyRHf//3fy90761vfavoT0L12GOPpZ+8Wr16tW699RbxU7SrTTM2gS40befIZs4bA7SZ6UmNXb2oq5fPa8l+umV/XRWlWPx8//HH00sEFBvWGN7+66/TXbfdqh977QO675679cBr7tFrfDzgZAy9frX95F133KFaVaoxNJTiSUQm8OVvN5GIQPs1F9ErF34q2xD00NCrHvvE3JsjiwuzanpxO3b1smq1MtFWs1xYiFy4eNF8GtSidWbLls1au3aNNmzcoJ967z/T7/5v/6v+7e/8jn7+F39RO3btUUvS977/A7340iERA/ip3qb9YVX2JBj89MimzZt14IYDuvf+B/Sa++/XdQcOqG0bGB4Z8WJ/1PIv1N83qAHT0xgZldfD9rsTallP27447yLEhQvnhd8cGOjXDieDB1wM67Ou1Pv61OPYtsFzbCLX2LFT27xpt3vvXq1xQbBW71Ne1J0vDKvfG+uDQ6vU7ebqOK5PuADz8uGjavsCuZFcI2MbmexyFMqcVIv/p2P4DryNCPHhHJ62XtGlPM+TrXK/Zf++yvLcsXOn5x744f0e+2HGTnqjBn4xJiLE/Nh/ad1GHx/91rf03Ue+LV5IqopCr7rrLt104AYdP3pcX/z8l/TsM8/pi1/+sg57g79vqGFflSnyTJevXk0+izkKjzOxKotKeVaor7dfE/ziw8VLqlsv1q1Zq/W24QHzsPLYcD5Rr5W2I0vVeQP6MWobrVln8NsUtLd6Exz7vep5+BmnZ555RmwWs/Fx3otoku/SNGALO0375k1bvNk4pFXrtui6G+/Q+ExHj37/WReZTqnPhSc2Gq94UYL98SIacI4dO6bjx49ZB66ZjK75168IadA5C3gO9Paosr/u6+8VPrlWq0Tsc2e1XMjlXma/ULdfL8yDiBBxCdtAVvCeHI15sfeTJ08KX8494h60MW7RBTnkW3e+w5jDh4/o/PmLGvZGc1EWmp6dUlErdcwywM/Muqj27Uce1aI37fGx6Orjj31XLx8+5HHnjVvLeZ5xN77YpdQ1XV1lWWYxdYXfQP9q1hHucQ5N6MjKOXo57yKLlKuq6qq55XklxpTGib6M5ZjnRYINHeQsfY4v+JhGo6GGG8UL+bPkeNWyrT3x5FN69rnnteTN0r/9u7/TT7/3vfZzT9hPvSjebD93+pR6rUvzE6bbPOWnwNvOWWqOGWE4yzSF0ny2CXgXEcL3gB88BTdooehMwXzBedigC2v05f6A4ya4mSHimpbGOO/hSCutXxHMKDEnMmVOnkWEudr18G7Cg/vIE9kTt+EL9rkCl7F9/f1eF/Un2QAbf3/Ea4C1jiP9foZcVq1aJfjEOMYDh7lL87ysysR/YIH7ZW9Ooy/trnGJXOG4pazwxnsn+bbMPOQafPPMdhuRdAO4EZHobjmGMB8+odf69+p77lHbPIXqpnNJ9JTxs7POXa0U4AU+8JlxEZH0ieIGvIUPHOE39NC4x+YT59CDfLAHizLpDfC5h72DG/0iQvSNWD4yl/xBhsCjRUTiP8+Yk/7cp63AqNs24fOQfT7Puc81/auyUlmWYh1AXkejD/iAC8+gl2ZhJ95j38yH7yQfR+fICylKDDnms4ZrWs+R56vvebVz/Yv6+te/nvwCuANrtf01+QpzrdBL8eCJHzyhP/7jP9H7XLT7yIc/pEfsl1vWe+Dtdyyj0Pzoo4+K3ACd5pvuN998S5LX7NSkFp238yJrnmWqTBdzNR1bc/sodLJpWcObyj4Z+aFHzG+2Jl6DD2O4hj+cR4TCN4YGBr2ksV4Zhpme9Ig+yC3zfDT6u+uyPdje4FlV1ZTl0tj4FVW1IrWCnNJrxcx4GXzqTx7BWHCKCE1N2/bteyvjCuyafRU85Zw+yAcbrtUqkdOFsQQX6AMPGvDQS3JReDt25aryyFR3/se3U/u8duIecgbuCy+8IPQW2FOOm9jWw1/7WlqzXXAh+Ktf+bJO2zfBfwo+8JN5spAK44puTFxz0dh5zTWPd9lCC97040VeGb95r6GZp7QdR4Qillue5+I+8CLCsJb9KXqGrkIveHHNkX4t56nQi/yYF1lAx4qOwc+aeUYD9krj+gXTif2tcn0DvVAo5UfgEeELN+YAHvAXrFfETYriyCMiFGEZee1GP2DTj/Hwg3v0Y10GDGjAN15yPgAN+BrwvPPOO7Vp8yZNTEyIGMF4Yv3HP/5xx4JD4sVC7Myzif7M8Ud/9EfJZldor9tnzXvN3uO1MH2JreCz8hy7mnQhH3yY99Wvvkd33HGXbrn9trSx9/O/8Av6+Z/7Bf3sz/+CfvLdP6nKuentd96RfDQwkOukZcl4aIE+8nf4Cz7M1bK/XHKujQxo0AGf8yyzqSzHh06zY//Ra75l6nUe1DX/+CWPCev5mGs4S4bRtR6Ulhl5IvqCHqLjzE1j80qvfCJCzEXsACfwQS+ZG58EnzlvNIa0ZfOWxD9eiIMG+hKnBpzXjgyPasD5ETlb1/kpPEJuhXHpd0xi4xFYyPS88y54AdyulHwA9DM/cOED+hlhiblxzThfWb/D+fR2DQz02cbmkh39vdc8H/zgB8V86OTp02dUr/cm/W812+47mHQDXgKHnzXn26jrnG/zM4PEJnTk+64noV9nPf4v/+J9Yg32Ftd4RpxTHjiw3/79gGV+u6Bt9fp1gpfQgR/m105+x+sMxqOn5Py0zdbL1c5Zm87zZhembcez6hYdF5h7JK8p8jxTWZTKs1whiTVi5fhbOheS17vIBv2BN+gJc+bmaUSkL2BEhMqqMl/QERlGaHpmUhMT13RtYtz2cJKbQn7DpoO879nnntNx1wJfPHxMFy+Pa8vW7YZR07h9zoYNG73GHbachzTqGkVRFUajo55aodER7g2JHGredRFsHtmAF/7y5MmTSZbIkFya3AJcwZm4uXnTJq8/bxXn0BVh3Msy8RGesb6MyCyvIcuudL+G21D6WVZ+YY2NAH654bRrnfP2JUeOuO710kspJsofYK7wiXPBUAePvMgTXrNe3045/+BLEOAMblmWKXC8EeKY5bmyPFPm+9COrBurGupv9KnWW6neV7du1QWNhXN1aMOnkB8Sv+kfEep4bULMLRyf+gf6RF94hf7JiLXbXeO9kGLWjPGamEBmU5pyDX3O/n3Dhg1i/cxmBS8CYL+MceokaAP/TqdpUC2FN3y5B87QtMID/f99Vu4zlr4RYe50LV+sUGIsjWcd62Y3pDDvlGfqvKKLwMjy3A9CuenP/Cwzr+BHWRXmG3lcy7a5oHnX48Cr+Ur+R6ygFvHhD39Y//AP/6Df//3f15//+Z/r094I5T7tAx/4gD71qU8qdz1l1uuVpcV5bdqwVjXDLrKwrhSCtxP29WNe002MX3ONYkFsNrLxk+e5cci0wfzDp/c4RsN3cqeHv/FNHfb6ed5+fmFuRi88/5we9sbno86PjlqXjh09JmI5Pzf6S//TL+k973mPVvwido6+o+eFeXL45UNiI/ZrXtOOeT149OXD4pu0rAmPuCZ94cIFnbMfWXL+Mj83qxnXbZ/8wff1jYcf1rdch/uIefA+0/5Jx6gP/v0/6I/+8A/1vve9T3/0J3+s//6xjyXcqHnkSMi+Y35mWovGubk077x+IfmOwvynwX/5A6/xm/hZZIzfl0J2xz4sy0yvfOAJfRjLOPSSxjky5hmNc+6hy10rX1hVuEfjPn1oXAOTjTliUNt4t5INtJJiI36tAAAQAElEQVTtRUSymaqqki2syMngZBQVEZZ5nvqAE7CwcWiRP/hu7jNnRKT+XAOPZxy5Bhf6gE9YL2nUbrjHM/S4Y9y4F9Yn+PejY8GrKAvRPK15vSTwwHfMWZ/hUepj3meR0SU15o6IdJ7msP2s0M/NrufEnjgHN+jruE/I/xlORAgYwF5pxM48MkVYhuY9/Jc/0OFDuk/f8EXTa4WW1/91x31qmbt27dQm+1vmwa4+8uGP6OvWPWIc37omP8KGIpBL4ZpSO9UNV+jkaLBpnYnvqVlu6ACNPaiBgX7bxhrh8/B/8BC6GMMRni05l4HuPA9luTyHdcF1msL2Q394D80RUKBleiwz7umVT0SIa/zLgNfarK3YxyGG8KIOv771z/7Ze3X77bcLP4m/ZMN1nWP7sl7U0nhwsgtL+sXc+GnwJjdBN8hJyMmp5zzyyCNpX4VYjr3Dizn76BVdBBdwB6b8Kcsq5QTcB5ZvpX+MlUnL81wt1ysyAiKTghitx5sfAEKgHWOHwYIQ9/M8ExNEhLpYsAExAU5t0Iso+jKWCVFKkENBr3kD6LIX9AiXa84hDgdGP+BXFiawYSbwIBBkgUEfnmVZKCISIUZNCy7ijI9NaHZmTnlWiOSQxefqVWs0PNRIQRGhkxAyfsabMsAEPswGX55PvZLsMx7nOurFw4gLqyRRCJV+0AlPUN6ISLDhV5aZJ0YGo6YfsHMzV75H4tTnghEwUBSewR/gcM14+LFgIy7yLH37ouuiZ8cJM2PzbBn2nB329PSMWDheuHRRk14QTzo4Ly4siUZAYU7mB+6KAUBP3UUCvkm6adNmDTshrnkxUVU1rfSH9/AChQEfHEJECDqnp6aTo0GeCwmHaSEXcKYYwOKp48Ua+ylLxqW52BQFlpaLXx0rF4LqmBavrlXY4GplrlpV+DxTUbiZ5pYDybXxsbRgIVjxrZdnn3pKp0+e0LTlEhHJQDLzAj0ArxVcmp5j0Yv2jvtU1h+eI2f7NWX+X3hjpsiX5ymcvIZl0rXTiizXwOCQbrn1NjUsa9rOvdfpNheI73KRaOu2baLwvJJAFXasjO/r69eIi+ujo6sd9Gu64kX3sWPH9dSTT+uRbz+qk05g+XZrb1+vn5dqDA+p0RhMRSR0DN5dvHheL7/8ksbGrmrSi7crtosFbzKPjV0xD14WmweF9adtvrTtmObnZ3XZMp+yzDveYCqKXLt379KN3gxg45BkfpOdKo7nhn03pbf6NnqjYf3addrmxRELpNWr12jA9omNLHljwayxfDtasHNmQzU8X9c8hHcRoSzPlVk+tXpNtVoleQA8xxaxnyR/JxDgOTQ0aJ6MOEEeEHR0vTlc76m8yKxUGkZvb03r1q3Rli1bjNtqbXXxe5ULgV3LArsEZpZlxqf1w8YzGvh4cvG85iDCMSJU98IYeXNENrnxRYeRF/fAlU1oFo3w/Zo3clYK1U0HpaZ50HbxqeUCRru1qDyTAr1wJlFVpWVXpYZvxJ6YA3wiIuGSR2b9LdxyO9l6Cjhs3uLkCXL4MN7quevOO71AuyElfnwjAHjyZ3JyUuCFXWWevCgz1ex3a7bVHi/Sscn5xY4ir6lvoJHopS+84hlwgMHC8tLlS04ImubtmrRZyyJn3ItuAsWKz2IcssE+sB9gwduIMDayfrbsrrpCrhMTEz+0ecbhHxmz0p8jvGAg92Ubs3pwmWIDz+AX8sksVx6szMsz6KtZlowtSwd5+zv6dJ14tGzL4BY+b7q41+0YL7Ul6xQLi64XF6V5lRdd+xA5FrT9rCM7HXVsL7zpVyU/44TccJlD/nQs2yU2bg23sP34VqIX8iMLZUWhyDJT0lXHLOkkgsL3/CzPrAul5/Iz62xZluqxT69MQ9fX6FrTiwmDSTCb9oGdZtcodzQzPaVrlsWiNzOgCx3EByzYl2JH3KNx3XFiii3deuutyZ5GHH9IGEa9UdI0X6CFRSZvV77rXe9KSRA6/tBDX9ULLz4v/MD27du08lkZA45DQ0OW6YJmvcioqh5N2Pc0bftt+2b0ZHxsXKdPnVRAd0gvvviiTtmXzdnGu+bd8OCA7aOltmUy7rFf/uIXdfbMaX33u98VycmLL76QdOf2227THbfdoTUuAsMn5sZ+oIVjb289oYdOnT93QVMTjiczs978mtGSYVf2G0PDDeM6rwXLa9R+4u7X3Kuf+ZmfST/d+iu/8qu69fZb9Za3vkXveOc7ddfdr9I2b1ZmRaksK9LPPN90w416nTdI9193nWpFpaHBQce9YetJVxs3bnSxdlxPOr6cOXve8s3cQi3PPWK/vn7tesfgNd4wHHCcm9OJE6c07sVcn/0+vupzn/+8Hv3u93Tp4lWtXbdW13mDdJU3rfftu174Yjax73CB7bWve73uf+B1LszcpVvMj+v27/fG6ZAWvREr41mWNTW92M5t34rCt2oqipoicuM6qjwrZWVSkWUq89y876oqCuWR+XY32Rk6TYPHmfvRIkIcsb/M5zxf0bPz586nokXT/o9CFP6S58Qr9I9x/U5m8c2MWZEfR3zCZm8O/9q/+FX9kjet3/OT79Y6b+x88pOf0n/8P39P3/jmtzU4NKIbDt6ivd58ZyHzsDcGSOhfpCA7NmZ7aIsC/qJ1HzWrOQcZ9Hx5FtrmglRmWypD6qDrXmCPX7mseq3QFW9anzx+VIOOqXz7qmufQOKbmT70CDp4OYW4cso6jE88d+6s2Ezg/Krj6qR9Wte2n5uHZ7wR/uzzh/T4D562DKTLV8ZclLqmmuMctmAULPPxtPDIzfse62zbNjDgxUVRFpI7mN3uX9OQ8R8a7Nf2bVtTMQp/qVc++DliIXZIHF+0PhOHWISPmR+Ltr+O4ZILcw6Pu+ZBRCgiBCzoQ1anT59VT0/d91p+lqtWVumlGXRz1rlvkZey+5BUOK7Mqcjqts0nVBY9uu3WO0TsOXvmjL7y5S8lOWy1LPvMT+wR2ff29lj/crXtM4mfZZn7ukj5NL4DHkeEY12v4Al9JidnND42ZVtdkrrWUc89Mz1v/cxU7+kznuG44mKQsUKHIiL5rL6+vgQDHQUWPo5F0rj95Pi1q7p0+YJmZqe84XtMF2xnUzPzWnI+2eeC7e2335b8zYzz+K9/42v66le/ov/0e/+n/uJ9f66TJ46p0Riyr849YzfhDl/bzhF9w7S1U4PHyCSzEMGLI3LgCFyO8IQxyIDxXF92QQV8a/b7PGtbD/HJwKMP4zgHNvcjwrxYttWISHYpf+gHDGDBW/r6dsKNI/G9ZRtAF3nW43ygcm4Lj7gGV+I0tHHOGOZHV/BREVnyxTwDn2vOfcgPgUPsgSaeRUSSg/wBJxrwOUID8gFuRCTcxg3nmvW2bdx4079rewqFdaxQloWGGw0tOa+a9Lrk3NlzhirB35pztc4reg0OwO36mmfMUzN94MMz8AcHilU8iwgNDTUSrIhlPHhOgycRYV8o01EaB8d8pwL46rY3utmQ4qXMWRdXu8a1bd1uOefr2FAWbYtN+/wl00KxJ7LM/n7WulOJF2p6raPYPDLotZ3MeqENEtu2bRO85Bz5wUtwRj+W6eokGMR8+Djo2IM8J53nT6a1jJJdzXhdNer4XuSFiixXv+dbs3qNbr35Fq9pF2zDU1q0f2CNPOeiNrBz+6I+5x033niTHnjtA7rttltte/M6cfy4vvmNr6tj2qY9B/iA1wMPPJD8Grh2ze9p5yIUXeDtkcOH9bnPflZf/MIX9I2vP6xMHY9viV+8wA6xd+aEbsYut455nAEu6XUEvO8oItI9ZAjNHBmLLuDn2TTII1PmeJc6+n/AiwjLLU+NcciHccgWnYWGruUmA2l5HZRnmXpsB4P2Axw7zl06tu0+b3Re8yYB4xgPn9q+v6IfwOKclmfLtjFi3pNDQycN+X3pS1/SBz7wAVH4PXnyZPIf8OPjLoYeO3pUB/btV9s6M3ltTLt37tCuHTtEvrXV6xnwgG4avpHNnLVr1mjrls3i11KKPEtjpxyHxh2PpryWm7BO8ELnRW88EYPBr+uaytWrY7bfec3Yr8+7vpHbt6PPwJY/0Afu0BoRwm4YOz09nXQ4IhLuTes2LwExjrf44Qk2Nzk5adgzyRdD+4BjGH3ZFJ4wfuhdZj7BEzabuIYm7nUdr5iLtQtrq6eefDLFyhVcyqoSNZOLXtOyqcpYYDOGPsiUc/wf+PKLWZ93TnXu3LnkY+jLs41ev4IX4/HJ4Ey+AP7kIeAGTqz3Kvvjw9bnUefJrMVPnDgh4j75GPk2MOmLLgObZ/hKfC800f+hhx5KL7fiO5jDbFZW5DrtHPcH3oDbYhlPT836XqbKxfuiKLWH/NLnK/yv13uTvyMffvrppwWdbLbxHPyhFx1dkQPPwYMXgJApOQ3yyHP8WNt+reu8eME5SifFvwsXLur7LtZfvnrF4TY06zxqYWFRNkBlHtN0HYYj15FlPoSgjwYfkVnXfoA5yPHgL/yAXvpgJ+gKfOKc++QNxB14TtwGZ/mT2SY79qfr1q/VjP0r3/yE5ohIvgF6r3ojBF9yBXw9L36Q3Id8p3Aehm/kaHApl0I32DyBJ9wHP3SJTe1//+//dz344I+lmsknP/nJ9M2UT33qU74eS3nQ1OS0eHn9ymXzxnMhA3C9/vrrtdE5/3vf+16xaXrTjTcmX8sa69d//deT7aAbX7cP/KLXNN/2psvzzz+vF156QdCwwq8F8xq8wBV48A1escbnGtl27asiMikLOWFXq7ukjjfBml6zLjYXLM+OCvtw/L17iFZz7IP36IT8Aeeu8Udn4AF2Dl/YlCeWTdo+C68/+SnPK/YjjK25RvPcc8+Kl62aXofu3btH+ETgo+Mtx0Je3OjYJ9rJ69jhQzp35qROHjumjmW4xuuXdntJE5PjrrdN2vdMq6+/ruHhhpA7ugI+4DXm+M+cu3fvFkdeSOAlbnQLfcHe4Bvn4A7/oYnx8Bl7gF/INstyMf6llw6lPxFDfQI6gccLkJdd14DPwENvOo7b2DI2lJuPmXW8ZfyJ0x3rY+H8nV/tQlbo8LRjbNMxEXnAsyzPUj4KPzOPrdwfHtNy2zr0tc2j3DWrweEBrfNmOvoHruDBnBaRlryBMDs3rQlvZpNPgBP+ezknWzL/5mwDEngCj/msCL6/kHhWt584ePCg14Z36rrrrhd2EBFJPyIi+ZAI65HC09nSukrwump5s2JJirYydEz/4xNBXyki3NcDpAQPHe06poBH27xawalrfuW2waIqFYYFPzJ44POWa4xLrqV0rM/Q3eO1QeTyenw+xRfykXmvz8hReQGJXPAZ+zt5nsGBfl2x3HgZ5qzXG8zPSyqf+MQn9Gd/9mfppZdvfOMbYrOH3IYYubgw5/rmJXUdz6knX7540TnQnMoqV+X1H7SSgyHr9HPBxhN80S/5893vfVdfcQ3kySee0jPPPqcp52r4wf6BIVVl5TVLgLUK8gAAEABJREFUXWGbeuSRb+nhh78qbJA9gqqqUm2Ob5xGhOW6lHiPnaOH0BUKsYH14nPPqV4rdYdrD5s3bNSr7rpTvEDOy3X4U3AB5oBzk9WrRlXlmcL6Ou768OPf+55efuml9EWYJ574gb7udTE+7KMf/ajwm9ROLrm+K68nLnjdevjQS1pyzscL79NTE5JrX3XXBQcHBwTO6GuWZdbllua9KT9D/WR+PuWLqe7uGG22CLm2rc+0iEi0cY4+orMt20bHedVyayV95VnHY3LTXWa58FXMFRGAVMSPHrvKrUNd6wy/UNcyvdgbsQY9Yxz45rl54XHoQtu+CECZ8YeOsiy5NC3NhD/3ubeMXyvdx57bxomO2ChwOBoZRZ67OthNL9kvODfroNdeo0eeqWOZk9/Tn0b/Wq2mzHO3jWvbIztZxzBCWZ6pMo85wgPmw244B5c0XsufbsigQvyXZ3niKzhHZMn2IkJ5/sp95wmR+b7xigjxAVbC3/iVeZFiH3j1OBYAJ3N/+tFnpQEPXqJrvMgaESlf6nVtgv2q4eFh9XmdwnNg4GfRTV44YD5goz+r7euX18iVuE9jLuCDA3PUvV4jVnsK9zGXrCPt1NrpGrkxD7Glz+sW8I0Icb8074EVEeL+cvsfdKMXTds5dPFsZU7Gcs1xZTwyiIjEX2ySZ+C3gjPzb/N6bOvWLan+Tk6/2nXHZV70CTros337dt3lfR3qpsQt4g9xm9yGOWZcSwCPPtsu18zFHMiduI7+YSvgxX3yGuqjzzz7bIpf+H3oiTDNA95kwaEvMxDCIynxnAupk074WQQCuOmCBpNBNICzPFOW5+Kz4KRuxkbddrGwtIFANBO0zDiQI6mamZ22Q15IsLk3+UpSv+BEBaWoW5mnvBgkIAMfRYYYYDBHBIHCZ1ZCWaOzyJ0M1YUjA3c/SQ6RcZkVkkX4kDfMEDwwLl26lIrEBGqCM0xgHmjiOWM4gk/HxgbjuIYO6AcXgjTX0Ihw6UMSPJUWMnMp2Mz4nHs4FZwNigw/6F+3oiJ0FgHgVXMw63VQ7/GxZWcwNDSgUReQ+wb6XXwdVM2Bl1av96m3z/f6B7Vh/UbxpuiSE6fLXrSQ4IDTwMCAoIE5KgcKKaz8srHWE59aTrahl3nBG/5DF31ZiIAfzg4aF7yQL+wI+jxnluXJSawcfaEiL5Wb/7Wi0uqRVSqyQiwK5mbn0s//TbjwcsWJ7TVvkk54I50izKKfseDvmrckJJctj2PHjoqF/VEvhg474PD3UvMsSxtvKD28ynwdEYm23PrWkZQVng898P0e85T7bQfzdqsrcAt1xb3S/RjfdYChiLtgHQ7r51oHxIO336HrXHjvtY50jX/phdGsN7VJWtGRlFS7EIyuAAs9g77LpouF4onjJ/WdR76rZ55+1kXqMSVajhzWpVf+hlhvX904h/j7pydPHte5c2ec/F/RGS/QLrhAzO+VDw4i014XJa+Kn9X8weOP65FHvqknn/yBYV5xAjYr9HHWC5alpQXLsaYe6wu44EQ3bFgvNlGXv66/anmB7E250nwiaZB1APpbtsM5b6SgMx0XNVrNtma9WJ+ZnpPZJmSdF7lyO0M2NDji9ObmZtRTr3njeTBt8OAn+uxAm16oz5lX4IWeyx+OddtwrSqMR69I0jd6UYxDB0ecOxt969ats+PvM28yFZYPDVhLLvKjm9gW+sx1x3KLiNQPGwcWThCbAg+egxP2hB0f8wKBxTIJCwvsiFBEOOmYd4K2IEcgJw1NF/Ur1c0nijI9LupXtj/4BDzg5OZf3XpVsx3hq7gPnvSRP8w/0D8gjvQFLxYeW73oHh4eSfQho8rjgbNkW8UJnzp1SugWcFik0KdIdtbnpHrAJa1K7W6pmblWCiI1B/8ZO/tl3tZFf0+fvlVEEQDdKMzDvMgSLkvmIbykIaPL9g/cQ/7YNnQwPmKZp/C6sj2sBGiuCUbgBl3AYAxH5okIm383yY7nESGLSFmeKcsy+aGvOz9szMV4+ABs+jAO+UZk9tctckVF5O4astkqvBbo2Efkecjg1fW5opPOuZ+5G1OVRchkO2H2vE6Mct8HAPAjQhzBubBeM+9ycycvEvxYPMvyXMv3M0khEp/IM3UjRJLI0bf5pznbYNOLTvBpW/8VXcsoF3aGjPOstJ4tWL/aajsOzs3Oa9KFZeaB/pb9L7qL3iLPiEg4IkPG97koWLf9LLrQi861bLMXLlzQc07k0WlkyeIUXR/3xsPExITwAT/5kz+lt731bbr77rtF8kDLs0yHvWi+6g2AjgU0YTyIE/DkxLEjIpYxHwvXL33pi3r46w+p5o3M7du3pcUQi9x161YL3aPIdvHCOWXWzpoTPuLMQRd9X33vfdp3/T7ber92eEPzVXff5U3IHsGXG244IHQVvWEuGn/zatyFSPzYhOPDghcCPdbvtv0RvOu1X0EvSvu3TZu36id+4l36xf/pn6eN1De9+c1a5WLz3uv26Z3verde9ZrXqKe33wWE42o7QYcf5A5d85gFDPGm5UXvuAs6s/ZxRt2bv2dVq2op8brRfn/7ti0a6u/VZheEDnhTdNPatRpujIgXjw7edJNIuCi6bN+xXT2WC5u8W71p9pp7703PyrKw792pbb7Xsf4VZa413mDlZ3q3mx9bneitWrNWa9ZvUOkN7HlvqOd5advI1PKOfVnWZdR17dqkpr1hNGf/jP9Tt2ubaIpEO3tFRyIL3+56bEddyxOZ4qfgV2ZZ0yJCEctN/hiMuv4P3avbl5F4rnaBtz8lja30QhY+CZ0oy1L04Zzn6CjjuI8ujgw3TPM+7bvxes0tzaox0tCOXbt06513a5tpffVr7tNv/6+/o70uMM56MftHf/zHeunQIT3wutfpnle/WtPO6xadU4Azer1k2eN3ZmemtWPLVm8iHNTa1aPqrZXWs5bGr1zUudPHNe9NtYZj5FB/33Lh2sXpm2+6Ude7YAS8JWRsW0BOv/u7v6t3v/s9wkYef/wxPfX0k3rpxecNr6u1a0fd1thXlCqrSmxk3H/fa3TwxgO6/957dM/dd2qPC0S5nUhhf0E+hB3VzLei8MLDzCzKQvC5a/+BzS7Oz3rTY0ITE+M6d/ak5mamrIst21FpubbsB1opdiMreBIR6YWjiFBpfsMH4MHzruFzr9FopDnatom5uQXH/wXxwhbzdRyoa7YXYk7dCyf6I6MNLhYuLCzp+IlzevH5o5qdbuny2ITnlx5++Ft6/vmXvLH6PR1xblKZhu3bt3oOJbuNCA0O9adF+rwX8BGRfIjVx3PP2Z/NJ50ihqw0bBpd7esdUI83Tcuipt279+qee16tDc6rwN3kGETYvzdTk6VQd187S817w21+sama/V23Gzp37oJzn+Oi4A9N+B7sYO269dq8ZUuKpcgaWn/iXT/hOXvSn644dOhFPfb4o/r2t79pHLu2xe065Tyr63ix5OLlrP01uQG6DP+a9tnAABZ6CO8jQsxFH/S/Y9uad2FizrkNPuXFF1+0TNu20WupH2OQG7zIvRCOiGST3GOsiTYuoR+VKbJlPvnDsd/2h34Bi2crfpkxEcvw3FU1yxqfBm70Yw76wCP0JCISLxbNT+732DdDS0Sk2MY9aGYe4gj0WL3tP1p20W3JfGouzavpwti812Yt55fMwVx1b9wzjkYM4D756stHjrhw0dR1+/aJTQW+MTVjXv3F+96nmYkpPecF5vZt272JtCWt8xjHN8UXbPvAZW0HbyMCElOfeY9HLvCd40br84os4FevCwbQwnh4XDjfoUWgX0vWr6UUp2btd6B3xuvQHuN/1ZtS/CzkahcQWi4cUaztmOa2i4pd23BqxoKiC7+0xDfNznpjq7Btck1OtH379pQ3gg/x9yMf+Yjt8UrylRQYarVS5PCc83PUpe2r2Vy0b52wr8nFmo658TcdF4Qefvjr+ou/+Atvck4mnQJnZHbN8RC+sEadsd6eOH4i6VG32016QOFxwvG+bf3k73bBh+vsa0fTLxm1rW/mheW43rl1Wr94kwu+zzumjHqTCbgPP/ywPviPHxQbR5/97GfSiwiPePOAnwSLiLTm4NeA0BPgI3voxnbMJuOTJX+GTNumhecRkfADT3jfdP7Jfc6xPe4jK+THcRlOiPvAiVi2P+QO34FLfkF/bAw8GFdaJhwjlsdiwzPOi3n5dtbr7bptZck6Rp7B/IynP3bC+XnnUczJM+ZlPLxnPp5jkxs2bEh+mW+y8U1IYJFT/ct/+S/FBvoFr9mW+21MNE+6NsJG6LzlVbPcX3PPq7RgftfKSpOubeDHoGVoaCj5UdZTNjqx0d6x/lF43r17l1gTdS3XRdtxRJZ0C5ygH34hj4GBQfvjBdt1pSwrXHhsWu+b9vHt5H+gC7thrh77AfhFDs89aOWaIzDRN+RDQ7bwkXmo8zAvOeHnPvc5w24JHu7wpjH34dWQ4xNHclByT/iEj0J3mRd4nDdMM3jTF9w4Fo6r6CHfToO3W+zb+ZbBdfv3ifjd4/U396Bh1jbMi4PoEPkna51vf/vbwgagBXjIBPqutx2AJwV7vnnwmc9+1vxZFLit5NvgBB5XnQ9Wjv/IGtjIZ8+ePeLFA/wsPGpZt9H7nqrunGBv2nw7evSY+b0kXmivrGsd22XlPLXI8yRb+AfewCXPAjY8fMyFdOjo8Rj0joatnzh2XJPj1zTlvBzZz03PqKes1ONco/CiJne+V5hf6Ay69MJzL7ggf0jPPPmUvv7Vh7TofJG5qckhN3QZHOBLyzlwx35O1jFsojK9yDzRZN2AV/AQXaChB4xf7bpTw/KFhtUuSjIOmRKHsJ2VccCCb8ADTt3+ecfO7Vq7bo11M5w/DAoeIEtgwHvsmBYRKZ5nzllPeS2M7rW8zomIpPdDjUG1XLhdci2srEpFhHOsKTH/avvx/daVX/qlf65Xv/pVetObfizlU9SIarUq2SR8z7Lcelvq0qXL+tKXvpxyBTbrn3n6KV12beazn/20vvzlL+lj//2/e410OOnK/Q88oHf+xDt19z33iD/5cevtt9mvD6Z54SnzQz+Nc3QF2uF5RAg6616/RGQeI7eQfJ5bhlWtUL2/rl638Jo1L3PlxhHZEg/ROeZADpwTB7EPdB3eIAN0KyISvgMD/dq3/3pt2rTROrmo7bbP5OO9CTU+Nm56FhIv51xvQ79mnZdO2VcN9vVreHBQPdaHlmNFp7VgRJtOA1rpJaiL9m9TU9fs4+cEbuAif/B50AqOyJ5aDraPXNEB8MOuiI/IAn+APhGzjh49qpMnT6plGcM3/AM+ANj4p6GhhnnVEbQSnwvrfp9z2+Hhhu1qTsA64005YM170w24+BVsaMy1RXBoe7MJPQZ2xzofEcrM97wqvPqRIiLlScgIHaRvG3zSU6X8DvxoPOMYll3X+Ta0wXv8b25bh4aIEPww8zRrHkM3OTpj6RMRKpyjMK6vd9k4R1kAABAASURBVEA1r/2Ye/eu3bpu7z7de+8Duummg6me1pXj9lLLeVDbY0q3Ivlz5pE/EaEwLj5N/7hv16MI7ke6F7F8zOwzIkJZlonPct9uggfdHdPTcZyhIV82vtC5lXPuF3mm5NfK3DgtatabxouuRyD7Vrvl3H1OFy5d8Ob3YZ06ddybCefNiyLFu49+9J/093/3d3rkW9/Sc888qWve7Jc3CHtsx/yaUd2+B5ze9KY36dd+7dd0tzc4Bvr7bAvml+ftWnaZaUCHyGOGrKvwuWP55n4OfvCYY25ZUBc54nwU3IaHh52XtjXYGNZqr7mpDy+61jto/TLZmnZuuOT4mimzvnW10bG+41oxddANrlHysjYvQEVEyiVrrhPkkemp7/9ADz/0NT3+3e/p4x/773roy1/RvGuiRw6/bJ1e0to1q8Xc9J9zHou+rhoZ0QP33+916HXqmv555ynzzguwoz77CHwUdkQN+Stf+UraZP478+3PnRd+/OP/XR/7p4/ov/7Bf9bn7ae+8sXP+/rDeuirX9KLL70g1jdnXD+e8xoFHe/x+nTAdf+ulQK/0TaxXQt/0bkQ9Po0/UP/upY9+szcmULU61vNphgr20K4J7xEJ7ABX6own8ssV+7+ArZhcJ/W8TU2h0zSGOtH2zKMwjx2bQz94hkwsQdwQL70BT/mYG4a8LgmHnBdc7zMPXdEWL9KHqvjuXnWNa4tz8NcwO5w7Wcr110/Y44Zy5x6/gK8cF4KrvSvrI+59YlclTnzMleUmYg7me8z9/JcnTQnfYC3QgswuEejX5ZlQk+RR0QoIhJP6cdz5srzPPkZ7tE/wv3kj+Xm/4vnwKAVZZHgwTPuc+Q+eHG+DDMX/OSab2u//vWv0y/84i/o53/h5/U///r/rF/91V8Vv3LIN9/3uFYy1BhKMCMijeuzjx0aGlTNcZM5auY3DXjgiHyYp2v8VlpYpl3ztuPcovXKegp/DF/hDWP0//gxrZ6XR13DAz4N/sFX7oEDNDI/dBFXhpxD0tBvfAJH+jJXRIjx6AtwszxXlkWSF9fAAF5EJLqBQ15D7CLfI3ckR6FWxDqKPQliGn2wZ/CBH5wDB3xX5LbCl/BE4AAPiNepT90LTyZnsJ87aZ9zkJh1UF6yAiwrVEQkBVnypkBRlKmwQP8llNTK2rYhQWjbSt2xkYFM4YAC3JUEjWNfb28KbBh04YAXEYkBOCL5A3NBDsYRbJdh1JyA9Xtcr3uYiU52IQwiec4542AshQmST4jk+apVq7XeRRmEAa7AZpFD8OYa/GA0wgMWeEMH8DgHRsc0rSgMcLk2IuZNOwmUYBRhOqwojEOp6Ade9GMe7gGX+UnsjriwdfHiBW+ujXlz7azOX7io8YkJzbkoNjDYUGR5+gmuRSfGYUWpO+j0eUHVY+cZETa+IiVMEZHkBe0jDijQkXlsWdbMr3oKzm3zi2SHI3zniNNHAeA7uIJf7nk6lh0ybNlggEmyN+NEn/MJb4rOTc9qwZsEs1PTWnRBdHJ8UodeeMkFvBnlWSYriYBTczDqsYHmWZaKwr1eKPlUbRvhnAuoEy6qXzb9l73IXXAQQi9YGKHMmzdvFsqNDhCARlwMyMtSC9a9sE7VCMqSE8mmFn1vBnyMy4D5w7dieIu0sI4mo7fsZv1svtnRyNoN2n/jLbrznvt0w823qn9oWFfGrqW3mSgosMhDNtDc4zn2H9jvIuHu5ByPOGh/55FH9F0vjh766sP69re+oxdeeNEGnKnmTQj+HljmSlXTi4AZ0zfvwuTly5f0oou5k5PXLIdcbJTPORCPjV/RoZdf1BNPPG5430lFXxL955zsnzx+XGOXxxyw571QGBLflCL4rvbiBkcwODhgu5w3vCLJvzKfsashL0IyMxjcSVZnHUiQa8cLE4o4hflWmCdt86NtGS+Zb1z3uqCZ5wViMy25MvdLz01Hy4lA5sDY5mhHhf52PB5b4DwiEm9wrKUD0moXw3Hsa1ywxwkNDzdSwbZmPVjCTywsGPfFZO/zTgawQXDExqARO8ytg/TlWDnpX9bnLMHhWv6wQN6/f7+L+/vTW9DYNnCwaxZowAU/cAUWTQ4ChRcy4cBbZlnC26CUl4VyzwnvuCa5ABY4oX/ghC4wN/d67b+4XxQeZzjQBr2MR3+wM+5dsF6zAcaGPDp16tRJL+4upbnAHbj0a7bDCxdZtzNNTjcTb5irbZuNCFAStAB/5f6SNxBYPN1www3ijZs+J2j/X77+Asyy87zzRf/vWpuKq7qasZq7hQ1iiy00yJIsg2wnhsThTDKZOTM3mWRm7nNmMicncc6EyQyJY5Atk2xJtiWLWS21oNVqNXN1MW68/99XKo3nee5ztvrTog9epm/tXWfODKaxwBcRdpJly1tPstMt4w4tmCPBbXznceYeTf40vbPDffD0ZVqXa55HhPWtmu7xnPtAR2tYVjgyJkwTjjUHaeDAWBrrc82zlu0kR+bI84JYt+HAt1lzgdfP6M/zTJHsBfzIIlOxUFSpUJb3rdRw39mZaeHgZx3sMxcyVLasMR4Y5Q9rNi3vEW9C6Pkb9lVhOfDC7tH0HHPPIkKsIz6+1VKo6WL/XGtaHzuV56G6dSrLpdw6QTGjlmx0QQ3PnedFj87EmsjN+vXrhX5OujhUsQ1EPyl2VuxzoRGJZmaa4bOGXFxBVkgUKWhhn5E1nDxtuRMA5Ibn6E/FNop72M6VLkBXHBhl5vWhN/Y5AbhPRw8eEnOXrUd5ntuHdhi/ELIzY5p97nOfSz83s3rVal191VXq6uw0vet6583v0B/+4e+Ln3FdsrBf3Q66+hb0q8PJzUpvcq5Zt8HJ/Dm2P+0uEHTq8NGjIrHZtesF8S2De++5R9+++zsaGR/TYm9Q8usBx06esHyPWgdOpJdE+Pn3adtCmQ/d3Z1Jv7H1ffZha9YM6BccFP7ixz+mSy99m5OjxWIO7z9qynBHoeREr6mOri6dd/4Oj+0xLB3q7uoRPzn7yu6X9NzTT+v5Z57RcSfizzz5pF547nlv2hzRcW8K8y1H3vwsO/6Y8SZCw/ILfSouCiFD2BPOV3uTdL2LnZ1eB7uGbBGEQXf4u37dRi1ZslRLvYG6YEGfwvKQWT4a5gE/g1OznDUsE/j0ljIpcmVZUfijViuT1U1GXx2mu82JSsWCpkyzpuHJIpRnmXLzjSZ/mra9DdsFjr5URKQGj+nDkfs8p1WsC+hMRLBMmqvghWYdryE/dcsthQBsFraTe4xDLtEfrmv2E+Mu9A/antW9QTU+PWw5aNdCb04utE8C74/8wkf0y7/ySfvSM5qyTq73puQH77xTv/8Hf5CKJPguCrLoAbq/qH+hGtahiTHLgws4L720Sz++90d66vHH9MRjD+v0yaOaGDujlmOFxx95WHtefslJXYjYgRgEmElEJ7zRys+1HT92XHtee12PPvqE6vbzky40wqelLu4NeONwiTfLWRvdw3edvWWTrvJGap/l+o29ezQ+MqjpiZH0bW3Z13VZHk16FRxzLHKyvMQbFP2OI7EHCqnuQkzVNpjiT5eTkpXLl6lsHSsUMhUtU/IHm4y9XugCJTSCb9C1ahoSe0FneMZ9aILs079inUYHoBljKUiucjzEOf2Af8RxYq+TI3zj+vUbBWxZVtJ55223XoSmZ5o6duykXtvzuiLL0zeH3rBNgJ+RtZIO1C1jxEelUsHFsxnLRqhQKKirq9N6cjjZemgGLMRiPMPv8usL6Adw9ZuPlUq7sc105MhRvfDCi2ku4ALOZjNTRK6IgvOJmST3U1OzqluOI898bzKtAw34OXB812rbl/O3bUt2gwL7FVdcYbzO04UXXih+qvRlx1w/8YbU7pde8vgp27IFWrx4oePo07rrrm8YlqbqjaoTxkLyVRMuZIyYXl3WYXQ7IoQegw8wYncjQpkZjl7AN3hBg+bbt283/GEb0ynoQR/4QD/GIAsRIYp4POMa3WGNmn3g/DV9iUMYCx/oyzXPIyzb1mv5A1zQA7iBAVuNTMyPQ24YA62YBxxq5iXze3iCNbfN4JwxwMwz9BtfUSwWZBFWw8an1WqKFzYiQsSM+BXiRsZWPSdrRUSiY0QIW7fWm4vIac24cWRu5JlCFN8yQ8eAC/znacSGydqBtSkWAR9wZBxwglvResZa0IS14QnyD9+45hk0Ae+W7Sl040jjGfMwJ2sie/QFPuZgPa7zpJehiGDKxG/GsNZPf/pTy9Kkdadmeep3PnbY/qQtXTO2VCqKNdCD97znPabDEtOvkeaYh4m1V9uPQjfwoFjXcg6VZ6GqbWLd9Mq99oU7LtQvfvgXtXTZMuXFkjq7ezRNka/gNXzNnxkpl9u0wT621WhZtpdowjlXv+1IS1JYTs857zzrkAQ/P/ihD2vp0uX20b3ipx1PnT4pYHravo8jOE5aB/DP8GexbfbNN98kfubut37rN3XppZfozjs/KD7o9X/8j/8x6Rtj5+mbeU3oxL2mdReacMzflDPuz98jJ2whW/YtdeOFk4tmSxXjVrKNZC74XTRN53lVtY/hPrAyL+fAwzUwwEvmHxsdS/YC+k45Z0Q/0M+KbSYyx1j0hr6MozEXes/PT3LNnFwDO+vDt6GhoTQvNu2C7du12vb26aee0l//1V/ZjlIsLgp/ssR5DbAzP/Cx5mHHFyO2L+jOnj2v6vixo9rz6itpo2zYm/lf+vwX9IDt1Wuv7tHRI0fSBvaCBb3pObABT826Vnf8iy5zBCZgBL+a5YZcgtyiXC4lOWQctCxYZqSwnDY0O1uTWZMa/JA/9Ovt7RVzAT/4QjfiSmjBN/FOnz5tW1lKukkew5qbN2/Wrbfeal/QlWJGcCvYN5ScazIO28M15xGRfiqVdcqON1gLfmBviFV5ufXYsWOpRgGdGIdPMXiGtWm4Z9WoNtS03552wTkiFBGJH/Tnm9TYJPhK0Qs7Dg+wLaxFYQx88RW33Xab7XSX+DWgbfYhyAN2DRzhN/Ciw5tdXARG5Aiac2QOjvSpm+bQPSJULJbEn444z3Ix7py+ZBx5biBFg8bgRKs6x+UIfdCXiNCMYy1ozibX9Jv5L7r4l3/xF/rzT/25/p8//1TaiKh4XuJvcumG15cjNvAsF20XrH/wD1n/6C98TBdecKHODJ42zeqOeTtUyDPTsiHWBu55+SxZ33I/A8fMc4AzPMrf1Fvowznr0LdlPU34O76RP8zHmIjwlZKczI9pAp/lkbXgyWbLDLKDH6Tlxdy1mVkxnmfIHutgs+A/6yBv3GOjnJ8mnOcz9KtUypo2vRuOxzocYwEnMsBa1EHAA7w40oBr1Ho47boCuJ7yRurAwICw15dffoXlolP3eVPkU6b5X//1X+vQ4YPeqBtOmxM169+YbSQvCr3wwgt6cffu9CLgPA8jQsCZaGT/A13QIfg9LzfQAZ+KfVZkKhRLKpZKKlhHs6xgf9HUrNcJ8yFz4T6zGl+QAAAQAElEQVRci2gzXr3Od8A3IgTczInuoPO8PADe3Mc2I5+HvAE96E2qh12LOmJ7Ao6z01PaunWri+c7U72q1z6lVCgo839807c2M+uNrUGdOnE0vchRyDNt2bRJK5y3tLdVVMpybd602TTqVd+Cxdb73qT30Doikm1A/tasWSPi+IgQNqFmOc0tSx2uP6CHxKnwggZd6EMeC9zyB1koGC6ewy/GMi96TB/6gvuBA/tTjujUWw1vpFFPgx4HDhxIulK1v2DtWcfg8zKDbrFm7vnbTFdezGU91pm1XvI8THvWL1inivYZBWIh48I4+hVci2BMybzLsyzZWuQ08znjcj8vZLkKUVCvN+26u/vMs4IK5nGpXExxEnJQ9HjmIR9Fxrdt2y5e1rjhhpvsby/TGueVFef/dfvIMF3K1v3cdJQi2T3sOOs2rY9NX3AufyJCESGZMBHhtbPU5A/9mu4PrD/fIiKNiQj3mvvHfPRls23KdQl+JWN8dDTxdMp1Q/x1wTi3WTbanRM3DQP5Tu78psv5QX//Ajms0d133aW//9u/0b3O3Yqm5bjzOX6pCrlEfzvNB1sm8XO7rcasY03phP0j8odNuO22W3XjDdfrwp071dvTk/R9xjpfM1+H7ZOxm3XzruX1kY8ux/Dbtm1Lvhg9h2bF4hzd0dV+52j8ytDhw8dVdX2oap96+syQeNkEH0DD15+xz5u1TuCfqMks6Ot3HXGJ64nn6vbb79B5jq9GnPOOj42Z1i2xTt028YTzzJ/++CeiDsxLlg8+8IDjg6Me2++N8V6xeQjM+BzkeOuWrYnv53o+9DciU7ncroLlg37Yr4bjfuCjTkh8xhctqDW/9PLL+slPf6If//h+ffvbd+krX/6S/vov/h/7iz/TZz7zj7r7299yjed+PfusaxzOoakbQXeOp06dtr1pKCI07TgJW/Xaa6+luOT40cMadF266HiY/YKS+SbHqRGRhANZjIgUQ6Jj4I28hBlOD2K7puUWnlBbwOYXzYOIeMs/wBt0ruH8ou4aCOPBs+XrQqGQfELF+oecIlu0lu0qa3O/av2mf8Rc7oHdh1bAwv2m5VwtpdgB/xoRyo1P7rnDMqo8M/9rwj5ULT8RPC8I+LEXQ97HaJruFccz4blm7Zdz61/J/oyad1115cVMpXJRbe1lFaCRlPQb3+bTuXPLJfOD7zwcmfWG5xGhCMNvQOteq+m+EWE/7fzUspT5PFMkPvFsvkWEwc/FPLlhohVN37JtRMn+ZP56/l6b94Og6Txtltimr1i5Qh1dHQnuLM+UQ5s8V0QIeKEldITmESEZxpp9U9NykGWh3GP0//JpmY/EKfSn/koDBuCbx6Nlfs6fc+SaKXPDAewcI+bowbOIeAvnLMveOke+iNmIzak/4C847/eeELYVHWZ+Xo6Z+5b2hOAHeM7PC23ge83+inupv3nCOsANPNCRBp3bbPdYlzilt7fXfrHTeltOvANH9qmIQdY6F6ZGwDzQFHuasTlVKpXTAISZxVgAJwfABEA4fa6ZiMJum5lIn/nGNWNlQ9+wsgEkxo9AYb4PgLZ3tKmntycBWCyWnAjU0psgOF6IYJompmM8273Rs2jRYpUMWxOhd2AKkSDK5NRkGjdmg4chpTG+aaGFYPTh3hknNBN2GKwN4hg1+gz6PgRGqIAb4sFgxkZEUhbWmpiYSMyBITT6AxvE4xpCMp5Nzrb2dvHTsdCK9ZgLmEZGRnXUCQUG8ogLz2Pj45qxMedZzUytWojPjIy89bZy2UX3NuPeUtioNawAddOpIRR2wsbxjOebtcFpvkmTycmpVMza44Jiwwl4w8nsjA0E+GFIoVHEnCJh6KELuIELDmb//v3as2dPcqbAzPolK2+WZ8ptnOr1qqYmJ9KGac3GiT5ZEvhcnd7A3LhpixP7lXYo/cnRIei95nFfX486TJOyjRQOtG6FnTC/xoxrWNl4E3LAAS/yRGGuxw41z/PE12H3oSBtzRY0IhiadlGiw4Xnbdt36BIX2VesXKVCoSjkq79/kbacdbauuOpq9do5liodqlHMK7owcda5uuDSy7V89VotWbFKi5YsU8k0JsnD+UArlAb5pqGwyHlXZ5cNf5uKpZKa5kXNdG03Xyis8/O9i1zEW7d+QPzEI0VGkr0dO7Zr+/bzza9ZjY+Pit/+bmsrOwgc9obDLr3wwvNuc8dXnHS/7ELx0aNHhPz09Pa7MLokwQc+3aYttOz3Rka76QgvkT10cpUNJsq81MYT/As2mGVv6nY54Fi0cLn4NK0Ls+YXY+A38obMVi07DcuJjFPTMoR+dTsAT83j0YXOjk7zrsP0LRiPccvGkKBT1fOVLRtLly0VG9cDawe0ZMlicY9nBTu0kuklf9Ad1vZpchrwFvjog2wSUPAMvoNnnxOLJd58AT/kC56w8UhwQ/CF/tKP5zxDrsGJIPs1BwtHrVtcAwewEijOOEFvM6+7LTdlywrP6IN9QP7r5inX3G9YFwmo2xzogg8wQK+K8eWaRIK16Q9u7baBGPjMDoiAH5wIsih8QAPGMP7MmTOJjvQlGFy/catKlU5V2rut3/VkpCvoiGmHLYGf8CCzzj744IMOVu8VuEG3pnmaO6gHVtYhAUEfoQvwJrxtIzgHBuhrVUv8gf7cjwhuKyJS416ehbI8U5bNNeBmLeaOCDE2wkc/r5i/BfdveLOj6WBJ/oy60MXawNhuWWVtxs7TlbncLa3HkWccw/MVzBe1ZJ2pW06apgdPlGApZLnKeVG5QrNTM6rOQi+J+YulUrLTrI1usBa0Y335wzV0Ym2OBdPXt5Ub9ohQ+JhFpgifu/HMF5LvKXJlXjszfBH2B9YTYGzVbQkMa6vW0ux01bC2BA7IckQkuCIy8QEW8ERWWh48/uZLKchyeG0KRcg+/YC1bDmdrc7Y30y5ANYldAEZYi7gR7ZOnTrlAP6YA8kZNUz/Yy4KNOuzKlv/m96o4Vunu3e/qCHLHDrSdOCGDjbMp4L7HHQy/sgjj+jBBx9QT2+3iw236MorL9dSbwryt6tXrbTtiKZIOIaHB1laPdadjo4ub6ItUNHJQNW2o+BNlNGJKZUM88KFi8Xfurn/xz/WI489qiefe1YHnOhX2jpUsR0plAoyBXXUhcdpb6BWvSGa55mT9nblufxMygzbjp07dPmVV+jmm96Rvs1Yn9dNB0Hfvvvu9DdYsjw3JXMVS+3eOJNOmh5PPfW0iyKHtPvF3br/vvt1//336uv/+rX0E4ZPPvWkyqWS9eew1z+UNlj5GfnBM4N6+NFHNTg84oRdntPNilK0Hsq8abMMQ3vkDDoudBEa+77Y9qloe7B+/Qatsv9BXxumMUF27gJJXsyt67myYiiygufN1IyQ5KObfK9pWarZFxbcp1afUatZldHXmP1F3bgyZ5ttS8HyGmHKGa6m9R5ZighltCxT9nNN/nBNv4hQRCR73bBNS/cdADN+3LEHslY3zI88+oiwH9inGj7BcVupWHK8UTNM0pFDR8VGwNjIsF5/7VUNDw3q9IlTanks8AErBeazzz5L09VptXe2q2xfN2X7c/bZZyf4kO2acQIO4g7s8eFDh6zrs5bR03pj397UeMt5bHRQhw/u0xuv79H01JiL2stdaJ3VKX721Yn6mdOnHIdMJrz6FyxQHgVNeuO05kLsz372cIqB8MvFUm69bKrNQTF6NzY2opMnThuXWb2xb5+eePIJrV2zSiePH9Ho8GmNWc4n3IefOeux/ztry2bHM8u1xL4Vvnd507VIcc9JPjYO2xwRaY3p6Unx87INx0gDa1Z73DKB84jjl7rvQespx6rcy/OC8aoJPrSZv2XLEee5ZRoe0QcfR+zR4QIVGx60m266yTHGWcLfM2ahiwYDA2u1bdv54u/INRuh9Rs225fIhYNJ875g2hcdN9V0xnJ+6NB+FSyXWW5qWB7avG5vb++b97L0ZjW+d42LZZdccnH66at3vOMdqaiALaVFhOO7BamwxnXD9qS9vU0Ny+6agRXGOZfREDYmy5C/lmamke1MoVzi/+7QsE5Dk4bhqLs5XVBeLFhHpEKpqKXemGZ+4ONPMFx3/Q16/wfv1B/84R/ZNlylHS4kf/BDH9It77lVGzZusBxVHW9t1/r16712QRQ0kG1oWSyVku5Dy3kZZN0I4Jtr5AMRIfgFD4ANnqBHHPH13Gc+rjmXPzxnTnTUl6KwwHNsLTrGRjvPkXnGMJ5nJcMEDPRlLK3LMkdf4OY+R+SM/vCb84hI+BFjdFrP0DHw4nmP4+b58YxljlKpnDYwuCY+gr/AwRhkT7ZMzMEmNoVK5uUZjTnBifW5D640fA984T4wcT3h/Ii5L7/8cpH03nDDDUm+ec4c0I8c44z9ETkG91k/Yk5/gBV6ABtzE8fM85+kmWfFYknQjz5csz74MhdtnmfQkvscLelJP+f7G115yTRPRKQXDHLL46oVK/T2a64R35zwAOV+1md6UlzkOTLatL2myH7Y/mtwcDDFwzwDHnCLCNtMNvBLIqEGv2azIXBHF+BPwQY+ItILbjxnLLhDo6ZtO3JYsmwAO/QHL0uobVg7oCsvFLVq9RpV2js0NT2b2oTjj4WLV2rj1nPVt3i5jpwe1OPeRF2+dJn+/e/+nnZu36lzzj7HcMw4lliqG264URQBkImF3pxl7cu90QDdh4bOiPgCWJALu5wkb8BIg/70n4cvN+2gNXhAY470wyfgDyPm+Ev/+TnhU0QI/Ap5wTYqcwzQ5WOINZmHeUdsOyMi8Wp+Xp4BQ8VFOObkHDkBF657euaKHt3d3Wkc8yAnczzIzPuwfcqT7+QZ8zG3hTU947rDerX5rK3qcBF4o23LTTfe6E2IM9r13HO65/vfT3//7Qtf+Lz+8i//0pui9zsGm00vj33jG99ItDvmQvEa+wDac889o7vv/pY3BU5p8aKF2uT5+Aa4qaJ//sqX9M1vfl2vOvfj54ORB5qNqU6cOCHkADyhLzQlH4VmUiTZgz7gDR7Qgb6MkT/0szjZR1aNWhjnoltBFec09EfOoBGxJS9i4mugAzyCBswLn+QP93jGOO53dnb4rpJcsB52i+fAwAPuMQfnxLg8Yy2KxBFh39Eh8ifqSeBJ/t1hP8fcwE0MImWooRY7HuXlDTYe33B9YrU3IFgHXmNTsWnUjBhL42UbdAac8AXMJ38iwrHfUZErIi/A2NvXa5nLkuwxJzaMYjYyiMxAd+ZCdsCHa3x+/8J+jTgOaXmDh7iorVhSbp6UrLf09XLO9zvTvCtWrhTfjCUOgsbMbYaYf2PKWjIt2nXYcdBe562PP/aYqFPNuibUcFxYd1xfnZ1Wyz6WuRf09dq/rRUvh0Dz8849V7y4USwVTauGio4Ty4YBW1Mpl1QqFtWyEAA3dABv6IYsQStwpiFz7bYnbY51WQd+RYTlxVj5SB/GzB85n5unqbL1kOuff4acyB/m6TRfMLQ6SgAAEABJREFU261Hue1ew5sa+BhoSZ+IEDan4jmQR+w8sTV2krHUqPAt7YaL/mPjY6o3app07vD444/pmDcPyo5hkB1gAE/GIWtD3oTBZy1wLaHD6yNj0D4iku27/b136M4PfURXX3WtN90vVW7aHTp0UHd98xtJJ6e9mbPE9Qx++S0ikpyAM34A+GnzNMxtAyNCfICjaT9RKlVs39rSOGzoLHG17zd9UXd8LcvLtO131TzmJdzcvKLWBj0LPocmS5xj4EvxheBD7k9+hYxcf/31lp0218jGBU2HHJOPjY4m+4nMHrZMIUeZ5Nh4QqdOntDE2LAc/mnEmwiTzjHkDer9+18XNF64oE8d7RXxLXl0h5dTl9iXtJeNQ0tCrrqc/wEXvAI2cEUO0WNoAy/ZSAVmYgGu0RfkvsNywLFpeYSv6C08qTuHiAjjMaGIEHUs+k57M5z50W2+hEBdpaOrQ3kxU90+NSLUci5DPbBlmhZKRSFjtLLjfdZFrjP3q3mNGfTJcWbD68ODNsNDrY3+rAcejCk7XgIX9KBkHSqbj8yTZ7lt6Uzy76FQxfluR2eHssh93m7bvkTLl61Qb0+f4ZL10bpBH69ztuuRl112mc455zytXj0gdKWtrV2sgbxGZIqINCZPspS5T8mtqDwvij7yp4n8AL8bOCODtOab1+6S+tKf5+gDz7meb/ThGS0iU+7WtF7yC0F1XnoyTQuZFI42sMPjrtNOWO/I1RumYZ6FY5tZy8xJHfOG3JHDh8QmyiHrzo9+eI8+/U//KOpR8viRkSHXL7ptrxZarrocW1WU+35tZkrV6VHd/6Pv66tf/oL+6R/+XocOvqGVK5fpkksutH6uNy0a4iX5cqkgbBh0ARfsMjEkdT704ibnRLykhz58yPnA7bd/SJtch77iiqu0YeNmHT1+Ug3XKaiNj49NKHe8AT+xBY847/+Hf/wHPfPMUyoY6ar3FRYvWqqBNevSSwXXXH1N8tcN21/5k2cmDLJmHmGDQyHy2AnXc4hp+QWQ47ZJvBS+fNlix1uT2rXr+fSiOrX1/v6Flu+lKtlm4XvOdky2es1aUySzy28lf4E9m/eNCx0vnHPuOeKafCbz+ia/GrYZ9dqsN6SP6Hvf/ZZp/nf6rDdW/+v/948ck/xP/cs//7M3Wj+jL37xi96A/bYe+tnP9K1v3qUvfu7z+vxnP6u//du/0X/+z/9Zn//853SfayT7D+xzvHFc+/e/YT4cdI161LagXXmWCf3EnkAv/CO5XMN6FAH2UtO2rOG8PjctZPnMLE/zz02yJMMF0wvawjvmm7WcMRfySR/wKtj+gjt8jgjzo6A8z0zD6QQDz+EbR+YX65kXyHGn6+Nl5+Xc53mYSOh47nU5Zx3Wpk247sExzzKVi0XTsi70h7lLxVLiJy8dAueMbdDIyIh1fjbBkueGq5irYBuUeTyN9dI6hpn1eYkSWhFncKxbduhDo39EiA9jSqWSZByatmeMZU2O4BQRov9cC0VYI92XZ8zV5VwRe1Wx74RuHGnYFvrAM2woMRyy00hrNCUZh0LRvqNdjJuHo90+lmvWAwZownlmWs61TBFzcET8/z8yV8sxUcs2RP4wD7TnCG40rjlyr2V8WAM6QH/OWZf7Hv6/rZdFJp6DH7AyhjnoR2NtnnGf5zT6M1/T8ESEeZgL2jE/MNCAJ9HIMkzfiLl+zJfbVnBkDLSFPqwJXTkyP8+o/8MLcGD9Fho95kJ4R0dnIjQPCWpwNHRKg0zwioWWRZkQQZvyJgULAnzJzkehhDQCMuHNy7GxcdEPAZY/AIQg0L9YLFiQG0lh6INT50jfsh0RMESE+9STQnEfQgALyECESW/ujTmwHXahb8yGnz7AFxGiz4ST/OPHj6efxXhp924bjP0pgeYZMHR1dThRbUswA5tBtPJUU1DCfOA55aIgwskziFUsFjm1HrTSOO7RuA98OG+Cp4mJqWQkWyZK3cUjiAw9CT4wkLSFLs4W7cBnvTmFkWnYIFVtoGYdfM2awbyxXHJwEGbslJPmUdN0aqaa5oUO094sZROBnwicMi/AH1ihDYLC9ZThBw+EBxzhJ7SFvwRGXPOcggCBDt+UnXWhu8/B+1IHlMuWL1F/f686vAHe3dWpBf0L1NffnzaMKy6mA3/kuTctGzBfikwTk5Mp+GBteABMU97sHRsdV9Xw51mmnm472oWLREIPDAhsw8Zn1k6NOXu9Rqf7ZHku7k0aD+hiqhuWLgcn5zq5WK81AwPefFykc847PxXZ2NTduPksLV+9TpWufrUKbaop1/FTwxqbnNaMjTl/92okGcqqWBeZgQbAAS+hbRvy7qCnZXxmzJ+qgw7o1ucAfZk3EdetX+tC47m67LJLU+FRVqLBwVM6c+a0i9Ov61EXqU+78LvUjpWN1yMOPn720AP66QM/0Wt797jfYMIL+gwNjWjw1JBe33vAvA21tXc5EOlVW1uHHVIpyT/GHR0hCD1w4IADmlMikIGnR72BeNSbscjs5OS4neMJwcthF0dOnjgmfuaTwHTcOtKyLPJNhDzLrCNNz5Ery3LlDtyYq7urx2v3mL/dXt9O9U1H12nes3l6lovmF19yiTd7F6vbBSdkKPNcFJkoykNXCong1XjT8UIzEiUKwb0u4KInyAZ0jgjxYQ7kBDgpVgH/6dOnkz4SvGA3Zi0bbASBJ/327t0rEuD9TrRff/11By+7TNch6++MZixnxTcdB7rJ3JPWEXidW6bQD+4BJ7xXZMnY8oyWRZg+DRdqa6mxJgk8awID6wM/eJx08YP5sFskGsDLmshWu+UIuqJvPX2L1N27UBxZA50EJ470qTjQQgahBWsx57htGDJJYYJEBTigK/0YK38Yi2wyZ0SI4/w9YJQ/zMk4aB8R5rub+RbZ3LFl+W3Z8ZDE0w86RYQYFzF3LDopLuaZWnbO9M08vulgnjXAc9b2CFoCFzjxvGWn+fMtYm6uCK/rJn+YIzevCnkpJSgtz99w4lx3AI+MMw/4UHzDebEe86d1LGM9lsNFDj6hOfKH/EA/rpE3xgKDl7I81dT0mIJlIPP6OOqIkKLl1pxriRZKuLP2fF/vL6oQudqLFbWX2tJzaAUv4FXTtIgI+yzP4zki5s55Nm+TeRlk48ZNyc8+/tjjKViGZryNCLzMQaJAYorMI2skKOgUvMef3e1NRTY5R4eHdOLoIbWVCw4Orc/euOHv4iDT0Ik5KLy2Oalj7MjwsJ51ofUH3/+eSIR+4SMf0S994hN626WXqWz6L1jQa9vanuhTLpacBHXaxq7Tjp3b0maL3ZMmXewZsR969vkX9JMHHvLG6WPa7YLgw/z8mu1LeDPx+ptv0ntuvy35iabtTd2+7PTJkzI11G5/Njx8xkn+mNu4iqWCIpOUtYR8I+81b1Zv2LxJx61XU9bZSQe2NfPsnPPO1Yd/4SPqtQ3O7BObrUy5/eeJk4MuKpzUyMioN+IO6fjRY44rZr25tEFLnORucIKV5ZmWUJxbtlxVw5QZv2nbE9bENpVKJWWWZ47EL/AM+4DcRIS5KeX2/TPeTMvyXLmb8zTbjKJIKoqFgsrlkueQ9cMxi+UX2WAu+VMsloQvIbirN2ua8cbj1MyEk5dhjwnb+Jpls+riWdPzlG1729IxIpI8AYenUUSktQteD3hpwMKR9vPnjIkIFQtFw1lIDRlDFgff3NjAb0hNHT9yULmD4W5vjp0w/f7pH/5Jf/XXf20bWNcrr7yi71lm+Ju8L77wgl54/nnNmidHDx1WzfSYtm9GhlmbBKJULqpiPk87jqBNOh6AntiokmHBdr6w6wWNnhnSASdzRy3DDdNr1on2iGWj6ISl7oSxOjOpV1/ZbRqdcdx2ykWh43r15d3KDG+5WHRhaNjy1KFLL71UH/zg+3Xre96lBQu67fuOmZbTppP8aapUKsjarcxJ83iCpekN1QNCr1q2efBoypudUxPjKuWZCsVcM4Y9Mom/9XXCxShgxpb09vYmHnCNnZl0DIr92bhxo4slq9Xd3ekNzzVCplavXqUBxycVJz1ZVjCPm+ZlS8Vi0TFVv2nbSHMVCoXE75JlEJnBl9IoMGJb8rygjs4u++Re60tFZcdd09bDR1wQePiRR8SLEVXr2MGDhw3voOVPQs4mzZeZ2rRODp7QtGnb29utVatWihfAAhqWCqZNKX2TAR9dJc4xP5ctW6alS5dq5aoVAmee8QsIa7zRCozAj/2VP13d7VqzZoWWO04sFKW16wbS/LnpmGWZ+bFAFJOZbxXf2vMa2G3wQiYiz9RqtRItSsWSsjSmX3zLAr5u3LTJOJeSLmDXeBEJWl/ujTvmveKqq1KRvLevV1dffXUqjq5ZPaA20ygiV2ShiFBufY2IRHvg1899WJ+54SPPkGXgw2aCJ/foE/G/5uIaWInpOdJYg75l85HpsUf4ReYdGRkR/hGcafCZOUruC90LloH5tZr2I8wH3enDfcZwTr+IcIwzbXs3knCftExzn7UjQlwzB0XIsmMK5qfITKzGPDwHvorlEvjBlfGrVq1KRR3G8rOUjIsI61JVwEMf9Js5gZv1hly4Zl78E8VeNn24zxz04QhdaGXnj4uc87A2+DMnz2ngxjEihN3FBzInsjI3z5yuMIbxHJkTmICHa8bT4B+w51me4M7Ne/BmTejA+IgQY6Et/enDffpxTl+eQ6OKacg1Y5mXGA8YGcuY3t6+BDPP5mnJs5pzBmDnPGKOjszNGvSDD1wzjrVYg2uOzMu3DMCLZ5nlGBoddazPfNAGWo7a575s+7xt+3Z99KMf02/+1m/rtttu17q1ax0LnzH+uQuZHRodGnPM0amnn35Wx+0vj544pZde2aOjx07pez/4YfplnqXegH3f+96X9A34Zm0DwROYgAdZ5nrWORR05h6wAC+wEZ/Bi57uHuWRCX0umPYty3O4c9EyTl8aNGAMjXPwdJckz7P2y9CdueENfYjnoBN4c01f8iHiI2BhfDPFjY1k0xgL3DTmZ06O9LVBEP1prDNrm8Tc2ABwHBkdUXtnh/i5/hWrV+rlPa/o4cce0aVvu0wUbvlpzcWLF9rWd1gPJ7R580bHcYu0c+dO7dix03a+Lmzotdde6/hpfbKha7zBWrVtBcZzzz1bH/nIh3XttdeIb+PARzafkRXojq14yPEUG9v4GWAHVuJBYAQH+kb8L5niHnTlPvISEQI36EAjjsqyXFKWWt0xFt8EJG9i3izL5myw7RHjoTG0Jwcjv0owOgZjLtY5cOCAY6zpROuIMEnnWtN9WBc6AhM+H5vALwowB+tgV5F9cJ3nCX0Yx/WTTz6ZYC9Z7wbWrdN73/d+vfPdt4h8kzHMy/il9lHQGfhZhzWxmcBPXQE7BF+RSWxbb2+vZixbyJCJkPiEPIMT/cmxgI95mB/ckTFowbrcw16CxwIXx7F9T3gT9Pix46pZJ15/ba8+99nP6cc//nH6Mwxm1mIAABAASURBVC52bNa59uR7mGfG/GeOF3btEhuoFOGvu+46feD979d37/6Ofue3f1tf/uKXdOTAQTlUUcvyTCv4oqur0yC3El2wR9CpVmv4npIdg3bwvuHNo4bjWzniya17EaGGa0rE4cDYchAfEWkcfGyim77MfA88ueZIB86hDfNwjyPXPONIm78Pzedh4EWUTtcSob/s27MsLB9yC8lwcV1zbld3vQe6Agd8g4fkKMxJ/k/ciaxAc57BK3jDJgNzTE1PemN63H5w2Ho4lfxUw/gjE8gGG3hHbC8//elPp1gP3iJn220r169fL+zrs88+p5/c/1Pteu4FXXPVNfrj//O/65prrtZqx2795jE2H/igBbINzlwzF/AA6/wRfHvMJ+wcz6vVunVk1nDVhN6aFKq4pkSOM+bCfodpRL9Jb8hwjWyEaVUoFi0z4XGzamtrE7gQT/KTjTfccEOyJwesf5s2bdT555/r2HgoxTUT3lAlP52wTzjmGH7auVPDMtdWKijLpEnHt6+79vTS7l3eDDvq6wllTmqbjr37Xdc7MzhonajqxPEj6Vu71JzQnbrrkcOO1avWnTbHDBU3YJp2DgB/6AOPoAOyib3CXhds7+ErcSxjkM+a41R4CK3GXB+GB9TNmKvduQd4Mje62ueYrmF7Ag3oH4VcYZl22qekIJYl4vrc99u8aY6M0Je1gIn1mhDdneATjfnqntOCaL2oC5jhATB1tneKsYwrOa/En0VEWqVqGjC+ZN608VJKoegpDE/kpn05tTl9JM9cpu3btuuqq67Wlq1bky+ICLE2OpTljMusD5nn8PytuSbNX0vIWyiUO/Yv5JaHrKAsCpLctynzk75z/ZiXxhi9+YH2NGCOCLEu5/RLzbEJeSv30FHPqjwyVYx3Z3u7ysVcBQtNMcsl50hV56sN+8ncdZKSn734wi7Lz6gmvDHf1lY2jku0aGG/4/Sient7NOBY/+TxE+nFV/HxHKyVhVQuFb2hOqEXnn1Kzz79uDf17tPPHn5Yu55/McUMW7ZsFja2YdsEDgwP490wzLlphy3FRyAz11xzra695u2647136I473qdPfvJX9Ou//lv6rd/6bX3qTz+lX/u1X9N1112vTm9AhfGBRmXn6XL+Mz42orvu+qbuvPNO/Y//8cf6/Oc+rX/4+78V3zrtaO8QNXrqQk01lCNj1kVeJipZBmjoQ0SobD+Ffg+PjIg1LnVuctM736GN1s/J6Qk9++yzuve+e/XCi855vV9BboffXWr/dZk32rsdL42PT0rKVDT9yRfAH9nEV6ET5F/EnWvWrNH77S8+8fGP67233apb3vUOXXzhTi3o6dHI0KD27X1VRw8f1Gt7Xk1/k/Yzn/m06Xuvvve97+q11/Yo2ZiQTp04rvvvu09/9Ed/pD//1KdETem73/t+eukI2ztrfwZ+NfN80jXI48eOJXtJvMkc4IsuAyN+csj1hJPea2nCI8uRlxDPGRsRwh5MOR9F9tA1ZIHnEWGbg52cTn3gLTUu8g/WQR+hfalUErIAz4+61k1Mgg18+aWX9Nqre3TANWDwwY9++1vf0guuU4AH9TDgo0bLXNgH5Jl5xm1/RoedQ7lu1LB+l4tFdZnvVdcx8SN9vb3CbwIPX3jaa9s5NTVlXS+IOVqWafkTEQoEOyLpbW4ZBVZqi+wHYTuQu8zPecb5NLQwrZi/ZRuFDfJUiRbQhT4F637uxjP6QDsa5xFe041++CSO9GN+nnMPO9xM/j5j6rca92j0Yy362cilWA46R4R4xnxzLZTnmTLrz8+3iDkYIkJ8IsJ9crf/1TeCe3PPmbNpnWbNquWKI3CCk9780IfTiEjzyB/u0Xya7gEj/qZofuWmNccEV57RJfEgnXhZ6MsarEVjLebK3sSFfk3HWcA1dz9P+syczC1/IsI8L6ZYjrXpx1w0bBTzR0Ty1chYNmYlRwDa2trTTYClE8rMBg5JC4LJBBAfQSfQpxH8j9mBEySgZBBK/hQLRXV2diYmgQT3LTfKs1wRmYOFWhKeRgr+wspSNCIVF3Q7EvAJMPcF0YhIzghEPHViNudp193BInABL315zpFrYEVxJr2Zh8CQ+HfZsGIAmxY0+oB3tzfuMGCcz8PKPMDQ19cnnoMLhoB7EJWWm5lNC8iME09+3o7C79TstJq54fUENT+LPFPRBrdkJ1yxsrYUglYE4yhb2fe7+xY4gesS33wcM6ynzgzb3Fs4oqCwQuU2JuVKu7I8l2/4WFCxVBZOAriByw8SPTFwNHADF+gUMVekgAdZlqUgAt4Bw/T0lI3shAM/G3QbiLoLmXUHu1XjhFzUTV9g7F+4UEuXr1BnT68KXrvhIIDCdN10nLExOjV4RgcPH9WIN02bXq9gYc+yHLIrIuygS6p4HLLVZ3zbjPdsdUZ8kgwYrrIdeWbHBfxVzwmtiiVkokvLV6wQAeW27TvU5kC07M1GNk8vuexyrduwWasH1mvh4uUuFpxRV0+/+CnKHRderNtuv0O8uXTRhRc52d2hgYGBRCdkBn5jmGkUmLvs2Nau3+BNzZb2vfGGMOoYePSA/rnpD005SuHkf9Qbmyd08OB+b6A+rMcee9SO6Vu6+zvf0gMP/jT9XY67v3OX5n5C+BUdOHBA+/a9oVMnT6vhhLY6U9P46IQNgFzoXK1lLv7neUF5arnvN1OwzFu8rBsRQqbRRwz8vff+yAWSp9O3isHh8OFDOn7iWBozNDSZ+sLHacvUpDdBwAGcM9MauWCuuvnbNA/TmtbZzGtHhErliotr3d747tOqlWu0ZMkyF2Vn9OLuF12wPmncx9I6IyMj4kNwQGta5kcd2DM/91mDN8pwbiRIFLEJCs4555xUVEaPsCfYDuxI3QkR3/LdsWNHklP+pgCbmPAAI8cRB3nUiRJH+kdkWr58pZa6ILTWhSTevl+3br1Wrlz5lj3D9kiRaApMOHf0Bv3uceDe29ub+qLnBBHoBzCBi/xhbewGSRqwY0u4bneQNYdrK9EDnWJ+nHB7Z6+6vYG6as16Jz7nC7wYAx+QIRr4e3onhmOq28lAP2wUsKHbvHG9ffv2ZBOZF95FhGVlWSpU9/f3JzohH7l1B3owH42+8Jtz5s2d4ESWK8xnZQXVzPemdb5p4jTsVMLayjzgk8ZmmfIsHFM2lXlN5sp8D/0EB65bHldz0rZgQZ/KxZJ4gw0+TjvZYq6K6UM/xkUEoCgixD1ahG2lYcgKmUptRZXbK/KCSUdnvWkw7xCZq2nZYsMX2sMveAIfmRs+cq9qGkJ7NjvkD+O6bN/pi+OEruDHRq3CmQnNeHOvaTgapgW4MmdO5ubWqkthe5crF34NOGaNM2NYHznhHJyhf6lUEoEb+DEPMkTiiDxyD9ld50LRWWednRI4vnk972OqszUB+5Q3eKAjuk9hbd++fS6QDmopL7l4Y/D0yeOGJTcd86SPjDnqJHq/izH8zRCCcvAgcOdNRX5+lzV+5ZOf1Cd/+ZccgHeLxBv6QrdhJ8xN6x683bv3NfG31O75wQ/0mDdt9ux5Wbt2PadXXn5VTz7zrG3MKT1uW0cCfujAAR08dMBwFNTupHbSwXd3V7cuuuBC249OHTl0UIsWLNDihYus773iJ/QoNJ577lnWl0H19vYIGYd2S23/tlnWsW+D9icEKya7eMMOu93rwjUbSUMjwxp0If/I0ePCbo+6OFEqFLX1rLO0becO7bCtv+rt1+uc87e5WHyP/ubv/0FPP/ecJrzxwDzYlhtcmGDdYrGU5DEiHJNUxafigkFWKChs71sRlg4luxG2M/AzwvcsJ7MOiPO84CGZGi4ORYRK5n2SNdtV7AiBed2+bGRkRFPJ104m2Uh9LM+t1Fqasn32ROkZMso6yFLjzeSfZ7nhoSF/4RsRoYjgLMVE8I7+6AAyib0o2CZEhOFrKMtyUZQslIoaHBnSxZdcZJ3NbXdmNOrN+UMHD3gDrMc86Rabm089/aQ+89lPJ/6WywUNnzmtY/bx/P2uXc/t0vTktLzw3NwGo1wuOS4pquYCTcH+H51oWKfAlRiJQvWBN/Zr94svpoRnbHzMSdesi5HMUxc/QcvG36xjjy7L0OLFS4Qe5ObAqOEtYCNKJctall5m4m/ukOC2bIP27XvNNnRUbNbz8/rYCXxFy3CxTqncpmq9pXHbpQHr3uOPP6m9e/emBPKoE7Th4UHHQePmc8PHCc8z5DbstQoCFxPZsNaSrS07nuvq6hBw4oOIabAD+/cftM+/T4888pD273/Dvn5fmoOxjMFmwlP6QhvsO7yOmJMn7vGcey+9/Ir+7u//Ud92oXXYSR82BBnKLQPwd8zJ4ODgkNfYr+d3PZ/otNi2oc32s2waDY0Oqe6N+0pbUeV222VvqM64DQ6eTnLetNzNt8HBU47/pg3rkEEN00C24zXra7/WOIGHjsCe2fYjV2dZz7C3PFtnWuJvgQlfNOTEGtsDzyMirUUMtckbo/gx5um1r4Vm+Fr0hcY95sS2Ey9gA4pR16CLfJ1sJlseatYpXmzr6OzWJZe+zXHXEf3Gb/yW/fwqvfTSK6bBtGWxpTwvOhFWOkcfoCkNW5dsSso5Eqrm4WzCE9rTF9qDCz4YWkdEshvY7Xm+0Rc6gAs08UzJX3F/xkVH+oITR+YseyMxTDtw7OzsFPaF+/NjWQe86Q/dGMsz+jE345Af4MKGM5Z7wMqRdSMs6O4M3MxBTIU9mDU8vm1bO5Rkl3PmjgjRj/HLvIHOOfIAD4GFNejHfLOeg2drVq9O9mb+GTwFhsWLFzs+XGJ732WaN5INpD/rgxN4tBxrgAN84D5zzs8D/MDFPfwm95GPqu0m93gOLDTmiIgEB2sUrA/0ZV76gQdHaArsnAMjvGNertEPdA/Yirbz2GniFgqA+17fp5Z1o2h/gu8llgA2NlzAk3x4nj/41zzPbFezJEfIOXNm5nWhWGCYdamVZEOa8w28dAhvoAkwMxdjIiLRDnzBixdv5U/V8cyePa/ZJk1avqcE/MgQa1Coxoehb8CKnop5DH/JMlezT6q6rfRm3lpvIPANbwqON914k9at26iVqwZ06aWXa8vWs7XX8cWJ0yd13w9/JOhArlYulgx/M8lJ1YVwZFi2xcAH7MBiEJWbBwopz7IEX3pmGLLIfDvUMu9r5iX9GAP/0R2OzMW9km0WDbrAQ/rOP0MmkHuO0IM+S5YsEXLL+qyHbs/TkXsRIejS1dmlinOZn5+P9WjQGrlApqDpfhfl/vZv/1Z/9md/lnIq+M3PhML7Z5971vHXGa+5wnnoRbrppnek40c+8gsu5L43/Q25ln0dtgsYOd5444367d/+bTE3+D755BN67vlnnVce1IrlyxJtv/KlL+nxx59wHjimpu3bUhdZKZ4yB+PgM+cRc/hAE+QYX4DvIb6rOl8HP+jAfY4RkfiGnQIW7oMrsvfGG/uSLUDPkZv5+VmLsegLa6MFn/PQAAAQAElEQVQ/9Gk51uEcvkArciBoDRzz6wJXyX6R+5zTj/4RIeJe8Gcd5oI/y5cvF/PM85wj9h+fwjjgYAz3WCPP8qRjBccVyAG40Ae8WJOGHYgIRYS4Zh5wwcaBW7drP1wzjmNuuaVxzXzoOkfWxD4w99e+9jW9+sorKS5DXsZd69rr+BjZQ76gE3OD4wbr2NlbztLO7TvUbbkzJOlFRORorfNSaHmWN1guu+xtus4bAY97M3ax6yo97lt1rvOdb39bX/vav+j5555Rn31kw3FU3XoHnVNxNctS7WhsbMI4Zqo7NuQZdAUH6GrUOfh5CNyKtm+5pHKxqNwP8zd1EpjhBePhF+fcizDUbzauPTTFPfRjPvrljimhL9esm9HJPjUsJ+h63TaLb7vlCtV83rLNWOgNO3Jl5C/pvWGfdZzXss5EhGHNHHv2qbe3O8V2bMCj89g0cgPkCf6yHjQvForJz3S7ZgMf5A+59ze+8Y20oc0aW80L/Bl/Nw7efutb39IDDzygLVu2KCK0bds2/d7v/Z7e8573aNOGjY6BRzU9Ma1GtS70xlMKGoAn+CKPtPl73McWAVvTdvbUyRPiG8uzzt2mJyc05ZY7P4jIHccMOT6d8JRh3ZvV8NCo4966yoWSSo5XWLPu3K9qX0vM09/Xqysuu1QznoNfTYGWsh3tcI414BoW62IDeVmf2PDgwQOe3zUZx1/PPPmU9nlzv2IfsMB5+WnbdbmiuHHjBvV53hHH0ocOHXDMtDvZIl68atiGDDvnesN+gG9xdXR2mGstzZp/px2DQWPs4KxhJPZkTWiB7HAcs1486lwR/wZdOjo6Eg0PHz4sfCY4AfM8/wuF3PXecoqFmIPxyDG8IT+87vrrUuwJ3SPmZFL+NC1j0L/kTbyaZYh8sF5rqOX7NOYA5ppz2YgQsKQ5rDvEfuQFdecLkc09Q54YAw7YFexcV0enIiLZG2DDjjAPvDkzdEY122muaYyfdH2tp7s3fcljx46d2rx5q/p6F4ixo66HAi8wcE2dxaBKCvGJCEXMNfpJaJN9Zkuyaoi+3GetguUkItP8NceIYBr3a6X4ATxo4ETjnHUTDoWCZHlkAPCgj/CJX6op+lmrWdeMN3pmjE8Tu+MaB8eh04P64Q++r69+5Sv6nvOR5595Sg8/+KCOuwaHrLAGuh/2+TXLb8uSs2hRv6BNzXI160YO32w1xLp8WYWazCLXBEqu755wPfSQaxdHjp1w3XW/kJmG66NzlAiBYv6mvPCSQ3W27nh2WEXbAGrJs5bJTGE/XxZ9l9qHXnzxRdq0abNtyoKU28zYvmZZnujUMpwN62uHc6WtmzeqrVLS7heeFy8bPPzIz/TFL31eTzz1RJJffAC1npmEV8gqaOyksDw1LUfQDxuDDWiZWfiFT/zSL+kTv/QJvfPd79KFl1ys5StWqlAsmz8tMQ8+l5eZ2PQ747wb/819XoA9cOiwTpne7d4r2LnzAlG3vvbaax13LBP+njoQvoR7/HrQ1VddqWuuvlLnn3eu2IiulIspT5eFp8P19La2ii686AJvGn9Q733ve7XVtg9/tAlb0NOtva/v1cuvvCrsIzUqro8fP5augRN+zRp3XgJ66okndPrUqZTTYZdPnjyZeAze9EHHh12X2et49Ztf+7p+9uDP0jz41EOuA/Fnz/jTAg899JBtz0sp/4a+zIWNr1tnmYs4+oc/+qE+5Y3e737nu6nG/corL9tWHU5fFiIfHrKtOuBa+h775qecyz/y4EPa5RrPftftqd1SdwGex+xj2dB+/PHHxbx1x6HI94jrXWwSU+M/ajk+bvl78YUXtdd2c9fzu8RGLfNgl5qWF3DF7+/fv0+jYyM64zz6lGtwh1z7Hx4a1pDhwY623DezbGj+E0o0qlqfmCciVLIvLlrf6BIRyUYxJiJUcz8admL+XkRYrsPy00hzMY/8iZi7D83m7+VvxjQR4R4tcX++0W++zd3jecv2rJ54yrP5NeePEZHW9sFH2fZEank2Z4foR4vIxHj5ExHiHrAUi6Vk50uO77lGnjjSFzxpDdvxOXiaCUeuadzDbiBbyBAygk3jWUSITxFaumWRiblpaW7zmX4NxyXMQ5M/HJEzjhHMEYmmM95Ep9bEGoxz17f+RZhnhr/NtWzwiAhFxFv4AgPPaBmCQlBO0M0i3MRI0InBAFcwwO0dHYnxAAOCEy4A4lRBFCR67ahRdAJRrht2OgAGQlUbwDmnF2o2WiZwRQRC7VZ4iMtaTVuqiYkJoVxNCyVw5HlmIuXiw5rcz8xI4GqzoWhvbxNjwx2Ay4d0nVuoioViKpTwZmL/goXKszw5SOaHeMwFbhwJFnD2XDN3BDPqLYKBB88iIhFyxo5m2gyYtfBXbfhn7dCnbLD59s6Y6TLmojKBw4Qd0xkr2+EjR7Tntdd0/KQLVw7Wyu2d3vTzRm3P3CbO1NS0HcSIjrhAfPjwEWEw2m1Qe/wceKDL2Nh4MvCzs1WFcSkUS0kJwGXSheKRkZH0hseIj2MObqDXlJ0j1xiSozYa8Pn0acMwPWkhqqq9vaKVK5Zp7cBqrV27xm1A7QQqxiuz462ah/wU4snBYR07cUrHjp/U4WPHNWL8pl1MPmmjdMw4Tdngdpv/XU4CCt40bVi4W4YxdwBQ8cZpV2+PNzuXaOnSFQ6g2h0Il9Xbs0AlJ2BFt7IL2CassqygQrHsBLTb53nCr+zxbJZtOescrVq1xgZCaa7NW87RxRdfrovc1q7bpI6uXnW40LbSRZ9rr3u7brr5Zp1//rYUlOHwcBZPP/20C53709uj3/3e97TrhRd09PgJG5SG4NEPf/hDF0MfSX0IzpGLTS4ErnXRcGBgrTZt3pJ+botveHR3dxq+aRvpk4ZVqjeqDj5ndOzYUfEmy6OPPiKMOd/4rVq567WmJsen1PAxk/HMS1q0cLELG+vcBlQqFT1f1YH3YOJj3bSfnp5JRRSSOPiJg8OhskH7xOOPpWLwiPmN40AXCVKL1lVkteWAIYuwDDct98wzoZmZ6WSwfFt8kH36z1h2B+0gTp8+bdkb9WbphIC35Wo0yduQZZj563Z4jCvZuFTMMxLEgYEBtbW1pYIPxmjGeoE8AtOuXbvS21lcsxa6yBvebGa8/e1vF0nTxRdfbFvQnYpxSx0IkZgS1PK28HonqMh+bn3G8EKDEeOLfWGuJd5Y6u3tSy9hcI+12XQ/59xzjXdLjCPQAW6CFWDGttEIfBY6mUW+sG2sS4LS19cnbEXViQR4MaZiGWUO6I+ThU7gw8+j0r+rq1MUt7i39ezz9a5bbtd1113nQssduuyyyxxgbxZBDDDSBxvGObC12wa2W9cL1jf4xnPWBnbojA6jz6zJfWgJTaAH9KYR6JMoRIT1o5l43DKjWCfLM5XMK2UFzdi5tPJc9VbLslZLfSPCqofDKCqLljcOm8pSyNgSwQF4sy5wQbemg0iSxpqT4SnbnYZlglYsFmzXyypbNuADMPITRMAHHvO4GSzrSybw4++G5Q6Um2qkNSNi7r5hlD8tB4XgCw98iUFOcoYN7+7uTnLTMqzQCHrAU/gAzARKaax5x3joXbRuZJnXzvI3p/No06JlOW/Z/2St3PhnYiPVVFEu/p+6JprWbfOYM/d4eNdqtZLssx69IoKDuI6IZK/hGzcZR+IFfMDJNXTKjWsEfcfl6bR02RJ19/Rqizctztu23X6iV2wYkhiXykWxObTMxSj+jumU/caobT227cXdL9m2tiWePvToY+JvAEF3vnHysY99LH2LnrX4SUPWJnh4wUkEegpNoOkbr7+m++69R//8z192ke9xJ+ij4i3llv0xyfkSb4yetXFAO88/W5dcsENnnbVVv+TkgTUuvuhicbzx+ht05wc+qA998E5d5D5tlr26E6p1tp/XX3e91q4bEMnUO971Tl119dW6wMH+O999iy648EKn/C1FnqnS1q66g6yIzLToeYvn0LXN/gA97XZhYe3qVfqFD90pNgYvdfGB9UlABmyTLrzgAn30ox/V7//+76eCCfYGHUeGi5YD5pq1DENzWsM44uc5IusEtPThHnSMLMQz+Vgsl8TLCU3LDHJnEYTFqtnOT7jYNTY8prr9fPj5rO1hu3UceWVt5JDgr8tJe9W+HN0FHmxRwXDN2pciF815eEwH1qexSJZlKlumueY8QonnyGJEJDnN35Qp7Hbd8UkPvratQ5WODrV3d+niSy8WMkQCsP/AAW/Kva5XnJjs3v2C1q1foyVLFonN1Kb1b+nSxeq0fSu7ONNlmDvbu7Rz5w4neEuT7LfZ9mN7KCgZEGUGEp0ulor2aSXbGftF+5eHH35Yg2cGkx086nhozInklOOIY8eO2N8N66UXd6dvFx88eND4VZw8HUr6w1zQAjvCEX7gJ7LcuLoAgD84bp+7z7J7Zui0hkfOCJnu6MQ/1zQ+MaX9h45Ytoq65T13aPWaDVq2crUmpmcVpmVuWiGP7Y4n68iD/eYZF5CatnPYevwe88HnSYpb3gTOItRj+7Owvz/5Z2zdpG1hlwu2S1zoxzdFhOA146Ych1WsB8QT0Is1mRO7zlh0D1mD71xf5oLrTifTJM34DfhNvMkLe6dd0JnwfG2OfXscV2V5ptPeECXO4G8R15pVdfV0aGDtKse/PSqVM7V3VDQ+NirWYY2WeTQ+Pupk96hjg1llpgNy8tBDDws4WI+8gOIYx3n57DRNt7ogTDEc+aMfNKII1tHRoRtuvEE7duxI/o6XjqBFb29vkhPGoAPAAB9Zk7isp6dH9EW3MvuC4y5KTpkPe5zonzw1aNWCzy1VrPft9pPAb/D1m7/5m5bTZfr617+pb3/7Ozp44LDFr2X4G8qjIIo25ADwIMtyhfWkZp8uzwg+M5bJqvWVeHr+mwVZ5J7DPewPMtMkItRpvKBJnueJTsBeMS/RU3guf9A9cIP/8Jf54Tvj2MyBVox31yQT9GEM96uGCZmmsSZjGM/5jG0H14yzp+KgPMsSzxiPTnAEHsbMr0Fcxj14wjmN8/b29mQfmIi+4DDkAgiyhYyOOLZiHPBxpA88Yu6ISOtyDg1YF9g4Rw64Bmbw5h5zQA/6lGwLWJP1WZM56AvOyBdjGA89wZm+6B9zcJ/GnNyHn/RJY3yD+ZBL8ld0h+dV+xvoyrqsw3qM5zhj+wpMHmrfNqMsMpUds4DvSvvVhuPu+XibdaEP8yLHrEU/6ALNWIt54T1z8xzYQv7P9IoIy1Mzxads1pF/cZyfg/F5Ztl0f2ifW8aYjyP84Jw4mHn5yVPoDC+Bq2XbXCqXxD1woS80YU7oHBFCvrgPfOe54Ma6NccwXHO+Zs2alC/ff//96SfifuYiKcUncGBOYMIez1pGa47zsIXcb+EwfRIxhx98TPd87dvWwboxQo8ste4bEY5tmjzysSXwm2/wiQfgSwNX4AYv5owI+4dRwUeu4R04Mp5zjizGHzRp+QAAEABJREFUOObhXsScrCIH+HHGpX7uAI3AD7ogn/CNc+J4NvjWOdfjOXbqNW+cnX322bYzS5I/uu+++1Ih8EHT6e/+7u9se76hb37zW9q168WUU/7VX/2V/ut//a/6+7//e1E4JFfj23H8gsDx40ftz8Y9z0H95V/+hb733e+Ib0102JbAr4J9PzYSvMk5gQs8uZ62vUcGuYec81IqegnMNdsw4CXOhH7MBS2OHTuW+A89oJ1RT7Tnm/28EEOdBr2JiCQD9IMXc63ueyX3l3PGmWQzIiIdgQF+R0TiCXMwP/ewR8ASEcnOyR/gYQxH4OUcerMOfAZHCsvgid8Edg+zva94/ZZxKLqVUuuw/UL+sWXzdoN5aOTK8BY+R0TyOREh7rEe8445VuYInVgDHoM3PrbXfoi+PEde0BFgesyFWIqxwB1Zloq75IHICvcYg20gp8UfsxYNv1FzfNdun+UwUEOOdzodM5x99lmiLzz44//239NPLDYd45VLufa8/LL+9E/+xLLxXbUc/+V5lo6sUcgLAqYFjjnavNlVdEE2Ys7OZIYLPOjH2vCCFoHetZINog94NazHJdfGCllutZl7zn3GQROOzAVNmeOtcYaR+6wBj2kRoVn7UVnHeSGF58ybZ5lvtVS0P8/zULGYe7NyKH0rsm5bQvyEzaUvsWOW0acoRZZg7ehosw2puhYxpEKee3wxyQP6ERGpD3JDi7Cds+4gW7xcMu2c6B/+4R/0F3/xPzXumtlnPvMZffHLX9KixYtTrIYMIEPtlqUUcxcKAkdsAX8SiPdrc9MaOsDfedpERIIB+WAsz6ERG6eZ8e917Dc2Muwaz5iapjHfmKpOT2mPNwJqrhdOGa433jjgTdZpOQH3xu2UMv+XKxc/S3zMBf3Pfe5zeuqpZ3TSNbWScZqYGNMxx8qnT50wLYY91v4q8yi3mn2cQbLt2ZW+ffs9bzyc8IbUYW9c7HYuOOtaz2OPPaqjtgNbHLNdc83VuvLKK9NL2Ni43HR95qkn9cBP7rduFUyffsmx0ZqBAfFFBbPb90uujdVUqzacI+x3XWuv13vB9JfKlmvqgxOOe2uuF+JPoBfnnijRinvQGD9eNd+hGX3wK9CR5/gg4nlyYuwBcoXN5hnX2EXOK84/gBleVRwLomvwISLzJnbd8tJUFrnCtKGlvsYxyzNl6V4oy01ttzbH+sgO8hpyjNfZKfoQf0y4fguMPIP3HEdHRkQcMDY+LuCWP9gGYlfy+bPOPkfnnnOeVixfKWAqFIpifeZx12Q3IyLpBHNyLyI4zLVW5mMoi0x5litzi6C/0piISHoQEYqYa1mWud//ahGRbG7B8hwRmv+wHi3cn2MtMk07J5xxfooOYkfQw6LX9GJesKGi9XbYceEBb05hkx575GF99+679cCP708vYU9NjHtTqCCrrZD/pnOlPm/cw6Oi60A1y6YnSrBit4AVeOA/cX7L8NVdi8qsZ52d3SoUSyIuK5Xb1O7rinNK+lWtN7n5Ba3J3bedf77wWy/Y397zox9p3/43dOLIKeV5JHia9Zqqzh0Yxxga8gVcXtJ1hAk1nd8VDHjF+lUyrG2OodosW522OQv7+7R8+bL0q4l8gYj9DOCHbuVyRatXr1FfX79z2rqyrDCnk/bNS1y3JNbgpasfGa6q9X/j5s3Om7tTHtLnuomJkWS0Jdu4ljQ0PJzqt03bDpld4ImuLPQmc09Pr3r6Foj6WM3xaLFUErXQhmnGn7QZGRnzxuJJs6ulLVu2utZ4vcjLzjvvfH3iE59ItZf3v+8D+sD779Q5Z5/rdRuCFuf7+YYNG1KtlTjgjtvv0ELvjRBvEE9MWvYnnJOXvB78mjJu0Jt6Sp7nKa8mZnltzx7njsdFfogvJs9DL+jPWHwjR/jNusScxEJslGN/yRkZh65UymUlftvgFM2TjRs3aovr7KxJvEns9KjrWaO2re2uC/FS1Mb1G3T7rbfpXTe/U9d5s5lvIX/ozjt1/duv0+L+heJn2slDyZ8jIv2K4TOu/Q85dwYmcGQDdNiboMPew6g6J1i5YoXH9See/uCee8QvPx0/cVz4dmQI3wsug66R82LcSy/t1hnXMyatC+HqQsOyd9x7LI/b5j7zzDMi1mcd1qNhW4iP6o7XoBPnHOkD7RrGHznD3mADuYfNrNm2co9n8IR+NM7hCboVEUkW6MM1tJeFin6M5QgMeutjgfN5RCgiLMs56mo71Uzz6Oc+jPv5xhoKeUykFpFJCvGJCLF+nuXpGBGKmGu55Sdi7vm8jZrHrW4Zr1tnUrN+cgRm1uJIP2g1MjKScgGu5Q9wzffhOfRifRq60nKO5G72V03j1khH+sw35qExFpk8c+aMkE9o37Jezs/POfMgn8gt9GWN+Tb/PKPgzRsHQ94wISClIwqE8VpqI4EQMQHBSrsLCxCFa4LoxYuXiH5tNn4AiIFg4mKxpGKxbANXUblUcWDb7uuSGRVGSKp583HGQRhEAxkQmLBQIljzAS4wLHYAhCFEiCtOOliHhhL2OPjFgHe5OIgywiCQn3DBC8GtmykQgHvzsEEs5od4MAmikYSg5PRlDgjEM+YYskMZMQMRfO7Rqk5Ga3ZGsz5OebOLb5rSt2bDX3fAQBAz6yII94ZM05GRUU14U7VlI1qxMViwoF8LrPANG8YjDqBe3P2yN/KOis0e6AENKLRFhIAHBnK/6rmBm+O0jRyOfdCGACHg/ozXpF/EnPCCDw38C3aOnQ7AFy1aoGUu1q9ft1abNq5Xl+9lmZLAY7hef32f9h84pFOnz4ifjjt06KjGvAF40puphxyonR4aUb0Z6l+0WOs3bHIh/BKt87HTxn/cweKQcR23QZ51EuFcQG2Wl/7Fi9LPPuaFoigCTtlwzVpxZmwkvK9uJ1q1k5tRb+8C7XQBnM2287dv1/KVq7TaBfht23aI38LftHGzws63r2+Rnd1Sdbt/V3ef2js61e31F3pjDHno7ukW8jLhIA/aTFgeoEG/k5CznRhv3LRZm7eelTZFu7p7xAeeQ2tknc24O+64QzfedJMLv0s15aLradPj5KnThnNKyP2yZUtdIGnXyOiI6TNi3k1aWdmcaljW2yzfdTFmfGxStdmGSoWyeg3r0iXL05x9dpTIN4aa+ZB/DD38g3YnTpx00n0oGXb42rCxQQZ5ToPfjUZNU1OTXue0Dh8+5HZYQ0OD4htQ4NOKdjVbNiCt2puwNe1UgbFlfmcOQHIfZfhHLZ8THjcp5oUe6He3aVNx0IrMozPIHTSCltwDLu5D40nTmnvIapttAdfI08jIiOjDOQ52y5YtCS/+9gFrEQDgyBnHvKdOnRJvLh21U6q8qe/owqxlhnmhAXNCg5Id/mLLFraAc2AjQcU+8Tb/kSNHBYzQFth6vOnKc+wV12dsOMEJXGvWZWAEF8Z0ObiGPzxbsGCB1rnAwjqsAaxr165NwUuCf+Mmb7Jv1VkOWn7pk78u3hgjUFm2bJmAC/52O4kGfubguuwAIstyy2lFsl3g555PnDiReNKyEY/ATjYFTcA1s5KS7HHuAel+RAgasUaW57atLV+XbWeLyguZ5wrJ/5Tlqlp+0LnM503bHXdWRDhRajgwrDpBoM0V1eUP62CXoQ9t0jo0Zfvcsk0tei3oB6+AGX7gQ2YcxNat057YeJWSnmSGex4HjvNN/kSESg6eoCn9fCmOXNM4dzfjVLE+1ThVhzcQkAEa/KKg2eGkDt2HvvAauJe7KIq+I3uHDh1K49E1cKHlpoPJLLUibZ6GbVrWzJX5OpPvucHniLDuNLx2S4qm6VVN1/AIGkWEkBH5ExGCFhS6KEAi3/DsMm+mE9jhZyhwYd8JtnjRoKuzK8FGQJ0ZJnzapO3npJPwEW/KtTxnybKC/LDpX7E+4ofXOOFFjoZtb5966mnteW1vmodiFLL6Ptuvm2++Wcg7PhS6DJ4+JQI+YKMQRXDbb9nOnYgcPHggFYl4E/+Zp59J8kBC22b7vcU285IrrtD27edrtX3HiG3MiePHtN+JDPw+cfy4ZmemtHLZcvGTKdx79eVX1Gb9fd8d79PFF1/45ubbMtNnWK86EP/VX/tVXXLpZVrvwLnddqZuZ9FUS6u8ydVtu14oFYVf73SBAn6Cc7FQUs3+tsvzhgNXfgq2VMxt/04Jmr/00ksp2D/hzRjoW7UskoBgd6Bru+UEuUCvoXWhWEq+g6St7kA2IlPmJCtd2z8ZHEH7CjJn2bYEqGi44D0tItJ1qVzyJitPM+tlS2XHO4VCQSSpEaE+bya1jF8Wlix3e/7Z58RPLsMD9AdbgKxm7gvt0C1wnpevNJf1JMltnluvrc/2r+hAzTEBOgU8Det13Q1bgs+aMf6FUlmVts70EteY9ff48VMad0GxafwOe9MSn3bEMcgxJw3NVt0+5KCOe2NSJAfW9Qsu2CmSmvVOXgYG1tgPX6H1G9Zrjf1y0j3LBzqGf+Lv70w7zpFpmfTaMPMMm3rQa9GfmKXhxPvQ0cPa8+rLOnrkkEbtI44fO65SqWSz1ErFHquT0O+i4Q/bR2g0Pj6pYy4MPf7E4/r+PT/Qgw8/qBdfflFPP/OU5zlsXzmUfoIY2h3wBjH2XR47ZZk57/xtuujSyzUxU9VpJ6KHj5/UlGk4YzrUCbizTMgLsFIEa5h2+NaGcTFb7Bcn7DurKhYL6u7uEvC0uxgHfhEheASdVq9e7T5F4a/ABx7Cn4hIfINnXONj8Gvyh7HwlsYzdBY/eclll2rc/n3vG/tUs/zMOL5s2WgVCkXD2tCIN0dbIWWGfciF2mnbjM7uTtNtWBXLKT+bl1teZien5TBAVRdPGKssXGA7apymhV1gPHCiY9govgn/6KOPip8iBEfmgKbAN+R42CAnW8MY+Mo1Ng39I19ApukL/+bH8a0QfgIRGnGvgg6bJnXjVTEdn33+eSGDz+/apUH7Zfh37733uoC3z4XFk2k9YGVO1sJ23nPPvfrJj39qmQnzpFc9PX0ulLTMi6Lqll3emgfXMH1K5aJy62REKM9yFSJT5nMpUkwH3cu2swXLbG6aQWeeRYQiQnyAGVrBW/rTIkLIwBEXPI86ZkHmgBP+0vBJyBCyAE24xzXHiEiyUngTLlaZnp4Wa7A+fTjynGOpWDIPqwk35mKd+Wf4mnl4eMb9YrEoeMR84DT3PDO9WlbRRpJR5J3nFDQiQvPwJloYLuZgbGq+Zg7gZ16OEZHow33g5UiLiLQGfRhbdQEBmEas6/CfxhwRoTXe0GM91qYP9zkyD+tLc2tEzB2hRUSkbxzQF5sA3UulkpCNUesFtlb+1B33AAM+en4c/OOcNeAZ58g9cR42YL4vuoy/wM9inxm3zDFdw/arZZsBfHXbj5Z1MiISXbkHHOSs4AhtWZ8j+s7GKLFjxBzvoVmtPsdTClIGWegcMAAPY5kzIlwwu04RkWSANXPnQrzcRWywwIVM6DzrnO64CtIAABAASURBVDoi0hzABj2gK/1nbe86OjvT+Kr9Bmsgb8jOJZdcIuD65V/+ZV199dWJd4xhbXwn58wDLVgnyzP7umbCGR5FGC7bzBn7ydMuMB06cljYVX6ZIOhrZ9r0jhL4MBe0BFdghPfMCT94xnzQpWnbQEPvgIH1Gc9YaBsRyWfQl3kYx5E5wG++D9fcZ7358eC8e/fuFDfwDJ6hw7xwdcsttyRasM76devTT6Hz0iffYCMvJKbgmn68CIq9Pu4Y6HnbMM4/+clP6nd+799qx4UXqKd/gS64+CLxy1UNJ7snT9j/jk+kl84+8YlfEj8zSL6cZblqts/ADb7oJXATF4J3lvu56QuOyMWll176Fo+wP+AA/Rh78OAhcUQu4BcyzLiC/cYZ82bPnleTzco9J/SFJpzToFHNMo1cNM2vNtcrCo67gL3mHAnbmWWZbWxB9I+IJAPz5wXbCGJe1muaf9xnfnChASfXzMFx2rk1/YjNoTd8YQzjeT7fIovkcxnPWGiCvuCz6B8Rsoglm4A8MA7Z990kI8zN+vSFLsAJreE7awEDm5Tcm3Qui+xAN+hM8Rl63O3NBPi8bds21x8Wqmh6Mr6np0cvvfySvvOd77jAfSL5LOY/fPiwfcuk0vy2EVPWDWzTntf2OF5s6JZb3qUPf/hDwragixXHOlLDueQGvbF/n2swp1TMTWs34CaGBC8a8AArcEdE4gH4cc0xAszlfMX5v/zxdZbnysy7COuq9Z9+HqhM2NIZzVi+4D3zzzfozTrwBTljXY744fA44n1oxUuBRdujcHzLy5fEgeQErWZdZcdMBa+Lj9nqXHn5kmXq8KaJ6k1ViiWVDFexkCd/hD0rmK4RucKNWEuetFQqWN7rGnFBHVr19S1INg66ACtwYkewYQP2J9hz4D77nLO1fcd2ve1tb9O/+/f/Tu//4Ad07vnn6QLrJr9kw3jma1pWwRHZmXXM17J9Z17maJl30K1k/xIRSfZHR0eSr4G3vBj46su79fWv/ovu+sbX1O6Nmdz9RqxrNdct9u/b5zpbp3o6O/T0k0/oj/7Tf9J/+z//mzelJnT6xGnxbahnn3lOq1au1M033iz8DrHMhGPpXudCS5aaXs4T+3xeMG34k1nNekvPP/eCXt/7hhYvWqR3vuOdyY8SE7QM+8u7X9RR52hbjf/bLr9CS52b1a3P69av17nnnSvs/bve/S5defW16l3QL74J9u1vf1ujzg1mLBuHLLt1+7kNrrktWbpc+xyD4r+gFbEp9jjx3TIT5ntXb59WeqPpoosvVsX1H+hKXYdv2SPfyA31AsbwrNN+CDhbpi085Tn90On5Ptg57mFP0FnWxDcy3hKd/jEe3imkLDJlWW55Kqmcl+UrRMe61kw+DxmRP5ltCWswrlAoWD7Llq2GY+FRb46cET6UvlmWpfv0rTl+Ya2idXTuuq6ent5UA9q5c6c2u6YInHmeG4YMtXILryZFhLifm07FvKiWaw0tAnfNfVotibmb9g/ciWCOXHNjckVkvh3CFwAvcNHfN9/6FxHiPjhFzJ3TNyIS7qOjoxodGXG9pZz0plwq+v5sqseOjo+qZT1lzmg100ut3/rGN/TNr39Nn/v0p/X4o49o+dIl+uAH3q+lrreF5SI3ajPON/r7erXcMVHSs+3bdemll2jJksWOO2uGP7PtK4j8uFQuJr1hDWg5O1tLsXrZG5TyB1yLRfPN19h29hkGXGNb67obOUXBck9ujD7cdtttuuHGG8W3O//Df/gP+vznP6NXrH+jw2c0ar2sVEqp9tTR0S42SQvmcVdXZ4Kl3/UOZMkUN73C9MglcHebmBjTnlf3JJvNS9kf//jHdcHOC3Tzze8wTkucL00pIsSLCdffeINW2c5s275TA2vXa8p+7I39h/S8N3n/2Xbgb/7ub/Wje+/T7pdeFnybtE/BJoF/07ZmvfPp2257r37lk7+mnTsuUMV1HfSru6fHNe8BrVy1KvmFVc4n1zjXfvctt+qjH/uEbrvtdr3rXe/SUu/LYAMLhVIaO/ci9Evmo9S/YFHCv+x8pq+vT1KuKeeAzz37vP3Uq66JVjU4OOQ67BHjOiVi0qLpi/2DNl2uucAPbB/2kHmwSWvND+pLG12zIf5ZOzCQXgI57PraqOWLDcnXXnvNNYTDYg4vLH5BET8MvNTe3/72t+ucc84VNSl0jHyAfG/a+xnIL/aLugjrsQ+ArTnnnHOSvaKuhW3fvGGjCtYz+kHPgTUDWuJ9oqVLlgjY6AeN8fmsu3btOnHOy2v8QlsaY9hZn5jt+Wef1X7ve4x4L6Wt0m6cFiiLTPjpY47rKq7/nHLtbP+B/aI/f5YLfPGD+PjTp08ankzdHR1ib2Wt6yQ2MTrg+tjrpgf1vDzLki2p247UbF+xIfP+BbrToDc0oAE/tMcu0jgHXmAvFouiD+N5xn36c2RecOVIXxp84Egf2lvn1nXmmB9XT36vZd1tmF5VMQfPGPPzjfHMOdciHf73e741d9snc/8iIsGc55ntQp70KDNNSqVSsgty8PbWGq5hcc6cEWG9LWq+H/fAGX3iSKMv8oDdyC0XtA7zosP6zzljaOAaEWk9cIPmjIde83jCA2g93+jH+Xw/rpmHNZu2g5wz93zLZMRh+PjYuAtSIxodHUtBKYuAMMqkNz/zygZDAbTqAg9GYsSGesqFABYpOHgqlYqJeIyHEHkhFwvWavXEJPoBGEfm4ojSjThYQqFoLInT5VnDxZH5ubiHYwUWCNbhYgzKy30MZxgh1mIca8zNO6IpitQ2ajwD9gj3dIOQMIf1YEjBhoVz+jEHR0Wmupk8a/gpCtJ/wnM1DFfRGxeVUkFF41hwK3k882d5roIFv72j08ZjiTBEwMhYCtkHXGAccTEc/OeDhIhI9IGmJPpnXFgChoqLT9ARuGB4tVa1M5xRWGvDQsl6wE7rSILUIWApAFulqGIxtxCHiqWip2hp8Mxpb7yd8RxVBxDDTgJcXPRmKE6sYsOe2/H39vQ7aViizq4edfX0qqe33wHTWl38tit02RXXaPNZ56qnrz/99C+bqV29vcqMb1OZuh34dTnAKnqu2VpTk3Y2sy5sVL2J3nIgEVnBXMotb6NOGk4LfFY4mFzvYHvj5i1at25D+j38m258p7Zv32HnskYlJ3aVtg6129gry1OQxM8qw4+UBNg4NI0dm9IU1JGhMfNIEero6rKTWqsBJ8c4qiU2vFdccYU+8YlP6Hd+53fEBurAwIAIsPuM06wT21OnBu18Xk6bexjNJCcTE2LD+cknn9Yrr75qh3TQ+jJi4zPjVlVuvGiz01XJQVO5WLGhLfl+MTk9nFuXYamYn1UbVWDk7R42fIZdEEVWMdLDw8OmzbBYc142au7PGPSS5wSnJ10EZw6jLeRkxHo4MT6WDHfD8mrU1bLzjghlWWZShJ/V1XJ1NctDhVJuM9ZQZC3lllfgQn6Q0zYHxYVCwf0bwvAgt6xBH44YGOADJwpiPQ4EuEdQAEyMYQ7G7d2715vzBy1zQymRp3DBPTY9SFIpymK0mBccgQW7Az2YH8cJbjUH7+CBMwa2iPCG0VaR8C5zUEey+5WvfEVPuOA+7eQV3QUXxgA3stKw0wAuYKdxv2R+QFfm597szIyD67FEU/ACDoIF5qM/gX57R5cKDv56+xakDZN16wbERg1wMRdjwAP+MQ78qnamLcGDlnnbTDIzbpkicQnbDtYH7wgHz+YbczGe9UgsOM9yy75xQE6gN7hhQ1q+V7NdaHmTvWG7TKt706nhJs9X8Pw+GCfzO1rWUoln4Iv+AF/N9IUH3IMGYenI3GZt25E57BZ48Zwj9gne0CaNB/iCO3gCE7SnNQ1by/oJrPKH8bQacPpZhFdqSfTz4ySLzEX/sm1WRAi6MGefA0RklPWPewMaWQNunsErzgl2kBFkAt094X5NJ5MRkRwza2e2Q03bo8zBJuu0vD5rFy3zEcDTtI2pKculyGSdaTk4b1Ov7VzJQQBzoIPIOQlDyxN0Wbex88wHPeFf03yEJhwJXKEHm/AEiYViIQWepTePgFBywpabx/wUMXie5c3MS10840UTjsjCyVOn0gs4u72BOOMCaq9tLUnz8lWrhc2tWHeBCz3jyJrMCY+Yt1wqqKO9kuj8r//6r/rUn/6ZvvzlL+nEydNqmi41J+u3ONg/9/wdtrttpkNdPT3dWrpsaQpsL3vbZd6gO66R0SFddOFOffxjH9Pbr71Wq1eu0sIFi7Tt/O1a6iIAMcGIfRy/toDdPHHyZEowvmQdfdmbqv1OvN7wxlcrcm3ecpba7StLpi2+HXrV7V+xX7PeEAsHLxX7lzxC88H3Lm++sAH853/+5/qTP/kT/ff//t/19a9/PX17BPvCXBXrdkRoYnJCJetr00TO3+Qxa8A3GnahavmHryaBIs9cjKolO4ysNVxkBBbscMNxgMxX9IZxmW0rc3HeNJzIKuevv/668OMlw33Mmy3MQ1JCAo7csuF8zBsxDa8LTsgt8pvZr8Mv4GIucKDNyxFrcG5UFO4LrCcHB3Xg4GF1dvemlydqlm2eE/e4HqUzpwd19MhBb+Q+q7u+eZfYrCIGIWGgeDLupLpoOdyyZZPWrh1IP4FGYrLJhYLt27frNssDdJt2UR5/xS850CTriWkzYx8/Y39b9fMJH0fN95MnTmrUPunRRx4Vb4BOTU3o4OGDTuImbPtmU6wTEQLXdsdx8gc7g20DXzaGW34eeUGFcklFF6raHN9MmJfz9C77/qqVK9IcyLpaoeXLV+iqq67R9dfdoB07LlTfgoWamK5pbMJrNkN5sazFLuoViyVNW3/49RBleZKPDsc7C5cstbz3JfjanUwxb57nKnt9bC68Y33uw4eVjl2q9s9c41t4NmMfwhhkg5c9+Lk5CvEklXxDAJqSNPKcfrSi5QSZ+dd//aoT0Zf10u6XXSh4RYPm3exMzf5zWNC3bDluuPiCjE15w7Vhm8/fNCoXi9rg5LG3s0/lrCK+aV/Iy8qyTAXLfME+gGNEpHvIF3Qul8ta6gQdOEvWP3BkkwrcsHEV6xBz0I9vru2x7uK7iV0OOo4Fd8ZwDe7ABR/lDzYMeSdGgMfoF/0n7C+YD1rit1kLufIQoTP0YyzxBH6Ghn4wBrncvHWLLrrsbZqxjbj82qu16dyzVGwve+O5nuJdqSX0Ynpm2ro/aXVtJhmJwLa31N7eYXteYbnUwA+YWBd7yU3WgkY84z54RUSiHc8iQhRAiD/wzz2OgeA/9qvd8owuM2dEpPUj5sbSB3zBp2W/CN/x0dAe/rAOa9KgVcu+Rf6kfj7SZ4ELQ9wHVq6hO3P6seAF49AjGvPQt2Fa0Zd5gIE5gJNzfBc40pc5mI8WEQnfefkEJ9ZhjYg5vBr24QoJ+GmMYz3WYU6O9EEmmJ/xPCc2hAb0h8/AzHiOfBOTfoyNiOR/GTM/H/3kT0Qk2aYMJGkEAAAQAElEQVQftOgwX1lrxvoHjKzBNWOB3UPENfeJJUZsn7gHLYAFWWce1mGOgvUe2aOYBw1qxHAtvSVLwA6PmZP5kQvgZx70jRiEufD35B3gn+axzY8IRWRJNpgHOJiDxjU4wp/FixeLeblHYw7WY15g5l7FOty0LPHSDC9j5dZ14oAZx8HgATw126gI1gyBIzzHdpH/8Pe4+vsXqmR72tvbq1OnTot1GAccyA3rsa5nEPe5hkesj0+qWw4YCy2hPc85QmNoiJ7TF17BD+wlR+4tcFG/s6PLcXFd6D33wZn1WGMeB3QL+kJD6M75mGsW0Iy+wMx83I8IATs05Bn3ec7883Ea65xyPIUtXuocArtHUZC4gnHMCxzz8kI/5lm+fLmI988991yx0YosXXfddSnPh88U9p559hntP3hA2y/Y6c2z2zSwdqNOnj5jn1PTwkVLtHXrWenPHESE4BM6wKYGNpE1kDloCBxcY2uhIzHtS4794CFwMO6kYyto/VUXc7/85S8nG8A18EOrsvm6zJsq8AdacB86wAsa9KIfcQ5rztOWvtBo2jFYw8ETcUXjTd9Df+ahD/DRD1MVMaevPI8IITs8i5jjB2txD5oyFr+IDcqyPOkC95gPuEqlok15K+WN3M+tjxHxVj/myuzfaPTH3mFnmJv4BnpxHxrWbf+gFXEjRVHwZDxySJ/5OfBvxM48L1uv2IzD5yAnFHjR0zwvcBD9+MYPG+vwgn7YLor98Ik/v5FnmdaucfHZNnvamxBf+8ZX9cDPfqr3vPcW3Xb7LdalomViUrw8uH3bNv3Gr/+a1tmPz1pfE0z23eANDau2P1OOr5BrYOM5gKCP8zhwzf3wuvNHcGE8x4gQ80FjruvEiuatfL9mGqFv3IcuyCLnEeZjsaAOb4SxFi/jvfLyK9q9e7f4xjYvNB7xJtyeVBc5lOK+Qp65djCR8rqW4+WCY9Wm89FM0sLePscnLfX39GpqfDLZmszwgsO0803Oe3r61O141kP9PEyncjryDPiBA3uA7IAbMjXgOs4f/MEfiF+kwabd/I536KabbhJ2kj7gRl7ScJxeNSzoHXRAlxhPH5pBFPSIiOR7eAY/+Rb13Xd/R/yK2ZNPPKGvfPkL+vM//RPtfvF57dv7mu6794cK0/Bi6zy/+rZz+zbt8wZ60/fe442Qiy+8UO+8+SYtXbzQ9mOhY7ozeu7Z57Tr+RdFDWzRwkVyCKtB14AOHD6iU4NnBH/YnD586ICGXPRH97/33e/rRz+8V5/59OdE/kPMtHTpEr373bdo05bNWrturS51fLRqzVo1PGFeKGrWsrPYNmDhkqVatXpAl11+ud7//g/otjvep6uvvU7nb9vunG5Mo47N6paHF21jDh46LOqCxDlnhob0ujdWDzuXwR4jF7ysancoC5SqHtPR1SWH2F6rKmobXd3dIvYj9yW+RC/RUall8lqm7KfQa2qe8HSJcYCv9E3xlIvi8JfGffiAXMMzGrxCHiLm+MRc6HnT9a+ZqRlNj0+bfvX0KxToTc01B2wW49CfqnWMtadc/yzkppE3wLF9zNOSkp0hT2PdMnFw5Oq17A6YrgNr1qmj3fhaQOv2fdAD+zgPF2tEhMBLygxH0xPKraVWXWo1DDO3PP5/jWkmeZNCEWF5z9J45qJFRLoGZ+alcS5/ONJnvkVEgn/Cte+hoWGBJ78q1qhXVXacj04uXrRQ7W0V/eyBH+ufv/xFfelLn0v1M16SJi/NFSL/HneclIeci5zSgv5e9bge0OFcbMvWzaZHt06ePK5n7e9e4ZvYjm2ABRsF3dDpQrEoWma7WSiWLCPOyQ3X6Oi4RkbGkr+aQO5cJz5jGcdOwxtqN9SieOH2x/ffq6/+yz/rh/fck3KzDSvXpG+Cf9Mbv3/+qU/p85/9rO6+61t65OGHvKl3SPjkktdtOD+FToVibnrUBd8nJydMj5MaGR025VqJzsVSUdh+aghPPvmk7U2bW0Xkbr2u86Fjhw8fSjVh7MDY2ISWLVuhxYuXmiYLxZeQBs+MuNZ52PnbqyIv4M/M8XPif/Znf6Zbb73V9cqzTK9evc3159tuv13vvuU9uubt12nHBRdpy9azU/yDnsErGnapWCzaTgwpIpw7T7pNq729w/ZjkXhOfHjF5VekX/ozMnrE+Tbfcv8v/+W/6nvf+5727n3Ddng2jTt67KTr6Wu1afNWLXIOfM6554lNyhNHj+nEseM6uP+AXnnFOafrCdRQHn/88bQ2NAMO4ownbPfmv/QCn3g5nLxwfGws1UtY86tf/aoee+wJAQebmNjdxx57zHbzHpE7cu/ee+9NG5T46JLlcalzUGSKOfG10A+94OXeo8eOmV+nvV/hfQvr6CnX9Pgm6Ekf+VUm4jbOxx0LwkP876OPPGJ+N7Rt2/k657xz9cb+/fpT8wGY6ANOPT09SZ8GvdfSsM149dXXTK99em3PXsvzc/rRj+5NtowXfT/zuc/qBz+8R8gG+L788ssJF34pktwXOVu1YoXOOWurLrv4Yp3tHLXL9qtpmTYgqhjHeX3AlmHToCm2Bvog73M2pCZ0YcqbzPN2lj48n7Tv54h+MZ4jPGceWkRm+8EdKSJSkz/YBGg53xqGibWq9gmsM2TbztysExFpDuhRc62rabv+v49veUalPvPxXkSke/yvaXtGfxrXEaHMcGVZrsw+PncMBx3g+XyTPw3rKTABA0cac9AfeuHrkQ/Gco9+0G3WNpwjNEOWDrimiN0AH/oyliP9q+7LvMQYxASMYSz38AvQm3HcJ/bBVzGO9ejDOPpDF9rceS3hlYE4Sdg0jHMQM2EDNz4+kTYTGAgyxjMZLwDCsXJk8ohMnFOALtsQFYqZpKbKvB3S1a62trIiQg0zjkXrNuL81CgAz7roNuNCFoAD9IQN6YTXnvBxxIabe+0uSDD/pA0fiLBmyQIJQyDKjBPmpoOiiEhGCHhZx0C4oFJMSgL8c8QoqMPFWgjLHBFBt9SHeZk/IoxP7rElG9yK4e9QXiipWCgqy3LjovS8zfh1d7ar04rS1dGpDsPZ5kIb+HZ0tKnD99vb2xwIdrl1e65ygg+cMBIwHPjzN4UKHDMLGclTywlxw0HemcHTIjjFeEOTkgPZ7i7WqqhsWqNIfHuno6NDKBHIpLEurDWbdRVLhdSyPFOWh89zw54JXhddsM+MV14s2hh3iUS2xwFCuwODjs6udK+trcPOqN/PMNg9KdC65rrrddnbLtf6DRtd/N6aforybBvjTVu2avHS5Wrv7FHRAQetFZkmCGasrARm8nXB685YFoZtdMfM61Wr1+haO5JzzjlfWVbQMRvz3S++rFdf3eMg/WWhEBRUX7GBe+bp57x5eUSnHVxCuxkb1LrpBD68AU0hHFmGLktcDF3toJoArrd3QcKHRIfAj7eHL7jggsT3Q4cOJcdx4MBBPfb4k2nNfW+8YUd8ODkQlHfTpk0e35kKfD/+yU9sXH+U2oMPPqQD+w9qxjJcyEvKo6DcOJS9gdrT3afFTpYXOjAGHmRy0kYQgwXvcRbIKnigwA0bn0p7xQnVVNI7+Mk4jBm6QH/+bjHjUW7GYAD5WT/6ItNycMq96elJQQdkgW9g+HbarGYNWiuaojWaNctkLfWlf2b5iwjfq9vpTop1WWvGOgb8rMmRa4wQMDGuVCol2zAPW0SIe8hlwUlgy9YWuSeBJfEi+eR4wAaPpAAnxJxdDsKBgSP6SiCBo4NnZSe0eZ5brzoSfPvtFOEd8gFcFIQoUp933nm65pprxJhlThq4D22gEfQ+4yANGkWEmA+Yj9lJ7zf/4Qs4gyONjSeeEVBQxADftWvX2gaEpEx5liW5IFE4f9s2B0h9thcVsR5ys8CJM2tMWM7r9aYK1jeMb8360DRN6q2G+JtWZQeySxxEkERg7yIi8QS6eaGEL/TBPnEd/h90LZvuzC8HAB6g3P/VbVPxcM5Zfct8tm3kuujdlKY3WutOJFrWmZYD/4btBEEqtka2OdBx2ol+3c6map6fPnVSBCcUJpBF+AbdCSjhP/2BEVoNDZ3RqG02+tiwQ2Te8bFRF/5nPHVDeZ7ZZpXSuYw74+Bxy+vm5mtE+HZT/r8iwrQqJJvGM6Ob5Au+sWbRyRcBZE9vj+1Tn/VvJukqQR5zUsjiCM/6+vpsvxYIPZt1UZH1IiKtIYWyrKAIXyuEjJXLJXsv000Nb6RVxTzAgJxP2C/NeI668cvMe448Q4aGnagAH/fgDfKHvYkIB7FTQsaRVeSJI8HqYRceoCXzDtqmcV4z7SMMV0hNr8Ncs7ZzxVLJsOZpAyovAHMmbPeKVau086KLdNGll2nBwoWJTvxE/Jj9N/DAt7J1Z/jMoPZ6A+SBBx7Q0089JQLdr3zlK/q/vAH5la/8i5Tlmpqpa+Xqdfq13/htnbdtp31bVwoiwSnPssTLYrmo1QOrtWrNKvuD871RtSMlDMBIQCN/sHOFUkGnrWv7HZgTS/Q6EbnGyfqHPvKL+m9//Mf65K/+um577x0aHR9XZnz4Bt4+24OxifHEh1K57ORqRg0HcqPelJuenNLY6KhpOZl8AoEsP6V31113icLV1VdfLfjOZjOFzTvvvFMUr6HxaW9Elb35REN+kAX4V7TvQ1cz415vtFS1jjZddChaBngGz41OksN2b05jf2edcFeKJZWLRct0zmPhdzjJsozDW/exJadcpOVmw/rW39/PqUqFgh556CEdMr7ocOKPCyfwK7cu0GnafpPxLesKNgF9Qw+nHZ/VLBd1z1co5WrrrIhvAKE5CxctFnQOK/+k46XTg6f0wq7n9dJLL+jVl1/yem9obGREY14L/WadpS4eb/JmKS8RYYN6rVP9C/qSvIL/5s1bjH9ZYy527X19n3k6bHyrCuvgaScfo+NjanesA3z8DZOfWb5273pBh/cd0KHXD6g+U9OuVCh6TvvfeD3Bceb0KfN1VuANzcCJc2hUMG2w+9ANXeH+jG0am/DAA++gB32B32prGZ1JNO8wj7q7e5RnuW3CrP31cX3rO9/V4UNHdGZw2LFJt6JYVkdXtwvZi9Tb26sOxzuVSru6OrvVqLc0M1szXBXL2VSyuxGhMccqyIN8ju51uphIknehi2IUWdesWSP8Am8M8zbtJscLyCL36VtxPITcYSc4Mh++C/tEw+8wPy03/8Ftju8dWmidXrFipWEq2543lBmGkuPAQsiwt5uOVctirt6udi3s71W/E8OGccgUaneyXbf+zNp+QDfmZH3kbNKxCOtxT/4AI9f4e18mO4K8DjqhZgMEX859ZBBeg9fAwIDAFTvXZzuL356fp1QqCd7Cy+3btydaN+2n4DV8ZN265RifAj24B4w06AGccr42OTmmdWtX289WtNjFx56eLhXKBfUt7FNXb4+GbS+mbDOHLYdstEeemf+ZmKdiv8o84IVc0ZAn6MvaNfvDyDLxnIYdBu65Z7Vk5aLuDgAAEABJREFUa4GLBl9omfszh/zhHHztuMybZqIZ82BzuQ/dGcM5OJol4hrcay42QVPim0Kh+NZajGF9+oED/ODo5bxMK40vWEfyLE/XzAMvgRG4gD+3DHFkXebnPv243zAPgBsYIyxEnpixyIRPU9wGDtwDzoYLwNyPCDVsc5iH+8wJXPh5YEYe0A3GMT9rtbW1Jz1iDLRl3HyxZL4P4zhHppAf4IYu0KCAnBvXqmMW1uYejXnY7CJ+5D6bldyLiAQ/eDMnx3bnZcACXOAMLPSlgVfJtF/Q06sHHdd/+h/+US8+v0uv73lNEy7IYO+xQ9gexo3ZV7E+cwEn+EN7+ME6HGncpw90xPdQtOE+63e7sIwsQG/wBM4Iw10sJfoyjr7cB24aOAIvzzgyP3NTuOIeBR364H8rlTbQSvJIjNl0fGU1Um5aTjt2oT8yAa1ZA5lkTuDhOOs+o/a3POtxsRT7U7Iu0+bhnrU9Zh5owWLQJrfMddgPWCgTHj22Qx3OS3nOXMDHkfusxRhiWsaBb4Tly/4X+SzkJbWakVqtis3LHVO3uVUcE0wnmeq17QYGxjNvyT4beMAB+nDO+vSZXw/bExGO0dvEmsgwPz3PyyvYOb49P2Eef8pF2QcffMCbn7e4KHpQbG4+YL9GXsha2EVsFAVF8AAG8swdtnPIwZe+9CX93V//jYg9uuwr8AkUHunLxsXv/dt/py3Ol4EVmMgz5Dg9y6Rdu55zHLNYHaYlsAMnuMAvaLdo0SJImjYW2QwGDviPDmzdujXZWb5Rc+ONN6ZCK52ZY9Y+AB4ig/N0Zz5oRQMWrulfKpUTrZFVxkaEIiLZSWg5R+saXZM9iggxJzIJPtPOIZgP+oIH9ImI5A9YCzmadhzDOfqDbGAf5E8z0SFL9tuXyfdiY3LHG9CAcdADPtAiIsGQ5XmCgZ9Whlf0QUbAgVibdXgRtOIaTeKf421oiW+LiFSkhd78RGNECH7i00qW/T7HrvAPOSGuJ06XP9AeusJz8O94U96JR8EZGGjV6oxGhoesk41Ex3O9+X7nB+/0ptuP9Lu/+zt6+pkntXzVUt38nnfqI7/0MZVtsyZNn4ZrOBX7MMm6IMkqIfhRNg7tXgv8fdvzNgW9gZ97NGQNmvIiEbijV/SF1sDEM2SeMdwjDp22L61ZTqquZ4Q7wz+XjZTZEfOrNge8iUYOf/ToEZFrLXB+Cy/v/ta39ZI3VB/86QO65wc/0Bc//wX94e//vr76z1/RSy+9KIredc+799VX9Pzzz+mbX/ua/vYv/0r3u0i969nn9e2v36UnXHTH1gI3uKS1zVNw4briGCoiV7g1my3Lkmni2Ljpugm0bvNzZNtgW05LQlbSmCzsW2eUl4qatc/N8txjsxRPQQdwpyYi95uYmhRHeM66WZ4rz7Jkz/BPE87/kNmISJsr+KCf2m/wotuMc3rozN+c/P53v6M//dP/S/zyyle+9AX7lGf1+CMPiz9D8cKuXdqS4sPFGnYsfuDAfpFv/97v/a6WLF0sNrA6Ojr15BNPiXhbXqvPeUPNddPDhw86xph1oX+PC+3j+tCH7kx4ZoZ948YNyh0UHj921HFSv975zps04FrFYtfBiO3PO/98LVq6TO2OjyMvipfAy46Xz9jWP2UeHDp6XFX791bkamWZ9r6xP72se8L5S8v8H3f+NTkzrTbXNPsdk65bvy7ZFzZxRowHOtVjf1F0TrLK+eE6w/O6cXvp1Ze1/+B+zyCBC3qCDMM36HnM8BIjQl/05sEHH7Q+PCV85qvelCf+oX+e50nOGUeb5x18gl88R06QH3iEneAIf60cymS777pcKS94A7OpiDAtqxodHk02hr6MD0WSD87lD9d5lqV7ba6Hlktt3oharW3btglb4C7mxUSCLTPtGs4jWZPxtJ+HFSIUCrmAt2AeZFlus2/d9ZhIEHo1wyXDwFjmoTEHx4g5mec8+XXLP/0iQpkb/aAV82eGWf5wxD719y9wLtGvQp4JGcUeHT96WE88+rC+9IUv6J+tq089/ZQeevhnqY4TWVNtHWXbnIZOnTypo97Uf/zRRzXkfKC7u8u51VHVXT86M3Ra/LmxU64VwRPswrzdNBomfUtF++YicYl5GIars7NLK1au1gU7L9YvuB5wx3vfp40bN6riPIwXduQPeCAX1EqwsQ3HoWXXBHp7e62PdfUv6NVVV16hC3deqBHLHzbmjOvlb+x7XT/96f3eEP6ivvTFL+qb3/xm8gvYgw7bzIrh4NcRh4bPaLVrGFd6jkXeTM7ycF7YmfgM/ZiTGuWk90TOdU2Rb8Le/I6bddnlb9Ma5z382tg1V19rP92hkuG67vobdONN79Ad7/uArrzqGi1cvEwOZ/TE00/rC4bjqOWcl7De/va3pxevrrvhek3ZTz5pmv/ovnsFXu9///sdF2wx9pke+NlD+qE3Gh/xpij+KzftOpyjFl3HQMZOnzotXl4eOjPiWu20Nm7YpG7rdrfjS+YCvgsvvEj4GsYO2/9w5BuxvJxy4OAhjXgjODzvq3v3asL6vXrNGtdjxjQ+NqaBVau1bmCtVru+NOlccb9rFfAC/iJzmfmIzsz7T+jb45iPOIS1f+3Xfi292H7H++7QRz/6UX3wgx9MX1i69T23ppfH6HfVVVeljWUjLGzpYdfDsAPMQ/4MLsjUJtvL66+/Xgv6+l0fn9VBy+KI43Nk6dCRI679nREx/OL+ha65LxJ7IhXzZMz1Ir50APydnZ2Cj7yA20t94+AB8RPRw66FTNnXMtci20ps4uIlS1QslRxrzojawdNPPaOnnnzGOWiX44ItSaaHRob12ut7BV8HXQeBNtgs8DjmenIYqZJ9Tm69tJKraDr3mT8l142QbXjBET+H3yJ2gqbg27AdhrbYMO4hjzz3lJ6qYbjmYmDwoh99IsL2rGbdcLxs3mALaMzFnNjF+cZ1w3kgfJxrzWS/eE5Mg0+ve4+mafsCnMAYEcZbym0/IzKftzyGzEJifVpEKIJ+rTefN9Wyr2YNYFdIEaEsshTHgNP8OGiR6GC60x9YgB38wBNaYAfkD33BjfvEDNCeOjVwV53T42Poy1h8DHUXxjMvjbl5xvysz5HnxEOjlhkafoexrMH10aNHvTd1TJwzP/eJhaetw5xzH9plxWLBwUUpGQYEGMWgYRRBEAAYOOyd6wkHXJ02SqmwYaPa3dWhXhc4KpWiWt4cyEywMsbTc9ZdLBl3/5nZaRMvF0IBc0Bm2MZsfHxUFN8hDARCiZZ6UwEn1eWNFQjCMxQBGFotM8cMhhA0kKDx0yknT54QxABOxkSEBa+ZgnL6AgvryswNzQkeBMNoQjTGTVupELJCoWhYy8otOPKn5QBf9oSlYq6ymd3mwK3dhQKOuRFu2qnQp1goqK1UTn0KeWbHlctgWMDrDuhmxXrgVLRCgSu0LVjJMgs/8zftMKSmcs+ZudUtGLyNNmuGyYE190gGGN9yEMlc4JXnmfI8Uqt487q7t0cd3R0q+bytvaKOznZ12dB19/Q50CxLCtVrDRklC3auQrGkLC96fFFZlrtPm1auGdD5O3bo8suv1E12Er/pAvvtt79P27Zt1/IVq7xxukw9TjKW2ylu2Xq21q/fKP4GG98ayUy/4dFxNY18h2WEe3XTnb+9OjoxpaXLVujKK6/RJZe+zSDkevKpZ3VqcEhjoxN67ZXXdPTI0QTHGht33pRua+80bLkN6bSN1zHx1s6QjVnkmSiglZxcFEz7pmWjbkOUFXLj3yXuU0CYcSCPDKBseZ6nN2eespN7fd8b2vfGAY25UNzW3mHc5v6+Kk6v3wEsY0igCOpeeull8SYritvwGv3eJN28eat27rxI552zTWvXrNOK5asc3PaqUChafko+Fizf9bQec9Ew3sgpMmc2CEdct3whwygjAQqKOWnnhtLShh3w8Yz7XDOP/EFeaQXTgXvIFzJeNj3azPve3h719K8wTD1u3V6rJNYEfmRnvsmfLMuSrqBPwEggQwNO1kTOWAMaYpx4Rj/0hw1R3gI6ePCg6N+0bAIH/YGvzUE7RZl5muJwmHOZC/kDAwPijV6CKfSet3q5jx3ABjBHxfpWMH+BEZiBkYat6nVwBRwkeSTSGFfWZyxwjrk4ctLBIDSHPoPe4MEwnrEDROdp4IQdqhtuaBMRKtsZ45A7bOv4O1pszFA8L1p32bRdvHSJuvt6k80ErojQ8uUrxAsp4NyyLOaWg5Y3Z/K84MJ2u8I63YoQMtuwLcsti+BWtr2UNaHuwjd0AWfGR4RtR+MtJwle0HXKwQ1FH+xDy0nWhAvJ4yNjOuWAFt1BRhPuoyOaNP5VJ0HTtiEcczUly9ukbS/B52lvbGDTgcViIODp6OzQ4cOHPN+ptDb3oSG0hdYcoSHjGrZ9o6PDOu21p2zrM89dKeUOHkJThmvCG6ok0sAM7NCqZrtGMM/PxNhpOLmZCwDK5nPZ9pU+8KHdRQX4zjm2teRnTdOt5uJ5zYlxwXTlXrdtGzSG59AOnsJreDdtm46McZ97Tdsh8JmjL2fyXnRD1dqsImupUMxVdfG25vnn+oSgzbTp96ALbKdPnzRNqg7ghgRsyN8CFxWAFVhYU/4g88hqRCS7j7yuWzfggLdL6GXR/rHbtpHxNeOD3kB7fG5EpjzLvVHcq4hQm/WZDepisZjkqMdBGbokf8499zxvZm6yje8U62PHKtY3dKOzq9tSJR1wIPyDH9yT3lDEhj3ngjHy17tgUbLz59qmX3rZFTr7nHNtl6/SAtu+j3z4Q2kzsstBaK/hrDgw7Ghv06LF/TJ43kTZqPc5UObnfXLLcdUF1roLCtC+5L4EsVmea8OmLfr3/8d/1I03vkOXXHaZ2jxff/9ijTpgf8Wbu+P2B6edoCGn496QR+dqtq8jDmqa1kfa888/72LUsF7a/ZJ9xVPJDnOfNz63bNmsq72RutaFA/Ryw4YNuuSSS5L+Yrt5EaLTa864SIxcmWSJJoViWVmhlBIe57LGKbPfKyaeEiM0DUNYVsJBZzHLxUspXbYFZdsF5kE2gIGmNz/c53luvOElcsFmG7YP/r7+2mvWizwld9g74I4I0a/NSV7La03b7mNTJ13YYT5gP+CixF13fcNyNKZWyEWPumR/Pzw2LDafC4UsyeyU7QL6+fxzz6m7q1MF25uG5bpUyjQxPqLpiTENnjqufvsF9G7d2gEXXhbr8quu1C233a4LL75U1zhB3O6N9CVLllvO62qaOBOGaWamqv7+JerrWSCKKsoyYUOZh2+cWnVEfHjqxGkdO3Jc9emqj0d0wMltdWZKy5csVmbbU8wz01Jq1GdUs56hk9BL/qDnEy5YoXvT1lvfEvc6vOHZbv+MviHTJD+5/QGbB9OeWyGNjY2rZJ4WwnrT05f83R5vitSqdQ2NjOiJJ5/QI488pEnTbHjwhJq2QaVCQUudOPHSU6cT1Z6eXvHyDYVUXmuDGU4AABAASURBVLjiiD6S4LfbFjUtE/zdrXm4KGKzKYqtxb+QWGK/TznRBQca8GMHOKKHJFo07Cm41x0jIzPI0aT5x/j5ebjGH46OjeiMN8Znp8bFT1uPDg9q8ORxHTl0WKPGDVpl5sesZbzhGJI4oWk7zKZ7sVi0bFRTow+wI5s01oX2NPQWmeY+R3hLQgv+2LRt27YxNBXQgJWxs46rgBX8kVlgxw+jd6dchGtaf6ABGxbQCV8MDboc27MG62K7Fzi57ezqUM02hJcVslamxmxds5MzKpdy9Ti/QK4HXSwBiHK5zbpaTvYOnf9Pf/iHKVmHDg3zqNlqpbgL+s6vg22E1hEWFiZxA1f60yLm7kMv+nEP+IAfXLlHg4Yt2yXuQzPm4D7nrMV59U173nQ/7iG3nOdZnuSZPhGReML9+RYRKU8ADxrrAndue8J60BeaG3S1/B/rMNf8PY7ADUzYjdOnT4t5GAd86Bb9kVWeARtzMC4ixBrAMic/Tat2K+UJzNFwct2wrKILDdspWel4MYzYmVj14Ycf1az1ud6saaY6rRHrWUTTOM64YHlGNkWGZVZSZtNR8NyOD6ZmUiHIZFJbW4f5WUn3sTUtG7od2y9QWJ/Bv+E4o+X8MrfdO3HimO3WQm3atMHxV5vnyzwemSh6fEtNTwhe4IMOVVykY57JyWnTv2Xb0GNcG2m9gn0VL/JcevllWrpssU6cPKaHH3pQDzzwY3XY3/XZJvCtjEMuPrUsz222003jn5lewFUoFL1+7nkbxi3sny3HjuMq7getiQOQ93q95jVrqR90P+IiEDqCngEn/ikiDFPJ8yjhwQl8i4h0DZ8Ktln0h8/ES03rOS+44dd5jsxgG6EBfZAf5mFcxXEEMHPNEdhq9tmMoW9EGJfMsd/h9Dc/+WYmcgIewMz8i7yZ524Jnvn76Iz8geYVx3A+TcUxcGMM97/ogiIwsW67bSljIyLlCxO2e8ASEcn/Ait9mRd9Q86qs7W0JrTkPvDQ6Iue0491kHvw4Rl0Yh1oSKMffcCV/sgGNu6NN97Qj370QxebF4rYmdxjYGBtsnXEZ+SD9N24eZMesx+ZNS/bHCNHnukRF5iRe/rx03eLvNFwx3vfq507dlh3auJvf/Hz5vv27dOD3ijAPmIPf+ZiKX4fmKATdCk4nqVw2LANLxYL5oU0MjKk/fv3aZ/9KH2PeCMLmPFT4IlujjmWwqdkee4xme1lT4opwDUirIPVdL9lvYAOrIX/AW/ojIyQk8FrnkE3jhGR5JU+0JN72IZXX3lVuXHH7pPzwW/4AK2ZC7iwOYzLjRPz8Sw3fJ22/cSm8Bv48Auf/exnU6EKGs/ah3FEH7BTDdvz48dPJDkBPuZnXvBgXmAAf3CbtT+iWE2RlnPmx3fxJzaK9oPIZpZlYp5Vq1clmgA/19AR2Tnsgu4Bx8uswdiISHE4uR/jmRc8sKU8px9zcJ9r1oRW8AP4+Hudf/UXf6mDBw4m/Qf+qnXuiGscB21TNm/arMscF/+b3/43+pBj7pe94bh09XJHSg0VLAPY2izLk03jPCKT3KB3RIhPRCg3bYGFtSPm+EacBG1mHetMTI47fpxrwMU3zmr2U3XnOU3bq6rzm0X9C2WGOzayrtmODw2e1N3fvku7X3xBvfbP7dbtp558RP/0j3+vf/qHv9MDD/zUOtm0Hd6UcoV33nyzbn33e/Sffv8PdM7ZZ+t7371b//f/+B/6D//Hv9OffepPdfz4MZEjogez3rD92r/+q/75i1/Ss08/Y3u+OMkstkH+QGtwysyvquFEDnw70QFeR6ulsumTmQQN6yN4Q5MF6aWuTvua6Td96Uw6hzZyX2otDftO4mZ5cEQoIoxHK9EQOa2ZPxxnZ2YcVzrm9lrAAwxrXJPaunWr613r9eEPf1jvf9/79O///X/Qedt2aMY1tbC8F4sl8SLj3/71X+k737pL3/7WN3Xvj+7R/T/8oTejTum1vXvSn6h46ukn9Pkvfk6Hjx7SX/zFX6QXHzvscybNq7Xr11onjgp9q5t/uWGltrd8xTLV6rP6x3/6e332c5/Ww4/8TCccC+Z55k2KC5xnXafOjop6+7rsv0pqUR+YHBP6Ah2Lrk/SZo3jycEzjo3HVHZsPbB+gxYvW64oFlWy7+q3nV+2YoVWrFylDueRuWmNflDj63G+XbPcyB/s0Lbt52vzlo1aZ5g7nCNBa9Zav2G9VlrPTjpnfuPQGzru3GPSclZyDtXR0a6BgQHnFP1JL0ZGRlLMVneMgcwS73GO7HoZ1yXKyiwL6NkscaJjDdZgLZ7DG55hd2jz9yMijTOXLdrmfFMKSROuTx49dEwTY5O+CnUYbvieRSbkKM/zdMRulMxPeNrTuyDx/eyzzrFvWKJwX+jQ3t5pHDy35SQiNPfhOCdXwFarNhJ+TccQPI8IgQ/zp1bI1fKzuvMVjnrzg1w3bbdbrntERJJR+udZLj4tr8nzqvnBEZpBP9YslUqKiGT/c+PT2dGpotdpuO8rL+7W97/7XdcEvqv777vPtZ6TuujCC3Tttddq+YrlyVZgC5mn3NmmVilXb2+PsO1t5h/6AO7A0tZWET9p+uKLu1S1rGJ3oCc15wVpozIXPvTKK68UMjXk3B4b39fXa92csdysS98i5yf0yQUiIsVzyFmH/eyq1SvFlyRWW5b4IlbTMQ/9lnuv4NJLLtW/+c1/o/Ncu+jq7NSC3l7ngUXbhqL5XTP+8hqTbtM65Xi4z7Wad99yiy7yOOrIR44e0wLbvYrr+Ust/w3Ts2F6tztGWbCgP/0y4cOPPKwzQ8MiF7vWm6GXXnppsnfvePe7dadtNve2nnVWoh2/dHjHHe/TJz/5K/rFj31MO3ZeoKLzlSds46h3LHYevMR1T2I3/Pmgax99tlnEHcQSL760W+gH+Sfrt0yLA87zjp84aflpWM7qqZZ/7rbzrVurfd6tjvYO69HCtHG6fv16+6u+BN8HPvB+/eqv/oo3M39B/GIGsRt+KSIEvAtMi5aFCD7yZxn2OsZAfjLLSNPiW7TOE/+ee9bZ6u3sUk93t9fpF+MuuPBC25obRR2DeeEP394lNpnXQ3Sauh2yxzdRf2j7N3hmUFu2bBG6TxxAvMMcyMMDDzwg4iPGIz+d5icxMnk230w94/2n8YlJb2K+7o3m+7Rv/wHxJa6+vn7VHJO3U/NwPI7MrrDt4hcoO31vyBumo653ttvmbHa9iF9JYnOWX3yrOtb6oTezv3X33WnjnZ/rXz2wRmyaX3r527TONqxpmYBubF5v9Kb12952hbZv35E2h8k/S+WSnvSm+GNPPJ6+mIUeRoRrJw1BA2rCteqMc53JxEPi8zbLG3bG5E92ps01O2SOho7RkAtowDk0pBWKRdvCioo+cj3f0HXuSSFsAvcjIvnLqv0nNhEfQCPWIR+Z70df4mpejEGviYeIN0dMN+wwDf7Q8EcckRnikbnm3MeCFBHiw7xvNftazqHJW822jHP4hLwxF41rYAEGGvaRsTxjTWQBOaCR77DvsM9xNbwZtv9gzoLtHLJDzQ1aImPUSqFNRCT7WbF/Yx3Wkz8VxzXQeqntCTLCs4hINoi5sEM8B1ZoQ+wMPMjpfIO+0NUwZ/JYM6lsR9zpYyUZeoDzWjZKDRujKY2Nj4m3WtraSlasLvdp+f6kDh06kBw/xY7R0RHfm0rOmwUgBPMAYJuNbkRYeHLBfIAEARzyBhdBYSZMRXjaLFw0gJU/nE+5wIgBAmgQa9r5QGw/VpaHjEgiVkTY6NQ07U2En4chAuFqJXwYD0HGXIQb80bEyNCoJsenVLWjxqm2bFALeWZDVVGnDXrJhiXPMpUKBRVtbDILSdNBXEgqWbDbjVuHYeZYdt+C+2Z+1nQRouogn28QEhQxb9POoO4gx4BIFqyWN0pbLhY0fK/hYCI3nB1m8EIXmfit+iV2SP19vSoaHr5ZVnfCwfrFLFTyvY72ivoW9GrFqhVauHihyuZPZEq0yPKiIiuo6uBpyA5h3BuHynJ12TF2d/eqUCglBW8p06yDwbppyk/6rl691kXpS4Uz2LBhY3KiCGQWBWVZQb29fVqyZGkyrmtcyL74skv1jne9W7fccqt+4Rc+ql/99V/XO+1sbrr5nXZcl7ldqvfcfrtud/C52v13v7pHr7z+uvo8x5Vvv0FnnXu+rrjmWn3y1349FXc3bNqkRd6wwkBmhUz9TlK379ypxRb4IW+kDnozLDONKRhOTU0nfjfhiduYN5DGnGBOmLcUQjBaFfMGGTIx/K9guBfp7LPP0Tvf+U7x9y3ZLKMgjwxWbXz2eaMVxRmyAcfhddko4yy2nLVV23bu0OVXXKWlfBO3vUtt7Z2KyJLhajr5Q+YwQMAw6sAhDCe0Aw750zDPaVUHNROTEylRjAhFhPk0q7oNPHJ+xht/jEfeG3YWTctk7nWQ3dxGA4OB0x1YuyY5uIhIR5xbb193+qZKR3ubMssj+FcsU+hdRCT94xwaYlQiwuLYSHRkfnCgTU1NpXvzfcoOpGjQCXqhw+gg83Q4IO20AwRPYOVodMUz+lNsWL16te3DtHp7exOsjGUdDB79OWcs9yky8LYPb4gdPXpUOCZoCn+AEXwYUyjkiXbAhZGlmNvuYAjHvnrNQCqSYAwJAnCyyG2Xk/r5PpwDd8UODuML/RYuWKBeJxFLLHeZaVMsFAR+rBERWr1ypTexNqjHeLRA0u2LX/yCvvvd7/isZRva5mJKXTXbCAKiaQf/dfhnWLGJESFgjwjTty6SG6ueCsWSkBfwn6dDnuUquGEbxiyPI8OnddoFxZNOTve/sV/Pe7MJvHftekEvv/yKjh455iRszBt+Z1LhYGR4SEMOJA8d2q+9r+1xseygTh47Lt42fvH555QZ4sGTp/TySy8lGeaNLRzV8ePHPceQkGV0AJojB1NTEyoUkJe6Jr35MepNsJaD6LoTpVOGqeHkHJrh/EbskCct49g5DxGBPPO0ubDXaZ0M20I2VcEVJ4W8oUPQaNJFNoNmWla8XiG1SrmiYrEgOcCJiCRbbZ6np6c7yTQ0Rd7gN/ICDDxvM2+RG55FRJIXcGm4aNBs1c2DqnWvmu7TB3jczfdm1LR9rhm/y2zjkN9h0zNijn+s1zIsjGF+ClTIKrRjDvT4uGnS29tt/ap7I23K8zXV44SUggxjsjy3j+kCJaHz+Lw262q5VPTmVXfyL232L+VSIcE3bppHltnm96tivNqtdyUnyRky8qb9OW7eUbT77ne/J/SHn5o7euJ4CqLf/Z7b9NGP/7L+P3/wB/rP/+W/6I//+I/1b3/v3+q3f+u3hC3ctHGTeg3fuDfHa5bbCdvTlvnk6FAtzw9so7bBU96ca9lnsalucERQuXLVSk15g+tFy1JWKGjVurXpG4FrBta5QJSZBi2dcgKx57V9pnlDixcuVkm2nR5TMB+OHzqkKfOdRO77P/i+/v7v/k4Q7k+XAAAQAElEQVQlJ4XYuYsuviglVSR85557rulS1kUXXawrrrhCXH/gAx9wQeHCRN+mdQ0ZIMgvWOca9sPo17ETp8SvHPDztMgX/fTmp2W7jOyF+RkotY8F4xB+nhnBNstZRKT5ueZZbt6VDR/XdfvuCHp7gP9xTZJEwRD9wR7Bcxq+hb9Nywb0hP0UMcIRF9ixd6e9ETXhWGv4zGntfXW3psaHdd3br1FPX5d9Q830mUjxVX+fbZTlyksJGBq2NT3dnfZrW9Vhu7/cG4Vdlg30c3JiVOnFLG9ej48Oa9t55+jDH/ygPvKhD6ekoGy9ygslPfDAg7r//p/osksvSz7yhO3CpDe1elxIOOCC4L7X39CJoyf1wvMvaKl9d3dnl2oujO12cs4btMg+8eDhw/t1370/cJL9uk7aVhFLEbvIGyLt7SVRnFu1fKk3Nuw/TVdkHhpiX6ErPMfeQt9T3kTr6u5Rr5Mm/Ea7bTvwVhznFItFz9EpfEHFSeuYiySFQlHNelMdHRQ5qjph/ZuZHtOxw6/rsUce0IljRzU1PZnkivELF/Ub137IaNt4WPx80969e9PP9yEjEZngJbJSdWxAR2wLvgobgs3CT3MP/xQRAg9axJy8ME/N/r5geUIWsEvgzHwceca8zBdZbt2o6ZA30Q/uf0PY/NMnT6SfTENOiAX4pgA+iXEtyyk0iQgn/YO2IacTvNge4IKWrAsO0Di3zIJLluXKLNfzeKBz0HfYNjsihLzTD5iwIay1zIUAcMS+kMQwJ/jDd/DHZ9N/2pvhSx2/9diOnHPO2TrLcRPXW7du0c6dF5hnXUmPat7sn7buT9t3LOzvt98aTTBlkaX1BweH7PdH9cTjT+qEdZeNlZZjoYb5G8qSTxhwgRP8kQHwAVfgBt66dRL4wniCD7DDc/kTEaK//MlNE8b5NPGO+xEhaDvf4BW4kVwzN7Rifu4zfto4E5PBa66B6eePrA3doDfrVG1bWYdz4I2YozlwAiNywRiugQ0+Mh/9kS3oPT8euIbtl5j/4MEDevrpJ+1TOoxL0cd2y3dfOrbbLhDrAGuii9fkmrmBod5qqm5bD17MXzBdmradNct9y0dkr2RfAx/K1jfgOX160H5tRpFHKsIBd0SYXydEHAHsXY6fS7aT8CgiDEtnGgMe4ACNsYvQEnzpxz2ueQ5syDJzr3fhF9pyDg7wgnP6tVXaEs+wr9he5oQmX/3qV/X5z38+vXDLnOCPXWYserRwYb/WrFmt2269Ve9+97t0663v1rBzDOQau73BRaqHfvYzffELXxAbZiHzqtKlcqldzUZYDiuKKGhmumZb1GG5yq3DdRHn9Do2adg2Nx3Xt1o1TU2Nudh+WkX79zbzA1pDG2DhHF5GRNKPLM8EjYE5swyDJ3KHbkPXPhfibjXMW13gR2ambYsNiBq2CRTEJi2TmW1O00JDy+0LoRn6jI1jDmhLkZI1oDm04Z6HJH180JuA//iP/+gNvX3c8oZxe6IxY4GNhkwDO/DNH7nPAHiF/644d+AZ+GHb0RM2godM52OOR3nGGOZgffpxDW3gEfhzHzqBA+tzDn/gM5uOx48f1Ze//EV193SlOLFYLNgPdKjdPgZaFe0vwJG1mOOKyy8Xm229Pb1iHvKQiHCc0kiy3OU84eqrr05xB7hcdNFF6rD/oaBTtT0vOy77/j33CPr85f/8C/3Jn/zfKd7asHGjSvZDw7alV11xpX7Hm2Xvdj7M/Lw8yq/n/PSnPxUbicSM4AlcFBpp4IpuAG9PT49p/7r+9V//xf70QNIpZJp4gVyFgh46zC+OYH95+Ze5wPHYsWOJh8gLxUjoxLwUMbu7uxOO8J2CJrUYaHLIxVt0B1ozB7CBO89YZ2RkRGwQHzx4MI2HTzyjH0euIyL5IM4ZwxEZgdfMNe6YB35scN2HAjQ4IiftLgyTc5eKJfOvaLtl3+xcDD6Qv8FzbOLjjz+e/DP4J3m1TwB+9B78yDeBp2Sbw7ocec4R+eJbveBI3gT+zA0v0KOybQi2pmVAIyLl59CCuHONfQ2+u72t3fpdSzoKj5jrwIED4qViZJ1fY2Bj93d/93f1K7/yK1rluBgbyi+Nkaehf8TK199wo+sdVwub98befZocm9Ddd31bj3mTvmmcHC5ZnTPbk4J1zjZBIRkm1oQW4EjjHJlBH+A1rWI5rbiAnBeLKrghE+RmpUJB6F+Xc/WW4+SpyQm1Ox+7/0c/0hc//zlN+/qM88XXX3tZvT2d6mgr25Yf04mTR7Wgr1srli/WhnUDqlenHU/9TG3lgm1CW+LH2oEB27+KbvbG6orlS1RzrapSLumxxx7VP/7Tp3XXt++W8kwHDh/UZhfV32lb+0kX/PnWULvhrdrPZLZzyEuE8TV8+ALw05sfcKdfRNj+lhS+71P/v5XybeQBmUNm2sHf+MJz5oQGzNVpvc7yXGF7qMzruG4Ej5uerek8gP7I8iHnI+gwMoUucJ9+wLDOdax169ZptWsaH//4x+0zbnP9bYmq9ZYmp2ZVa7RMl66U633yl39J1193ra6//lpdfsXb3K9fbR0V9S3o0fLlyzU9M6nnnn1WvBD+hGWbnw9GJ/jm5qxj1Ybzz3HXkkZHhnTbbbfoQx/6gNa67lMs5rr99lu1efMm+9QOFUoF51+TWubYuqe3S13dber2OocOvK66Y61iMbMshcq2h0uWrVCf6xv9zhP6nYctcT1r9eoBXXjRJbro4kt0ljeoNm7erLXGkboJucCuF14wblPJphyw/h9xLF23Xzvp+JQ27Tiuq6vDGzq9Ovucs7Rt2/mJz+3OQ0bGRnXyzClNzk6qratduTfoup2/QD/0FT632R+2GbayfQVyjZxyXTAPoTn62zKvIiLJGfeReeSBIzyWP9ynMYZ54BnPqMdQA51yzZBnWZY7L6qmL3KUSxWxLrLDWGTFU8mK57XahE3fvHmLsDkRYTrmKjhnoh/95U9E7vsFn/lfZMqygvK86GPmG0p+BRmiIU/czPPcdgRrM/e8br+Cns4YxpaT1sz6QD/gBw8a91gTeswfwScixD1ggib0ZZ2G4+CC1+mx3PPtzXvu+Z4efuhnOn3qhO1slur3+Hn65nkmbFXZ8V1HR5c6XQeDP23dXQo/42Ui5gWeaccXjGmz7nZ5bmSl13XrUdcOsInAgI2Ht5OTU7bnC7V2YK39xpgeePAn+tKXv6C/+qu/1G/8xq/rU5/6lPAtmfGFD8xdtf3ocux4wYU7dPU1V4k8gnX3vPaqPvM3n05j7rv/PvNvRNPeH6hZxls2mtSohlxnoO4OzJdedpl+4zd/Q7e5Br3JPHzPrbfp7Tfc4D2Ncb3sWnTVtvbQ4cPmc0Xd3d0Cn4ZtD3xC5vk5WuwA151+vnb9+kTnDtvQ7p7eBDfPsLvo83nnna+rrrpKv/iLv6hP/sondeWVV2nWdTHqD23WBWhxynk+dES+N2zcoKuuvkrvc32cDT9igKs8nk3Qm266SYsXLfE+y2E9+OBD9jFP66tf/Vfd/+P7dcx1niPOb8849p+emXHud8ay1Ey+F76wt3L99TekHB+/RK1ko21FyzqE3iIz5CyrVq3SVm8IE0uss0+uu85zxLHDrOWmYp3s6e1NMsw3QMdHx7TP+fE8f8GZnBa5W2VbiJ/lpUv4iNwABz74kG3pzxxDH7CfpC/1AuII4lD6QD9il9e9L8A5DbnPLbf4/F27njd+g1bHluq2Ofs9D78m8vyLL4o4N6xrU45/efmKjfOGecqvBjzpXOg+04qfFX5x924V7Y8uu+JyveuWd+tG03b7zh1asmK5856m4/K5+YkJb/Gm+x3mxwfu/KCuvOZq7bzwAt1gmbn6qqu1dctZ6urs0aZNW/T2a6/Txz/2cbGH0LDvYFP6/8fVfwBIdtVn3vBz7q1boauquzpNDj0zGmWNRlkCBUAgEAgbhEAmgwNgHBYc1nm9Xq/Xfr2LbXAOa4OJNqBAxgRJKCMkjTSjMDnHns6x8vf8Tqv98r2lObrphH9O51Y1X+LCdiFL0LhjPXZIHmFvei8GejR8JI/iKAUh8+gJ+oy/5hzcQwhxnPxhLubFV9I/sa7IvEQn/FjuGvt2LLvYAJ4zB43nvIiytHYj2iLuQfszZ0ZN2zH7qx6t9UY0cENz+Ep8Sh5HLgRP5r0nQOzOPNhc2oTrgcRtzMWcrM2RxjkNGHlO/4b9PNfcp3HOfZ4DO+NCCBzEPRp4b9u2TcTp9Ac+6EFjDuAa9x4XMS+brGesX8gmR+DlOY1cJ4SginUXOiOLzA3OQ4NDtlGD0QYs34PW7h5tA7QZGRmJfRiP7sInGrROeuy88g62UgcWAN2y48aQzdv4YYQTz8TzigMTjNO0nXrbm3+dTtsMaUWEIQREAMkfbzAxTRO13B+EOa9Uesyw1aK4UnKgxlgSA5h1+vTpWLxnDiYGHpDnfGn+lujP/cyJUpGisx0vSJV6ilHheQbTl+dIrYzcazihRdgxki0XBjoOdtpsIPqcOZvGu+U+Fl2lKcKdjwIO7l0rCfgiu4l5nBqnQj7vQLPkDeieeOQ+9GraGfJWW8vHOJcf5NwStyDv4rs4H1xa9hTK5xJlvp8lPvpGjxW9p1QUjaSNgBdmomDAUTSuXHN/2Jusq1etdEDWHzemoAHalIRUaZI5ye+qZWOYy/IWnF4VTKuh4RUaHBg2Dds2HlJfbVD5YlkVO8xNm7bofBuJiy6+WBdccKHWrF2vvv7++NbgyhUrlKWZVq1YqdXe0MQIAFO/i6xZmlMu52erVmubg6cRB1+sc6E3K9lkvfa663Tty1+u7ZdfqTXrNrjPFfror/2G7nzHuzWyeasKPRWtXr9B/BTECQdlCzaI8ArnxQYUMNQGBuPPWG5ycX7jxhEHiX2aX6jbgS7GDZ95b5x3ba3SNFViWtq+iDdp+ms1pWniTfK62LAC7sTPUchNmzZbDteq6iAgb14iLyg5slMwH1LPhWPs768JxT1w8KCWN2r37Nmj3W7PPf+8C7DHRBIHvChrCMH0yJkVYUl+8pmLGx0H1y0l1rGcA8OC+bi8JnKNzPCTEoxvNOqx0ISxMkpxjsz6CdzAxDljUewV5gc/R3bARVc27bqSeduMig89mLu/tkLgxNgQlmDCUFRsTNw99mddzpkb+FiL8cgPNGEsa3KfI7KG8YGOOBHaeQ68STahGTQFR5z5ahdgGQMNcaTQiTmBibWQ5xBCNObYABoGHOcLDRgHfIyhARdzsz5HcEzTRMDCXMwJP0j2Mazj3oDkXr9lGbiGLcucg38I1kQ7niRJrANVb0APKpjo2BX6ZOZVX61PXQcXJNhsdJw9OxY3LSdsuLsee8TFh2knwbff/ha9813v0vr1G9XxHPz8ZuLxBC7AHIINB0R2Sy1bFhB17GT9z3dClNslGWz6fie2LrbJjmfazurg/r3a4yBy5zPP6IUXntPOnTv09NNPavfuUsbLQgAAEABJREFU5zU+cdZtVMePH/Vm0fMxsQX/vd48PXhwnwOxQ9r93PN6Ydez2vXM03pu1zN67tlnNOXkbGL8rOhz9sxp7XOQ9Lxleq8DGvhAsWvGGztTU5OWyXmNOxka6O/TGt6wGxxQ0wFsYgTqC4uadpB1/JjX90YagRboHj50IOrGcW8UnXWCPjM9qa5t7II3zA4dOijk4aknf6SHf/CAKDQgVxQr4SPygROEJiXbRGgof9AV7vEcP4W9aNnOhRDU9BEZYTxyB79nvBmYtw4iQ8wB7Wkd847rJCQxMOZcNhxpGnydi3YDPcFm9PX1RRsLPMgNa7csE8yDbAEPMNAfmV9jma9Uyjpx4pg4rrLNpA/90QVaf9wM63cAUxbzMy/yDk70S8DHycRZJzzHjx4xfafE+vRdt269E9b+/7QzjOPbnPv2H4gFCwpDYy5SXnbZdt3+lrfo//nT/63//gd/qHc76LvG9niDbWjXtJxwsQ9aTdmno/vASKtWK/ZpRbUai5qdmVLevrbiJCBNEtWdQHXMQzbKFxwjPLvjKfPxgKadLO9ysDpk/Xr9bbdp2El62QHnnIP8/eb1E088qaeeelbf+c4DLuYMaLB/hdqNjg7s36+TLqbutT09cGCfKFoje0PDw3r1a14jXnjphiW7Bq2hMfTHRlAUhK/wGF0/6wRq0JsyRi2+REHxE7oiP1OWzxCCwBP9hl+OPNW2n2ZTU5ZjLxN9Jnqdpkk8DyFEG8ycaZoqMQ2QlWX5gY5cLzj5BY4l+WwZx544jvXhNzFOr33N2tVrxLcAivYBzMnYF154Xvusq0cO7tfk2GntevpxvbDzSXVai5aPonXjcHwRYtJJU8dxF7JBIfCf/+mfXLCqq20bwbdDeQlkz/Mv6LGHH9bXvvoVfebTn4pvxTfr8/qOE+jvfuebuvvLX9Lf/OUn9Fef+Es94n7YyqPW21//rd/UDx54KPr76ek5vfjCbtuNY5qZntZdX/qynnlmp056Q75lnpULFeVCYjuyU5///Od07713RVmftz3YtWunefiAkNkXnttle/OMTlsPgjfL09CRkVITeJMQg1bkr2W9pdALraAvdp370HjR8UDXApAkqRpOQKDZgos2PB+2jNT6+u3fWo4FFtS1Tre9wd91Qj3tTeNZw97v5J5+gwM1rbJM1uzP52ZnddAySSJ31Ek0usL68I4jSYe63SgrqXnOvWWZgV/AC2z0Bx6eM8+BAwc0OTnlNhnt3uTkpJb7cZw2PBwTyxByKAtcy4nhlG1sV4kW602vWXRc3dFx68QDDz2k53fv0fjkjOeR44hEFlPblF5bqsT0q7l/JvQXmNBd5pucGo9xTdXyBk2BEd1h7RCCbVuqBetxCCHKOOeL1lPmAb+G+TNuv4k8Y3MOOvZBfkmq6IvMQDPmY92Sc4hyucd8qCskHbU7TRdfT0ih7bhrXkPD/faLa/180X7+rKAbegsdaBs3boy2TP4ABzD41PanbT/3nP3yCq10QaHtTdSWixIt3uB3sgwNW5Yd4GUe8OcePAOmNEnEfWLxer3OlPGak7iGlZe+PGOeeM8PQwiwX+BH434IAXbFe8zJfXBgHdaHztAPOhcKReNatx/JRzlg88PTxngT+83YNMnFuYAX+8AaHJM0jTzhPn2BaxkvaANfkO+GbXNqX2UU3b+hQfvjdevW2Jf0Ct/XdD4DXsAEnIzlGjgGvEHBOWuAy/T0NLctVxUVnCfA86p9QMP6Rr5EX+hEbIfO7LfNbjhOBRaSVe4DJ7iHsCRT4Aj8xKnoE+vQQggCloZlDJzjwv4fsLAOdpyfcX/00UdjHNu0fUb2WB+4JsbH4gYHP7O6TJeCbSkvQexwwQX55BnwgDfr8Gc93nrHHVFXWKNsX4aPYf0kTb1OKdo98EKXGUvhFbxeeOEF275nIj/ZCGM8jbHABHxtx2ldKybwcDzlIhc+k3nAdXT0jH33jHVuznI84M25S5TkEuXyOSVZonnbZ6XSYnMx8rJu+ybnnMwL/NAtM45ZLq+T3jAsOJ45cfyE+7biT7IDM7Dk7KdZM+e4M5fmBIxdWwrmII6Zt7/mGXACN8+J1RYXG7Y57bipQ8Higx/8oN7//vdZZ9eLb2J8+MMfFm/0A0cIQRzlD3Mwl08jfaD3uO0G/ABvbAT3KEL1W+bQFeBkHHIBXyjmcR+ach+5CWFJhri3BHszromMgB/rIQvIMfSu1fpE/lGr1cQvUxBT7Nz5rB5//DHtcHzylOPkAwcOmf8F277MfFjUuOP3AwcP+XxBr3zlK0UsQZz2X//rfxUbZ/l8Puovcw46puBn8NmEWbCdJNcAthWOdSj+7du3176p4Rix37HQIZV7SkJPnnjscd3nTdM///M/j3877HOf+1zkF3PCB9bk2yTwBjoSv0APaABvyEFoL3f+fPPNr444XnbZZWIDAhrTHxtNX3St4LwVXwdtCpYXfBYxHkf4QSzKGJ6HEOLLBbzAtcexF3RmrU3eJAI++GQXGOsx4+Ypa4AzG68UZcn5gAOfxv1J+zr4wzysTS3nK1/5ivj7Yvw5BvA74oIqcw25dsF8DduwGfu+EIL5tEPf9oYe+MNjaDA7OxP5ftIFY2DmPjxCRsGHOYE1SdLoU9D9HTt2RF4AB7KHbGGjmraHjIdn6P+6deuizsMH+MlmN7LD/XKlqrnZOQ0ODFknehzbTutHP/pR1DfkFjyX88/NrnfwovWM8wxkAbzAgedszlKg3uD6RjHLa/XKVaL/a1yU/fVf/w1NOiY9fPiIcrlMF7v28uu/8qu6/SdvF3/rcWxsXLINaNm24POwBchJy/4Omwzu4AgsHGnoRWymZ8N2M0kS+dTTdCz3qWPJUrS9yMCRQ4ftX5u664tf0mc+9SnH4zVd4fpNpaeg+773H/rh449qwvneQz/4nj79yf/rDdEHNTkxpmNHDtsnP61vf/PrevrJH+pLX/y8/vxjf6I//4s/1bve+w797M/9jD75yX82DgteO8Q48dUuRle9Mbtn7x5d97Lr9J73v9ftfXrdG14vfuEptd0CH3AJIcRx0BH4OcJr5CG1re6YHvCPa2gBvtxH5jgvlApKbFvbjpMzz8svlOWty/TnOS2EEOmRs51M3UKSuDLXjbLGmk3TjmfICrEPvOU+6yFL+A5oSGxccm6K77/xxhv1m7/5m/rYn31M737Pe7X98iviZuX07LzGJiZtSzc6Lupo7/49+uJdX9Qn/uoT+u53/0Pf/NbX/GyNbr75lbr1da/RyMh6rXVdjxfp2vWGnnz8Cd17z5f1wyce0113fTm+sH3gwH49++wO+/lVYn10/uzZMzH/n3UMfti8hWbQhZfUrrzictu3c7R2zSrHwIOq9VZUrpQ8tqTUsjfjAvmi/fmg9ZJNbv6U15XXXO24bVhsPvENw9XecIDG1BXq9t28sM+vUj300A9cl9gd47o5NuKddx4+fEj3ff/7ro0ddUxRFvqxbdvFWrt2tbJ8Tkos2qGrfCmvouWt0luNdcwsn4k1oDsNn4FdKzm+hIc93rTDhmHP4Ac8Re7hl/zhHvLCfeQJfvEM+wRsp5y/YH+gDbaNsR37bearuAbKtykTy0PLteGc6cJLE7x8zybqOufcPT1lMb+Xss7moryklsk0zSyzabwOIfixmxcAHvxwCInox/VyCyHEudov1RHAkZa51kdfjnX7GtZre8auW6fTiTYI+oMX18xHf3Ci0d9dhe3jnBoWun6fN5S++G9f0N13fVHHXE/o7e1Rb7XsPKFiPT+rUdfen7XPHHWdpmWY+mo15xfOM4zHCdtfcv2iZT2fFVzz7rWPq7r1RRygI35gcGhAP/VTd8ZYgfXJiZ71Zhe6wss8xGgztvfnn3+urvLm1HnnbdUll1ykc8/dqtWrV0bcJu1HsPfwbt5xED7jnnvu1je/+Q11nEOuWbtSg4M1ITOnHFc98eQTesY559zCnBZdL+kY9mDZ6rpv03LKS8c52wEpmAc5nTp1WvsPHPRaHfHT1+VqVV3zIpdlgp60JDUvLQfI3simzRqxjSf+YrMQ+1+t9lmuK0rdp8cySbxNg2eLzjOQ49Rz4Fe2eOMVv4K/rLkGKa918SXb9KY3v0W3vPZ1om74Mvt3fAa8xGfg4+UPND1z+oxzqKY2ex58ybFjx/Xww4/o3/7t3+Lf6yQ+ZZOQF+YnXIOZsf5Pm8Yz9kfEX1Ou3TXsZ9M0EbYLvoyMbNT27dt1/vnnx01AzoE/75iBmApYVjhXxoYmaaoT1puDhw6Jb3mWyj2i5rzbdYYJ+6jE+CB3k64hkf+edOybc50bua6atmvWrDGvrxIxDPSkL424hPiATc5Dnptvi1511VXiWc50RRfW2UdDi/e+97362Z/9WVHPufPOO/VLv/RLesUrXiHix9Tw7Xfdq1gsaaX9K5vbvDAxZd/a67rdFm8O9/bWNG3bNGEY+WWtA7ZPSoIuvXy7/suvfFTvdV3sne9+l9i83uT4B9sDn+EFm9DYL14UyBXyWrVmtdgjuf6GG7R2zVqtt2+//vob9ba3/pRuueW1MUYD726Q8sWC4Les/9g15COxr+lap6APMo4ec77k29tRBq1UMR6nH/3BMQRPKPlR11MunTO24RwNX88cSZJGu8Q60DDxWqnpw9r4qEHniMDGPeZmTAjBel51611a22sgA8Qv6IIvIyyHDx8WLxEecy2XlwFYd/n58lrgE0KIMPCMxjocacBLY10az4AReGmsxRy0EEL0BcCLv6cftokjOgXveQkAWUWuwCmEEONA5mY+8GY88GGDiHPx3egV8JSc6+JX6B9CcH6QxZi/YD4nlg/0Rt6rQ5454kOIMfP5LNILuIqegzXQdY9JnEwWlSaJCsXMCOSVc5KOQSpkmQZsVGu9fSpZWAEYQPg7lm0XM5ho0IkGCDEhCACk4VJiYCAW1wC1sDirJJXXyCvNpTH54i2C/fv3iSAUhSIAB+lTp07FIB6Fqjiw5fjj8y8xpB2ZvLxG14HnUutGgWvYkE5ZeU7b4E66IIxhXnTA0HAw2nRApq5ZZ6HuenOz4+Jw1wW44OtguBMQ8Hwt9296o65pA9m0Y2tbcOmTN/xFEzxNzDyvM+fNgaaPOJxpF9Mo3mTuUyoUVHK/fC6nzH0LWU5867TXTrniTeWyky5a0UpHsbparai3WnbQW7TCyMLdNi4dZYz3WNakb5om8gP+qWM+kExDNzZ4xmzgUEyMytbzzo/J5ete+3q95z3v10++6c266urrtHrNeuEc8i76rLABWrN2nYOZwbiBylswPYaPAITCxhNOIh565GE9+NAD+uu/+Ut94hMf1/0OlJ7y/Z3ekHnBheBnn31WvFWCAYc3XdPR/zQxPmUyJ978rClJMxd6+lUslbVn737Nzi1orY0lDiKfL+go3z6cmlHTzrAbEvHzCJnp1zXd+FmWKTsIvmXZU6k4aR0UsjZruj+7C2YAABAASURBVM86EMRR4ygw5A3zKp9ltpXBAcWcNwOmrWB107ITFaXkwCy1gWGT/rgLEjiAF1wwQQYxGCgbQdfY2VFNebOp4wBG/sDfSSfgx5z8EIyMjp7V3Ny8E60ZzbmQjqyBP4Yg5/UVJN5QIflmDu5DF4wUDRhQ4rplLMqlkz0Drbx1MI/M5AsRx7wTgWB6hBDEmKiHucxrLuqgN/ImnfQFy0fqNfk2L0k/xiXLZ7FQgNNiHZwUPEUvuF4+MidrFEzrJEnEB+PDNQ0d55pnnPMcJ01QynzMxdzIIP0YA2+QAxp9oDn3METcQ1bRcYwjcAAj9INOzAUdcfo8416PAxbmwMhjayqWAcYCB3znCN+gK86XwsoaO3ECs7p1FriAn/nmvfEHL4CL1nTC0naBdsGyxN/HgqesDa9IqAkcpqdn4mYWsBMgsmn0xX//ov7wf/yRk5qdYn74iN6dtdxgY6DTcmMumhTUsWI0vF7DBWGcILDQmJtj27YpNb+zNNOiYT3p4OkZb6DyzdFDhw7GAghrQO8FB5vg1LAMQSfoNjE2oV0OYCkqvGDdJLHa5yT20KEDLuye1hkHOwed0LFxc+LYET3kjcy9fv6CdeBR6zn0rPZWvTly3LjtcOL8jIOns2oszGrKG687XZj6wX3fFxslC5Z7dA4dOuiC+/59B8Sm6aQLnvMOXqD/0SOHdNhrH/NaiXXirO3xqDcIU4vayhXDuvCCC3TB+efpvHPPsZ42vWF7Nh7heQjBOjYX5ZiNqMTyGdzyxbx1Iy/nPNaDBWHPQwjqsW5DwznzErksu2iKfCOTjIVWXC+fI5NdW6ick+98PuciTF184BX8QBZb9g0hBPurRa+ZU82FO4pOp03Hp59+Ov5NEewk/NiwYZ2dbEXzDuwp5iFfyCxrDg0Na7+DvmeeedYJTK/9bMH2uxuD+2lvsix4c4MAUEqMf9uwtIz3fOzHHDTmQTahawgh+r85bwyhO8AwPDSo9evX6eZX3+zA7jUiMERPkFfowVhoM2ebCZ3Ak3XBuWBfgP6AN3I0bxry8sC8+TjqjfaOixNztsENj22StNjfjZ0Z1aL7HTl4yLLyjPbZlz/1pDdNLSPfu//7evDhBzVl3B518I9+Dg+vcMB6i+1YpsnxyfgNhx2mx/Hjx/S979+nhx960AWB4+LNQAqal1x8iWV2NL6NiYyBywsvviD4io07e3ZM8BJ7gG0Cbn6e8J577hHyTwEshKAkTVXr63XSdq7O3bpVvKFbsU1pGgd41MT2SgohiE8IwclWW8yNjEAraI+OcS+EEJ8hT9CVe0Unmjnb4aWW2SZklpWa5aE3Nt7QXdaXoaEhzTvpOe0kdXF+2puNRzQ1MSqppcQbUFPeDBsbG43FCN5Yxx8NDQwqUdCuZ3eaHj/UwsysLr7wQs05aUCn7rn7Ln38Yx/TV4z7Zz/9GX39a1+1/ZjV8WOH9eV//4IaLtjns0T9tYr6rBePmjc7bVegZU+lHJOVdesdF+QKlr1Fjbk4Mz8zqXazLuSajRreMO/aHwIbf9/tvvu+p+ef36XDRw5p797dOnR4vzdcj+rI0YMq5lNZrbwRn1qeF9W2HjUsN8iTyacjLqzCL/QG2ladeMELaHzmzBkt39+4cYOw/cSbPO/vH9TIyGatGF7teGLI8rWouYWG8CGMxS+jH8SlMcD1YkX7ttUrV7gI0BNflqFIUjHOBd+Hf3XzP4QQ9RFeUsTAb8NL5kS2kAFg4tqMsny0RLxKgI6c0R5//HHby51RZiddFEC/mJ+xHNFz9K/pDd+l5N/2xutiT0IIYu5lXeZt21KpogHbjRXegG92JAo9C95wlf1/5vgAuJBB9HrKsRNz54g7LYt10xp4WZd5aSEg1624DngCVwhB4BlCEPSAbuhW5niCuGCjNzqxxfh71mEc64YQNOlYl5iJ8cjzhIutU1OTpstJ8WIP9/CX93lDARs0aZrAW47YGkJwaEKfGdsx5ACYWZd28cXbNH52Iib+g4NDGugfiLJAvyQklum6bUkaWwhBwFV3/JfY0YAvvjaEEH0IdAI/6AFfQghK0iTiDvwhBPGM1nQxlSZ/lu0jMpgzTejLPNAaGDkHHmhJY+5CIR+LAkmSKISgDdarSrniItYxx6Mz6nEu1XYekoYk4sCaky6ENG1j0yynnFsIIfKDZ/CiYFllfugGjdhs5Bn3oKFBNf6FKH/Awxj4Rh9oAbzwDzrg15gPPgAv89GHRHlpnqJtQNN+qiJ8Kn3pg76ymXLIxQ/ogH5RRMZesx6wAB9rrlq1ShRrWCvSzrYxhBBlj75rXZylnxQEnYAL/jG+VqtpZGRE0AgcVq9eHWkBjEX7eGQS/wD9gQOeo0PIKHOx2bLeNMcnIs/0Sb0+PhQYoQP2mL7IOjK8a9dzLlbfpS984Qsxl+HlMHIaYklwfP3rX6/NLqoBQzBfWy7WLTQWlNimFnuKmpmbUddFvNOjp3XyxAnt9wbbV72Z9MADD4iiEf4IGrI2eMof1odXXAMjuDI358ST7mI/MW/72bQtX+BS1VKP5BxpvQs5vAS03rkbfrVYLKlZb6jXsXFCT9vpfC5neydTWEqTJNK5YD9PcQj8iy4EQJMZ+3V4MWn9hDfQk1HwhIada1iveAY/QwgKIUQ/zD1sM3hMOd8mjqS4D2+IwaEXG3bMseDYAVlAt6ADazKesTTWQh55HkLQ8of7wMZc0Ah5DCFEH9FV17LaiPaYscgN68N/fkKVossll1wiZOMzn/mMyBWSJNWll263f+53TFcQOVPbwWTLuXTdNARG/GJimgFDxb6JuYEDvCjq8aLXBttGfCYydtttt+naq6/R9m2XOs8s6KorrxR6gu5/2JvRfNPh7W9/u1ZZL8BvtW06copMzTkWQD+xNTMugoIftERWkUGerV271vpdjHMCx0brBzBBD/BFb/r6elUoZBpyUbvjukZmO3LOOVui/GS2XawLXqwBbugVPAIm6MM6aZqKBn+a9ovQAnlsW+aQiyRNLX5tUWugD+sDN3kAcGHfidWecWwBL5C1m2++OfIIWaM/8wAHep4k2O286bLCNnM+5h3oSdM2GLtWtx/bsGGjcRqKcRRrEStgh1i/2ttrHmaOz+vRzhMHMP7s2bPR1rCZy88M7tu3L9LukUce8cbgo3rwwQcjHszDC6TILfJVt5wja3v37BVjeWlhZnpWD3z/fn3qnz+ps455Q0gEDdEFxrEWdQyKr9AZmQH+McNw1rHMYedG0BSJLlrnenoq9o8nlCSp45iV+sSffzxuaj7+yOMaqg3qNa+6Jfq6qALWY4raHdejmu2WpV0RbtZgLfiCvBTy+UgH6As/e8o9CiGI/+QjeNEWXLM46DwEOSanzHLBNaSWdj67Q488/JD+6R//Qd/4umNH6+oR5228aDs1PaHdz+8UMeOEN1inJ8ZFPJdLE8d3uVivslhosTWniblRTU1NaKA2pK1bz9WVV12jS7cvFe5//w/+u97mzZZt2y9VyHI661iB+s6Ca2wt+0Pojwwhh01fI9/cA9YkWbJf8Jx4gfvgjhxxzngadOcauwC90IN8Phd1JwTjanoyr176MG/OdpLG/RCCyRWiPYGu6BVySLy6f/9+63Ze2PTHHn1Uf/EXf67f+q3f1ne+8x3L7mK0LUyLb6Lg/5u/9Vu6/S13aMYbqp/4679x39/Vrmd26ZxN52jAGyuDzteI7Q+7uJ/x5zhmp3X59m065nj6fja/HLd/9jP/6jzp+97cftx63NBRx82HXdjmxZ5f+7Vf1XXXXavUgXatv6Yrrrwi/opbv4vm7VZH1IrAAZmoubZYwz7kcyo4Nk9c7+zvrWql+1579dXiZy9HvJHA3xVcY9+Mjq30pm6apebjVvHrDNiL3r6K7e605p339XpTdpXjarngPOla2b59e6y/x1yjOOO4BnqM+vq4jp84GnWRvIfWX6tZ9kOkMfxnU7VvsKa+gZryjnPgA3wtuT4aQoCk0SaFEFRy3oY8hLDES2SA1rK8cB97xQB0E1niPjKB3NAPnaFflstH/zXo+nV//4ByaV5N12QcgllWSq6HDmvjpi260BtfG7yhlmX5iEMIQTnLC3ITQmo8cm7J/3+L91OFsAQj8ggcrA9sS2ODuMaOIO88X+63DDd6P++6AOvxt2zrxnHR/omXK+jDNwCxh+DGnPCMYwhB+Xxe1GS++MUv6uN/8WeKPzt9z1064NpP3vxv2bY3bet44bSO/tnezlgfofumzVssUzmNOx4Yn5gw3m1hT+btp6hxAS9+EjtZX3QU385c167FF04+97nPCnpXHIfMuT6U2jDwxRP8y3bbAf6cwvjEWevKWW3ZstkbZFfpkksudrskbrixgRZxSBRpOuf6A7Xaw4cPutY6pe22Hd16pqyQNx9SId8V7xHA18w2peBaOjXyWq1mHetT07Wxh37wA/3rpz4lXmq6+5679c//8s/6V8cCu23jWwa/4o10NkzXbdigXm/A+Zbw+QuuD7BH0ed7IyMjpkNH1OzyXqPHOXSS2BfanhCzzdleckyNL7yUP/CGc/jHHDzLpUvygk3J5wuer6X6YlN153XUGpH9qmm3xZun5557riqVXstJR9C9YN/BT+y+6uZXCb9N3Zu4irlYC3mqm6cmnErOb2fNrynXX+BHklgWrfMztjEnXGsvVyoiBkQfoa/BdT7dF3Ng5jruPvCXvIy66Iu7d+uHT/5I+PlFr9FTqUSfPOi6BPFHYplLksRwNq37dfMm59rWqfhLHfhfZBScrrvuOuEryRnwl3O2I9hWajbAT8wG79AF6JW3HNct88TQ3/nOf+jr9k3f/vY39YJrm8QYxNWMx69TUy46DkYecs6Rq6bdmpVr9JqbX6P3vfenoy2+/oYbbcvOUU+lopZ5N+d9iJ5KJf7qJV8AGLA9IKbIWcfhJ0fgoWFHs3xew7Z5W887VyOOrUq2UbPGgX5rVq/VKq8n76S6zGubkok9lhCSSFdoHEJQmiZuaaRR5rgstczIH/DvdLpKktTPcwohxHNokKSpll+i6hhuGrIif9IkcV9a8Lg0NuBJPYYWQvA8S2syF2vKH+agIT/EMPCdc/JAYEEXkcFzXDMjViXurVpXFhfrkc/IGrUS5mhYV+AlceuEbQYxGPeQ/0XvncW+lhv6AjdH5JI+HLk2SKaTLO/t2EIIKlrmK+YPdokcj2vgZC1sPfiBK3acuIc+zE+cTz/Wpi/j8F/0ZQx04JiYdqy9DB8wcK9p+8g48OE8s23JubaCrkxOTmjCMRDPO3YYTdtO1kr434INwaIL82wo0PimUfCsLMjiIQSlSWrESlEAIHTbiQcOBiOBkAFAaubppU8+n7l/3kyUGjZoLDxv5Ya4XJ8+fSomOF0HiX128hCLoTBhqe+8BSSIpKjPxoy52+2mHbCV1YwDhq4llnUzCyRwpg4qcnb+IQlmSkdkkiHxwS0a8tddAAAQAElEQVQ1IZhD/nRtVFqdps/aSoxbluWUGfY0CXJkqa6DVr6x0nEC0TV83E89N3Ml7hNCiMxumYiy8OeSVB6pLMsEM2u1fjvqimA299gMLbnAVXGA29dbfamYW1LRitnj5La3WlGtr6p+t14bQa4HHeSAN8UM1k6TRKlhNNBK0lTB1wSc8/OLmpycUZYv6vzzLxLG4sabbtJtb/wJ3fGWO3XTK16ly53YXXnVtbrm2ut0vjcvLrv8Cl3lIPcVr6Lo/jqtW7fBhZNedf3fuAXlyaef0n333y9+DhHlGvcm4qCNzDXXXK1LLr5Y/LTasIt8vU5k+rzRzrdteJ63cwDfEBIlSWp4Mx9zyuUKdgp9PuZFHxLDmp0dQogSN11oLTiIWrQAJzaC5WpVPaZJ0Yaxp1wRzksheK4kKjEw8nbJ6NhZnXWjoHnSBYzwEi9IYvbu3atTJ09pzkVnAha+1XPSm6c4CBQHGTt69LA3eg46QD3koO+ozniTh7cv+WlC5BOFnHWhAR2h/5SDC/4gO/NPT09FWOrI9vyscLKybLQtL+DDNYqMsehaTsGvYBw7NoQESBjgeQcx8BBZTsxPaFewozaqlvOW6ZdajsqmXcVBZNl0sP5ZXnqqfU5c2jpjvhy202PzDl70W+7ylqnx8XHhAE+YJuDB3OAMHX5cv4CFNWnASD/OaVyjU9VqVcwdQjDv8lGmSy5oATOywRoY30nTBsNDMp0in+4vf3Ci0I770BMnzRgcH5sjFFpwhvRhTdbGnrAuR3QA2gFLCEHADC7YEdbBbuRyqYqmW9GGF5i8bKQZMjY0PBz1EtwYtwTntBOCWTW90co88MksUvA8uSwX8YRvRTtK7BzBVccdTp48raNHj0UaDLhgQYHkfe97nwasqzxPHSgBH3iwHvCFkBicYM0KCuYxfXwj2idoyPocgWXOG+Nd2xy+ecNP7yLT0Ai4MeLwdWpq0kHltNCdrmVt1vI9Zec17o0lZDyE4ILtbCwsQO8XvEm634WEUW+InTh+RGygjnlDk5/75Ccvjx076oQ4VbXSI3CGHyR4NoKadtB7lG+2HtijF3Y9o6OHD+jggf06euSw5mZnvWlwRpOGBxnm5y1279mjnTufs04dcp9D6thed2xL2ZA8eeJ43HiZd3BcJiEync96w+bEiWMO0E64/5G4eXjGxYdJyxK0Q5bhKbiPWc/BOWcb23TS0/SGdMUBLXIC/5Af+mN/kU9ohqxDa+SAftA6hBBliGueBXOmbZozB2PgH9dN2yLWlZ/nLBfIGfQ/dOiQnntup3j7D5kb9wbCESe/vHyErAM3skr/DQ7O0TmumXPdurWiiIeMIufYFY5F2zk216UQ9Z6gqWt5K7lwWrRMZw7skiDTsxWfyx/WYs6i+6xes0aXXLpN60Y2OBnfrjRJYkEY3lN4IGAmGWCuEIL6bLehVQhBdfvSpv0YsglcwN91gECCBd4k/ZtHNmrO9m7aviFnPzhpWZudntSZU8fV9niDpk6rbZnuil+cmHHfH7poNX76tLq27a98xY3x2x9XXHG5CvmcCoUsvll58NBBnxfiT0Hxkyu/8isf1e//t/8WdRde8I3JovE//4LzY+Dfse184YUX40YctuGkNyNPew2KC/TfuXOnkINLXDzlbVCCQWSvaz2BP7NOLPKWH5MvykCW5aJt67MPy5nG0JM25aIwfMvcl3mhCffpQ+uaN1zT4AP0Q99LtovYKllm0Fv0CXiYhzVTr9EybU+abqdPH7cuvaDDB/dqZnpcBw/u19nRUSekTxm2rqanZ3z+pPCPo9YJvrFLcf7BB+6P3zLf6U3oe758l/7P//7f+u3f+A094I3NF63ri97I581zs0kdJ9/rXRgZ2bhOBeNas0/tmNeFLLOMBJWK+ZgQEb+csB14ypvg3/r2N7RofzY/O6mTLoLML8yKgPmIizjYBr4V/8MnHtOzO3c4IR5Vo7moVauGNedN4fn5GQ0O9nveTBXbztSbC6mFI7M/yLx+5nWLvl9yHFR0PAT9aOgVDdpCP4Jn9HHBcemMZYnN2/rivOW2opXekO/rqzn+Cjp96qymHPuQoBbsF4uWlZbj0pZlkfkIemuOHeFh3XMl5otrh+IFuekJy69tYnxGkG/dk201vCZRhsdN06pt2wBv2dgBNgp/Cy5wwFfkhCNzwGt4jFxig/L2w+DLPRryRD9khBfWStZbnjMnjfMkyUUdWhpbVNPxTN/AsMpOCovlqpM/z5Sk8eWRBfuuk45vFp3YBMO94Pg9hCBgbZnv0BI64ruxf2XbSho6BG4cl/tBN9YENhKOK664QuCB3QDmMy4gt1yc443fyclpy+asN3kWzf9xH+c1aXuNvB93LML5ypUrY8LMGuCN7dnojQdgQ1+Y96qrrnLcuT7qeghLcPMWMC+AACf0OBTtQ6Ynf/Qj5wpj1u1ZJQpCl1MLeJbPR3zhk/wBH8blcply1jXoGgL9Q6QreC+Yd8AFX1PLJUfGJCGxTiQCxuXGePp4akEH5ucZ4ylUxqKWE/2817OoW9/a1jMX3Sx/3Gv6WRoS4durlYqwjYbGsUpRyA7zIbvAVbMNws4zt82LcQym8/RSnGI5lD/gxBgaPwnGEXhCCLGYO+/iFbQGZmCvOnbjOfhxDn/h8zIubCiwkYBu82zFihWCloxZXou5kCHGE1OPjY3FmDSEpTWxT/iYE4416Yc+kAtAV8aCz7zzPvSDxvzYbHCEF91om0OM0YCTceQHzHXM8oQeszZ9kUngP2N7CIycMwaYtrj4RBGbNSkATNvWs1ECXviBEIIYwzV9mJ+1eAmC5xR3+FYiG6foQK2/FmH6/ve/H3/pA3pCE+boung8Zf/X39+nJA2as40sV3p8tyMLqAuxNZ3vQtjPf/AD2uwNWDbatrhwyBwdBZE3FrO8Ss6XCpadluVkwbHf7NS0uvZx7hLlt2NfQQySGPacZXXK/lcvfYA9SYLtYFshhCifwNZ03MKRFkJQx/YrTRIFj8syb7g229YjNmY79qOH9MQTTwgcJyemVCoXHNOd9v3DlqcFy2lBqddlLo5NyyE0gObc4xqelmzL0XOeIX/oLxtnXHtZQd+8dTXv/IdrxiO7yA6yGAwf8TP3WYe50S1kCTx77DO4N+uYM4SgroWnaFvPM+7/+Dk05pojc0/ZNrW9UXrTTTeJn93DNpNTM/cax03wumOf0esaBDBm+bzy9iWZebNg29pwnLnoYlDOfALfLJ9XyzTlHrJ9zTXXaGTTiCa9Dt+s/Oa3vqW7775bn/3c54Re7Ha88uD9D0SdIU9F3g4cOOBnR/TpT386xkHINTKMrCPb2FJgAd/+Wi3GABMTk1Em2Fy95557vFm/T6u8MQvd2fSbmprUww8/LF4m4wg8RfOlUiF/7FGfawtV+398AThDa2iHroYQ4s9Xsib3eMY59IVPuVxO0BOcD9smQ9ce+/CS4x36Yjc2bNygvGlG/7xpxDdRkH3mKJpXVdsiZIIj18wBLFwzP7TFR4DTpDdmyM137nxWd3sD4JBjbvAMIUQ605cxwLpoez7h/AcasnF+ww03RFrzjA1UaMq3gjZb/8CVvJN4kYIu30ShHzhgK6A38oy8cg38jAHGN73pTeLFimqlav2Zs670WO/n1Wf+YPuQBdaBRsgW8A3U+rTWMgZNsM0dyy3yzRzXXvtyhZDoXz75KT377E59/Rvf1F9+4i/1J3/8x/pjt7P2ueispT3qYLCuswYN+YeuNM5DsP107smvk9Da9v8N25T5+XmRpyz4OOtNemgIbHnL8g8sk4899qh4dvr0Sev9Ge3bt9cx3wkNDw2JOge06LXc5LPEfrqknlIW43kHqN48Kdp+5R3rFZUmSXwhYWpySnx76/Y73qpX3vw6vfG2O1Qp97s21SO+ictmCn/yZso5YJ3NfsvPovODro1CCLZltn3ITuY4ERsJn4EBWUHGv/a1r8VveB/05jR08DDbqUUt91nmJbLKHIltM32gUwhBBctnMSsol6TRbpJDsgbP6cfazIH9Qka5RlegG9f0hX68IMDPYm71ZvEPn/iR7rr7Xv3h//wj3XPvveJXFfBvU84h8DFvfvOb9f73v18f+tCHdMvNt+jowaPa+/xuLcwu2jZ31XKscP999+t//c//qf/1P/6Hfv/3flf3WOYXHINXnScXDTN57plTZ0Sh/u1vf6d+8iffJGRSFpChFcP2NwOqeXNWIdGKFSu9oTqsAW9y5HJ520pFPxZCMA8rGvT9NatWa8P6ddq8aYPlc6W67YZ6Cpn4xam+atljuip7beK0Qdc20MnzL7wgfpOLojq6HiyPbJrj+/Le2II+FfvAemPB4ztKs0SdbksN5wcz9sVTU5PxfstrNZr1aMugb9c6sUzzPsfqtYF+9bml+UzERonXgT8hWMYtFyEENZ1zEg+ga8gBusb6zMc1c3JvuaX2YRXbPvAY6B9yjXbAdFrh3Gc4xrlBiYChYLuP7m/ffrn4cxTnnnueBgdXqFjoUZYV3CcVsiV/Go6/QzADfM6/YGYkIVVsSaI0Sd1yfhSUen1gYQ1gAx/kCNs0ZTmZt35yr2W95bjcv6enHPmADw9SXLtYLHm+nEJI1bQ/Rs/RD87HHZthw9w1xuUPPfigvv2tb4r80Uw2rkVVnQdUrHf8ZKusb5WX1hgeHhIvvbDBNe84EpsLbMzbWGy4NnratYKmc49m1J25uXkP75gm1lv7QzaV+iuDmh2f09M/fFJzxqlYLNgn5COt93mj/Zlnnop+b97x4D5v6pJv7tq1y3LRVZom9l8PxfnI39esXh3HprZrbfvnzLwnpiNerVum5qwfSS4VrWEbwqYh9dRZb2whF8BOXHvo0AHnKWNCZlLzoVgoadg83bBuo+AhrWh6bHH8+Au/+Av6+V/4cPyFOfT27W9/h975zndGvWGdjmPVrokbeWjaFSwv+EDkjlwL/iXGo8e6s3w/SRKxLo3n0BPZ5UhDXnlW9FwFw5bLFVTqqWjjhhGVSmXL6FDU9ZxxJa9CPm/whuDP/twHdc011+rc887Trbfeajkd1LBrneut103HgHv27Ba/MMef7Zpz7jy0YkhrXX+iLs2fYbrvvvvM0zNRTjrOM4ENm7LCOQB6gv/jumx5QS7gScc4nzx1StBiwvq8z7VAfq2KugAbmyaN7c6ACvb3J0+e1CH7bWK8/fv3i9wQP/nAAw94Q/TrEac77rhDrMM4YqNvfOMb8cVD8hJqyvC8XK5YJrBrK6I8kIPwC0mTjoUnHSe0XV/M57MY/8KHQe9T4KehE38S5HWve72uuvJqXXT+hdq6Zav6awNCn+UNzyRJnVtXrdtZzLOIDZCftvFMLW9pmirvmBVeZl4DHeZekiTiw3XJ9OmplIW9Qg5nZmdM0wXVrTPIlhAYd4Z2bevJUutIth3MBY4cmTOE4NtBfJCxjvnSMSxNx6Bdn/MkhBDpo9zPZwAAEABJREFUwdrLjfEhhKhH9F9u+rEP95q2FzTOQwj2Pa3YQgjRHgMDPCcuLhhvZAL4+mu1WCfrsVzznPvwBz83MTkp6EbDpjFHxbkuvFh03Exshk1q2GbzjPvLcIMj9+dtK9AJaJPY3oMPz5btWvA91kb+l+WTI7DRj3VZh7nwucgZP83Ni7HEDLzkTtyMjGEXWIdxkIdx1EmRK+JC5JVYe8Z1deaDXsBPW6oltm03GqrXF23/Wm5tT9OJtE8mxkbVMqL27Dpz6oROHD/mXdcJ1Z1ITE/PREM0bWfIpPmsYINcdpJVjALYMYNbDgYgEohBJJjAMYQQjW7LDqJjgQgheFwpjuN5X1+vg4B+9ZlREB+lZY4QlsaBMEQuWjEhLgRbNEzMlaaJEZAR6BixuoPbmXjkfpalKhQzlas9nrtXgwMDqvXVVC73qFDIvH4qlK/ogL/gQKVUKthoFSxMqQXZcxpWCJ0miQruQ+JFK1q48lmmkuEpeFyW5rwJkVfifk3j2HbCluYyB45LDkT+gEPeY1i7YqUjQAGGnCt6qVEoGs7evrKGHLCssCEk0Ss7WC/YqKbM7/URvqCgBQvmnB1Yf/+Azr/gQl108TZdtO0S3fqG2/RLv/wR/ZyN6zve+W4njO/X7be/Vddd9zJtOWeryi7EKSSRF9Zl8U3UCy+8WNdc+7JoiNevX6+LXXy+8uqrtO3SS7XZTmXbtkt1w4036GUvv07ved+79V43rl/+8pfr1ltfJ367ftWqlcJwlSsVBSNTsDNITIsQgumbV/CaXKdpKmRn1gF0ywBAE4IIhBg6oxRD3pgtG85ypU+DLpYOOSDsMR14G2vSwUbTzpQ2NTPngmLH/C1alopKklSNhUUXR+uaGBuPBpskgA1UCllsNI35PhtNDW9cZllO/Ew136Z5+KEfiM2kroP6nJV13on6tI3zmPUBI4GxQLk4Hj16JBbzZm0o4QPB9VJyMi2SucR4F14KHDqWn0kbmKNHj0Y9AkcMQcmGKCvkVbejm3MwMe/iJ7rB8x9vFhullmEM+ODgkNasWadB06dQ6lHLDqDtNspmqQvvFSeomzdt1rAdYDAO/BzHaReIT3jjasabwLxMkCaJ5mfrkf/wAfg4wgf0MDV/QggCh2XjwT0afZG/smWXIwZv0XLIuIL1gWuMk/zhGnzgJ0kozgy8WIc+8BuDFEKwruUUQlDdRewZJ3nAQ+Oa/qwbQogwhbAkT8AQwtJYYGEt5gNmzjlShIDuHOEh9gO7QVGOt4MnTbfM+ErBRrCjujfCwSGEoMx6isNicwlDOjY+5g32E7HomTdv0U0S8O3bt9tuDeo6J8Mk7qw75QJzCGmcI83lDHfwErTkpWNQCMH2qhv5sIQfOtlVt5MoKPVRTlZLNkBdHTf/KAQ8/fTTOuCABTpWq70xAMmy/FIC7KBm3oFj0/JE0Hjs2BHbwEWdPn0iBkmnT5+JtvusN07nHXgGl/qC7XUHeU8TeSFlPrasF/x9sBlvWpzy5snEmRM6feywk769mp2eEDpxyMkrPGzZ1gM7wcZhNlf27hXOFFp5alX6+rRq9UqtWbs6BlU4piPeeA2OKCyeSk2D9evXaIUDu+ee26VndjytXBrUbjUi7B1vvibuwws9UY8NU2Zb2dtbic+nrJ+Ldrypx4TQVtu4d41PzUWLTqcTeQW/0R2cqpF0YDNvn9Wjou021/C7bTvEeWLdWJZz+Nh0sAGtkyTw2D6jHGWUv9F03333e8PrkHmc1yoXsarVigOMqlgLeePNOIpoFEJwznnbbpw3RbJJ2wPo17YdwyGvsH0bHT3rQkBDfEOBN0yRZWAuGk5WT0JinJuWDQl4QggxqK8SuBm+rgutIQQHQw0laYhFk2NHjtr2ZrrgggvitzuRT4Jg9BX9a9lPIccd0wp80dmC4UxSy5+TWuwUiEMfaANuJcv+AQfDn//cZ/X3f/e3+qtPfFyf+dQn9fzOXdrtzTv0d2ho0HRa0LCT4LNnTmnHj57QW29/s0ZGNur/+dM/1f/52P/R3//938Ug+rnnnosvDbHp1t9f09VXXqkPfOCD4qWHr331q3rx+efEyyrwCTjhCbQENpKFTS6KIVdTLtw4tzH+LQErMBNEU+hAHviWUEdtNSxbs3MzsV/bgTf4YRegN288RpvTtSxZJlgP/tPgFwkB99p+hn2AfiEEJ8xBISw15gFGGn2xj/ATPnatFMwFrdvWHX7G/vTZM3ruhed07PiRqKcUDJGPacs6voR1gGtsfELnuiCPfa/aL/KtvIsuvFA3Xn+9rti+XRvXb9D46JhlaEEy71a4ALZu7aqXiiQj3nQccly3qAUX+lumgc2SpqcnlJNM/5p+2THDjTe9QmP2FwUXPq66Yrvecsft7j+nPXteFDINPvhq6I1dpdB7+vQp83re9rOlam+ParWqdSLRWuv86tWrop5l+bySNFGapgo+2mXZAhhMr62QCF/OC0DwlTVqtZrxWBQ/aTRrH59LUq1wUrR29bBrAHUV8jnVar1RH9um6Z49e63rk54/0fp1q/0806Jj2AUXEFOv2TY9iMmIHQ4dPiz8UW9vVXXbuqZtRrGQ+Xze8VtOWS6zP8rUsW6aqbZNK7Ru7Tog9fyp6bGgJEniW6HoS2a/h17AX/R1yHRf6w3rPsezuVxi/csJmUDGkBsmYnxm/wJsyEMIIdKpUqlE+9FbrXlcnq6OqYZUq/UrGI98saSi/X4uX1BqBradmCW5fLQDfba1K1euMshJtHHIZsc2AXpiA2WKM3/qeYA75/FN27e8eYMv5Zq+yD9jeXbE9mP37j166KFHvKFyTHv37neB9YBpsOh1gsWsG+FkDvkDTiGEaF9XegOVggQF6muvvVbgzvzQAT0KIdhe9gq6MR6Y6A8c73jHO3T1NVfHZ2xOoEP0wfeNeBO27QJcv238nDfricHaxqNBMmO9NBiRT+DAOUfWYH6uoTf0RwfBEZi4B97ACH3iPdOrY7lhTAjB+JqCvgaOEEKUE/ozlrnIBzrYE/dhDLRgHdZnHdbnmvHL95YKJgXr4XTke8lFHBr5BXSa94Zax3YiSZNIZ54xN/YBewisS7yV4QtRH1in6jiQ9elDPM/6wHn69Gml5jvr85wGPNCHuW+88caoG9fbpsgfNrAYRz/m9a3IR3wYOPMmO3J33XXXef1ExHjIGGOwzawTQohyAg+BhyNj0zQV83KkL2M4J4fgHDngOfABP63fBWLeEmf8gPM4YGYMR+YlgX/o4YfEz4iSDMNTeAmfWIM5mQfa4j94zj3WmHZOy/UKF6OJ83fvflHPPvOM46fTxi0IOlLooZiGbEMz5gWWpgupZ2wHJ13QmXNOUMhnSI/5UYq28+v2Y3/w3/+bPvqRj+jB++/TBtsHXnyAdszBL45AU9YHPnDKW8eDgm1NqmB7k7hlplmtt9eC2BH5C8VqhY4KxZxanaZ9GjHPjEJIbTMGIn0pvLAGDbp27OvlD7xp2vZ1bCPkWJD5a9apUceH0Jnn/IrTc8/v0tZzt4h1bHwV3Ddvu1Zx/gzN87YfDcfN8oc18sZ9wblMrVYTthCZaFo/aawRQrD9WFAI4SX4mirYhsIP7BAwNkzPxM85R2ZZZ9H6vTw+hETQCHrBN85DCN6Eela/8Zu/qb/927/V/fff70LtUdGHeZARxlesGxzZlA4hxFwU+iJ33AcOfomlYf+B3QZu5kcW4bnR9D9TwXQs2RbX7WOSJDUuefO7EmOtN9z6Bh8vdJ78Pv3EG98Y8WNDijgM3cWHEs8TK1HUueeee6Kf4YWItWvXRn05Z+tWbbStW+0iMn4FfkCfvGk1enZUxE2ZdRnbir1kLr7xgQ7AB/DFz93qwipwYxPy9jnI/oKL43YdEXfoA25GSolljCM8pR904xp4sTPAwNzwi3E185jYl7Vo3Esto+hUEhLP34gywNqMJ4ZC/sBDQfazOQE3awED4znCA3SDI/LIGtxf7XiibLnj2yh/+ZcfN4+/r2q1EvMy8D506FCkNTaoYdkGD2DkGffQX34+EHoAD7hwjY/ixR2KhsTF2ApoQe0DGaYf1xThKMiR60NrbFC5uhTzQyfWGnDMu2rNahW8cX3MtTOKxtCE3O373/u+YT2uba7TMFYmAu5ifGJcSZroupddr5CkGnLNY5U3uPod82S2A9RZoIWNikIIgk25NJV8A3qGEKI+hBAUJKE7IQSfLf3jrGBZqdi/zLqGx0vx/GwjeoUcsplPO3zooOO8U+rvrzGzi/hFzVmXe5zvY0em7Y/6+voN37Bz5YbzxcwLdNRTzCu+KAdg1gtegHrDbbcZz0t1+WVXqNFsq2HffNab3BdefImuuvpllg3bsFZXSZoptVzyKwxjUxO2Lt0o/+BVd22BzRIvYt0qx/vICHoJ/fh25J133in8D7IKnxiXmjaJYeGILPKMOUIIkU566QOd6JMmqUr5knp7epWlebUbbTXqzWinmBM5KpsGyCBH8grkAv+HTuAPeEkPmEZGRnTLLbe4vdY575COHjuhpn04crVnz55ok/rtxwYHBsVLNX/0x/9LfLmBe2mSeTPhfCnklBiOBdugF3fvdtxeVz5NxIuPZW92XXTRJfq5n/2gLnTdb3JiUmz0vfrVr3UMUdacN2Ubtp/QvOkYNm/5KRZLAvZCPq80SSIdW+YHti2X5Ry3V+wvaoa3X319Va1ZvUIrhgc8XyY5ZyoVUutqcO2wpEKxIAuY+ddUr2Uf3KEFOZ/Ja5rNe0xHqfP0fCHvOVg757ihFeM9dKTW36eCZSYkUt4wEe+k5hkwcg3NkU14GULw2Lbzi06EG33pOOYH9nnLJrnI9Es1I8bBD/gdQoi2P4SwtIbrbQXbTtah5Sx3pWJPhK9SrqroPJu1sWPYW3h89dXX6jJvpGI3Bl17K5XKpkOmYMBDCEqS1LB1DVeQFHyd+LyrpQ/3pBCC79OSeK6XPon5QANWZBrY0XHkgPXpxrOGZWD5ed1+NjO/iEvpH7T0H7pJjrnoDZsZ63fTPmlhYcGw5sQvYjz2KPH7EZ08eUJt534Dpv+gZbDlelvT83csC10nzw3Pz4uJ+A025a5wLs7LPqNnz0b6Qz/owq8sVKu9thP96rMPKJq2ecsFcEH/JA2ac30XHi3ab5NrrfCm1aBt9YJzzqZh6CmXYs525sxJ50dT1u9ivD50eL9tT1f8ohz+EL6A/6WXXqbrXKMmx4H/UmJ8zujQoSPRZliw47h5r8dmFrrYcYIEXbKs4HytG+UhSVLzI4nnjXrLFEyUS/POWSrasuVcDQ8Ox80g4jNeQjpw4KDlti++OLPGvrnSW1XJPuikNwcnXHOYdMO/zNk2LvOKY2abhu1pWheRZfmDfKWWc59G3oAb/UIIUQ6Xr7lHXxo+PgmJgJtct+6N4sy6wxxtx25zrvkdOnRI3/Im+ac/86/69y/+u37n935XX/vG1yMezFYKafwAABAASURBVNFve142zGwkP/vMjhgnHXYdjjjn0ku3R9vAhhO6dNZ1qO9+97viJazvfe97Oui5oX9fX5/wj8A46loz8oeuQGfsIDb48iuu0KbNm2Odgm8t9iMb1quq7QR9idWonyObHKmj3XvvvWKj64jrh8QC1DhYh9iHcdh64gOOxCEt41+1HF1//cvFl1d++qd/Ov7MLzHQu971LnF/eHhIQ0MDrpXu0xNP/NAycijWVtjg/fSnP+189mH74VNanK97r6CpbqvjfN963JGPHYVgW2d7D27IPLjCw7Z9W5KmCtbdroJCCOZL8p9N/tAXHei81LenUlHeNEhyaaQzfEw8PoQgTyA+IQQltOX7WvqEEIS8IEc0zkMI0cZ0bQg7toPLTS99WN+PIkzcAhbkkcazEEKck7nkT8dw0geYsD/gC6+WG/JDX+InnjMHa3MvhMR2s6RVrn+Su/f394t5PK0Yh/6jJ+RTxPEhhBjn4gPKpm/RdKEv/eAv9SSOrAFM3Ac+5mQ99ILztv0aMkQ8CV7co18IIepVCNifOZGPLcdfrIX/ffbZZ7Vz507XMfZZJkZtc6aELAInc0LnFd4/oT94IvtJwrypfV4j+jfg4j5yCaz5fGY6FMzfnLy0GrajCwtzSm666UZdccVldupbtWnTFjvVFcKADdqZVK0UeTvnLMt7cDESLE3SeAQIFgAggADxEIInbsTiDsIIgVic5yRxLRvV5CVAi6W8A+GcAUpVsLEoOEHM53O+V7Ahb4txk5OTkQgYkGXi9fSUVHaQmKWJujYuSdJVxYajr7cSj9VqWTUXtnp9jfEAB55TyCh5w69oZ160ky31FL1WpjRJJEtjkCwYIRbYCvnMxq4YG0TOe0zBglCyE2GeqhUGAamYPj3lig1z2TgUfVxy1rzZ2lOuqlLtU4+fl0q+Dx1RTDuxroswaUhUdNBTLleVy/IiELKOi0AMJ4WgriLA7h9Qb19N11xznd73/p/WO9/zHr3q1a/R6269TTff/FqtXLNGmWHLe67DLobt3XdAo2cndOz4SQvRLvFTuzhdy6Myw1C1U8RoVKpllatV8TcrVjlpIQkmSMrsvEdd8G0062oZThwHfGg6QW77ms3Iuh1Y6gTb5kgcCw6i2t4Ikd1bahxpOQfzmR0MjXPu0VDaxDSnoay1Wk0Vb5zW7Hwz0+Hw4aN66skdetFFvSNHj7lI2lKpp2yZKziRqjoAHHQbEv1zucwrys4xp5YDeBKONDFdzV+S5xkXqBuGNZ9LNeoi/6MP/0APPXi/9r74glpWgMRuecGF9lMOOk57c2rs7JimvDE2Nzcfkz6MOfiPuuAw7bmaTthQnJaPHfA1Lzs2TgQ3yDqKjj5wDzxT06BlGV36ud+FqBv04zn40zhvO7ix+FkeiqZFRX29fVrtBI1N0tQ4tggSHOzXHTQtLtaVS3NiU7/PhZZSqejN0tn4bUBehGCjNklTG+tEBfM7ZxjQP1rRcgI/2l6PY8F0Yv3plwpL9KXBp17PzTNwqjsIK1nn5A/Gj3s+jf+YBx7ynPlYg/lpjAshiPmalh9goL/8gQ70yefzEW+OrO1HNlAhNq5DCDEQmrQtYAzPmWv5HBih44IDbXiOraDwT7FqymMWzMuq5QsYFp2sMTbxnDnTFXirxhM5ZI686dVx5Z+3rhrNlgO+iu1TpiEnuYMDQ1rtQgfBJQVfAoqugWlZaW0+1HL/OL91BJjaTqjAN4QlXDgHX+YNSU4WV2W2R7ksb3sn5awrbfP5lAug+7x5dezY0SiDCw6SJ52U4kj4xYDxsbFY8MNZ0Wd8fFSzc9OamZ0WNJqxnC66eFJfqAsYsFvgmSSpoe0q+P9pEmT11dTUpNh855uoY2Nnxc+4dhqLmp+ZVNdynVl2wKnT6SozbRLmCKkT66ZkvJDP1d54uMq26V3vfo/4W1svv/56la2v87OzmjSs0+ZBsA7wbbmCbQvXUy4mjGxYH+mJg4I2Ha83bhhmjcfMzLiT3K7K5YIadlJzxolCIm86LnhjeNZwt62DXRcUO/YpwXpI8BdCEPI568A+yzLB15xx4B7XNGSStRLbCWSoY9xCMD1sI9I0AS23oNQ6BL/y+bzWrFkbf4Jm+/bLLasllUrl+Lxm27XKgQVv2BEUEjDw7QfuTVunlmjXiXCw9pxlsWv5ImCfnp6J6xBQwmPW6+urqd92sNvBj7aE0z929Kj2edN6l4OCs5aNqckxy9qi6WNYbb861uX4ssj8omqWZeClGBJCiEV79AGZ5z5rYNNYD3jQ47PmES8PyJ+OeRBCUJKmTo7m1PHma9PJ124n+Pv27Y0vlJx2EbllXaaYzAYoslW3jeUFlc9/7nN6wEXNt975Vo1bZnnTMHiuyelZByYty2PLtFyjqv3nHW95s2668QZdffVVeuzxx8QbZLww0mufVHHgBe8GvVHF/BQDz5w5I3jZNkzyp99FrHlvrOPL6rZP+KKQSsWegqouEEyMj6vuZFPdRKVi2SNkfZqNm3bgvWyvkD2SF3CHJvBweHhY8LBqWBLLCeuGEMR5CEFNw4BMkZDUHFAyF8+Ag3mmpqYd2B/WgpO3udkF1Rdc+LZ9aNh+T05OatQ0X7B+4lu4RgbKjmGalmlwwgYgc+ecs1XMx/y8qZvY2wW3lvvVbe/YaDrmzcJ8lmqj9ekSF65WOjAsFDLrTinaroZpUHUcMjE1pfUbR3TLbT+hO9/zfl1y2VVqmjaLtl8zlp12yFS3zSIQpnCI7CE7x48fd0C5EOFAftq2b8RxNM7z+cy+OS+elc23LMsrKDWUtjS2M6n1rxsS8S3LVrcjrvOOF1qWtVZ7MfrE0TNn1eCnjuYaGjs1pt3PvRhfjio73hpyHMpLYRtHttgGlSLtscMrV6x0Ijwo/PjQ4ICw45Vqn3JZIcLTsV732A6NOhHcvHmT4enaJ0qLticT42OqOv4hiM7ZJnUMS2o5Te1XG06GSTJDCPEbQeCUt+1DzvCJA9Z5bFFmmls0TJeW9bukPsec9Jm13Ru37CG3zJm3/WhbR+UPMsI1/KQvhaneak307empiH7IYwghyim0StJUSZpq/YaNIkYbdGEEGYE3Z06fVbFQUgiJGMf8Tevm4uK86tbJRfs7bBz9ORbt//P2+awzb78CrdLUfHds0UIOZmY9j6INBQfWqBnfHvPB4Iv50QvoxjkN2Cct0yQs07Z5rAXexJIbNmzQT/7kT8Yi4hrHqcxF4QY4gJPixWnbNPrRnxc/eAZs6Ds+Y3zsjObsEw4d2qfU8nTy5FHNzk2p1aqbXq0oPznTB5yAEV5yhB4hhCgLwAgO3AO2xIyjvw+2Sw3L95zSNPicOZuec1E5+4Nl+jGu6aSeI3MDI+t0LGPcy+xrmJNnXNO47liuOPKcZ/AAvLlfdtzWNq8WbMOIO486dqcf8LWth8v9oAt0Awfm4HnF9jOEEPMs7oMbdGd+1mZjEd5xDW3o0zWs2DHm5X4IwXH0gGW3x3g3jX+q1DhXbfOAj3lCCJF+yxtPaZra/xVFbtLrIhOyDh2R5ZZhrtsOs14IIc7bsp0Ep5LzH+Zs2JdAU+CgaI5uTtkuAdOYbeJyH3SOOZHBvGnLGOYOIQi8GM+64H31lVfpZ37mZyJMrAe9ec5a4MJc9GMc16wBPbhPQUAKLrSc0I4dO3TGcT6277vf/Z6eeurpiAN0ZS0aNGF8PkuFr+Ul5B7r1JyLu4l5vfu551SwvXv9rbfonC2bdNWVl+u2N9wa/fC2bdssr21hQ6ouDmHbio7/iBuZs2vbyIbQ+PiEeZFpxj4EHKYd+0x602GvN3vrtvkhBNEHnJb5AW60zLTCvkCDEOwpul3lzFPoC21yDvpCIvM0s54DS1W3vPbVuu2Nb9C69WvF50oXVOk/bhuG76/V+jTQX+ORfUpZ8MxTC93pdtu+Pu1C3Bc05Y3ltnUkCYngN/xiQyGEIOQXnkDDCffrGi7gwY4A76JtFTCzCPYB3iDjNO5PW0bAbXkO5qYvG2Lveuc7xQtU2FRsE/cZE0KwjWhF2WYjkhyNcaxHH3BkPmSL/sCzvAb8gJ70R1bgA7DTh770Yzx4JEmqgv1eT62mgeGVuuzKq/W2O39Kt7/lDr3/fe/Xz3/4w/rt3/5tve1tbxPFvz/4gz/Qr/7qr2rjxo1RLpgfGTvoja1//dd/1V/91V+Jb97JH3QCGmy7ZFu0owPOQ4CN+A1coSs/pY0cp+n/6wPIURIzaGZmOvqwXc/tUtu6CPyMBW5w4pyi0qlTp4UuY9fSNJh/JctNTuhmmqZiLvrDT2jC+BnLfI/1mnPsAcVRfAAwgxPyCazQCVqyCQTt6c81c3FuNC2LXfvPvsgr/AFxErButM+744479f73/4xe+9rXGa4evejcfc2aVTrjfL7fckm8EuewfQMH4D3nnHOizCFHrFG1TUPvgIc+vb5msxM7ia+nyMs8i86t8Tt8w5h4lLnAhW94cQ7fmQNfsGjfyrp5+1N4BLxZPq+BoUEd9aZqv+PCTY47nn/ueX3x376oo4ePRDyRo4L1PnWsUXc8eO11L9Pb3vFO3fCqm/Xbv/d7+siv/apufvWro50F9o51LLGNCiHEeI414WXXOsR5y7EFth0eIc807iX0ty1a4UIzuB93jaPXMNUsQwX7nnnbEnnuk6ePu9j+jF60feFF8Yppwwv3A97gzWVFPbVjp/buP+S4qak0zRuSnGOTemzoObjs9/NHH35Ms85vRkfHtW7jBr3aG4w33HRTfFEf3WxTgDKPgmdoNloitiH2Ao85bxAgi6dcg0FeoC2yx73U8ofcEPNtdTwMLvCQPoyFnocOHYq6xBj4EEKANAohuKWW5bygoRngfx3fC3LqpCSkGugdUH/foFiDQcg5MDAvtAzBff0AHsNTYJ10vEMuumXrOfoJxzdveMMbxIurxDrkgitXrtKXvny3/utv/Jb1+W/0+OM/FPnQ4Iphx3Eb9Id/+If667/+a/3Wb/2Wfu5nflaf+Phf6jd/63fUU3YsWOpTSAtas3aD7njrnXrVza9xTbIgNlD5ZtWE61NHjhxzPJtYH6pasMwWSmWtWLlaK92yNK9gOqcKwobTkFmwSCwznHecj8P7LMvZpve45lQS9cB8IbOM5dRybavVWtDExKhtwJjGxk5pembSa825zjCjgmV+aHhQmzaPuGY8Iuw49Mk8Hy1n/5imiWgly1rZuQ1jms5blvkD7+Av9iSxrWo6FpqxTeG5/OEesMIHeM3Lx6dOntaUN5PpxzN4RgshOA7viHPsDmMZRx/Oy7bPwCfThD6pdQ/eVl0LJW+/zjp4sXMnXgoous7FOOBjbC6XKYTwn417tJx1i36p5dNPzY+u/t+P77w0hn4hBAEPONLABxw4Z70QgmneFv42hOD4s2FdmhPP5x2ny7OHsIQj9EL++cLIgjf0iD1OOye/9667dM9d2JkD+rcvfFZdHYwLAAAQAElEQVTf/c63tGnjeq1z3D3vnKfjvC3nWCCXOoZyjsJP+iZBMW4aGRmJoP/Lv/yLa0tnhL0kN8nMZ3RqheU2yzLLwXikM3ZrwXCB/4Lt4KLjPvQGuLqOgxjD+cTkpO30qOYmxlRIclqzck2Mf8BhLNZ6Zhx7ndRnPv0ZxxD/rg2297/3e/9Nl112eYy/+JWzaqVXaZKZfvYRrm90OjnVLStmiHLOI8mJLrjwQq3yxqc7qtFsWk4XNeC8sdJbU5YvWj5XWjaKGvMm8WHbCmRJ3aCrr7pGF1xwkdauWqfJ8Sl9/3v361/+5ZP6m7/5G/3v//1/xDckwQU8QwjWt5KQL3gqBUGTJJcqyXLevG17jXy028gYMoIsI0eMb5su9Gc892h66YNsLPcNISiEoK7/C4mUy1sn3fKlgto2WrX+mla6Xr/FPo58iZexcoaBF/i/fPeX9bd//7dxY3Xe9p24qLev1zQ+Hr9odNg+6LTzLWwY+khdZ9y1OGIJ8OQLAfwKELycNO84ggt6Qc2T9eiLvi8fiRmwizT6NiwL447lkV3QCyGIvJBvpzLfBueEr3vd60TsQtwCLfv6+my7VkZZJN9BJ4EPHcF+MRc607YMl6yfbfs85kZGWR9Yv/SlL+mLX/yi7r33Hn3yk//s+ss+IWNPPPGE8PXUM6BxZn0u2P+WnDenJjB8CFbdxHCGEATf0Gma/IF31Hvo1+HazZ0UksSHZIlXtqstwwRcrNFxLO8pzS1FGQFH5rXziWOYe7lxPwTz23OwBtOHEMRzxqXmbTxiZ3yfPsDUtj/1EEkeK0W95BkNONrOx+LRcHGPdaAVDT55iHWqLebmmiN96Ms48KAPz1iPRp8QQlyLmJU+yDS8hy/0Zzz6RSz40EMPeSP7IfuRCdcj6sIm4Kt5oRCewVdkA5kcs8yQW8BvYkP6YiewM+RZ9OUc2eUZawMPsoMOrLGdW+GaEC/Bbt++Pf4S3tvufJtufOmFYeIG7NhSvxVRT8EBOjMHOBBjjIyMqFIpR/ncuHFEG2yTyH/7+mrRdoEvOIYQrO8FEf9B00I+r4QBa9euV19fv/o8YNCbBrxVibBjVCsvJe7LyI6NjVtIxx1MLUZjv2hnDqFhBMTkHEQ5cs3CEILrpdb27W5kiOGxcAUzNI2GKm/jCCLlciXOD8EJ9ies8MHGpejn5WJBPcVMpULOm6p5Vb0p2lvtET+TW630+F7RBaa8QC6f5WRZdEuUJlLwxmvwsesgsmOBbzuoaPsoz51zx2KhEOFAkTF+i2y4+X6p3LNkRO1QEjtRnrUdsORyWVQWBC7vsV5AkhewgPtEqfsmac7GvaGGk5mQBCksta6NeaPRsmNoqdpX0yo2TgcG9LKXv1zvdRL2dgfYt77+DeL4gQ99SK99/a264KJLDF9Fx0+e0te/+Q1953vf04u79+pRB2tP73hGbMg2nNCetWCWXEhcZ0Ho92bsoB1L2XzsdLviZ1Z4KxDDQPI+440HDOqBwwd08vTJyIuVK1eIvggzihVCUAda2ZhBQ6Vy4bWu4GNWyJTL55RmprVbZhott5zxDyG4WLUgHC5vPcLTeW/2zMzMadKB4XFv+h48eEgU3p9z4jE7t2AYmxbSkh3isIV6wErftR0CBlnmWg7wpjXvADz13KsdQK5ft0F93oBMDFDXfJl3gYrnJPjjY6PRsJ46ccyF1zl1W4sK3Za6DhgnJ8d1xJtWh48ejm/1oMizszNadICArCK7yHLbvOvYKOEoFubn/HxBfLqWHYrKHdMGGYdeqeWlXK14o7qigmWVfjgRGn2Yr2s+hGA58MO2nawPUY7K5lkSEqU2nNCQAgAGhK4tBxBd9yURLHnegmVv0XhiaBJ3wAmh9Bi1itcvFAoxKMKIcL+/b8iBczk6LK55Do401qLfunXrhLEpFouWs5KNSkXwkGCU+7ReF9FkNzH5UlGEuXie2LkwDnmZM28wktAD+HGK3FvGmyO0YG1wZwzX0IbGNfd5Tlu+5h684Zr1OCcBIyHmHnNwvmj5yiWpoCW62ddXU9nyH0JginhOsQ58BlyIB3/wrNX6tdY0WOFkaJU3yTbY8VPcmRif1KFDhwXNBgeHZfZFxzBjWUkSy7flZcKbR8CQWealoJAkkY/MG4JisFy3HLUtn4suXqNfM5Z1dNEdvdnQEToy44R0cmoyJi3MN+sC9949e7Rvz147pXEnSGPRMS04QG7YPi0uLmjeQXXDwa2VVGmSCNsH3RZMB+aA9uMOXuu21UmaOuB0kclmOOTyangD9+RLxZQ8sms69ZkOtf5+5SxjielYsDxIxsfXTTvpRrOtho9jLridcnCWOdjDjh47cVyHjxyJL3EcPXLYfmJU0+DiJIm15xzETzlIG7d94tuuh7xpfObkSRd8RuNPAP/ggfv10IP3acdTT2jv3he0d88LOnnyuE6fOqkxb6b1WO6LhbwWvKE66QA92G73+DoNUtO0yEx7/BUFSoJD+Io+1B3ghRCiDUe+Gi7q8iwEz2Bm5jwO3qamDTLEc6ua0tQ2LVfQ0NAKF3EXYpFrj/mAnRi0TSUwZm7kG1l5xSteEfVm3jxk/muvvTa+4cg5cBGUyh+KgDR0jjV7nAwPD61UmuTU8GYOPzNBQY1CzA/uf0DPPbtDB/bt1tjZU+rvrai3XHbfoGnT8qzpgl3K2+5ip2a8oVG3PCaWA+Yvuy/4sQ5BCPKATyX4Pu6iT8F2olarCbrwvGHaTE5Ome4nhWzt27fPhZQ5XX/9DSKhr1b7VLctPOlNqj37D+ig+fy8C1zoWXCx9rwLLzBXgh774Q91FHmwfV21erUu3b49Fh42bRoR/qanp6RTJ49p3749tjNl3XnnnV7jerXtm4Edme16JuzIrH1U074H2KA9dAenreeeq45tcDd0lHMCv3r1Gtu3QcPbULHYo9T8q1arke/MScAEf8GTeedtP0MIQld4TuN8+Tk0g3fYK+jGOTBwzbMhb/ZiDLBxwEMh7ugxbz6ah3Xrh5JUPaZXsHz92xfv1r1f/Zr27tuvI944mZiYUrPZsS43Iq2R08X6Qkw8ZPtBg0eHDh0S/F0wrLzwA3+fc3GUN06xC7zlXbXOlu070LUB87Jarmjjhs1x/jRfUak6pA/94kd13Y03Kyv3SfmSGsqp0j+sTprX83sOau/Bo0p8H5lFVtEfcKaNefMRHMGda/xSCMGod027rpIkp4KTEzaIQ0iife36edO2peXWtjJBu6Ll3DmAghI3acYbBrNTsw4nUq1ZudY6Nq9Z+45F20dinLHxacdHHY15g0EhVcebvxOWzXnbuilvMrQc60Cbrv0v/C440Wp6gZnZectuXcQA4PK1r31du3Y96/UmtGBZmncz8KbrotrmU49lcVmm8Cng3vE8k9avWl+f0hDUVy3HmIGiE3Rg3pUrV0YfiyzVbWM6xhN9YzM+sf5xjyO4My+yx1jkDhljM561hoeX5ik4yWtbtxYWFlW0TUWni9bPnO3y+NlRb57NCf7P2e/MTE86uK9afupq2R7ns7x9xqxpOOdYIq8QghqOGXyiXJZZk6Sm/Q8wJGkq4Ejch/Xy+Xych+SbgiDftLjJhdAV3phf9mvLtgS9BG7sBXhM295wD93CV2LX+GYN3/55nZPmiy66yCDYQEsxxmIMbceOHfFbGxS+P/e5z+mYN+3xyU8++aRhqwvam4Qec1ybRtar02ka37JpMOuZOpr1BuvpUyesS0eizpAQY//RQ4uDYrOvTY1r10f4wDOO3ANn+NW1/eAeLYQg6EG/brcbz+Eb/Iv0MkAhBNEXfSDeod+PN730oT9z0ViL28zLWJq0tBYw/6s3UTY61mg1W7ZdC45P/dRrQWPmRjZDCMJWs2YIIfIrhKU5WIs5kUnWgxf04x6N520ThPWZDxlFNunLGm3bVmiS5bIYI7Ytg/QNIUR5Ygz44ucYhwxBuxCWfCr3+np741hynhAse/Yj8od5gIX+nLMO58AFbUvWWXeL+HDN3BQ+xhyv9NmW8fOOwAMPkBuOER/DiG3HFjAHuOPHoBFzQHNwozE/a+P3TttfMh8y+4//+I/xby8xPp8vuOB0Qr/wC78QX/A5//zzI0yMQ/Y5Mhf6isyfdUzScuxVty3h5a6T9nPf+fa31JPPdN/3vquudY1NH2SasU3HJ+AO3klINGU79tnPfCbymwJxyz6jbf6Xe3os/43os9D7sumz1rFo3v6NXxnpWl6zLCfsF3hQCOhYvidsI7lmLdbgGEJQ8Fqccw//kvfYRnNRci7cbNU9TVtpGnTi+FEtOI7ste9IFfTs0ztE/LFv9x5959vf1rRtdWY7UqkswYf9Kjj2opCBzSgVS9a5jmm26Dm7sYi5YDs+v9gUxRLGWqXU6wJ2CEvy0bR9Aq6q73Hs2H6CQ9cdoRVwI/vwmedcwwvkIIQg7mFfXvOaV3uz7bX2+UXlbcuW52Eu+rC5iAwCAzYPOYOXXdOS/pxzZH7mlj/gAwzAyLFrmOjH3IxnLl7a3L17t4jbJyYn9eAjD2vBGwaL5uOsbfhTzzyr//lHf6y/9MbJocOH9alPfSpupPKNR2iC3JFnJGmqzZs2CbsJPRvWHfAkP2maRugdsgsO3CvYJ2CbsZ3AXCk7HvQcwAecjGccL+0Rk9CXtRjPWOgSQogyhq8a8gYgNEaueZZaHmx+7NvK5t0pU6Mb+wIT81EoO+S4hHgfevFTjcDBOfkg88xaljww8mjZHkE71h9wbhFCiDEnsDIWuOETejfkDUD8SJomWnBROIQgvlFz9dXX6LLLrrAvkEZGNrlIPixethpzPgF9sBUc+UZKzAMdB8Mn1gQWaMcmNjYKW0GM/dxzz8VvyjAWGYBO1117nfBfm8yT973vfXrlK18p4iJkDRpS62FO8IEeR5zzLDgmYU7WA58nHP/ufnG3iBHGbMu+/OUvCXtDvgqfqP3IenbOuVt1wbaLtPWi85VzfjNg3NuWNT9SYvxl3ab2kNjBQSP5g1+Hv6zPPWoDXPuRdTlVLrGvsB5wTQMnmkMxrVq/XiOOm9/3gQ9o9br1yjluS2yzrr3uOv3UO94VNwB/+aO/qrfe+Xa96fY79NFf+XXnP6t1wYWX6PIrrrZuJ7bzfTpn63m68aZX6L3v/Wn9zu/+rl5/2xv1pjfdrve+//065/zz1DfYr5b1i/yWP42QJKnxSR2bZN4czLTgOI888Ac/+IH+7d//XXwbDjlZ7VwBnEIIgo7BCKRpqhBCtJX4GnClIWdsiNMfWsA/aIsMe5hNXOKmGG0mHh/vd6Smbe0SnxI1mnUlSRD+C1vKffqR+6B3wMDc3EdWL7744uiHJyYmLYMjWrN2jQ4ePuScZkI7ntmh7373u/FvqJIPxg3WN71JxVKP+GIAz4hvZ50HAx/yPuDNbfRqlfGuVKtqm9+LZtSFfDPvhpv05re8VS+//kZNuN5yxptBRec1K4ZX8OY6bgAAEABJREFU6czoWc06Jxg9O66HH37Edrdp+tQd4zXVtM1gfmwnzUwzjlLLfr7t1jVfOHY6LaW54Din4bGzOjt60vp+0rHXuOdbVC5LVOzJ3KfrY05ZMVFtoFeDgzXr3pCGLavYL36ljkL1StcN+Tuw1WpFPeWSFKSFxXnHELNePwhYfEt8oCvXNHw382D7oAV8bNu/43PQ5zHrN7YlTTOFkIqNkKI3ybqmVS7NKYQQ8+4kSYxqV/CJ1rUecS+EIHiYum/JvFjpuH3r1nN1xeVX6tytFxifIcOXCNmxC/J5aj9SMF3aCvzn8SH4zE3+MCcthBDX6jq6TlPLmuXItxRCcK+lfyEEgWtqGaYhR+CLrSjbbne9IDJNXI9eMwo4xl1nn3aOs2Ab1mlZaN2P+BC65DwXNOp1LY6XtIZdi5hzHHL3XV/WFxxLn3bNZOeOJ/XkDx+zXFeVGIYF14varnmWXMvJOZ+YnpoS85wZPaUfPvG4fvSjJ0RsMzg8bJu7IH6md+vWra7BDur+++8XeTc84Buc4BFCULFUFDqDL5uw/yMXl+nQdu4EPIn50ePcamGh7tvWf1/n06KypKBCvmxUu8KXEiOhL9jir3/96xoYGNTrX3+bbrvtJ7VmzXr7oT7ncvPmYVBff03D3twl9w4hRD145JHHNDk1Y7jr1p+OYV8wLtOWt7Kw09RMzz//Am+MbFBqGQAPNvd+8OCD2rt3nyYdi51yTb1rvSsXy9aftuGq64h9NvkPconv6OurOQfpVV+tXznHPi3zpGsskK26fTa8Sc0b8OZeCCHKAvcKtsccFRTlAdn88cZY+M49xtMvzSWOqZoiIUh8nveawTpZdi66/fLtet/73qcPf/jn9d//++/rT//0T8QvICD3k+YFsd7o2BmtWbda/OoPtmb9xg1RTy705jMbltR7WYt1ec4vaQDHj7wBucc1R/zalOVE/oQQhMwSS4BHCCHSAvp2rWeMwwdyPuB9jOGhIZHTXLZ9u9iIvc7+BX9K/6eeekrED9C2apuH7jOG+eHLl7/8Zduh0+IF6ZL1FRjRFXxvw3H0hPeDsAmsR8z0mte8JsZVvLT2xje+Ufws8dVXX+2Y8Bb98i//ouOql2nLls3q63Mub/6AL/DCOxsMYydRByAGJ+/nHjj+eAMGOoIfx2BZTnI5pTTPmSaJQjBzeehGv45rC6zlyyW/ZxkIIXh6WwzTjD48kxTH/vgayA/Pk5AoZX63ZTuy3I8+tgxq254vOu6kRuaJlvpbx5f7gSs+ATsDPMwrf5iXZ/gjfCm6uPyMflxDY2SK8eh1yzUX9Bw7Rl906cCBA95jORB5ir1ecMyGjcOWz9nPI0vEiOT2xFnwGBkNIQieIhOsR12BF9uIqU+5LgxcwDDv2GoZdvpxb8H3gB07yFrEDqzHOTEEfpo4Dvl4peM3ZAT5RtaQYeQO+InHiOOZj/WOuybKEbhZE9j6vYeG/EnBftG+0jYZvOe9F9SxnwKGJE2UPPnk03rGQf8xioDzi2Z6Xlmak7owXXaEczZMUzamE6LP6dNndPLEaR0/dlL1xYaSJLWR69oAtSQvJn8KVvq8AzRP4mftKDwgDiEAkCMNZExPO6RFG7RJG8w5z9N0a4hvY42dPaNpb3jNz0wpczBZLWXKJx3blqZh7KrsTdVyT9GOLzPcOR9zFiQj5UlzSVDqFoIF3MImt44TXFrbRwLQrrpxXKmnR8utUCp6q6ir1MKI8sGgvBPtnFvJBUsjLPtwpWkqFCpXKKhUqWpweIUqLigkaaoeJ6QrXdhd403qTZvP0cZNm1XwvcVG24a+rkUnW0U70mHvpPO3o171ylfp7W9/hz7ykY/qlte+zoHqueq3gyzYETXsmKZn5nXCGx6P2+G94AC97PVe7X6vetWrdZ03X3/q7W/XG3/yTbrKycblV1yl7ZdfoTVr12mlk/B+bxbJdJjwpsa0i3DQHdjTNFHXheu2HWyhVBAOY9PmTcLgjtjwrFm3Vr02PigwfEqNl/xpWXhSj019nfhI45x+NJSM68TGxd3jP669mIOVtlp2WBXDD23pXzD9NtrI8xv1JCyXbtumm268URd743jQNGBskqQmeyKzS2yULc7Nq1lvqGCelF1IBr58longHIVEISYsNxMTZ3XGG8SnHFws//zpohVhzuMJDs6cGdWoNwUI2jAY0KbhomjzJccYgff/0jRVCEE8ZzwyjPIxhrWXDUJmmS84WFm+ztt40hiP4WMMjTmaDni5l3he8Oq0upqjCOzAI87vIJSAnvnBH+c0snGjLrzoAvEtpWpvNSZqBIabN2+2s9gS+V0xPSqWU4wGsguNWaftIDqEIOiN04L+wAl8NHBbMhDzxljWyYZ6rBcYKd7CPH36lI674NK1HjFHj2UTOElaact4cQ5teca60IiWWB6gA0dw79qZtC1L9OEecPKcaxrPuQa2H4dz+Ro5o+GEwbNUKKpoepdLPYIGBFs0jCbztK1HIQSxDoax6OKPQYh41u2ggYVGX74RB+7M3+/AoGMGQa+S6XHGxbgsn4+OuWjZnbfjmPBGaseToa+5LB9lNctsi5IQbRm0DWmi4P+UpEotq4ltbJRdJZ5d7tfS6bNj2rN3tzftDoniMsHMKReMCRxY45ht9BJdWw6y2h4pZUmqnOeGJzBu1olavb6onOmd2YaxsUbAXnDSzIjZhYZm6i2NTs56U8wjQmq7WVAIQXUnmQsuAjUdBDTNG2ANnn/RRbF6o6V5F8Yatl0tPzty9GjcUA1eh7+VikPlDTAcJ4Wjw94w6rifvYgWTaO6YUJGTp44EX9ODzp2LUt8C35y/KxOupi+a+cz2rP7RQe4L+pf/vn/6hMf/7juvecenT5zUk3zaMYbCLk0aKBW05AdXMc6NDszLfDrODGEkKl1FT2UP3XrcghLPEfmkAueI+fIGDRLDH+apEo9Tkqs42117fuyfF6nT4/6uiX6QH+Saxw1jpZgEFqjyw888ICLsi+I+5l5u3LVSqF/095oIHCAj7Rjx47Z32TeEFjQiRMndezoCePV9to5QyvRH+e+YHpNOnkuW9622CYXLUvNxmLcSJl20kCi9eILz3v8UfvMeVUs88g+P3meC4nArWg7hNyhjxxZgCOwktRDjxX2P9wnaeMa2Ame+TYsuEx7Iz/N5RysBZ0yLQ4cPKzp2QUFJ7U5217+RgnJzfjkpH1aU6+8+WZdefVVWrRtft9Pv18fdmH69re8RT/jws0v/dIvRdwzzzc81O8CzaDOsZ955Stu8v3UmyOz8W+3jdomtxywoW/IPfBQoKu5AIctYsNn8zlbxLp9tT6NjGzS+eddqNWr1qqvtyZ8AjrON5++//3vi5/5gN91ywI05Rn2L4TgolBZ8DaEoKblGrrRGrb/9O+z/6OxfrfbFbyeNK7wCVphW6Ab39JddLIKfDUnglPmUVtB+w8e1COPPaavfeNb2uuNZwofY06SZ2cW1LQ+EUd0LWt9TtJYlzllIU5tG0rm6YzpPz4+KewSNpUjclSxfV+/bp1uePnL9Jbb36ybbrhRVdt9fPiEk592SFT3vFsuuFRvf8/PKqQFfemer2m/5W3BfiZ1QeZHjvmOm6dHj59RX/+gi1njev75FzTvIBXZwXYiA8AVkiTayTRNVXXhO7ONA+6F6Ksa1pG2Y8TpmMw2m23rwbwWLQOL1tmW9bJg24yNZoOwZTvAT04NmFcDvX3xJ4Jedv31uu76l2vACVjechssI8ccY05OL6i3NqxXvOq1yvl+3vow7eC8XK66ADIY+QdMLdv2RfPs+PGTMU7lm9nEXz3VimFriQC/ZFuNjvQ5eatZbrDdJRcvkxDUsb0rFDIfW/KlN049v+Vtg2OoYcdPZfu6uI7jxrrlCDqDz4JphQ2ATjynYVOQCeQEmeEe9KRBS2QRnWw6FsxnRW11UQe5gt4k7MMuZiRJUJok6jpZZ+OXbzDmc6n4ab28bcEax3Ur3W/TphFVzI+8cQshGPYk0qRaqaparqrP8guczI9MAw+tahrIn5bxBibsGnEERxKeJ5xMf/WrXxV9M9uzFd5UpdiBr2Uu7tMYu9w8nbCRhw4dim+jkjRh4ym8Y3fRO+jCm6Osw3ycn+9Nq1XGBz3lTVboA/+Yb87yf/DQAftDt/37NXrmlJ7+0Q8169iOfKA5P6sZ5wjHrFtN28z63KIcvKttxQpJZr3purWVL+QjLnnbdFpi2oIX8MAf1mqZtzyjwVeO0Iw+pVIpxg2Mo3/dMsyY5cZ9GjRZbsxRt6yAD/LBt3CRCcbjB067eOOUJtrq/2LbSEzS43V6LOPAO2PfgSy17UMZB3zH7SM5slZiGQFGntMYR39gosAGHPCZ9UII3I46jLxywRwhBMtM8GUQcE7a58Cbsy5egjt94Bvzu9MSDdKEU+VyOUFDLlgLXMF51psoyATPkPkkSVQ3vZAb5oKWPOctd1qwrUKukHv6gxOwNByLPPzQQ9rx9A7bk7mYdHOfsdAAW1s3fVkHGJgbOnMPnIGF+4zBj1CoA7eydZk+0Aq5Jv+6yMWlt771Dv3u7/yOtmzZovPOOz+uB17IJPaDefBFrP+Ve+7Vt77xTT30gwf11Xu/okdclOMn9t/+trdp1puOTW+y5vM5PWr4v/zFL2rf3j3RtjRso4B9Wab4Fij0gDbMjZ7gb4GfPjJrHnroQX33O/+hYW94rVgx9J9wEYNBq5z5gN8rlcpRxpmPeyEEhYBfa4p+wDNv2/nCiy8IOvBTgM8//5xJ1BEx5te+8lWdOHpMu57dqb3eQD1y6LC+9G//rn/4u7/XvXfdo09/6pM6ffKEura1dceIxJzAPe6NIuQsnxUsD3nDVzK/G5p3LjN6Ziz6C+wa+CSWWS8YdRJ55xx6YJsz4xF8A1krOTZHbqA/19AthKCSfcC09QI6cQRP+AJ/6QvP4S3n8Bf7xzVywXyeXvgy6Mu4ju0EcNGfZ8DCOPq3nC/RL4QQ6cpa0BF5Ax6+tULhF1tOP+xsB3vtDQ5ygczx0boNG7TGfnrBvnC/6VksV1Sw7x4wL5/duVMPe/P1rrvucpx5Wk+6wEixhxwYuWAt5oW2rI3uf+ELXxD2lGvkH1jok6SpwA8YoDX06bEdueyyy8Sc2NgQgujLmBCCwJO4hvlDgPIy71z7MA70oeETNtnHzLlQf8a2t+mNp1nXEMiZoRU8g/bQkHkoYAIH8VVmPwUc+IO9e/dGWaybDsDQsk2TPxSxGAvfuB/CElzIFfhDzxCCzpw57Zxgr337uFgP/IuWkUXXn+Ys08g8PgScmIdNAOb1EmIu8miueWGbmBBbAM+hM/r/O9Z7fjaQuYiviD+ZB7iQE+jEmsTy2GLgYm5kk3m4hxw8//zz4ts9PAN/cAcmCnustXlkRA86V3jqyScdkxxX0zFnzXlMw3nQKuTEBVEKo+VqWUX7AmgZdcZ1GllWl9eDW+DFdUwdZpsAABAASURBVAhcKcY58IR7aZKoYPoT45QtczXHAcw1Nzut48eOatI6NGcdftmNr9Jb3vYex+e/pHe+92d05dXXKsv3aGp6VmmuqBnH+hPjs7r19T+h22//KXU6uRiPrVq7QW/7qXe4/zUiJqsbj3UbNoqfSa0N2EaVeuJGaprPhC6Y+VKQYt3Ndt03lfpGfX5B5FP8/O1qxwAhhBi/pJbnEELUu6b9ctsyCf3RO+gN/cFT/mx0TQQ5LZfL4h50gWecwxf6dixvweulSSqug8fNO3ZYcMy+6BiOP/8AbOTM+SyLugHd6Ls8B/SDl1HHvPHZ7/iwY57gK9Z5U3rV6lVaax6+4Py1p1LWza++WR/96EfFCw/MUbTtuvuee/Rnf/ZnzmfPKO+YjTmxUVk+L3zRxz72MX3yk/+ij/yX/6JNzmuoy/7DP/2TDjtvrFpO1nidta7L9XsDduXKVSqVKrrgwov0Rm86ZbY38/a9xEzgj7xTGyg49kEWjb7xylwjyYm4t5DPS5a7udkpxwULttnzzsGmND83qVZzQQ23TqdpmxHs91MVXHvtKRdVrhZUrObFz8PmstQ2P3OfVHnPVzYP+vqq4md9h73ROjQ0oJXeYF2xclhDwwPm9Spt2rRJ2Kh1phUNvYU28A39o5EDo4ejZ0cN02zka5rmXpLxpmGtx3px2/Frj2Utlyw9Q19pyAi0BaYsy1zHKjtfGIq+/YrLr9Dll1/uTdTzvGk3oFwukxRsPzPLhpRa9uBrxzKXBMfg3a5+/MPcy425WYO1gjslaaJgH9d2ztNyXbVtH4LM0hjD3Dn7OcbUarVIM+4xT8HyAB2w28hWX63X8Xuv6ZsqCcEQWh86ba/SMcw5lVynzpwTnLRPfupHTwp+bFi/wTh0HPuXzdu2/fVJHXTc3LbOJUnqPknMt6655mptdl1B/gAbPjJnOrFuluXj/PPWi8nJSa9T0jlbz4t6Wav1x+uq8ypetvzIRz6iD37oA/FXE4adjySpYU0SpZ4rMz5dJeZdVw3Xj2ZsUw4fOvpSnrigRceElUpvjDvHXadlA4X60X/8x3f053/+cf3Hf3xXz+16Po5/1StfrY985Fd13Y03mB7ml+mRy2catmzxwua73/Me8esN69aBvywnXcc4c44bF9R1HjzvPHWza6RvcS3i4ku2RfxKjgOx2dh2XnogBkV+V3qjvb+vpg3rR/TKV9ysYBygETao7noTX0bq+i48S9Il+YC3cKjh58gxdph7bdsd8QkSc9DSJI3rIwchBIUQlCRJPC6P6Vgvg6S27aoREHUdvoiAHJAT5q3TSoJGvam4UK8LuPCL4HCdNy2vuupKYRevd15NDHDxJRfrXOdZ4DZiH8S98847T9RS2Fgl5uCFuNtuu028RHTjTTdpo2OXIduZYe9rhBAsi32xgUM+n7ccFKMedrpdVywMrP9BEx/ifeSZnJafl6dufeUVV+gWb3pecfnlwh/yHLx5cZfNLvwjcAEz19iIgvHEF0/bXxEfY9PQEWxlf3/Nst6OsQF8A/d+22R0+/Wvf31cY4tj+YsuukiXXbY92qF8Pmf9TkzvoNS6k8txnfre/9sS4xr13nFul2YbH22BeUR/YJY/8MoHBd+Pm6qWeY5JmipJ3RQMX8ey2IoN2P9THjyQOZET6MmRa99WCOHHmtXY9OXZ8nqsn6RJhDnx2h3LCvPyvMsESVBi30+MxX1gTtPUetSOurbsG5BTGmtDU2jIkTmBFTs661oyR65DSByvNLW4WBd2l75V1xFoJccq9COeI7dlDXgB/clF6UPOwVrIDvhg35FZ7jGehg0hhsRHFOwvWR/btOg9G+aXP+DCvQnX3KmJ0Zibe9DSXSJtgI+1mJc4lHE8g07QBTzx5ayFbQDGSAPbrRCC6IPcMTf412o1gRP0nLWfPeta/fT0TIxJqX2f9OZvcvrUGW84jYo3W6dt8GZm5qz4beXSTLW+/pgM9TgBwHljrPpsaACC614Xwwr5gp100Y6hYAA6NmKzXmAiCpBhEi1J5GcIVdNzL8ZnAIXygSSAL7gYMu1i+eT4qMa8cdNYnFVjfkZ1O/dct6WefOoArGMBbaloJeu1Qe/r7VXZjEwsUJ1WwzAnKtjIluz4C4VM+VxOWRpM3ESsl7cR+PGW5fMqejyGNfM4BXn+jgomaCwaGrdFOyKMlfyBQWyurFi1WiRFff0DusTGGcdy882v1k2veKVueuXNeu3rbtVPveMd+rkPfkBXXnW1+l1gbXoT8YKLt+m2N/6EXnPL63Tdy17mjdPX6rLLr1DLjnuHk9gHH3pYT7vI+fCjj+mJHz2lfQcOac++fTphRpV6Krpo26W6/MqrtPmcrZ5zQIMucg3Z2OG0EgcbecPdNZwo0oIFcMbKAOw4ghCC8qZJyQFRoZRX5nMECGfS24fTzmIxn0IKwstm9qg3jhDWaRuzBTtXBD9Jk0izBKZ6reV/IQRhWLgOIXBwC0qSVPl8UUUXcAeHhrVuw3qtW7/ORcSt2r59uxDkFS7qAwfGfoVx6nGihEy0XJjtmG5Y66DEctNW3coMfFMuWrAxc/DAQcvbuBbtVE456drtwsVzL+zS0WNHNDE1qbPj45q00C+6eJnLCkps9BadtMwZn0Und61mx/5qCV4UrYPxopknwEBD+UMwBMmSEUvTVB4kHFsuSS2PBRdge9XjwC5YiFDquuGhcc545tFLH86bLqYvuPjXMlzgSD/wYsykgxiMxYw3ihouSC9aN447oG4Z7qZhRoZlGEMIPpj7hgujUevrU97BIXOR8M46CTbZvGrHeldXY7Hpc0X5Zg50AtgwfqwHnxnLvQWviSNreBPntPXxxInjYk4MIP1mZmZsnOfc5h20zJk3rRj4Mg9z9DiZR18SwwZdMUgsDn6sy3OMV2Z+pKZnr3UZeax4U6BQKMSgibHAwjj6MB9jmQMaFrK8kJUVliuCcuZkLLJUs/FjbvoCE7oAXMwHrXgGfugL63BNgwenTp1W3Xp/dmxChw4fNX9LWu/gIoSgjd74H3FAkqSJZr0pP2t7SUJEMljwpgFwdS0DLQf6c070G55n6XzRc7bVcXDXtFxPWSbZKDnuzcUDBw/p2V279MAPHtB+6/yU9W3CMgDszAX+bQfmTcsCgVXLwWniNbqdbrRtpZ6C9StvGyfZl4rrWq3P90rqcwBcG1ypUt+AOrmCGp1EnZDTgvUI2DPTELjz1o1coaCS6d9Tqahi295bG1DiMVm+pJCkGnBwtWnzObrgoot16+vfIIIxgq0s58R7ek7QuW75NFgqu6A/6M0R+NAw3GMu0B49ekRPPfWkeCN8yrb+xMnjLuSdFI4VJwy9uta7loPSjbYR/K0Ogrpez3Xw4H7xxtyzO57RCy4CwqckSSCNKJakaaokZ9w8Ph9xKkSZRO6QGVrbwW3BOCKPDRc2QwimX6pgoi2aHtACO8U5P0uGPC7YTsAH5IYAlPkoDoE38/HNzcsuu0wEf8hfCEGztruLtr8hBBHkhRCsfw312c6y2bx3zz61Wx0hh+jUURc4sFVTczMKiTTozcaVK4bVMi2blh/gHTQf+fbx9OSUGr6fhpxqfX3CD46ePuOk6YDG7eAnbO9aLkCcsFydsf3mHPr+wz/8gz772c+K9dEP9Az6gWOf58nbF4KP/Nk4slH8nZ4NI5t00SWX6mUvv1FXX/sy3fya1+qd736vfvL2O3TrrW/Qu979bn3ggx/Uz3mzlEZg3OeYYZWLDQPehLro4ov1pje9SRs3jWjMcBVN+zSXE+t0nXCWyz0aO3tWh8zbJ554XOgob/M/+sgj2rN7txZcmFzr4kE+y9RnmUSmC4W8Jr2ZkiZygXnAulkQQTu2Af0tO6HHlpx77rl6mX3sZidR0IA1eQ7NOXIPuwdtQwiOcyrRjsE77jGeeTjnmw58kw5fSLEMWeanShjf7wCel6KSNLXyJVpwkerIseN6ZucufeNb39HeA4d13PypmMYyc6emZr1Wn0LIKc3lhX7jC4DHpFd/rU/wBj0a88Zrx/IMbjxn/Yppls/nXBwYEMUI9Kt/oF/nnLdFPZUeLToOGhgc0nnnnhdl4wf3f8/F/H2qDaxQmu9RVipryoXuo8dPaP++/ZoYH5O8RmNxXs/u2KGnnnwqyggBIptawIJscIQenDed5C1aXxZdzFxworpgnBuW00XLPDqcz2fqs6xn1secdYu5T9t/8C3qNEk0Y/sG7QZsT0rGh7+zfMvrbtFv/+5v64abbtTNr77FG/G/pPPOu9gysahhx1ubtmxVkqYiyQdnYJi2DR2bmLJsTThJt+74+eo1a7Ryxaqo+9NeB3izLHUMkrcu9kumOD47TRKfSwXTMjh+rLu4FtTWvIvFqYVr69atWm05Bu9zzz3fNmbRa0xp+/btUd6QE3DA5uELJ22v4RE0SDw3tgDdQtbgIdfMxZHWcHyAbKGn6OROy0sul4tr9lZrluuifTnfWBrRyMb16jc9+y1D1WpF/f19ItEdnRhTw7qe5vPqsf8kfkJWgPuVr3qFiI/hWZ/HFax7wNew3SMxBYam4wlg5xy9Qa7Hraf0J8HG3tVqtYg3MGKjsYXo0vJcIYRID+ZYu3ataTxg2RyMugc+h7y5+n//7/+NcQp0YP7UfMKuAhPX2ED894u8KFiuuHBTtY9KdMSb43v3HdSPnn4mxqYP3He/c5XTOnLggB5/6Ac6fuigdlpm+cY+Gz3jE6MuBDaUwlrnDFLHeha0aPmsOvED9iRNlZg/NHizfOQ8bzoCIzYC/KADeMFnnnOPY8F+PjWvOKcvMt+0z2I887EONgkBg8fQFdoRR9GXNaA3ssLGFDyRnSbHhvUqDUmkKesxHzxlHuQHe8O8ZdMphBDpSh/m5T68hZ7c45wjcHJkfuBlLhpw8Aw+8TwoiHusw1zgEUL4zzVCCOq4wABcIQTxHLyX52Acus9Y5qfBa+bMuXgRQlCaJgKfJPFcLg7OW++YD5kChxCCNrpADm14m/j2t9xuP9mjeRfe8bEyjMMu3LE2NIDmrEMDP44hhOhj5u0/4B+0JqlHnnsd1xSLhVgYmHvJT3/pS1+yvWg7VxjTgot8C7ZjqeGtVMpRjlkXGDnCV35a9kM/9zO6Yvu2mF+etq99xnFNZtn61je/GV9yOul7p06d1KOPPaK7775LbMRA5/GJSaFz8AF4oMUmF5jhKzgdPXo0xkMhBGWWsW3bLrEvfFF7XnxRiXFvOw5kzOHDh5UkieS7zJt3rgovwDmEYDqn4j5tiSZplCnGsqn0ta99zXDdrT/5kz8RccJv/MavR//3+GOPxTjrxhtu0EXeZH6FC2u/4k2BD33oQ4LPbWKoYn7p3LanYH/cbxvBtzimbIsbjk0LxJK5TIP9g7YdM5HWqWnD2BCWYANWC5b/dYUN9YnOjo4KfZizDS6ii56fozyGnHa/9R66gQ88Ra6ACbljfvlTsJ3sPNIQAAAQAElEQVRDdnwaaYDeIxe88c4GKOfQBN0+ffq0l+2+REdZBlqC/tAD3cFG5Qw3c8F/jqyZN2zEvhT+4CH9gAN+fNGb59j0cfvVXttk/s7XSue05NPI9Rvf+EYNWX6vd2H4A6bp295+p0bPnok+FxsBf4gv4SOwQjOOyN6tt95qn3helG1gBxbw5ghOnLPZyjc/8H2M4z60hmbMxTnwc44cghfjeQ7doB8wgAtrTNqvIZfQkfvgTfyIXvGcZ+gEc9KHI2M5wlf4Ba+gz/T0VLQZrAlt8Bfc55q1GQO8jDnpmkfDMcWpU3wzNogXb4AZv8u6zA2ObdsjxrAGhVR8IOfQC3qEEDTpmJmNqUcffVRsXt99993xmxTwGf+zzGvWZx2+pfSjH/0o6il9lunD35SDN+AMHYEdmUBPiRcpEhNvPvrIozp367niJ+Z4SYiNAtb+3Oc+J/S2175or+Pbb3ztqzrpOGzBto14D7tW7OmRXYHato2sAS35ckOwrrMe18ADLXieJkmUX8551rZ9CCFEuSb2YuOsxzEW9Gb+cx3XAGvJmwn43LJzq1mvf/joSS02O5qz/xmbmNap06P25UM6cOiQdr+4V81WVxdfcpl+8k13WJ+7+vt/+hf9x/fvV691fOt5F6jqOJg4JNhmhSynru07MpX3pk/DMAEfeV3Tucuic6qC7QO82uKCN7avbbsC/TkyLjEOSVeiX844QnNkExpAc2QEeURPeIb8oIesw3jkBB1vON6ZealWNOHYZnT0jE44Fl3pjZiSYculiZJU6nr9ju0Na2HHC1mmfJZT8GLMiw9nTuQOe5MYJtakseaJEycdlw0Ifb/uupeJ+GB2fk6LjvMuvOhCEUddddVVCiHEXBAYkW3g7zEvwIW5Sq59vYZaou3vFVdcHr9ddZNtMDrWaDXV29dn/1lQpVpRb2/VsKeuH9qGKThuKgsdZC7gQ06azr2pcyR+7qWtf45jJye8YT6hickx29yTOnbsoIidEtMhyye2m7Kfb8YWvJHf6TTVsF9sNuuWy5Zb0+vK/iVVLku8WVm0jy4qy+c8NtUSn3I+ZoY1b9x7DVfZkXcnxq3gAg1DCNGWwT908IR9JjEAMgDs4FE1nsyHz245twkheN6C1+txK0WbHe3H/KLz33HNTM0oZ5sN/jnLYprmYj9e3mNje/Xqtaq5FpJ3TRJ6hxAUQqIQOAbxSUKqbofzJT2CV/G+ec68nHMPvnOktSw/wNG23nItsO267maazS/Mad71NPCkLVj+4Tv9QghiTnBE/nk+NTWprsfKH2xLy3ynLuKbSpPEU3fECwDkaNiXHzx4vx5/9BH72inzouRuHVE36Ng2pkliuexX3Xo3NTUlvoyzZ+9+zTt3a1rek5BEGmJL+YWyhvUFHcNWYBvRmestiz/xpts15DotXzai9vr8889HW8qvLGy7dJt++qd/Wqudp+H/Ab1jIwb984WSaZtq1ao1Is4JIWje9qaQy9RX7dWa1WtEP2h5+PAh53JnjWNOB10H+/7379e3nUM/9tgTmrRNOmfrOfrgL3xQ737fe3TJtm3Of9frHNfCr7nmGt3imvrLX36DNo1ssaw2HfM3XIeZd75wJvr0e+65R5///OfVMX9uuOF68fIMG23kSnxz802uU+APedHGoEeZ4dfTRs+Mirpp6KbKWUGSkHqOjuBZ0Rs+HefOoQtLOur6HP6Bi1mn9CU57HpCZKPrmi3HZRpzjazTl/n8OPKCFyJmnbtij6zcwhbyoiX2kLnhCd/ca5pXPa53lG3DNziGvOTSS703sMV7DlcKeUfO6u5TNZ2r9jkF5y34bc6B/bTjH2IO4KGFEFRzLIdurlu/XjRsJHhg++YdTyMb4LhoP8Ec+JWS91CKbtgmdHulN6S5F0IwYbqRv+CHjPNy1+sdx1x37bWC9uCPH9rsOs3IyIjY3F3heAk6Uf9ALlkXuwA+0Ax5YX7gRGc65mnddm7O9e6Gj/QDZnhDA2euwdEAKV/Ix8Y8NJ7RgJFrjiG8pPvmqcw/NlZlBqVJYnleesbcNGCChyEEBT9PAn0SMQ+NZ/Sh73LjmsY1NOC43LgfgucKzBMY7qW74nnsa72mjyUu3mcN4F9+Du26VkL4hA5Dj65hD2FprhBC5An9oQlyD3/ps8xTnjH2sPOMM9YBbAVxFbSEj0trdGMeQKwFL4nnOCJD8IW5gQ1bgq5RJ2WzFH2Fz8gh+LAu8DM/fB0YGBBxATUY5CvL8talXMSffowDTnQBuOdcZ8cvT0yMRxsIPjyjr5kV/S2wwNu8Y3fg5xjCEh+5Zh1gNatVsJ5wTVzCHKxx1nXKEILAlZifWJ74omLdW2G7WPLeT2IaRyCbLvAnSapcasCTTOaFuDfQP+yi5Qr19dXsvHvtFKui36SD7GkXs+ZdqAD4Ce8UI/QAtsLKALCpjQkIJAhYEsDLLVg4Op4jMYFSFYxcya1aKmhFf69WD/fr3M3rtGntSq0aqmnNymGtchsa7NcKF5iZG2aBbI8VuGwkak5aMMwlG7eSAySOWZbzGsEtEefchwkwDJhgYMnj806+eioVF/8rKvq65I3jkgsV/B3SYPjps2bNWm3avEUXeTP00ksv04gNF423wq572ctF8e+SbZfaEFwUDRnfFt3i4l8uK2itjdLtd7xV/+t//bFufs1rtOW883XhxZeoY8bw87z33vvV+K2Vmbl5LXizq8drbz7nHI3YuJx//oW69Q1v1M23vFYbNo4o74R5xoIz6qL5mdExO8RF0xP8zC91HbgtaHZu2oFvwwFP24FKSyGRit5sqQ30qafc4/4hGuwQgpJc6r4tO5tjItmkUPzAfffpq/fcqx8+9ni8xzcMcDCHHFQjUA075VlvpCGcXlJwc4m/iUIIL7VESZJTzg4TmFFAeFY1nZGPXJaZJ5nly0GaC3ooPfOhACgGwlu3sSYAmDNdCGRPOOk47U0ufmbiqAsOvKl7ys5g9Oyozoyf1YveRB23TM44gG3aAHaTnAqlqorlPuWKZaUuJOdcSM75WOypGve8WjZKGIW6k7Z5r0drehNM/iAfwMPztgMlGudWFgUrR2p5zhsP5CNvWWs74CToqbsQg/ECH/pjlJIkETQoW7aGBoY1PLhC+Sxvfubj/YJlkPW8rHK5XLzPeUgUdQ4HtcIJOHMt2KFBfzZSusZz1BsmFIXSJDHNE49PHQgUNTBY89zFeF6pVuK317IkjfxhDYxRhMnOOMuyyA/5Q8A8OnrahZVZbwzMC9rT0G/0HP6g+8gCiQl4QicMCwYGI0lCCr/TNI32AvzQ14r5z32MFA6XezwDnnw+L55xD5qGsCSn4Mw1BpnxOLWmZZCGnMCXRdM8hCBgWLVqpTDorIG+r3FxHbhqtX6hW2Xjy5rAxosjp52sNx1Usj64MCc4nhk9KxMrFobPsT6u9+Ye8zD+jGk+OzPrAtkBzZkf2Az2/BuWo6Vm/bPMhCT1HIna3URJmilfdKKs4IS1Yd1tCZ0PaU688JDmMvXaxhacTGVZXlzPGy8KwQRVNHQP2Ng8RGfq3uiuO3hAzkIIkYflStl0qKlS7tWK4dVW0bxm6y3Nu8i1YuVqbd5yjgp2FjnzvFytxnV4waBlWZp3QpI5yVjpwHfDhhGxMXGlE8C3vu1t+shHf03vfs/79OEP/6Le9c736A2vf6PecvtbdefbfiomfCObN0X7OOCNnNQynHp+ipFtJwIE6Wwan/WG6pwDaV5YgGfIExt9bK7OW28rdkwkACUH4HmPJ2Dcf2C/Hn/8MR1y4fysdd3kU9nyHGXGepOz3HSNu/zhXghB6BI6xzW0gVacI6fIfdl2EBpaZTyqK/rkjXfDgSc+DH0AvpL9QV+tL9op/A7zYntIitFJgg2cft4wMO+oi4FpmjpZP2GbelTMhRwODg4KeS+Xy7p022X2Yyu8YTro5GRIK1av0NYLt2p4zbDWrFulQb59YjvRbLRtm9ua9iY15+NnJxRCKnSfQBsY570ptmieTTvwho4ko0cOH9ELz+yMBVmuSbb4tlmtZpmw/hGoELyiG+haCMGJVl0hBFlIlZn25WqfaVwVfYOJlLN9I9jdYtnhTUNeLBgYXqFh+/mpmekot+XeXsv1gmnVsg3KGe6ZiH8IId5rO9CYtu+aJ7G0DCAPZ06f0v4DezVpu7179wu6377n81/4vBOobzp5Gtc6J2eJ5TJ4bGJ726gvOEmac0Le78JBSfXFGct8EM9CCOIDzUMI/2l3slxmk90VvoRiHs+RB+gHr7Av8J9EE/5BK75Fhs0jkCThgE4UoJApNpnYxCQxZI5lmVq0fs3aV+16/gVl1vM+2/mRzeeo0tev1Ws2aO36jVq9doP4Fm2S5LRoW5GkqVLrP+sDS6VSMT6Zg79F41cW9+ATsMHLtd6sAsvBoUH19deUy2c659zNUYZKjp/w/Reed65WWob27HlRLz63Sxu9Gf2+d79Tb/qJNynneATd49tE0xNnXaB/Tjt+9EPtfe5ZHdu3R536vNALZHW945ay5RX60OouCiFnFICQuRCSCB860XaxjGO5XPQGbo8KWaKuCx9d637BsmONjHZ00EEyG6jwacEFBfTt8JFDOnL0sJ555ulYvNzihPmqq6/W8PAqkRwO2YZ973v3a+euXTp+4pTWr99ge9p1rFR3rLNg2etXT6VPW715fJtxpK1yvIZeXnrpdl1yySW2T6/VNddeo1VrVqnSW1G1r1dl28k0TWSx0uzstG1GR03rP7qKrK+wbHOemkfPPLND6A96gx+EF+g+sgRtaMgL95CHEIKSJFEISz6MObAR8BJZwu+utJ/a4hgRWxxCiH2h757de8Wn6bhILmRtu+gi3XLzzVrl4l/ifvyk10D/YAzqST6vv+kG8TcPL7zoAq1avUrXXXedLr9iu31dj/Pwlv34nICrbX9Ew66hb6yRJKllrRH7EN/hF/tcrMO/UUwm7sMfUthmDniGHIAvR2xqYjyhQ2o6AT/9io7D+XYrdLriiitM266+8pWvRP4yL7TCXiHX+/cd0OjouCbGp5RmRZ04dVaLLuoWHLv12A5t2XKucV1rfe4TY5gTHX3m2V1ijbP2CU3L2mlvSOzc+axO26YsOKnueDM1TUKU0Vb8lkBb4AePW/b38gf4u7YtNO7hj1LjAX7QKoTgXoo04jn9gRncsSWPP/64oA28RZahD30Yj55kWWa7Uxf3RkY2im+xzNnPETuh69xnXmCqu1g5PTmppjdlgQfcEtM2AuD/AQ+ywzPG162PIYQoN34saE4fxoAD8wJH8MMQQqQDz1g3TVLRgC+E4DmSaHfYnCzYRtT6apbfVEmaE37cJ+pxQaZknQnWZ/xt4twh9TkynZpmeePKRnCW5kQLIYj7/NRjVsg7Jul1PtL0WrI8tG2T236emDap+EBD/A1HcEH/gL/qdfmFGuw4+agUnDDPGN8e07ahtv/LfrDI9AAAEABJREFUCpl9z5wKznPqrbpa5j33c4aJlyWReeSYF7LQ9bblYXCgZpv4Rq0YHNCtr7tVPZWKMsdeaZYXvyJUj7HVotfJe7PxlOFt2U7M6p//+Z/Fz7cuOOBLLefETT3ViibYKLLOEvsYKcn0ucoFo3c4VvovH/mV+KtBIQRhR8hX67Z/ky7uf/bTn9YjDz+s52zf/uxjH9O9935F3/rWt6JOQkd84snjx/XDxx/V5//tc/rYx/6PbeUzCiHEuCWEYHqGKNsl58LwHRlCJzmH58gFcrPoHGdk4yZ94AMf0O233xHn6O8f0CPe/Dlw4LBuctH+Va96lYhtGEcszzcG1tkXsBGCfMoRJRtKv//7v6+//uu/FJuyd931Zd8OGvBcuTQznzvCxmFLeOkjn8+bZ1PmdxrlLF8oxLUXHN8CG3qD7ag5Ru+4MFZy3IUvrjlmQSezfF74rZ5KRR1JwfJGbAx/l+cISeJcp2T/tSjkBtkjduZ41PkieSy6Cm2ZE1vy5S9/Wbt27Yz9oRm6AawrXQxkbfSNF5GRxwxZsg1lbuwIvmH79u0RD8ZB69tuu800vDHKCbq9aPzAhW/PQFdiQfmDLDIfPGEcsQnPiSnoMzJCrm+ciX2C6Wq/CR7Mh/9BT6EbhVDyYHJ35uKc5wP9/dFWQlfwCraDPGcM6yEb0ODQoUPRtsFrGjwzeNEGgSP4o9/kUOAB3AveFKDIhS8899xzzeu2N2OORVnENmK34CXyAl2gI7+qxHjiCeAIIUS7CY2gJ/cmXAjDrt97773asWOH7UWfFhwnpklOtBPHT6rVbGnDhg3CtwPbMp/Ai7UZh2/Bv0EvbPLevftAyXFJry6/7Er70dW6bPvlcS5woDBGv29+81vOMx4XcgcdwA24du7cKb4RzGbobW98o4j9oQ32lwbdypZLNhfgD74T+GYcF5PvAOf111+vn//5n9eHvHmOXSOXZc3EfPmnf/hH/d0n/kZPP/4jHdp3UE3X01rkdMY1TRK5izquN3SDxFohhIgPsEFnXvqcc1wNDbiesR0K1pJcLom6ljoXk31c6ono07SNYoayN20jb4aHRZETWnZcSVywjXhmx8646XLw8FHnt4vabRr+1V/9jf7gf/yh/vpv/k4bNm3Wr/3X39Ttd9ypcy+4UDnbwaxQtCX2yl6ra7ntuAEjNGE98K177jRJlAuJ8UrEL27Qj2fIh/xBLxL3oSDtS4PeVcc1GcYgu9CceZFh8EGm4HUIIdZNGMs1PvI7//Ed/f7v/Tf90R/9kX7jN35Dd99zt373935bv/s7v6V/+Pu/046nnxaxQfAuBT5h0T64Yx1PvDAw4wd7q1UVbX8KmfMIP8Pvj545LehbLBainXb3aH+nnYdt2LAx5n7Tro1OehM/tR9APuasN5duv1Qf+vkPOTeaFvEBL9j8veE4zLfW8wWlpsuCc4hFyz21pLGxUdUbC7adk+qYN6wDDTgWvDY/5Rl//rnTEvA2HTsEnxWyvKBB23G5PK7rOBJ5PH78mO3CYeEH9+/bq8MHD9hWTXlER+aGbXg7nkOPnGN4BVtbtzTtymjE5237zo5lcxkGbGMuy6lQzEebDx/Ra/iOXMKnBfu6gm1+ra+fYdFmtE1LGvyE/+CVN53h/7p16xznrxcy2eNcmD7oN4N7LLfYlT7nm/SdcS2SsayFrQKernGGBsgQvuwcx5DnOj9A96AL6wXTuuK8Qcac8xCCgtKl5mchcB0k35E/IQQhW+D24435kiQsyall3u4x9gshEf1CYA7ZLy2YFW3RF3w67kuTPyEsjUeuWaPuPES+V3DcBC7cdzc1nTN2XbPM7P8KptWa1St16NABxyenBY3nXPvlG6rMP2Cf0dfX6/WSmBPwLek777xT4L5v3774Emaxx/7UhiVxzMa6HdMNmna9Nnyr23/hY7DJk5OTetnLX+Y45ipt3LxRp10j3PHMDvGCyVe+cq8+/vG/EC9cAic+rM+8nnV9ouM4SUodv/dq3dr1qrouBQ7Y8pzXrRiGHufL0Ap73GuY03xXhZ7ULbEc53TYdugf//Gf9Xd/93e65+579NWvfk0hTXStc53Vru+9+OJuffFLX9Ixx0kdBet0RwqmqfGR+YtMhhCETThomefXOb717W/H2iY5zve/9/3oc0LwGMGreowlsN/kG7t2PSd+DSxzbJN6PjZP4cWoN5nOuCY9Y71H95IkiXYAXOAZcgm9lxvyDlz0O+Ma4rTHkS/xa2H4zXnnBrKtz9KgkvmL3emxXa30lKVWRx3rDHawZFshy8Gsbcz0hHMG10MXXIds2Lb3OGfvBsNR6hG1uMGBQdMwtXzUmTrCF0KIR/Rs+/btMd7DjhLTdF6SS+DvGpau7Tl6SQshxLmgJzgu4xVCiDqNDhIvZfm8gIM50Ul84KDjbM4ZB13Ex3MHH2ncx2ZAm7Lrc9Xesnp7K64DDAu9rTkWpLG2h0Q5hp7AF4Lx8Zpl4478ykrYsA/lOXKMjUBPWYN7HeMFnszDeNryNfdCCGZT4FQ844RxyGzTOth2/tgx/bnHuOW23Dcewe2lecAphKX5OpbJzks0Zt4Qwn+uxTWN58xN45x7NOalcQ8a8hy8wJkj69AvTRIVLTfYQujFsxBCtEdGKMY+dfti5uEZjbmwscRP0AtaVRzXwHdouM8xADEOz1iDsdgZZKBu+YP2xIW8tLp58xb1uY7AWPoCKzE4eUMIIb7cAU+xzcA34b1DdPO093OISXn5jCOwIBP4QnjKmsSg6A1zJmkiZKJivocQLBNN0We5QatcmkZZx29Aj4L9EA19RQexheg469Cn33K2lEd14nwSdMtibLEsN9AbuJkPOnENLknRStdjp1IqVxSSNE4wOTVtA33WQcExG7IjmpiYskOfcaB5VmNnx+2A5wQwMMByawSMqoVHL31aDn4WzSw2wjDy9AUx+rcsiPMO/uYc9DVsPPK2TAO9ZW1cs1IbXtpA7e/t8YZTTWtccFrrAtGaVavUZ+dZMiFKVppCltm5p8ryWSQUyBcK+XgvsSBBTNbiKH+SYIKYqGUTHSYvF9huuPHGGBxf5IIbb3ZccfXVuvyqKzXijYELLrxQNzi5fLU3Mm965at086tfraspyK1erSSXU7AjoFi33sW9NE1tfHu0cWRzbBMOop52QvD8c8/FNyDvc5H4c5//vDcnH9d3vvM9fepfP63pmTldvG2b+LYPP9f75jvu0JvecrsuuPAi9Q8Oi5+pG3JBD/rt239AFGmffGqHdu/Za15MK4QlA4LzbDQXzbdFY9qNTE8SiSArl6VKkqCOedN0oIXwc4QHKAFvy5IgBys4xjlViG9U8rNA0MoTeq0pFy3qdoaVKLiZcS+YDygKeOdyWTSwQYm8amwhJPEevIDvrAc/ONLgS8cGjXvLRon7XBtU9F3B/3HesixRRGEjacEbB7OWHZR70cWkRRu2jvsVLMMDw0OqOons6x9UX/+wij1VO+OKiuWqSnbgma/TQkXKFdT05tb8YkO8CNCwPHYNNTCxfsvX0IbGNffBYYluTcPWceu6eWUH4TkHncGA8kY1CaSnEkqGYi4Zo4KyXF5pyMUjz0MIUW77bHBKLhxAS9ZiHRQT58P4nGnd01MSySjB0bT1kr+defLYcR08cEA4ce7Tf3x8zAH6CeM0FwM3DA78hl9lO2PWYW76cx5CiDoMfshIagcuJ2EYS+AATuY4e/as9X1WIQQxnmfQCNhYlyP4gsNq6waJJE4aw8rGA9c1GyjGIS+sDW7MzzzLeENv5qAVLF/My3r0L9kxdO28oPGgN6agG+OYj3M2GUZGRsSbwddcYx2+/HIRJPAWNcadYgAwJkka6Q5dSGYw3iEE8ZlwsEixhQYsrJ8kSeQlNMKJnnHw1LausCbyN2BYkD0KaryZSBDMc+ajWSy8IdY1VRObSQc03tQcG5sU3wo7fOSYDh0+pn0uJp88xdtzx3Ts6DFNYWsdIDUWGuo6EKVA2Wy0BAwhhAhPwfRIU8/pBaADdMThhGC5yvLWxESz07M6dfKMSg5UVwyv9KbCtpiggFevE8Q+F776B4e0yjxbtXK11nmz57zzL9CFtj+XX36lbrjxJr3ljrfpdbe+QSMjW2LxY3pqxsnjfPQJh71pd8oBIW8uYw+Rq0UHMJ0g9bjoin4v2snyc1JSEG8tdwxfapleuWpF3FwJIYgPPEZXGh7PtxPxPye9yX3+hReIAtUabyKxibd9+2W6wHZ5izf12LxrmReZA8tcltn+NT1VV4l5hqyhr2maxgCCc+jXNSfaTgbz+UzQCztCX/pBx7ZlLIQQbSj4FF0kgCcUVCimUHRErodsayj8oB+1Wi3yhvnhAzJ7rotMyB1yTEDA/PSrmx7zi/NqdZsKOSktJLE1nQy3HWC1jQ+4UwAac4ABTwrmn02ScZPhKqqQLzkYamveSTfB66j1EzhyTmh7bU+69qdDKwbFCwDwmsQGHeRYNd9Xm9/At8K+hUnxL3Mu/MzaF7cMR1bIlOVSr5Oz7Z/U5OSEmu2GmD/x/WpfVX0ueq5as1qFUlFpLufErBl9RJYrRLtPsFmtVGNRPUtzyqd5nR09K+TlqG3Xszuf1W5v9vEzg4dd0Ot10HbBeRfqHPN1+8Xb9NFf/GVdZR0uV0rqsX3MpakaLnTgr8a9edJygaG+OKecbVa5XFDdSR98hP7woWM6Np3wJ0mqQ/HNujOC15nlpFBwf/uOsmMBcMcGMBa7h+5zH/9Hf/oil9BueSzP8/n8f252Ijcd845vSE5a54bQJRes165br3POPV9b3TLHJiXb4J6eio4cPu54alIKiZAHfFrBG9jB16wBLMjhehewV3kzedG4HTt2NPrfw4cPasWqleZFJmBILOvHj53Qwf37tMs0feyRh/VP//QP+qtP/IVOu3By8YXnizeYF+ZntG/vi1rr5PvkkcP6+j1f1r9/5lN6/Aff1dToMR09sFu7d+1Qzj656UQeWe2zLE1NTur/+0nNC3CG1jxL00RF6OHN3KGBmlzDE8XATrsl9LpuWocQlLOcpG4F9wX2DS6K4ic2bdqoFZbX6elJTU1PqK9aUV+tak1tqW14eJPx/PPO0wrr3C2vfpUoOktBZrGq9vebzjlHK715usZxWMlxwKJ1DLpdZht25ZXXadulV9imbdOIN7ZL1V4NDq0QdMZ3wbeG8Q0hmL5V1S1j6DzP9+/fb/mf0kHLJzw/7kQdXaYov8/PSAAI7OVPaprQwItjYr5EfH2fNdwl4h9CEM/QW+SNNUim8V3bt28XRdct52zWho3rhY0Mxn9mclzP7njaGxX9Wm+ZouCODbLp15vf9Cbd+trXaPPmEW3aNKJYBCvkvHk6ZlpOes00JrnABZ6sLX+QZ+AsWn9HRkaEfUDekD3gQi8o+NKnbv6BS8txGHxHHj2FY4zFqOt8K5k+6MvU1FS8d+zYMdOy7nxh1DHJqWSgooEAABAASURBVGjreQ7e0HBqasJx9xVat26NNjlm7q8NKIRU0Gpk40ZdZLs/snGdNmxYq7e+9a3eDL9F2C34ik8f9zp5w16wfa479uWlnXp9wbQNKhYyzS/MaGZy0rZr3Lo2bnCD47Vu5Du4AQuxGviAmztowXrGkWv0Hp9Bg3bARWMc8dAub3wdOXI02gDkhXH0CyHEgg3zQjvsLXSE3tu2XRrlqW06bt682f6qEX05a1CUYTyxDeOAhXE8Y13mX16H65p9DryEX+DDkees22e9BX5iLM6TNGV4pG1m+9dyUaaroJAgG/aIHVlGOvaHHcVY3PB1rFzIV4f/uS8TBMt01yesmyQhzsc6vuWxLeU9dwghxookp8DTsV3ENwEXMDKWI61lp8YRenOk74z9EPYYOQJ27ocQDF9bSZqK8TTW5BnzMq5lW8N63EPOmbvp3MBYxrHQIp8vRDmkP/Pj/8fHxiynDa1fv44pleZS+7pW5I2Md5om6rgQzZwvvPCCDIo2Wj5b3vBrSmLz9TLni+dfdIF+1kXyIduhV73+9frpD/2ibnvLO/Sq175Zm7ZuU1roVVM5LRrnMfvTUa/7/6PrP+AkO8/zTvR5z6lzqnNXd0/P9OSeBExAGAwAIjEgZ4pRDKIoSqSoYMnX17u212vJskRb+slWsu+10iqQSpaYRFJiziAJgMg5DoDJOXROFe/z/3qaor17C/PhpC+8OX2nquExPxPbMY1qzm1J4n/0He/Uv/h//0t98EMfUs22DV2DlmPOgact80cOH05yTJxLzAv+4Ap8CwtLAjeu0UdwzPNctI75SN+y7HIfaXJi2jhv0oc+9GG9//0/oZ/+6Q+nF0xOnDqp4VUjeqPz3tJ+8op9+2yHxtKaDRfqKPg9+/TTevjB76vP+nfrTTdp7ZpR3eRYcWZ6Ui++9Lx6XORvmR+zszPJ/nccUwFTn308cPAyxasu5jacj5b2BcjkCq/bpmvLBUPsKsWJaRcb4WtEpFwFuec58+FbsjxXy/Sb59s/iwvezOmYRyG+2fHRP/9oKvR+8hOfSD6DjSx+6YTNM3QYe4Jtufzyy5NcRVha3JYL+D1JBtCtiOW1kVPiEI7gARzwBz8CjYEH+3CRi/b7TDf0dwU3/AfjukxT5qf488jDDyddGXNt4ybTEX/IetCEY0Qke8U1raeny9e5bUbpcVPqcV7IGPCgnhERYs3kL3ftEj4CeQCGBW/O8PIncrICp8VXxNURy3hzjdzg56A/thoe4u+w2RFhP73acUc10evJJ58UP8uIzcK+VY1bRFiuNiYe9DnWZE5oRc4OTvRjfdagiI1OEVd/5zvf0bFjx52jXKr3vve9Qh5Ou7AG76Ez+BMrrF69RpPOj9hYJRf7/Oe/wBLygqZLly5zPQU4GM+68AW/OG4fR0x3ySV7kixMTk66uLyosqjqtVcP6ohzsQVvYvJyDPwERuZY7Rh565Yt2rNnT3pBEr8/bRsFTNiULMvsa88nmw/tZlzcRi/7HMNc5BygdNzX09erZ7xhj9wzBvkDthuuv0HXXHONdf2Det3Vr9OjjzyqT378E/qrj35Mz5m2gX5kUsXxPDWeTrLJHVkZxQf9wVZCJ2KR5Rf/TiZ7RxxLfkC/sE4hAzlxuPUNWradA9Vsc+AxOFAkhed1+3p0bo/pxK/M0JcXJy/aeZH2XLZHv/Qr/17/5bd/W7feepuGXKTHRvFyf8NxCi/N8M3JUCQYW9ZjvpGKDMpyAS8K0yPB5GvoVbX/Ri8iIvkQ+qDbqY//F+G5fGQu4OQ5/KVBS/CiP2swHzShD3LOr/S0DQM248UXX9Td99yp2265WT/5Ex/w5tK1evHFF/TLv/zv9PM//7NiU7XjDN3slExvWuFYteIb5Ca1wcHk6wcs06u8SRURro+esgzNO0bZaHkd8PVpoSennRMjP+g5OeTo6GqF7dR+27x5NhWN8/GTJ1wH/JqQ+xe9EfSrv/qr+su//Eut2Eg5+q3kmec7KwrLJ04et3xXBRzgt2RbDK7IEX6s5fysbR60FVp0DDtnW4gtmnaNFVmHv+Rar73yqvP4Y8LPdiwX4Y3SunNuaEere2zbtpu4s+LcqqurUMvX0LPt/sDFuI59YrNZTzYS+gMLx4gQ/IQ/4D0wMChogC51dXWLX25rW47pK3+6TAtwpmG70DfsCc/btuvINXYDejIPcRP2Et7nznfpw1oRjvs8V2Z+IRPIOuebvLG9e9dlWr9+k9fuc3zjRU2jPC+SvLXsm6Bhp205c00wPfVcEeFeUkTY1tEy8WE9WkQIPoArx4jMatn5AT3kT8uyFxHCR/CCBnB2jHteydXd06WyWijLMzEfMGSGnSM6N+pcZ2zNmrQGctj2XG3TvygrQi4yx18t24fvf/9B8YsVvGQ8MNAv+tKq1dKs6lieem27qOnsSnxn4wBa4lu7TS9gmZ6ZFWvDo37bKr41Ts5dFoW6XGeqVArXfOb0wAMP6Jvf+EZ6kWvAtmOwNujcdocGHIuePHVaqyznvb199tMt2/HLdc/d9zqf32H8OtadnjTuEds47Es3eZrjlbNnsJ3nzIuWdcn+2/xoOf5MzTgjB36iSrWV7A1wggM68fxzz+vb3/yOPv3pz+jUqbN673vepzvvvFvXvO4a3XzLLelnf5GVftti1oQfyBtxUX2pofB/2Dz09atf/WryZeC1wTkWtvSzn/2saXZCb3vb28TLJvhweImsZ+YrEtHX06OhwVqiU9X+jzXogy5ZBBQRxr+d+JhneZKPifPn00/W85z+2GBiPL41++/+3b/V7/3u7+ixRx7WacdiB51nHnbO/4zzvycefdR5dUO91iNan+sJNNbNs0zVoqpaf009rhfZlKlu+TBjRd0tyyuWjUIV2zRkDJlb1ull2LBr6GBEqDDfofNyv06Sa84jwtNl4gMNyAfQwYr753ku5Lbf9hF46M8cPa6x8MI9rd+5N/RF/oAjIsSHfoyveI5e05NzaE3NdmiopoHBPnV1l4arkujJWPi4AifjsRHQHZxZm3mhLTpTtS7QIiLB3yYWtm2BBisNOaOBF42xnU5bfCIircs6XNM61uOO55CPqXlO7runwic0+keEIv7X5g7+1/EY1udIY03a8j2JI9c0YKNxj76peQ5PnnDilPWgHceissxraAS9uMczWrWsCv2G1vTLIktxOjSvWoYZAy+xsfhO7HitNmQfN5jkB13CLgMX8y3PnTke7RF84X6WRZKHlfmYE9iZE3jwTdA5YtluY/Ppiy4SG+JHn3aegc0hTjzsvId78Jl50BnqJjOOt6jj86t3zItdAwZohW7Tj/MwjtAMmec+NmBudtZ+cMZx5zHHAi+KWgx4NW13oCetZXu06H3MecfP015rbnbetnA+5fErsIAvMEEHbweFFQbmSYsuRPGb4At2qucmzuuwCwbsEAPwpAv8vOnZcEIoQYQeF6AGk6FoOUGvO3mlzbnIe9QF00Muts/MzNi4NsSnWhQODENNFy1KE3HQycDqoX71W1F6q7nKTKo4iLB7UeGKXLVaiAagCwvzwuk3nTS1HDgIa+HGs46FnkZBlT4tw9d0qzpwJPhAeREUghuS0DvvvMubBO/Uj73vffqFX/xFvevd79Vb3/p2ffinf1a3336nbrr5Vv3IW97mhPJG7dt3pUgoL9u7V+vtmLt6+jS6Zkw333xLSkBXjY66WDOls+cmxB+YJ7ng79HxzRYSz/ucJOBIR91vfHyLtm2/SG99+zv0K//hI3rr296pa294va685mqNrV2nKRdij504pSk7N4Ku8y6mv/jSfn39m9/W9x962OtMmk8d7+rXtNoJ7Oo1q9TlAmZYcGFkUako93nLgdbi/Lyd07z7tx0MtTTpoOr0mdOpuIWAyUagaoXjTWJ+InXjhg269tprdc899xjnfcl5jI+Pa40d+qADySEn9t3dPSrMw0XzDyHmLQ3bA2WRq+NgpO05O24Yq7YNDTxA0DruFIGMdcR9rjuSIsuScuYY+qL0ueXDMKEUmZ/leaZqWYgj61bMT+U29tVSPXaQgza0q11YXudCyGonpOtcfF61eky9/YPKiy5VunpV6e5Tb21E/cOjGnDLvBGx0Ojo3OSMJmcXVLeyKCLBFRFey7gY3hU4gYUWEQLuCvCZBpwvOvFYcHDsBypthFa5CLFmzWrrRL+67fDKoirHnCocuBFEYiwy4xWxPJf8gZbwY9pFgyXPxzXNXVSWFVWN67R5d+jgISeRE8r8ILfTwWjcYhnc4sJOx8Hu+fNntegAespJIkUXDA1zAt+SjcGsDQfFm9Jwnjl51kHC8SQfRZHLIKWgq1arWcfqvs4Sn4FnxeChQzTwZi54OzIyqmuuuc66cLMoSNRdlCZwx1BVvc4Gy1SXAzbmAaf5JJMLhnMxGTH68WyF1szLPWBGbtg4leWpsHywNjJIoloznATd27Zt044dO1IheO/evdrrdpETWPoMWTbKsky4rMwHfFXDA7/PuZiF4ZY/uecHNmjGERwZO+CAERywGSSUQ06iNljGxlwwW2N93bxlq0iMx7w5BXwGFVFQmKCI1VKj5U0zLxC5ix+LOn7slA4ePKwj3vw4dvSEoFXDGz4NB48d60uj7v62o8CL3LQabbWbDtAd+AE7fB8cHEj63+egl2vyvjyTA6ncDrKqXgcjBKrwXlnouuuvtU27XftMGwIm5u51UWuN9QW8SOavve76xL+3v+Md+tF3v0fvfPe7dcPrXy8SkUqlgAWasiORQsvB6YD6TJtDRw6Lt/wffewxP5+25e5oyoXCWbeWZbFjeZibnRPfIJi3PwGHbjtyiobAjl3kTSVgAt7zlt2z5yc0Z50arA1pvTdHzpw7r0efeEKz9inDI6s14oA9rE9LphuOLstyZYaxUpQqytIewbolWXdKB+hN+5667UqugYE+F00X1DBMEWG9qibZQI4rlYoTlFzwsOJEp2b5AjbesjxsJ07wDox9ptuuXTvT3OCFnGxw4M19ggHkbtw2k0IGckyAbFCSLmHPz9qeL1kwosg0tGpIyv3P60WWqb5YF3Mylp90f+21g1qyPz115owqLoD2OhAtqz3WnSVlhnct6/pe1XZm0bSdmpkWuh3mOXb+5OlTKbghIN1sG4H/QVZ37LjIePao4zgxN+1apqOrkeLYbjZ04vgxTZw77XVmHVzsd5HpkDp8y8c2pm6/UprGFE94CYWNbL7ZzbeZ88jkjuJbs5nlhCQsjHzm+xP2jVPG/ezZcy5IHdNzzz+vh5wsfN8FWYq6w0Ojiqy0Hl8kCkx33nGneVZ4s3hBvd19ynNHBdaRpmOTsG0+deq4k5GXrU9HVHc8MOnNpqZhn3fAUzfNqk4AgRMeHDx4MNEfGgwO1pTnRbI92BpiE+wlMlC3XBRFIewHBTmKZ9iYPM/VcFKC/TI6aS7kJcsyzc3Nqe0El/vwt9/zL3j9pnmM7z6Oyr2XAAAQAElEQVRr2T3oIt0B2+62Mg36OXaSn0y64YY3ao03Sru6elOxAZ3EFqRgzrFL3QWOJ598XAcPsqE3kdYp7QspCMJLYJq3PX3ooYfSt/O++51v67HHHtGkdW/fFXv1xje+XhvXr9Nz3mD9wuf/UZ/65Cf1tS98Xn/9J3+kb3/5C5o4eUTrVw9q947Nai3O6Pjh1zTgeCw378qiTC+AgdfIqlXClrccYEKjJctakyKK6V6tFirLiuWsW109VfX0+tjdYzvUrUHHDGttFxlXWmbQEWBexq+lDfYNWxwPoTN9Lr7ztxHDFuSG66+zGDVt95ZU86Z9j4s5m8c3aPvWcfX39qhhunz3O/dd+LtxRVpnzboNunzf1Y7L1qlTKdXo5Fo7vl09g2NaaIY3RzIdPHJcE1PTLnxOCB0jWT7lYi06vGS/Cy2Rg1WrRgXPD1pusAHHjx8Xm270IfYFfvBoWR8Yi+8CP8Z0e9N/0bERtoI+0I9xzM09zmkr5/ztMr7lst60mDUvj544ppdf3a9jLpw98/wzjicP6dzZMyKZwD62zIOLL77I03Z04MAB6+crtr9f1BOWk7NnT9v2dxn2zPFHr7Zs3ybsLPYIeQFGEl3sN7yhMIV/g7fwBhjBraurSxGRGvQ4Zz+JrjC+1/T34o4bFlS3vpAYgT+2jznRMeYFP+4xriiKlKyga/RBb4BjwEW2NY4tWRO7MjFxTlYpldVK+qb66dMnXIB+ynY5xN+s3O+CIy+05LYFRWE734lkH/lbYgfNqz/+0z/Rt771DfVaBntcqGqZP8w3VBv0vHkqlPDyCzxjfeBeMg7AODc/l/S6NKw85xl8BHbsV8X2FrzhMfBDzy1btmjrtq1p8wLcGAc9SAShIWOhKzEGz6Alc5TWBWwysjLvnOaBBx/UJz/9KT3y2KM6nWx9KRPfOlcmHWFt4EGeaBHLvGEN+QM8rMt8vky40j+tabvF844Dk4hMnNPoR6MfjXMa54yj/fB5q9VKOQR9sixUmB7Mw/26dYe4s9s6XDVuwAssyAEF3KPeVEceoB3jmZtz5AeasA7zMA7dWHSsOuRcg2f04z54r/TjfkQkGeQea9W9CZJ8mG0v56PDI+rYX5SVir7L3zI1DPAI2CMi8ay3t9c+puL8qUt82JBj/bIok7wur9OxH1xI/YaGai7AXydozTc1r7/++rQxC58p8DL2mHNeNmSw79u2bRffwuAnM7OiUNV2kTivy4Uug5B0fLU3SH/8J35CP/XBD+ryvXu1xrHN5s2btGjbavcsippdZaHrvOGy0XHnnssv1bXXvUE333qHasYRHxzmx5L7K2s79mmZLvOCXsBP4xw6QUd4FpEry3LHRi0ND43Yxg5paGiV8erTwGBN2y7aoVXeQDp7/pw2GZaG9WjW+jHomKjqmP7uu+/SFsv+uXNnNOAYsNVuim+z5nmoNKwt++Gl+oJjgbblJDdbluy7Gm5tnT17Vmwe84Y69Acu5CDP3c8yNun4DziR7dKylGVZ8kPfcQ596MCr9qBtzU5PqmKcK3mmecOFPCEDxC+Ltr0RYX7l+tKXvqSDtpHfcJGUn1x99NGH1bLf2jK+WTudI2zetEk9tnVjtkHwkHkiQthZGvYQuYCvyGdECLifeuopYRO5nxk+YgzsErSmRsI4/AqFGeDhPg1dgF5r160znUpt275dbFgPWdaxR/OOeVkHWKBHwsk04R6wZXmexkEbnnGE3rLPfPrpJ52/9Yix5H7QlJc9+KlfeEZew0ZemG6MBW4aODRsA1kDPKA/8oLfph88GLCdRt4H4HWrJfrDN+ob0Ak9Z41VjhOYB1yST3esjN5zD3zAgWvmBXZk6A1veIN2794t5mdNfBO05Vu2yMcQebtzeQr0+GtsCUd+4eC3f/t3RPy40XEwvhC88dfoJ3L2F3/xF/r4xz9uOW8KnPD5wACswIRfJ8aDN3meCf1qOhbevHFcDz34sH7rt34rbXYlHM0j8CNXYtMaujAHDVpAA2AHr82Wr3HnADfccIP40IccR5YfdGqgNqhbb79N6NOEY7U5+302udbaFtx4042amZ1J8dzv/s7v6iO/9iv6jY98RE8+/Iga9hVV1wKIRdARGvggY8yPfBEnnHGN5xHH1mxQn3YOsLi4bA8CYGwh8ixLcgKNvv2tb+sP//APvRFxyr7zW8nuPfzIIxc2PR4ReU9EaPPmTXq3c8Kf/2f/LH0zbd2GdVqzbq3YOF2w/e9InlmOs5qS7YDFzDqaq8hy5Qo/Xf7X8VwRvnbLLc/4Eexu27kvtINP9AQv6MZ9ziNCEWFbvJiO8CwiRB9knTGZ8YIm6B8xRbdzAGTrzjvv1I/x57Z++qd1l/MKDxO0vvXWW3TTm96gSy/Z7VhmSX/4B7+vv/sff6PDBw8475hVZiQazSWv1/E6TeVZpm7bv2pRqG29bNqWDA4OJnuLTJKL4tfRQTZqBm1Lge/kyVPJXux/Zb9t97UifkemkP13ON/+0Ic+JM5bjvm//e1vp1/v4NuuRZFrfmFO6ywXG9avT3NAL3w5tOtyHp0pDGeW+FkUpe1eoaIsVDqOL+2Puxyv8TLieddx0e3pmSktLM4lW9x23tJoLKpte91yg6Yt2/qWN9nrjrGXHOfPTE1q0Xk39aVO6l/XyieLTDC94b4N+5+OE8oVHsBL6BARtllV618rNadupmPu/LM7+Q5sCvaCI3awavrCwyXLFLJAbMacEWH71id0ENzblpeWeVB3PrjgDbmmfT1z9PT0OW7qTnQYGVll23KJNxIvcw1zzHFhn32RQU4bpnnqk0XFuUbHjfs+XkAOOKUQn4hQxHLjmnWBrW672TTPGqbdgm03esh9GnkhmwC/93u/p1/5lV8RugjsfbaJ3eYN8EOjTlrI2uMiDqu3TUPu1Z1nw596fTHlHoZOZVFR0/FNy2vOuKbOGtj/c/hU53cTxM+Gs5Jn7t4W8wMf9vS+++4zHP8+vVjEzwIzFjucWabBp7u7C9Qs5y3XSBbV45rypP07tgMYgKXw+ujWadsXcMfWFNaFSqVIvDQWom5dsd51dffqO9+5X08++Yx53ee5Q1meJz6wphSGr1tZlqdcvGX+dVoddRXVlFNPTU75WWZY0L8wT6vu35Xgm59s6JXnDyRZKIoyyT60JZb/kz/9U33+Hz/vuHy7fvIDH7BevdEysFtbnDuS12/evFno6JhrX+Sfa23DrrvuumQf+BubyNCYc/Irrtgn7MYdd9yhN73pTZadXskw12q1BEdmuskf6OuDer2pSY1y6vykFqwv2IODjj3Qc3hNQy66zXtknHHoI/WliHBN5HjK8bi35BjmKdfT/uov/kK//O/+T/3Gf/p1/fEf/ZH+6+/9nv7mb/7Kx9/Rlz7/BbEXAzzdjmF6HVt2WXfKC/TgWFbKFAPjL9QJZZb13LkTsFQcF8O70jEWcouMzKZaRlsRkWhKH9oKrvInIhJfuJebn2E65J6riW2w7eC4eEF3Gcv89F1pLestfGpad72QdbCSGrDQn8YYrtvOWaiHWiVsn+u2Hw01bZsWl+bTMTLZtpSeJsSHsegO+La9Duc0zqE9MrvomiSyjJ7BA57Rh/E0ztEHnnFsuY7DPfrROAcX1gJGjlwzViiAYe4AsI/IAzTieUQkODnnHo3ziFgeajvQceOC4/JabS5TS/f8PB2N2zJsLUd+nWTLwQ0ceQ4YmUId9/snPFppnszrcR+4ia+AoWE7Nm/ez7q+u+j6Wcv2hXmAgTmBlf7gyxh8HtfYvJMnTyb9ZXJsG7xjLHYC2SemRLYmJyeTLlNPQ1e7u7vFPCv9gYO4Df28+eab0wvlfBEEHUUnWYv4DX3B9mHbxqzD+IyIZRoCJ7IM3DTGEPeyPmPq9lOsAx6sC7zUtsjl8UHLP1v+QnpxifgdmMEffMCPY9O1+SX7HOSiy3VXGjaox36WOaF3tmgFIDGDCDCGI8RYMgAtKwoKsORJmDwd60013ObnFsSiczYgjJOVtrASd1W7nWgOp6BlxBsQqx1oj7lItcrGaJ03FXdu3aotG9ZrpNZvA1px0CXlIX8QoI5yX1RcZM6ySMrGuT2EoFtRluo28BUrcdvCTsvcF0ZDHBhAMLtp07iuuvJ1uuuuu8Sbjj/6rnfrNhvHG2+6SVdceaUGa0OpuMa3xPqdMBAQF9VSo6vXaP36DYZ9rZPu1Vpt48oG3czsnAOa84YhjPOUA85n9A+f+0d9zu2P/viP9Ru/8RsuZj6WAlNot9aFRP7ezy96s5a/mwFMF198sTaRxNn4Ng17pSgtZA0dPHREFNpRBIxTW5HuT3lztVIUIujHqF951T5vjlyj3Xt2aY037bpsSKFJbjqVeS4f1LIyEIxEhDC04bngzYQL2byZ2tfbpzHjOOhCPD+xULFVWhHuQQeHCCL8pwiEUJGowHeEleDmyJGjaVN3ycX/+lLDytyxcbNiW3kROMa3bCxp7QsGgHMEjcY5feBb20bHXcSHsRHBaWrwtyhLdfzf7NyMzk+c1YINaZcd/dDwkNY6wNzmjYGduy/R2nUb1e2ie5ZVVXOBoH9wRLWR1S4KmIdr1nnjdUiRV1X35lTDTnvRx/mllmbml7S41NSCcQFHjH1E5oC0KvgA7WmFeZBD3yxT5iaFA7O2ad2y/FaTMx1dPap1a9e5kDlgWHr8rC2SM8aV4GFEWQNe0KADDZpOeyOVAKcsCweNvZb5TB0bZWhQtUzWHfRCg4hIRqivv08Yh2effVpPP/2UCw6vOtDv0jrL6nrDgHNnXeiNLLAeOCDffANuZn7a8rVoeT6bNtcbLrph+DCOnMuflSPz0CLCcBV2tAQwVZ+XxrVf6B3rYOzAgyCLJIxiAgElLxe89NJL1hkXQayzHdNh0QEDY6ALcHGPBr5J9pyALNimcI9+EZEcZ7eNMDJfdeDAOTpGUo6RxjhGRArGMJ4klcjuxMSEYa0kOFcMdLeDD2gCXsCw4GIc9O9Y1pi3VqulYI1N0nWWsyFvkhfWtXZk4uej55zYLtpmdiwHDcswMtG0zEeE8kqpdieSfCzD304bgWmD7NAhb6Qes404rbb1BdxYd9pF/tdeeU18+wy8297sb3gjtkHw7AQ/i9zy0El4oLPy/J5AYdtcLcyXXOo4mGE9d9XC0oJ40eCOu+7UnS5+YXfWrRvT+Phm8YYd9ohA8YYbXi+c17UOKF//phs1vnWbxiw/XQ6G2bwbHB7RoO13bWREl11+uV7njfM1Y+s04WD3xRdectH7oDLjy6YQ9H7lpRd11MkoGzNty2xuXmOP1JGQp7bhJaAcrA1oRd6qDr4HXDDJi1KrbZc2uDiyes3a9A3G6ZlZBwyynA1o60UXa+v2i9Q7UJOUSUa0y3zsskz4QvZzvlWY7h2hVw0nJBndQmo64em0O4LmyBfHiEiBsfyBbnXrwPz8rHLrOdcUxZmn24nGnj17HJi/IRVTcp96JQAAEABJREFUkfcJbwzi93Do/bajzAkfKVCgA+gc8tjr5Kli3a/YH+Zl1XZoQMozdXlOZD2zPNFk2OBrnhW2Hb2Gt6W64SdRY56h4WFt2bZDa7yJX/E8/M01imWvHTwofqXgnDeg2bzg1xRGx1a771b1uFgMHKxDsFCYvllWUdWwzM8tquVN+umpWS04gGpbdpecPJ88cVyVaLt19MrLL7r4eVKt1pKFq53+rhPfCj3hPnUXvCum05KPhw4esTyfEjRo1dvKrBM95suiY4Pzp8/owKuv6v7v3a+vfPnL+vj/+Dt96Ytf0pOPP6GZyWn7/dJ63e1NkZbt+7R975jlbF+yv6c99riL0wesF2ykvLJ/vxO07+rb377PsjOtF198US/vfzkVOPn5nRW6w2v4m5n5I06ox8e3qlYbtv2ZVhs62wZhc0vzBV7ycgTFP2xSx4Latl7Cd4IxbITFwzCWYj5oSeMex2bytXXb0iXRF3qU3vjmGQ2+7dixXZfwqxebNqakEznBv3ebRlu3bNPgQC3JLPYDmHhpgZ+tP3P2lI4dP6yIMNztRF/gpghIkRT8sbMEg319/WID+BLL6U+8/326xPFBtSxs208l2Hi56sjhQ5pywi0XPnq8md9bzVU4iede07LWZZs67YC66cS2vw8f1p1sJsW9wv6vx4lgx7KR2940WnUNj9QSbCu0KIsy2aiIEPZ5xDZjtYvyBMlrHQtB40HHF+jX4OBACsKhN76BIHnAOGz0puKxo4e0bdsW0zyzqrjgPzKgQwf2Oz7sWA47GqrV9JM/+ZP6CW9CbNm2XQPDqzW32NKr3iydsh+fb0oT83U98fQL+s79D+jQkWPiBY0Fx6/8RDAJ/7QLlhGReIaud9uGACcyAJ/hvR+nwjp6jj/BHkzZTsM/eL1o2S8tQ4yDBuhYn/Wd49DQUKIBc/EMWWCdRfs98F+y7+AYltHjTkhOexPtuPUKnYYe+NAzvsfaxDrYm0OHDurhhx+yDtyXiq3Hjh1N9GYToWmeZuZNt2OjTZYzNndK87M0XtjMLvsu6M+ag+YB8g0M3O83zMj8+Ph44iewAjPxMEdogz+MCIHX9u07xAYw/N3gGH7l3o4dOxy79KWXcqDRfS7gHLK/e/LJJ21Hzib5ZczAwECSyaJgw/6g9u69Qt09VY2uHtGbf+QeXeLi5qWX7dG27Vs1Di6bN5r/r1qWzwg5Yb77vvNdHT9xUs89/5KOnzztom7TsOcK27emdXJubjZ9M63ljZ6Z6SnH8atEcXuD5WvOiSO8QEbBH3zR22WeLiaZ5zmNPkVZJN/FeWl+06AjMg1t1q1bl2IFZAY+RYRWZAI6Mz86dM6bU489/riedLy2YFtLkbPbtL/ymtfpddddqzvvvUe1kWHNeoMI208sCqwRIeagwbOISPRjvYhItgH+0YA5Iwkw4yi8tm3vwucRobAv7jjnoOW2gcDWtq3Lssw9ZPqFVj4r91au6Qtdmb9jj5zZbnQ6Lfupus6fO6ujR2ynbDuRb2AGThovu0EfbNTKXMyBr+D5yj3mhna/+7u/K+JGGnEj/eiDHkw7RsYOwSfgYR7gR8aYi3Pu8TwCXJZpQ0KNvcQn0Qc60o9587wi/GRZLTXnTQ3kgZeB1jgO6VygTcdxeMOxQWl9Yt26c+K6i5wPPfSwXtn/qm30ccELZHvSxWfmmLPvAyfko7enS6VtZtuFoCIP270p9fX3a3jNqOY8T6eSacHPHnnicb302qt6+PHH7N/OaWZ6QmvGRnXKGyLjjtsuuXSP3utNAb55wYtW9933XfVbl7I811Jz0TqwqKKaifVpK3YIfkSEoB04L1n2IjL12cYXRWn5kdrOibLIk5xhkyLP1F8b1CuO5U6dPSO+cTYxPZmeE7fx95pvv+N2nTt/RtAfWzXljaFLLt1tu1c4HjiuzPao6c2IPKRe63fH8gdMP/KWHxF/UxD7Ao2gLXDxHBqiK5nX5x78og+yUVr35q0b4DHhzYH9L78k/kYy/mtmaiLpBHN1HMvMOldn0+Kd3qx45zvfqV/4xV8Qm2BV85A+0KBln/e1r3xZJ44esa2YsY05qIOvHVDHOlN1jNXT06OIEPaKNTPrCTpPLI0NRY5CYdsyqn379on+4MQa2ESKRoyhkP7f//t/F998YSP5W9/6lu34w471jyabCH4tw1wzvTkyhiP4RngFN2Cu22fwbIUuHIFhyfeJT1mTtclX4D8wEusT43CfPoynQVdovcYbycDNNf4B/8W6rM847ByN8awDHar2KfTjFxTe5EIzm5A8h3+MYS7g4ho4gJOxyCH55Sc+8Ql99KMf1dFjx5L/xbfSBxux4FgUWSKnYw1gWX62WmvXrleWVVx7mNKuXbv1a7/2q+llE+Ie7PqwawJTthEnTpxw37Wu4axPvEFewXGdY2fWh9680DY+Pp70FtoCK3y+++570q/gXGd7/G//7b8VsE1Mnnfc3ms/c0Jnbet4EZB1mBPYaNgc5kG+n7S/49u2Tz31pJRn6u3vEzLPyxd805P6T7JlZaEly+BaF/ThTZfp+tWvfkXnHctj+2tDNRfmF63/p/X7f/AH+oM/+mM99fTTpoFsHyZSbMKatENHjoi4cHZ2NvlINv3BCdxXYuNZ+8HMMkwtLbNMQTc2GNCTw4cPC7jI17G9yPGVV14p2p3ejOSbzok/FzaN4DHxatvIc253oNw5aVh32s5b6461WH95vYqSPLgv1+h22za16XwVu8J4+pIn8hzZ45r7nLfcr2X98HBFhH1OUzxHNrgfEUn3WYPx8IWXrz72sY8lv338+HHbo1O6/vrr0lgK6oMD/a6BrXaMWWgbtUhvFm9ybPC4NzH+63/9r/rYR/9cD3//QZ2x7T1x8oTmvalZdz7bdjzRbXs+4PGsd+LEKeV5IXRgzjHH1NSkyAl7e/tEfXRxoe5jy+uUCYZDpnPmWiUy/tQTT6bNa+bBfiA7C/ZBf/anf6rf//3/rhnLMvFcpcgs5+sSnJUiV1Hm6hgOxkGDhn3T7Oy8Zpwr28lDJtv0tqARMM1YJog10FF4z7Fj37bkWHTO9rRuf9ZyzE8c2XA9r2n+tf28ZbqjK/j0pteo2v52uWX28132lya7YSkSbszZ5c3barUwr4kn2sJu0OAJsADnkuVi0euVXWXyXdgL8CiKIvkn+rN2WtNxHM+hC3YXewA8c47fsCesGZE5X+62jR60LWkmG9zT02vf1q8tW7aKF4f7nFcURSk+4CmFwuOarrFIxqYdsjiKD3QB1pUWEdxebj4FF2BcOQJrwzUa+gPTgvWjNI2AmXstyy0xTM0xN9foJ/0Yj46n8aYteLVdG8myUMU8hk8ynVmeewu2i6yT+caxw0fSt9f/v//tv+nP//xPFVa+e+652xugParY2bqLj7nKSsVy0LJcTLt+0p/oBK1Zi/WBi5gUfPAFwAePgD8iHEeUyrOOFhZn1XQNgE2sLJf5bbtln8NcxDdnzpw1/Qcs92sNcqjueupgbUjDq1brK1/7hr53/4OqdvWYN72KrKLS9QebCcPlWoth7HJuQnN44D7060mw8kuYZVGq7ZgVeYB2vNyAnG3ZukVZK9epY6f0musLV199jTc9b9QHP/gh/W//2/8u6EWdYSHV6RZFXaZq399jn16UpfOX1+nW225Nv3jznve8R9dee63e/va36xd+4RdcX79evAz3lre8JT3nBZrS8QAyit4et3/BL8Bb7kFPYMPm4gfMDg25nlVWShXeaM6zzDFRVXwWrN+l1weW7du3i/z4/PnzyU+x/tvf/jZdTy3uhht05RV79YbXvyH1OXH8hKi5HPU+wZlTyzHX008+qYOvvqaO6dO2nHVM1PAipdes5Lk4jwhVTPOm92qQfeQNPrvbD/7Bx8wwgg83eU6LCHE/91wrjeuIUERI/MtCEcvNJ8ryXJWykDxfw/aD9RiLXDGWJn9YC7o1gdvXEeH/W3wsBKzNmEpRCNgiMoVyZVFRJS8SLTOv27HStjtNyfkI/ZAh6Ap9uabBH47Mx9od90bv5PUiwvrRTs2301orfSOW4QH+FVjBgcY1/ZmT/itrRCyPgQ809IvxrEtfjhHhpUOcc29lLPNwHRHqmAaM40iLWB4T0g/G0j+yLMEOHdEPZI/Wtt1suXEOvDRgZq62ZaQsSrEW94GDudq298xD44Vx4uBHH35ET7hOx4tadds4+YPtmpiYEGOxcchvRKRYhE1L7tPQB3cX+KFzrMHcXPc55+UaeCIsnxXsVFvQa8W2Ax/xLH51fHxc1DN27dolYnjWZE6ONOISYAEX1mQO5sZ3sFZZlmJtYKp74xj4IiLRknXos3p0tWsbw8qzilqui87b3s45h0BfmQt4gT0sd03Tdt56POkaOD634fo8Nm/JvtOsU9a0QtIRBkWEskquSlmIAI9kk2PhaybNcy+IEiCZMvPb8idU2uD0u7AMopU8c0E2U7+N11B/v3r9rLcoVXOBd6Q2oAFvhvZ0lSqLXNY/ZbmEU8jyjvJKuGXK/ayaHHTVc5dJiQrPUbGx6OAAWd+wAhdJwd4rrtB73vNjuvfNb9Ftt9+pH3/fj+sdTqTe+KYbdfXrrtW119+gyy7fq8Gag1Rvnsw64Z13sEORra1QeN7u3n61Peeps2fF34p4+tnnvFn6D/qDP/hD/f2n/15/9id/pl/+P39ZX//q151IvyICZ/lzzz336N/8m3+jW265xUb9TSKBw0ADF4aX4Pn06dMp0F3w2h6SkvcFBzRLdqalDX2lLO0+M7cwvtUEJ8WqTS4mbR7fpLG1qzU4OJAcTrVaCqVZdDDU8niMKYV3BEX+dNlBFUUhgtZFJ88VE3m7N0ou3b1Hq11g7jh4IkBiHMIx5wCFjVPeWjp48GD6uyEE1sxBwvTGN75J69dvtJPrMb8qCb4BJ/K9fb2+zr2iTdoFhQQGlBP2IIjpHClzrzzLVdjJZGE86WC6y/TODV/FSpW7cawUFTVtjOccxC654FAa32EXmtZ4A3nd+nXabGe6zsFvbWhYhWWr6gCqNrxKa7wRNOrNnvWbxsWx9P26lWPWm6YzblPeRDh55rz4ttCEC8d178AsmRYRFeWGq2pHzze9ul3oLixrUqa2DVCWZQnPLAsHbUsOMOa9UdowHUp1O3CWlXDG8nTKG9YU+Y4fPyZ+HgnljYgLYzPxAT+CEAwBRoKku4K+uahCQj02tsZ8HtSCA7OjR48m4zrk4iz8H6oNasOGdark4UD/tGVwv9eZdbGiV9Wy9P1MBEbrXOCr1WpaOzYm3s7cuGmj2GA7c+606VXRGifRvZZ18Kpa9jhifICFRCoiBJxJl60XRVEV/VetGtWmTZtF8kcyxlpTU1NO7qYSLbjetGmTaVQXCSVF4UMuqILLD8sC58hWbr5joKGTIhet6cIOwfNygjxs8YiULNGPcRg/YCQYwcBicIETI08iyFvNfAOFdfYyvsIAABAASURBVFu2U+CBIUUPkXPO2XziiKzSp23Z9eKJ1pFn3oQf1cW7dmo9MuZNgSUnGBQRep0YV735V1rmIsvUdADcsu1sW0aWRTy8MdJOrWMZb/o+xaFTp086eJyxE2qq47Vyr9Fo1hNuiw74zpw57SLBhGWqKfRZniwU5mehjudATwvrhtpS04Fsbisx6CRhZHhEAw7UgSn83I/9JNPY+rW65vprtfuSPeobHFDN8rPF+k/yzLdRcUC9Hg8cOAbkcdDzQCtoTAO/LPdK1lMSMjYl+JbolPVmyo6mEyFs7lVXXakrrrhc1aKi/d5MPe3kEzpD7yUnTm3TqOnNzMyQgduEC2FnvFGA3LDelvEt3pgZFnaIzaHIcvFt//W2N8Mjq7Vt+8Xaufsybdy8RQTlafO6KNRl3W53TG+3SlEKmP0/WWGVGTbWjAhFhG93vHonyTT9WAu+F55H/nCemZ/A0zZ/fMs4XSEKZ0t2ktCnv78/BeXYRewrOpSbPgTq/BzFKW+KMJ65CG6W6i3xLUVgLCwv3T3dKisV9TkZz8JgWm4yZVryxs+5sxMiiFm0rT57+qwmJ9CnqtiMg1esN2HnPTs3r56+Pm2wjl1mf8fPm46MrtJV116j69/4Bm33hsbIqlXacfFFGrGuUmABn1nzq1IpNTkxk372OcsqAkZoQRF5yUWdcw6SCOwXvNE0NXFGubOCwwdeFYXKhYVZVSq5xywozzLLZaamA5NzhnVszZjmPf/UxKQmz51LBcmnn3wq2SZ+1rdpOnQZf3Xaqg30a6eLF1fvvVxbNm7SOhfI1q7dYBkesh2bt3/cn4oOyMacfdKibSB6fNobq+c8d69tLcWKEfuw6667Xnu8Sbl69VpvxIyp2t1l/WqoSLIggWNEJvgBb3t7e51k94kP9MSGwH+eRwS31bIvKMtSVdtEnsFP6EcfaEWjI9foDfOu9OtxMWzQ+PG3yobNg2H7piHrFD543n4a+pxzMW7eOHWsE3XTj4Sx47Ur3oCdcyyy1GirtH2Zn18UMC5ZHoAb3WzYz6NTyCLX2OJLL7tc11x7va538rXV+k1xneDuhDea6D/rAk9p37nFNGezK9FuqJZqLsQEaIUsjEsOliOrqK+/pmYn1Lb96R/o1fzctGU2N10Xzfs5lWVFmfkPjaADdr1tfUEPwve5B15z5h2yhD5DM3BhY2Wr4SAgRqax2efMU2gNbMNOwB958EE95g3Dhx+8X/tffsGbNAetL1WdO3tazz//jDauW6tdF+90AinNzNV1emJORc+AuvqHFJWqTjqxP3TkqHVdWv7p6xnl9l9N27A50/SU5XXahafFhaXko5ZsS4GXWAhcztgucU2DjuABr3t6+lLC2253kmzk1vtexz5Vy0mtVksxGXgOOCaCN9gKcOYefTnvs97SoB8ywz106v7vfU/HvZEKveAZPIaOE9ZH+h53In3gwGtajgXkYut55Xkm4octW7akJGTAc5+2/Zl14Qy5JC5lU6i7p9/9JxPPuI/OHz9+XBXbIXw1cBKDsibx38TEpCKyFHvAY/ADZuCCDtBozjJF4YAiA/oYEQl/+vU43md+itb0ZT3GEr9AC9YDZl7g4SVD7OvOnbs15s12XmqYMfzQpmnfiKzlWQj/idwQVxBHty1vFct02dVt+ziin/jAT6WY/943/4je7Nh/w4ZNisgTDhPnzotvn0EL4AFGxsNffABH8ESnIiLxlvtcL8Nhf21dAHZadkHGIyLZawqSS9ZjGc7Sucqi/V23cxtetoo8s7vueJOroUpRWLf6dbnt3u7duwX9mb/P9qLpOHfHRRclfQcWaN7t+D23jHHOETiRCWCDplzDa2CCL8gxDVrzrOWEjyKUgN0ymxlexmeGnzXCF8xLiwh364hnK9d+LOjE/BHLz1mHe2W+bAPoX8lyrV+/Xv2WP9aenJxMdE/PLGPAxDiul1xIjQhxDey58QMW1mA97PF73/tesdGBLkAnaBQR4hnnrAFNCs/NWHBl/YgQNCtNZ2CgNcwX9PrN9745/TIHcoR8QkPszirb6DPeKET2jzjOZj7iR2CmkB0ROnz4UKLDgvOQsizUbd8N3GyQffGLXxD2YtSJ+Pcf/L5pMKAjh4/p1MlTF+LhaopbyyJXn2Wi9IZqtczVZRg7lmHymHAcf3birKZmp7X94h3aML5RN912i9asGtZgX7d+97/8pv7yL/5cf/hHf6BPfPKTuv+BB72BeV67XVggjkPPTzuvzBVCZtv2sdATXBKvyjLJFThBK17UAP/c67ZdkKdvr/1iaf+MvZuZmlHLPvCb3/iG2PBiDjYB0enD3rBhLWw38TU8hRfY+M985jP60pe/qK997cv62Mf+TJ/+1Mf1V3/1MccIizpw8BV945tfS/EtdPut//Jb4qURaAdM+Hd4gG4yZ7f1umOZ7bIOcB97wZ952OyYZ9QxDTYE24g94/nnP/95PfXUU/ZplmHzjG9sIB+88LFp87jz/uuF72GtimUXWYOHHMlhkB+ukTfyppHhYeHLZRgy07XjOA3bS0yCfLBuRAg5bngTHF0uTWdkszBvOQIj+NDYdKRI+3M/93NiUwp/ERHiyLrMd8wbi9AfO8l8NHjDkT4Ry+vBDxp0Yi3oj79hHeBZGcO41aOj4n6e5Uk2WA/5px82hDlYG1rmeS5k6eWXX3b8VCSZgV6sxVwrY7hXcd+G7QtjwBv5YS76Mi/yRX/oADwRy7CvXj2qzZs3p2+h8iLnqPUPHlQte/RPOl4WKX9dWZP72G3kl3v4AOzD9a7lFEXVMfqV6VcmwM2mToP2v2uc29Zth/fu3Styw4gQL/a85NwEmsFH7AO2ho1EaE4/YEO20aNRx9TIxc/+3M/qxhtvTP7tTTe+SXffe5euvHJfoiswQX8a/IYWjGUcdJp3DAQt2gbslOOKwv5hyXkQtoYXRYCFHBfeQ79R82vfFVfpjW96o+Dp8eMnNcu3Sh0rNp3H8vdI0T/4ha9WZKo7JmT+nv4+vfzaa/ruA/fr0UcfSfES9oF45IRji3O2c/AjbB8YP+JayvGjx5Lthl7QecR5Lt+QpHZ19913a4U28BV6Mh4cI0LAy/0Vv8J523YjHGhl1hs7FGF7mZcGjBGhyELKMinPHGe2pVj2LcgJtJI/0I51mKNl3PEbNO5nHgvd6YtNgg74CujOGNZCxsElOpkOHjiUXvyd8kZyl2s6bIb/1V//te779jf13e/ep6985cuOqw6ryDPHlRfrQx/8oH7arWY5+ouPfUz//Bd/UV/6wuc15Zw1N6x150kLztexT6POTXc6FmVNXmxcZXnu7e0TcAELrcc5KjZlcXFJ1Uqhecc3fKEBWSN+g/fYz7rjUGzUWdcdhxxPPvjAA/rN3/iPmjDfuhzrEGesXTtmvzJhCnXSC+NnXWtq2McxLzEO60GjJecM2MWzHjthuMk96tYHg+/4vVSeh8neEfcWXBSmTgVvFVKE/2d5xfY5eFFpHZM/bfMUHvnU7MvEf92mZ7dzHuw0uskzWtu+DZo0GksijmNKZJ1WqeReo5P8Yt3PZ+dnNet4kjwkIlL8BR7wDx3AJmDDkIVF10rhe0Q4H2mmxrpZeE7ltlndbl1aO7ZW6NHOi3dZb/u9XubhHR/jBy2LTMCZWZ6YA1sWwfMs9ZE/4EvzafpHPMUYLiLCuDWTXQWmHse92FLqpy+99FKqfVGHwl7xQsu8cz5sDutAB+bJs4ypEhxcQzPm4tjp+JHxkuGsOh9U+Np8gafMj8y89OKL+vKXvqjPfeazjlMOWN/qatm+ZBGOweadF8yZzosiT/E0qtr+ILtFWag2NOgay0jCAZia1t3BwSFhR7mGB/KieRYqXJdsNZfUsq9TtBV5JHoaHK11/v6v/82/ThuR/KmA22+/wzZ3k59n2r5thz7ykf+kn/rQh1SxfzzDSyK2Pw3LBzjlRWn4Gl6GfGNJ+JQZ52a9vf0aHV0jfvb8f//f/pV+/T/9hu69+82qDa5OOc++K6/QL/3SL+lXf/U/6L/8l/8iXnp56cVn9cD939YnP/nX+qM/+qP0shLygmxvWL9Bl15yqc45937llf3pBYavfe3r+uM//mPX9j+nv7Y9IH7hBQziEuAoDe+CeYY+zdmO45sz8wtbQ24DL4lfsMenT54WG04vmu+87PKK7XDddnmtc5qw3ky7ljMzNS35HD4T+y5Z35mbddAf5Bx7MDjQr63jm3XH7bfpxhtv1Nve+iN60xtuEH5tzLVc4pW6c3V+dv9799+f4p5J54lL3lOYMn1nJqeFnPLiIH61u9qjLte086wi1qYhXzTOafAbH07rmKlN+/a67UrDONCPe+BOP440+dOxfESEIv6p+Xb6F5abML2UZwq3vFKxvjYsFx0xDzrAkc7M37JMpGY/B0wRoTzLRJ/UPJ5jluXyE8k1ClqE1/ZaHbWUZDOTMl/rwiciFLHcsixTxrmP6PxKy/M89QEOhuV5Jp5l7keLyJTluSKW5R6aQB8a54yL8BqZG0fJOlOx7elJNIee4ERfjvSnuVuaM/fcrEdjPe7Tb6U/59xbecY595rOGzlig2nMyRji95U16bvS8FmZYUSeJywzyCEyzhzYWGxuf39/gnu99w92eLO/q1rVAW/YP/row8mmMD/xE/4FXUAPWDci0nPy84r9HP6NuZBtjlXPg41E3sEDeHnGeUQkOgHXOdeD0CtgY62K+c449AP5x7bjZ5kTuBmPnrNnhS9l/ApuESHWjYgkR6zJGvhn4i9yEWwp/bucc2zdslXoF7TghaKGa/6TkzOaOD+Zcn3507Gcsh51TXIB9jiImVmfHIFf4s1wrLL3jEzK7PBAGkBApigryny/bUMYeUVddqCDNrwg1O/NUwwwAOQwamZakzZaCw4aWnZ+9XR0IJFn6u/tdsLZ60SlqrIrV+7kMrKOFBItMh9YyMi3bHga3vFdcBCCs4VJaRfYRt+P5FFqWfFb3niZ9ybW0NCINruwtNobURQmtm7fIf5+1tDwiNjUmCFosFGsmNGFA4QeBz2rnASvsYHqtiNkTtas2xmdOnXaAemj+tKXvqzXLEhV9x/sG9DoyKiN3B3JeL/jHe9IP3vym7/5m/rwhz+s66+/Pm1a4TwxFAgZRMcgRYSKotSGDRt13XU3iMC9LLtUVrsMW0gy4m4dG4iIUG76V4pclSJzy5WZrvAHwSfoYgN1wbh0zI+Kha3T6bjQuWhhXkhCmWWZIhBQQpRMpZOVsihtazoO5uZEkI8xR1hRumkHmgSlCCOOgnvj4+PpbZ3LLturrVu3a5WTWIQ6IlNRlup18J6XhdpeOyIUsvRY0CIiCW6e5wKOLDJlWa48q6QWkSWDKoWAPbWiUGll63LynOVZeltzxgEWhSn5Q59e86jXPEPe+vr6VRoGBH7WdJibX3Bg2LCxbjrYnNExFx9Puvg+v1jX9My8piwfrlGr7bX5VmoxO7XJAAAQAElEQVSlqGqgNqw8LxSGrbCzqZgX8CNMO+gJbVpOoqEFR6OpiEit7QCf+/QtDXcnpPMOWpNCOSmGT4VxAm5w4pwj9EOnuO43/Wq1AfX399p4dSk33qyJvCA3/f39pvkq8RbW1NRkCmQGvCkmrwXvoGvDgT2w+paQizMuqkx6w4XxrE0wOjRUs+zlOn3mlE6dOqnM+PEMeBp2llxjlJgHZzrqhA74oDE61We553yzk2CKDRQoeGGAdt111znoWf0Dutd5+8nOEEN76tSptPEELMyHjVjlZINGskmDHpFVtHl8q661XrBBCwwDTmQ2W/44h8/AGxGJ58AJfWnwYNkuzDiYPJzWI7iRPxHhQG3J+EaSN/oDE8Euxu+Mk9u8UmjIm4wbvGG62fiNe1MvnXvt9S7I9hj3ARdWul1sGqzVtMoBHg2b0uN7mW1hxXNU0EGvif1o2D4BlxeFVepYVjp2eulvFrog1zTPJibO6aw3TyfPn3Oid1ZzLqTJhS14vfxGr2wjezTkNXnBZKmxqHq7bluhNGdX0aVqpcsy0dKig7I5bwyY7LaHbbXdY9iFgGvNmxtvcVFu7RqRwLNZ1rGR63PRE3g58pPU0HynC3PIG/KX57lplgnaVIrS53nScfAK26H+wUHCFm9UnNO0dbStTrI7hw4c8EbYyzp05LDloZ7kWf4UZak+J5SDXrffessa8IJj2/aCNu+CwYQ35NGN0dWrBU8pZl151dXpJ6T3XHq5Vq9bbzk2zpIq1q2sqBiuEOPbRn7JgW9ungtFdZ/CfXjmU2WW+Yjwo046Lw0T93meX8A3IoROcB/Y4GHE8r1qtUyyBFwRIYoUyA3XzEVbtWq1eo1jpVJ1ErOoyEvboeNCHpmrZf712YZ1d5UqItR08MvPETbt4zqmg/ctbcOaOufNoHP2n5OTE+rr7xF8qhjXgcE+XXr5pXrTLbfq2hveoD2XXqZtTuT5+7aX79tneza4/FPK9pcRmTrtEJvRyPScN2DPO9AGPwL2nTt3Jl/V29snCqTow/PPe+PKtmvG/vull1/Uc88+o/PnzmjafDl69IiLDRWR0E9YZtEd3lx72cnDKW/MvPbKK5o6P6XFuUWN2k9sdHF98vx543LG4/L0rflTp06Iv8m6aeN6XWTf3NXVo42bxrVz125vpA4qIlKihGzylvzLTnqOHD+mjmWOQAqYd+y4yGM2pbeNL710rzZt2a616zaLXyFotEKTLgRPOWnJsorny9xChXWTOSOwkhK8qtpmD1qOsSVnXbwgwOIcmUEPeJZbLpAFZIcx8JBr+iE3BNKMYwwBJ3OyDjRiJX6aUeiG4w58ddO2trBf9y11nKygL6++dlCnze8Tp85oxjo8782GyZkZy7RctO/Rju0Xa9PGcctFXdhCii091iV+QWRgcChtJA0O1uw/erTgWCvLc1UqpQ4cOqyz3kSytCuzj1vt4iKbO5PT05r3OjMzC4qsopZlpNk2VpGrdDCJb2zaghRdhZ/VNW0Z5C3+ubkZTdi/RYTwPRQNoAcN2oA7OjNvPwx9OOcZR663egOVPthe7kM7klaCzwkH9SdOnEjJ6Alvgj7kzYLHH3lEX/vql/WVL39JB157Vce80dHpNPTk44/qm1/7pibOTemh7z+mhx95TCTdW7ddpEHb8XW248Ry8BDdHLLtftPNt4hvBUOnvt5+ldUurXFRaq1lFB5HLOPUME/kz7z5RSDP8bxlGPj77YsjItk5d0kbO/C6x/ocEYIG6BXX6CtHxuFf8X+cZ7ZB4/Yr3Y6dkRnWnjGvuwwPm+/cpz/zcux24WO4NqhLd+9Sy0UnEh3WmLPNRY9Lx3T4s0HLMesRR3DdNh5nz55Xbr6fOTMhdKFwrBmRJ7vKJju0ASfiPfgZEQkneNHX1+uig+XRsE26CFAtuzW6ao1W2/dNTk5q0g3/vN70K21HgRX8Dtj+k1y8RiHBiTg6y30a/GbMnGM1rjlSfJyyvs66eHLWRcFOJ3MsNCDw6R8YsLz36bj5fu78WR3wRjKwfvGLX0w+b+36jbr+utfr2uuv0+VX7NNVV7/OG0xTGh0d04Tt0MSE5dyySDxy2pvnyPySY8Gz1nX0CPrToDV0QDarpjfyGhHpJceEm4sWHSsIb4Q3fa52R+FgL49MHfscXvTAfi+/MNQWPIb/Y84p4Al2gjWYH55BE85prA/t8IX05Vr+cI95KvZfEeE7UkSkoh20YyxzMYbjrGkKP6Ep8sR86Bi40Fh/peFngJfnzMU6NM7lD/d9EP05cp85IiLRnfvA13ZMk+eZ7FEdfyw4dGlowDqCD87cd9QxJPIMrOCVWfan7Ecq9mMRIWhbc2zDGjxfmRf5g0fI8aWXXirwQ3aAg77Al9vGARN5B88Zz/Uq53kN82hhflHd1qk8zCP71ar1hPnhMzDBE8bQFm0zgXHKst5n+JkHOYO2g7420tpofzU1eV7YgyUXqYGh7hiOlz/4xtZ5+1Vgxn++6lyRwuk668Yq+0FsJzFd0zmlOk016ou2a1/S4vyMiizUtExWrJfVSqk1zkWffeppffTP/ky/+9u/pRNHD+ofP/dpb84eNB1K60OPyInmlha8eXRc01MTeu65Z9JPuJu8yQcs2s9DW+gNnX74HLjBlbil+8JLR/ShQRPGtC3fpeXuIW8ML5qOV11xpRqG8aXnX9Sf/NH/pa9+6Ss64dz4pPOMYefCpePQd77z3XrzvW9JMJ23ro6MDOm9732X7rzz9hTbPvrYQ7YZE950PqXPfvazwm7gy1f4wUtobfhkn4zdleUDPUEWkGV4x/OGbSB5asO0bzue3rhhvR5/7FFN2i/d5E2uG5x/rxpelWLNbtvYvFJRbn9blkWy23XLRt0++JzjF+ajoV3IYcP3z9vW44f4+3MciYlo0K3dadu2jKbCM7II7MhOkkniN8ecJ51bYf9Sf+PDZjObxDTgYQ3kC/zZDGSDFf6AH3Z9lXMj8CWPY17WiTCEHSm3zMMfxq+c121jlxz7k6+j/zxbGUffiLC58mDfrFjv4D0yz/iISPaEObDLwORuaROTjR/O4UVECPiYj7WAF/vGdR/5jwWPexGRYhTGcc1z7BF9wYMjNH3sscfFM+gBzMxJy/IsjUf3oCu8QaeAr9vx8tzMlE4eP6pzZ0/rmaefFrDhP5gHvLE3zMc4/Afnfc41oCc/v/zNb35TyP1m53jwG9ty0UUXJblArzPjwVqsDQ7wlyO4z9u+wjvwYF3WYE3w5B6Ne8DC+aT9I0V0Wp/zAWDAd7M28zN3V0+3+muDOnD4kE5Zl4CJeOhv//Zv9YlPfkJf/8Y3lF4qcj0E/3j+/KQ2jo9r35VX6XVuw7UhbTYu3dZjYAT/iy6+SHuv3Ke77r1X+66+xvnAsI45rlqynBRFqS9/5Svp73H+9m/9lthM/M//+T+nDR/kHn281+P4m73k+KtGVtlWNZK8Az/4Qh+O8At6gAt0A3doFREcxDV0iIjE67b9JDLdNBzcn3N8NW17S7yKrlOhQmfkD7LJeI7whbFFpbDt63VuMCrqK/d7A4Gf72Z9dIs/cYH8kpP8/u//fvo5VWDtc26zY8d27XT8tMY1wT2XXa4zU+dVc268w/nPSef/n/nc51wvmkq68PL+lyyDSxpxvaS03dize3d6YWWNfdknP/7x9CcyDh48oIOOR8P67n9JN8hTxzdtdny02nHKAbExvcnX8871W7ZThXUvz7OUG+IXtrjG0LF9KGxnq445kFXkE3wvcn5zlfnLzy12l4WOHjsivsW9yXHtsO3q9PSkdeCs8+z9Ou2cgXwys+xC15bjvo7tN7Rs2EbOOU48l/LISfOxYVmfV9PwyJ+WeeKD4c+VZ7IPn7era4rchPtSKCJThPU/r6jjfYp2q62m6zvwJ8ty4XuxrchfhPtr+QPtgQGYIkJ5nqswDbq7q6ZzNfmpinGnH/FKZvj7+vvUZVmOPBP5/yZemjHd0Z+GbTNzKZRg5Lx03FnFxxs2cGm65gLd99lfvf6GN+q6a28QuWJPT68i4ZHphz/g0DatMq+9cp/zLMuV+V645Ya7kuV+HGLNldY0nZecpwFX7j6szzNeLpyzreCcjc6/+7uPp3gb+hATUGehL3LLGp445VLMFxGJTtxnPP3wORGhRefzyLbR14zt4Oc+8/f65Cc+rinnZuPedEP2N2/a6Np6r2VwVPCl7jjDQ0Xc0THzGpYH5oXBvY7vd1snuu0j8QnEw23LI3CwzqJjInQcX8aXfuz6VDiXyKNi3vUqz3KF/xtyvLXJNqjLeeMDztnOT0xqzJvY1174hif2db03Mfl28Lve/R796LvfrWv8bNcle7R9xw5nmZkK+/zSfM/sq7dftFM7Ltplu1VLsVbd/rpRbzn3O275KV2D3prixi7bRGwWcA4MDCbbMDIynOIKXphhs/T0mSNaXJrWpz71Kf2Z46nPf+HzzhUf1hnXJKl5bXU+uuOiHdp7xRWCV9gU/BPn+195VceOHRd/ugp/BE14wRRZXXCNqeY8s8d5H3QDhhPHTyi3HOwwTvCCjZpHnL++vH9/qq0cdg7z+BNP6Gtf+aq++Pkv6PTJMyKn6LNsjjg/BZ/C+oDsREijjgPWjq3Ww49+X/d97z49+vhjmpmfcyw1KXzeK6++qkXXy4Dn+eeeTZup2MUsyxN9kJ0Z51XzrntnypI9blo/WIMW4UVkScCAXTjC/5ZlgLG+leS9meR8yTaxbjlqWvdaaS7kqONOHcevHRuMtptTIilCEeHDctMPfVL/8I3c8PjYvrB2lmWJdn6S1mTu9MzzABPXEZF0MrtwjIi0hoReGg/XMCJy+a74+LGcpLm13Qyh14rwUzfmZP7wuvInIpbn9jWwRIT4eEiCh3MatyMi9Y1Y7sNc0Khh+1S3b6O1TGfuYyuRFeKFlT7Yd/rQnwat6csRPFfWjwhFhPjwnMbzlRax/MydlFtveM466CznzG3gbdsr1psiHXPL58qzPMs14Pwa/WcN7BPyzJE1Ehx+AKzYB+wW39C+/bbbtG7dWvu3Ue3Zs8vH1Wl++cMYxmeeOyIsnwtJh5E38EeHgDFiGXZwhj7oj4cblUi0xa4DF0fGAjP9frjhw8ARfYGmEaEx59voX5dtwzlvxrJBSm0JHcmyLOkFcBBTMgZa8YyGLVlwraDiOIMYHHyJD0dGRhJcxGtt+4rJyWnX6RdUyQvl9jt121RyFMYzD34cPNlczeatsACZm/B5nllF2qo361qsL2ipvmTjZ5XIQm2MsxWtZSubGVDfQqLVcmDfsLHJnWj32HkWIct0W91FqQEb8FptwEXPHlWrdlh5mN8dF+xabu00t0Vf3hf1mi1RVJx3EjfrhG7OiM6nb2zYo2e5mjh1K35Pb5+RzdT0eqWJWPE6/QNDonDUtnaH8Wg4aODbhx6iQQegNW+4ZnnhdUK5+/dZqCjChYmDklUqpTy1+BdGPAAAEABJREFUCzpDuvKKq/TBD/yU3vLmt+i2W29LG6Zvf9vbdOWVVybDzhv1a1ykhDkwG+GDuDTOoWXDiRaMYM5ew9vfP+D522pxw4TL8ly5165YKfLUMuWVsGDJuJms1uoWtHYy3iEQMq4elhQkjfH4lnFkLY7ww1xSw0q9aGfU8vi210KQgIXAmr7AR3+eddyH4IAjSoVD2Lhxo3HcrvUuWrEO+DG24iBmaNWIRhyQdtkZ516fFhHiWBgH+ud5xfDDY+Og5Q/zs95KA1Ya9xWyDLS96VPXogsWrEU/njNfYWdDq3g9g+tAv+lgYkbTDspnXUAg8TjpJP+Fl1/RYTtC17/UZWfFsd9F53473UUCIN+oOgirGL4ZbzrOzcwKuuRZYXkPzTtwYT54iqLDJ+gED6AbdIzIHFT0pZZ5Hvm66XkjQsAIttC3bp3pWEfAg+s5B1o07s+5OD2Xgt1zLkKcSA6rNG1p4IwiVxzQLy4uiICIjRWKUWzCzXjjjTffOxZq8CDgm5udFYaCgI4NDgKK/d4QmXXwddwbEvzEGQqPscCQzhkWrsGTNQkMMGI9phn0qXmjeWho2Dj2WBcGtWXLFmFgdnnTbdxJ3Zo1Y5bjjl56aX8K7Hkbg8RmvwMI3pjCuUMrgmHmpjjCOqzBZuXiUkPo6NT0rKZd4O+YqcCEIeQ8IpxIHBf3mCMiBP7AC305Mg5D9vLLLycaQmd4xhF5ZWyPg56yLNI8EZE2prjHnMCxc+cuF2Kv1s233iqCwDvuvktve+e7dOvtd+iNN92o1117jcAZY9030CdkPLJci9Zrvs3etO7RFm37WNNoWI6AsCP4KPO/aWfb8bHPyUR/b7cLFgPWqzEnw+u1fsOYxtas0gYX7FavHlVfb4/GvJl4yaWX6CInx+n+2lUqunO1s6bOTp5Omy8U/+q2C03buU5kWjI8HeO33cHou97zbr3zR39UfGNvwfIza5vcC18dtJbVUnwiwnLVVHhsXil8y9fGpShKrch0gp8nxpeXDSj6LxnPjnUV/E+dPSOKavChYv3E7nla49Bn+1QkB1YUFSeRvQ7wS5FMVS3j2IjwvAv2N3XDFxHiXsfEy61Pu3dfIpw33zJ605vepIstc8NDq1QxbJVqVVXbncLr5cqVeQxj8yxTnmxDJwV9zEUDP4409LiReNFJfSMi9Y0AGtkONIT80I9bjDngDYK///u/dxIzI4pMrEHyTPGCuXLbu6qTCfwMP1c1YYf72msH0pvJ05OT3gw4rMXZGQ0P9mugt1fz3qjsGIaWHTEvxHTsX9u+7jJea833ARdf+JuQW61vfNt3586Lk5xs3LReW7eNJznpd+JZlKXq5tekbZiMO3xADtHdqjdO+FZjZBUnGv2qVErb1o62XbRdyPHI6IhmF+b1ojdCaVUn9AO1IZ10onHKNvSMN/cqlglsy0svvbxMI9P6ueee16kTp5zMn3Oh95j2v7xf93/nO3ru2Wd1/Mgxb3Cdd8HrhBhn9qZktqNM37rvPr344gtCV+ddSIFu2OuqcV7RRewj9iiMy5bt27TVsI6bBt3dPS5mb9LFF++2HPWnRGvtunUaMa1y0wC56+7pV26cFYW6qn3asGFj4iUwNK0jC04OOcJPeMtanGMHK+Zf6XmGnCAhU9zvdxGdI/1oyAS6De+xQczLc2wIfZkbfwVe6dz+a3ZuWkePHNG506dsl89oimK8CyFHXTxbnJ2zTCyoyAqVZZFkq2E4eTljxAnqyPAqcb7dG85btm0TNuoNb3yjLt65W9t3XKzdey7R6tVrkv4ODg4KWFj7jDfQznkTqWUF3eyCTV5U1VKW7MX3H3rEMl94TEsL1uElxweNZkezjq3ySlVhWOzCtGifteREvKursE9aSsl+RLgQ7k1x6zI4dznWgmbgSsMnY3OhbUQIOhI4YxOxwVzzQsGk9QEbMT09Zb/xkrgHTelDf2RjwX6parkgMV9tH9PT2297Gkl2nn/uOSe5h/XySy/oD/77f9f3H3xAa70p2tVd6vDhg+IbZtOmMfypGNYB06bH9vQVF8n4xg2B7jH7wunpGW9ETKcYBn8UEQJ+xgErDTzBB3sHPMgKePfYn3AeEVa7TFwTK4EHNIEPyApyxTPGrF27VvhdeMV6/ZYv+kdEGo/sYRv7bR82uG+XYa9Zx+uW27Z1nOCcubA/9AUe5pmamrRuZ3rmmaf0zne+XWNOKFjje9+9X+ctCy++8LIOelP9a1/7hh559LHlwq11HBhz21nkZtq+98Sxo6o61oB2Tdsj2VoQf7BebaiWfCb2jjHoAmujyxXrDr6X+eBdZt2lEYfAW3hKH/hLnEy/6667LtEa+q53oQX92rVzj8qiSzt9HN9CwaRbbIi12x2dOW3dcZHm+NFjtic7hI/mmzPQkzj3lAuK113/estIptFVa1T1xu/27RepUW9qabFpO3xS68bWq7nUtA5Oqtf8mzHOmWnfdlzcarVSLI49XDLuWZGrqBYaHOjXvOPKLusQm6fgBd05duzLGVuW1aR74AhNKIIUpkkWWRo7Yzmb9EbbpOFnHGOgAf1phX0Y95EH9Ihz7ndZv7iG1tAOHkWE46yXrZN1AQd04znyGZIYU9qO1SzzEY5jbWcXeFnHMpSK2JYjE17g3bCOd4w7+K0UkZiT9T1V+texXwVWdABYWIf56dPtOKLt2JO4Bpzajj2I2/osv8gfskF/nkWEOEfea948LS/gzDPm6/UY5o+IpAvEicgI8tdtP89zxq7AwXXdhYsV2gEjAAMvekcbdW7CeGQMfWE8cEMv6Ms3RIARe8RGHuss2GZneZ5gHTKcp7wJcejQIf3ar/2aoNGf/fmf276cFvb6rDd0zntDrst+k1zwnnvu1ZbNWy2b14tv23FPCjUazld9nLX/bzWXNL8wo5dffEaDfd36yhc/r4OvvKJT9puzZ86pYlvcnF3Q3ksu1Y2W5xuuep15vaAH7/+e1qxeZX0+J/w7doAiZbVaKMtC27aM2zderKHBmtC3wcEhb9Quig80Ae+IEDSgnTt7Lr2kFwF8DZEvTHmTGx4ga/AlItKcoy5m84x5P/CBD9jGvFPvec97dOmll2l4eFTjW7ZrfOsObdq8Tes2btFb3/ZeRVT1j1/4qguBT9mXtLR23SYdO35KeVbR008/Y781ahovau/evQI25oZn4EWOwktU5DLYj2nHStgVnssf7Mp56xOyRrHk13/910XB5FMumP7BH/yBPvKRj+gLn/98olVhOfMQ1R1bta2vufWSb7g1kJ0Kfrc0L8uUF3zcGyW/8zu/I+Y4dOig9u27UugkOsVawLmILnnsascd2HPg5hd3vva1r9n3HLZqtVW1PeD5jO3LrPPSo0eOChnD9uH32NSDB+A44LoDsgu90T3w5HxFPtEZ+Ed/swNUTNtIvOM+MIHjypF1aDyDl0vWcehGY66VI/NjL7qtWzR0BD2kD0f0r1YbTOsBH8XbU/YZwIHucUQXI0LQhjHIDbEbNKMPMDAB1+DEOsTR6B/6yLwRIWwF83EfG9e2vV/lQvL27dvFmvD4W94E5Zs+x44fT3YaOj337NP65Mf/Vs/a781Zt+AF6yXcPC9zAiPfOkCOKG7v27dPV1xxhV577bXU/pZNy098wv7hePJvjIUWEZk4x4ZzhG7QWf7gi+kD/NCd56zVti3liF3iCP7wwkOSjGGLarVaohd9wYHxyAD58le//jU94oI5coDt+/DPfNgx7AZtcgx3/Q2v111vfrNueOMb9GPve79x2CfWKMsiwd1rf7Zt61axObDTuewbHSfefMsterPHvPmtb9f6jeMaHVuni3ddone/58f0C7/wi/q5n/95/dv/4//Qv/gX/0I333yLNntDZP369QJXeEFrutZEg47Aypqyl434p1iJ+8gafZZbO/nDiBDPoENEJHoiJ9ARvzNhHT5p+4o+T1lXpq0rEaGISDDQD1oyR19vn/g87Q10vjXGMzZ5Dtk233ffd9JGAvJHzYE1iMUiwnC0xYYkcsd95BOZqrsmxkuFb7r5Jt102+1674+9T29529vlxZNd+sIX/9H26qj1v087nX9nxrmShfZefrkOWHae8qbI9x94QJ/+9Kcd15/9Qe0CXNc5dtuxbbuefPxx8eL0WsemJ0+d0FFviJ4/f15zzneHvHnCi879jgHROb4deNXV+7Tnkl0qq6W6erq0dmxMV199lWZdI6rb5jz8yEP6gz/8fd33rW+K3CrL8vQnHl478Krt25Lv5eKDbLU7TedrTdu1WdueiSRz09OTWnJMX3fOOe3Yu27bwLz0x8Zt2LhB2Cj8iRz70eizZJ/YdJ7Qtl7m9o1lUSrPcmVt80qZ12lJtq287F2tFupyXFA6BimKAnDS847jiNxjWYdnnC85/2i6nlmWFXX3dKvXMQD04Ij9KSzbMs3bzmP6XbfjHnrX7VyQc/plWUWsUzrv8xLCZrAJffnlV2jdug2mZZfXb2vJdSbiROBoOsdqW1c5bzl+QWaXz1vJfvMsIiwKbgrx4Xmn3VG71VHdczUc62RZZvmONAY6IlfYGPoCH3JNg4fUMa655poU/2Pb8KnoPzakYp/EmpwzlvXk9dP8phnP0UVe2EN+qRc89+wzevGF57TkWGJ+blLnzp7y+bzt5UnDBFyZ8J8N1zrb5h04M1/HfIKn0A57SdwOjAdc38A+V10TxTajPxdfvEvjtj3gMu8YeGZq1jFFPdEzV5hf/ep2zaO/t197nIvWnDs3nDyem5jUawcPqts1jN2XXKKf/MmfTN9WpVbMy/L7rr7atbUf1Xt+7Mf1gZ/6Kf3C/+uf661vf7vuuPNu3XTTrRrfslWbHc9cc+11rsldoxt97+KdO83DuvE8r6effVFtMxt6XXbZ5b6/5LrCi8IHQx/yFeKKo0eP66jzhQ0bNujOu2/T+LZNOnXmuGYdT1SrpfDFTz/9rNiUJObAfmy2Dbz55pvFnx748M/8jPhWPue1Wk0Rmaqmz5TjpLJaFfQ6duyYPvaxjyV7xYtR+P2ISL86sdZ2AJnA/wAbv+7xwIMP6knbsNNnziReTXuupm1Rq9FSt+MGZOyQY4+pyUn19/WKOP7GG28UL7Y89/xzeuGF513/6NGGTRscBzYdS85raHhI0AyZ+sY3vqVvfevbrl/VHUf3Cp4jO8hnpVKq9BroHjKF3uTO97gGt4hI/UNS27KOzESE6JtfyBPRlbZ1hyPPG/YPnLctVx3zJDXbSqusZN0NmueICEWEZ/6f/9lTiHoZR/kx8EaEmCciFBFpANcrLSLS/ZW+EcvXET7KLXKpk7mFQcgT/BlwZB1lefg6Nx1KFWWp3Pq1Mo9+6BMRWrkfEVr5JBhMG47QgfbDz7iGHok2jjmNSFqj9FrQEZpjwzgyjnlW+jOGc+bgWcTyuhGRYNEPfSJCEcvNJz9YA5iZk2PVvObInNxDBoivsDvYXuQYX2rduQsAABAASURBVM+0POc+/gkdAhbuMR7YO+60ZFuCzqAnK8/QQXSJFyfXrl3jfGBI5EPYefDst3+jcY3NgQbMie4QD/GMtYCDufIsS7yhP43YiD70XzkyHvgZA63gIUeDmHQSHVzvOGbM/hOdiAiBN2PIL3iOfWN9bB32eNWqVWL+muufA96bY+2IsI3rFfPwjPXAG3piVyZdc+3r7dfq0TH19w34uDrlS/hQcG2zR5fnmZkXdlKEEG1RiF9w0XXBxXgQbhtqiNuwU254g7W1tCDvoCrrNNRcmFXDLbMzz+yQ60vzDvxLja4e0qatG1z8HBZ/a2vaBm3JRYuWlbDRbgqlrNvJLdWbWrJhWfQxNRc/FustBwuy8cg9Y8WrV3wuTbsYedoF3yM2mJkd0qUOdN769nfoxptv1dja9crtYCkWshEWea4sz0X//ftfdRFvv06dPis2vwobSNsHtewIQqG6jVvDjr6rUqa3fGp25PIHQYCQBw8ccIAzlwQ4M/MRMgQTQcRw0SciPEI29A0bJgmnjQOOMF0vBAktdYyPdT719NHGyI+VexM1zzNFhDIbAf9T5r7pmO5lvp+JD0LUNN3qDrYaVl5wbVnZF40DxyzPk3DmeUV5VlEoV2S5sjwX+NCyLBMNBSexGRlZpbWm35o1ax2oD7gY0Ej4UmBtWEAwlIVxYCyNsREhBG0FnrZxAWdo0TY8+l8+EaHcMHS5YFS4aBiZ8Tc15i5sLEJLnH3DMhax3Je1cuMR7sz8deM452IRRmDBxeA5O/wpb2LMzMyp4z5FtVvVrh61DTCye8obBIcPH3Xwy7cBz6hlutFYv6taaKg2aANbSF5v1vPC14aLT+3glv8nf/wsy3LLTfMH+IJ3RFhfKjYkZVJAlJbW7cCy2wlrX1+P+zfVajUsEwtqW+bzPEs8mHPhGAOG7KDwDfMxN20mJyccJDxvWX3Rm4THPaadGgaN4gebo1MTE5pxIlJY/uVP3XKw5ODX4CRYerx+n4OaWq0mDAgboRR5+IkpDA2GkjEcO6bT0NCwRkZGzfd+j+/WSh/o17aSwC/kbcabz5OmNZunBw4cNHwnNOkAYKXRv9cJEPPSn7HQiQLCEQc5r7x6QI899oSL4sdEMQL8wZlxnEMD+vOWGLam30YZOgIPwR36RiBDIEhjHP1Pnz6dgiRoRGMe5KZwYE9b68RmrYMcaLHFmzQEXZc44Lvo4oudaO7Slm1bddU1r9O+K6/U3iv2atfu3cIwY3jBvShKZWE9snw1TQ/wEsT2NfIODKxn1ioPQ259IQnLrby93kQddHF8w7q12r5ts3bvvEhXXnGZ9l5+iXbu2KHNGze6KLZZl+3eo9ucCF9/7bXa4w3EHo/jZ4DLaqHBoQGxMUAwl1tvuszbih11t5Pp7Rft1M233KZ73/JW3eIEkU2X9es3CT1AB2QYm8BTyVSUxiOrCJpn1n/w4Jt00CvLcqFf6BUNfkx7sxsda1q+WtbJslIRcnvUBXg2J6amplNB4uCB1ywLx21D64IOXlJVr9Vlx15adyuVXIv2JTO2/ydPHNOCE8tKnqU3pFa7+Dk4OCg2D++99x7xhvRVV12lVS7mAV+3bYUymdyhsBOqZIXKrDSdM2UXcID+K03+cJ9rKcQcuvDhHo3LiOVn6AEyllv3eBYR1tlOwgVd5ufbSdZmnPRTQJp0IJxbrjy1fdGMJmemhH1k027Sejk7PaGGE9Z5J8NTUxM65ULQa6/s1wtOhM6cOGm9ndDD3giaOHNas9YdfrIZkemy3+o1ruPjm7Rhw5g2blirkVW1FET39veIpLXRWLKfXFSWZ7LbUm65rHZ164q9V2ijC5dLC0uCL8hkFlnCAT0ct8yTbBROBsIyiW3YvGkTZEiJBz95QaB/4uRJHXBQ/5STjXkXEItKqaGhVYZj1AnNlGbtexv20e12RzUHH5e5+IusrhoZ0cmTpzRje3zeMnHKmzlHjasMJ3pEK0wz1l23Yb3G1q8zPqFarea5V+ni3bt0mfXuIm8e03f9+o2+b3vU3+84ZDG9ZNP0ms5pbeND7cjdMuPfpTyveq6K6dKWxSPBOGfbamlJ+OGLMstJnueCn/CQ5xTrDrkog03BBpMAcR96MaZqWpWWYZ5BUyZb7WIqx4hIekD/2dlZJzGLWtahTFWPQV/aTjgoqixZDoZ7e7XauG5zgrd6qOaN9R51VUuLdcdFxX5tNs/Hx7cIm3SJafrmN7/V97aqLLqcQG023H0iuEsvXFj3ecFjpxNNvol52RX70k9JT3nzhm+oH3ai99L+13Tl667RTS6WXbRrT3pJiPhnybzrsm/EbkQR6rVd6nNr2aZBo81OKgky274mMEQvsbvQbWxsrWEdtC9rOYAc1Zbxccd43db33PSPdB8eV2wj4GFtaCjRiGv4DO0IYmctQ/KHvvgF/l5oj2Wp7OlTz+CAek2f1994k8a37ZAit105JX4u6/nnn1W/YWXztKxW9Na33St+WnzdujFddPF2y9KgWIO1CtubodqgSvMcO7N2bI03MfpFwLvLMrbz4h0C76Isk47IH+Dpsv75VMgIsNKYD/xZG/vQ091tvoVjxD6VLsyDH8+PHj2a6IBPYg7ujTmw32yaMi8JAvPit1iLeauWMXzMqpFhja1Z7ZitMI79yWbxjH4dx8q0gwdf06uv7vcabSfkJwzjWdveY5q0DeGFjwfv/76OHDqq045vjzjeOXjwsF555TW9Zp/78ov7ddjPWq1MrWaoWW9rZsqxbGQXeFgR345lPfiODsxarvGlyD6b0egL8o5uoBcrONGfuI3rTqcjngM7xyXH08gTfrduH0JxHl/O/Pv2XamqY3Dis56efsdHDduQM2o0W3rtwCE9+ujj4qf4W1b6+uKScT0uaElssNb+fKt9NrRDRikOkQsseD3eIn/11ddggWzIVSkqOnvujNouKJbga55XKxUVlhFgbqvjPoW7thPsTWI/y394BnSi27FUx7YnItzHvt33wYWx0Av+Nx2T8oIbxafM/UrbOgrd8LzHBcMVuqBX0AX8oS10w+5AJ9bChvCcc+wVR+SJ4gs4vvDCC+Z/JDjpxzz0oS80x393Wz5ZN88yQ6qkg8SN0H5lTa6ffe5Z7XD8sdZxEfOQeDIXjWtgXjkHLmAEfibFJtKIHZbMmyVv2n7lK19JujRYqwm6MJb+jANWYIRuzAvNOAdm1qIfz1f6Mb5aVtN8zMN9xtAiIsXh2A54ADy+xSEl1czHGsCcbvp/WZYnOkAbYOU5+rfJPnDSyTH06nUR69Mukm+0jeYbCk+4KJ7bfnz1q18Vbyuvso+jCDziPAm9rnozdcqxAHMx7/XXX2+9lX3BklgPvI85TppxAfuJJx7XN7/2ZX387/5Gn/rE36W/xfftr31d3Y6NvvyFL+jb3pR76tHH9Kxl/hm3OcP04P0P6kMf+pBGHJuzYfLme+/Vh3/6w9oyvsV52pj6ervV1VXqdY6VWL+/r1/zzl+6HQ9ERJIRZAf4TIL0b85xV1kWyVdBS2iALkNvcKUvR+QCXbv11lvF5i10uuyyyxIN8yxULStSp5Xs0Injx3T+3Fn1mX4/6s3Wn/6Zn9V1N7xBJ0+f1+TkrHbuvMR267Cu2Hu1nn36CdUX59WwLm5Yty79GYBXX31VyMHevVekeBAZxU7z7ThsEDjBy6r95aOPPiI2P3/zN39TxGHA9uM//n7HjleJF+942YKxA6YFCNdtc+rOq2RlxnZhi7BXlUpFTz75ZPr2CXJUqw0l37tjx0UuXL5gn3NC9GUDrs/+FjlDRuA3dp1nNcv5xc4fsOfoJkd0goYveNG6+sj3HzLfv67/z3/9b7r/O9/VgVde1ac/8UnxDTp8AbaMnyhG3lij4dwU2JB3YJ92jrdomwb+qXkTgmfwiEZMSn/sK74qs86Xtm95lls2upRbfpGBorLsV5hzyTQBRuSTZ8zHfRs3y23mlic96u/vF5t0Vfsoiu70h6boF3zhPufYEnAHPuaKiKT/zM0zcMRGk3chR4wDTugIfKwNT7qsT1wz97hjC3hJ7I0sbtmyVZsdH/GLY3zDacyyc5OLzRZFdVcLPfvs897g+oyef+55USCHpsBEzPszLo6P2Q9/5zvf0de//nU99NBDKUZGZ1g3Iqy37aQ7he12wzSeX5gzHbJEw5ZzJ/RC7jfj/AV64wWgIXhwTaua7ujgSryEfJDD9JmO4Ax/acjzScfZwMccl112qeOqfsfzrQTD/v2v6I1vvFFv9SYf39K748479aGf/hltsa2WwjFCqaY3dfBJ8Bp+Vq0bPdZ7XqqArlXzjFgI/CvmPfW2AcsrL2AW9rnI1UKq69Xtd5c063gZeoAPtpjGecV6In+4zm2r4C8NvnOk+fGFfx2LEM0e1XEANGMcD+Frxz4V3PGH8LfbsdYr+/frq1/5qv72b//Ox6+kzVH0oigqYswZbz7Ao23btrke8pL2uz96zqbzeucQwMFmBrEw8kqNg5/7PnbsuG3TKZ12jnXo8CHX/E6qtK0ERxo0Wrt2ncinoTffVl+/eVxrHOM++P2HU1537vwZXb730qQDV+y9XPfcdadef8P1evrpp/QF2+xPf+pT+su/+ItUd4AO0BPc9l15hfIss51bELlRt+WaX9/Drp09e07HXLfEFgEHP+M8YVvPptTpM6cch+R66zvequ07tmnb1nFNT07arvbpu7YdH/3zP9dnP/cZkR++653vEJst6HzDsQc6BL2Qr47jRehSdw7act0py7PEl6LInUd0OZ+r2X+sdaw8qlpt0P5qIfkKZBG4GN9xHXfRdvr8+bOWyVk1nHdmWW69rppmXSouyEUYT/kD/q1W0365riXbdtaH93meKyKSjC3bj1C/7WltsKbVjneHh2u2/aWW+2UJTsYi19jdnp5e9bpg3dPT59pFVZVK4T4yPA01jHfbm6IbN2y2f77U861NeFj0Up+6cx36G7wEQ8SynkeE16v84J786XjQ/9ocFiYbEBE/6Mua589N2N9NeFQkGYP2FdODhp0jvqW2hQ5yj+fQFf5zjT085hwNnJGBlcYzdKTl+JMj9pQx0IP+rzqWZ+4F+/D+vh7HBYPK1FTmokjhXG5uflbzrsGDPHNGniV6ZOYRNgmagmNRFJpxLYNYlc15+J5nuSbOTzoHGNHuXbt1xx136tJLL3dNsz/hmeW5+p2jNV10OO/aO2OJXR+4/wFv4n1LDz38kL5z33161HHO4aNHLAMNb6r2at6yoExqmZi9zt02b9liHRtzTrtJb7jxTXrnj75b73LM8O4f+zFd9/rX6+prrtNNruPffvud2rJ1q/Y4F167YaMGh4Z0szc78Qldjm//5E//RJ/7h39wjvCo86Bzuu++bwu/gT6gA/gdfrb3mOOvK6/cl2p5ykNZUWpxqWW8epPNRyYHBweFrcReo/+8hAjtz549q2Pm02HbD17CgWbMy5jURb+UAAAQAElEQVQbbrhBP/dzPyf82aLjX+i66BiYfrlpBc/7+vrSurfddptuv/0O/ezP/qxt+tvEBnHN+V5umYEXpWEixrv2qmvsy7o07foJ9e0511JsSU3LungxeJ/x2HPJHt1111266aab9Tpv0vOliXebfj9m+q1aPZq+vYrewX/giCxPeLYcV3Bf/kSEct9HLjI70IhI8s21T7XyyY1HxTkScsn5yv227Qsyynw/3KABLfVjIs/tiaXwP19H+ET/86dtvaNmQ61d7l8pKoImrLcMzz+N+cHcniIiFLHcfPm//AtUQHbbUmf5vOHaJXrU+aGeK2v88DoRkXQ+zzL935/j2zppXfkD7tABuOKH+ndsk+C/u6R/9OMa+Zl3fI78ICs07nO9cuQecDKQ9VdaRHDLeC3D4P87T278QL9XbE1EqGK+tWyL8aOPPvqo7rNeUj8hj+FvcT/yyCNCto+7LoktAi5wYF3igrrjzTzLBKz0m3HMQ33IiKtBLG1IkC9gxR8Ty7BeZv7l1rE8z0zDSLAhOz2uUaNb+PEsyzxN+HlmX9EUP3c/47oVL7guOB4hNwMO+RMRSRZKx1XoNLpNvs/aK/BCW8Zhi4CHfhucvxEzEvuwNvTlGfPSkC/id3KH8fFx6/6aZNvC8DMvcwInNCVuJD9Gl4F/1LVqg5ZoM+r69AbbpgXXXPe//Kp5E84ZRnXxxTuV4fQhCgSdcYF4wcXvJW+YNtn8tFNuerNmyUGXfD3U26MNa0a0dnRYq0cGtWb1sNavW63Nm9Z7su26/PJLbWg2ePJhmX52pguJ+ZZtsVFF0lA3Y5aWGjZuDRdM61pYqKve6FgJcqlTqtOuKLKqHWi3GRNqdTIt2kHWbdC7evq024b2jrvu0RvedLN2XXK5ak5y52zQ+NYLzJ+amvGm1Ev6ng3+Sy+/rMMudp33RlClKNXX36+yKDTpjavDBw/pkIsvbKSGvI4ND2+i8rOYDc49J0zAiJdmLARfgPGmB0SHyAhNo9EUay55J1/+wBRFqOpiTI8dSe71uPajH/xjruUm491Ry4Wkttfs2KHKhuYHHX0SEaZl5ilCfDBEisxBYrfAqeL5C7fcQW+eFVaq0q1QznWeC1grhh9hRMiqDrhLFyxKivi9/U6gelIfFKbuhCIwpKXH2+jnHk9jDlpEAMKyoXaQ3Gy11XLBaQVk+tBWxkSWKfd8VQfQ3Zadio3mkoO9SQeLFJNoKD9BB7SOCMMCzLkiywWuFLmS0SEZtNzw7aspb/ZMmqdzLvwvmu7AgBOiGMdm37Q3/+BJ5jlwmOvXr3cRotdBw5DWuSDH3+9rGQ42eryI+HmwwrDRv4hcRkoVj+3t7lFZlMpNy5Z5QwPO3HTJjJsufFBmkm4UH5mgH/TGYfdb5jinK7LBWM5R9LphYJpqtbCj70k85jlGqM9OmWAInnEvMjnxalqPmtaXurq86TZYG3CQvdkB0CUi8WDzZ6uDEQwBRoUCA3JGMQC4i6JIayzZcEZE4r384Tkwsw640ChOHmUj1MHcs88+J4oQGGHkhDnBE+NEQk/CTJKCbEEXNrWbLoZ2lCXjCd7dNq7wAmMEP4ATerVMV9bDwF3qjc6OvSE/QYqhRA+RFQIm5GTaRQZkgQ2s0jJt0FOiRRBLP2QFWQI/Ap5tLrxiYKEjbePGDVq/cZ02jW90cLfGNO91klBNgRnzQp+25XnecrVkm2MXKuDDZnGMiKSebcMoBxdtOy90F7hkJajbNszNTrve1ND87Iw67UY6bzm4XJidst0558LxMR05ckAnjx/VeSeN09aFAy/v10EXl5576mkXwvf7+WFNumA3N7uQAvja0LB2X7onbfq+8eab9Ja3v1133nOPrr3uegdpu52YdGtmdl5nzp13wDyrLC98r5oafIKvNHWkLut/j21TWS73gZfQCxnPPS6vVN2nW0ZHLdu2LifrAwN9mpma1Csvv2iHfEYE8gdee8UFjEd19MhhB4KTKuxQq2XFMtUl2UxMT08a15Oanp5KfoCi5JbNprsd05CDZHSihIdeqGJbc/bsGdvRKdWt58gq8FUiV/ovqygz7MAaEULGIuBFJ/FnhTe68AFX5oSfEZH6MwY8mYPnTdu6tm0YjXusyT30Dt155ZVX0rcPlt+Ob2lo1bCq3aV6TYv+wb70di20xIYdeO1VzVg2l+w7Z+xbZs07/q7Jyy88p2effELPPvOkvvqlL4mfmzlz+rTKSkW54apWMi0tzqksci054GrZBzScwDZNA+xCWeaq2H7mfh55ePNsUYXHsHHPJvecN6jOp2/LdKWAh6AfvUEH0JenHn8qFSMIjma9SQKO8rq9ti1WT+03jhQVeNb2jYhMh48c9+Zkrq6uPida01p00jA4UNP2bdt13TXX6hZv1L3+9a/XFS7mXrRnj+64580aXbPWJjOctPdaxDpO3Ie0bft2jW8ZT8XKSy63nzbP5c/41i0at1529XQn/Ru2/x50UbO3rz/xctTJ9htvulFr1q2ViSRiB1686kSuLMuV56UiM/2wZb7Gn3dVS3VZpj296g6gOfZ6IxNZIug7Yz3Dpi7ap4+4OI59xAZFBF3VZf+EXataHgkmkQlkE/vGfZLb1157LW3scM7c2GVkOLcvqFqnKFCMb9qk9YZ/o9u+Pbu02b5msLdbI8OD6ra9bjaXtHHTOhfNXq9733yvSBKvdBFm566LtWHjRlGE6+7tU//AkGOjhrpsM+UPm0v8zOKR4yfUyXLVbA+IRfA5+/bt0w2vf4Ouft11+hEX4tjUVmR6m89vvvFm+7xhtW3ToFvpwtLQ0ID5U0u0LkzDzIKWGwdsM/OBU59hOH3qlKDOsNcaGR7WBvtQ/Blj0KOG6Qx9oR02ffXqNcnWn7UNQn+gCbR/9tlnUzG+y8nwNhetx9atV8d2ZqnRVjtyjXkD/U7TYv2GTd5EmxSBOvKLHmJnNzhIJrjlBYNLLtl9wc9tsez0WN66XVDfpzXe7G7YxrasO0suLgzX+r2J2qPhgQFVrUO81LLevFh0QWLi3DkxN3IAHhGRXiICL+7Pzc2qLCumT0Pz3hCfnDinBc+56CITdsLsELQ/53nYEIB+bdsRZAV/23B8GxECf/rjM7ER9MFHVSqVH8gbsjrn2Bo4kM2O/UrFel6g4w7ye3u6DUsp1uCFJvoge8SanJMgsaH60osva8rFOS8r/E+P+TxuW9vjDfRq0aO1YxtVqw0rdxwDPUdXjWpgYDDhsWj9Bs5luKoJ7pb9GvewF+AELryQhS+F3zMuyrBxgKxgO7hH7AEenA+Y7tznJy+xo4XtFzaI+2xA3P+9B12wOJ6+dZlbl0+fPa8nnnrGPicM15BpL7Ud71eLbk1Onhe6hw5PnJ/Q8WMnxOf82dN66MEHBM16+vrUZT3buXunjp04JmXSiZPHbZMaIr+p28aeOHFc8LhjXrXdMuXKs9z3KspMuLZjcHgHb9vqqO1FoAF9I0LL9OlS3bY5t75AE3CFH8R4bcfCPANv4qnSMTb98izzTBJzcYIswM8h20PmYEzLMRD3IpbXYS2eE48TVzGOftwHB+YFVsZxPyJspxfFHD2Os+mz0uAR8Qm6CGyXXXpZknfuwUfw4z7zMIZ5WYe5wAOZZX3OZ5xgs8Hyqgv/U/br1bLUddddp4MHD+iY8yz6MR/w9dh2QUtgjMgS3Xi+aBvMGpzTkDH6sybn5AdcM45+0A24Sq8FjMRxwB4Bzktqm3bdtt8z9rkdn1eLwjFXS8AWEd6wGExrY7cZtzJ3t3Wr13Lz7DPPKCLSRhfPT586rU0bNwkfx1rQoW29LArLSRbCd8C3KcdtDzzwgGOfacdrRywfhWasF8PDtt2OH/k5zU9/6hN6+OEHVRvsFznHrY7dkMO//NhHRYxw5vQp/eNnP6OP/tmfpviKFxeeeOIZPf7YU7rr7nudS2/WujVjOmv/9e1vftM0PuICQJ914JgLuifVsCxCY3CCNtAeGkaEgBvbUpgetJVnPMfOgQPjaCt9sWnYRWgN7tCfOXbYlx9znHf8yBHtf/FF5Y7ZNtkfnPHm0OPe6Jy2LGD/9u7dq1tuuVk///M/L75dQUERWzVUq+kxF3OefOxxffe+b+kLLogyxwv2Dfy8+yMPPZp+Cu+Xf+mXhM2AxsA8b3u9ZPu0aJu84MZLhz/2nncLm/S6111t23+V7rnzLoXhQb7/wfNiX5A9vgHBz+ShR+BAgRT85A927F/9q3+ln/mZD7sgvycVSfCj9EXuWBteohfYeGQTGkGPjfbTbOLwbUBebtq8ebOwqatHV+uqfVeJP/3DRs9qF12uv/Zax9JVfeLvPq7FuXmds2x98R8/r8e8gc43VtmcQa/m7QNW1oX28Ad+IfsRIewqOHDEhvIcHOkDP4EzjBf9adgl+nVsx4A7IrTCZ65ZC1wYS44dEcl3Mz/jgYHx6xyD9Q8MJH+JHYE+jI8IYe+HHUth15FB5mMsMD3kjUtkedhxA7xkLHMic5xHhPDprB8Rif7f+MY3BE70M9gJ3r7+PhfLZ1IMe+DAAbGxP2/7kVUqCvuyFy2LrNvd06v1jiPe+9736U1vulH0/Yu/+Jj4eXhiFr6x+d73vlcUn1kX/sofxgLvs85vX3j+hfQ39Hg5BPqAE/QAZvBy92TDidG5ptEvNywV2wboy7yZbQR9aVmeixyWouGgdQC5Q3ZvcFGeoh7nvNjLC70/8ra36nrH1Xv3XqG3Ob/r7ulTaf+9vDlkfD0htG/ZL6LrWYThUbJdkYWKLLdt6LcdqqT4AjoCIy0iEj1zwyN/mrZneSVTd3dX4rtv+bw79Wk6B6FBl45z3I51KyLSM9aPCMeT7TTuf3rmuSMiwcN9+YPedDnuQ2567A/wJTwb8+bllvEtWu04pO2846w3G9kM/da3vi1eZrn//vv1N3/zN/rsZz8rXmhZTXznuIoN1XEXQi+99FIRzxNb1L25hg9G56hDXHfdtbrq6quE7K5esybZCuCenZnXtDcsyLeRXXh3/MQJ+8LVev0bb1JR9mh+oeWYoaLenn7NLcw5p57SAw98z3Z9Wu99z3u174p9Qv/ZuP/+gw8m+zvnGLHpXLKwDIytXa1u+xWu161dK3S2sP1FPx9//Al96u8/o9dcd3Q4roOHDqvu/LqsdpuP4dj3nPbu26v3e4NkwPH3udNnLfuzaT1odtwbxV32cyZr8vXwqCxKIXvzzh3rriWxLvJXdT5ULQvbjUX19vYkGjC2Y35OOj89P3FW2B38XUQk3kIPWgTXmXncVDh0mfdG3YJpgS5gK5bloiM+6A/3gcVIqGKZ4uVfYKnbN/G8Y/mBBmEZ5YUFZGAh1VGXxPMF58wR8tiK4aDlTJ3iXupIVdOn7RqwomIZ7dGQbcrFF1+sffuuFD6ndJzVaJhvzY7juDzJH+uswBkR6Z74LIOdrtEF5ILbLcdu4E5rOK8Bn4hIMFWd2yG7oo9JWgAAEABJREFUXT7Sv2F567Zenj59RhMTE8I//Lk3vH/3d383vaRGTod8YT+JCxuWW2Ie6l3kRcwREcY1T/F3RIg10JXIsrTm2NiYRsiLbXvRhW/aNg76nLV14VOphLrM59L5TdN5Zavd1OLSvHGTaVexfjbSGkVR0bzzF3Drti6WjqN6LV+9ti/cA77nn3/ecv59tW1bbvaGXVkUlt15NVwDm7PesG5EyEKhlvcByIVKx/S8NIw8zUxNqOW9ghOnjuvkmZPpJeiO+2dZ7vsdhjmezmRVt0zPadb8b/t5VHLtcO67yxu5o9bVvsFB9TkvWe/4C33etHlc0OIe17o++MEP6t//+39vMevoEW8W8RO6c/ap+Jerr75a/HJNpVIIuXvooYfTZi8ysMzLTGFYakOrTOs+XXHlNaZR6Q2V1cm3MQ4e0B+eoeObNo07/tqkLa6nrncOCtkrlYr1qdf2tVsV07Woljp56qS+8MUvip8HZjw6z1zEPldcsdd8HBF2vsu6e9658fMvvCDqLrwASl9abl82NT2vs+dm1Nc/rN17LtOPv/8DuvPOu9Mm6g7nzUOrRrTPNZcbbni91jiXDdvbdZs2uu8ebXV81mUfCM3DMqSQFGE32jHt26mhh/In8/OVtnIPvGgRHtPpJBojG9AO3fAw5aZt7jUjPDmNm24rc/g0/YsIoeusryyU5ZlbrszrRvjZhaYLH1QSu8KlH6V+///6RiyPX+67fB4R/w9jMuVZxXW1LkkhZBw/DE7wKGJ5rC58wKFt2yjfZ+0VPDmnRcQPaMj1Cq1MqDQD96rWK3gcEb7dsf41kyy2bVuYn7U5MrawfqGHrEPjXkSkMdhT4AVOJmcM54wP05CxXCfeOGflPjFJ27lPUZSWzS6jEa67TqdaCvlMRKQYip+VJzZ6+umn08uD2H9kFTva51yIudnAr9VqCd+z586mXwfDfrEesKIf6BzjgJUxwC9LW8X6zF6GlzMuDZnKSc/AgTka+DvTqds+MnffiBC0QwbkD3jTwKljJ8m8zF96DOtV8ty9vJJllBPgAW/gwMeyTm9vb8r54AUwo1/YBBrX2PI1zqnWrV3nWsOAmIP1gI8+nDMPthK6kAcBA+uRPxBzQH/sOzCxZ6hOaGzNOmWzLv5Pu1DOt2nYTG3bWLqe4+AslLmoUrgNuYi8Ze0aXTS+SVtdpNniNrpq2MZoxMWtrXb4G1SrDajaVajqvpWiotytrY7qdiZ1O6BFJ0XzbktLLRv9pur1toVcarcwuJlabRMqSuWVnnRvdmbJfUKKqtqdQpGVGl29ViNuRbUnFX0/6+SJv39w+sxZLXij7dz5SS0s1tXTN6CxdRu0/aKLXbC83gneLUZ2jdgcmDw3obp3ldlQIBEaqtVU2ii2vVTb8GZ5roqFHcGVPzCA1nIBJiJUsUGNyORLReQqvSk5NDSkXgtj1cFpd1+vuiwszKELn4hQxHK7cMsHK53CR//rSBGc05Q+ESEEjfXaFqxFbxrOm35NK1DTiiN/sixXx4DTmg4oMBhNB8NtCxsCERFpXk8vuW/FBjHLKh4ZbjLNwdinNnodN3f2v0gty7J09FMxF415DYpoUog+Ky033TiXP20TJyJcqCocXPYot+IseQNvyhsOUw5op9JbCYuiX1IUO5qqN23Kapf7Gj6P5VnLCy0Zr0U79QXjTgC4YDpkdj5VBwZ9/QOWh9UadDF+1AE3ydbOnbu1bv0GkaRscnGboKTbm6LAlufGyW4dXCYdVLJpUVhOBwctu1bYIZy5+Vd14ESfFcWqeD2jleA1aD62tLi44LZoo9FM9GlZT5iz4WAMnIZdVGEelLJimUGJMViMX3Rhtu7ib6fTVkQwtZ181UZgQLnpGBHpmjHM1TE/K+Zdy7Av1BekTFpy8IzhINHgKH/oR38C1kOHDqUiD8U7DArzFpZr4GlYJzE+BIIURU97g4fA8LyLldMXNqrn5xd09uxZUaSgsAD/VuY9f/58SnwxNszJXC3L5JJ1sKu715Ao0QZ4MEYUG8C9ZRphhDDWPGPO3DwZMa0qeZiOLev8klaM+Injxx2Mca9umreTo4AmvCEJTDgD8GXBE06MKOjVHcSDT8t6wLrYpdHVq7Rrz05t2bYlBbwU/4E7IhKd2cRA/rK8UNPOr+WmyNTwcdEOgM0c5BF42YBfcPICbRad2OeGu8v2g8DSQGrStHnwe99Nf9Pq0Ycf0YvPP6eXX3xeL77wjJ56/BE9/cSj2v/8szp99IgOv/qKXnz2GR1zkero0cPi5yhZp2VaNsyj9Zbjt771bfrJn/xJ/fhPvF933Xu3Xufi5U4Hn4ODNeWVUmN2CqvXrFWXZbzLQX7VtjHPc9OtbXp2hFNqgoPpEhHig42A/qzVto4xTydy5UWX5+lTpShVFlVVrZeL1rtXven2yv6XNWWd6SorKip5am3TeGLivM55I3T5BZxmevt73slX2J4U1q22bUHHfGcM59AQ+s27gJQbzpHhYa13YW7YR+S4abwb1vfJyRnj0BKwc4+xwB4RHJLeRFhmDD83/gmftjLbrtL6zH3G/fCziFClUlFunYYOTdMaXh47dlT0w8Z897vfdTIxp1anpdGxUa1aM6own+nb9nrdXb1q2KfxdwhPHj/pJH1KZ06f1EknvK++8pJOuPB44thh3X//98TPRLGxevC1AyKRrxi2Sp4JmeEnaNpOxCfPn1VRZPZRo0K+5lw4nJ6ZFG+dou8N089A2zt1QEnQDb096CJ2URQpKQMngvYFJypsSKH/fPuC+9MzU2rb1oCvzJczDpIo5qGH27ZtSxueO3ft0h133aV3vefHfLxHd9/7Ft16+536iQ/8lF537fXa4yL80KpVahn2tmk7a3laMK+annfNunVCvyn8Y3eBqW2bxYbqzl07VRsa0qBtK/52o21ytwsrVdv7AcswMJMgV6xDLWMYps+SbfyC/bitoxbtN+pep1IWyix3HfdpOyvLIjTn4nXV99EXKNPf35/sEkSCRuDOvXnrK7ytVqspGZqz7E27AIytgAbwnHuTU1MpAOW8LEvzpEi07rIerHVxBPphD5mHecGTtWgdy3nuk9XDI9q8cYN5uVqrRoe02rIzNrbGxxGtsSyNj2/QmtFhjQzVhL+BLhs3bdb2HdtTcLdlfKu2+fzinbscU/SLn6+ftw5O2XeiH2ucdMLjiEiJGjhWrEcXXbzLOlHoir1Xa3zTNo0Oj+pH7n2z/vNv/me98+3vUHe1UOb/pu17kXf0MGJZlyZcFEAnw7RlM65leQNXCuJZFsKHLNrWUdQ/altViUxcZx6PnTLaTpJnE4+he9u0gE7QHPzm55dcRDqq+YWmbfuM24Te9vZ3mh7rdIU3g+es7/jopmOb4aFRbdwwrjyraMxFN/4+T699MjZ4cLgmAtqXXt6vM+fPGa4ztp1HNWs5aFsfz3sD+PihAzpgHTzwysuWjwmNja7SuJNhfkp3zepREe/19/VpyDJZq9WEbMx4/JR5X5a5adhWX3+vRrxWlin5o4hItgGe08CJsWw8rLftQlbwa9AEnPGLyNBp+1Xuwzfusya0atpu8rxu2V5woaNwEaoscnV1VXkseNpNfGM4ywv6jawyDr7xnPkyA1jJC5ncjpnbHhfasH6N1q8bMz9mzM2O9roAKJ/RFx2FfrOW/yXrWEQkfQGueesIi0dE8onwkLXgJ/iySYHNedYbIMhLxHK/acvltGWK/sQF9IGWzFcY9pppTP+XX34xrQXso+bJnAshRVHaRj4ofkGERKsoS611AR//tt0FM9l/8NJk4YLagDeDq9ZDfM0qxwsPP/R9XbJnl2XgpPj5QNrpUyc0N+uCRE+XN1js/2xbH3zgu9bpl+3Pcs1a54u8orJS+LmUtTMVph/XxBQRoe4LdM/yXF0+By/woMHHiBDnLfsN/F/u60wy/ZtK8aTHrbWOdtnW+HaaozRenIP7+Pi4kI8V+nCPBp2Zk0b/NnZ19RrVaoO68sorLZeR/CHw0Bd+Mg5bhA4SF7EGvlLmd59tIUWhYfvV1Y6NWZci9Eo/cKE/DZwjQsR38y5uMh+yTB8asNKvY5j4JmJXT1Vd3rCfnJ7Uk08/YT81rz2XXGI5bCfaRITzojLJETD60rC3Pf+UZbRwEXLScXPLutVwv2rSrY79BTjRWB/Z45x1OUf+oTt2GPyJOYFtznF4Zr9QOvcqLB9ZpaIsz11IXtLRIwfV7Zy01aprzkXvLvfp5KH5pUWdcBEsIkSxjNjq9/7bf9OPvPWtuvXOO3TDG19v/3dP+sWPXueS3S5UzduvmglqG07gGBiopQL4X/3VXyZ+As9Zbwqgo+gZm4qDA33KQlrn3Pn2227VDddfJ366/cprr9GM6Ty2fp3e8o636R3vfpfa7tfb369b77hHt99xr2ZnFvTZz3xOf/Ynf6p/+Oxn9dUvfyVtMPzVX/2F8PsS3rGjudlZVbLc8Ujd9KxDroT7ipxwBN7CMg+foTMyBl84h67A29PXJ/LHc45fiRt++7d/W3zL4+/+7u904sRxEafw91o/+ud/qr/567/Sf/yPH1Fhur/33e/R1i1bLA9dQu/zC7QnNsIWsJHFry709vYpMzEOHz6SbC+AbnB8y6+RXHbZJUJG+XZwx77n3JnTXq+uIdcU1tsevPc979Gvf+Qjettb3qyLHK9ctme3Dr32qkasG8gKOH7t619PBaRp2yNkATkHz0984hP63Oc+x3JJztAD8sLDhw/rox/9aKIVdGEOYIcuvLiBXnGNvEVkaW7ohe/leP7cOSGfRaUi9Ia+E5PnUyw26jjpkksvFRtm73//j+sXf/EX9ZH/+B/1oQ99SG/whhm2io21a7zZevTYMfGSyCv7X/HG+8M65mvmR+axp+DDOtyDVxFhHaokeCJCESHgz/I86Rt4oK/gjq0HtojlMcgBz7Ev8gdcmRvYuce5b4s+y+s1knwh2/ShQVfkhT69juPwh4zjmjWZh0IyP3MJDvg5eIReMDewAS/XNO7hXyiG4yfAmZdpKU7ja5gDP4sfAV6+WQE8Xdb1vXsvd8H5TmHjgAH5oxh4222367bb7tTWrdsEndOc5jf2gmvGQhtsHHiOefOCZ+9617u8SbNP8B98oDcwgveS4wtgNcGTnjEWvOjHc9ZnLimSXMgfxkMr1osIddmfjFg2wIf727fv8GbeqHvKdrBUy5ucS/ZZDecYlbIq4l7mpUNEyAIs4kzWgdZt+yCetR035Vkm+BsR4jnjIjxGsu1tiXHAqgv32rblbec3mTdl+PW4ljdjwKdj+wY+EWE8QpxD95W55Q/40CIizQ0sss/xI08fAu/p6Zkko8wXEQJf4gzkZ63pvd5xE7rPRsi111yrbVu3a9F1OcYxN7EnjTnRI8bBe+LfzZs3m7dbxUZrb2+P/ft+Meb+731PmzZtUMP2npiVzVTk57/ZtpOD0Wdudk73f+8B43hpqSwAABAASURBVFYRL0Q88/QzjiFO2ZZPGPZcNcefS43wRmpdN950m4hFfv3X/6N++3d+y3n8S2mdX/7lX9YVV1wh7DBx89zsrDquFZjI5mOhwdqAmoZh2HEKdEc+dzm/gobf/NY3dd93vqPnX3hRynLhVx57/HF97/4H9YmPf9I1m6P697/0K84NampdiIv5JaDh4ZEUc2Pr5eJtbn0PE4eaATbj5MkTpvdUsmd116AWXGOySCT+TLm+O+E8HblG/xbsexruk+TBc8Av7sPHFXlHPuBdtVpariqiP/Eq9FywL2QMfT1cyBoywjEiTEdZbsLjch9zw72gSdcO+HNV6N2E8w3izwZ5ne1nxb6JsU3LfkctT9lxC7F+aT3ocq6IzvCnTm6/427no9fZb2+xvetKtqrbz6GHB6mSV9I9xnLNvKlFZrjiB43+Eawh93edwTE58CwuLAq8oA2NOeAb8RR2i3lphWFGZte7znzN667RP//n/1z4FjYr6EdOwXhivUHnvtgL7mGLZqwbzNFlG8YRWKqOFzPDWLedwb5N24/Bd2Sdl2/Ip1oO9BfMu451F5zC/rRlf9kwL1udpoiPrb7q768JmkLnquelgQfrEHM3THdg47rjAax1xDWLb37rW+ZVXW9569tVGxpW28/g93nXzPOoCJzJtRaQd9uqrrLwtB0dcy1r/8svqNVcVK9jb3QSfJecwy8tNDR5ftr60dGC88AF35MFMytKVdyyyFXaLjaMW09fv8ZsF/pNr5n5RZ06e0rV7qq7Z9arUtQq3ve+96V4C3p881vf1q995D/p03//WVFr+Jf/8l/a516srd4A5ZtjyHsEY6v64Ac/pH/9r/+N/sOv/gf96I/+qD7wUx/WRTsvEXQ64zpn64IthVf4/DHbqNHRUeNcUY/hg1fQAro9+eST4uUf4ornvBFdmA7XXHetrnFcd619OvEFsQ998b98S/Af//Ef0y8k8BPA/BTw49b5eddYe/r6tHbdetes12toZJUq3k8YqI2qp7em/sFhZa7DXXL5Xs99nXbahoyOrZayTNMzsyJew9+V5jG/kkZ9qhOZsrwiPmYfh6RHHV/QIkLwnVax7iFHuvDhOafco3EudfwfS3perxuWuYhQRCw/9v9XxkUs34uI9Dwi5BOlMbnHu6XzCN8OrXwiQpnnltDHjvhE/NNzrmnLkEgR8X9rjF9pEcvP5Q84YhOoWYSn7ti3Am9EpDUjQuDYtv1G75GDuvWDI/2YE1rRIkLwtO7aF305T83+l/7c44h+Efcs2E4uuU7vBSxnlcQH7vGcuRddU0GmeL4ydmUd7mMHODJnarZRHesJY+nfth1I/RXieUSIOOkS52L7XFfhBegbb3yTeAlp79692uI4HRtE3Z8XKMjpmR+dnpqcFPLTbVkfGBhIMdWwc0f0gTXAmXWZf8y6gT/nHj555WXnedcQ5m2fZp2Dt2yXympFhXP4Hu+HMW/F+UKPY0bmJW5Ep5iHOVmTa+idaGrcOF9pEaEsz23zq8kWFK4tyB+z1GsU6vUmamGbLH+At2qdoA8NWkFr4IWmNPwP95mfPrSIZTrCI/qDL3AODw0lvpMzgCP3WA/dhpa81AcNMpCuuJjTXS01aMVeVatpjYOAERewBn1v1UC/tmxYr802csO1QQNecQAwp0UnpLTJqQkn07OacbI6YaeNIDYtmLOz8y7ozFuAwkQoZR8h+0ozHYGsaGBwlUZWrfPG57CJ06eh4TUa33KxhobWKMuqystutTu5ZmYXvV7DxmVAq8fWq+rNmqPHT6iwk73Nxd73/fhPaIcLiaOrx7RuwybVhke0ceMmEaRtGd8ifirsiUcf0+mTp9SyMPaZ6BCj9MZdO6QlKw5FVAgDEREu8IKh8iciFBHColiO1XIht2MOwoQsz6XMcxixlm9meZ76RsT/7Uh/3/Q/DwjaSp9MuY1abgOY/9B4d1TTC844+Ju1kGI4DY4Fvq26g6z5uUU7JzcrLAwGbgopLTsFFI6+K80rCfjqftZwwyk3LawtN8dlChsy4ItwzwuNsdBguXXMC+6E6IeBAlYa17QI+NoWH655FhGGtS4MCwIMnG3TqWpBR0mHzCucdp+dKPeWx0CbXJ1wUyS6d3zMrTx9KLkdzqo1Y1q/cbMd0EatXrUmJeKDA4MJNuSv4Q3YZrPtALDh4HJRlTxLDrGvv0/0W+8ixjY73LUucgz4Hs5y1aoRrXHRiZ8iAQ4UacXoZRfos0KLJct+orNx4R79mpYBjAEOGGcMPqWdLM86pnOjsaQFbzIt2NigqIxDmVca9KHAiLFDFnk+7aBr1vxfWmooItMaF+lIUgnMSSQwSsDKfNCW4AEjScB61gEC18wPLMBLY374RwOvOoqpcCFkxrSqJ1qyCcla6Anzw9MpF5tf8aYaxpP1Zh1QMdcJbyAtOkg6ffKMdaOtLvOWuftsSyiQQA/WBSf4MmTD1O0gstuFrTXe5NyxfZt2ecOFtw3BhzUJmsa8ecE1MLIOc642f8AlBaQzMymxYZ1uOwDgvOSSPXrHO96ut/7Ivaq5kDXlgrsc9I3YKTC2VquJfvCJdfq9GV+6UFuplFr0hgXf/kGCMwd56N6SnSbJEt9oWnABOiUTdoD8vO1xB5/huZfm53T44Gs6c/qEzp4+Jb5xWlpWexxUXrxjmwb6e9Rcmlfu5OrMicNamJ7UtOEqsbkuSDYcCOdOaKExOI6Pj+v666+3A7xR73znO10UuF0bN2xUlmfWiY7gp02QulzgI4g6d+685ucWPDyzbS6TzFOcWXAwastiznqc5a+S58kRdRxMwI+2j86lIY9sEmynM8n62jROdTdsw7R5fNI4nXXy40eWjVWSk51JJ2bd1cJ2u6JqWVFfb7cK2zDwHhzsV1lULEsLyhx4oeeDA/3iRZZzLjYimy072l471THLM7qy5E0FNicPHToifjaxtG3Ps1xt27/Mc3hRgxaeL0vHzgW9axnwjjqJp1mWec2lZG943rIPglac84xWMYwN23vaovmIXcqMGDLV7c1ojujo9ou2acfOHaqbN3X373Ky1tPtYqPt7oKTrempGb26/zW9/NLLOn3ilHVnWgdefVUnTxzVhItspfWeeWu2SdWyFDI0YrnftHGjWCOHF4bljGl7/PhR+8kZdVlm+LsozcaiRlcNadi+9px1uG3eNUyvjo+yOVww3OgSCQPfkJCkQ4cOieJB6bWgyebNm1MRaZeD74HaoNbZ3uVer9tBTZ95gX7dc889evs73uGk4qf00z/7s3qHEwy+jbNl23b75dVasl3ocQG0aTnp6esVvqMpKTxPr3V7zBtd8G6ti53YCl7GaZuWyCRF/LXe5Id//bbZYw6+sAM99r0V4+lZZGaqHRLFoyXTuemAtK9/UOhjXilE0IVcIIf8HBc2ABnqMS+6qqX17bSmnXDWraPQE9zhK2s27eehQ0SIcXxz/bQ3tqA98sc9vpH7pJMiZADYsCGsSdA5YJgjwvJUV0Qk+cKeUogjUGV+1qIhU23ri7uZtxUVRe7G0bphOC2WTm57HJzWdOmlu7Vr98Xputv2YY03Wodtk0rry+BgTdBnbO2YY6ERS7VUdWIFXtg4ijckaYXpxz35UxSlxpyIdfJCU9PesDxwVI899qT4NvWJ4yfTt9yffeZpvfD8s5bBORfop2wf6qmwNTg4YNykkP1kfVHz3tRbsl9DT6DPguMKaDJtuz8zOaW29WCao/nE/QEX/nusM/SHDlmWizHQg2NpWRyq1bRl8zbDuFll2WN+zbowf9LJ7Hts427Q2972Ngf42zQ4OGRaNw3XgFaNrtawC45rbP8vuexyXf/6N+iue35EP/tzv6jrb3iDBkaGRYxXGxoxvfp08MBBPf7Iozrwyn6d9QZJd5nppJN72d4O9PWobjzYZDty5JC6Tc+Qkl3BhyAr87bfPGs261pcWtCCN2fO2z6D45B1dpVh4ZiZkdgMChT4QhoyhgzCE+RqyXasY9tEX86RE47QBx7Sn3ODoAgg4UyWl0LQC9oNWPaQU+bMbSfkbszZZZ/JNTEe8Qr2tuLnpXHiGWvyHHs1PTWd5H5q6rw2bd6gtZap9evXOjnvS7I8PDSc1ly1arU6trG91ktoQVuBGR5uth3BhtCwNbVaTXyrhmvsD8d+ywHwMnbQRRBwAA7wAW7ikpV7fOuMcbt379GmTRvF2+fXXHO1PvATP66777hN995zl97iDZO7771bH7JNutebWyMuaCCP4Mi3neAbyQu05LxuntUtt/u9WXvWOv7yiy9owcnc008+rm9942v2bQ21XWiam5sVfK2bR7lp32k01bEsy34i87XJbN/aUMf8m7OvZ/5FxwTQAdzAA1vDffAFR/CC7vCYcTSecw+Ym44JIyLFKfSFtszJfDTmg07MFxGJNxGR9KgsSsPTTMkxeM7aF7MmazBXaf1iLebQhQ+y1ba9zvOKWraBESFsC8nt6dMntWAdh16yL8mzTIOWNVolz1K/UcfAI+Zxn33zqPWMnHDKvn7BtAvTZcY5XWHf3LThrptuTQvnlu0XaYf9TMNyVNjetW25wvMBJ/DyixIUMbIsV0RmnFp62gXssqwKWFPz3MCeW57RO3SF2A+ecw8ZZb7MMPNtJQpVyCI2uel4ZMGx9ZTzz1cdh03NTNtvG7KsoqGBHsc38+quFtq0eb36LKuRhQaGas4/B7VkX9sz0KuG5ePwyWNa7DR0yZV7tX33bs0vtjQzu6CK48PIS8dbfcoqhfKiEHBUqxXddeed+skPflCztiFhvCdtN44cek1rLbPXu7B26SWXOPdZ0IGDh/Too4+nby888PD31WV9+2f/r3+um2+7Ta8cPKhKV6nLr9ynO+99s2655Q77h5o6nUzv//EPaM/uSzWGnlpeR4Zrzo9r2rp1S8pn4P+o7RNyRXGxz3kU9MtNx7b5gVwhH9yTZQE5LctS3/OmA3IdEeJZ3QUfnvV4Y2J4ZESbxsd16+2368abb9Za5/1/9qd/5hhlNvXl51N7erpVt859575v66WXnhf8wA7WLDvA1Of4YK3tNwXwpYVp3XbrbeJbgW9/+zt08823+Px9ev/73y+eA0d/f6/xvknXe7P5in1XaI0LhgODA6panuq2xy+/9KIe/N596thGVxAmb/xgk/vtMxcdG406vnjdNa/TXXffLQpIwFCYT72mM2vws8XAM+w8APva7XwBuvD30a688sr0ixPAQeMbcuCCvDHHouOtrq7qD3SYGAHdHvJcTevYou0J6se9iuUDe4iuzjg2YTw/0d1nXJ586ikNmj5rDOtPGPe32/ddsmeP1jqOIka8+KKLtNZ57aILrN/59n3iSIGPWA948DcUYCngAie0Zn5sFbzmOTysVCoJ1ogQsNKgB30iQjyXPxFhkQjrYzO1lRoAcyLfyBB0Wrn2kCT3EctjoA9w0I/+rM23iAuvX3UOyLrQh3GnSNOzAAAQAElEQVQRy2NmncvSl3voO7IIXG3HT+g6Y5CdfseoXZaxv/4ff6O//bu/TT8Dy4YRvpdxbFi0zPeLL77IRbRuy2XV/qyS9Ov3fvf39A//8I++1619+660/s2Jghf+C3xYG11hvSNHjggbwpw04mjwXbTMRUSiI3gCX1EptYJrxDIdgZ/5lnFoq+V8pGW4Wj5GRKIXNGDdPMvEJ8K08HPyk6UlxxyWr4jgkeABdZ66Y+9p57c2sbYDnQvztlIf/pcr0n8r6wJjy+vWHQtzLyIcTy051msk3oJbw8951m530pyMadtGtEz7luGpOwZvOGZq2552bMuAm78zilwjYy37SmhGi4iEG+fgRluZr+250rxej+IjtoG5aOgeOtk2DMgvuklDlzneaXvKBvM657szc/O2q/Pmb6/jxukfHMGRXB5deOKJJ+xD2iJnJm6/+KIdIs7f6qIxtQ/Okadt27bZBh/UxMSUDtreQnv4Dt5XXXW1vvCFL2py8rz4VbP5+Xlt8yb3nksu1YlTZ7TOtcSu7l77jgH19PUlGYOeJ06cSLUO9O6RRx7St7/9TT30/e/rmOsC844/Bvr77F/7rN+jqtjnbNq4IcW7m21b+TuTRbXrwmZITfiVp+wTX3Q++Yf/15/of3hT9a573qyqc52jR4+Jb70Dl8L+0/xCDlvmHTKy4FgFGLATs7PTWnIs3zLtka2WebHgetOMfSK6M+/6U92+csH3eAZPFhwfw198ADyktV0YaHv+qvUYnuEXeu0bkDo2c1u2e+klZ45uK3M1nCPIH8ahRx379ZZhYR2aHznOKK2rhYoyV1d3NelUw7LH+i3Dm8bYvmN3G54POJAP6l3EjchNxTZmCVn3/Mzb9pFxNCuGoJMufLgXEZJpFxFpPfnD3E3LNM85hw6zjrFmrHfQo2m83C3pCjCAD/aJ+4OOc7dv357mIj9YZf+897K9unTPpfr0pz7tHOzx5NsilvWQMYyFT/AR/WJd5gVPGnJdN77wts9+K88zcX9wsKaODUG3fVaX+RHGg3Na4bwxIkzLQlX7dZ6ZFKJGUTovyLJK8tvgwVroK/oAHCu4Nk2DAdcpWP+w7eH/9ad/okdcL1+1atR6N5Nkvtf5/4Q3w/FpmXHKbMrCNqJhWeqq5vZVc/rM339an/3Mp3Xi+DEtOM50N2XuSOtxrapRb2luZk5HD5+wXWopF7Lc0aJxzsqK+ms1dXud8JgZy7TyTPzyzoPff1CTlt+W13v1tde81zDv/PFHxcbp7Y5RqD2QV/z13/yNvvjlL4n4DNkYNE49rtncdOMt2rlrj+38OfWYrnzpBnmiRoEs1Zsd2xDZTyw47upPrddxFLYdmsmI4Nsyw8X1jGUky3Oh/8QK5H2XXnqpiDHuufdex0w3aefuXRpdPQrZk91at25diuOJP+iL7BCPQFfmjIhEK9aZcu425zi7f6AmmX8TkzOWg4b9Wa8K87+03SB/A4+qZYJv+UIfRaZej8ksE+Qd8ici/P//+d+K3HE3Nx40cNOFrjznWcU6Bg04wvP2Bd3s8PBCi1gexD10l8Z4cKJxTqN7RAje0jJvqqVjlikiZCUzD9p0E7DQInw/3Vn+H/N07Dc4Lt/5of9f6BoRab6I+MFD+q807mZ+8k85SaZl/PM0zo8SHPRjDDiAE/ehwwo9OOc5dqNuH845LSKSrwZ+bAT6Bk/R46btCW3W8oPvOX78eIqbiWWIEZEjbBC2h/V6LavMw/W8fVJZVJVHLpkGwJ8plHk9YMEu0Jf55U+P8zfke7fzMmrHW7duTfVANlPXO54Htueffz79GSVio4hIupHl+Q/gzy1HA84P8cvYGmgB7OACrtQb8aX42JXn+NzzrkdjQ8lZaQ3bduQRW9G276I1rPMGM/Ea+jMeXeD4wzTOLYP0gwfgxhE4GEM/cOYez+iXW64SPVwrgfbACQzAiP+jcc6LR8ddqz177rTrPfMWv44Yx5zMA3zgAE9oyDf0ZFN6zPE7fbje7TwRmKEDsUi2y0H8Njv48Q0bdJGDkJ3btmrcyr/Fhd+L7TA2b9rgQuCwqt78qNsxTnuD56wLxrM2mJUitwHsspIXGqzVtNbjRkZW2SANqn9gSDUXvMbGNmj79l3asH6zzWEhRVUjo+u1cdN2DXpDtVLpcmK7SlKpk6fO6vzktOa9eTQ5NauFhSXPM5gKbje8/o268aabdettt+vn/tkvONm7QyN2YnPuMz0zK37OF6GcOD+RjPbhA4fFRs+Sg1WEouqEyNyz8XYA6+SRotk0hUI7TwQeAsKYiEiEhZGVorTjtxDnhfK8IpiY5ZnCrZOFy5AdKZb7wwye0yLCt1ea+0fmfpnvuV0wIJnHR9DH99LzEJ/IMsnX1hm1/T/gyLJc8q5ny4a/aedHktW0cuIA2w56IsJwFgnuFTgyzxMR4kiLyGRotQJ/RCji/7nRD6fcUXiM+3iuPM//p/m5zjxe/kA34OFeaadOiwg7zYZ5uKAVOIuiSM5lyEVKeIJj77ZD4H6W5+pELgPof7ly6O3ktFKtpm+31mpDdlBrkjz0ueje1d2rsqyqZUDPmeeHDh9Nf0OF4HPKRV942zb9xlav0YCTs4YLJ/wcBT9DUlQyBzs11QYHlFsBq07ah4aGVfE5Cih/oCNwldWK4Qk/q1xoy7CBL30jwr07gsYoMGOQpboDjaX6go1Tw85wIdGhbV7RB7zplxtnWrdpwHoYTmjVNI/r3rjJstzj22lujCv9oDX063dhaNRFm4hwkjDhfq3ULzOvMAAYg2kn9Bg95hx0AAi83KMP5/8/wv4D3tLzLO+Fr/t9V9u9Tu99RqORRtUqlqxiWQ0b925cMGAIJt9JCOQcSoATSAKEEghgSoxNYhs33Juq1Wx1jUbTe++ze1t7le/6P3uWUJJzfmdpHr3tKXdvz7vWxjiW7ZwLpjPzYswxPgTmHHkOTK35SuYthrpkOk25wDZqOi9fvty07Fe352cj2sQQOAIrOM7acDJ3oVBQZ2e75bhheC/o5Inj3oQaSe2ZZ55Jv/FOcku/Qp65GDyc5KZs/hN4YNR5htyAP7CAF4HhhGGZtdFmk+8FJzbbXbg4ffqkent7XZyfpz4XBqEXrb9/QAsXLk62g2QlwvyLTAXTIbN8VmdrmnaC0bSta7oYetKF+WNHj2ro4nmNOqDkOOLNReTprBOqh12w/coX/1F/+sd/rC98/r/r4YcfEN+Gec5Fs5dffF7HXODrLBVUtLVYtXSJujvb7LjalGXhzcl5uvqaK7V582VavXql7eRqsSG8yU6QBArHRZJBYsQ5P1+DfUAWmpbtA/sP6sTxU+Z9w7pQUdkOt6e71zSWN05sP12YgfZWLNWRKdtVZLAQuTL/x72a75NQs0l3xsVofvpoz9692vbKdh0x3uMObEvWj4qLGwscIPKtu1UuhK9atUKvu/Ya3XDD9bpq65VavmyJ8Rm0Te/25mq7jz0adHG2p7tTJdO17DmK1rt+F6GWeAMOp1QqlnT82AnLwklRIJ/wWjyXP/RHhuTCL3KUW1cibI+s78gueHCkRYQiwqOUjhHhIkI9nTOudslWFgoF0z1L8qlLHwKVQl5QxUVTXgioupBxYP9+ERgkuesd0Ix9zIQLQbPWyZOm97Gjx0SfQ/sPiA3PYdufQpG5Q6wH3CtXrrS8dwoHjtxt2LjRfO9UsVBWd1ev4avpnDdTeatzZnpCe/ftlBpVnT99XJPDF1JSPm79nTIPoUvNcGUKNSyTFQcLs5f0Sv6sx4e7YLDAxTgCJ+SeNYGhLSdpn3UvqWIfXrIO46dXrFyhpS5ayHOCK3BPeKO4ZhuVmR4mVNpATUUY0xM725RSkQaaQdMsyxK+EeHuWdJX5K1YKim3jRiYNyjihty8KxSL4gO/8pLPza6aZc+WUyXTPi8UxTP4yrz0LZpf5WJJ613coIYKnIkW5if4LXa8gZ2rOrHGdjHu4sWLTgJHE5zc7+7u1tVXX51iGPjCOPjKNyF4ixRaYRNpJcPNusAALEXztGz7wzVBKLjxnDULho379IvIxDWt4cL8xOSoaTFtfOoqlnJ1dLbZ3hAPdZvvVRV8r1LMVTRdShxNG2AvJrpkhn1W7e2dqlnHLf4qGS7wyLJcyOHkZFWT0w2dOj+kobFJjVk+Kw6+K/aJHZ2dqZj4xS9+IQXL3/32N9PPiWeeKK2VF9Soz6Zi+KzjIOQoMx/hKTSccLBfMz3n2U6OWK7r2EPHUENDw4ZrJtExN9xTLnYN2x4ii1yH7Rm2AjtyYXjYSXiHY7wVIoFd5eI/fiIiLINtpkFNO3bs1KA3Tkv24b327Qsu2eTLL79SW67Y6vjuXr3+DXe6sL9OnT0DKpQ7VG1a3nycdGJ+8NAxvbRtuwutL+ug9fXMyVM67o3Vl557RuOjQ9q942X94Dvf0kMPfF97du7QpOEdc5w4MT7tzeZT3li7mHzPtDfM8G/IFb6kZFpjm8rWsfmXXt6BPtgl/A48jghxDzmoO8lkLPTDb0JDkiWO9D1lH8F51TSVP2329fhQ6FY036FdzfJMY04a5+5q+WmaV3Xb0w7bjYJ6LMvII2OQB45ZrmRnmHPAPOvs6BL0JGnHj4zbNw4O9quvv8f3exURohAH3J2WFau745PpFJcBP3gyF4kCBWjig4gQ91ibhv8Z9CYO5xQzmAeYwQc8eQ7uS51T4LdJ4l73uhvEmMOHD+no0UPm8SZ1dhW1dt1yzRvsSf6eDT/oSDwOLMzLCw8kfOg198/aRxHLQB/ik8yw/eipx/TySy/qsccedTH1lP3vk3p524veT69qyBtce3fvtJ0+Y1rWNHThnCYt48QKw85jOtvaVSmWFNa1gn0i8LN5EhFeounYZkDQqs3+LyKS7CInTfsheAhvoQP4T1tPent7rfvVxLssstSf8bl1Bhr29/clWkIfdA8b4oUc6zeSnpcsfxHh4u5wsmMk3cgE/SMiwdIU/8lz1z2uaf7NeAqvZb1AFofHRgTfT506oSPe3Dt+7IAWLRxUV2dZ4bGzlkU2wwp5JtkuyLjI+Ncth3NylSVY4CN6iz4AF8c8LwhbuMCbQOR6vY7lm169nhLlhqdqKrM9oUV4Nc/NGOBnPnjKSzsR4QJRW+pLjgY9oSH0gAfQkmvOa9axl19+OW16sRGCTqFjrLFy2QodOXhYp1x07kGeHbfl0VCtOplwaDhn4uWCiu1MwTxouDCZZ7narN95ZHa5NRWyQtKvmuOjGcd+xTwTPMV2AcfZc+cUWaYR++Npb55RxMZfALPRU8VF71MujvATto8++AP91V/8mZ798TN6wy236833v810H9TEVEM79xzSvfe+Rdde97pUqK/Wm7rzrrv1hjvu0g3Ob+H1D779De3fvUvfs+3auf1l5RHpZ9zvv/9+dbrYeLs3ONesWWu/UjKtZf4e1bPPPqdjzn8mJydSngHs0DszzMhY8xKP7vM7GwAAEABJREFUsT3oKLrNEdmtWhaw7fx9pWKxlGw88sqLFMQuy1wHgN6f+/zndeLESW3YsFHYFmKOi/a1xIgTFHsst2POpeE1OgofS77XWicitz962hu5T1papAnbY2jb19/rTetRi19dpXLBulH2szGZVXrR8fPE5JiLTkf1jOPp79iX/f5/+g/6gz/4A9v+bZqaqSovFTRRndLSlctVaq8ofE28ev7CeQEDckPBClkCX2zIvEt503nrP8/RWWgPDXjxinHgUnVOUbCfxyaVHQdAS2jDXDTuE5PQn/tNCwM0h84cS8Z/veO+A7Z5SxwfIzOMa1oG65a1vq5uy2FbkjVgAw7ozguzXc7vyh7f0dYpZHh8dEJ7du3V97/3fT355JPC9gFjxXIMXEcdq6MT0BSeAhOEpg/XTRv6iOBWsiE8B0aOwFRzPMnDiEh0AxeuaXmep3v0Y72IELhxv2j6cGxrazPv2lWwfUDXwLHDRT3ZrrAO47CrzAs84Ltnzx5B3yzLze88zYl9gD/8jbif+qmf0k033yy+9bNi1UrHUR3p78Phr7HB0D8ikr09dOigzp074/Np41ezP2u37e5P8kwO/Fd/9VfphUPs437HC+Sc0PBTn/qUc4+dQtafffaZFBPwQgH8Bkfgy40/+p9Zn2ite9znOiISHtxnnC59eI78c5nlue11zbDVuVREWH+bqRHbNhxnyfFwyfTDTklh0jUU8c88q/s5faFfw/ZWrgll8nMbYPjI/dfKIbDRgCOzreNIv1aDF03zhzHyJ8vnYJzxhlzDm6p5qai6F5xxnHjRm40nT51MfgneQTtoibxxzZzgXrEcIMf4DV48JNb21Im3yE+7/Sh+EPkGtog52iEfXC9YsEDLl68QGw433HCjiLku2GePjg6r5tzn0KFDjvm2Cbpu3rw51Zh67XOhfZ+PNdt/vv3b3dMl9Bfd2LBhg26/7TbxgkIWuXiJ4b573qRrtl6jW2+5Rfy8OLlEqVzU0WNHtG//PgEHm+sTE1O6+757VXFsvfGyzVrimIZv3fOtab6V9lVvIv3jP/6j/vqv/1p//ud/pm9882uitljIQ/2GgZe6588fUNP61zBs97zpbl155RXeuD2kv//MZ3XYueSNN79e/+63flv/6l//sq646hodd8z42ONPqs0xvU2KHnzoIYFjzX6wWCqZJ671FHPNej5a05uf8BI+QqOGZaPuGB/eYHNGvRk1MTVuu0qbEHLCs3Hn2/COsdhFeAq94BP0LDo+5Zo+ueUyIsyDmiUOmWuqVCiKL6vgUxmDDMBr4GA+5GPSPqlp/wN/0e3OrnbzriA2Y7nfMOysMWv5Zw7gYtyMbTtwEo+sW7dO2MWORI9m0iHWgjbEsjXToeYNWOZibUOnph/Sh8Z5GGqOrMU6NGCkMYb75PKsD74c6U8/7Ay0wd9hT1v38BnI45jpi/196okfqa3UruNHjqs+W1dmnYuIBAsyTzxMDNXT0yPoERGSG3JfcQyR6G1/DM9knfZAx/xduvrqq4xzQ3mWJXuGz6HPpGMV7BY4ZBm6W/d0mTL3A2/5E5Erz4ueqqlubzDyMiS/FgEMJlG6V3JsVPLm63nnezPmwzbHHbtcA5J5Pjk57ZrUFq23Dk079uHPMcEf4seaa6oTY8Mql3L193Vp755djrtf8Poh1p+j21iKSVhrfHxKBw8e1qH9h12jn1LJcNm8iNwM25Zb3tq8aV90rX5s+Lzt94B93VPpFyTgyZJlS1Wx/YhCrgXe1EAmyCmoeRCb7N612z7gnP1El3r6+rXE9Y3Dh48IW8MvcX3jm99IMeSBgwdcK37FsdMR5bZ5HZarvFDQtH0yrUqtxTQslkrGJUu2C3zgIXXOrebH+z7wAX3wQx/ST3gDlVgI2UZequYf8lHHx1vuySM3btooXty66667BO3hATF0j+Ug8izpcXdPt3p6exKfkDXkj03T+fMWqFQsa+jisBqzTbU7/22rdIgXA9ttk/q8xzLPNW7WGZ8Y8/hG8kVmffoXEYqIV885iZi7BidgjgivUUp4oveZcY/45z70aySB9Oim22v+RYTlPF5dA12if9P9mZvGNY3ziBCfyEKsg464a5KXhulFH/mTuR+wwJ/U7xJMEfHqWvRNzT4sHREyj+VcTOrziCzxmDl8afo001pN2+Nw/M3GZJ5ltknFRDf6/a/r6jUfnpUsFzTOsbfUi8EP3LEj6Ca2AjjIf9vsE3ledgzZY54jR4wHN+4zfUQkGJCjiEh+jf48P+HcZt/efbpw7qJyFdThmLCYFWxjanIyz3ABN3KXdNMyiC3paLecOCeqOEZEB1asWJG+ZEhej7/DZj3yyCPpJSDsCHNEhBqX6IgsI4vgxbOq9Z/5wbHNOPGCGy/38Ut44ES9EXyhC+vhu1t4Ak+WhWGF/jXzoZFwnPGczI8PgV4RoYhI+ISUzrlPH/BjbfkDPD4I+nAP+0CfiBC6g+2hD/SEzsgZ47kXMUdf1p6amtSEcwxepJ9x3NO0DDLPlG0rc8BLzrkHLTiHBmPOdbAb1113nd7xjnfoDW94g7JOJyBLFy7QfArfXZ2qlItqc9G1s7ND3X29au90Uc8LTHjyWTtzDB5J9ODAPCt0t4trg1q8ZJlWOcFbv/4ybdi4WR1dvQobyr6+eRbpggscQzpx6rz5njvI7fManVbAsg3iUq1YscbHJVrqpHj+/EVeu8PzLdXV112rW25/g+6880695a1v0W233ymMY2Yh2n/gkI4cOy4SOQJjNlDZIFi8YLEG+wdVtJNvM7PbOzpV9rFsfCLPxWYEBIT4EJXAD0Gjb7cLVQhAh8e0t3eqaAcjRWIW9sNxq5oWhsxGF8OLwNBgFI35dOkTEVJq2aWjryXfeu0xfK3XfELNyGS7YDohaDXNTFc1YQc07WLptIt+0y7WzAUhzWQggL3T/EFBO+wQuC4WiwKWiEhHYMvtFJtWEBqLRrD2Pzdd+jQVaX13VdP3IiLNwXyvbfInCbGLL9yHftAOxeGaZygiDSGMiGSoSaboA0wR4TWaVipWsukLea1QRKZEB69Rx+C534wDq1Onz2ivHfz+gwfTm+379h3Q9ld2pLeoDh8+qmEXcMEP+mDcZmamxQrVmSkNnT+rsZGLqeH8pbrqDsynXGj0aipYNjAUw94cHHehDfigJw1ZiogEZ5ZJPlXDwSr9ZmwIMKY0eDNpxRx1Ievi0HkXay/olJOPSQeTPEPmoAW0QamhDY1zlJYjsl2ptFtHOkVfxsgfeAp9SUzKNsgoNDAyF/TmHn3BPyJS8EDgxs8eI9fMDwwYAWBmDOPhBTjxjD4YR76ujgHhGevSMJQd7SXlWcO6JctnPdGjXC4lgzhmwzJxiW7ANOXiCvMBp8GxvhfV3lZ2AF11Qea47cHZlLQyDlhIXJYRKJWLajgJaHfABO17CDB6etTjhpzXbX/kD+fQY2p6UgsXzNNVW6/Q66672kXndpHwTVteeJmjITsob9R0efMdnW5r71TZQSvOYtayO2tlc/ipKfMRmOsunjQtF8hE3c8nLB/Hjh7ReSfp4JF5Q3S7i7TPPf1jPfXEE/qH//73esSbpyR7RW8UEmgedrJ30MHazlde0UMP/EBf/8pX9NUvf0WP//CHOnL4sGlQTwkJNM7zzPazP/Gru7vLAXbJ2DUtyxd1zjJLnyFv3E5b93HOOBxoMWxZJ6BGT4uFkrAPo0Mjunjhoobczp0+l4qL8CSDwdG0TkngHdaviJDccgelRSfMYbs2OTWhCy6OUay8OHRRfLqcDBK0Di6Y7+RyftKTsjeY+JupYyNDdlrjduwVT9V0cWdM0LBmGra7iFIul9K9c+fOOxAc8vm4cutZKFwkHtfo2ISADXwaLhIgqytWLNcUfsZzhAGomQcGc26cT5rNZpI75Bw540hryUXL/rXuoRPMMWP+FgoFRYQoxFDsa3cRfcT6/sD3H9T2l19RnuUpsTjkDRl0sGHZYOMF2zNmWEdHxnSev5Ni+h4+cNDJwDiK4I3WKQFr3YHZkPlSBfY8S3gM+7rN60iZdUY64/H4LNb43vd+oJe8ATA7O2FeHdSTjz6gZ596XEcPH9LpM2c04KL7+nVr1TANauY/BaqS6Vcwz3IfwbFYLCY7AY7Iw0VvHIBnlmWiD0dzXhGhin1gxb6e50XzHNuaZbmgGbpuF6/c/2XNTE2FctOL+bM8F5+GbfEcb2aTzkNz5sr9vOpiC30jwjzNleUeE5kmvTlLoTUi7Nfb54ptntdM9BqZIsuVGVbmgkfYwyxCvP3csEy4U4IPPrI2fWn0nbYvxAbPyVo56VDudaEL94ANmLAT/d7A55qxjLtonULOuQYv5oN+0JFz5pU/XLM289CXsTzHpnKf59CPFhFiLu512ie3mdYNFwqyLCwLk2p4k3Xa9mrKPqJB8m87V2/MWi7qyjxWRjYi96qRfOWUk9jDh46k5BD/Wp9tqO6NATZRj588q1179uv4idN64qmn9ZQL99+zraE99vjjeuTRR3XAMjrizU54M+XN+kZz1ja4kjbVsK1l+xHghvesj2zNH3ACumihli5ZLHwNOFO05Dk07e3tFbyacBEGHHtc8J02PjPGC/vVZXvdbVvd7iB+y5YrXQjrV6FYEC/O8OYuxbX3v+99IuDetv0VNawzJOmDLm5vvepavf8DH9bCJctVbu/UVLWhM+eGdO7imEbHZ3X63IgOnzyjg0dPOpY8pyHrY9UFi27b9rDM2sSpyzFQjwvUZesIPnnE+M/OzuicN0Neto7v3XtAR73pcO7cBSfwE8kOIzPQAxkhwQU/iq9HXZxmHPhHhPBn2OMp26emDS+8xsdiT5BbWkSI+ZATWkSkDURkMCLEB5+H7DAPY7jHkXus3RqHzHF/zIWaMftX1owIxwYdiQfwjrUKxpW5IsJ+stc61pF0AdiRmyWLF6m7p9NwDGh0dMTP2xy3t9ueL1BEiMI18IF7i+cUKFgb3JHLYrGUaEVyhNysWLFC2Gs2m+m7xrE/G6bQ58orr9SSxUu1adNlSYY2bFhnfs/TsG0tdJ6entLzLzxrtBsJFvSjYlkEDuQL2YCubARDY/wecEGXY8eOJTjYsH/BtvMb3/qmdu/do1Pe5OHFNX7GF/93+vQpFweK1oEDLt4cFPBTSG3YlgLHRW+ivOBN96rllpfuZl08GRsZ9YbumMrFYiq6g+f58xfUkvWCY2j4ExHCBpRKJev1VILn+PHjScb4G5oUYGteB/4UPFeW5TZ3TRWwe8Z6YnzCftOxqefJba+Yq2r7GRHu11DTdrbkcYPOx5YuXZIKrz3WK2KihuPOigtNJcc0ilzlciXpkMVRFPaQRfhOHHfIfuTAgf1ea8qx6LDtb8Ww2tZkmfhATxpyBV655SgCGJriHvAiP8glshARAl6egRvPoBHXyGrmeTmv226Dv/yJCP9/7l9ECH4yH/aVc8aAPz2AgVhhth4AABAASURBVGfMzbzMGTE3hn5cL168WG9/+9vTtw/px5jDzgVz91uxfLmLmIf1gjdEZmzvfvjoQ/rL//oX+q9//ue2PydUdaGsYp6VsoLanNvVzfO6C4dtLjRkJmBmf99pH9lRLqnm+JEicalQVJtls7e7R6wxNTmVZARbAP9ZH91TKOkR8j08PKxh26bde/aJb/Autj3jG678+sMv/8qv6qprr0mxb1ulTQXPP1Ot6YEHH9Ghw8e1a8cu5bUZPfPEw5qdHNXQ0Dmds6zutt2KQoc+8FMfVXffoHZ47qHRMYXlZ8XKlbrhhhuEfW133AWtgAteyB/4VCyWkk+JCMvDdOIjcgJN2chG/6+7/nq9snOH8mLBxYVJzZs/T1du3ar5jv1+6//+HfX09unqa671JvAZHT12QpEV1FSmK7ZsFcVEeI7+1rwph/722A8wb7vtcdG4Zp53qTdJlhveBx58KP1MHoXCWcdL8+YN2L6O29eXnePt1o9+9KR92zH90R/9Z/3Jn/yxduzaoYqLrM+/8Jx6vfnKN9dff8vr06bAmO0KvMT2szY6TswM/o/98DFttT3au3uP0NHMMoqO8C3RiBA/IQ+swHnKGxjYwPe85z1aaRgjQhGR9N9kTEfoitzlpjsFJOwyNhG7hDwTU5w/fz6NO+nN9eeeey7VHIgX+HWpkuWvr6fXutgmfi6fv4MI/eFbRNhOFc3zoWTf4Ru2Fb+ETaQA9sEPflC/9n/9um65+VbNztRUKpST/gMPGw7MTwOus/Z5wAofypZhYn/gt3KrUCiktaouunEOrYCfI3NxpHEPGwH+EZHsHfPTJyLm4kDbq4iwbalp3H4KuWLeWcvBtOM/5kHPmi4u55ElOWQ8NKEIzjnrIIvAR/+a7Rz5GTjjZ6AxOJCL3Pz6m3XrbW/QwkULVCjmKltf5Q99sA3vfe97dfPNN5mOF83zY4mXH/nIR8QLHMAEXTlftmxZykkuu2yT/WOXuro7dNddbxQyjK1FVlp4AFtEeBUl3vIsIkzKZrrWpQ+0iYikX/ShgRs4RcSruIMzdOe50mdunrpphCxbAFRw/0aypfXUI4L1NBcvWo5le9WaO/OzLMuV+X5EJLhaazKY+zTo2xrD/YhI8EdE0qVZywP34fmoeTntGkqhWBSbGz2ODTsc1zIHdEHG8Pf0rdp/of/cGxkZsS5PpjwLekM7aM684CyFeVY2jQrW90o6L1s+gY9+0LBUKqZnTScl6Cabq51e+/HHH9Pv/M5v6Utf+qLlt+BWTL6YtfkzM8eOHXXcsUHd3Z0iDm1KJmVdfPscWeOlzHPOR5944qkky9/4xjf02c98Ri+9+IJuvvF1ut41Rza7LnjztlIpmSYzKUap1xrJVoA7m7w7XHdiM37btpe9sfuyDh8+rNNnToqcndjxyScf1xOPPar/8if/WU8/9YQqpYK6u9rV39utIefYN990oz7gzRjiqKd+9LR+9/d+T08984xGHVseOHRUF0fHNWm/8OGPflw//TM/q0WLlyR4Ozvbzf9Z63xNVetX3flFZLIdbiSeN0yvunOLuusk0H7asRa+Fh5hG7lf93P4hw+bNb/neDiZxnNvyLk/fERO8G3kythM5oFH8Kdg+1FzjMManFM7q9mfIq+tcTPOuSNCPC84tigUMvM8F3NkllWLQeLdrMcBz4xlbcq5BG3GY2ftF5AL+EF9iHmq1dk03mxN8Dbttzl/tXm9vFB0n9zTFwQsJomPTbeG72epRUQ6yh82lM9fOC/+hIkJKexSW1tbeg5cxH/4Buw59ccDBw4kH1px3IANgR7QhxiWFxbvuPM23ebC+hLHKsSc586et52seSUlWUcf6uYPOHKzaFpyXTNfcvuVYrGkGef7+/bs1Ve+8lX9t7/9u/Qz1nXTG3Q7nONk1vOq6RMRKR8oFcuKiNR4VrKfYS7mhUbciwjHwgf00MMPqmp9Jd7mOGs5ApaGJ798yxX2+Ver2xuRCy1zK1au1Fn7s2n3+Zmf/Tn95NvepjwrCFjgedHwlopF29ERb/KVVC4WxM/Y/s3f/LV2796VZBbaHHAcevLkCXV2dokXhQYH8PeTmhq33DmHC+tX1fn8jOOrpu0a8COL+OEtW7ak2PrP/uzP9Ig3foqlUpr3cdffXt6xQy++tC3VE2+84Ubdffe9+oWf/8X06xeLDT92Y/2Gjdq5c5d9brv7nUs5wQrHIdDk2Wef1cMPP5x4joyxLnJGa5peeamY5CzRx35uxvoCncC9ZL+zeu0aLVm+TPTDX0Fr+Mv4osciR/RDxg4dOawp6+O0ZZt1aBOuDUN/WtnytHDRIi1fuUKcsxb8Q87g5ZEjR03TPc5NziosONRI8ixcT5x1LWoiwck8dfsMuUcEvfTqJ2LuOmLuyIPMctRqXNO4Zj2OEXN9m34QMXee/m8eiWaZAWeau6R/jKOFYeAGz/5fWyj1oj9r5lkuPvSHzkl/vQb36JPoWiwqIlJL/cwX+tG4ptGfYZzTTBxlHsMcEXNj6TP3Aqj9q3EJt0x+5gfQPSKU53lqjJM/zMU6tIhI/qffulK2/0JGEv2t28gucSB5GHEi/gE7Sgw65NoT8+RZluKBTvu1+QsWJD1GdhiL/cXe0oAhIhP7XMx1gC9wuI6YKZOhU259xMaRm/AlD34tb9fOneJPSWC7aFOOwyYmJl17P5HyRGIcvmCwaeNGLbbM1U3DqnX83LmzGh4hfxkW9h04wdWoJ39MP2Jc4EO2sc3oM/EpthIaMKaFBzRgfRpjmBPa0pd56QdPOec+60SEwBmaMxctYu4e/dEH6M05R/SIvpGF2dxMLc9yMV8LHmzdUu8vUKNAz4mradCe9YFrxv6HNlurii/clcpF83cuxsgtB/CFxlryB5iBjWtosdj2PqvZKI95A4hjlod42AypaQQgXtXCMW0jwjdT2lwky2z8h0dHVTMDcFyKXDNWYAp727bv0I+feV579h7USy/t0A8eeMzGeMSbq31OuDY7oL1d9933Zr3t7e/UHXe+0Ruld+lDP/UR/ezP/bzuvuce3XbHHXrTvfdo42UbtdaG6pprrtI1113jDdr16u3tVsMCP+5C3vDwsB3CrAOUHq1YusJBSr/Pu5Ozyo14VsjVNHFFi3BCU7NDm/X4RsKvaIVM/TILpPvnecH3C8rzoqRIjIDA/A4580SeKdwXwjOukMbkHpMpwsSSzEQ3maGXmjii0Zr7RIQi/ucmub/7wPhZO5VZB1DT3jgdd/GeNmnnQiCEksqfzDAAe9nKCwNJwmhcA1dEuJcUEYYtT00K1ZMjbioiU+YmfxAEL53gNllF8+30LyIUMddYk8aDOTjn6Mh6CCPrAxPzAeeUA0Jghn7cYywtAlylhuWGZ8yXZ/ncOj7mmR2X4FVdM3Y4tAnjf8bByDkXtQj6qsZj2oEGmxtnnCyOegNPkbmI2OOC3aAqbR0uJHZqgTfYujraVJ+d0qmTR3Xu7ClvMp0Tm6cXPO7gvn3e2Dokgt/zNiDnvHlx2snvqA0JDg/4mt44qzdqIsiZtaHhXs1yzjn4kKSi2NAE41AzbA3rStOWLSLENfJStX5hFDEok95kBI9pBw6MiwjLbMUBe6fJMYcHwVxu+Yr4Z/pDX+bgrWneiORbfBR7uU+yjYGgEMCa3MNQcI9rT6xzxpmAEN5gSCMi8QH46MN69MMwEayBF/M0vLFYd3GnOjPhgGk88UXmUZ6HCsXcpw1x3t/fo8WLF/r5tJN8jFEot+4V3G/WgRtryB/klKQXHAlEF7lw39/Xo3mD/VrhoARcFtm4tzmYdXeNjY+lxAz4gKtcLvl2U0WvvWL5Et3j5PeO29+g977n3frIRz+m97nY8OGPfVz3/+RbtcnF/GJbh7JCybYsV8NyUnOyOu3gfcpt1udNK0DDQWzTeBbzTCgDPGKDoOHNjv0u1O545WXt3LFdTzo5+uxnPq2HH3jAQc0O7Xxle/r2ID8jWbN9rFk2ZqaNu0yXZqjiQmfVcgMuy4zbdddep247TuS6rVLWwoULUhBHQFurz6RiN7hT8O7t69XmzZelYjT94f2K5au0atUa4y+dOX3awf/5FEQdJpHzNQH4yPCY7VxdCzz38lUr1ecEuObCBIGJpUlmnTivteTUPMrMI+QAXaZ4u279Wl3rgt/qNavN08WiaLF44UKVHcQW81xTk+OpTZo3I7bDFK5PnjiuYW/kXfAG8EUX/86ePZMKGefOntWk7UHVtBl28e+sdZmkBB0YGx1xAfGQk9FtKpkebKx0dHS6iLfQ+tAhYIwI5V7TjBF2A92rG/YIY+Mmf4A9Yk6efZn60TciBE9a/cu2mejB9pdftl2oQQoReBxxkFs1/6BxlmVatXKNBuctUG9Pfwq+X3Hi/MorO/WMN6x+9OSPvWF9IdF/dPiioMHgYK+KThSlhnDYmy67TGXzfsxF8+7ePm3YtEncm4PFsutnzzz/nI6cOKrh0WFv5D6vl158RhXT4KqtV7kQdIv5vkQ2Iy4A17xB1C0CtrDdRD/7ensEztAFeqCn4LbIesNz7tVsi8AF+aYVitjWpmVjVtADOlVcUJ5xcB/WgWiEMv+X2//l9oUF05zx8idopiXrobfoaMWBP/OyDo3zGds5i73jAttv6zz2jg1obI6QswI6KKV5TWdPm/4xNiKURzbXslz0YV5g5bn8mecNNxrX8Dc3jDTkFhpEhGYu6Rt0YA6e09fDE97Mx73MfYFr1HEMzwkKV3iDiGc01oCOzMs807bXyEhEOClrS4Wi1jV4cg5PJm3f8yQLcnxSFeObTdODQM1+i/WYD532VMrUVNP2p+FWtw2atq60YG1rK2vt6hVa5EC7p6Nb8wfn277O2m8d0R4X0w97s2//wSPave+ARsamdOL0OXHv+edeSPpU9+ZtZLI+1B20F9Mxt66HJR/cZ80jed1Zy0Ahi9QH2HjGBhZ4gTc6w0sW4AZduQeMpWLJMA1qseHD36xZs0Z8A2DLFVu0zAkhL95td3H+ou0CSSPFpwEn0XzL5N57701vSNYddBQKJduZpers7dUhb0pt37VbL+/co2OnzmjYeJ06PaSXXt6jQ0fO6Njx8zpx9qJOnx/SxaFRnXKfi94wbZiO41MTGvMGBPZwxBtjpULRvKpYJ5dYnxYpN45FJ/vwqVgqeYRsH2qg4thhQMhAmGCZZRP8hz0v/KI/8sB9jvgv8KAIj49F75gE3ahYL4rFYuI78QG6ghwPDw8rIlIRhr4lr48scg5dkTnmjwixBmOgP431kXH6cp/5uccYfAttgTc88P9jFOEcM43a1rLR2dPTpWPHjlhezwucyuWi7euAN7n7ku9BxoGtq6srvdQDD4kTqraHufWV9VrxHUVSCoX7HDu9bBv6j//4j96cHVVnR5cTvX0quP/Q0LA3ivBBDc2ft9BFxiOCTuCBzEM76AQsX/rSl/z8sIaHh8UmJHOCO7HCa0RDAAAQAElEQVTNtm3b0r2nn3468eiIi6RV6wd8xsZse3mbSOqgCUfoAf2gE3QF/omkiwXltmelUkUvvrgtJZIjQxe07cXndObUSdvys/ajZ5M9R+4pkpDswkdgfuWVV6xzM2kDrWi+RkTyZ/AWHKBJRFi3Gom+R44c0be+9a30rRPfTLGQbMjDgBYLBet6QzO2JQ37w6btedE0s1jan066W13YXU+nzDeBh/mBgxYRSYaAbdbxccM2PiLU0dmReAl8Ta8FHaDxliuu0Np165TbpqOXFy4M2SbNKvOYiuMr4inoFjE3b9N+AFvIkTla5xFh31SxfSg5tu5KcoLsQedWX47yJ8JzZeEzieeteeq2M/AEGLnHeGSLe/CM8cgHukDB4azjBmQT+PBtnLOpMmp7DdyMp5HA8vLsCn6K0XaEIsLX/+mr+ne/+ev6/ve/bftwQvw9s2uuukYDPX3GPdPU2LiBa3qTtOLiX1E7tm1Xxbwt57lq5s3oxaG0IbvtpZe037JOgeLA/v0pVujv7VVnW7v6fEQXwKVV5ACen/u5n9O/+Be/qGuuf51+5hOf0MDgPM1fuMj57jusH0VdHBp2XHTcm5FHBX9/+MNHxbcMh60D8KzoGOCIY7lwrLJ0zUq1dXdozYZ1WuFYDPv22BNPmoe1RNsF8xcIukGbSRfliBsblqtZbwSzeTXjAgrF3GEXbyacJ+WFsPw01GG/Mt/x9oTjt72Ob5u2hHXHiNhoXmBgTjZSz7mI2t7RLmKH3S7svu0d71TNMlKqtOlN992n19/movEb36jPffEf9cILL1rcG0kn0QtsRN3xdcnxOvPBW66Xe8P7tttu11vf9nZ96MMfVdmbv8yPzUHW8zxLPmRwXr+LS236jd/8NfX19doWPKHt219Osl4oFrRjxysanxhTZA1N+1jIJHKVDm+GF7NM3/76N/T1r35VF86e1gPf+454ceLv/uZvxC/WhKXzf3zuczrlGPX73/tuiuHwwVscb2/2xlqb54iIlFNizygGv2RZwCZhG8a8yTTloj86iX044OI6Ngs88YMc6YONYIPzlPmJrKBPyPu3v/1tffOb37R8fl87XQze6cJXZpiRdY74IWhB/9wyCX+hKevgT7hGD+jLWjL/GNtrmaRll2Cv2kYYVRHX8pzGdV4oWIaqnKaGTmLjmYs1646vaZxPOR5p3Y+IlEceO3bM/uRCkj3WQz+BEz3ush/pcLEf/xYRtmNmjCR0nTmRA+aFDjRiCWSfe+DFPBFhjDwoC81aLkvmR912rWSdAFb0hPnBB1tYsoz1D/Rpk2tGxN/8CgbP2fSCloyh39atW0WMB914fpnj9Lvvvlvvfd/7dOONN2rjxg32jfNUKhdTnAw89I1AYsK6EwZKrx7BB9pExKt4ggdjaPLntX2Yj8YY+rWeuRssTAdOeN50XCS3zHMTIyly0ySU5QWBN61om0XjnPXC4EE/WoQv5Nmsr1yXTTto0NbWlmIT7kWEOLbG85z55E/qZznJ7WyrtiMXXH855frIlGPGzD6ro6tTPZY35JExzM9cHprmB7+meQa/kSHwRgaw77wk2DBfsywE3C06IIPAwlwcuX/UGwhHLW9SqLe3X5dffoVWrlzlcaFnn31GDddnSqVikmfWfMybrQ889KD5V1OnYaQoSvyKPqJTVdtGXmK5/rrrDWdJb3jDG5Jvo+iLXv7xH/2BTjuXzSWRY5OTHfBGEC8mrlu/PsnPeh8/9vGftl0acKwzoiuvvEpvecubtdbxb2aa1lyMzUz+b3ztn2x7vqsvfO5/aJvzvYbrCU1vfq5Yttj5Z1Ub1q3Vxz72Mf32b/+2fsq28PnnX9TzL76k7v5+9fYPaMuVW7V67Xq92bWMD/3Uh1W2HkA/C4LKlvnM+eb09GTyI3M1hGrSM+huzjvWnErPoH3d/hf605qWCehuEJMOMyf4Y2OwK+MTzu+t94yDbuhp1fUS+Mh46Cx/4DfzwCv0iXOe4YOatv3AWam0q+Q8M8tyRUTyW8hE9dI3gJhvxjzhHvNzrNuHhebsBvZ0YGDA/M4Mq5LsRwC5FJf66NIHvP65SRGhPCtK7td0fusTy0uDQ3oWEcptX9scs1eck1N7WOQcGhtWtr7In4gwrcvCby10DYRi/ObNmxMcyD3wYgNpXZY3/OcO2/Rnnn3aOdoeEWcxtsubiMVCSY16U7OmZcG6leVzNGEe4CBGnZycFnEisGxYt1493d06eOBgij/RT/CDRwXnNrRx1xjwq4yve25wNdiJzvCi4HW4hs5cl5x3jDsWeOTRR/TCi89bPiaVOy6g31rL4+IlS3Tf/ffpIx/5iD7sdvPrX6+ly5Zp28vb9Vef+pQWLlyse+67XzZN5kek+H/c8dTo8IjQ5+7eLi/X1CPeoPzbv/5rvWC57/NmE7p95sxpDbtmUnMcD37AU7Nc1u1vJjxH03TJHBOH75VtY6ZcB4e+99xzt37jN34t6SrXxGPnzl1IsdSkc531rq+87qabdeXVV+sOxyPwhxdst7/8ih577EnTQlrlutlF53NnXeudo19B+ANeQOPlT3w597EVwAOdgI/7YVgK6JvjDjZMgaFpLKvOkZBZdIQxkWeib936FZnPLTvMERFJhrq6ulSwza66TjLlegBxF/KBrS2YT8z7Kp+8XrFk2c1CzNvT0yPiX3K8DsdkmecvF0sqFewP3KdUyGThUl9vj+uOJUMHhFLof/5EhCIuNT9Cnnx49R7zRlx67mOeZUI+C4abZ7QIP/eaESF0PFiq1eRbxj/d9/OIeHVu1vrfmvnddPOwV/+xRm7d4MhNaEiDxjTuARPP6UeLcMzgdenXbDpL9Dn9Iubu170GvGN889Kz1nMpxDiegQub1KW8oMz36UuTPxHh/+vVvvRvWHap2SALESH4CFzwlFayviH7/X19rkW0pfH0YSyb5fAcGRt3TAnvI8L2spTsEs9oWWRat3adbr311hSfVNorCtOHeVi/apvR8N5Rzfoz4XlOnTihbS9t0+FDh12/PCvsODDJTMGuQTtkET9G/HPzTTcl2eq2rcEWHz58JOUo0AQcgCvRwHQjXmODmLyc/QdqDFdb78jxWYPY8PDhwwJu7PYC14ZAmhiPe+DNNXSR6csajIuY44H8gZ/gxjEibGesKV67UCiqYlsNTIwvWPbBBZy4V8bPuD/zZXmWdI77/3OruLbcps5LOTM4E7fCI+bz8ulfwbqO7684VypXipIFw1Ak3rBmRIgPtKGBV0Qo6xscEMZi0go+YmacH7qY/lZBzcSfcEAeeUE9Fob2zk4V7XTmzV/kAvFmLVux2sJT0ZGjJ/TwQz/0BsN+J6/nXSA56eR+QG9/+3v1u7/3+3r/+z+st/zk2/XTP/sJBwZv06Kly1UoVVywnq+yg7sZGxcM3cjYqHbu2qGnn37KBrCmQSd8g/MG1N7Rlgg67k3Uup10FrnaKx3qc3KMk4IIWe5g0/jVDXPVxpg31zF0MB9kkzBIgkH0DwuoFA4+Gl6r6fn1qpI0zDiUTyYO/Uk+OFLoyGxcaDxjTvq6u5Jz0f/84flrG0+55kjjHCYAX80BxGvPmRM4YXKPDSlMp/X29loQOsX9crksYEEgURiOUvhefqll4sM6WZ4n3MFDxov5U3MH7KAP6V9EKIvMXeaOzM94YGN+ziP8zHRgrogw/epJeSYnJl8NauknfyLC/5/799p74BYxpyjQsIZRciGjNltTlmfJgNfMx6SANoS5jXkXdOjpTQn1kmVLhCLjJHkzAqXNPa67q93OpOAC2WmdOnHE7ahOHD2cfp6V5HLMxRg2TNlEaLjwXrfsTV3aHGo40K03Zm18ZlSdnfaxavmYFZ+ilatcLlrecyf5Han4Cj8aDuZ53uEEEqXM7GSAmYAFJ4uRLXosyg+/aCg3wcR8F0Pmz19ofnYJ2s4aHhJ3gn5kl4ahxckzF/PmeS4KnhhB3tgiwAMO7tMPWAiKKUaR+E9OTiYDEBHiPCKMUy3xq2iaMhbY8zySfGCsgHXQwXyXcYKuS5YsNb6DqZAG/KVS0Uat7HmL5lNBbTbuzJOb/jXjAG+bdmhj1mdw4Lrmwh+0mINB6u3pVtEBQNU2B3ihF8+BCZ0luAf+WfNn3MF9u20Amwv9TpoHXWhZsHC+Vqxaofk21l2WCd7Sn7WcDAzM16JFS9XmzYesUFJbe6fyYiXZm0KxrFnbD+xNw7LVcFBXMsz8rBsOkeLSpAszbAi+vO0lPeqA8KknHxcbqnt27dSTTtT27t4lDxGBi4xjIS+kORvKVLNDy30NjdAtbMi8efM1YD6f9Qbj007+Rhx09vf2eLPyWr3+lpu1YsVyLV++1DAvUo8D0a7uDvUP9Jq2JRdBxtJPmz333HMpmIZGh+2ocFjQ5/DhQ4JGfb194nfxl3uuBd5E7TGN5vk4361gXkWE8jxPehURsnL7PBcf+IKeIbft7WXTy7Qq5ElGIub0E0d//tz5VEhh43T4ov2DN0LHx0bEt1P5NtCY/caE+TRjftadNI6MDItgYdaGcWxiShMOjJUVNWP9HvZGB7hQrCNJfdEJ5OOPP6Fvfefb2rlzV7InyAAbsMw7Yx+EXGGDIkJZliX4CMrRG+7LH45c+zT9A+eIsKz1KLde7nQB7jnzoGSaINes9fzzL9iWdrjoOaDpmVmdPnM26UaYnwe9UbVz527t3bvfxbyn9MNHfyh+du5Bb6bv2bNLvIAx42R2bGTESU+XrtxyedLNpsdmloMVq1YlvTl96qwde5sDoQVavHSxLjqhqNar3ujuVU9frxYuWqatV1+j2+54k9as26jOLgfETkJnqjXToukN1VkVskKyEU3LuF3c3LmFDN0K49bCG5zRX5r84X5EJJymXQCkuDruIuqs+STbrkq5lGStaFvA2Ig5nkPLpuf3FEJeIsKHuWfIDH0z86HVr2ld0KVPzb4M3gMXBY0+xw5lB0Hh/mmc7SF4wFN8Bj8XW7dctOZiGuR6p4uM2Iuqk5ZZ2xUa58yBjtEf/OgD/DznGfYVujQNf6sP92nco2+HbVu7C7kVwzVj+RoeHk5v7dF/wnEG9gz8KPJiVxnHt1lJtpDJEw5YeSkAO8t17ZJ9Yy65AMU1MLJWl/nJi1JF2x8Sy7a2DvO1oS7HU11OwJFHKWRVUd3/K9henT57zvZkVksWL/Cm1IC+56LvL/+bf6Nf/7Xf1Be++CUdOHjYMdqMhscnVWnvFvHU0uUr1Omk/XLL4Ya1awX88AFZyCwjA4ODKpXbVCyWlAspVfpAC+gVMScn0BT4t2/frl27dys8trO7S8SJ2POI8AZap4qFgpPxqZRQQyM2QbAT8ANewPMVK1frSm9kfPjDH9E9996jm26+ybFht5Tlwm8XHCAfP3ZS+w4c0knjfPTkCTVtf/rtF+vNXJPTNdUamRpRTN9UvTg8qeMnzuicN1Qnp6oKzzPhAt94dVJTszP8rvMkjgAAEABJREFU3oTq3kTGNsBb4DjrJH7Ksp/nmWEdsV+fEetGhI8FwaNpb3SDM0UVbFNue9lp/oxYt/FP045NwIv7zAnPkRnklHskE9AAOYF+2Gf69/b2Cvlvt6xxn7405CwR3/9DTrIsS7BwBA6O9IkIlUqlZO+4B6w07vGcuQrmQ1MNjYwOpSJ31UnVnj17vHF4SsCNTLa3E0PXFREpfgG2o96MZy7whXf4Fo7oz0XbePST5+hDT3ev3V1TbNbK8j0yPKZp07+t0uG4f4/lYFp8a0T+IF9TLsYx333edCHO2bRpo6rWY97spwE73xRBn/iW/rD1DzygJ/fYIKUfvo5NDGjLmF7TE9rTF5qvWr1Kq13EXL5ihSasC1PT1eRj8kLZvqxDK1avVpdhb1iv5g3O1/DQsHZsf8W+/HGdPXNShw/t18glXNkYQX6hKWuh23fccYfg/7PPPqt9e/d6/JDGLRNtTtzqxgd5mXUx8Bx+w0XndWvWqs/xyIzPoV/Dce0MsmX7NuXCD7wdcHGwp6dHZfOVdbiHPUFmWBPemIyJXowHHnQUXoYfzHrdcrGoTE1vzlo/LP8j5Gz4Y8cvCxYt1Pz584Xu55aNeT7PrWfEcadOnU6+oGqbFxFq2J8gV6wBHBYQr6B0n2fAwto8j4gkhxHhbpHmQbaAi76coxucMxfHFn5Myj1kCblgXuQMfeF+RIg1WAveQg/g4hlzcE5jHPPSh2esR3G+Xmvqn/7pn4S8bNmy2XOFyNcKxrtkXu3atVvQlsKDFDrkAuXhg4f027/5W3rgBz/QV778JU15Q5KffWYz9kdPPulc9pTwA2ssXxEh1kc2wdeuRRRWH3zwQT366KNCl5B51phwHnT7nW90rtymickZEfMsX7Ey2eZpywLfhDh+/Jj4O1/I8pve9Ca97W1v1arVK7X1mmv0c7/0/9M9Ls4PLFiod77vvdqweaPWb1ynG26+QfxqzCOPPCIKGMRt4A8NK/ZjWZZrynHWtHVg9+69alpPH3roEcvtfuP4gPP0wzp/4axGR4b0V3/xX3XyxFF193To3PB5jU2OWd5qptE5zzHt2HM82S30cdHixdq0abPWrd9onerUosVL1WMZ7+8f0K23vsH32sWLFX/7t38rvpWy3frFizPf+tY3xSYMfqDb8p7bpkKj/fsPOOZqF7gDaxaZejzfd7/7Xf3u7/6e/st/+S+2WzPqcvGRtt62Y+tVV4lP5JkWuuD9yV/6pCreXGjWG/q21/njP/rPOnHsaHpZtlws6q1v+Qld7o3Rk8ePWM9PaNb+oc/x9ROO4ftcNPqt3/h13XLjTeLN/EOH7Hu8UYReEpd02lZn1q2a9YpzdPub3pxF7+Z5czzBYZj5SWDs1AFvpt5+2+2uVwzar9fFCxUU1P/wD/9QbNDUHRvMGxgU+QQ/BUohihcu0PfDR46In0n70Y9+ZJynk62Hp+gB9Dlz5oyOHz8uYES2hqznc+tH0lF0ruQYrmL+c469zvLc8p+L3BCao3PYIsahO9jhQccC0/Zpmf0O18BSsK04f+F8snfQnbH4wBOOdYD5e9/7nuXjrPbv35/gjIhkAxjP2jTmg8dD3sAHj5JtHGu21s4d+3EPncYncoyYsyeMZc2qYz2OPAMf5pP7NOCJ40zqVMg880eE5byZfCf3mn4+5rwzd25p62iZrgq8WH/cmwis0Ww2E62Bt2beECuwBnBCq6r9J/0YR6N/nhcMQoj7NF36MIbTiDkcGt4knJuzlmwlYyOCLq827mW+x1hw5Bp8mZf7rY5cc5/GPfxqZJ7LY7lmPGtxpNjHvVZr+oS5oVGrT0QkHKAp9yZdG6AP46EF8hARYt2qfUzJeoR+zdq/UWBuc+0vvGGTZ7mGLg6luRgvf8Bh1nTzaZJLjiXb3bJrVKwXYXts+eKc+cfTJlA91SSKlgnWZk2eMRbZwEcuWey82Pra39+fZO7aa69NL6v8rGuJ99xzn4aHRw2HLIdTov+93ug5f35Ih48eS3xncwxcgXl0ZMz9ZmzbJvTd735P+A10Cxz40zq33fYGfexjH9H8BYO2LSVdvHDO/rWuha4xFEyLl7Zt049+9JRjyFFB1zvuuF3vfvd79NM//dP6ybe8Vf/2V/+t7c6btXTxQm/EnlDmAmxPT5fIj7//3e9ozHmfLB+83ILvt+BKltc8k665aqvneLN9wGrxTdQ//i9/pptef7NKpt8RbyifOXtW5ErwKkygSdNPjvlknQAWGjwAV3hJ4xwdMLsST+mLrM+6puIpPFKJRh3enOGaBt3hGfwgJpuxjYgIlazHs9ZL7sMn5qeNW6eQI8bSJ7ftAY6i6VUslL1p3FR1ui5qI7WaNdi6Bw7QnMI9esev5vBtIOBjnizPlVvfaNgpbBBjmJPntIgw3zM3jsGt1Fibvq3m5dJ9/tdwDMg1dOEaWGngTCxJLYZYnXXaXJdm3bLpX7FtZV7uc2+B5YEjcxQs0zxbMH+e4+p2LVnizUZv/kHnQ4cOJh+WZZnAl/404Jh1PMg5Y6Fr1dfEDQXnPsDUYR9EzDti+e5w7N4gTgvwzTRr3WRcsVQSY8dce4G2zMk69G3xKCLEfNzTpQ99uAeu8xfM15Rzo/HxUfvjUb31bT+pVWtXa6s3SK7YulUL7fv5ad0++/px13EOHjysu950t/7dv/sd3fz6W6wnHSLmbje8TdN3dnpW/b39WupNWeY8zq+6Of/q7+tN8RIywnoX7GfgA3ANO56+ePFC0s0R+439zl3++lN/o8dcE3r4kcc0NDSqdes26F3vepc++tGPWmaLrqsMOPa41bWz5bp88+W695579XrD0+H8l1obNaf+/nm2/7N66aWXjOOU3unxv/IrvyJqpx3O/6eco8x3bMxmN3rWkmd87rTlXhYr6AT/4L38KVo2y+Z50TzlGfBzBH9wcxfrlXPrQq5ws8QnP8B95qAPMhNhv+X5G9b/YyeOa9qxBrkNz+EPayJ7XHOO3+wb6LdtWqDOrk6mS/M2HP/IdMdOyzJSNdzA1PS8MiTyOhHhwz+3NNj/a1gZmm70p/lW6sd6EZHkJsuNh88b9pMhiWe0PMtfPY8IhZ/JcwFHwzkPL+cxN7fpHxGKCC7dDe+UTpU5Rs1baxh+4Gg1d0xjGE9v7iPv8G3CNRrOX7sG9J2jbZbGMUYKRcw1+cMcyB1joXNrfEQkfCML8Un3jY9M36brWU2Oho/7rzZf0zsi0ljmRXaIfZAf4MFOIGvIF7kEtoP7rC9/Tp06mWK7F198UcSThw4dEnzH/hCPLrb+tVXaks8h1ows86Zsu3VuSrv27NY3vvUtfeYfPptykA7bCX6+fv26dbps4wb1uGZTdZ5H/vzEE4+Leg75A/EbtoX4cNVK5yWOs8+7Ps293r5ebd58mZZYf6EPMSc2HntCH84PHz6sJ554QuQx1Oh4kZAY8dSpU3rFNSNepCQGhhaMw35ix9ttI+A19Cg7loAOc/yKxCOTY84G2B4MDw+nF5WgI/SOCGXmTcRcX/hIA0aOESE+yDS0ZV3uIzuswbFh39u0XtCVY8P1T85LpWLKR4AT2pcctzCGFhHJdtO/UimJludZsrvIIA27Ae+BJVtkhi1eulRLli9XV2+vGlmumqT5ixbr+htv0GVbrtCSZSu0YNESb4Qu1Woza+3aDVq+bJWWr1ijm266Te95z4e06bIrdfU1r9MnP/l/6H3v/5CfrdKkk7uOru50fOCBh/T1b3xTGI/T585o7/59GvHmFr9VfMKJHT+Nab3SahdINm5cn5iKsTcVU9hQBMliycUvWtEQyhsZNRfcpjVhh8A3oEAOZYOYIEin3JPCuFKplAxxnheV21kXi6VXiQjhaLkNZZZl7ldIAUQpjSkYhEzmuPW7KRg21+RrN/3vn6YVkcYTjjSY22oQnsY1z+iHohQKRTOsTQSGNJSR1mHjP8fokvEvGpQQYyNCZQsm4+ZwKgp8wSHN6eeh4NT9mzbAdQtCTba/mNp0PyIU8ZpmoWWOQrHw6lxctxpzAzP0hdYEUxxnvTkFTjxj4qYFV7RLKzEuz7JEy+Yl+nCElr40XmUZkOT4eCP44kUUai5wpR9J1qT5TBA24k0phLjqAiqFifPnzmpmekJ51lRPd4cWecOto60sNg2mXSSpevNg2slDzf0JctvMV441AktvokY01KhVRQJdLhZVcRAFvNC8cEkmuEYekCVoPz09lWCNCMMt07RmTO1IjaP8AWboMePiBuO6u7u1yDrU62BDCk26uDbrABU6TtsJcs68jKNxX/5gWJGBJTZw66x7yAVGDgOGIaPoiAEnAe6wnBAg0J/xGD+CLfSB+Vvr0I9gCvwwIqxx/bWv0/KlK9Td2Z0MSJf1ttf2YMBOvL+/T8wpY1gznZrm66xpN2majtr4YeiHh4fU09OddKrm4JC5gZlAdYGDloaN2fTUhPp6e7TFBf+bbrpJvB28yptOGFvoA60x6tCBc2CfnpnUhaFzKlYKpt8C8Y1WcCwWyw5CqhpxMDnjALPqzaeqnR7B3awdejNy8Q3UcdOZNjo6JgLRsu1Bzf0n7ZCxOfv27nEB5JCOHjms03Zuow7ojhw5oIO2TxcsV4U8c67aULlcVFdnhwO0qpoW2IhMyOKM+Uuig3w2fa9YKqWgp9+Fl/BaEy6sTrnwzEauLCv8xAnfNMRWTVo2pyzT0LVofWuzzLZ7c/qCE7lHH31EFGWGDA9FPGiMs522rECvtWvXaYOd5hrLRGd3r8a9TsOiCN1Yx6KT/mWWRxr6y5Emw9k0LxuW/ab5UrVeQGtowhH9GjE/eTt3jzdUXnzhBW174UXtdaB71psebCRetAOm0Dw6MuyEaVLM29bW7qkzNW1DwjbWF9brkgrWqTSv7X3Nwcm58xc1RKLQ0Wl/stZ+41rdd/9POOBenWhbtK0HXmSIBl1AhjUaDmI4zz3/rPWHTS36Rhh5P2iaN0nezeOqeYMson/IMm+gv+76G9Lfy/jMZ/7ehcA2b/ZsVZbn6Zx5zjpxPeKAgeBg2E4dHPt7etXb2y0S63mDA1rigvVaJx3Xv+4aLXLyPTUx6gT6lCgMzncRFJ936sw5nTGtuq0T872xPWU55ieoly1fpjvvvENvvOuNevNbflLves/7df3rbvUm+kIpL6nRyDVrRvY5GYjIBI4RoTwreP5cdQe22DPsH7iG/J+fR0SiHTYH/KETPEZHG9M1lTx3R6VNvQ6e2mzfmJc5Uj/TDNrKH65rpqtP0z/WYM65VjN8jXSf/0UEh9R4Tt/IMxUKRVWckLY5gIL38icilFkWm3Y+pWLJ+OQq5LnloyjoXiqVRAOuXtud66+/Xv39/Z6roLKfFYvF1DciEk2wR9ixoteqmSaMY375k3DwPZ+mNcGT56xDH+xday2ueYZOYQuZM9HMcgYc2FXWBla+Gdtj+7V582YR6BIcY0eZN8Ib97295lEmq547ctwAABAASURBVJSmXEg/f+6ijh097nbCRd1zhruWgsQsyyX3b4pPZk3MHbcXlBXaUvEd2/AHf/gH+ujHflr/5ld+VS+6kLN2/TqtWbdWN970ei3zJuXk5LSLgrManLdA7R1dSS66nGhNeEPl8JFDGhsdsS3vUJuLzsBfna1r2nytWOdK5j/3WnTimJsX0AlalksVdSInnR0quZgQWZbgrpsm0C13ojjlZJTNRsbNc7F4+bJl4u9H3HbbHXrbO96lq66+xvZpo7ZcebW6u3ssD2XVbJdHXews2KdW2jvU0dkFAVQslNVeaVfZ/msexQr7nnCcdvzUGR0+flKHjpzQqdPnXZwf0vT4lHKFMre+vj6RFEzarzS9iVq2LGCje3p6rQsNbdmyRbzQMmJadFgW4Web5bK7u0s97sM5OCO7mXE8f/5CkjlwmjR+3d3dr8oP5/SDVhEh6AD+0Iv7FdMJ28G9KY+VP/hfH8Qz5iyb7vTHhidd8TzcL5geNM7hC30YQ3/ukYgAe4fp02W+sDb96ctx1PhFRPJNddvXxYuWasr+ALigN36Gzdb+gV7hS5Av5kHuwX/B/AUJT+Zd4Y3J1avXaGX6BkhmGZtJBf0f//gZHTt2XCRL4AU9KFREhOW6KuDAL/NWOJtXPT199qvHBE2hC+v0OvYpFEqWpTE9+eSP/Oyivva1r1tG25JdIaZhY4oNIzYZSPygwYyLDdjR2XpNFBUmHXtxxLZM2n/OulBXbutIutPXPyBesIq8ZJ84o9Gxce3ZtU9T1pfnnn1OL7zwvIa9KXH0yEENeXNp27aX0sbZUW9sgEPZtoaXO7ot+0Mu+jztjY5ub6wf8eYbfyMbf0KRETs2bT7DywFvkDIWGwINIjJvVp3UXm/Aklji+yICURDwQouSN0HyPBdyRwNPjvgbxrxon4uM5FmWdLt+yZ5xL2wxCr4P/5ETdIAXqlZ78xi72LA9n3JsdsFF79Pe6IUmU97Im2dboSxP9hZgkA8ac+aGpWn95px7LRlERrjm/pzsZ5aJaSFDjEE2WZM4hb4RoYgQuEAbcGUuroGVI3CjI4xn3Pnz55P8MD90JMaDZvTlHv34hgZyxOYVcsocHOdbdvlG0nPPPa+ttjX/+l/9sv7yLz9lH3uXVlmOu2x7gL+jo1Nsfp46eVqPPvyoen0fuJG5Jx57PH2D6E+8Kbdv9y4X0Wu2nV1pY3za8eNq68LG9Rtso9pUcWwCnme80YX9f//73y++4UQcAo3aLDeztrX8eg62kxix4rhoxjHxjl279I63vk13v/EuXXfN1XqrN02LeSZ+VviiY4UBx8kjjmf/x+e/oGuuu9a6apvnQuOQ5dUGTW9/+9v1y7/8y9afkfRCC/bgsGOVL3zhC97ocoxcLGvf3v2Wl4Ztwawuv3yLzpj/d9xxp3ghq7OjW+3Wk5/92Z/Tpk2XiVhl6bIlesk6AB1++MPHUkwrW1dwKJetl95A6XfMg849b9350pe/rJJpUHEsMeGN41tvuUU9PT1C9pFbNgqHHTddeeVW2955gvfQICyvWSFXR1enc/YplW3v8Qd1x+zd5sWv/ur/KeDqsd34y7/4K/35n/2FHvjBg2Ken//5X9Adb7xTNdP1JftCirqztnNPP/1jb1aMqtM2veL4oFmf1WOPPKTP/v2ndebkcW29YrM++P736tprrtQVWzbpzKkTLvhsc15YdaF/1vHmKpGfdNvOY3fg63PPPWdank0y3rC/useb3b/1m7+pdWvWOg9oer0x7Xxlh31Wwfw5l/zFLsvMV77yFbOomWSfuB25J2b/6pdML+vW9ddel/zjO9/9rlQILtkXIOcf+OAHtdZzE3PQH5sH/aAlOoY9Xrt2ra666irb2VqyldjuzPRE3oacH1CMg87oCmPQIXQG/cNvEJeS85SLJcnx1znLGrkjz4lzLziW59uyeZbbV3cn/Mk1wAEYb775ZvHNmE2bNiU+R8zpN+tHhOWhlHCHfugUrWJ/yPwUA4E1IpLdwXfwjHvIDLKjS5/cdOq1LBWzXO2VNgX3bcuahhn8IkJl023GuWfuvnOPm2ntiFCeZYoIQYd6vZZsEOeMISamsV7JNp7YoWl7B63q5jPz0UqlYho/d14SR9ZuOKhrNhteq+E15JagS/I997whPk3Dy5ocX9vAl7noQ3/sX0RYV+vm6yy3ZbOejhHxKuzMwThglD+c07B/5WJBucFgvdfO3zRe4Ao/aK3zmnWm1Y97x44dS5vjyAy2FZvLfdbk22YnvJGPXSAP5OWTk+4/5byZF2qff+YZ8S0Y5p+2b4nINNA/qMxHfELN/oq5Zr3JypEGDvAC/sMD4K76OfjQHx0AFo7MS/y/yvUB+tMXucfXcY8j9rfkWHVwcL6iUNSCJUt1u23rjOc8ffqsqt4IRq5PnjipEdukXba/t73hDVpIfcjxIHTqsj3atu1FxwXPacqxBOfYAmT/R/b9E964vPfe+8S32BYsWqQLFy8Km/u97z9g/b9gfenR8WMnRXzxtre9XehqtTrtHG5Wi5YtVq1e1c4dO/ToIw/bn/QozOQh61tHe5t6nVOWzMMOb2gudE65Zs0azThv3e1C+fMusG/fsVOjpjcvHW9/ebv4ufJjRw9r1vM3Ld/AX/MR2kSEoOGUYxJiUOS6u7tTnfZHWRaW40zy2jyfdg0B+la9VtMyPesjNMeW8BweIV/kcE3rnocZz+7koyPCPmImNdZtWt6ZC95yPXdsinHT1D2qdTXsQ+qzdeFLyS1Zl0Zfxhs8FUsFsWaeF4xHXcgpfJ+754g/MnGPNYAnItI192gRoYgQH+Z87ZFzGvcjchlkRWTJbiF7EaFScU7X6QcdadCCIw15KDhOb+EK7Ny7YP98/PhRQeOGC/R5ngl7id3cf3C/qItFRLIp9KeZOoahqTFvRp89d04nXHc6eGi/zvt8zPkRtpq1rrn6qlQjG3G9E/7YATnX65A8X9UyDly+SHOX7JPhW267SMuyTByhH3MBN/iXbPu4ZmwLv3HnjNS7vvONb2jaNZqh8+f07W9+XfxazMnTZ5x7ndZhx8ff/8EP0ibn0Mio7rr7Xsci/1ZsdA4Pj3mDZ0aZeTc8MqxCnmmN9ZbNneWudyxwXIOPHRjoS5vObfbXM67JokdDjm34puYrr2zXd77z7fSrDdC2p6c3xS7PPf+Cdu/Zp/MXLmrbtpetpy8km9Vu/eXnu1mjWCyp4lil3Tnl4sW2Abffrne/9736xM//vPibpuSlGzdsEL6+3eOgyXzDhHxlphP60OWck/rqvMFBxMtkDfGMvsgcsUBEpohILZdU8LnsO8ixsFsz3ryiL7SNcD/PTS3M5Zw0J3jxjH5ZlmvYtD5vW4BNmXH9vGjfRs2kBWN4PS/jWK6aWpIb3+BILs5avkx8bslvloeQk6Z3TSIcj2T6nz4Rfu47mWGLCEWEr2wZrBTIBy3d8P8iIuk8dMoNS64wzpk4Z/z/2jxETduLpmO61OyH0rXnTs98BGYazxumHfcjQswVEWJ96AR+nMufiEg45pZt+nGUP8g0tKzafkFX+kfM4RPRmqtmFtXTvDxvNdZgDHNwnmAyfJ42/Wv14z5wNuw7XaSRwM+t4QZuyAf8wlexMd/V1ZVsI3FOw/hHhMYc0x89ejT9atHXvvY1Pf300yJmO23dIt9DD1mPzckvXfrFJu5hx7kfESnum7C92Ot6NTk4z/v6eg1SQ6/sfEVf+8bX9cRTT2mPc05+vv6Hjz6qE8eP6ezpU455X9b3v/c9kSegY1/96lf1V3/5l+IFudOnT4uYCDqMWK+RRWAiv2mtD0EiQtgg6E3tC5zBC9nguqOjwza8lOJhzku2My36cs49cLlgeScfaHpS6M669POl7X5N550LEpuCI33pI8sdY+Ez69O/1RjPfWgtf+jHOeNoc9f1pD/0Y5y7pX9N+766/aeZat9TSP6gXC6lGBOYsZOtxoAsz6zHDdu6CVFPueD6wAXjM+QYHNpk173uBt1y2+3iuPXqq3X9DTdoy9artHT5CvX1D6rfxmXZipXa7MRsvRPK3r4+9bp4sGjJMlXaOnXy1Flt275T1dmmW0MPPfJDPfbEUw4KaurtG5DlyQ6gXbfedot+8m1v1sZNGxyYbxHfzOof6DVQw8oKmddb4uLbhnR/42Ub099qbTRDWV5Qw5SfdTIKMSio1I1S1USYdOCAIUNwQQbC1q2gWZZdIkzZx7INQlFSpoYn4rkvknLNOuCrub+n94zclSIiKS5zRFxSSCOBctc9njleo3NpnqZvtFrDff+/znkuKa3FOhiHPLORyvO0tvyhD3OBEwJAA/9xB3fDdq6j3hyiwUwUKyKMXyMZDsZ5CsMmUViZdSBTx8AZ0dz0REAiMkXEq621HkcaBoRjRDBV6sc1cAATsHDkGprSWLcO/m5pkP+XZ5mda+6WKXvNXPKnYf42U2tq0oEsP82GgrKZSqKe1jCPqi4Cc16zDOSZrPwd6unuUCELz9lU3Rt8+JCq5zhn43DawcmsA86Ck/dKpWzfYgWYHDcxam51J8qTTqZnVPRkpUIugyhLh3FsasqF2THTFqXFQU56w2vWyVvCzbKCnI26eDkxMe7+YQMwq2ErU8vwYFygsfwpFspW0oogB8XvUTtPGjjCN4wW1+4qZKBsZxoR5lszKXSHDRTz8ZwiKI1iEkaXJKdVwCFQoV8ricXQMWbWdKPBG+aiHwkISWxmpJuNqibGh7Vq5VItWTogEu+anUZE2CFMa9gbakMOdoadiFCkZwMZPGnQhTkqLta3OxkgOOkwvMAw4E0QDPSY6XTwwD4nHWfUZj5QGCARItAEFhxP1Y7w0KFD4m32YRf/GEtCvWzpEq1Zs0prVq9MzghetjlY6u7pVdmJNrKIbSg5meLbJ+MTUw5OJ1Q1sZtws9FU01FMnmXKIxc0qBs3aD9ivE652MK3UBu2I2fOnNTLL72ovXt2uu3SwX37tWf3Dh07ekTTlinGTjthLBkH4FCzqbrlMiJUsM4CS83X8LDTQRlFvIblenJqxnasw3axJr4V1m+7WTaPZxxIUpA9c+Z0wm18fFTQlzf0HrUT/Na3v6F9+/do3rxB8TMkq1evTkWMJUuXatBB4AoXCVd7M3XQG3dZsagZ83nStrBm+QRWWlgAIuZkCdmlASfHumnUaDYsv3LCOaPRkRHrxLTYIJ3xPMU8S8XEom1F3UF7euPNtJt1ckojGG6vlFQqZC5wVYUdrXu+2cas8mLB+pR5dandCeMiJ6A93lCEPhUX8gqlsggiG02J8yuvvEpX2t9AG4q+FRc9+cWCNgfcBCoRYR2rC+cG/Ak33+Mcu4f8IOPg1TRemUINwxo+IqOj1jn69tlv9bhQM+2Ad9Wa1fpXv/yv9c53vVNLlixRxYW9YqFotjbVbhlucysjV97sIcBev2G9GL948SJtveoKLVw4Xw0X7mbNx/lOzGvzQhw+AAAQAElEQVS1GU3bvkzZVpw4eUIHLc8N82LevPmer9O8nRDwF5yMdTnY6uvr17Kly11EW28atKlY7lJWbPNmV0Mly/jMjG2KN5sjK4hNJxmX3HKG75u1HeccOYoItT7gyHmWZYn+6do0xhbQ4CW9eVEEepUc7AAP54xhzohIY6F95nPmqBuPiLn7hUs0Ygzy03rOkf6RZ0rzGAb5w30ca1gfm+ZJw36o5DkyyRi5XZo3IhLt4WUE/K7ZZjbSXMjN1KXkn/lowDRsmxRhjPyPa136tM4jQhGR8MkMT6FQSHxgDezXjOUgIgSu0AK7hW1gfq4rLgYiL+Aqf7Cb9GlacOnTYRmBl6zXksNpw1mzPambR5l5197eqYGBeSkh7rQs5b7HuH7LYjSkhmOmLErq7OpJuDZNLPzCF/7H58WGVMWJX5fl5Zprr/XmwJ3eeH+3enp7LFMdlplKsg2rVq5MRRoTUIN9PSqXCpo/b8CytdobYiuNX8V929SMcIFHTozPCPiAOyISjWas17QeF7JXrFilmnkOfyNCnZ2d6unpSfKPzc6zXA3zkvvA1utCOLZw4cKFWuiNUPR94cJF6jXe6zde5mC/6fkaXrOucrkoNgvQkao3yNCR3PLQbv9RMH/GbWtPugh2xInH6TOnbDerqbDL88iaarPMlg1Tf3eXervb1VY2T227FtsmLrMeL3Px6jIXfNeuW52KPw0XQHtse1asWK4FC+YJPajYhsNTeI0MzMlGMX0jBz4WbU/RLflDgXHCxSz6D9nHI4sRkWw21/By0ptWyCLH3Do67oQHOeCac2QF28Qcrbl4HhGODYq2PRUBA/1Ym0b/VisZZ2QU+iCT/fat2KKFpjfj8LvYpYGB/mTLVq1ao15vWiKvjFvnDfiIsHjYtlme2trKqagA7IPz5mmBi3httjl1F7xmbHdmHWOFMp08eVLgQHITkSX/A/3GHX/u2bNH8L4FU6dlm0JgybZ9wBsv7daNmml/8NBhbd/xivbanw4NjSR88fWsDS5PPvmkIkLEMySYFFeOmvesg6yBW8n4l62LkWWOSWYSnxgLfaAZceKok9V+yxs+sb2jS1OOKYqGZca+6/CRo04qT+lZb6TW7R+GbDfOuwA27T6nXLw6d/a8vvPNbzgJ7NWYfQUJKz6QgmehkItvmp4+eSrJL/zn+eHDh8U58sHmC7w94801dPfcubP60Y+e1ONPPK5Rxz/I8YWL5zU8MqQZx6RGV9MzUxpyrDPpzaiafTcxBJujXeZDr+MHi7qudi7WY71DT5FLcGUdeF6yjGJvZ7ypXHcRZtIx66xjVFrD9ofnnbYb/I3B5bYPFReaSkXnQuWKsH/MCf2QV+blmobscYTm+M1WX/hMP8akNUxHeEi/WcOPXMMT+kVYeswr+jJ/p+1HluVJ/tC5Fm+Zj4aMMZa5ugwzawIHbz8THyPn2Ot58+cl+WZeinz8NLT8OeuElrz1Zm/q8W2eXd5MfOGF7Y4Fp8S3fNasX6dNl1+uNtuYVavXphep3vCG25xvLkvf/vm3/+ev6KMf/aiWLlmsQjHX3Xe/UR/5yE/p9a9/fZK3zLgQa1N0wC4AK7JJDE0xD3qBN5tN8xyvzdiWdtomtlnXgLXHG3V186StXNL6tWt0wfB++ctf1BoXzrEbX/jC5/WVr3xJO6wn097wr7n4vGH9Jv39331af+VNxS//4xfFT9WW8kx7d+3WqeMnlCtcJDkjiq593b16051vdOw25FiuquXO2zds2KhCXtTyZSt0370/Ybvbpi/84xf01BNPaHR8TGzyN2W7bN7xja1bbr4lFXjW8WKe+YXuwwfghw/YAPhdKBXFr580PJbNVYqgFIO3brlS1119jX7j//o1/eZv/Lo+8P73afWqFabftGRYoQ+0w8ZEhCqWR/Slbj/TY5/ziusHe3bvtY2Zr4997OP6tV/7DfPhHr3xjW9yPL5PX/vaN2y7O/VWbyb/xq//O81bsEi8kEdxFfm75ZZb7GcHVLdfevzxx53PrNTpU6dd+AvTQVpL/NzXq//jX/6iyubx2MiwLrpoc3D/Af3FX/xF+pbwV7wZSgHn85//vD73uc/p93//98W3Sz/1qU/pj/7oj/T1r33N+cBRjy/qCsvTu9/5Lr3vPe/VWseS821Hkc9XzMM15uuHPvQhkecQT188d17/8T/8R+3ZvSfJLzow5PWrjZp4WR07ja9FnqEzm6nQav369QknaIe9jwjnplOp4be6bHMjQjXLFnoDPdFZaBoR5nnZNGs39ZViqWKxlHQfnSva177uuuvVY1tz3hur8wbn6a43vlEUxfCZ+Jjly5crs+wjAxzx6xyxyfgvNuI4oqsRkWw7fbEFNGCk/7jzZOiKDrVkasx2lufAkttngi9zgcN//+//3bb6WfPvlIZcQC8b7oZzq7r90rRzE+xu0/ZndHRYdeOOjZY/rC3DwZoR4Wf1ZHPqljFkBDj5Ez7QPyI0bj/dcB7noYLGwEIf4KFxzZycMyfXzMX6HBv2b7RZ213u0ZiLvnleEONoXHOfxnwGKq0dEc6Lzyn8AFpAm4hIvGItGvewjxyhTwtOD1HEHM2xR/j5LAtP3Xx1PGvTv2BYgCEihA9lXmwwcsdLgeg8fF+xYkWSF8bAD2Rk1j5yseOMDbYL673hPzgwqKLnw0dV7F/5JQd4EhFpXWKiqn3ubLUmNtCyyGwpmokXs7Y14IlssEbVc5dKpUR74HstTtCXvqctmxeHhm1HZlKcxD360RjTatyHtsxZdqwATolujmdutW3AF4M3BeyvfPWfUmz4t3/7N6nAPGk56HE8ya8NPf74Yy5yP699+/bYJ3xE73vf+8Qv0mR5ro0bN+od73iHsDXzrO/vf//7072zZ85pbHxSn//8l/TlL3/VtuRFXXvtdXqbbdUnPvEJkWs2mjXt27NX21xjaGurmHfSAddFcoWoi9CKpVwdne2JBykusC0b8cbaGRfcDzneYHOVl4EeefjRJD/kRMjE7OxM4js0qzkWQA47OzvSry1FhKjZIBvQp2l5R16QDc7RgSHTd9wxLg3Y4AnPmQ+b0dvXl3IAaM0Y9AdeIiM0dIb7rBsRKc9lnJcS69IiIsHYdI2A+KRhOIuOrUrF4lx/ywHzsO7U5JRt3HTi0YDrJRHockOs2fSkESH0Fvi4RhZoEeH1crdMESE+EXPH1vlc/yaXCR5owjzIMLLLiyXQhPs05Al5Pec4kfVpyBVw8gxbfeLEcct6LcV2Vec0HY4zkMdp1waw2w3jXPcma1g/WZhnU7ZjrTbmmkF7Z5sWLFmYWldPl+WgwzTvSD5qwDpHvshY1ie2LhQLgt6d9gGd9teFQlHwBxrCk0Kh8Ko9Bl7khP6szRGcI8Lx/ZTgJzzn/sMPPaQ/+oM/0FccK5w6dlRt9pVbt1yuQecWba65Xbn1ai1x3eKFF7bpL//yr/XM089qcmJGaubWz07x90lX2o5ce+01uvn1N3kD9pCOeBP2tGWYuLnq2KhgWEulon1bv2OhC+JFpCecB1wYvqjLr7xCV9kvRdg+22+0uQbEeGDrdkw16HrKXW96k2648cYkH4cOHtJjjz2WNliPHj2mi/YXF85ftO0tCduGT+OXP252LEc8DK7QHd4iC9Ary3PTutNjskTDkutzTVst+kDTiPAz42d7V7DMwnvu0zinFRSade4PrZGXunWX+eVP65h5bNG5Z8Gyrtxr+bq3tzfBiW8Flqp9yVwdrS5ZXrjOsmxOR6wrrJWa+VtwY86GdYL6W9W+kLEuTxj6TAqaDyHlhVDmWp0ixKcFU0SI+XPTICJe1QlwR0ZaDbnjXqu5Y4pBC2E8PI45XtvkD2s0DUzTvtoKK46t8cwrw00fzjl6SPITnDNXxD/Dw7OIMPjBqY9yi+Q7oJv8QR9pzIe8TDhP5bxYLKW+3KNxjzVe27jHWPDk3NOpBUPEHByt/pmvi6ZXuVRM86JTtNbYdsss/MSfdjgPBmdsy4kTJy7l1FNGvWm+X57+vAA5ROsltZUrVwrfhZyisyXzfNI1kQsX7GPGyJ8LYl5e2Fm+fKluvfUWvfvd70z1Jew4cdYe+65hx/gvOxbdf+CAmPNG7+mtWL7M8V6n/XemuvdLqPnu2LlTT3oD9oUXXkgvFBM/RoTQO+BGnrGHwIK8LXC9+XXXX6+bb369gAH5jcDHTAuc0bXVxNreMwROfA3joB20xzb1ufYJz6Aj96E3x5L1gnWZk/iTPvCE9W1gEs2AiXkYg8zSIuZkosUz5mEs/GvpMf1bvpHxLV6xLv0iwryU5SlLrVgsJBqQfxNbAzd4cAQn4qeieYNdn5gc06Tz7xnn9tn6DRs0b/4CLXMRbYOLX5u3XKEtV1yplSbKIhfvl61YrpoV4sDhI9rlosgrTugeePAhfepv/kYvb9+h7p5e3XjTzbriyq3id/7f+a73OOh4l9Y7+MAxLF2+RAtcfMbRDA8PpyC/4UB0v4OJXd6w4O9WYlwXLV6oJcuWqbtvQAUbrpqDYFoiBOfNump2TNyDyAgwR55DFAgLIcsuGBSLJROlqNwJpRRqWKlb/TA+VQfnGKDWPca/tjWML4UXGrjXrPgN/fPntX3/1/N/7jV31no+dyVFRFJUmJjlmYA7y7J0LyLEB7honNNg/qSDjAt2Fhe9E06RgcRj0oU8YKUhJIxpGFeJeTIpHUMRc421EIosy9N6wMY46NgAZ9OZtbgHneRPRKS+3Ge9KQcC9M3+F5jlT0Qoz4xLnif6I3C5z307KQPC3VIM+RM2+8BAy/NMLWFta6+kYIBr+lDcmnbAVylm6movqc3OIWozunj+jAsIk2rzxk6YR00HLU1v6NQcYNYc2GSWl0qpmP5OULcDzExS6xmOfcYBT92yoEQzKZSgE3ScdbBf9Rx1OynfTv8aphG0ybJQhw0litbd3a22tnbjXXCxflLnz18QbylWyh3qdgAADuCHQaL4RmEoIpKDjIhEW+bq9jxZliU6ESChtNCPe6yJoeE6IpSbpqzNG1ckQoyFP+hXBFjI9C+kAjgBKRtyJPn0rZSLWmR9LORNgU/F+nLBCT9FmguWraINSUQkuOY5eGEd4C9ZJwcHB9OcJNSXu6CwatXKdL3UG5/zXawedCG1r69X82xMuzo6HQBXUwLPHGygAguOYvv27S44/igFQs88/bR2bn/FG5j7dOjA/vSNUH4ap1DIdcUVW3STDfedd96plStXacHCBZrnRGahi/WLlyzTosWLtcxJ/3xfr163Ptmxdq+bO9Co28Y0LA81b3rNTE+q6sIjm5YnHfxetHMaMq777Xh279iunS+/rBdfeC4Vm5566gkdPnRQfHAQ8G/GQU7TsorsTyMXTgyZPyIUeSZFZn6Wze9uB5UVJ2DDIijr7OpRzUXqAdvXXhfBm5awWQdaMzMzlhU22MriQwBGAWvP3t26cPGck6UxF/8X6Kqrt2rJ/53EmQAAEABJREFU0kVqeO3c9O9w4anY1qXhsSlNOjBVlnudilspJWHIAfotf6BBdkme0G/kjyM8x7HMOuFN+mwbUnQ/9Ktk/eqzHOZZpgknmdN25E3LfCEvCMfe8CYRby8NDY+oOltLGyX1ZigvFpxMVMV6yCHOcKF5hTNqmA/gV3QfZJpvQ1x59bW65977ddU11+qyzVu03L5noH/QBc8OlexUoXluGZc/VdN60jZnxrrKyxS+pYhIraOjQ0vto6Lpu9bhumkLfugBiY5NQuJJGB+Sz7xQlELp09HRZRtTSvzq6e5ReL3Onl71OXkpmdY9vT3e5L1Sa1etSoVWfi1hoWV82IV4bMqs7Q8BErYYWEdcOCfpOn3yjMaHxzRLUcGwwxNgItjp9jrotgzEjPmHLbCJUl4se/2iSrYZs7WmZmYbYlMD/jAW+so2p+o5a+ZHMzI/n1XVshgxh9Cs16Jv/ZINn7GM8Zz7HOE/8xHY0Vib66KDAmQGHcfOwEPuMReNa1pEJHshf7gPrVmLc8Y2LaXwJyKSrOSmJ4WXUKaa+QK+9IsIX9cMfzXZqJL5HeFe5hFjIiLdB+5p85y1uc9arQZu4FOz7aZfRJiXRUWYFm7Az5iISPdYFxxbckWAhg6gc9AAnrSel4qltH5rbu5HzMGH7eI+8wALwSfXrNfljYA2B9KyPrR7U6RgWUP+oM/ExKTOnjtlnKcl26TR4SHxUgJ/b2Zo6LyOO3E9fvyYzpw+qX22ASdOnRBFodXeGPv5f/ELuv2OO5Q7yQvbtRW2g/wdm/W2d2fPnNWQi8KrHSjfeM3VWrZ4gSqFTHUHdmOjwzp75rSLKdPGJ1fFPqrDtjHLimoYRmhStNxlWSH5LylU9hryB9oudOC8zLq1wskx9KlangjAJ20TeE7LPGbMhdGTLvDz962als0+F1/wDyXPVXICjl4Rs7V57bBNxyZwneeZOrs6k85Du+7uTi2yfm1cv8abDqt05ebLNNDbo76eTtvucTWxwc2qxkYuqD4zqYZxnJ4YUXdH2ZvI3VrgjQy+QTjpJHzU9L311ltd0F4pNleXeKMEmcf+N61ww34+6kJVS3bQj9Y5OoxMYLO4xzlH+AzOPJc/eZ7r9OnT6u3t1QJvIoMzvglaIQ+MQc5arWlhaLN88MzD0z9kg37Ic2b5L5i/+Bju0Z/ndGQtGrAgd63+XHMuNZP9x+5Wzadt27bpwQce1MEDB4Xt3rt3n+a5YH708FFPlwlasBkCL7Fh2EvmJz654M0e5JzEjH7AAEzgznrt3iQCzpL1FvsLXbietm1CZnkh7rLNm1MMleZzcQMa0BfaMXeeF1xIPq9hb7COjU64sHhI2FH6swZFLfCn4TOgKbBAv5tuuslxwRXiPrQnpljoOGCdNx8ajaaGvbketo8XLl50IeeobWlV4zMTOnPhjGYdC6xzvtPuIlSx0qGhkXGddcEWnJibOVkb3mMf9+/dmwq5yCf4QiOe8fOA/GQStJuxjRoZGTY+Z3X48KG0EdBtHzroQiC6UTddRoeGdcz50yvbXtY+b6pM2x7ktimyvuSGlcL0lOP789ZlZJGfwJdxmRwbV8N+1o5Wjz/6wzSWbzHSl5/frxRLyU8jEwX7V+BMrtC7sQ3PDf34JmJDodz2qFZrCFpGhJC3Vh/4i8zRZiw/8AuagCubZfInt7z7kP6VzHv6Mj9zADNrQ0NkATsCLTlG4Dfqtn2z4hn2gbnoCwzoA7xlXTZJz549K+7d4AIA97n38MMP22fUvdk26HhvmTe++5POwSsjoo6uLt16++3asWuv8mJFnd19uu/+t2rIOq4s17RtR9W+4qZbXq/bvWnE5uqIN+Df8e53KbfODc4fEMXq9vaK9u3bK3IrGnxkjWLRvtk4E1MA517LBbAjB8TV0JRraFKxzRu2fZmxXJyz/W13Aa3q+OXkiaNavmyp1qxepau2btUXPv85PfXkU6nAUiqXku3tqrTrsDeDj7lIODM+peULF+vqzVfYFl7pDf/vuACz2XJ2Lv1k1wsvPJ82hqENusNLEryoAD8OHz5sWTyc4gP0FvjHHLOx8f8P//AP+vRn/t6bkRfSc4o/4y483XbbbennisFhy5YtiQfoInYU3o7azt94w41J9+Aj/Fvu2JtNf74FwqZB1UVy7LuTGFWNf6VUUGa5rNnmIqOzzss6bT+mXHwg7+cFijPejLjGceBub6a+8PwLetC1hQMHDqVv1RLnX375lYi/N5y/rm9963t6+rnnVSxVUsz48z/3C/r4x39Wy7xpPD1d1YkTJ21LDnpjeodyy+ujj/1QDz/8qL7qDZTPe5P0i1/8gr73ve/oH/7hs/qTP/1j/dPX/inRFBptsF1AXsEdPUT+4WmlUtE7vInCN1ywX3/3d3+X8pbP/P2n9cgjD6c8cMDF5quuusq02aKyc9FlK5frF//lJ9Pfnbvn3nvFN5eJP6HLpGVh3cYNutX0rjk2RpdYi1/pwZ5h36At97MsT3a0aN2Ffq18BH7WnJdiU7u9Icp9eEQf4L3g3AZYsc2y7sPHEdvFLMsSz5k/IsQabBIhA46UNOT6QtN2B/tSKpYsa+cTftCHOdD3gvWFgt+SJUvEh2czthnk0yXryKFDh9KLsePOH1gfmPBH/BT0pz/96WQHiqVSikuwL4ylDw34fvInf1IUF5EjcME2MW94MTZUsac121S70zTXjOVMxJ4uEDZMT+bIzXtaBLanYdtRS/LAHDOGFbgiIsk4+EDPiJjr42MEPZVohT7UHFOjV+Avf1prREQakzuuYZ7cfm2uT9OsnmvYRhp4QBP8E+PhHXaDv/OMPQF/fCM2D9i5Zq6IUEQIWgB3C47WUf5wXnOMXbON86Va8zMGv8B9+Affeca82D1kIiKSj0O/uQ99LtgP0T9ibt2LlqdZ5xoL5s/XUdsWvum5mvqgN1q3O3c+4ULx0aNHEz+Iq8AVHBqWpVCmQl40rUvOC9zMe+Yulopq2EdBG9ZtNcZBS3gO/EZeVeM2OT0jalLgQoM+8oc5urq7E86MbXpOxq90YRr6ok8f/OAHNN+x5fpNG9TleHKz7du/+MVPapVt8bBrkqzd5ziOeHnVqpXJfmCHVjovXbV6bdpw2m2//Wd/9mf64pe+5Otx9fcNmm41/fXf/DcXok+7ndHzz23Tvr22Pzt36wc/+IE+9Vd/oxPHTwo5X2RakadWHT8TqxoZYe9KhYIazgnKxaKxadp+FI2LhE4D28lTpzVl26bINTw6Zrt+RPv3H3KNYEKz5jf4gy80mbEugAt0m/HmDvydsbzTJyKSj4Gurf7IdsM6UyZW9/odnR0pnm3pgxxXhqFiDLT1aZJD+nMOH5GbYdOQxjVwIGPywKJtf7lcUu6cJMtCBetJ0eswll+Gy32vVCgkueA+cPOLKqyHfUFewYf+EYwvmDaZ8mzuyP1Wy7JMESGOtAgDoH/+ME/E3D3kCJpwj76T5gn+6Iz9NTi3tVXMk8arc82fP19t9lvghg6joxxz49Pf1ytejjt48ICGvCHIn0IacTyIXYTv4DInq+at6VxxDpBluQELhWFub29T0brAmk3XuKfsG6enJ0znosJ0O+VcMEKuY3QaPwm+4i+AnXmBCdrltnlcsy589QIJB56jY/Ac+tKXfjZQtu3tYhxwAlPDdo7Ny+efe84ytk811z+7vTlsMOzPp1L/tWvXadNlmx0jndcDDz5i2Z7WipWrxUvx73jHO/We97xHb33bW8Wmy1ve/GatXbNG066/HfTGzgnX3jifcI6Gj8ryLOUi1AN37topZAh/9N73vlf33Xuf1jumZ7MJ2IETnV6xYoVznTZBjDXr1mq15ydOI5efmpqxjFdsh6pq2g6AJ/gqC2FboQ38YC7506KHTxOvoWm4L3NHhDLzB/rJzoYxNO7Jn4hItGN+5mkzXzscK7Sbx7JO0Vf+MKcPqW/Zz9rMb/IkYAmvVbA+wE9w5DnzA2OW5yqUippxTEWcgA8CFnBKsotuGgbmqDqv4UV7akOz5mEd3BsStTmX7BxDNMR4NltnDVvNre4GbP9Pjflp4I1M8MJnugYRN86RMeCRbbxYxMc8ywQe4B4R4tOa3+Aq9TUtsYN5lvmymXxsy0YxFvwjItGLeWgRIe5zLn+q9v+t9RMMvsfziDCudcBWeP4J7xkgZ9AamN0t/XuVhoaFGzzjHnNyBOaISLgAE421W2vIqPmfZa3k2knFUzSTzDG2YH7Cx4JjNuSSnJy6O3JLHX65azXET9TKmZM1yXl4OY046atf/ar4cxmPP/64jh0/bhrVjU8zte7uLs2bN+D8p9e62KGISDnRbbfdqne+85266aYbRT6yyr6PtS8MXdSBw4eETAx4XE9Pl6Zs6/p6e6yvV2jhooW2WUNpveeef06H3JeaxpRj1IplmTmMXKI98r3QNV3y7GXOY/CtVccE/Hmc559/PsV8+DxyDOJ64CeOhrYGXhzp37CcFLD5pZJtXCXFoFzDR+gLvVY7tkDXk921XkVAbSV+0Kdh+YZuEXM8AkZo3+IbdKWfnHdgUzPrGTqF/4kI0Y85GANMNNbnHs9kYWWcuyYew0/owRzgPeDcnpdpgY9z+FIul5ThoGdciC2WSiloGXUCj+KNORh+zsnNl778VfFmOUk1b6SfsnNfvXqNfvZnfi69uXXLLbeKv3916xtuNYOu1MBgv6arUxqfGNV5bwwcPLRfp8+ctL7NamBen43neSeDL3sz5SlRkJiZmVV1tu7nsmC2J8faqDd9ryaSYJS/AXKm2ByiSsyFWBgymEwi0eWkor2908wpW8isqGYaBGJM02OzPFeW53NKmmVifIvoEeEx4V7+5/MGzae2R/ID/+OZmQAcVkDmhPA0+RMRl/r44tI/+qTmMRFzzyNC4p+PEeHTUOuT+l6aG9hgXJ4XDCcwF8zUciqEEDjCxJawIXwkVAUrb5YVFDGHO4LSgq+FJ2tAk3qtpoZbSyDn1mKd3EFvUa/tj6ARJGGQmLP1LCKSgnCPeYGZZzTOIyKhxjMaF+loHDmPCGUWclqEz90YQZ+C+dTuwkaplKu9rewi66DWr1up5csWa95An7q72tTT3aGlSxZovq8XuRiyasUSDfb3qrO9bNyqGh8b0cjQOU35OOQC4fjosGpOuOourNR9bDqADTsUa5ZYNyIUMQdHwdEDcOWJ/pn4ABetWCyYF5VkzNodYHV0dKi3t1d57uSgbjVshGlYsqFoY2rhKKAhdIeOnDNfW1ub+1RS4zoiBO3gCYEadG3NT9+ijTRBHM4hIpLTOOEk5qKLhhg0ij6Mh/aMIxkt23nzxjwGdmjoggOfMW/2nk+/z7571x4d3L9fF86dc6A0Y70c8vpZClRYm7cbkbMebwBhOJiTYjHyhnPgeWdnezLuXV3tmj9/nrq6O9Te0aY+fha4q1MYmtU2jBHh4Gx/SlJeeuklveS2Z9dunTp2QiMJ9xoAABAASURBVLOTM+pu69B8b6aVi0V1mKZdLnYuWrRIS5ct02IXwrdsuUJsLCyYvzBt3nY66K+4aNXe3uX1OiVlth8NRZaZh760EeUnLuQku+6AcGpyTPB/+OJ57d29Uwf27/Xm6bN67JFH9PTTP0qbDjPebK068Sja0EPvip0JR4p/wJNFrrxQkhdxC+til3r7+rXEm7okZZdtvlyr16xVxbjw0sPIyJgmXCDFvnV0dmrZslXqNY78tDmB5cT4pGENDTsR2bdvnw442BxzsgSNofvWK6/SKs/X1tmjhYuXqndgvu1zU1PehEv2LMsth+VkL+Ez8EbM6STXyAuygMwiezT0PCLSurJdQkArLv4cPnhQL9mZHnDR/blnn9X3v/tdffsb39SLz72QitxjI6PCJxSKJQ04sRifmNbklHVsYirNlVtPWmv29fV5WhKHkpCZxYsXacOGTdq69SoHAQNqN2/vdoHpJ9/+Dr3pnnu1YeMmZXmupnlHIJL7vG5nWXOAlnneotcsmCchKWwveB7hK9uR9FNgJgbPW3iib+C92MWeJXb68rxc0+gHnPKn4TXgS8U+g59iaZoeM05GKWzAi3K5pGkHFbzNzk86TDsIGRsfEfp75OgRocvnvSk/6qJs0XrWiMxJw7S6nHxcvuVyUUDjZ4XRPzZ8r7jiSt122+3i5/V6euaCoZJ97qyL5TP2vw1llmE5aetMMl6wLoBT0ccwDjYraoC312kYd5Iy/B54EfyQLHAER+4ZRTGu7uB63L6cwIZ7rFk2vBGR1uEc2WAM60EX+nMfXGesExzpExG2bUXRl34Rc9eJJ00pN3+aXq9ufJrmH2NowJDluYCNc8aWjTuwAFNEpGcRoXKpLOajFcx/YKIh39zL3Kezs9Oy1J/G5FmW4MkuHcGZ/tCCtVmLZxwZz3rYpXK5Yt1d4nihlMbzPCLEz9WD/2EXjbCvRftV5gF26N1mux0RCUbg4JpnrIfthlZVB/tV06Dh5HjSiXEjq0pRd3B8WEO2Qe22LfigftvJ3p4e+7iS5jvYXelA+/bbb9Pv/vvf1m/+5q/rve9/n9Zt2Kge61TBdCEZqtlnwROpoab92KT92s5tL+i5Hz+pU5ZL/OASb6riJwt5Jj4Rme3fmKYmxrw5U1XDvCmX2wSPeT43n4R/qTkuWGa7u9T6Q6EcupzxpuGs7Q68qxm3snkXtrFVx3kNF3Xh42Lb6x7jcv78OU1bjyJCWZYrt+4WXPyuW9+gUbuTSX4qmzHEIZnqKmZSpZirp7NdMy4mnDl5QufOnlHu+w3jWJuZUiGvq+TW74SgrZyrr7tNi1zEXjA4oGuv2qqFph8FmDfecbuuvfZaVWendcG0hjfw8aTnxHfiJ5uGHd1Ht8Avs+zAW65zy2lE2G9XnXhMJfmYNS/R94v2tfQBD+QROZqXXu5ZKIpKJPTQjzU7HBfQt9OyyjXj6dO07tKYk3lo0BWZI/mDLhEh4i3GAVsVH2ZbxJoR0DVLb3XzDL0Hb/zvrGMb+m7YsFa3v+FWveUn7teZkydVNA9GhkcdMzRc9DulERfWD7noTQGUOYftg7APHIGx6iQJP0+/iLAdb1NEpG+jtrd3pAQOWrTbV4NXzcXO1k/Xz1hO2rwptGD+Il1z7XXe2OrWuH3d2TPnderkGTUboZrjfTZSq5YlcAYHZLBFC3gxa5pXDQfn7W3tltWKxyrFENCKzQLkslQo6IgLWYcOsGHcJzVrIva7YNs8OTnhJHc2xT3Q6kc//rG2v/KK2NhgfnhHQZJYY/fOXfrsZz+jP/yDP0jHs97UW7VqtbZu3erxE5ZlC6NkOMri5wJ3797tAld34gP8W7VqVbrm58m5BkbmJzmFtjXrFXJI4Yixh21f6Aefe3t71esGHMBZLha13zGBl0vxGuNXr1ntWGtekgt+CQXcq7bNU44xSrZRyC2yjG/AhjUDH1xW5li2UCz5WFIzMjE/LSIETMA5bP5Da47wnIIaa0aEsLfIKy2LTPRjfIv34MAz1o8IAQP3kAvu0YqGj8ScxnPkumIbCL8HBwfTxmhEaOXKlVroojPPWYNNFWjy1re+1ZveZ9LcFdvtisey+UTfhx59SJEX3Ip63Q03af6CJRqct0TlSqc6HGvUbCdrtj2zzgcvDg05Nu0XsUyH80XkrlgqOe9sU9P9gBu9mBgf06f/23/Td7/zHY2YNtAIWtG/r78//Xw48teiAbBiW5CZZ599xnZ23LbKls0yfMBy+d3vfEOvvLzN7SWdO3dWFBwW217u3rXLOcuAGtYf1jx+7LAe+P73xIttN990k86dPa8DLpxXp2d17twFPeJN5T//sz9Xf2+fVixfKQqW/N3Pvt5eUZzpH+g1HnVNz0xK0TCeVRVLueV3XGz2UagktvzEL/y8eDGxw7apaNp1WKcpXL7Dm4bEb/AOGqN7JdMH/vZ6DejAOfjCI3hZcRzOPeYits2dH7V3OSbPM/Gtm4hQ6wP/syxsyzPnaRX19Xbp5Z3b1fC9latWpjrDhDd2N9rn1bzxf+jQUT3z7HPq6enTihUrddddd2vF8tXKsoLtUUG79uzx8+ddEBp1PDCoyy67XL//+3+gu+++17Ii494mZbnqzVBmGTx95qzvNzzPne5zl/jZZDZRsXV8k2XARRJwv9fxKd9Ao+iFvOPXyHnoCx0fffRRy+M5ocM08B8dHRHf4j3nfEr+ZFmmq6+7Wve++T69xcXl933g/VrvWPdNd9+tO72hv3XrVRocmKeKZRmeIOvQ3kOTncUuQF/0cNzFZ+ZDP5E5bBfXyCTn6BHFONbGLuODuc/YEy5gc8589OHlhD/5kz9JOSC40YfW9MKJp44NZm13M/Ot0/a9yiaW79Vtv+hHoe9zn/uc5fGcgEGWOPTi1KmTyWeik57KNvSzidbMCT356UuOPd3dfhwJ77Lj0DzPfW1e2eZBf+BkDLBBV9bg2LD+co/n5CwVy12ZuKLedKF8Ivm2hmOjhvP6puMug+V79QQDC6Db0ty6zC9/uMe8zM89jr6dxkQEp+mcfk3bkIYbfWicAzuNZ81mI61n9+5jw2Oxhc1Eo6JxiwjTZyblU8gPP4dN8ZRc43d+53e88fZX+o//8T+6NrY9xWEdznGZGxpRpHzsscdSjAEvPbkiQk0vVncrWIcrliNiUfojI+CD7raOxWLJfnFMzMk9YG633nNOw1dFRMJ32n5lzIXoA44Rfvf3fk9/+qd/qi9+8YvWrd/XV778FX3zG9/QFz73eT3z46fVNF+w0fC9ZFsx0D+QeMs68C4iBP70k0LI8AsvvCB+apo++l8+CSdyCNMaGnONnMP76mxNyvLUZm0zjXrCp2Has0ZuWQIG8OFIDAa90N8V9i23OTa87IrLlTmWXrZ6jTbYXoTH7HcdZMx1T3AIwzhoG//gDx4QhW3ik/2HDuqo9airpyd9a/2b3/qWY5rx9CJM2Th///sPGKyC7r3/zertGxTftDt89Jj4k2Y1w9nb06/nXUv9p699TbOOebCDWy7frI6Oina5HgF83V1d6u7oEL+wgi2grV+/MX1BhRfK77jzTt108y3auGmzmrZn6Gu7Y2nwhk60mnU0s90B5rHxUWVZuGWWx3qKWyLm+Dtr/Yau6C79263n0A4fBp116cN50wsRm6F3NOgZESkOQC9ol7qnnJj4kQa/myih45CmeclaEWHYm0keZDqzZkdHpzra2lWbqWvGm8YrbOd5UZ8cRP4AZ275BjfOgce3FREJN+Cn0Uf+AB/9IsJXkl7z/4hI44CH+cCP/mOj+I9+rfXmXHeP7VMAbUOtl5ygbcMyiVwxDjuKDH/961/TV77yRW8snnaMXPHcTeePNR05cliH3U6fduxtf4huRoQiU5oTPYV3xBJ8YQGdKXhjNje/IqRJbz4eO35UM86vevt7lPsZMR28hqbYyRtvvNFx00LztqmS5RnYsixTbnlmvdY15zRwwLdxn3mGLsU1POtyLCR/IiLV7BY4BmuzTJx2DMyvCDHnkDdmtr/8kv797/zfOuha1RrXpvJCWWHerLQuXXXNNY6Fz6f4/E//+E/0mb//jM93OoeaVJblSV4edr3tu64tXRweEhs9BdvFxc4zr7n2Gt3oeKezu0u8HEYMir+944477NMvS/GZwUu26cyZM+LFXX7J7hHPNzwyrF7XffsH+9ylIfBDnkueG7kdsV8G7zk8u5LsIR/wftI5VUSke3meG85MZqLpWUrn8DqDpm7Qj3G69OGce1zmpgHzsy6tbL8WlvlyoeC8tijmjogEP/oS5nOX5azkfjK/Z5y3wV/Wkz/IJA1cmDfLcykPheVAWbjH3D9gyI1n2b6wUCz7Zmb9Ctldq24fSM5Nm/WNmu0Qc9Lm7tVVde5et+0EJhpxMcdWq9mesAZwFI1LybaOBj6ybvOMFhHKM9POviCzvShkuXLDHPHPsMqfiDC6blbimm05eggNgQl+sJ67GYem4B33mJ9GHxrPgYHGGlzTmIfx9OUZPGi11nP6wE/ugxPX4Mo9Gv24pjEP16xB31bjOvwgIhQRCVbG0r9pWkZEwr3geob8gX/4R2JJfir+bsd/mzZtSrkiPheciKvAFdnB7kWEY/YJxwoXkuxvvGyjY8f1zl2QcdlvdKT74MGYdvtxfArxPS8/8qsJb37zm5MuoydPPvWETjo+u2C9m3Jt5rR16NiJo+rs6ki5zP33369rXDMhDoYmwIwN59dSyHWJK8ExIpJ+QQPyNuDHx9KXGJA6BPUOYvjj3ghu+RPkzaQQtU7wRNZZJyJSrNBuW1MsFhMtp6enE++xkeDXtKwgC9CJc9amL8eISLpLngLMPKcfa/G8xbNisZD6Fb1GuVyyLywZj9zdmkJmGMMaxNHA1+J/I8WTdfO56SbzNfOYuX/AR04EDfDfrJ9NOliesWCfcvFq2IXhmoE/7g3TkbEJrVm7Tu9897t17fXXadNlm52E3K13vvNdNnw3C2PXZicYkdmJTqUgadLFCzZSSeZK5YIFpsMJbbtIBvgJHIKTBx96SM+/8KIOHj4iktwFTioXL16i/r4BFYql9CbGpBk+7QISiEKgiFDEXIOpEAngKzYiwNDmDYyyk2zu87w5h688yCqvVz8RIZ4XTVQa/SF6YAjcmjT30Ws+rJ+aZ2qYNggBj5mHFhFcJkHgJPV1P85TMzCte03Pkf75OffS80v/iwiDGwm+LMtteJsWvlkfGxa4smnZnZQDIUboYSA4R2QK9+fInAgCdOPItdLHQHhhq77CCl+vzaa5w88QHoSI/hGR1iMYQ8GHXHzgGcIWEcnJ5DaS9MVBMZY1MtONFhGJDtzz1GlFjrTWPc7dTRGRWu4jY2lNw1Zw8YfNsv6eHi1woWX50sVa5raAzTonGDzr8IZFmzeB2m3cZ70Jdt6ye/zYEZ0+fiwV1oZcsJiZHNesk4KR4Ysat0Od8WaIrBx5SMU8U26DO1gIAAAQAElEQVSnlF2CO898bbzyLPd9N87zzKA2Ej3AF74DHw0lgyaTLmSxcTY0NGK8ZT61OajqUKFQTEoK7aCRJ/KzSjKCyB2KS4sIZVmWAg2MUdNywTVHeAgfMFQYJQK4VjEjIpJxyA0n/ZAFZIKGYaEfLyocdwKwY8cOBzU7koGSPx0O2CPm+LRi+YpkTCkQMEd1eiS9nY5xW7hwkTCIP3LC9OKLTn5MU+ShaR6RrHuqVNwDD3A85+ckSnJRChzaLukmzxg3OTlpHe9TX0+vZr0RRxvsHdCGtetFYansgHDJoqW6/rob9AYHUddcd734qXG+gbrcAfb8BQvU7sC7ZD0PBy+5nVXZwUhmWpd8DPk/8HIQM2HeU5yqujA/7Y3U0aHzOn/mlI64sHXCcvLCc885IDtsXodb5k33YTUdcPCzFbQ2J6bwCX2fnJo2LzGomebPX6B16zbohhtu1h13vFH3/8RP6B5vCN7vJOr22+8UBZKFixbrlIs2/K3UqovGJW9aTNnGjrkgMmqbyt9XOXzkaPoGCz9vCH+gzbp1a3TrG24R38J9+9vfqdWmS5aXvEHdJ2VF8Y2rZn3WMVVT7Zb9DuuA/Klbpn1IcoosNC/JEPDDB+7VjRsyTD9kCnmi8Ld/z1498cMf6pEHH3Khb3v69sw5O9oZ4zxlfmWmaYcL44PzBjVgXeRNwPSmvflzuTe4l1t+VqxYoW4H4wUHW4OD84TssNaIN2Anxqc07QSJa4IEvkVM4jB0cTT5gJlq3Vsp4cBPKtr20zLzFnjBgzlpESGDojzLVTK/M18gL+ASEUl/cMLg3OlC3oJFC023Lgfy3oRx/1FvUk8ZJwI45s8KJUWeK7IsjUWX6y7KYE/Z/Gfjc/HixeJN5f3792jfvr2iWHT8xMk0JwForze4+vr7ZaCSfJgBLhC26fLLL9O1TiwovLGJOujNnoVOTpgPea06mbaIztlG49qIsA0IY9RMsIDTuIu5o07wZmozmvam0ITlGD4XLPOFUlEVJ9EEKNho+Jsbl5buw3NoBh/a29psiwrJ9gyafx3WfewYfQi+5uCpJt+NjpZKJfOhmHDkm0/YL/lDf8bRqk7EWZPmR8rzTPIGRtOtaDgiwraw6STPvHUCGu5ULORqq5TF/BGhyHLJjTmQDeZ1N0WEpu37ude6zj0nfM3MK/rVPCeyERHJh0EH+lIg4Kf7qg7GgLFiHY6IZPegKTxmLtakPzqAjeQFsVRAd/GIzbCIMD9rgne9vb2qOeFgXEQwTIzH5gFDC06eAxvHYqkgvgE3OjGiU2dP6MChveq0rq5dvVKbN21IdCjaxy22jNacRNVccO9yUTtsV5tea/jCOS1YMF8L3QjYIrd98mb4uH1N1XrMNwAn7ctOeZOs6mQwDyeQZkHYNtSq0/Z1w5qxT3RXIVu1pszTssrmrXyz4TUi/ndcWAucBlxQRk7YaPuxN5+OHDmS8O4wDm22O13dHeZvzbySGFMwf1auXKbs0pyZ+TTiRL2zoyvxZ8r8QHahD61YLCU/6BqLZg1vqVBI9OmwbPZ29anf/gFZnXYsee7UCRWMX9asqru9qO6Oggb7O7Vk4aAKTha7Oyq60bo2dP68N2K71OU1z56/kH429vnnn0/6dOz4EZ04ccI0KGrKcyqUZLNkfwO+8JMjMoLOFbKSTEp1VLocbw2q1zKALKFP6Ax6RjKETCIH6M0hFx3RxYJxQWewRfhCzikMoGf4V8ZEhHUmF/LIuqwPXZiLGID56E9DnqrWt/nz5yd5hLbYBu6XzM+lS5cme7ty5UptcpENu7VmzSp97KMfTjHTvr179dgPHxO2eJ8359jEO3XqlM5dKvgDG3NFhJibOcF1/Xr7ZNs/cKWV7XO7urrEp8NygIxEROIjc505fVaHHM+3dXTqqJOoivuQTxw33U97Q6itE5lpOjm8yBTJJoHXuOUauk/a10ADHgIHdILGrDluH2KRVVd7j6Ynq1q1YrX9X4fWrFqtqjduE8+sTzt3vqLHHvuhiJOgP3jRmI8j9IUHrBsxZztIFBcumq89e3ZrifF93fXX6f777xMbWX19vS5qX9SwZRl44Bfzog+c9/b2puIRhVgaRXH6nj59OsXqbGocPXrEfS7o4oULOucYlbgbn7Jv7x7t3rVDfKP7uIuuEy7k8jOAZ0+f0Yljx8VPlCKz8At+LHDsM3/egiSLyBibqHX7EWRynu160w4lz7I5ubadhY65bW7F9r/hAgcbIePepHI3RYRdVSMV5qEdeJAQ9tmfoc/IHfh1dHQk2cJvpfms57LucB+Z5R7yAk3GzUeuaRGhiEjyBKzyJ7Lw/xviWwmlku3j7IxhnbUezN0v5pmwfbyI1Gnf5iv1dnep4TyF8462igbMD35dpOa8sFIqinj+oQd+oNtuvkkNFx3bipnnK7oVko0m7iIunLRdp0BatZ1FDiYmJpNdaJgYWZ6r4Lka9sbIGm+Og9+hQ4f17ne9SytXrEyFw4Jp229+33LzzcK/8IsC9Ide0AIa1lys+va3v20+n1W5WEg/6Yitff7Zp/Xwgz/Qt7/5Nf3DZ/6bi69fTrlzu3Xkk7/0i0neKH6gUytWrdBPffhD+tjHf1obLtukT/ziv9CHf+ZntOmKK70xWLIsXdSNN9yQZHKPN/OJZ5YvXy4KGE3bw87Oiu0cclC17eo1nlOO/be7oFfQT9z3E7rvvvt17/0/4Th2oQrFkm1QTQXHR5nxK1tu0MOCbRjXZpgq9qHoDXSDx9gz5IPnEeHxs45LJ0zvuvKsoI72TvuBXHKxv63Sno41F+RaY/CXnEM74sbXm3c3Q1PbuBtcTP313/g1fejDPyViOPSIGKRUMN7nL6aXzI4cOaae3j6DlqnqmsXgvAXiV7WGhkc07TmI1Xft3qvJqRnd55j8X//yv9UvfvJf69/8yq/q4z/7c7r51lv1/p/6kNasX60lyxeLP5vBize8DE68hn1nQ5lvw1DQ/8AHPpBeGF+0aJGw1TynwMum16/8yq/o137910zL+WnzkxjvvvvuE3iVSiVBtxEXeh9/4km98NKL+vJXv6JHHn1UL774koYd/9o5e0PzGduYYRGbQvcO6xxrQDMa91mXWAXfgMxiL5kf3cXeUFzu6elJOofPI6apOPfCNjC2aP6OjIykXI6xyAsvSSFv8BG9B3ZsCDB32s4DA7xiDuwd31Qsl0tqtx7ecvPrtdi54bhzGeY/d+68/cuIsMUdlml0YsuWLfrgBz+Y5Ccikh2hyEdsTTwgNYWNYQ3wZJ5isShsMzCZweowLcCT59iYhvMc5m7anjXcuKeQ6F92/lcsliyHDc9R83DbOMdTrNGwnvMc+iLHHCPC9qeuiDBfrf3OmTwo3aM/jbHAxznPsjwXYzmnsW7ryLxMMdc30ryMpU+eF6yTJfuEnmS/+3p7Ez3YrEfGtm7dat+9Sc8+82zCBT/yl3/5l/re978vCqH4AfLw73znO8l/zq3VTH0jwhsuMxpzvoBuQkdggGYcW/AVS8XEi3bX68qmEy9QIBeZ7TLzQXtwK1lu582bpxUrV2jdhvV681verNud6zUksdFRdbyKX2Md9LNhpDudb7GxBJwcn3322URH+BMRydfAV8YAE3KHzvX29pr2zQRXxXYGHkEv+nGMLFczMsfSdU27joNtQj4jwjyuphei6l5f7jdjXwj+EXPPWryDDszFkQZ+ax03NCwbO3bu0NIVq/TO931Qi5avUcF5+ko/u/UNtzmHuzzhcNmmy3SF89yBgXnmaZbyF3xEzTnIs88/K+LUT/7SL+mnP/5x/fzP/0Li8Zw9Grb+u3ZnO6jING26VW0Hj9m3f+9737e+T1lW64nv6N5L215yHiz1mCYmtdDJ+anWsN4bZgs0YJ60d3RroesjV1/3OrF5hW9HP7GljIGHuWW0adwiIsEKT7kHDaB967xqXwg9IoKhiQ9hWaAfvGIc8zEGPmJrsEE84x5jW+fQlBYRnqeR9Lph/VSauilo3TSfWi0irA9F5XkhwQjfS47F0e02yyd1AjYFoAHryBMBTwTzNzWn/w01rNc05pU/6BvXEfSTIkLgI3840sCfxnxcR4TyPBM8qFgGmQM5Yt2SdaFQyDXk+mHDtufw4cMptnzUNvwf/uEfxIszhx3373Lc+elP/216wQ75bDRqIqbcuGmj1q5daxzLiSYRwNVMcLF+bvzRwyyzjNuX4cunXaMo2Q7ygu1Af1/alH3JtbcJ17CmZqZUsv0lH+SFwDPe6GzxoAUzcg8M8Ixn4ME596AT9CFP4V7F+HKfhu3mufxhHPYEuHyZ/MaY49P+/n7rREMrXO9ZuGCR3njnXfrkJ/+lrrrqWj3//Iu2TUPaYJuBPJJr/Pjpp8XfHB533Fl3AH/YeeTOnTvTF6jq1p/1GzZ4o3STbvSm8N33vEmbN29WIS/ZRvYJG0geNO64EtzQffIW8nNi4u/aNtIHPHiOrK5atUrdvd0aGRvWxNS49xGqkmX6/MWLyT+BO/iAH2PAL3yD+7SIUJ5lKpj+PMutSxzVlFLzofWP+7SIOZ42rXNNyzjPuc/YiNazpjI/a1r/wVtelOfAAPwR1odSUfIRc0FjyYjwrbnGnFlkYg2e1bweNoWNsbGxUc069qQO0pD7iHUli6ywUzTWBUfGt47yh/szjpvYVJ0xT2YcbyNDLbkhXkA+uEejVmEg1LTuGSXLw5wP9VRJH5mPfg3PVcxy5+6ZoeHpXIsIZW6MlT/gBe9owAU9aMzDM45cc85zdBK59VBxj2vkDduBHWEeYAdu+Nzqh77xHHvJOXPRoAdrADP3c/Nchph7zMOR1uorf1iXfhHhK4lz5gYu8mRZWGqm47Rz2lnbfeZhHWCjT5f9Jf2Zk7HEYh+3/+AXOYiR7vfG5tve9ja9/vU3C1sYEYIG9C2VS5btCR07cUzDI8OOcyeFTmCbifH4AmRnZ6drBctco75BvLz21re+VcS3mzdf7lzjfvEi3/qNGxw3zxdx7eWO1dauXyfyPF5QJS7ZYN1k85dxwEl+i92jzgE9GIcd2OrY5Z577hH+nJiR5+C7dt1aEeuB86x9DWNmnKsTKzLXqZOnhE4jW/SHPvCSxhjoBD+4D5EjkOlmkjGuWzzgnPmhT0SkehSyAK0YDz84RoT8L8kMY7nXasViIT1rWGGYC7l5bWvdq9uGwdtiMVepVDDfM/FhvuIlm5FV2jtSorJ4yTKtXbde69Zv0E1OcLZccYUG7dCr1ZoiK6i7p8eLhjBwJ1xUfmXHTidqO3XWRv2sC/BDF4esvLOpMLZq1Ur12xlAKJwQhu+wiy2nXXRpGoIrr9yqj370Y3rfez+g1WvWqOwEWnkmfiYIIwMy8qfgxA7C+DT9iwjldkJ5oWjCFAxPZgLPEblpIW5YS2kRJp4NY0SIT0S4f7g/x8znmcLPG5JqHkNQloyRjQTC8//Umn7mJebGRnjknOTlqAAAEABJREFU3D8YTpu7+n/7v6HzOoynR0S8Ok9mOF7b5E9rfXBHOArGl3vQpeFABZ6MOZmZtROWwjRoqGrFnXveSHMz1sv4aVPukBpGDp40wEUScHPtU3dpJAEnWCZ4QoiYg/VRFAxARKTAgPEF84YG7BGhiLnGNS1i7jrCtL50zjq08P8iQvTLMo60TGU7lcGBPvX1dlneOjQw2Odgu+zAdNrO+qKLCRfSm/oUpy548+7kyaPe8DihMy66Hjt8wMfjmvamVc1F2ik74glvos46CCnmoYoNUcMK0bTSgLcufTg3hWSyuoVZFOlJwzegTd2OgT4RIegREarVGpqYmHJQPO3zeqIjuETwrJaMH8aCsYzhGXLNfJwzHw368RyjEjG3LkkGgSQFNBIbjCON5JL+jCPQwHgyH+esxX358/Ir27V3/z4b3Ul1d/eIMfSd9oZe0TwjUL3cgcsGG1DWAS4S5jMuAo4MDyki0obql7/8ZfF1/abpsMY6SnFz5cqVIhm/6667xD2M3iJvCmBMLlw4nwKvl19+WYcOHRSyCC58wxJje8XlW9XlhKDqzbU2J/sL580Xx1kHGWGd7urt0byFC9Q7MODCUdl8b3dC3anunj61dXQp8pL3Aprmj5Qbj1nzYNJJVt0bBFUMtvk660LbuBPLqjceGk6wJsZGdPzoYe3bvVO7dxqu/Xs1ygsCLrA1HYDg8PnZvDwylQqFxEfsQrFYMq+LQga6unq01jbxem+g3uRCwrve+V697R3v1PU33KiNTrYuu/zyZMMWuRjL9UoHdWyI3uAg8cabbk797r7n/pQowfteFy1XuAC2efNlWu+iNfzAia1evcZFmR7Tv6D2zm61u5gQhguJbCsXUyGjaRyLmRzEzKpmfS8UMkXIMlhLsLd0tWjjjp2mTXszo1QqGp9cJMBcY4oOHjyUfmbu+Wefc5F60pvcPVrgzVB+1nbF0mXaYryWrViuZSttyxNPiqq4OIudXOQNY76Fe/XV1yRHetllm7XSRe4syw1LQ52Gv2Iesy52ZMmSxVrkgtTWK6/UfffeK34GcoNpB8143pTtivmR+Gh9a1yyTxFhHjTEvHleTDiiK+gVMi1/kO9py0FHV6dovPVE4H3BBew8z207ZtThAKOjq0uzRrxmeUlrNmU6NgXNSk6cZhxUjjgwrTtQnbWdOOHNKk/vNeU+nQ7U+7RgwWL1uXi9cvXqVMCoG9aKCzlrfH25g5XFi5Zo6cLFosBN4IZODg8Pp2C+6vlr7o+Pk+3RlGFmPLhRNGMzsOYic9X2aopvEHpHB/gjwnZmStCmZrgiItFkwhtqrAH+4EObcOKCPrNuxFw/cKi4UFpx8sR9ZIOE6pztJ4W4c95YoQDC3y9kI+Khhx5yEndEwAturXHIErZmwnZ1xDhNTY5702lGvKjCm70GSllIDQeSwMLGQaNW9b2mcj8AF9ZvmNeKzN3nEuIIDzKQDfOF5/AC/jMH136U/sF3rrMsSzYN3LFnpUJBFfOvZJnvMo/lD8E0tAXesbExMSfjmNOPEz/wZ9izxdZb7rMm16yD3eU597iGxjPWo6p1jvE05GbSAfPJk6c1Y9tanan5tu2Ti9qnTh3z5vsJvbJtm6rewMt8rzozqU//7d/oj/7wP+n3/9N/0MvbXtQR+6wZ3x8bHVbZujw5PqqwjvMzoFXbMmAedSI7bVnpdTJ77PhJ7T9w0DpWs4+ZEkXO3S4KHT18UMND5wzHlGqmY9W2ccr2r6FMbe2dqnlOcAEn4Ia3VT/Hf0SEWIdz+YM8IEP027xxoy5zgrxi2dL0E4bt7e3exLDfs33lHP/Bt0xXLl8h6Dw8PGxdaUsvVzBH1XYZGzAzPZl40NvbL+CgcIA8oebIRUSoYntRUK5iVlLWkHGZNi0aWjRvUD2dFa1cvkj333uXLtu0RlPjQxofuajernbteuVlHXOhg0D9qDfydnsDEXyReRIN4lOLTMJx9epVwhb19vWox/Fsb2+v161o6eIlmj+4QPMG5qtu2nV1dgncSi7yQBuKZkuWLNFq63lE2C912MZ1ar43OQ8cOCBsTXd3d5JL7BxJUMFyiTzW7N/AmYacjY6OmnfGzfMwN/rIM3iDj2etzs7ORC/GI4vLly8zZ5SKUBQ1mrZR2P4FC+YZj66UPPX2UOyo24d0pRidogPFTfhw8cLFBDPrsQ7rcR94qrZLXEMLNmc5IgPca9pe0oe36MEHXOAXY2hcIyd9fX3JxnaZBuBQLlcSLcCty7hQNGY8c4II5zzjnPERIeZlPuBbuXKVY9FpLVu6Um3elBkcGEzzUci87bbbky8Z9gYKusmmP4054Qd8Y27WwtcxJ3ggr+grfGIt4ERmodN8y9h111+jy+3H5vmcF/agBbyCFvSDxxed4zAvrWJ7imz19fdqz97dmrA9tMC6uD2lLJdK5YI3RU9qwjq92/HHD3/4qM7Z5ma2hWXHouO21RSdwAH4mBNaEF/ddtttIrkmqUUWgAN7AM2xbdNTU06ij+vpH//I+l02b9tUKOZpzUazppLtIWaWlxjAP7LM9C2IT5YVBK3K9lsLFy5URKT+8Jm1oB90Rg7pw5iIELITEarbh3EOvE3LB3SgQM6c3ANG6M4RP8w5ssYY+JLbJ8sfnrNWKybhOfeYY9w+JmLOf7Ee9zhGRPJL9GPdVY61mBMcgWVk+KzUnDFNcuNVVeZ12iyLDedJJdvXEyeP2W8P6eSpo84bTmrWsi/3KlU69d4PfUx3vfkd+vAn/qXuuO8t2rLlMrW1lXXj629ST1+vLjhunHaMMmE/0KxNqbNSUG93h/bt2Wl7NKZ9+3anlzbAAzn71je/qe9851veJHlGbaZ1V2dHepnwnP3thHMUbAk0Q0eff/655OPbO9u1at1q9c0bUFYuasCbVpM2klMK3f0TP6FP/NwndK/jJ/gGvuCND4d3AwO9Qv6mZya0YeM69fR2qqu7XVuv2uIC5r6UN8EL6FZyPJD0IMuVmabwuW7cmDM3fyIi8Ru6A2Nm+elwPIp80pd+PKMv15zLH+SOc/jjyyRn9IV39G3NBdzEt3mxKPQSfcNHICdsfvf29qaNirrjHX5a7D5vAL/r3e/VFVuvNi6H9IXP/Q8dt8/btXObaxQDuuzyzcqLJU25YLNk2XJNuCj9wEMP6/s/eFgvbtuuhx95XDt27dJNLlB12GecHz6vo8eOisIOtAPGoaGL+r6LtP/+3/97/f3f/71rGzuSHUUWgSsiHAs2k33l+qKLtDxjEwk555r74Mic0Ivn8AofscY51BWuqYDb8PBw4gdx2EkXljrtbw4cOGR4DppmJa8TaR1sPX4HmzDPGyrQH9oy/uDBg8pd7F+5cmXKu9atW6fbb79dmzZtSmOBA//BHNgYnqMv8P2qq65KvuukY1zg37Nnj+gz4bzopRdf9Ib/V9K3p3mZChotWDhPEU37H8tLFs4Bl2mgf0DlYkVsCne0d2qdc5m6bcOg4cQO4we5Bg75gw1F/qA1eHTaL/CMe8gDfWngxzX9GAOebCYCH8+LpVLiC7EqtsNTG66i4QvbOODLbKMcQEgqWYcyx9qZYUbOSh6LfCLPnBeLczkfa7Uaz1vnuXWBfvQHJvgaMScHc33kteoppqFPRJh3DbdmuodMgANyAJ42lyLe5G+LlW0TXnrpJT344IOCN5/8pU/qIx/5iCioouMRIfjy2c9+VvC7x/EK+EM7o5ZwbV0XrUfcAyZgjgCOpoAZfEia+fYqMNLoUzBuRefdeWQya1NMAkyzjt8zz4dsTdrP3HDTjfrIxz4qNkMiy3Td6663fdmo2yxrN1ufeEEWXiNXV199tWORpalWg2xTO4B+8I4jjXP4DmzAAsycA2frOstyZV6LFpEpLxRVae9QZHmiK/PQGANP8tx9jA/0iAhlHssz+rAWR+QqIlLcttn1D37+l/x7lTdQP/LRj+tnPvFJnTw7rK9987s6dfaCMtNGkems88iK8170GFiGHb8h37t37dRDD/9Azz73tEqlgpY5Rr7JtPrABz+g+c4Bm83MsDbtizrsS67UuHUL+nZ0zcV2Refk2IsB55PzXAvZuWOHeTCjguNGYG+zja7b/qW8KHLXRhZp/abNWu48u6u315vb3epxzaSnp8frl7xWPekBtJx13oUPajjuZz4a96EB9IdmrF11jsFanM/aF3K/bh1OzXFrzTnCjP2d/IGm0BFZw04wBt5FhJ/O/YM+ufnAutgL/GdbpWS4cpXLHIsqO25iHvxQsVh6VUbL9tOLHYcvde0B21CzP8qygvFqJn1iXvmDDrEucNOAlb4t2HkGSMBLiwiBP+Mj5mCNCMNkWKyD3OEZc4EXehrBXaVYA7vR0dWhYsmwOI/r7et1bDqZvo3a0dHmTYlB4aO2b9+mkydPOMY7o4o3hanrEBcxbwsOYAfe1j15mYgQdHZxK+Wlr2zfkX6+f8/efRq2n8CPdHZ1uTZe04WLF6Qs1Dc4oN2OOYdc3+RZxJy+wxvoCy2wOfC7tVbFdCc+h7ZtlueSbSHnYRkP05VrZOOU64DnXctjLHAT4xZLRVFXP3/+on3Ufsc6B0y/kjas36g33XWP3va2d5oeF7R9+241Gk2F56w4n6Ou+LnPfz7ZuL3Oy9hkuerqqxxXtdlu1lS3YWIjr+aclbWwI+gRfssgiXvgAk/xVcy32Pn61fZfvPC0cuVK5z896rU+MAYfOTDQb9iKJmdDdRN8/oIFWuQxBesVOEVEmpc5m1KSrYZjrDpy//8n7D+gLb2uOl/0P7+w9z45VDyVk7JKOVqWrGDjKEewaRuDDd2EpqHv7dyvR18a6PH6Qo97G/qZxmCTDDYOso1tsGTLQbKclHMoqVQ5nqqT847v/1untiS4vPG2aulLa80185xrrm/v4/7cj4ikM/AE3WAsuETAKQ/yv4hIcHjOM/kDnKbtBpwTPMPk3iswGePQFF5jApOxPG9a1zkaRPqX5Zkyx/aEn3nE+G6jX9NzQAs1q6Z5V683Zbabpy21fNLy+rDl+03DpR8NnKgZWlNSP/S8aTgt077ivKlObcMTto1jy1i0DSci1PZzxhPHWIdwBFbH92nAwHfQp2V6OfKco8GoYzwaro807V+ARTPTFRE+dFKLiHTNOODTOIdHwKTWh27S0ngDXnZNBB9E3znXSOgfEVpYWEy5NHi5W/rHGPoCB7/ITWwF+FX7AI7cgycN8wFeM2+3Mb7brDHJ3/bYhpBfRMjIJ52rVld9HPe5l2WZ6WsLmIyDJ+DHPJwzj/yBrxEhdBu/sWv3Lm3w2gydbriGwnPWn4yrGl/us7azuMTmO7KDrob99fLSirATxmzfvl18G/aaa67VVVdd7XaNc8Tb9VM/9X799E9/UJdfcaWI2zX7hrZlRz5Frorv6HdOusvrq2uuucYbu68XOQv4MQ+2CF7wBD6zVtzt/JbW77wuz4tVHvX2/D0bwXDrmEEAABAASURBVD7Z14D3JtssiuRjoY11DP63cE4GPvCwcB6C/+W6a4uM6/Ktew4e8BP+dHWkKzubtLtFmkta1Tn6yx/kwzw0dKD03NzzI0V4TJJfJ9nLq/A66Vlu+/Rj20fTrSXGZxAOsjB1aGjYzB1y5ywZZdXFJIQ67A0AReaF6IKOHDnmwR1t3rxFCAvhgkDFiPQ5iEB0wwqJQFZspHleujC11sW4K/RTP/n+tIF6zbXXqNeLs1kvKtlNpy+tYcUBFjCBA5ERJspzh1uWFcqyHL0UQoTAjinH0bdt/D718yy1CMatNu5LZqSklrnbsCOo25E03Lpw2r5HQ1AcabYE5R7Ht9UyH7nmucHIbsCXzM7Vqy1idc6I1x6zhFNm7ndbxKvPgQkt4MJ5RCjP86SQEWFhts1z+V6piFVY8Ki0stGPMZnvc6/ie0WeqXDQpYWU8IQe+kWEEDzOoM8JKsqP/HnG/MDDWEkY0YmI0HL6tlAzweE5LSIUEcpeQxPnEb6v13xCxjt/pV9EyANlrNz8z3hGJmW5lBeZHU9DGAW44ABxliTm01PTq4VcF1pmnWSw+F1wYssb6s36Uirsc74wN6u52SnVXcBtWZ9aljF6RSBpk5xaztBKa1tnGg5sK43WK2/3JDnYsTS8qOCcftBFK4pSqzqYJZpyy4gWEZZPOzkGjJnG2Ihw/yw9AwecBXQxhiO0QSMOg8IS/C4c9CNCfNrGFTvgHtc4MmBzn/HAYyzyGl2zTnNO2CMiBROKmGyGYFeMIelmXhK0Rdsd325ITuzUyfQtzQknUIsukquxYBnUxZxbtmzR7j127Bs22i8MpgU3fJh04aHtRL1aK9OGN2/RvPnNP6Hrrrs2Oe8LLrwgJUyXXLJX119/gy7be4VluqKX9x/0/X63Xs07wLa8isvsN8a2bNZ1N75Ol155lUa9uJCdcSfLlZc1Vao9qlRcxHfCwBvndcur7QiCo83NK2y/7kANnSkRHB8XBcyzZ07r5Zde0lNPPKYn3V50MWXctLa8YTXgTYGqZenp1eukD/4VZUVlpaKq5wN26bm3bduhK6682ouhK+zrdponNZ08dVovvnRAhw4f8/kp8+6oXvYGB5vYz3mOiuFd5I21a6+7Xld4cXnhxReLbzAODAxryJsJb/Ai9I3ejL7uuuu0detWXeDNiu5CzU7FhdE+DQ0NmV/LQj9IAM6ePaNJy2fJGzPIvrDNeddKvPG2ZJmR8E7bJro6gb0QTNFBdAo94Vs49KMPBWR+bpANw2UXnkhAh71IyGyLeZlr686tGts8Jl6gmbU9TbmQmFsmeR46PX7a9we1bsN6F9D7vHCeTjo+PDysmnlX9aJI/vA3HS+6+KL05iF6tMYF8V3eMB7zQpO/HwPP51xQzi0HdK3V7rxiP+AdkdnHt4W9Fe4D3R0nibll3rEPZ4E7MDSoaS8osjxTxbJDz2dn54zTZJJlx3is2AeUlVryXaGwDAuV9pFstgCHTcmzLpL7UbLTFetlx7jULMdRby5ffPHluvF1b9CWrbu0Z895LlQNavzkuLLIBL+wsQ3eVBkdXuNi6aiwR/RxZmbasfKw4HEYP14Yahn/yFZ9HDSWRUXA6djOC/u+QRdTB9zg5fr169TvGAlN8D7axr4NT5qJT9AAzXmeq+ZkKDPcslKaYv51zLum7biR6G6bHuA888wzYlGDPEnA8f3MxctTN9xwQ9JH/g4zmx/AJD60jRv4pUTNm4eHvQk/7gXXihfZ0MBz5ua45A2FphfouQ2rdLJRMZ/LcpXf4Am/uz4YmhjHPdrSskvG9l34SWBBGzhwDj+ZKyKUYJrmjn00eKHP2P6KYxTwIiLJl/lYiEIfMOAK94BLQkdiR7zE71LkpO+i6cP2Zh1XIiLJEnkWRaGm55t30s5czElSXKv2amhwxHqTJb2a4FuRzzyrmakJdexnKLYTh7581+f0xx//X3rwR99XZiPn58Zf3r9Pw9bfF13I5C3GKRdne6qF6t5M//737tPnP/tZF4G/ZVoK5bY9ftLwpPnORiD8WLSvlzdOlhbndMqbBBP2EePjp3TWOPCSFfQwDly7dMIHeNBj/wdNEWFf3ONcbnMqwiL3Xd4whD8UcYGBndKef+65VLSFDxS/e3pqKi0H/A4b8TWKJkWuJceWKrZov1TYn0Bvnzclqn7G/CteBC3bxrI8U+Z7hXW24QXX9MyMF+Qn1W40NTs1o0pWaCObhYN92jK2QWdOnxQ/lXng5Re9aXHUsqmYz5M6Y5p7vbBhw5BN2oHBIVXth+rWwzn7LujnmzK33nqL8EnrXbi6+MKLtHZ0RBecd76qZcV2vUcbvXjBTxaW9Q4v0lkYZFmWeFNaj+EJuoAvQz8ooPOmNfxElyqVihiLLsNvzpdtI+gL96AbXIDJM/r0GG94S7Ec3pNz0fps98zD85Zzlr6+Xl177dW65JKLfLxGd975DufTl6VYwQJo0kWWZ12MQw4U03kjHB1Btymmb/VmLLhTPGT+7tz0aVmvwa3Pc0I/z+UPvoHYgf20LB/wrFQr9n8D4gO94AevNmzcoC1eD9Tsh4DDt82AU/fiDjiz9snwEHhVFwmzPNS27ladP3RcUuH+8PCQ1wkjghfMyRFYHft6NqDQy5e9cQ2NFPnZiKRYHRGCxohIeQ94QRPjmJNnwKHB94hIfJubm0s6v33bNj333LP67d/8LevfCS05Ju3Zs1s9pmV0ZFjYOfCgZ9yxDxjwlblZVG5wHFywzvd64cjcEeG4PZ/8LHMzD3oATcgA3p09e1bIYMY6j37gj+ETz1iYIg/GQQP30E3mBD7Xi84DuNdxPFleaTgvayj3f6UKVTuFinahvOU7Luia0bIZqubNv4GBHvNowXErS/Ojj8D7hw16sdW686oe6yjHiEhxp21dyPM8xVvogR8dy4gmfyLCPqtMttDnDURw7sKjT9v6xhEY0Ihe4fNpEZEKiswJX7JYxZPzFfsNg0/zApMNFnS9Ow58wYcj/TgifxrXyB89W7NmjXlRc2xs6q677kovQjAfODGGeaCXF4bRO37SDj/KeGyeZ/i8T37yk+lnIImpfGuMDf21LnJ+57vf1if/+I+0Z+cOHXJBtM9+sWewT/PegG0WHcuiZRpyLS4tpkL9jx97RH/0F5/Sl+75hu755jf02JOP68WXX9IPH3xQK9HW4NpR9QwOqmr7nHGuA8/YAHvcm16f+cxn9Ofe+PvYH3xM//f/+O/W46c067XPgQMvWr6FNwSftm4sCRsdHBxWb0+/8qL0GlhqOyco7evCiQ+099R6PKaaZMz1a2XmkGV+NdJznrFmQaexiY5lRMOHc6y5BsAcK9advv5+z9MWetZ2HoGuRIRy60/b67Ilx9v5+Tnxy0Lwvcgzr3WbLi7XRWy/4rK9uubqyzXQX/PGcJ82OSfde9mluuOO2zXmDb65+Unb2XPOSU/aTufUbxvc/8LzGuqt6tILz/eG7Jr0YlvTPvTxJ5/U//V7/0P/+Tf+D/3O7/6uvvq3f6svf/nL6W8bgl+v18IUjD760Y+Kxjdm+szzzDGAho3Cd34il28g80ymheLXnj17hF51eQOd0BsRokDMzwkTT8gttrvAhV+Av3zLFb+PX+v2n/DmDeOXXBRrtRqJrqY3R+bmZhzbz6QXVfl52IGBfmV55ucLSTbEAXDsdWwHt1qtpqp9LbB2uiiGnUAnvGeTDv8JDqxBiDnYFNfgR2Hr/vvvT5vLjHnJOcqp40eVhzTltR+xlW+Zg9/27Vu1ZfNWFc7z2lYU8jjy3GXbK3hgf8yZ+zk4MU9mngKXBn7co3E+7LUPz+EHfOriVnURMcHJM7Xt94i53NO5D7hHGMFz18xLY0xay7ebaqXWSjpG/4Z1kO7IjWPE6njwoGXGs23fBi7AodGX+xGB+N04Op5ZvyNCWZa7ZWI88gYHdBt7Ac6sc0vorpgevtXxv/+bf61f+Kf/VDe9/vUp/qEvFP/JSfHx5OMDAwNi8wBeYHt5nieZI2tgMgeNOSMi2VdEiA/40jLTwhG6IyLhzT1gcayWFcs3U4/Xb5mf5855egf6lVtuO6w//+SDH9R2H8HtHXe+w3WB3Tp9Zlz8ZGBEqMdxAh3DxxLrkM2yc3JiHPEO/wgfIiKtbZmTBi/AG9wYExHKK6XCuSE8yvM84UqfqnU6B09aUQra265D4BMb9jfAiAjLtyXOmY/Gc8ZzDzzhAXIAT3jc7zhFLHnv+35SN950szp5oUXXhE6Yvt6+fo1tHEu54wc+8NPiRfKRkUG9+73v0mWX79XY2HqtW79Gk9NntdJY1sDQqqx44Xr7jl2ace5z2d7L9Tv/5++Kbxz/9E//E2+w9ood7Jp51vL6dHiwX+ucj/Lydy/8VwjfWBaZcjfwzvJcnSykLDeva6pZfwrzCJ5VnHvmeaaa7R366N8yX6Cz7hwsIhxzKolf8DvLgNFjOD3iQ78w7OycjjA+yz2fYwT1s9zje8z7zEfGs05iTlpEAELwF33s7x9IcAvrT24Y9MEPgCe4gXdZVoyraXDMiQDvHq89t2nP7vM0NDSc4CHbiEhwI0Kd9mqjv00y9QFPGhcRoYhIuv/36DhHk859Ilb7YdcRq+c8Av+K+Qh95HY0NiUOHjyos2fOphjG2nnXrp265Q03u75QGKe6aa2meen74IMPJd0j3iyyFvZmFnZft24Ct+nch3PymSnXVBqWjV2m+uyzK2XNsWqdzjg3/PRn/lqf/vSnHb+fVdU6Am7YN3a457zzku3nlcLybFqN2s4pJGAyF/zFz0ITcyIDzrFNZImskR94wOO2caIP4yNC2AJzgR/5Dr6HPYAP/czP6P/4jd8QtavnX9inA+bL//r4H+orX/uqXtj3oh568FE99tjTemn/EdeFhp2HzBmnhZQL80Lwdddf7/r/T6UvarEpU/X6EX7T+gcG1Yk8xVByFXJ9/MiA/R5H4gBrF3wjsewtb3lL2uDhpRO+SYfeQSMN2UM/Ogcd0IaOxDk9YL6iKJKcoB9+cGRsRx3ztJ0aY7iXZ1nSQWAxDngRkfowjn7MyX1aRIgP97vPuaYPjXNa3pZoFdMtKzR9uc8cEaGOba9jfDq+2fax3Wmr7X6+FPOAD/CyLFeWrfave13Nt4xb9l0d+lu26ACyR94d+4SG18XRcQz0Hs20c41lr3c8WoXnJCfLfCQG5LZd8jgp1Dqnx/hR/OaCaw9163RESMYJ3uZZpjzLUo7I2IgQH+ihQU/T+0Edrx86HgPfib/oLI17Vfs0Gj6bfIa40b3fdnwlH0dPgY/NdGlrOb8jZ6G1ztHMs4iwffaosC/i/vT0tPOXqVQfxAYiQvAR/kAXeGSmgbH0JdYyDhxoTe8JsHFLTAMPnkWE4Bnn9Icv8gedhJaIUIQ5bJrzPEv21dVPdDHzfLl5DX11y2bWNYu25V1UC0XpsUWoYr8OPPrSj/6DrnN4GpEPtCAWAAAQAElEQVQvwsdRrz3Wey26xvXzrVu3CP0HF2gZ9PqBuTjHP69xLZbcZNRHnmFX6zdsEDkV8zAHtOKvyDmwP+bEHulD3GRueIafQB+47ne+T92C+TcY3pBxZN6GazpN6xB6QE2ZOaEFnjIXDd4jb2po8Bf5NKxj8JV+Eas8bDpngy5kxn3w+ocNXCLCduEYZgOin5RZDrTwMSTRlD7g0oVRloV1YrXl2av9V2Gg7h1FhDI3xkSEY0PDefgc9XibrG+05Q52Mlme2yBqgtkE+ywrfN2j4eERF53O0xve8AZdcP4FWr9+g/r7BjTYP+hFyzptGBuzE+23bYUBL8k67UXQkM4//0JdecVVTr7OU5+F2rSRN/yQxRZMgZERIRArrfQoIALIslwyTh1vnERkfl645eLDGBxLxxcRke5nJlzpY3o6r2m+13Zr+l7LDQVBIAgJOF0mRYQi3NzXLFSuEMeIEJ+IUMSqQNMYJufBP2gRq/0i/p9HujKWubsNHnDO/YgQdHQb+K24WNK2Y40I8WnbqXT7c47j4ZhnYXw7MobKs0y55SiuTHMXNspccUGsrFRUVErJYyJQhqb4YEgYDkYBTHDjGAmOLNsO3VKLiL+Ha4RnZi7jmmTjc/kTYS66ZcYpIiSapLaPbV8CMSLEc/nDfODbsoNMBmN6B/v6NDo8ZH3rS0lYy/rT8GJtyUWlOW9aTDkBmXIxefLsaU1Nnkmbrg07ppYXoR0HkHDw6FjvOsbJmmFX5fk9V9O4tgwfeO1zx5b7N8/N7S7pH/rSbdyAt7SIsCE1XbBYSQuEuo0fONASYeLcmXP4Ojw8rAEnB76V+gMvIsyOcGG4N9kb93BMwMGZnzVdBDBkHBGpaIh8cFjrvYEjZck2+/oH0/yLi4vibdOd23cIRwasppP1EfOuxw6ZuQkCUvi5ExjTPGy73rljh+14QBhtaR+w5A22Hic7OLhJbzSRUPKTQ2fNY2yzz0WLlfpyStBxjENDgxq049zqzUF+vuPqa6/R5VdeobV8y8M09xs/dOKsF+Lzltm46Vo2r0ovHHa7oH3RpXu1+/zzxFuufEN+85at9iUDaYO7aSe8aHzyvBT9I8vTfTbBm9YDeLXsJAK6Js6c0YGX9+vBH/9Yjzz8kJ58/NH0s8+T1oulpXkndtM64wUSG5PwNSJTZngtB/gsci9y+jU4NKKxsa3aY7zGNm1TradPFW+arHURPs9LnThxUmfGz2rZ+jc7M68zE2e0YL6v8Wb22KbN3njdq23m/7oNY9phvg44UZQ/W7dv18233GK/OeZFfUj2q7JMs8g0NDycFl3HvVF7avyM2Oh81psXL+/frxPHj+nUyZM6euSI5h1oG16gth3Uq3b609NTev7559KbjOgwejI3Py+COrrQdOAh2MGbLMvc93nxzeFHH33UG8GnXdBbUlHmqvRUtHHLRm3fs1ObHYgp3NL6+3u9wB9ObyLv3Xtp+jby4OCAtm/fpi1bt2nAC6eyrOjw4aMu8hxyYXJSszOzTorXWn59qlaqTlymNTU1LfAp7JOq9j9s5MM/ZGnWa9YJ3bITLSkcyKqq1XpVeLFMPMg9JtmtbbdpeS+6CLniRJCkg03haS9KoA1ay0pFPV6Y7PaCo996R3/GwxururBNEg/GN237Di2ep9Cg41JhvS89Z79p6vEib40Xt4ODQ5qenU+b5S3PCf/Bf8f2rU7Sqlo2LjQKBcyBTfIGeMs219Nb09iWMfNzk0bXrFHH/mfZmyvwAVwjQm17okVvIhIL8XUkMA37LT9SxbS0rPu1sqa+3n5fVwWdKSm1XOXPsvt24Iuvgclz3/a/UETYnFvplyPAjYId85M4XX755dbxjY7TC6lfjxfK/f39ltVk4kfdtmkgltmC5k0/m8eTZybEz1KiWzUv8Prsk7tJIWPhX+Y5wbtSlspC5reTduMm044cIkJ5lic6ZNq7uOOncssZPKEDWMie++Pj4+LnSnuNY5/nbRkem2byB3rBJSLsh3mfUgKOHyUbkHkDvvQHV54BEz6gC7SISDzgOW3aCXdZKRNvsB0WlCSNJOodK1HHsaFluZgk+5N5HTp0yPrxssZPn9Kjjzws7HX/vuftd/brxz94QN+85+t6/NFHtM8bNv19PR4zo4Z9x4M/+pFefP4Fbw4X9pNr9P3v36/Pffav9Zm/+kuxmXr/fd/RJz/xCf3X3/5t28+kBmx3Y5s3J1/RqC86catbvsvmZUuRdbwJMZ3kh/1BI/KBPz3mGXHnoosvTt+A4LwoSnHEVnptL/AcGuE/3/hA/vCNJJjzCfvrlukeGhpMfAU+P0/KgocXazqOmVPjJ3Vw33MacJwZcHzocyP2tM2oms/b5l3L9rtkX910/5SLIUvz0qpgUXW8+J73hsBzpmXGi45+1e33F+3PKpVCJ08ct2+Ztk+p6Lzzd9uPrnPfZxPvZ+xzJiYmLbNF82pW094os+g1NDQMaNvpisbGNqe4iw5lEZbDnPnXSvNik0NDQ2KhzrcW0B9ogy+jo6NJP7Bt7rN44UjxnHsXXHCB0Cd0BRrhzYkTJxIN8BQZEGuYY8Vy5xp7oaFv6CTznDWPZWzxAUtLC56zoz7rC/72pZdeFJuIzz//vPibQvy9NTZxwIViK5uLj1rHmIf7dfuqhYU5Pfvc05I3ZDhn3i5NWx2nwZ2iBThga5PezC/sA9EXZN9rvYB2zsFbfJysdSzPiv36oH0m8mzZge/csVNj3oweG7OvG12rSfv7bdt2aH5hUTNz89r/8gHNu7iUe2HYdkEbGIADJ2AveHG+Yv9PvGQRBt+ksHzaSQ8opEAbfDpx/ETa1Oc6IhwrahoeHlbVC/GOhU6so1+3wWca96EJOSM7/C38PG27rdrX1rzp9ewzz7iofaMOOu6ubhY0U2yg4AqeFfd72Ru6HJkPeFxDB3Kkz3bH+WnHZfh48uQJb/wfT8UvxmBbJx3Lefbii/tMXyvpifxhHDF3anpCZSVTb1/hPGdBeWEf2l6xLyVHbyd8djq+7b7oIl3ovAk80Dv4AY00ZBYRHtO2f8hSgzfwBBnT31M6plQUEem5/KFPRLxyjV5g/90xzJW7gCt/kD1woKv7nHvMARwa8ZR7dcs2Iuyjm2q2WjrjPA08W/Yp3bGf+9znxDl6BVzspWN7wP8Dk5wXfHgGn9FfbM6oOGcokx5U7LcZhz6hz2x+sTBnHP3ANSLSCxID3ijYbH8KHsBEJtDKJiUw7rvvPt17772vwGb8F7/4RX384x/XJz7xSZF7UFxFj/g2GRtx2FWr2RY+YXBwWOS55GOLi0v2XXPatWu38exNRVJkhF79t//3f9Nv/MZv6D/9p/+X3nHn2wSdW7bu1K1veJMGqgPK7C/71dDIQK75+qxOTZxSw3xj47ashP7zf/43evLJJ1SUufNQbO1FvfjSC3riycdSkT/LO5owv3kZtWl/27L9ZllucsKxslS71UnyxmfwHF607Kdp8ifCmx/OOSNW9Ylch9iCfOkLr3PHbndNcGa8WdTnXKLW26fVvD1PG7TIjHjAuMjC+VOPFJIREPde3PdC+jbk1KT13zrGLy7cffdX9PyzTylTS/XlBevNaT3z7DOiEDs0Mqx3v+u93lh9k14+cFBHjh5L+nzXXZ/XH/z+/9Cn/uyP9MD37vV64AXdcdvrdefb3qybb7xBb37jm/QzH/qgXn/TTeLblegIfgA/iB/B16Az2NMXvnBXkjffHkRnyZ146Yy39bFVCnrQjx6iO6yTsO/vfve7lsmTKcaie3y7Ej0DLrHCVAtY8JHnvECBT2Jujllm+7f/Tfbg9cNLL72k/fZJx44dVWbeXXXVFdqxY7tzh4r1qSb0CP0F3qLXIugW1+SiyAj5gB/ype3avdvjdyQ7YH58Yo38yjkdcYhv7f3sz/6s/ukv/ELS82/ec7fmLNd5t9Lz91QrGh7o14D7g2OrVU8+DhkDD/xbjvHoKbGe+I+vhO7u88I6Qz9wYxx2BG5LzpG5hk/oIDLB1qv278xFGx4aTj6/CxP9qdg3Awua6cNY7jMHR+BzbIOX108N1waItREooczXTIyjPw1Y8A6cGCd/uB8Rthvsx6rrnCYi0ljoYjw+qHsODGIPPg3+giMNuC3bIrqDTrAGWPA6ILf/mluYV8P4RYTYqOen9t7//vcLmQADmIznfNHrj4gQH3DjPi0iEk4694kIQQeXEav9I0IRkWgBb+BCp++qjFwd52Xh2A7+NeeQa9ev0yWXXqrp2RlvGjr3tB/Z6li3a9eupOcDXm/RoC8iUuzBLtBDZFla3qyLlpeWxCcivOEym/QXfcW+HnnkEfuwhfQtvHZ01A7ntmY1Ot90TlP3eqerG23H+sJ5SGGewe/IsuRnoD9dG74JTDKFPvSBecAF24Z/3EeHOMIfcOdFsN/4jf+iX/+Xv64bX3eTlleaXvOf1tzcgg4dOqg33nGH+LbPli2bdcON12nnrm06O3FSP/jhfWq2ljXrvOviSy/z+rdf817XgsPH//iP9D8/9jE99vjjWvHaanra62HnPBMTZzU7N6PxUyfUU6mY5w3xZYA+59AjzrVL52PoU5gPzU7DfFnRcmNJbdezWo4B4Izcq9VKkjd0V20neZ4pzzJB68o5303fFeefEeFcqeK8qk/YPf3hRbfBi5b9P/bCkXEd8xrYlbJUJqU6HL4G2TK+1/qBjq+2AecoAxro77OPrzp+Fsote/rSgM91npcqi4p9WNW4DGqD6yW9Pf1qO35a8KpatsxZmAehSPRFZIoIcT/PC/lCUigzrfInwj19HhG+UoornIB/RCji1ZZnq7DAhT7M09Vf+DbvdQe+HJ2gD/73gQce0Kc+9alUQ3nppX1ack47781yXkiHNnz3gP01sQHedWwjfEM3wvN6PmDBr475SY77qOswJ44dN5ylhGvH/mTv3r36N//6X4uX7vGFLd9bsM0gD/BgjohQu9FSpSiNunO8kKquBxWeY9k+wTfFPNgC48AN+cIn7kMrOESE4DN9eE7/pvVqzusnfAv1u6uvvTbx7eWXD6rwHHxJgJeNttn2b77l5hSXnnj8ifTS+Pz8onbu2K1dO8/T9u27vN68UO9857scbz8kvjywafMmsdmTGw44Ml9PX696+/tUsTzhGbgODw8Lu0TO8Ix+3OOlJfQO+fAMvMkPGQc8xpaGDZ+gkSM0R0TirwlR3bUZ+nefMQ5ewGca5917zNu2LdCf84gQcGmMjwi1XUdq2U8yjhYRSR+Zl6ZzH55Z7OeuXj1EhHqKiiqRK3MuBk1ty7xt3eHIuAgL2I2Yyi+bYZNAAAd82iMPPaQD+19SpSxVsy/gz4YQX/Af1BdlHNuOKW3jGQqddU1l0rVcfg3k7Bn7tpkp+50ZTZ4d19HDh7Tf+QYvClPzffaZZ3XKdcnc+JVZrna9qbOnxzV++rTOuFaJrtTtV17ByTqYZ1niN3wDdbK5QwAAEABJREFUT3QL2eT2A9DDkXxk+ZxeQzN9kTXyxQ7xJfgrcmx+UnvS61Pu04+cjTyU9dS0fSnxEl4RTxnTMe/oh57An5ZjLTJDp5gbXLm/6Fwp4W+fHBFJbjxjbLev/GlbcA33Ab9KpRRjwSfFbsOAFsbRDzw4Bw+OzEczGPGsY1h5nonmKROfOsYXHuXmD3bXtKzQY+7VXIev9VbVM3DOTpJ/z53rlqkNOA8rijzlX03ratP227K8O5ZzbpuCn8CB//A0IlwnWdCyZRaSwB0+4BdY7w84jmeWHzzw44QzfIQW+nKMYKSSH163bp1rxCNiPGNH14ymc2iB5xzBA96BR9VxjnPuR0SqycAX7tGYkzmYC7xozM81esKz7pFxHfMTfGnA7B65/2o/mQ7nE/ClI7VsZ22fR4QiMkXEOTl00hEc2rZBef1JAxaNexx5zjzQV9rmwBvasryoKLJcFQupxwm8FFaWFTN8SZ5PRVmkoNvf1+97izpy5LgWF5eZQ5VaTT12hIPDQyl5AE7TSVgWhRnao9Iwm0Zq0QEdJwZxMIUGYl2EcisRLctzEyM1HVDbTK5Qum/hQkTTytIyPPNDjKVFhMd01Oa+Gduyw0hKLXkJ5uZ76drP6ePbaWyXETCDxL7IcuEsOGaGGRF0TbCldKqISK1jJkesnkf8/z+COzSjoODA9SpEJVwiIh279Mifbr88z9IzxmLEHHPzCQEQfEs/p4XHALfbGN9tfqQsz5UXRTqCf1cWTTsa+kWEMvOZc5r8iYjEV+YEbkSkPvSjyR/u058+wGramNt2Dn6U+uaeNwzXjHOOZHh+0LJsU1/PzXjfSv84pyGPallxwbjj5KqZHAVOj4QbJz5jB8r1hAuQp1y4PO5FJgFi3klA+jkBO6NMbWVOyMOyAjhBsZkCaVt+oMjCKAWP/kGLpHM4B/kDn3CMHMHZt14Zxz2MHSeObOADfKFBB9c0zmnArNiZ4KgjQjgJ+tKYIyJeSSLoT7JLX8bRmI++zIc+8byvrzcVmr9737dduFstKIAjieBZB7tKWeFSUDoyNKS1Iy4we0HJornH9rndhVU2Xwm8dS9WFubn7GwaXgjMpzbjQMuiqF5v2KarafFzygXIQ4cOeQONt/Ym9OKLL+lBB/QfeRMTms53se/d736XLr3kUrM6NLZpTHu8WXrp5Zdp09YtusTH8y+5SBudXG3cskUbNm1ST9+Aqj29KlzUzI1zUVScjPep7R0veNFud0SrN5qq2w+0bdd1+5pFB2R4X3ewW3Bgg679TiyOHD7gzb1xNb346Osx3tXS49veyGypqFSFr8vt21YMrxOZ/diABodGXYDaoO1OCLfv3GXNydxfWrdug4a8yTo6ukZjLspTLDvPm63bd+70BuN54tu3fCuXRBc74O0b5La80pAMe8TjePOHeep25HmlpmUnJUvLdc17w+DQkaPiZ+QIzssunuVF6Xk2aRc/97BhQ9LHuZlpnTh2TGddGCOB3OfiExvHJCQk4D1e0JBkoOdVyxWeAY97LAL4KdcnnngiFXnKsvRiZ0BD3ijYYVlt371d23Zs0/qN6zXgYNrrzQ/wJ0CMug/FHs57LJ/NLkCWlYr4gDN8r5qfFDy2bt3uAs0WjY6sUd2LUGjpcTIADMZTuH7CC8qW7b5SVl00aLnwPoUrU80wK4YDbvhm9BxeAp8jfoTG/RUnAqdOnUrB/Lzzz/di94SOu0jNQrVjxOjvQ/LdwEr37JOW0W9v5rOQ6erMvBe8M+YtC6KV5YZmp73ZZV1iA5if7Tl+7Ig6rYZ6rJeN+pJyR5W2F7bTLnp3rIeZLWuzNxHuvPNO7d5znoZHRpXleSqYUqSD/1NTE05aVpIca+ZH0+PmPC8y6rHcBgYHFWFP1ZF1tKMyL9Vqdjxnr6DXhAiaaKV1Fl5GhLI8T8kIPGqap/CF/vCpUpZpPuSJPrBRhJ6MjIwkv3PixEnxE4MkhYyBH4zDn7UdKykWU8SDH/NeWMofjjMzM0ank5pvqWK5MZ5vquKXFl0MmnXB5Yx9xJw3FUyV0J/ke+2X2/Y90M0cjOccHIGBXkNLRNhuG0JP4PHTTz2VCtv4Ica0DCMikvyBy9jS9LYtY+Bxjf627SOga8EyR1/gD7qITqAD4GswiR/QhY3wsgFvIg8PDwt75idGWy7k9FRKDXlDE79BgQlZgAubPxtto6EQRxYop0+d1GOPPKRmfVljG9Zp4/q11u9CS95cqplfeZEpN75PPv20+LbRt751r7DnH/3g+17QnHaeNaerr7pSv/JLv6R3eTG6Yf16bbeP3LVts7J2Q4U3yGrVQm0XMflJ4GpZ8cZbb7Ldmgsx2CI6An7EydNe+PCzhtDPvZZzpKZ9J/FyYmIi+RR0pGkdgifIgSNj0WG+PZRb1wb6+9XrnA/+LjmnOzt5Vou2iam5ST34owd06uQxrR0d1vzcrHO4usq8ME7W7axwEamhOesR8gEW/IoIb3Quu4C2qIP2gY89+VRauLGJS1GCzeN5F52mbZPHXHTgb/M86T4PPvhjby5+X8ShBevbnDfscs/VtF0tuxiLbCnkz3lxX7eftVkleyReMjc6Dm1nTTv4kFdEhFoezzm6MO0cY3h4RBGZ4Cd6w8IBeXNEN9CDiEh6CP+ACz+xKfQY2BGR8hdg0+AxMqDBx4iwb6j7sm2bartvXdgG+CE3cIEm8CK2IUPgbHcxw4PSyxL4mLn5WevSlDcWXjK8ZbVtC4P2K9CLDaAP4M547Bq4NGCRV0SE9W4hxfQZ+0NgnnBuhc2BB/hAT9txeGRkWFmWq3ScWbZPPWpfsv/AMR04cERPPv2svn7PPfrRQz/Sc45Rh44c1gn7asa37VeYz2ZpWpGKku3BN+w3Ily0nFNEJvxi5rwRGSzYbnjBCDr2ezMT20YGyIUGXGiA54yBVmjHzrnmiPzYwLjqqquSz4J3+KWG85qNtt/Mc7Mp/Xdf+1vzYVELLpJNnZ2wzQ+K8cCm/yr+HecWE5ZVQ+gJRW/ugxfyhV+57WXc+dcG2//w8KAOH/SGsv3i2uEhNV04X792jddMpfoHKtbjo3ph3zOamDxjexmw/FZ1oChKhXnRcs6ADkiZ7aopYCNHGvZ59913Cx6ge9gOtEWs6nOXjxGReI4MoYXW7QePOIcG4Mh9OXJdFEWyC54z9h824ESEgAFeHBdss4wFP/kzMjqS5o6I1I9NrD5vxGRZ7qki2dd73vOe9CwiUkwD74p9JTaGbSHf3DzNrBPwuXs94njGPfDNsjzJlnkZL38oxPCtEXAC3rJzB/SorFSct12vHTt2itjAz9t/4hOfSC8roD/we3h4WA89/HDSSeZ7+9vfLgp6GzduTD97tdubUj/3cz8n4gax8corr9TVV17lfHxcZaWqn3r/B3TLrXe4oPhuffjDH9Xb33anzj//Aq+vl9MLf/P2XeSv0GCyky0QC/vNm9y0Yhfo0759+3TIG4Yf/9gf6JGHHrQve9p6N5X+XumnPvXnzrN3aIv17OrLXcSv9Oiyi67QpvXb1VwpdPLYrOZXWto0NqbCMadre/AL+GaRGs53kDM2yH3u0SIiyW3GMZ++8JJ+8A+54JPIVe0SnCsryZLx6P8ZF+zgI3TwkPucQ0+lrLiGsKgV57rIst81BOAyz8njx9PLEhdffJHu+frfeTPzf+npZ57U0aOH1WisqO6Gf8+zQkvzy56zMF/f4ftNyTHgokv2il+eatpmjjtf/t737heb1X/+p3+qr/3NV/TNr39dd/315/Tyvv0uBp5MLzax2Tk1PS10GR5s9ppkcHBIt912q7bbz548eVJ8U/MJ58/4EXQAHWs5XqDH6BY0oy/4JTZc4RF9xs0H4BMT0Cl4xjzoHAVBipb0Q+7Qhb+lL8/xwRPeXB60Hz/feS7fYuVFOPwQdkihtNVom4amiqxU02uZadMBDGBzzpzAZ5N+0Lk9MXDAcRyYPIOGhtfFyCqzbUVEKo4hl03O9d/5zjt12WWXasa53J/96Sf13W9/S88/83S6PnTggMYdI1iHQxOw0RPGwkdgI3eetYybl+Pi2Hb+EbHq47Ht3LoOPfIHXBkHLhzBMSKSXVcqFVEbiFi9Zg76oVMRkXxgXuTJR0IT97twgUXjmjE05qWhexFh/WokfQdn+kX8/XmMnhjH84hQRHDrlSMXwIOmiEj3ob17n9yX84hIcOQP8wAT3CrO3dZ403JgaEhnJ6e01oVK7oPf4UOHkg4SB+Ev/qZzbjxzdHNiYEWszg1/wIc5gAPeXZ4A08PTv4hI+LwyVnKkCfFf2/mTvbRq1Zr2nLdH191wvebs39nooZiNrqLfvFSEn8IOuB8RYn5sA71A35g/DLtlfWs716w5f+jaw44dOxIO5HdPPPGYwrkCeoJvknOZBW86njAPzpw84TVYx3njou112TlmKWwS+0GHoberM6wfOIfmiFBfrSfNgXzgGfjgcyJWZU/MgE8cWeOvc96d5ZnIG5rOl4eHR735OadT46ddC6koso4OHHpJ93/vOzp1+oT4W40PPfSwHn/8Cd1115d06PAR62tFQ0MjXms9rr/8q0/rtP1BZjubco61srJk/CP96sqhAy9pZWlBczOTajqnatrPhekOO8+2N08zz9Xx2rPltWfT65Gm8xZw7eDQzVP+QeuK83Joi1CK29CIL+Je0zzHLuhLvxXHQmRUeE3ZNhz6Ao8jttrVkTSP5RER4jn+Y8Q6Wua5qrbJPvsTeA9d8ifLkH2RbBYYEUbG9+E78smy0nBke+2oKCpJJpWyJnBxt/TMZNtXtNwpFJErgmPwONl3Cx+iTC4PudJnztgXJ/qd/4NvRCS4Eatj5E/E6jn0wYu6eQU/aOSn3EP2+HBkzreV8ZsRIeIdOoa+8FLL+rVrlWe5oIm2fdt2x4vbdJHjVm6+mJ2O80uJxohVvskfnnV5Ner1RcfBc8brG/xmlhUp/yvLimBCluWukTRcc6umfJjayf3fvS/lI0Veqs/1+t6ePtcM+5LvmvDm/CK26Xy5ahjQAq005syNF+fgiw8pHC+zLFOW54bRq42u01Vsk9hTr3OQlmXOi0OX8fL1ps365r336uSpcfEtOL74cPEll+g3f+s39ZGPfkR8c564Q6NuddWVV+sq50K7XUcjvxkZGrQ+NrVk/KBNCuXnckv4nhsHdAV8kB94coxYlVnT8kWHaTxDXjxHLhXrYEQIfYbvPEdPu03+RISAnZrnQt8jQsxJC+tst//q+LYxlCLC6K7qF/PR5E8X34K1fJ6lfsDkOXAiIt1zV9PdSjrbvc+91zbud69LZcqcu0SEdaedxnVhZsjKra2OyGONmHVQanea9iGn9fRTT+ig10fL3lDHlnLDqECreYe/PeHciueZx/c61jSs/32ujXKcYnPV19POH2bsm4543fbSiy/queef0yOPPqwH7r9fRw4fSn73maefTH/C6NiRI5NKGtkAABAASURBVJqdmva9pURjB+abkMy8DB/x3TT4iYzgM7aGDMEPneSILsJPZEq+BA7AQk+JG/ThRbVnnnlG5KBf+9rX9JWvfEU/+tEPdd999+nl/S8nW2O9Oul8acb56tTUpHPkaXGObTEv8zMndtzVG3jKPXDgiK9kDH1NgsA9zzLXL+ppDu5hV+R69MHn0B+aoBlcuS9FGgsdETyRxdV5RZ7AZe5KpUw+hGNRlqkuXRS5x3aSP4Qv6PWMfQQyx9/xCwV8KYRn2FZ//0Dqix3Rl5jLOX3m7Qs6xmXZufahQ4dEvG7b5yz4Pjj323eznoH+VbyVZInOwX8avINGjsDlGX2J6/AMflAP4ZwclH7L9sO0umM9cgUvruEvPIFPHfsXcOAZ9xgPPsCjcQ2NPGNOjuaiIkLwjmfAAReuwY1GPxrnXfjgtHrdtK9smr9tSWE4uVuhiBAfxrWN12tbx3G47ZojreX9rZbtiXv0Z15wgE/YlQvIs3r5xZdTm5qcToBRlh4Xzwl2dSdURVnRRheNSTI2jm1Utbemmg2xb7BfYYcy60LZ1OysFs3EJScDy244YwhmQhCAMIjq2Oi4BxNwqLkDQ5YVMs7yI3D0saOucwIO5zyIiIQf5zRg0Xiemp933BQ8fbUxHy23oqZ5bSDhyTpOkjxR6h4RiggzN0tH+QNsmk/TvYhAnly+ch0Rf++chxGhLu3MSzJa2liYm8a917aI18CQEjz5w9wdMyYiUkCtVSsqjHtq+SqeHdMBf1GW7jHx2U4zc5+8LATdCgkloR/POXIdEYnf3bHcp3HNc6OhiFBkocxN/jAnz+hD36b5yDX33XO1fwC3beO08hrHDuNoIcPJXuWP+yGLzM8Kn3esrPPeGMWxHvSC7Vk7Udq+F14Q10ftxI8cPOTNpeOamZ5eTT4p1DtZVNuLavMLPGjg1PR9jgZvOiU/dotXcMyyTOGWWTfiHH30Z1xXZ+EX97qNZzTuwwPm4pznXDOOxTGOHGfB/YhIMuQcXeBN9m3btqXFK46JwiBHHBvnFScJwMQJ4ZCYg4bhVl2sIWgeP3pU0w4cA71OqFwUYRN1ampK/XaSFE+bzbqmHGCWF5dc5Dmp5BTdDxwq1sdlb0aOnx7XtBdvLHTNHQ1W/H/Liz4rK3Ux/6gLYi0nsAm+fcR6bzBu3LBJJz327m98Q/zNupZ1gLfUnnj0cbmioTVDwyLp5Keb3vLWt+qXf/mX9av/4l/o3/77f68P/9xH9IEP/ozOu/AC9XuTom9gQHzztOOlUtNwWnb46oTyKBSdzPLqqEXhwC0vSlmh1Wq2xTdfxp1Enjp1Om2qnR4/5b4ratUXtLww40C/oBYOEAepUKXm5NNzVfv61YlcNR/XrNuodRs2Wg5r03XTc8/OLWhkdI22b98hAjpOvmWHOjQ8pK3bt2nMmxvnsaG6Y6cIgvMujC0vLzngrigis8NuCJ3qd6AbGh5WtdYjKVPTut00Hz2F2DTOLQNgXXvtdeKtvz3e3ByznyWhHXRBB/mz4OTnYimusIgedHFl7fqNWrNufVrg8u2ls2fPeu6lJN/Dhw8nXqB7BFuKOyS7b3vb23TRRRdr18492m68L7jgIu10QZBNwDVr1gm/hH7leSFsgmuOuZPepm0IPTbTdNaJ17HjxzTnDUHwA/9R84q5xrzZjA4TXPutg2OOFcQS+k1MTkohL0x6LZfF9DOdPU7ee7xB050rwh0ky6zlxXI98REcIiIlR/AAuyAObXLR6zEXuPbbR3iIVnHPled5wr9puTfcsjxTRKSEo2Y5VLyZ3bIc0NeeSq/KrKKaj7zx3tc3kPg4OzObCn49PRUfZ83PIzIY8yg0ONAnFgkXXHC+9WAs6e9Tzzyle+75hhfRd6Uj3yY+5mIeb7TOzc+JzaemN8LaaWGcaciLi45tbHp6Wh3r5pw3oPAXRV4xzS3b3Ipt6oywZfwB/Gm7X7PRFOO4DvusiDCsoUQb92rmZeb7JDGcV81f5MYY+ALdyIM3q2+77bZUyCbB4VmW52IM48938W6HCxzgib5xb3hkRGtd7KFPn+0mi0xTE5N67pnnxFvlz3hzcN9zz+nwgZdF8Qf6KY5O2z6F07WQoAEc6vZBs/bxc27o6SlvuJB4V2wPTT+DJ9P2Y+C2zkUl/CWFR/pDJ/QAA73kHBr5GV76eRrzsCHugzvFx64/pT88oS14Yce3GiNC0Mdc8oeXMnLjAU/A44Q3i/jbqMeOn0zymPc4bL5pP4Vt5lnuwva88MXj3kTmJ54qebh4Y92xXMO0b7K/2L5ju/DJ2Au51bzt58///M/TTzoR14yG43NLbODmtkFeTth78aUqI9Oc+bxgnWzYx5xwAfOMbfCI7RweQju8w8bw1dg//ITP887LcsuVghf3uI4IzThXg3/oFrpy6FyiXXeRBh/P2OO28cx94dOyk/E5+8T+wWH1Dw1p0Low4g0hvvG6a/d5Wmdf1LQ//u7939PM9LTtJNfQ6JDpadtfnHURakG5aUI+5GkrTrIpGD7z/PP67v33ic175q319gi9xpee8WbWcy/s0xNPPW0bXPIG1qQOHjyaXpw4eeqE2OStW1fOToz73lEtLS/azjsaGui3HvekwkRXV6D9ySef1IteIKJD2BWFSfDpc+EAnzLhzVX0ZcDxgZdGtm3dlnwBMOApfKQvYykYTptOeAPf0WtgoEdccz46OirGgGPHsaxqHzMyssZ6GeZPaU1T4g99GQ/PwQc/yphl59I0ZNbVZfQHuPgKCphPPfVUKq4wnmfgOeuNwFnLF9zg0aBzdDaCWJAyR9O+nHgBrtCG/pAXQDvFI/QTnLgHHGDzaxWDjkeDQ8PqKHPhcEW33v4ml/dKPfbEs3r50FE9/+J+F4EndfLUSbFRvTpuybJbVNO2gs1BX6WySjtzgwM4gSv0TE5Op6LIvHUN3qHr0Ag+9FvnItaQ9Q/mcQ2OyA040MEY+AXf4CP3iUVj3kzCz/zwhz9MLxQBY9Lx6MTJk/rud76jE8dPJD5+/vOf15e//CX9t//238Q5domswbVpvuH78EfMVW8tGNcl53RV6+KsF8WlYcwoy6StWzerUimshzXxYcEKLugO+DbRf8ds5AUu4F33moliNBuiLRdURkfXqr7S1oBziMHBYcOvWV86mrV8oa+np0fQRXyHZuAX5LAR5nfzFR8In4AfEbaPSLECuweviNV7nNOS3jknhFbGoMuF4z/PuI54tX9EJPqAz/OIsF4Xwn7Ahf4da0vHyQ59gIMet+0Pu3C5zzmygib0A1roxzVw4Q9H+kZEyg3w1fRBpjTmozEnNESE8Pvvete70hHdyyKTjS/R3+d8edY20vS6gWfkKhx//dd/PfH0Nm+k3eb4yM/IIe8HH3xQyIrNrA0bxxwHZvTyywf1/PP7lBcVXXjhRR63Wb/yy7+qX/u1X9db3/o2vfcn3693vuu9uuGGm/TOd75bF1+8V9ddd73uvPNduv32O3Ts6LEkp0RXp5Pwgobp6em0QdvvYulnPvMZ/fVf/7Xjy6KIIddfe602euP0f/uXv2q41+g5x9y5mWk957XR3XffI4qf6Pj37IcL+9t5x5jh4WEttRqKPFPb+UPV9/n2AnpIblcpK3ry8SeSr8sdK2iZlRj+IjN0DH0hh+xzTsd94g+20LBdpzzQvp98unBuVVZ71Ns/aMk7bjm+9/TUkh9EzsgRuSLnHtcQZF3osx6zDprzht1f/uVf6o//6A917zfvcUxZ683nPfq2N/COHTui73z3W9q373l9/e6/VV6gh7kOeJMZ33SB+Z97vXTj61+vXedfpBXn2KXXSIte91y2d682egOcNQxyht6lxWXb6pz4xj/4tY0t3w5c9AZHvbWiacftYfvvn3z/T+mjP//z3gz/sCiuw4sVb0KscezjiM7Ao3XeeMHPdP3qZZftTbKFV4xZdvwkpuBz2OhEl/B3+Dd0mXHwBjzh/eqYZeeBy8In15zXwTN0BT4yb/ccP8vzqnm/MLeoIiu1wesDXhBkfmx53nnAnBt+dtlxhXs8AwbxEJ1DxuR9O3fuXLUx9xt1nOdlk29+85uJX+R0+MMXvcHf9IbP1OTZZPPAJH73WJb45En7VvgDfFrDG0CLi4tizoZjNq1jGa14jjzLkn7k1j14iL1XKhXBB47QXbEsuW46nwcGvIqIBI/n8IDnHJmP55x3+3LNc/rSutfd58yNHDlGoFurDVjAoTGG/jRg0bd7j2vOG44RHHlGi4hEG3NWTZP86Y5vOAYgD67p60fJZ3OEDx1FWhOv2GaXnZe17SPIXw54vQM+jGNeYOPbOO+23LyMWKUhy3LRB7iMgybOc/fhSMvOyYBzGtfdBl9Kx4CaZcAaCRkP2adUrZPLLsCjL/imQa9LWTPwbVXw55r1T932Qi0HvIHFvNBBjee04y81AjaBsK/rrrtOV1y6V9QieFEwz3Lb/Av6jn3Affd9W1+56wv6+O//D+33hv7xgwf12CMP64c/+L79wAFhQ+BcMZ/RNc6xCxo0w29o6/KNc/I5nkVE8n9N+7OmZZibN3XzHNsjnnGEh/RFDvOOkT9+6BHxk6e8EMNL5/OLC3rz296qX/mVf55+veBP/uRP9PY77/Ta8UTi/6OPPSby0MNHj2jaxfEj3rA4dfK4Go77S/OzrlfMa3rijOuxE7J7s/RbKvJQtciFrdXN6+WFubRuhtbJM94w8Lpg2b4MueJHaNgz9GN/xDjOyTuwUWiDLzTGFJZryzZlQ0p5WpdH8Ia+8IG+Eau21vK6OSKch7QVEWK9Vi1L5ykrzoVWDKaT9D3CfbzW7Xirs+EaFHq+aF8cUThn6FFZVNIGRcU6NTK8Rv3eFMwjTzbPHHXXnFdce+K87TnxF+RMyC4iPLdS37KsqJOFskqpMJ+wP2ign/zpHqGV5ltpXPcIjYV5gIzhF/dpjIN3+DLOya3JJy644ALjX9WQdb3h3GHKcmTOF1/aL9YT016j1e3fKqYry3Ll1iNa2zkQ95cdB5aWVkQ9jroH/nXd2nUaHBhUZJnKsqLB4SFdYztgYxYegGPmZ2OuC6HLI7a90rROO0+YonmdzHP8d7VaS/4YPTDrXQ5ti5eDZ7zBFBFJRtAZEUlWEZH8OrkAOgWtWZ5r2nBZI4LTrbferg984AP657/6a7rVedEFF10oXjgaNh5D5sM73/lO/dIv/ZL4NQNqmrt27hJ2jE8ADvMt289T14XmSlEIf9K2/w/J69s8ySQi0hF+gYf8QTbYXeZn3Oe6e2y7HgJc+BoRidfckz8RkWDBlwhmUfpExCv35U9EpGtypYp5X5j2CHgj1x3dfA4M5ozgfifF9aSXnj8iS/PyHJrANWK1H+MiQhEhiab0iXj1PN34B/9jXOb8n9ZeaaQ6GDxkTuiv2r9hd+F4MGz+3/K6m3SJZcIXZfgTS5UyV93+acZ6AW+qlVLAxIcdOXIY3iwNAAAQAElEQVRI/ImK3/zN/6LPOre89xv3pBf0nn7qSX3rm9/QA9+7X9/xeogXS592Teu73/22HuVX/p58Qn/wBx/TN93nEtcQNzrf4aUPXh5fdlyvFp7DdKGr6CxrGObEZvHt2BL4o6PcR27zzkdm0DPrJs+QHfUUNk2JD+gksQa7w6Zf3r9f5E7woixL7XANEx1jHHZB3KFvNzda8qbyguuyjI2IV/QddmMT4NTFhXNw4uVUalls2vIC3Ve/+lX9uWs0D5sHPEOfl8xbcKMOxHjmjoikF9APLVkWKYdibq6ZM2JV7lwjFxq4I9OKZZpnmcosV5EVcjpqn9+WlIm8rnrOrrt9XU5QO6TcfCAOp/HWXeyGJusbuHGfY62nxxu1fcaxpbZzbuaFDvAlNrDuhPeLliU40+AH88FTdAcfyTXwI0LwmRife17yWPZnkM9xb9pHRNK5Ba8/gMVcxCVkB1zmCdMLTHJy4MIX7oNbRNjP1gT+yLrPNRrozPNCzAdNHHnOOY3riEjPa7WqgEnjPkfgcE5fmT8t25jSJ2RTtn5IEbn+sQ80gxet5XjZckxqez+AvsBLcE+ePKUJF61QJgL9ogNekZcK5eLY29MrAsmmzZs0unZUvu19kobYWKh742rZicCKk466E76WnWPHI2EyDAJ5JoeZEZEYg3HAgKKomNiK8qxQRJiQTmr0b5myth0FBHRkveJ/Proj/3+l8Rx1a9HXMMJCTURZSFIo4tUGwamhhcaz7aQJZ67XfCJW+9MvIl7z5NXTiFBmQ5E/EfH/mMO3079Ehxm+yvS2bQNM06M0hrO2lRoaOGfOLDJO1TY93fENL0JIJswhO3fD8DNzJPVjbLcfRxoPsjxTXhYqbGhlpSIUifvAwXi6OBkRwbPMfTkHHo2+3ZbnuWhZlgn8mJ4+XRicp74hg4jUN88zHzNfK30yj5VCESHOwafiIn+eZeqYRw0n2yyq6j5idCzEDjlRpjhPkZVvUvBWzQTfyvOm2Rlv4OHUcJRLTmBXnLyAT8fK3UZ33Ljm/BX8JLWVmbdKDoX7Hd+LPJMsT2tfcn6Mg0e0hhc7NM65DzzOcYIcgQEt6HvXodKPMfRFz7EB+nKf/ot2VtjAxRdfrAsvvFAUEXbs2CEWzzyHfqOVbOHkqaMuek/5vGW+ReJpzZvpufk46ULcmdOnVXeSEqa7ajmv84ZYCihr1qi/rz/1X3YCTrJHUbVjeyWZoTjU8oJh1kHstO3/tDcymJs3l9n4XOONMX7uEPzuuP2NXhz8cnr7Ex9BAKzasff29ouNiIMHDjlw171x0Ku9LhZd4kLGxtF1atonNJbrWphZUJ7lWjM6qp27dit3ksnicNAF0VXe53IdRviPpnXBSqKO6ZNCHZoVruNEtFVvm9a651rRnGHOzM6Jb0ZOTExp/PRZHT50WIcPvqyzp09o0QuTudkZzTuQzrnNevNjwUlsVlZUc2GyqPWq8Kba8Mg6bd663UF5lzZu2qr1LpINDA5rxPwbGh5R5oR1wQH5rDejjxw7qpoDUl9/n/HqqM/OvYIsikIRIaucKuYLOJMwlB5LYuMnfma7ldI4H2yPudAZgsPAwLCq3uCd84Lo8JFj+vo939QPfvRj8Tcp+Mm5++67P337aKNxu/Kqq3TJ3su0zcnqyJq14u3AfifhR12Um3VhMM/ztCBE53Zapwh0bSN27OhxTU5MO4GtquZCV78LYldcfoWuufratLE6NDSScKpYh6q2y6plBA39Loihq8ADdq83OqqmGUqmrTuT3sRv2pfOeAEx76DJBhu61W2MZYFBce+pp58SxRaKVcdOHFW9vpx0lDmzLEs87B7RRfDmyD35g92Mj1vfbetVy2HedvTwww+Lwgt/x4Y5CdK5+b7smMTmZRiuhyb+R4Ttvqnwjbp1gQVos9ESeC9bT/En+J1pF/RSUmG5w4NVObY1PNingf6amvbHZVFY/r1a48L+eWx+bxrTQw8/osGRYe3w5vRHP/pR3Xrb7brl1ptT27V7p2ouPESE8A3QHBFexMzKB8magUyyPE8+iL4V+24SNopuC046F6zD3UQEH4EPatle4BMw4RMywtfAK+7Ruv4JXnJNH54vmH/wC5j0QVb8XBO4IW8jJQrcuRPzPusL9rrdyWuf9Z6k6KxzhikXzEjCjhw5ooZ5is2fGT/jxdsZtbyA3jS2wTzrN6/67ANsCdZF5mtYhuDZtO4wDwl12M4HPE9hHoADz8GLJI5kDtkMDw8nPkI7cKApIpJcoQtYFG+gCxkyHr5wDTzOGQPPqtZzEnFkjBB67BeuuuY6DY2MOOnsFfxmHp5v3rRZ69ZvUNUy7Onr18zcvOyQNTE5lfrxN/PQ8Qcf/LF906wq1sGWi9eLjk2ZkaoUhenPrauDyi1XbHbeedbLBw9o3dr1YqMX3u+0XRdlj/7tf/jPuuH1t3tTakLLK02tLDe07/nnhG5SlBrbsF6bNm7QJutdj22ybT2ICOXmHXSy2Va1nbZ8v2I64edGF5OhnfO11tsh8xL+zNiOGQdv8CErjhcRkTbyeUFmdnZRNie1W5mKoupWiiIthYRRw6k5P1wwLafHz3qj86A3qp6SEbHMe0WR6Yzj1Irtq2o8KMRV7HdrLpxU7SvRpQFvXF7sDWNiID8Rj++tmqbT3iyeNm7IoGE7XXZxZWZ6zrbc8fx1mTQtWIeXVhbNoyVVq2VqbWKh54KmqnkAzejCvG0o8cM+btkxs7QcLvQClL+702N/As8oAFAEZENiyPEJ+5t2sQRdgE9sRp7wRjaw4NeK8xVsCXusek7gcg+agBcRVq0wLwa1e9d53mDbpt7evqTDNfMB+0IXsSd8NfGWPAA8gQN/yrLizbo+j+sV+spzGvjRDzqBAw3r1q11rtB2DJjX4GC/x9TEPeTNt9DBiW83AQc6mRv+gDs4dxxnz1iO/CQovnPIOlL1Rgj+FFlmXhfULYdp+/umbfmLX/qy4BFw+RY/vmDFvD17ZlzkaHOW37z7dmznZoXxWrLfr6djrzeKmBs+QueM+0IrvF6xvo+Pj+uQYzowoRce12x/bNqD/1oXoBgLn6AdePBk3bp1wpdCE/wBHjo0PT2dCpn4a3Iv8OY+LcslFvyVotCK9f+kC5xTjm3wCj3p8cJswvr4wr5nVZQdnTh9RGs3DFrfqqKQDI7oDL5K/tx0003avHmzls0LGrhDD/aF7gCz7twSfwbOycfbv+PjOKfv/OyC7a7pvGuNfcySYa2oYl0YHBhyDGp4FuNs/YdG4DMPdHMOX/ED3WecQyfyhmccecY6A0A8g0+cg1vFNsI5fXgGzvgK4EaEdaxjE89TLKMfz7swI8K22RJwGGMLkEJqegFKH+6v2G7Ag3hEH8bzSxAciSXM22c74Tm4TFt29IsI2387zQ+siEj6BF7wjs0pxsILdIK4yTxn7YOgb2l5ScADB2wOfWLslItO9Pl5b5oxFt149NHHxLqXcRSWkAmFQmT8Tz70QX3wwz+jD/7Mh3TxpZfoGm9w8k34LM+TPVScP7GuXv321nHnpxP65je+o3/3b/+j/uRP/1z79ztPdRF8aHBYyOaM8/h552/7X3zJmwbfSW/bDzgWki+dPHHSsl/W9x/4gaY95ot3fUELzm9/7//+73rhuac1MjqgwpV36J62r3r00ceTf5F5w5+KgIa2fSL8g2b5A5/RFeIO8j3ktRa/WtH2mjjZased7AsyhfAL8Itc1HddE7Cx+ARdhMcRFq6v4VtEpLnpj4yXVuaTjfTY1zFP236AIzpatw5ErMozLwqZhGS3lTK3Da6YB/eLnwtvu+DR8riHHnrIdM/pgvP2iJ/CnHT+0e+YfaE3UZdccJSNGJ/0ultu1s//4i/qptffore//R3a5TUHPwM855g95xw1izzpwEFvzmZ5ro2bNqRvOHz2039l3Wqq7vyu4VpGzX7v2InjOjMxoUnnhFX7q8J2wU+yzjmWHDx8WOhWv+UEH6t+xjm+CV7jz0e9joIP+GeKg7/7u7+rv/qrT+svvWHMfX4emhchiCHwMjc+6MM6FyqBzdoQ2PTFv8kf9JFreIj+lmWZeFzx/Ogn35rFp8zNzml0ZDTRyljsBT8LXMZwPGMfG7EqA+ZlfuDiO1NfP+vzemfZmxpjY5sdfzZr2PnRWsd99GrXrl2JB0e9NjJqyb9iS+DCeGgCFrop6xLwsTea/GFO8FxALn6OvnWsd2hURCS6gBGBnfOSaqgwj4BDg4YIehvYuX/MFbFK07lb6QD9zNs9RoSyfDXfZgwNf8PzbgO+01KBk4xfRCji7zf50zbOjG87JmZ+zjw0PxJ4AoNz+gCTc4704Tnzcs19ZFOx/+A+/OEedjtpH9XyPJu3bhM5EjpjZJL/iAjlWZb8xIrtChsDdoTvm8aO8Wq71hRZiHnAA9jIJiKSvwZ3+ROxSp9PDX71vO1kC3joNePT0Xo3MDyivChVViuuBczYftrpZTV+Cp2CKjrAscwL8etXy84T8WfoMLoDrg8++GB6EfPY0aOub3VUdS0KPyT7oj7ngYVxvtybq+9+97uFbh/1WuOg1/lf/Oxfe1P19/T7//3/1H//7d/WJ//XH+jA/pf0gvNk5oxYpQu/jj+HZuwlYvU+9NDgAzzP4ZMF5ceCf9Cf5ZmI0X19/c7Bqs7T1yXfxJqWP7Vwj9fq937rPh06clIzzpOPHzmavhn2la9+RV/92tec7w/p3e96lz7/hS/o3/27f6frrr9ex+1TDh06JDaS8bsU7SecW8zZpx88sN9rp3H7uRnXORZVX15Us76ktn3SmVMndfzYYZ06cUxTUxNeO8441pwVcY+cK+tkKvNSDftCaGqaf9AMj/H3046hTdd8MuvJinMczpE5dEesyrnXPo57EaEVr+e6ehla/SB3eMix7jUcfXnCOfWkWllRr2sZNef2wGUOcOC8KMsUG9J445lluYq8orXO4zaNbbFeFgrZ5ouqqkVFmXGIiJRjAAdZyevkcGyiNe2jV1xDWPAaC33hSwHYSct6XnEuzrwd2wv40SJCwKBx3XI+smJbycwP4KMj+D54RR9oQ/bknpyzNvuVX/kVfcix/7/+1/+qj3zk5/SOd7xT1157nenqcR1hXj/4wQ/1ta9+Taddn2TDtDQ/Kq63hGnN89w0ZorITEZHm8fGtHHDBufovQIH1lPE0DlvlvPFJHT9dTe9XoX51lGW+oAbvCY/hzZiDHEKmvu9qbbBazxwBl90uuKYEBGqVqpqeh1Z9zqMnKNmnBquz7UdVyMi4cD88JL1Wu71K3RTV6L+WlqeHfOJtS8xllrdknPbNvbi++CPn+ZIfs0LZ7v37NaVV10pfg44ImC5wBk9gd9N875inkRbKotCEaF03zpKZ/gVsTou4lXZRYR4RkMPOcofaI6IxCfudZ9xTotYhUU/5Ct/Ilbv+VToW+aTPDLbUZGarG8t+762dUr+aBGY4QAAEABJREFUQB8NeL60v+sIWDSuu8+6c7/2Xp4DnTuvtgjT5TlevbN6BrzXtoZrg4szc5o5O5l8U8u2zYvbfDN0wjWxTqdlXzPg+IxOrVef7Zg4ifyxi4e9EUgO+61777V/fF5HDx8Rv7yz74Xn0zc8v/I3XxLfej558kT65ueRIwcdy0+IX9iqVkuvt5d02nXVpaUF3X333+kP//B/ad++58Xzw16jTTq/pvYTirSO4oWrE/ZzrOnqXud0/Qj6jR8idoHbiHOJRW9M8pIzcYC4QA5Ttf2yzkbXafQjF7riyiv13ve+V7wg+eY3v1nkTrfffrtuvPFGoa806hzk6PQfdc05Iswzcgc5l+23rVaFfDa4foIvIlaweUsjx33ppf367ne/mzacedEOmwY/+kEPPqYrmyWvv/AZ8qe0ndKglXvQyjn4o9fukvSWPpltBhjcp8+KCyzU6Nv2V2H9Y98tV66W19pqSXlWCH4xNiKSnWC70IF/yGyvYRtSlivc8rzQ6hzh2N5xazN9gkF/KcT6nzwxIoQfZG1Kjvrss8+Kc/kTEWkubAA6wBmesSYoHPfbziu4hx8inu/es8c8HhDXyAz4a1ynJg8Af+ILsoUOxjE+tw8AHv2Hh4fTGsBTJ78PD5k7wnZiX2NjU8SrOPEMeaA38BwcoYXzZccv4DAvODNv97zm9Tzn4JFlue247dZRbpoK+KiMqTw8FJZVhI9uXZyZF9lxpEEHPjFjA2XDho26IP1t06u1ZfNWVe08DUl5nvnQMUPrTtSWTGBdbTsWxzOtbnhkJi634HKBGEhzbFspMBgmBDmY2eOiW1lWUl8pU9uCaNopdJFp+bpthrU9I89AnOZL/2NGKbT64Yp+1jNxLhMaET5E6sA4uzkzxE8Nk+Dr3V+l5ms6RYRxyV5p8odxPqyO48SNe118fHnuX6Q+PIsI5Vkm6Mx8lD/cpzUdGLr0sUDjGlgYEPdXkVfCm/4tL3rpw3Oa3AElKCulMs8jf+hHYzywuseOSc9sVLmT0cKGzThw8hAbU8uyawiDTfAdIFqGbaD+P/JtKow7+HdbbiVnfLdxH1jMTYuIV3jHM5w3cyJ/xnJPgk+yrDvqWL4dB29fcENtJ2P85MOkF6sUOynMU1SfsGPufquLBHvcm31L84upSD3pYsKUi1zpLcC5GSeks8KQ+BZLwwknPO7yQ6/5gG/TNDeaDatAS5GFSECMlXgGH+HLa1vDQYDr18KjX7c/50yxSqeSQ6Iv4yIiORQWwjh2EowdO3Zo+/bt2u3NFo44jmUnJPSHZ6sOYFkRxq29Yrk0kmMZGhxwAKiJTZyOaVhy8kgyzQZ0rWq9cM+NLvRTZFjvTcCWkyQSTfjNIlXmeWYzwKaZ1wRrcW5OlaJIOltxwgUNgwN9vs6ty3lKrppzkyI4nXf+Hj311NM67g07xhLIZ120efqJJ3XgpZc15Y3MGW9oHnOAjkZbt958i974E29RFoVIyLM8t2+oiqQS+y6tm/B12ckU+ggP4WnLdtnyRcf0y82XprmlFS8OgENjoVBfWnHiuqjZmXm3RdVXWuJt7KMO6uPeaEcGzJNBn2krnEhmTt5LJ5Akg70uwAx4Ebh+bJO22/mPbdqiERdgNzq57TOv7bp02As2/jbBOie7TfTWeA0ND2nz1i3avmuHBn2+7AUJskOnwL/iBKDPG01Dg31ackLcdrLOfQ9N/7rn2EaeF4LnHU8GD6amZzUxNa3Dx45pwckFhQq+AURx5qqrrxLFWf52xYUXXyI2dKanpy3WtuYXFkXBiUIf+oRu7dy5U7tc5Ggb9ozhTk/NIrZX9PGyyy4TReJNmzb5ftvm2Eq+IbNNFA4mWZYn3MARObWsP+jmiu11wfOdnTireRc/elxsGhodFkn1gu0T+rDjJ554Qs8++7z4FuGkN5sGzeshN3i/bBudnZu1PpRC3/JsNQ7AoMJ+K7f/apvf2EXbuh4RVoUwjm2hp+fxTWDbEHgVli+0YF/g0LEdlNVKetsVeOgBfXLrH/0zGZbtgKI59wmo6OLQ8KAL1qMpCWBuXjpAri3Lb9yJ6sFDB7xRf0CHvPHFz1idsj+i4N107KI4O0eBwIsnfpHhpZdfthwn9fQzz2hqeloDg0NOcoe06D4EeeYjUWqZNr4RA8+Yk/k4glfFNBBHoff888/3YnNt+pZK3fYy6AUTMLBvZELrBNTKsuwkPgGb8egOcJl33oVE7oP/hOW36CQQeInP5ndEJB0AUtMxi7kn7JfRK3BiLPfa1gWSsBEnqegbyQtjdlgmAwP9anlsnmWGteIEfDEl5HP20wfNOzYcEr427MJyjgj1mNaB/n5ttJ3ha5hr0hu04BARaTPXInMho8eb/qvflphyUYl56QNe0Mc5ba2LfDvsZyPCxYY5+46VtCkI3C4vIsLJdT3pE3yq2m6RA3BPnj6lQy6SklhTvF2y3LCxweFRbbS/GBoa0enxCR05dlxPrcpYFM2xjW3btuoNt9xqXRpR23Fmg33KsP0Jc7NgmLXPnXWBs+YNob6BAbWdR+20nb7uphu11ba4Z9fOhOvjTzyj//Jbv215Zqp6k6904pfluTpOYo5aF097wfPUU0+Iv5PCy0b4+4XFeedoTedoyz7W3ThfSZtWVftA+ESDzh7DRO6cY+vINSIST+DhzMy09XVRZ+zTZ23XDetqFpkT7BnDrWvevm3WNoxd8fLdU888qyUXW0fWb9Smzdvsq15vS1P6e4FTLkIDkzmH7QOa1h/5ExGKCDH/qGPW8OiI9px/njZ505pF0Ij1q7RcZhbmtWnzlhQHS/vMjlcWQ8PmnX1bRAjegkfNPOKIXjAXdlL3AmXC+QLJNosq7GHeRXDsp89+mjfM8ZXTttMZb+RVPV/LtMof+JNZj/Er9Ed30N1Zb3hwBA56yjwDAwOJFvoxxybLknvQbVDaZJrmZueTbLC7wnRwf9gLB3SBBQYyoP+k/SXfgG55A6HqeCVlLlLOJj0GNjiBK/ODx3oX3fER+I5KpdBF3hy+/fbbdOGFF5q3WbKb7du3W27NFNPJQ3hW2HeCL3CgecFyPn78pHUs06YtW7XBsXC9bbLftNEPfMPx4eSp4+Lt3MOHDyX7Il/zbf34wR9qZWlRS/NzPi7pjIv0LftPZBIR52ytJ/GAe9CB/nFOgw/9/YPuVxX8QWbYFfLcZH6uW7fBhcz1wrahH16w2G5ZXhFhf9NI+ACTe/gofAFyxD/Aa17IY3EH/vytqkn7mXHjyUtVlaE1anvDp3BukHud0jLfi2pVFJbGvdF1xPnA9773vbS5Nu2YCt+nrTfgveBNUL6phfx4kxldiQjHwGc1b32D1/hSZA9O8BJf2Gc/wH3wINaR206cOatNG8dEYWLS9jdxZlKlc5dWoyVeAFpxMaxaqWoEW7KvhRcRIXR32bnkqh5UxJF5aRGRbBs+0Lp4F87D7GSS7mLfyCEiVq+t+4wFV3STF2qhC7jc6z6Dfu6jw9zrwmAMsqA/xwjjYB/BWPQWvnOOHtCHhXRfX0+KwcAas/5VbdPQhTzpg/zgMdeM7R6xZXKNL3/5y6Lg8Xu/93tJV+Ata0psFnuMCNEXfOFDjwv14EbhB95hR8BlE7zPxagbbrjevnxUvFTI3y3k2xf0gUbkCh/xXSdPndIBx7em127kjEWZe9yw2o5z497wW7thvcgjL/SmH5t7p8fP6s1veZt27d6j4ZFhlc65mA99/pu/+RvxMiN+KTO+6Bz5Cnni6ZMn1bYeZIYbnuuMc5P7vvttjY+fTPq/ft2Y3vfenxQvpNz5znfpHXfeqSuuvELh5H/QcQjeRUTqi/7Bl0Mu6h84cEDkoPAEW6cfPEKG8AW84Au6y336IesuL4tMXktk4sjLg63GiuARPhf5YsPHjx8T8gI+jbHwHpsAj7p9B/ff9tY361d/9VfFT3HvcBy/4qrrdNXV1+m6a2/QlZdfpb0XXaprr75ab33Lm72pcFw9ltOK9Qo4wJfCNreQcqZf+eVfcRxbdtFvn3PfYT/KhR+Zsq9fs2adbnABjty6o7Z6+2p69pmn0gYGv/5QtY9uuFiPjB9++GHxjbI5+7bIM7Gu4IWrKfvqe/7ubh3xuuPM+Jnk29Bt9Bf6oRu9vuqqqzQ8PKwPfvCDutMyedObfiIdKTjjO9BT8IenEZFiNrkZeSj8R9fg1YrXG/ThXP5wZA5kwnwrzg85z7LMZt1JPoE+fY51wGAO4jU4Mi/84mVAxsB7YB0/flzYGv6X62Tf9jP9Q8O6+bZb9bZ3vEs/95GP6nXeqL5072XOlY44xzttu+pPtrt3717hY5kXPYJ/4AVO6BNz0rrzm9wUo8Af2kyW8IXqSLllyXn4CB7ApNGP/sCMCHGUPzzzIf2DhohIeqhzH/Dpzg1fud1x7suRxhj4wDnwaZwDH1sGvk1PEZnzjjLxSf7wnGfApnHepY9nNKOS+gMTOXhYuoYn9CcGYAesnzhHTsgFXQIvcqKbbrpJvPhF3sI6bGpm1nG94fzzpKYdi7I8F3wCJnMCF3zgPzjDU/J3rtEH1gIUsBlL324DNxrXzE1rOs5yj3PavGPevNeA2NLJM2dUb7bVcj6LH2TzkoI4mzD4DtayS15v4KNz29Wn/uIv9MUv3JXsZsR6BT/ACZwPHjyob959j+75u79T3frON1MzRYpfg4PDuv6GG3TL7bdqyPa07By7qJQiXt528+v1nre/TWvt51r2JT/+/gM6cfSI1yBL4iVQ+AhfunLnHF6hS9AFr+EV97p0E1vBaXp6UvzdS2TX01MV9syvFfCT7rzcPOZYNWQ6GvW21vlYs29ePzSoP/ifv6+Pf/yPUkwCLnLD5pHDgZcPpJ8yP3TooFhXnrRvf/6550TRni8MVCzL5eUFTXmttv+lFzR+5pQa9WXnV7M6c+a0Tp8+6bxwWg372pbzLBkox5ZtFRmXWUVqhWNLJelE3Wt3eNyyHDmH58iR84bX5MRZaI0I2CH+zzNopt6Q5XnyKYyHd2VZ2gYKcWQAtgUv+/rsB7yeG/CxZtlUy1JVH4eGhsSLlP3Or7IojXfDePVok9dUYxs3q1rWDCaUZblyzwWsIstVdWwkF+rizvzUWxqNhnViRZP2wegbcs3s9yLAXMqzLOFnpFVa5wrD5Lxle2+4Psb4jtcQrBU4x99BC3REhO2qmfw5vpncD5/Jep35oWXd2jXae9leveUtb9Wv//q/1L/6V/86/U3jCy+6SLfedpu2b9+R/Br+AtyXHaOazukjL41XadprprU0/6qC93memZ564kvLdYUDriN83jbCBteCc8i2dapl2VUrFW9W92poYNBjS9c+lzyuKSkgTwter/IFg8zwzjr3gC/E4X7LpDAvF+aXnJ+viM1n5kHX0YU8zxMe5DdvfOMdutDrB/QbPX/KmyuPPv54WoNkWa552/KyYw2/PvP888/pxRf36eUDLxuPuj84+ZEAABAASURBVKhdVJy3NayH+AjWTx3rZkQo95ofHmc+RoT4dCwPWQ4rhgd93Is498zMAz/0lGccu437EWEeZsqNe+H1TGaZ6x/50FfncIhYhU037v/Dxn0avVKLTMAN8/cfnztT9z5H4KXxnodx4MYxgpgsRRiSm1776bz2YvW8C2f1Sq+MA96S15Iz1vtv3fMN/c0Xv6gXX3jBG+Ur9g3zoiaMryvM44btGpwiQuRS+/fv90b/V7XvhRcV5lW1UtNmr6351Y5Rb2ru2/eCnnjySet+QzXXCK699hrxpxbIP0+eOOa8ZFEdy4q89AVvwvKNTf6Ewo9++H3Xh5/Siy+9KPx8T61XeVbYR42L3BI/io4R34g1ZxwvyDOot3APeyLnHh4eFvZGbgoN2CS5ufyhD2u6DV6TVmwDrGlpEeEcb1FLS8uJR9hvN1bVvL4i/2IMsNERnsPDin3S5OSEffDRZKesMZkPnzc2ttF0X5w2bMn7b3Pe88EP/hNde+21GrOvBzf0GDjARFYRYSxX/2HP3G/YR6HXHJm3q8Pd/vQBDvqBz67bBnjGNc+gExpKdFuGb/+B3SJT5s7yzBP6vv+fWZ6smwvbeFFWlPkYWZ50Ex8Af1ZcR+dIrjrudS+5P34NvGjMxboWH8B6CZiMhS/oALxBjlwjt7rrK9AFDHJl6GY8cqH+DJ86Lk4Wxh/YwEPmwDHKjl8zKTYedr0NfIAF/d2W57kqljXjwK/Ly2XnBczJPZ7RyLfImWjAOus9JHSNMcClL3zrHjsdpU8EfrMjYIB/ab7JvI7IFG4d459FrsL387xQx+OAAUzogD9dPviRsp07dmvHth1egG4QDEDRKmWhLKRWs2EnuZIcKUrRcjEM/9fxJB2PhnD5E+HObr4lEs+m+0WWCySlUNtGyFha3cEMZOiHo+VIiwhFuEnp2IUtfyJCvqm2j7SOj8wVEb4dnmf1yJiWg04bJD2n64+iJS5Iqa/8iVjtH7F6ZNxrm7u88o95uHjluR0z8CPCTC4SzMgyupjOtqdaHQHthRUpt2PjPLdyRETqFxHGOVOe5cp9X/6Ad91JDw3+MKYoSpEIRHic/zEvjb4c205gjYAiNyzDAVaWZb4VCQ/goFA0EgkS3pbxz/JMhXEDBn3kT2kHk/te5vG0Liw/SrDoS4MPEZHwDysJfYFVOnHiPMKIKsyLjlv7XDNP/I/F0aI3ZOZclMSpkkTSzti4UX6MlG9LznqzbtKFpUUn7BjwvIu3My7yzjix5Zy3bVDkbqtbp9rI27hH5AIP+QPNDSebBHf+vmYT3bDitt38ONEFPW3rS/fIebfRB1jQBz9oEaGI4FEaD2/nnfBg4IyLiDQ/jgBnTiDAmfONCRw7gYPAgNETbJ5//nnxNsiLLz2r4ycO6cTJI8neoE2miY2QugtlpWXTtH7YMlUrKy4ezujwwUOaOHvGm4kzWvRif252Om0wz83aUR09rJXlRbUNA763zYeWCwTy9bz5umCcj3gDdNJFRZzQihM+ijhbt2wRzm/YwW3//n36xB/9ob5//30K601/X6/6XXSsL69oZnJaky4MUcyvFVU1lhsOxE0hy+effcabDqelPFOvC7KZca8b97oDDLKwKiTeEZwRhVEydKXPKr5yYtmy72mkpHbFsBtOMi0mo59raaGumaklTU7Mad/z+/XM089qxcFi2EXGSlk1rpnq3thd9Liy0uuF/ogG/WzD2BZt3blb23ft0bYdu8S3CM+74AJt2bYtFZC37tjh40ZtdQH6UifLLH5uvuVmXXH1VTqfnyP2hlGEOWGkc/tI9KtpvDI7WpDHLrt6xHVEcFDbiNO46D7nmnN8R+Vc0CC5uel1N4lNwt27dgt5cA/dGbY8PK3mbT+R5YrMzj0KrduwUW+49TaxgEUX6+bDWRdhZ510teyHGUcicMUVV4jzzDZ7/MRR/fBH33exeFwRmTcrBu37B1R1oZYiI3FgeHhI6C9zYoPjToJeeGGfKGpiswteUC9bL9lQRMcHvXHYdBI94SSeRfGM55/0xhdFen4+DZsbWbNWWx1relywRv86nZayLFOe5wr/R1IBDPgEbznCI/jKeUQIWwxfwL/CMuAbqPguCv+MrboIDv74IyuZKmWpjvkAnGq1opHREa1ZM2qa+1Prs06zSM7MF3ChAYekgW/moVd5WfHCfNEL/BWD7KTkbcZFudK6tsY08Q29Cy+62AXS3dq2fZv6BgfEJhD6XbFs1clUeCGldmZaC7fccKSqcaUpfSJdQxu+hFuc4y/QBxIcYjCtUikTH8A1soyuaXGF3cIfaMXekBv9w7T19/fqxhuvty3021ZWrJMty7w3jWU+xgGPI/JgAQZu3IOGslJRT3+fsGVkg78m+YVPJNHzcwu2/5ZImJa8qCN3oDBMAtq2EpW8oGX5ZUVFLQzeM0ecsyXLn3lp4Lxg/8S84L7kxRvFJH5WiMXvsO0A2UIfesE542joI3qB/Nlk5xraIkLgyzNshHuM5R744o+gkTFvfOMbdcstt+jSSy5Li9UVYotx5W8bk3vs3L1b53mTmxfQ2Hga9sZfZv7ig/Z7QVFkmUaMo9RWo95KvG7gdz0JtJ3y5swzLtwuryxYZh099ND3deDlF3TixPHEPwrs/GTUE088oSNHjun73/+hPvmnf6JP/smf6Fvf/KaeeuIxzdquJl1o6evt0WlvcM1MT1snl1S1jPIsS7RCO/NNW09Pe7OfBLPXug696HfbMsiLUp3I1fD5/MKSY8qc4SwmnKPdUJlnyqLt1rS+SQODfV58VF2sXmP93iQ2e1tO8sfPTGhhqa4wvP7BETV8b25xwVyT+9Q0bHtTljuu9KbCa0cdcycUhj88Mpr0cGR4VBd6M7B3sF9ZpdC041nH/SamJjXvfKGvt2YciqS3yBz50SLC99ppUYVsM9OPTmIDVduX/Dlx4kSKI8gYHcqtb70uxHNExwrHJ/iD34I/P/zhDzXv+DjpzVg2yvB3wGa+WeMCnIp9JQW+NWvWa+PGjRocHNSIael0wjNm4puog4Oj2rljj2644UaxSGHOSS+Epy0vcKRBC3JyiNCsN9uxu76+PoEbMsT+6dN2B+bnnIbPXeONaBrP6I9cWZzwhi194QF+g+ezzgnINx568GEdPnTU/qyuvt4BDfQPqc/FLwqC0GTktW/fPh3yRgtvqsK7SecIC/b3Z52TLbnIJ8tl2ovR8fFTIo/bsG69+buk4ZFBlZVcFzpWwlO+bc1PmNUqPZZ9j8Clv79f8Bw5RYR98RpRaNzh2Evhp15v2u4WFBG2j9I+ejD5FPwIPK5Yx5EJ5xGRdAd+MP4iF7P4KVLe6ocXzFerVfTUM09qpbHsOL9ZWZFr7fp1usObGrc4bu7atUtbt24zDhepf2BI/X2DqrogsLi4rAd+8AP94Ec/TMUC5nv2mWe13bkBL1pMeLOTbwFSbGMueIaOIBe+uVKr1QzzAiEHGs/kDzKFhrMTExp0bsQiesK2vP+ll/T000+5PS0KH2zALy2t2CYX7AdWc8LJybPWy9nElwmPB05EpDmIR8gCXSK4wP+I8Gkn8RL9QIZdPI54EdsdXzqeoJtGL9kS+KI76A1+NsuzBId7NJ7TOKcPY7GXLMuUWp4nHMGhCxO6eQYe8JBnjO+2ZeeU+GX4DF7Lzi1onFdtx8iJvJ/+Jsu6NJhwBT/mZ6PhNhcy2bTCxunHeOSCfOALc3eP3Q1MfD76gu5ERNJnCkNVxyvwYX7GYJPQWtjHYb/AovDzsY99zD5zSXzze7X409EnPvlHOuUCeF5mGnK+0dPXZxvrs+zm9eGf/TmRFx30JtyJEyf17W99S7woOD83n/w2vme9cwrs/vXOBT/wgQ9o166d4u+Pvfc979Y/+6e/oLZzeWUyD/o16Lyrr39AO3buso312kdWUnzlTemac3ViL/QjrxdcePvCF74gXiZgHjZI0QeKSRyhDx1Bt9Br7B6ZQSf2ha/B1oAFzIjwfIXnrSV/xb3CvpQN1SOHDmjSeejakbVat3aD40afHBYc41btG38LHHQW3YV3bLhw72d+5mf0a7/2a950foeuufZ1eue73qP3vOe9eos3Uf/kjz+h//Hff0df/crfaHZuWq12Qxtsz00XDw+6qNvnmIi+TNuXsrm3e8/5jg1Lzn1e57i1Tpu3bNVPfuD9estb36aKN0fOv+gC/ct/+S/0H/7Dv7dPXNT/53/+T2/Unkh1g507d6Zvw7EOQJegD1yXXdDZ5jXDrbfeKjYJes3nmnPBzL5/yfl5Hpl1Ytl26RzAax54xroXH/aOd7xDt7lAh17hC+H9FVdckQpHNfsM+qK73SO+Erks2z6QS1lWxAc5IRv4PejYw/nc3JwYN2C/Aq407KNin8kz7keEcVsS99FhYhvwRlxQ7bOeMob4wZw0XqTYYd264MJLtOu88zXr3G7OucKM9XXN2nW6+NK9KaeOiOTX87xIOgFe37JuH/BmfdXz24GkOaGNubBRadV/d/EHH3U/hkfBv2n+sW5lU0TOUyIi9UBPaOni3P+AzSlwIiLNBw0dx87SdutbgufwmX7wdhXGqp/kHnzB3tN9BvgmtNCAD3941un4gfFvev0HfOZkrqbXQMCgcU6v145DTsDCt3DOGHwnrdc5CbzBFqgPIGNwXbYvBAa2QuyhGM3YY4ePat9zz6f4ADpt49sxTt05wYm5unQCI2KVVuyb+E79AVj0Axf60J8jdHIPOrimH3LrsY2tX7dOuxyz8VHIb6NzoPMvON/r5POdA5T68pe+pE9/+q/0Z3/2Z85tTwh6rrvu2rQhzNz33nuvyHHf+Y47td56tHnTZu1zLeSee+7WX3zqz/Spv/jzlAdACzoNv3qtn+993/v0/n/yQb3l7W8X6/Kbbr7ZG/236/DRY6ke8ndf+6pqeWi9/e5Lzz+rg97syVwnq1UrVsGO85TlpP/Ag07ohsfMAY0csRfmshmrf6BfEasxtu61AL5/eHg4vZD83ve8J7388c//+T/XG97wBvX3DmiDaal4/r32Kw9899v6my9/SZnH9znvudCbVMwx6dg9Pn5ak86h+MY89ZeXvcGKLB579FHxMueJkyc0PTMlbH78tM/d94w3UZcW5kUuNzF5RjOu98j5eVkpzKa2ijJX1fmOnJ81vObIlGvJa6npqQlhNfh4ZMpz+RNhG7F9+dT+uUcRkfxQKITuwJeQ0r3Cft23TUsmdCIiUp9uv2rK8fp8r3DLkx/qsT/rcewus1w1+4CO7Rf6B5xnbdw45rxr+7mcuZNks4qbXhmPvvVb5rknDo9dWVrS9PSU5hfmjENL1bJM89Cv6nmGiYWuLSDXhmWF3kIz5w3Xt/iVlLptacWbLx37hLprUozF70Efut3FgZoLNkltjljJT39ij/hfq5Pn7+igc+Svf/0e1++eE3D6nUcXzoGAU7o2UVYqia9VrxVanm/FtRl5nfbNAAAQAElEQVRezo8slJXhnHTFsWnRx4aYv2Iaas49R0fXOE42NDMzq/Xr12ugb0AjQ6OiPsLLfYke58lyvBmwr2+bN8Rq8Gt7nojMejugyLJV+I4dpXFAnguOTyvmTe4cDb/S09snKfSe974v2ebP//wviL+RWnVM27Z9u3bt3pPyUf7UyhnrYG66xr1Zwa8RPPX007Lk1NPbqx6vLXkBE9qbzk/ws1XLP8tz5dad8BH/JH8iIskYmrM8U0SkJn/A34ekD5xHrD6LePWIDnUbfTPTmee5OEYEtyyf9iswmvhoO+yISPNGrPYBBnN0G9fdxj3OIyLB/cdgd59zpP9qa70yt/zpjuPoy4QT/Tn/h40+0AFfONI4L63n+KRuO37smP3CpBrNtlvHm4LHdO+939Rn7G9f8kZnaX5A4YEDB33/XtcYHrE+tXTW6/Rjx45rfn5BmddBLevNBfZJP/8L/0w/8ea3qNf6i3z5FcgTx49p795L9bM/8yG9+c0/obGxDdq0eWOqAQwNWx9HhnTSPoovDjz40IO664tf0N13f13oJ3lOyzW3xx5/Uvd/7wFvtL6UYkBEJF5iq9Aqfzjf6TyLGhc5PvkQ4++44w7xS1HoEbkL/eFb0/F13mtzdBcfjr0WpqXLq8J6QB/s3kol4KOT8I5znrHGJ6elseYqy8J55jW6+uqr0pzvc4yhveENt+hNb3qj+bBXfFEF/019nHhHLswRuPgR5gNP/DX+h7mwN/ACRxr9wBncOQeXiFCW59YLWUbNlENBJ/QyloYOAK/ICxWRS5ZbHpn4UgVz4Y+yLE8+JDcsGravLFPH8FkDtNotEe9f2PeCoBuY+I5uzsE59EREWquwju36xab3TRKuWQjYNHDE30AzX2aDHu7TuI+fwR64hkfAWv3zVXnKBViLkMeQFyBP+Ma6/ph1G18GvIiwCMNkZGle+ZNywnM6QC4O35mPsUvOTT3AeXcr8ZL5wRsewXf6kdvBf8ZxZB5kQ9/u0dMkeUQwf+b5C+GX+73OqnpdKH+W7VOXHEeAR85Vs7/MSA7mvFm1srykhnebKYK2zfiGFyfLDjx1B5ymnVHLK6G2hciETRPTcBBuwmS3lh14241nNBjddt+mjZ2j/ZgXPe3UIBZBR4Doq834pX8Rq/cyKwL9TIlr0atKEbH6jI48f7Xlidlc51mmMvN1ZEwlPhGr4yL+fx/pB+60tmmhQQdcTUd34Bk/cYcgaDASXnAffnBknKfx3KHMJ57RIDrivvwBFi3CT7JI9xkLPI5Znq8GYAfWiLBStMT9lp0T8DGKtq2nE1KY1izPEu0RviGluVI/y6VhObV9T+7DN1s6PseIaOAAThGhPM8THgn2Odr/3rlh0ZcxJkwy3h238PzAomU+jwjxoR8tZNyi8P8zK3hbDScA817knvUmHD8te/rUaW+ITdjJnxE/N8s3C2e9kTrl4h0GtuiCbBYd09Sy46gLPnT5DT4RkXAvHWygIcLzuzVNQ8M4N6y3FHab1kXwkT8R7nPuCAx4xbNu4x6N64hIDgpnQIPOiFWZYRtzXrwiN2hnfmChE+BJA1fG0GpOLHDqOEUai6a5uSktLM7o7MTJlPS0LC+CAUkjSXDdBivLOtycSalaMS/N9zzLtGHtWm3fulnbtm5xkWCtN1PndezwIS2bZ6WDC2/9bd+2XZe4wLjWxexeL4DQmz4nPZlh9DtwrjUMuLFzxzbxNxTZkBt1IWdmZk5PPPm0pk6eFN+Y2uYNVmxqoNanwd5+FVa+ME83rd+okeFhAXvAjmZyelqZF60Dvje0ZkSzS4uiKL5kX9G2PeIn4KvsEMLN2mpJSODAPfhOwshCgL5t92l5nqbluWzeTDmIjnuzbsIbuWfPTmlqckZFlmuNk89qrSo2a5u2k04H28+0ft1Gbd+xW5tcLOV4yd7LvQi6TGvWrNNaF4C3uUgw5uIK+I64MD22aUwXXXqJbrjpRnG+6M3oeS9e6vaLyHvBGztZnqvhZBR7NLHKHOCwq4S78eQofyJCEeEzU2k6IsIkosvtdIwIoTe+MLy6N/0qYpE20N+rSpGpx4sirteMjoqNm/6BQRXWcxZl8GTRhVY2M3rsxOVPKFeRVySF0LV1LHZdKObIPHXT0GiuqONtjJZtg/t79+5NyTrq1Wl3QEURobB+NG07TfP8FT12wkGA7e/vc4F3zsnRcS92vagxPP5+1kEnbiySkRmJ+7Tt+OTJ02ZRkfi92Tq0Y8dOrffmb8U413p6VOup2X6z5HuYB7zQD2yKI3jLH3jafZab/2VRiEJ903Gq34vUiDAuC+4pYUOldVCmJxTmbUOMhZaqA2Fh3q7Ul9RwfFtaWhALWYoUEy5ot1qNBKPeWHHCOZ/6sMAZGhl2gjGoVrOjhjfI1q3dqEu82Xb1Nddr5549XnDs1kbrzlkvWnsH+l1MqCgiswz71G6HYUbibdubx9A24cX0ghc1y7bvhnWpLCsqTNOi9WvFcoJGrvMsT/6f8zlv4uBv4AWyilj1TfA7wufWQ/gVEYoI4RNHjPfo6LDYUOBZw3ZYqVTSc+Y/5MUguHCvr6/POHaMbzsVHLiHHsE7O3AV1j3mZ8OHe8Bf7wLKRjcKixfxs+UXXKjrr79B73bR9zYXtnftPk+FF9n9QyPK8lLhZmakf3meC7qwHXKMZecaFBagb9IbaBRb8ZMsJstKmWyDl1H6vXhk7gEfSQShi37AYyxHeMwk2A+FcmgBDvTwfNQ2BQz4QT/mJtacOnXC9tGxTprvXhAW1Yp407bp87b1acFFxGddvPrRQw/phz9+WI898bjG0wbTsta4iAIeC/a/p097k2l83LJrGl7IQ1Wp1HyeuwBQ1YXnX6DLL9sr2XZmZqa9Sd9wn46azrE2b92qLMs1MDRkH7VOP/7xj3TP333dele3zlc1PDSgUbfrrrla6+xjsYOwATetN03rdNWL5p5azbAl7BWchoYGhZ3MeGNVxmJhYVZshuGTLSBleVVzxpsktmkdCduV7CN6KrnawKwWGuzv0fBQv/act9MbUbd7gfVmvf/9H9CHf+5n07dVrn/d63XdDa9XnwslrXbb8w1qYHhI/YP9iixLiyxPrWnj0DJDcsuf1jHu6MH07IxO27e/7ALhc/tf1HEv1MC3KAshJ3w7MkdWyC4irNc1+8YN3lQYMH8rSW+hAXtGV8khOva98qdlepr2ZyTv9MHu8VccKZg88MADwh7YfGEcG6tt0xERgoeztj+D0QpFmflFbdmyTbDJ6GtkZI16evqVZ6UGvDlZKWvGpaEscvNhwPGx19fLPu9PhTz0kpaZL9ADXOaCH+A54U1cEvWyrNpWc8/ZNH3VNLZLAwsRNk6feuopP19JBdXT3qjHnlkUDaE/1slZ51sT3vgbd84FXhGZRdtKBTs27bCNERfS6Q+/gcdCh5+FmnY8Bx/4AY7oxqaxMbXNx0X7r455uuKNBWgYxO8572hZX97xtrdq89hGbyRvV8txJCKETjJXguPxbGLhc7iGjl7zT47bl156qRevl4m34i+77HJhq8QpjrOWAQsi5M/Yfvv+HseRm2662ZtK/SrL3LriGGc/W62W1o+KhodHHBsWE0xejsGG87yi+blFnTxxWgcPHNa0Y9W0aUUezEFsJBda5xzh1KmTaXP54MGXDbshNhr42fyB/sG08YZusFBjcX3AGwfwHjmgZ/AT3cWvw2MW8aX9KHJG3iwc4V1EuLA6qbA+oI9lUSZ74ZdZfuzN3OjIPmJZx48dVdiI2u2msHPgMDf2w/xdWeFPoYdrGnSBJziAH2PABdwiQjyPCEWEgBnhWWw3jO32WVlZETiDPzbFGBpzox/Ig3l51vCaUf5ErMIEDv6X8fTl2sEmzcV8jEP/hoeHxTN0nPnAkcJyy3rGvPAHfKYtr8w5Cn3BgZ9thjZ4CX3AIzYQLy644ILkB3kObuS8PFt0YZZz8AcHdJMjhR1+Ngx+cg0ujAV3+jLHsn3AiZOn9NzzLzj279G27TukyPStb38nFbpL+6yLL7lIW7ZtFX9motFs6BOf+IQq9s28iNPvXA5+8DNizPHAA/cn+fb39unWm29J+jZlH0BsveP22/XLv/hLYhOO+PU73kj88UM/1vDIsFjbDA+v1eiaDbrqqms07/ikLNNZFz0H7XtnbC/wNGJVnvDj3e9+t97nYhFxERp5yQMcKs4LVizjhYWFJBd4M+AYC/3oJLyDr6X1l3s694mI5H/gD7fog1woiAGTcTTkhB309PVr0XlP4Ri1ZD/6V3/xKf3P3/99fepTn9Jf/MVfpJ+dozgz52frNmzS+NlJLS2u6N5v3Ks//NjHND1xRkP9febztL73wH1JtuPjpyQ74k/+0cd1+sQJVfJMhWVw4SWX6j/+x/+kt3vDZt26Dar19LpYdr3We92y1vk+NALra96AOXX6uG2q1Pvf9151vIaAJ8h68+bNzv36zNYsHaELW4I21gw9zpt6+x3jHM8y53A2T0mhwaFhLbrYQqyjqMw3Wzt+CO8iMuFj4BP8Qh8jQnwyyw9elsYf/tPAhftrvDbrcc7c7/nQBewYnWTTkrhF3COGIUfwy/Ms2VOPfST+k5YbT/DnHkd0DFjkWzyDZnwweGFr2GBhf3TGhVh+An6t10491lPyk6JadXwfUlmppDyamLvieAAdhXnBt7mxzSUXuYjfzFlaf6B7lcZS6AY84R5j8ixXlmWp0ZfzjgFGhCIi0UN/xnccnxnvx3/vH88iIvmriLAulAr7i8J0rPIlV2H8gJ+bHy3ndxEh4ObZKs+wA2Lwa2G17IeYjxaxCp/n+Ou241zTuXzbfaATuPSjRUTCnbnhNXzlnLE0+rJZc8K6Ozk5JXgPDI74S/CIiFQ0Zxx8PvDSS+LFggHb0xrn14u2W+yrZb8djsNZnmuV5iLZM3jQoBv9uemmm9LfOOTn6XtsF+BEAx+YyXHF/gB9gE807oNrr/vDi8K8evqpJ0Wso5j5yMMPp5h46NBBXXH5pal20Go3dOzkcbVtn+gr/ubDH/6weBEhIlJexLx/+7WvpZzk8isu9xrier3HG5WnTpxMP7mIXuP7W86P51wD2Lhpk44eP669l1+ux558Qg8+/JBahv/Zz38u/WrMBm/UlebB1/7mS/rS5z8rvqna8LqtsO7Bf+wNPsIPeMz8yB6a4Q92UVZK++uKScZqW7ZcH81b+DDr+gjjIiKtbffsOV/vvPOdWuN8odfymJmZV81rTXzFY48/qr/+3OfSLxURc8jP2oaDXPudQ4DHrOGdGT+T/Ch83bf/JWHHZaWisij0lHnMr7FNeo067k3Y2blZMZ57yLztfEBOEjLreM11kIjw8znnPXOq+ppcochD/HJAu1lPuh8Rkv+1rPvIGV5EhLC3LLKkM8ia1rJOM1/HeXulWjnHFxn+gpifPsT/Wq1XWVZYf5vOlZq21Xayb5l7EbYXr59r6arbjAAAEABJREFUzo03rB8TbVXvmpIyNyX7q9uGWva/8BkbQF5dmqqWCeuRybNnPEfdOBbqcUzNTMhqrayjPMuEHDPPBy3yB9qMiCpFIWirlD2q1QY8Ktfc7HzSwc9+9rPiz7VAR8V8R6cjVm0OGyDfhge8iPTkE0+knJ61wLe//W1vIt2jubkF8dLNWtdd4BcxrG5f2LGPCuOQGxYykPW05fy0k4VK87LtZ/wr7Jvgo4Xk9cSIN3HerI985CP6F//i1/XmN71Ja7xmHbTfJ4aTK+3avdu8zjRrXeNPP7Du7v7NUtaghXPhPM/UcK7d9EKlZTs0CsryXD3e/KxUe1SU1bQpN+s65re/8x19/vN36b/85m/p05/+jO6//36dPjOuG254nX7iLW/WjNcR937rWzpum6w5BkHnFsdGmYvEKFpEJLlAW3huW4xXuO7h8wLem2ZkAX9oOveJgEOrFxGr5/RHDtk5eTJutYcUEanJH+7TfJru0T9i9XlEiOvcNEes3uOaFhGS9ZKx6Eu3da/9MP1rW148SxfymLC2GaeIEH1X70sRfiZDdLDiPmNonEeEwIHWnZv78ICj/sEnIlJ/eFCWpWhVx1oaPKHegh68sG+fN0of1FnnSFtc663bbj796U+nn01fmJtX3TUV1nh33323xk8hyxv1tre9QxdeeLFts6PDhw/rhX0viV/Fu/W2O+xz3+d8atg6NZNy0B/+4Ae247puvvn1Ov+88zQzPWV7X3Ae1Gsd6nGrOc8Z0OzcjF5+eb8efPAhPfPsM+IlkL7+PmG/2A3zgDt5NPn1Zvtv6JA/2FbdtQt4BZ3wCBvs+mjG7PBmK/kyes99+ALvGGMQr/A+IgR/gcGxY9ujD/4dH8fajnyGhr9nrbDLNVJgr3MtnJxsdHRE5MzgOzg4pMJ2GbEqW3KCyakp86SR7H9gcMC86EvrevwU80aEedtKvpy5oRNYyJlrGnPX6/XUh2PHfpWx9OniSh9o4L78Sf0cN+ARsaVSVlSzn6rk+DTj52fulnjRHQfuhe2uKEu1/Zy4zzPy+enp6UQHMkownY/Da3gPHPgFj+H34OCgWCsM9A8k3w9O0ET+TKsYD/CFNmjIsvwV24iIJJNVPArzsxD85gs+1ADQY2BEhNJ42yS0wus5+yX0o9vkT49rx7lp4h5yhI6I0EbXIcP+ZdBrFtY25LppTvfNbK/Ahh6ONPDkGn4zH/hz5Jrzbh/60ehrFtoWK5b5oO1kRFX70IhcK5YluU3WsWNv29k2XAThpwwaLqaxmdF0cthy8iJlyi2w/JxDahti08GVo2kTiEaEIl5t3EuEWIgRodY5pQapiFf7Mb7beJYaN0y8PJ+BK3wesTomPff8dKFFrN7nvPssIrhM+GSRKczgdOPc/yJefX7u1isHYMBEGuc8gA4UCuXJi1zQFmGa4ME5umB0d0xEWJGkpoPY8rlkFCF1n3fHd+yk4TVKyzMUGkWuWjHpA0xgNJ3sgEeWZ8o8vwkTPMmyzKeRGs875ksa4/4NtyU7KBLMtucBvh8LWugHPvSt2EH32yFUnHDRt2E9aFuZ6dOxgXfHtn3eUUiZDTcrPX++yocs87nx4hjQ3TEqoYhMOX0jMy86KVmZnpzWqROnxIJsysXyKS8aJs6c0dFDh3Xw5QMuah3Q4UOHdPToEQeHcRe7ZrTszTiUFFzhUxdv8IN+Es0eJ63VsqJQpnqjpZYJbfuqaZwblhFjZdxwKMgQPqPL8gc43da2LOmbeG7Zce0uNpw+Ma5mZ9PVAwyZJJL+4MGxixvOCaePY8ZJbHLgwBExD/Aqlu+yiwMnj5+0M2uZ1rOmdS4t4HGSyJ8iZduyKPIsJYsV21GPZeV82Q60dGG7X1u9ibpj+3b1OzE668I9f3epY1mPjAw58O3R9m3bRMGA+QachMmBtu4iBkmihSKcGM5s0Tx+9vnn9Mxzz+keFyx+/NDDDq5TGnIxpqyU6pinYV5uXLtBa4dHdakLFLffeoeLAes146S+z7A3jm0S/D5pPH7sBdUJH89OTWvJiXHT+tRySrWMf7E8OuZzxzKSQt0P1x3P0T7XwnpDMhbe+OpYt1bMi5ZCmXlXVEsnoYWKPNTf16M1a0d97E0vUJR5qb7efm3Zvk23ODl401veqosv3auxzVtF8Xvrlu12gsPatmO7SD56+/pV7a1pcHhQhWlF/8EVG5j3xhZ+q8ebz0VRasmJSa+LCKAeeaHc94pzjlr+RIQiVpsv0z/oQje44JyjFCnY1s2biFCR5w7Gvca7x8l+pqqLKEWRq1ataHCg38GrTAkM+gYMdLxh34yeFPZtHW8Atm3vDfOXucqyVPIj1heKeEveEGbzMC8y8Qw7QpeHh4cly4YFAvcK0xMR7lNJDfywPeZkMc/f6cBPDA0yTsZp0W3JujuvLMtlssSnbfnWHPDYNN2xe4+2Ocnb6MXtWuvPOhe0qrYj8JRxh05aRCgiGK7unLn5wg3mpz9wOeeeO1ud2yotB+y14ZhFHyDkWa629aywbPJzMLIs85BIizX6d2wneZ5ZpoteBM2o2fLCzDynoMTCHZupmv/r16/T4OCAn7cthx5vbm3Ulq27XLxc73vSwuKy/VypXm+gbPPG/GWXXalNXmCMekFVVqqSwv/l4tOx4uTGFzoiMnXxq1hO/bYhntNqLnxx5HlEeNFXcasJvCPCPqOReCR/MtOVm0bwbdlG4EOeZwrLtV5fVmYeA6tSVmzyHdUd9A/Zx951110iwcU/UdDn28ZTThLhPfOgDwb/yj/8bFktNexEc/uOHdrqDb8xb6ps3bpNJMdb7Wv4Zs+VV15he7skbajVBke12JDqbCZnpZTlisgSHvAgy7LEg7IsE3299mN79uwWxcvt9mvgg6+iX9u+KyJEItW0rPG/PeYT+EIz1+gxtJAwVyoV5eZLtVpNCRowaPTjmc59oJ8EsmIc6o7VPCOe8K20iBAbt8SSZdvqxOSkeUZsmlReVNVjme3ac74uuOhCXXHVVZ6n44Li6fRz9B3bJ982QidtDk6aG8k/1l2ErxqnPtMaEWJ+fkpmYGRQ27fv0Cb79PO9IX3DjTfqtIsmX/vbr4mf1Nm9e5d279yR/MFO86a/v0/btm5Om6sbNqzXhg0bks0TZ1jU9nixiw/gfN26tak4dYmL+2vXjWh2ekL9vT1OaNdqeGRUWVnRsvWiYzllWWGYveo3b4cHB1VaXqM+DvTXNDjUp4svukBXuNh18cWX6EJvnl/iWHDNtdfphte9Trfe/iat37BJK8sNx4411oEBL7Z6hX7X7ZtWVtDbZRVFae6Hm4SeNq2nS45ByG/RPpZvMKMLvX19afzo8EiCAT/RX/SlY/2Gt8g0ArtuCX2hUJVb7tCNXqBnNMZxTYI+aTmi48uei2Sda3wrSXnFekND/5e82cJY4PEzb+BEsYQ3VW+99VYvLkbd1gjb7an1qW76InKNORZus8/jb0CudXENf11a5tjbIdteYb9Esr/RyT+6AA6r8xReoPU513AcqFRdUBnVDttazf6y6c0YaMM/AQecoYlFDrZy8803i+JoluXJJ1988aUa8KZ2r+PVrIsgvda3Aesriz9oZbPoTS7QYMPMzRur9993n9i4YqFFf/gMD2a9IZObp/IH3lSNG2MKx99169Yos19bdowBn/n5OYV9zic/+QmxQc1c119/XfoJtPO9qUWfbfYV8HFoaEhsdG3ZskXwHlvYar9y2WWX6WLrFv6kp6dXzM031tjgRYYskjaNbdHmTVvVaoY2jW3TyZMn7ZO22bfIm51Pmo7nhL719PS7qLigYevQwYOHxIYAhUt1QsePn0g8jshSH2gb8abyWtsLugXuy86XkG+lUoh7Xd7ghxa9QdBT603fOAYvZIKvZRMe/UFe0AXN0AA/0VHuwVPuV20LhecP5z1rjGNuHnM9b57z1vHJE8cdn2ZdrD5t3MdN07JxnXUsWFa1VjENx5VlWSq8coSGHtvu0vKSx82lvBv9WrauR0TiJTqDfCkiQBM4yx9oQK4RkWBiIzwDd+ymsN4Ci3kiQny6fXjWPY+wVVsngAV8xjMGWIwZHh5WRKT4HRFpLvCGJ1Kka3DBf8F7/GFkeSoK5uZXaf3jWLNuHD12XE3H+oNeQ7CgnZ6ZcUxfFqsQcjdwKMuK+VZ34XdRbG4XhsFPt+7f/7LgRWG66AeOlUpFEaHpqRkVZSW9yY1uYXfglNsO8LXYMbDGHAOvvPJK29yigINNIfuFxQVf55qambIPq7kAeUx33HG77xX20wP2VTPWyVF96EMf1tvf/nbdfuutuvD887258WGVjkXoPzKKCOM8K15suM/2+Y1vfEN9tuOh4SHnHksaGl2rrKxpw9hWx/amaV9J8BVZ+qbspDdVweeEC6BPPfWUfcKA4P+ic1vsDblWTDN9oA0ZQS+6iexOeHMHuVD84BoZyx9ohR9V+zXGAIMjLSKEjqNz3bnoW3fcZk5sCF4vW0eJa/APm2ejgG8M9dZ69LWvfFVl0dYjD35XBw4e1B/+4cfF3yjMTBc/SXf15ZfZ1lu6/3v36fCRQ5qdmdb/9Tu/ozLL9MXPfkYPfv8Bx7A+TZydsN22zeM7hb5/4AM/LfTpb770FX3yjz+pL9/1BW9UPK5nn3nSc35Fn3Uh8hv33ON153LSN3wTNEaE+drn+H5K+MSI1TwMPkGLWZL+wZeOn0WWCX5yEz7YHJK+9w8MaH5xTpHLOtoWGyA1+3fkwNjumB7bMDrJ+lv+wHf61Bsr6aULZFGxHaArEZF0lrHEf/In+tPQ0enp6fTT7MiCezRkyotEyAs7646tWBegl4afxf56HUNCWcrzH37k4WRHNcuIl1L6nfeuWK7gun//fjEXdIAfMLkfEY5rva/gCL/oAx7Mz7XOfSJCWZ4psxxpwKBvSCKnB55PX3luoJZvK/k5ZAE8nsOX7hFcFq3v3WcRQFOyReCDR/dI39z+AJ4wvjsG+6DRl3vgQaM/0LgHnvDPgjWyHa/lSsSb8FvFrZ1yd8ahQ8gGPGuWPz+VST6Afy28RrjkkkuSrXb7YivQgDyQMfZC7JhxEf3kkaPasW2rOq5Z9BpWwxs4aVPXBLC2X3JstvicQ1WUF7nz1LZtp5Ma+XWe27c6P2tYjr3OE6AjIgQt+EfiNHS+lvZZ/OzCvPhzTCcdo2amJuxXhrRp02bV7BPe/e536Rd/8Rf1rne9UzfecL03PB/T5VdfrqbrABXHrR1ef+/2ZtBOF8nJ+9jEIifK8kxvuPUWffSjH9VFzqsvvewS8Tfx1nk9Be5h/BteC/Q4/33bO96htes36EZvCl97/fXa4bXDHT/xJr37Pe/Rpz79V/rEn/6pZucXdee73q1bb32DfeNy8plthZad60MP/IdO5Cd/oBO5ELvnvTntW4kPEZF0jv7owbD9LzYCzxhTd17PGmVhaUVPPvucvnHvtzTpDdJ2J0uYDmAAABAASURBVCx/6UXbxmpuW1E7svQyyfz8gpinf2BQm7ZsTrnQnj3n2aeP2tf0Cz2UP/0D/cnm8cvkS+gm87K+azovXFlZcnxb9jzN1IyqisJzLM6nvGHRsajuWiBj8jwXzyvmow1KlbJQ5hvoILqW2e7og75yDl840vAZ8IZ+6IhR83ytpNNlWRG5Vpg2fF2j0RT8pW+z2Xa/jrAL8I0IDfYNW19z1Zc7Wllu+lEot94zd9NrJ3wmDd72eC2DXlarpfO1kdTWWx9Y+y87R5+cmBBrtyXb+Lw32rEt8G/aHpgfGqzsKh1XkVmlrCqM58L8kmYm5/TQjx4SL/Vc5jXNc08/oyefeNL4tgSt2Ntll12mK664wpuKN6R8gTi93WuwZcv6dV73kHcTr893/AZ+npn387Nasv40vK5qtUyfa+ydDnxomF/Lwj6XjS8+veX8peU6+4J1dd4bu8ePHNMD33tAf/anf6K//Mu/1He+tfoN7mmvz6su3u/atVt3vPGNaptrNdemStcp8Bvkx/xUNHJGnsgInl504YUCX/zHjDe9+Nl/+oyuWZN4WfH4DV6LrPNaZfPmLVrvGs3VV12rDzo3+cAHPqjde/aoz5so551/gWtta8VLQdBJHL7iyit15VVXJv8+PTujZfuR0rVkeF2UpaxcsriNqdInItK5tcEi6aiNsqQncr8Qn85r7nFNQy/QwYjVPtyLCHGPFmG4HsdYmv7RTyfNERGvOWavnDOEsbSI1fvkGzSP8ONzc5iCtq/ahiPLWhx9zb8I93xN67jvKrwQNLy2gTctIsSHfugssqFxzr2I8BSrc6PPbdd5yKXgHTrwgx//SPd++1uuE7zg2LyQ/lTYZ7/wOZ2dOiu+3U49C99x4tRJZbb7vXv36m1ve7v4hZQP/+xHVLhm+nd/e4+ee+FFXXX11fpX//u/0nXXXZ/m5Ndy7vrCF9JLbhMTZ7zeHXX+s+i1xaztY0rgEuE1mGvc/AmZYddRI4/kr9CRkZFh11sHNW+7fPLJJ/XEE0+IvGPKOQnrJXRylXYlfxERWh034nFDKQbCg0nbOP4HnmAv8If7FecrXAOLOfAZPOMefbvn2AJNoeTP8SfkohtdNyGfRy7Aoz/+nXhbt89s2XaNkngeEfarRRpPP+bkF9Q4x99EhOvta82jNaJ2gQ1iB6v0WROsn8gvIpIvAndaRJb8DfiCA0fogDfQBD4RYf/aI/SF5zTgghd04cerFeNm+VJPLu3X4SOtLKsJ76HBAe3de2nyBYVzHNbn3VoCvq5lP1QxP+FNZKs42Uj9bxV35ixt0zwHD3CFHmARk0a8duY5ONGgCxzpwzEiEv4RFoKU5Ex+vWPHjkQbMMiB1tsPAWvAuTLw3NU+s5H0A1jGxnGrFPxlbnBmLGsxxjMGvoEjDf4hI/AFL+51W0QAPjXop0EnxzSXZca4v98cynwfGPBi0Bvu1Aw7LvQ5loYiwgDDjKPj6nlElpQoy3MxEAbTQAiEIYIj1xGMNZmeRD73AHV8pHEdET6sNk/0yr9XkOSOBegJFcxH83XEKlwIo9GfrhGrsCJePa7eN/7nTiJWn2WR/b25uzD+4ZFhNBgJQxtOCLiGPo70B1aXZu6BE8eISAYCn7imL0daRIj7CB5Fj+A6JNGUFJ1n3XmAifDBATjcp0WEIiLBAh4tIsSn61jbvsTRd3zzlee+FxFJGTEaEuip6Skt21kUNjroxRkwX4T57bHKPMgNcZIQKssVbglmHuJIi6B/x051tXU6HqdQRCb5WcuJ78LCop3rdHoz5qQLWMePHtPZ8TNu4zp96lQqhJ05M64zLh6fPeOikY9TLnjiPEk2SDiT43JyQtLUcrKVFlbp2LbOQq2nyzORWHAFD2nyJwJ8Qpn1iSZ/4KsPr9zjfoRp6XSSY+MZBoqx01jAkFgB8+zZsw4oS1bVPDkBZEd/9GLQhWf6AR+ecgR3gtnhg0d0+sS4+XAmLcrhd3Lmdh5r16wVBYuRoSGVdnSZjIt5p7apcTP308KsYmeWdEgdLczNiQQLfNhI2X3eLl1z7dXasH6tizvzGnJg23vpxS7S7HHBcUzQgc16qAgCFP1oM4ajyFWp1rRx05jWuzh/8SUXa+PYWAoKJ5zcZVYq/mYT8rrKCRSJ49q1672ptE53/MSb9b/923+tn/+lX9T7P/QhXX7ddaoN9Ktv2LQ4EWYztG5HHdansAxkpxOmiaN87JhOFiLwtu2ksuWkMytz5aaVsXmlVP/QgBO5UW8+jGrA5wMDfb4eUl9vRVZHFz+WpAhtc5J74+tu0u23vVHXXH2ttm/bobJSMy9GTdeYqsYnslyhXJWKgwz67/nC/qblneq2z5FjlufqZBL2xMIrjDf9m9Y5KVOeFy5eNZIeyJ+IUET4TEkfkXu3cZPziEh9oJPr0nPnnicilLn1GbcBbw73eaMjJMOvq+UFbtu8Q8dK8yPCT8y/3EdriCdrvzKfhyRfkjugttpNLxgXbfN1P2+L4EwhlwDd9CJjwPJZs2ZUbSdmhfv3uHhj1Rdz4Hsmpya9ELN9nj4t7HB6esYLv0knRQsumMykDaM5LxYXZhaUd3IRsNB3KbPODKjXBZgBJ+AsDnfvPk9rrePbLRsSeGjJreMcO+Z3RIB6CpjTTrJo4NjlTcs4doxcl2/4q5Zp6Jgv6HILmZzTo0pZSTymD0AZx3nFSQI8Bs8wjhxZ2PW4+DDgoF1zAaDPC5N13jzlrfwrr7zKGwA3iU2HXbt22Xa26SJvyl944SXKskKnTo9rpd5Svzcs2srsMzoqioq279hpvaqJQjj4to0XPDX6lgMybZjOpvnTm/CksHjCBcvJySk/jwSjaXqQU4Ql7IF1b+TBk4hQab7BF3iHz2qjC1muLM8sy6ZhdnxsuRDYSMkKz6GVogpHkgx48p73vCu9RTs+Pi6KZrQmPPV8EZHGohO54WbWfdx6RJg289fXeZ7LLsFztT1nqO1x1kS1M59bnIvehFhcaaluWihqyx9w6TZfpn/gEhGmvWO+NKxb00mXeEhiNDQ0lGwszWdaU9zyxgALZvQSeAk/z1+zLEmQq5Yl45E542j048gzjoyBXu6jH/3euBsZHk6LS/Qf2mu2xzCtPO8YYN/AgPgmypgLRgODw+bbWutAQwcPH9ZBF/P5lhIvOWT2DS3377GNzS0vWDa5E78eJ4CVtECIiEQnvIcO3txkIdv0JM1Gy4ui5+3b1qS+F5x/nt515zv07nffKb6JumPrZvVWS7EB+d3vfEuLLmiBOzQNG39wJcZ3bFdD9v999icbrNNLLqwcOXzQC6AZbdi0Sb19AxoYXqPRteus46/X7Xe8Of3s4Y03vk7n7dwjNrV2uMDTY99bLUplkWlwaMBUdUSBmrfjVyzjFetm3XkS3yKa9YIJeQ+NjqpiGeADyrK0H1uxH2pq3fo1yjOpY3te8uapfLQaWX8k/FDVi/qafTIFkoaLEGecBxCfSPqPu2DXaNa1YHoXnAfMuljBxiAyh96zZ88os6yIvch90YUKI5tgd6wbNHwgRxrn5BX0O20fB57Vak2MzbLc48Iyqwl4xPQsK9K9JRdvpu0L68Zvemo2+VVg7H/5gIqyqh07d2vj2GZt277T/Bo2vkvekHlJfJMRvIEfEd5MmdLRo0eTjIFVs+5mxn/eBTb0kjm5xzPw3emiI4VKFhk8W79+vZB3zUXtPsuyp6fPC9yFNBdvqGMbQ7ad7fa5LBbpH7bNjRs26nwXfYCB3lGEYQMVPuNT4Bk6tM7FKsYwN/OAW0RYfqEDB15ONlq1jMkHgLHJcHNJhWMJslzyRsnb3/42L8qvE3pA7IHPHIHfxpZdHKLwD1/AFRyY57l9B/Xk0wd19zd+oMnpuuqtXPiSVd5PJ57zc3jf//73rTftFKeOHzuhJ598SqdPn7Gv3upF+JD4VYpeb6bW7YcI5siQ682bt6YXweDdMY/zetnFoj53CZ05c0ZNx5VpxyH+FiaxZ8WyzvMs6UJmHuAfTGrayFxr+4F+9ISfeYVvh7xhjq+lZZYpsMCdIhS0D9iP0L9mmaM787Yb+vY47sNvckX6D9t+kcGsi1SHbLsnThwT9jI3N207ntLI8LDxPeuYPJ/06dChg9aBOZtVS0vOuatlKWIktkShcdYFcPLqY8eOiphT+jl0IAvm5Qh+HHkWEZ4vt0wLIeuI0KBxX7H/lT/IDfrQUV+mf+gQsDjmIOu7nHOPvhGrvr5qW2MexjInz9GPOV7Osy8ed1xCV9C9NN5wcvshYgnyqTlf4c8OZHnu4t68hr2QX7EvqtoehrwpveiN7qdcGG26kFv3fTbOn3/+BfNnwW3eOtmvsY1jpq1iv1xT1X4H31tzsfKo893BwWGd9hrlqNcrcvADR/B54blnddfnP6dHH35EW7ds0TZv/l937bV2YB3d5MIq+KLL73vfTxp2qUEXyqcnpvScC+z4m80uVvKSBfGlbr3q9eZFJlkf11lvt2in8wc2F0+fOp3i4Usvvuj4t2idX9H3v/898dN6YZ3qdW6VFRVt2LjVRc+P6nU3vcE280zaLIAH5593vnVkRoXz6Ecef0w7d+6wn79RfeYtcyIb9A/dm/Rai2t4jl+kMLx27Vr77bpuu+22NCYihPzoh43QDx3CFtBV9BcdwXchL/SbueQP9xjL2u073/mOsHNsAD4h8x07tuv1r3+9fuu3fks/99GP6J/9s38mijxf+9rXHGNHtW3TOq1fP5r0/Khzpdve9EZdc+ONzusr3oz+oB43fbudo73x9ts0YV++aHu5+2//VgcOHrI/rzpPCfvhBW9q9+uv//qz+vjH/1j7+DaG15y7dm1P8ahaK9XuNNPm95Rt//DRI6o6HiFzfDb4QwcNPrEZj51SvH7hhReELtPgDw0edBx3uEdDf5A5z+AZ/Oqoo17nnGHHSWs5Zw8rQ8exG//JvFXrJWM4R15tr5XMUq/vFo1fLa0/wQ2doZhJH/pjvzSuke++ffuSjwD/jvHKslw8x4bRQ+QJ3IhIcQ6cFx1DoZVYQR82v+64/Q5lWWjORXkrvePAksID0Sle6Nnjwjv05bZLYEBzlxccsyxzrtyyPi97lJKOgVO68P/AzYf0j3Ng0NINcPPcXDOGI/fhLUdaRBi/LMkbmsAFOmjwnHv0p+FHOMIH+QM8rrvrrarjm28nHMGFhhygg3Pg0VqWCfgwNgJuSBGR7Jc1UF9Pr2qWIz/jjSzgOXyYtp6hX8x/sTdyiMu8aMSLTcxBTo6NYEecw8s13gDhfHpqWh3n6/x93459XMN5SY/9Y9N5VcUxmDicG4e+3n7HrcGUy+S+H+Yfv1Amo1k6t4MecKf19fUJvDiHPhrX4Aj/wItvQD/yyCPOP+tpI/XZZ57W9q3bBI2nTp7S2NhG+6sl6+eSlr3BCL/f/Ja36OKLLtKhw4ecE/VryZt/80vz2vfSPpF7UJeQP98jihMGAAAQAElEQVT85jd14uRxTU1Pas26UZ11AX1udi7Fd3jUcp4571oF/q9jn/z/5es/wGW7rvtO8L9OqLo5vZwTHnLOIAgwgjkHkBSppihKsiypbc3XTtOyZ9rt9tcey99YsizZPZZsUSJFiUkUJWYCYARJEDkDL+d0c76Vzvx/u14BkOWvD97GSXuvvfJae+2quvjAlnl/pddlZ70eu/Lqa9PP/d5591161V2v1lnb90233Kw9e/do2rEPnsJ7dEKRqemxtJbjfdsNnaWF30E7H6BrNFatry23tvVgTR3bJja16txXxiHPCr/rqFavOYcY0ejYhEacV2/bvtO1mNv0v/zjf6qP/U8f16vvuttxask215fWEHudzxFvzp48o2Vv6p3yuVI4BuxIOdMtrqFc4jxtfGKdtni9cfvtd6R88fixE7rs0sud3wx7Xb5gPi/7PJ/OmWVbqxXK87BvKO07x1QUoVarKeSIPnPu0Ypesfk+5Bg0bD9U5LlpaYsPtGDv8IIG7xlLTED30Bng0IaGhjzPhGPEkHWsX3mW6yU76kgRmXGAR23j0RZHRBenDrWeduY5Q3MLS1pZbRjvPsOpy1206jxj1rpAPgkNjJ1xXQL+Ez+YOzfOtbKmutvw4JD5WwrZgUPTiR20QgubT03LuF1V4r+mebLoXOOZZ57Waa8t/vqv/kqzXoMP9/enP2n14x/+SFMXJgWN/LQntllzDYGYB+yGc4rHHntcP/rhj3X48FE9+uhj6duAxDZiKjjypYb+eqmmc+G11WVlJgAe09CtLpw128ty0q3C60aazJc+16yeeOwJPfLwI+JnvU+ePGkZr+i89XzRa4Rvfus71oeT9r8XddLym56d1U9/9rO0WeWpzMu6VtdWdejIYW31mu+d73ynbvJm2TrHdv6MFZufi/bxDfsRPoTWMW/e8MY36dd+7Tf0937177uG9gYNDpinReEcqfT6bb1rBtcC2nnnBbEWGZ8YFzD4+d/Kb9ATeBZhB+N7gzS/fSHnfT7Rx6ckI66R1Ssb73qN573riEiyADYtogcfKFJEpKZXHBHdZxGe24h0XIvpeN0B3IgQukMDXrd1+xtQwk8K/wtFZMpyt6zb5LG6eGR5rnDLzKPw+4uP3YVxoSyQeoiDeTlHhDL3Ze5e4573tMKwcvtq/DD628OZdzzDX42Nj+p9H3if+BNkQ87JH/dG5V875+FDp/g31n98g7rZWvVcnZds8uChQ/or51Wf/+KX9MKLB5xD9aUawLR1548/9Sf63vd+4Fx0kz7ykY/oLW9+i9gwX7DPZb31hNdXrBmJ9eDNupJN+JrjSLvT1P79l+iN99yjHTu22w+OamxsVLt27fTz/emDbLt377Z/257q/Y899lhaPzWcAw/Zh9DII8H7nHM4atrQis3VytI+wTm64zH86Plw+AEe6Bw4wbeISLznmtbjKzzkfqB/QOQz+LH1XuOOeg1VGj5wgUd/YNKYH5zAkTl4Rl/m6refGB0dTfkX+Bw8eMB1m+fFL/QxV2kZgjtzApMWEeLozcN74MI/4NJ6c3BdWV+BDU/IG8i7F71WBAYNOMzFda8xRW6Vyz1VcTEe9PfXxRzQCE3I4QrHY87MN+N1OPF90XJmLmgmB8KH9ZlOxvEeXGj4ZeZjfnQN/jBm1jrEdURY53Jx0IcGnjSueU6rbIs8Az7PM9sEdMNbYhO86fGP51xHxEvy5Rl6M+haM32BQ5+6cy3oigjTXXP+M5TGgCv0gT/zcqYxrtd4Di40+eD8t5uSb4gAjyzBdbd0Rk+ziMz3tPA5FHGxmbig+R6XFRGCYBCFEM7yASIIiYUu4dIxtOtA3d/AlJpePl5CjkeGb6+m5JDslIDJHBFdHOgL/B6REd3nEd0zIGj04yyFOAiYekWfiK5D5R2N/ql1MeVRalkWHhbpuiwL1R1AERB9EUYPl3R2cEZ5uI4IJwutFNzoBwCMrhf0++wIoM3AkzDs2+ni2+5cEZGumYcX8IB5aVzzHB7QuI/o0tN2ctdy60CHn0V04QCjN6ayUYbpQj785NRq2kQtBX7gvra25mDeUIIrObnpqOWA3mx21HHCiA7Al9wWSsusKpnhRXguZep4x6ndqXxGS5ToCF92Wm2hrIsO/nyyhIInRdiz5844EThhp3rahdkLWnJhdGV5ybxbFcaKceNMMU6MFB4vuzjUdHIOLVWno7Zho3OeRkbRiXEr0UDfjnGBFlpEGC/3t6yQSxpj5keE1S5PyRdODT4jH4ySJAFHyTXPoQG44ANubcNiDEbPHMCNiJTgYtylnXNEF/4Gb5KGEWysNlNAyHKSx5Yd+pCTkTE/6/e4kbQYGR4c1IiLJMN2DiRVWSUZeZnVApdhBx0rTyqWcWbeuh3lZVdeqte87m69933v1U0336i15lqSwfr167zxOJIW0RRypqanXGw8p2UvvOYWF7Tqfste2EREkj10ETgJNhTxatbZRfeN/po4BoaG9Ka3vNWLhXE1LYO7Xvsa/byLH3ud9K95YbL/yit0+dVXacLFe75dtORkuOV+Bi6ZltZaS+2Gm3cN0A1kmJr52XZh3WySQipsd5xJBDnD535vbFQuizRdUM+9QBgeGdKWLRvF9cBAXbt37dCNN92gu+5+tW697VZt275DRVFX0wvN4aFRJwXrzMN+sYBhThLa3AlLVeGxpLBuZ0Wm0osimnzkylQvaiqz0jyv7Jj7LI4qLZKxrTzPhazREXf3u05qXEeEyc5SUzoqRUS6p3/dvOUMHFqWZcatkfSaQJa7b5/1SD7wpxGZrzKLPXw2O63DHfO2sq6ns+9Tl+ioZR61vZCIeFn30ddB61dhmke9KbLOG6kDA/3WQy8AnRQMWbbwuG1ZsGDA/jIr3tDgkOmupYDEYooN/AsudK6tNLypM6j0dzyMw5qTov6BQfGtTD4YsH7jJu295FJt9cbCoGGjTwNDg4LnfQ7QbACUZd1qAY4stJqJr/AB20MHucbuoFE+IsL9K6V723/Y76V28V1ueUS4j3kBT+EL9g5NEaHIsuSP+lxwrVnOWR4a9GbT6OiI1tlWWNRv2rRR6BY/K2SwWvZiY8B05UWhVS+g+Lnay6+4Um9+69u9AfUG7dy9VzUXhg3c+Le9MFr1HGtiTnSjv38g6UREKM9zRUTSGd5TqKKwOjIyJins/9aSD8PnQTt+ec2LoWVvHtF/1HLKTSNwOTfst1dXVs2Pjheiq5Z7K83Rox3cGdfnoj3w8BfwAzrxcfKxy5stFMDWuUgD3IgwHc0Ei/5mpdDTuuMgMOAp57JWk9mpWq1Ulme2m1Lh87IXjixc4bU8OCLEERGK6DbwA/+ISLzhvV+mE/+jIM08/daTAS/0SeDZMGMcdgMNJK3wj2sa8BgDrsDIjQs6z5g184lklEQqojtnRCReRXTPmYkZtp7yaeeILp55Xgg4wM+y3MXcZS9Mj6WNdDZND3sT9bwL7ssu3J87e96bNxsdUwelKNSwTcy4EISPxafKB3DAcdk6hX2xuXHixElNudh+7Nhxff8H39fo2KjYsDh39rRG7ePGx0eEvQ4PDajqrKlehnK1NTE2kr5deshJ/GlvjgwO9atje1ixvkxYh2vW2YbjfH9fzTF1Qc89/6yLWSeUF7X0LepNO7yw2bNfr3n9G7Vl6w5vsF2hzT5HVrjos5j0nm/iUtQNu56O6Wnadzdd0BofX6ehwRE1mu2kJ3ZDyjyuY3n3DQ5rZHTC/mI42QAJOpsvnWZTNje12sQmA1Rm39xW1Yaewne+tw9B5zr2X00Xq3bYh2/ZvEmldWzUui8fyL+dvonf9py59a8m+Mpz9CazHJEzeo/c18yPNcsfPeId/kQ+oANd4ROoA+bVqHEeH5+wGuZJ/02KOhDmvmvOO4AXEZbVlIt7F5y7nLE+LOqoN9EPsZFqvvLt/dOnz7jPjN+fc1wfNe+XXRycTQ04FEWQfb91e2RkxDGpT2zAcV9e9PcRIWyUjUZo2mUbpbFIrXuzZ3R03LytXNCY0smTp0ReQlGSn5h905veZB0cMB0hxm/ZssV4DIsPJmzatElnz541/uddxHzKuUefsH3e7dy5U/Tlm+bcUzjnG6W83+ENoz0u/vF+q4sy29yuvupKsRjb6UIqMfeGG6/Xa1/3Wu3bt8eL530C30u8uN7v4vopbxpPugg0NTkpYsghL+hZGFJ4YvHPdZ7nmpqZ0rNe4D/33LNqtVfVqdo6dfqEeXnKNAwmmiJCyBobgjfQiGw61s9xfu50fIPWVltSlWl+Hvkc97hca2tNF4T67Htric7M+oq8kMF6b4jWyprGzNdV+/g1y7vyPEVR2v6L1IiVxM56vWaen1RlBXnKm3V9fQOanJxOuoD8yF8XveAFbt0xHn2OCOMQAh590Ff6Ddi3gfuwiyHrXeCiSE3BmlyNb0NsdWF6avqCzp09o+npSc04fzvuDVM29JrW68g6mp25oOeefdK5w6oW5mdUOod53rY+4WJLv+fPrL+j9mt8ezgL2bcM6a+/8hWRx0aAU+EeSvQURZHw7FjvyXmhkVjEfa9V7t1n3cWO6A8tvINOrmlcQx/j3T3BjgjRDxuMCM/DG5kn3TmBh87BN+wXmxgcHEy2CI8Yxxn+wTdGozPIf3R0LMHhGX3AmZwDva05TvU5/qG33JPnUEghHwn7Cj64Me/Nt4blDs34ikEXJs2RpGfM9Z//838W8yKjb3zjG+LboeDXb1scdr5ODMa2pqemRb7fb99YlHVVXhetLa/p0IHDyhwTHnJhdKeLS4uW06zl2WddqqqO/Wir2xptNewDX/TG1/TkBf3soZ/qP//+7+s//of/oO8+cJ8+9vMf00233iJ+BeKD996rX/rlX9Gv/OqvaWBwTBPrNqZvzlx22eUqykKPu7jGt9v4Gf7h4UH7i7bt6IzwM+gbMqqsw9yXZemC8mnnLavu10mbsMgRfj766KPOkQaFrNFrxiILdJscAjjwGNnCP94Rq+lPH+gBDrKC71e4iHPZZZeJb8ny6w/49eHhEW3duj3FjD7nUvxs4p49e/X440/qGW9CP/fC8+InjP+3//1f6gMfeL/tMdc3v/UNjfaXevKhH+uH931DZ04e9IbyzXr3B9+j8ITw9vSZM0JXWy6cLztGo1t1536D1it30Yz90crCojY492s4bxkeGdLs/KzGJka9hmromWef1aILTHzoBR71aMA333DDDdrmzfSrrr1GV19zjeAXugdceME9YwY9F34KfnBPH3QKWDMu3sO/ftsTvCprpVrO29v2e3xytmG8wzpaWD799hWMZxy6y5k54DkwIqCa2ZXsDBsAj4gQHwbkbzsuO++gAeeSS/Z1v0FhuNgHjf7IEti9a/BCpkB+8MEHk9zY6MaHR4T93oJ88qSV2DBknd5vHoNb3bJkLvQMmDTgAq8HNyJSDKcPc9C4ph8w0r39Edc8p8FDaOYcEUkfCbvKegAAEABJREFUmAce856x8sEzrtHBORf6uMYvTU9POzbMe03XVg8udg9v6EP+2nAM6L2jP9+mMcgUO6GDRl9aZhxeOS/0gR/zr9pPAxvcWI+jD4yl7XRcZTw+CZtArsRhfBq21vPRvAcX/GLvF2R+9KMfquGYxrxf+sLn9A0X0teWFlVzHM28SupYjxgTEc6TsmS/zAlunCv3SS0qZY4ZPIOf4CMf9GM8uSu4c43tE5f279+vZ599Rnt279IdXmsPeG0OX+u1urLIxcYT+nTCG0BZVri4vkOvec1rVDqeEvPv/8539J/+4A906NABXXPdNdqxa4fe9e536Z433SN4z4cTqVFgC7JaL7s2hAywky2btujJJ56y7IhEocHhYZ3zptf4ho2atFwnvI5RXuhDH/mo/td/8f/S29/9bu9NdbTeOTE6h+0hZ1qPVkUm6hWVJ+PP+LTNO36tDRpy8xP9oa/dpfOI1aQ7yBY9jwhB85o3AsGZvGGDcbn3wx9Jv9aC3d508626ZP+l9iktHeKDVo41a86d5fn66gM6efy0Tp85r8hKbdm2Q3xQs3DcYtNrZHRU4HHNNdfq5ptudd3sZMrhLr/sCt188y3Oi0YSz7B3ZICc0AkaujY2PiboRoeQH7KsG3aWZaLRD3rb3lCruTZQyzPztqXKcQkaaZn7tl0X6LefwpcBB5jwhnPyGVme4NXqNUWEr3OF/4NvLa/V5QN5RmS+srug3mM/t7w8rwVvakIjG9tzC8uWV6iwrjDvmu0QnT/vmsPx48ecD57U9MxkssOOdZh1K7lm4dylZRrC0NHriBDjafIB/tgktnjOm+zHjx/Rw4885LXOrF772rvdXus5c50+dVLP2+8fOXRQ/N3yjc4NiXMGkWInZ+oPY2PjGvPGeWE8b73lVr3/fe/X+97zXt1w/fXmd80yOq2WY3mtVqT7lmttq2vL8oJHZZkryzNl5is6VBZl+jLALD7KdbTLHR+vv+46IXMPUOF4nls25NJ79+0Vv9TAePSsz/knMkA25CQDg0Pa5Jy/bh8s82DUtQ1gHDI9k84p+h2PCss/stBG12hucT5x+x13iJhGHMbHXJhyrukNFtYKrGfazZaKrNDi/LzXff0qjAt1IOoP0MD82BW6UlgOlZm04LjZss6wJqwwHMvKj41SeHxhntTFWN7ReEeLiNSHa9or33FPi+j2eeW7iEjwgBnRfc/1K1tEpNiILqCX8sF7cM5zyyTLlfsclovyTNgyusQ8kBBhuOZb5ve9FuFnNJ7Z74TpNyLyckSVQlV4klf868IyVAD6eRaZgAUOyJDrVddNO9aDiEj5L7jyHjur1UrNm7dTszOuhkp33X233ve+97nmeYs2bFhv3SqdRw16TTKp++77jvXwbPLHO3dudX636OdntGXLVrHGe+hnD+svv/xXXod39Lo3vFHvfOe7NDoyqhPHjzsf26Y7bn+VdmzfqY6J2WA7yPPCfqHyfSf5JGS+e/ce7d6zO8HscxzouDZRqRJ6hM/mG+Tvtg/e75iBD8KXMo4vKRDr8Fn4LviOLfOOa/wz49lYXXT9C9s2u1IuusH1ZXI59I2+8AYdhH99zvW7z7OkZ1zD0/Yrcgju4WUf6yPLrXPxHXqBfIBJi4hEL/gd8poVmrjGHz300EPOTx8XH1LjGR+ShL6ISPwBJvDwOTTo5j4ikoyALx/0QxWY17fiOTjT+l2fJWeGJ8BgnXzGOS3z0S8iFBEMS+eI7jWwmKvtOFa5hf2s1ValdTMiNOqYwtrg5ptv1qaNG5NfiwjrQesl3PGT5CDwPSISXsDt4mvNjizNKR+95/CV98vOtRnP84h4qZ+7pn/0A/8sz//OO8YxZ9u+gwYMeIcusK7gPeNpAOPdqnMs+gIzIsQ9uGNHtGXnvbxnDHxF9ugM/YHBu1fOyT100JifPpxpnRS3rOEWWuUYyTtg9RrrbFXppTv5bdVrF5+1bdgApqV+fs+EtBZEu1/HRFRuEV3mRbx8NsdsXnbpBux/khXY0lGYmVme+zL3o8zdwpDpVyWhAp8HEZlgBI17WmWICRfP/d+fu+8Nx324fmV7Zd/03AhFRIIfEeaD0gFzoTe/qIA8ZCw48ZzmoSkoIBSESgCZcRDCQfT6048xMuzeM87dBgQlo+8JgzN00iLAp/ICt228qsQnnEWEFd9G0nDDSQArotsXHJmz19K9+cBMJDp80oSi2IYNG5Jjoh/ja06E88iVycWjrFD4P+jKSbS9eZXloSzPFJnfRKh3mP29S0WEMss2i0wcGP35c+d07PAhnXGScu78GTvzcy4ATWvGAZvgTMEXHOE3So/B0DCGhhMpo64iy8WMEabRgJtOmlhodvyyZR4wD0aW+OyeEe5ngoELfb0z72m9ZzynGWT6x3Pw51xzwsFDCp8nvSjoOTGe5bnx8RzMydz0x5HC1+1eYI+NjWmbA9Yle/elYEj/USc1mzdvdAKzXvwmO3JkY3Bublb89G6YkTUnVX2Ww4AXobnhF54HfEoHsXpZWqEr1Y1XWbN8cilzYX1ldTkVvjs27CNOEE+7CL/fRcxrrrkqLXS/8LnP6QcX/xYcxdY5J67TczNa9AJlyrraMUGDI8NpA3SfC58s5PgE34sOHnMO2szfZ3zWnBBff+ONutLFg3EHs+0OoNfcdJPGvEipufgUDvItB6VVF64jz7zZ2lbbY6IKldYpeQO1sh/JXOQMy6jldx37jpZlSeGAxB86C/QtD9t/S/V64QJojpTVpoDeaSnzDjMbXQMDdZW1XFdeeZmuuupyXXPtlbrWuFEMLsuaqQqPC8MYcNFggxONjdrqIvAGJ5A7nCDw88cGpcqJAoG4NO9pNfPfsUdd3DPJ+GeZcbB8sGucMzhnWSYcM7LnPr8oK/mICP+/+w/9IhC2oNf86ZgH3TcGbZiMp/lODKuZ9rAsK/r6Qdv4yVbZMR6q3MtjGB8RnAR8GjcRIfQb3GrWE3Rs2LKFX0ZXjcaqA2dfSoTAHZ7TyrIQ+BcF5yK9n5hYp/X2EUPDQ0Kvt1h362Wp+dk58a3mPCtUuj9zbTFf+eTtnj37nJTv1L5L9juBu0wUH/kmMHMMGk5lGvKyrryoqW362NBomx8t60Bl2kiGSBxKzwPPsK/Scsmt/5nny8LJXFuCN/Ail5RnmbATxoA/vIQfXEeEekdECFwjQmveZKqVNetGTf1OWEZGh8T4tn0JfodFBDiBCzRs27bVdG3XXi9kdlnvN23boroXlm2FSGwrnynMA5+5OcP73DoBPmsuenCm8Swi07wL/WaBebtVJIZ1J3bQX7PcBry5w2IIOGWtZhpzJ8hDYmyeZakABH34x9IyIMk7580K+uNDiUFc03/AxTLO9OcZC0No5Zp38oEPI361bY/g2OM9Z+hhPP3dVUbdOtaUzKs8ItlpYf0BPjyjf0SIc55niuhec08DZkQoMx2M4VkaJ1k/Gzp9+rRhdhKtFLnpx2IZHYQ34Mi4PU7iiWGMB3cKfFmW2yeUyR82XLDA1iIi4cK8ueWRW5eQMffMC72eOv3jfUSk+SvboAfyT5nHoKtLLlaxqD985JiOeRPtlOPC+fPnzIqOdbBQmKZOu/L8K4YXGrAci7yW5FVZwdvW84YX2GtrDceFtn1bn+eqEt3gwcIjwrQ7xh46cEAP/+THaltXn3vmKT1w/7dU9yK2Zv+4uDinp596SsPeJLnmqqvUajdcFFjUmjchhxx72h4/7POsF+foMkl4RGhkdCzp3dkLU5pbXNXZqVm9cOi4nn/xkB559DE9+KMfi2/jdSqJTypPOzZVkanKck2sW6+RoTFNTGxQYftdWlzRykpDrVZHWWSikDS+bkLr1o+briIVndZcoK5cNGq6H4zM8tx2LzW9aZBFYTh9qtUGzQPZLw1obGRM6yfGlBvezp07nJ8MeI4V5Z5/0PYW5iE6gNzCHJ5z4Rvdxyf35FnYHrIsEwUfeIquozPYBLzPjUNpPmbmc1+9dHFgwH5qne1wS5LXJscz+Ujysj2Eg0Tbuo6NAndubt40tzR5YTptOpRlafw7hjOooSEXtqx3yyvLWjHtswuzWm2uKrPMmo5fg46T/CQYG5ToU0SkDQ50fpM3Onfs2O4CzZigpe250f+OY96FC+d06tQJb+Kd8EbtVPrkOXKlH/w46gIdOQo/h8ciGVjkLWyELHkh+tOf/tS0DVgma+IdG4MXXIAkZ4kIAWPbtm1685vf7E2LG8Tct9xyi3E7a7FV5obSnFzcccftetc73yHoeJ03T1ko33zzTfb3+71IG9FWb35vdjHxNj8b9UbTQ56bDesLk+ccF/bppptuEnNhzxMTEwkneIhc2uYz3xBTtDXlTcTx8WHLZYM2bFznzegppk+4QRs3/V68X5g8b36tuQA5pBHrz65d3YX9XudeNcdyFo3wZNS6D73kByOOifV6zTnBhiRD8AvrxYzthUXbJZdeat0b1Oj4mJrGqVYr07zkKY4+fjcgFvllWfPczaSj6CE6c+HCBevBkPCzzMczaANfszrB4YNHi95wBQbjmBMZosfEvCwL0Xd0bEQ1597nndOdtfyfeOwRPfHYY1r1YnWwb1A/+t4DqpXS/NyUBvprorhVGd+68XrOm1AvPP+8i4Onkr5iDzXHkjH7BX55Yb+LG+DUaz1bKYrCc4dahsO7PM+UZW5GKCLUtg8jXmCDwIM+xuTmH/fIsm3djXBfn7mmDzA4Mw/X0N+75gwMxsMDYmfd8XDQhT+eAbuLS55wiYikl/CYeAcurL2wb8bQn7mID8wDbGDSn2vsjT5FUYoz48GzMO3MPzg4lOTKs9e+9rX6d//u39lvzqdnbKLd7CIEfwvy8JHDKbcGR3xtf39/0gXuDxw4aLuq2y8M6+qrr9EHP3ivPv7xT2h2bs7+op3s5cCBF52jLymyXDXL0w5RX/jCF/TpP/mUvnfft/XiU49p68YJDfYXuvqqK1Q4zr7lbW/Vz/3cxzWxfru++/2f6Pd//z+pk9mn2vcPjwypsG+zm7TdbFFhecOHO1wshZ8DzgXQz89//vP64Q9/mOQsH/hGZADtay5MoJPY2JpzefiGD0HmPH/mmWeS3QAXXkMrY2nIlXE/+tGPUkxDr3PrxejoqOAlY/A/6AiyGbJ8Z+cXtG37jhQ/hodHLFcJf/Xcc89pwO+PONaODI+JwtvTTz+TvgH0J3/ypy6qn5Eid85/bZqLvxOGv0sb8s5Hd193g8a9KUrOOzTsGBOV5VHTRz7ycy4avlOvuuNVes+73iXsZdZr0c32+zfffKN9zQa9573v15vf8taUi3zr299OuSE8QE/gEQ1eVk5C0ZkZFzb5UHNeFslf8LzRdI4kJX31KcHgDD/gEzDGJ8YFTHQXnsBL+E0/eA/sJceSs+fOpngi+4WyXnMRtVLYJoEREUmO6B6w0W1gRgRgrA+FwP3wkSMJh9GRkeTL73/gAfHBDc4eA4wAABAASURBVPSWuWnMT0zhGnlxxl+AC/esnwYtE+bBh0eEfe6I9bmTcGCe0jaEj6hhW37fcjwEDuNBCNojIvWHPubkOS0ihAKgJ5wjIsFmvc8z6Gq/5JfyBINxvOMMbPrQuIcXrNvZCH3UfpMzuCO70vihs3yYBx9BfMdfM47nxHBsBtjcwyeuaXO2YcbQF3jQwdxt+zv4h1ygC5vhHrj4JuCwnkBWwCbeAOvHP/6xHnjg/kQr/gzeErMYBy3wFTj/8T/+R+v/o+JbPc88/bS+/FdfTnYTEfov/9f/pd//vd/TAfv8s6dOK1Mo83Pw7RivyouNiBBrJfAFb/CJCEWE2MBvOUdpu1iIn4EeGv2w3wHnsttd2+B62DqwbnxC/LrYsGP8yeMndMT1AnDEv/CtWegctq6RB/GBhB3eOOYXyZ5+4knt3btXb3/72/Wau1+j9evGxS9d/MQ8IM//x//k/2n/ssW62qeWcX7AevqUc134MG9fMeycd++uXd7wa2vQOK0sr2qv15179uyVIlPT+eji0orOevMtbCNZUajwxtL09KKQITEXusBvybnRAefZ6GdEeF3YUM21jqJWT780Q/+Ok+Esy5UZVr1eU93vsAnyN3x5y/Phb2tlLdmamalVcny3hYVFw+tXXpbatHmL9u7bJ9bU/fbD673xwQd50BH83Fvf+ja96z3v07X2W/3OI/OiLi+NVe8fELlJ6Xj46lffpWuvvU4HDx7WQw897HjfdD632TlALeUx+BE+nAtd0FQ3vmxQoEfYLfyQfVbNsHL7ZWjqWN5cR0TyRfIx7rxn2Ov1PO/qBv3Q7YiwWdr3+Iw8wB29RseQfUXhxN4py6xnjkPAZRzvOXdMEPMtLMxbb5e8Vsuc99fS9QWvo8JjV+zviCFzXnvA/4MvHhR6wy+wTdlP81PiyJB3c9MzuuD6Ih9KxeaYp4YcsiLFBObEf7ZNIzpPg5Zms6GZmWnLYkKj46PWowGdOHnMsXtZ23fudKzZ7nXOuDkhmQOac82jbdzr5htxqyNpaHjYcf1qkSffeuutusw5I/QetZ999OGH9cxTT+vEiWNiDVQ6h+urlaqXhUdWajk2tN2wSz9w7tav0ZEx1RyvV1aWnPtOWf9LoaOjo2Nq2X5lnr5w+EXVB/o0MjokiyC9h5+jjq/YJnJveL04703PVcdxNqHQxfDY886T8fl/+eUv6+Chwyl+njh5SufOT7reM6C3vu3t+tVf+/vim9zAwkcN2rY3OJfPixpoqmmdBva+PXt07TXXqK+/P8X1pmmJsPRsr+S28L1mXiGPys/S4Iv/4xm1H84XH/2dU4S57oasIiK9jwjTHOo9i3j5GvtrWz7YqtTtFxHiiIg0BtnkWdeO5aNjvGg9PCJCESH/T1ne7ZflmZTRQrLd0N8GkP6siZ+Kp36hiEjN/1OIN5lcBtCq+dJiHj/i1wAqXTyMMPPSPEARXd5hS+goehARyvNc6FxEiBhcuSZBblHUDB9fXTW1fec2XXX1ldq5a6f27Nuj9RsmtNmb6W91/nLvvR+yfKq0jpsYHxe50X7XhpvtRW3dvk6f/OWPpdyA2tVNN92cfhHkbfZDfFAjIrRrx0698Y1v1KWXXqa2/VyfNyoL60KtZt/seuaU7Y8/fVbWapr2Nb4f31jWaq4jnNbzLzyr733/+/rMZz4jPkQz43oz69bMPK25D+s/fP6wbUk+oB0/tdEbfOSJXKOHPPfrZBNctz130jHbFDyKCF6nFhEWkW3MfVpeq9Avwv7IvOQaGXKuLAP0lntgAodrxqysrAh/AkBwBQfuiRX4HnIKrslzuZ5zPoA/IoeAR8CmRYTVB+FXYi4ac8sH8xXOQSK6+PpR0gPO9AGXXoNX+AJ4tW7dugQTXeF9RKRxEd0zcHstIgQs+rbNC/pDD3NAJ+/qlil4j1s/mAPecw/v0T3ooC8wwB8YEaEsz5J+ghvzEW+Koki4AJcx9M0sa95neS6uM/uiCI/Psov33XNEJPkOODbSTz7CfYCJf9tpvwxe4LHgfQnwYm7ec03zkIQTuNB694POGYiBNOjk3JuD8eAHrVwDp+0cs22fC/7c04DFPc/hA3j0ztAaEZL/eTO1UsfK9VLDAbyiVTZiANEYyJmA0mKMfBhQRCTmRLx8jghFhPw/+aWUZyIxyPJcEJCZWREhjgpYnhNkgc99ZsbTL88zuvztZs9En/+71oMT0Z0DAK/s33vfex4RRjMTTM0yHFZb9JEPzt2xSsYaESn49QQKY6empiRPhWBy08gz+MU4++I0Tj4qbnyWO0eEIkIc9GUMc/Uaz8GFxjMMHcfKdUR4LD2U8GQennNmDu9dSOZhGmsZRkRaoOIcUAbwXXUy2nJxs+GCZ8NFf+bvySAyWU6ZGB/mB/A6xj3BtryYRyFFpP8py3P3z1OPpeVlO/EzOnb8mB3rWbfTXpyeEsXnOS8+F12YJtEGDxwVNFHUSvStrKaEg2SDBl9YnK46UWg4EWpZ2aGzN7aHM/hUppP7NRes2w6w8hERSjT4DG3MRR/gcg8sjBi+4AxxKjiTyjSSoNCHe/RCPiIiGT6yR86MIYjIiTc/FVLmhTD8iLCOFOZ5XfW+QoND/arVc62uLWtxac44SZs2rtfY6Iif18UnwPgWz4IXDTg/NlmByTzM3efi4ZALgQNDA4blAoHxI0ivNFbET+fU63XRt+Hi+tLyggPlojqhVGSfmZ/1BmfLC4Y1J0F94tPtOCgWbZw3eZOxbclh08gaetet36DLL3eg3rlbG7du0YmzZ/Xw40/o+YMH1XTf1eaaYHHmAEuQXWs1jW7lZCMutky13MVmHDmfbotMmULLln3Hifey+TA1O6VzLhYcO3bUheLzToLX3Ecq8kyFdbdWGEaZqa9WpMS78LWio3BxpHRyWu+rp0LqxPr1Amdk2nImQwI44GRwdGzcBX7zeGxC9Vq/W58ydNm888lwSxdUOta3tly3Ft+cLY1zLa95jkitcl/0BT3hjL6ie1xz7t3LR+GAwvOejnENTsBAVzrWT65p7p58QtuOu+GiQ8s8qrzZ3HTi0qB5I6KTuNENuIxlDC2iixvXr2zMAeyOFxBtJ1wr3jRv216gmUCMrhL4KQY0bUtrTrrBn6SfM2OHXdSq1epefM6lIuI5L1hYEBtZYSfj4xPK8kwNJyzwd6834UngKOZfd/31Wu9kiADWMg4kai3LY8mbLw3rATZpN5/0pt2pBE/9WtDG/Ng/9MBHnpGMZmVdbMJWWS5FrkBwnr8jGaVKme/LslSe5+k+IvxGAjYX0IRtR4SQBf2xFZ5zL+tyy8XIyrIZHh7SRuOP/a5bPyF8wfDQoHa4kMDzlnk6YnvtFcJqTgqZh/7AbVuWzAkuay5GLtsP8pw+Tct3cXHZCU5Hm715wsKMpJH3hROrNfvfygZbdaTJyamEf8cGNjo2mvxJy7CXnegV1rGIELJEHpX1s9++AVxo/V7k8G52dlYsPkn28GM8pzEfeEZ0+QQ8noEjfCR5wZa4jgjbZEMspNh8Kr3AxlDQncqIAo9xTS8cOpZnWdYsh8JyUJKLwtx1v46FDq85w5uISPTBK3BpeKEW4QTehZKISGPXeQMPvIHNWOYr7A8q+46IUES3H8kVurPgRTqFnEVvVNQsF4UE/1kAMi9/s+PChfNp3so8g2b5iHBHn/kHLsbYNOQpD4jIxPxH7Z8WXHyBN1s2bxY+e58XL+Pjo8l/0O9FF2bOnDnr/i0tLCw53p0xnEJjY2Na45PrS6vGZ9Vwa0L/5ufnEi7A3ObNLBY8zz/3rDdKn5A6TY9Z1sLctML04gdffOE5ZeronDdXVleWxLfSJtaN2g4bGrVOjnpRvXHjBvvcTOf5ubTpKU27AIFNNRotF1FP6sL0rBYc8xeNz1qzo4OHj+nU2TPiZw1ZePf1O66YEbWBfm1xkfs6b4rdePttuuTKqzQ2vt4FgX77yMqFnLbyyG3Hlfhm1uYtG4WdtL3Aa7SXHXsW1LI+d2zc9fqA8qLPca+t+YUVXZicdTFjUWfPTOro0RM6duy4jh0+qrOnjYfPjdVVXTg76WLdeeF3ZmemhA4vexNpwQsXdAH+kQugo9gAskSPsSd06byLadhARKiy/lV27uhvnknj42PJj/XbThib22+g77t37xQ+MrM/GRwcEOfKetKx7i7bjleN19TUtM6cPmv6lpIdw1vm4RwumoyMjyR55GWeijO7du1QbpvJ80w33uhi/YYN4ttZoRB6iW6Aw4IXCKcN14J3nKtbP0rjMmFdKYQuQyf44o/wG+DEGH5iknfgDX5sdlAkxx/tsi1RALc4kw0zD7gOuAj5pjfdI6751jf8fPWrX+0C0oR15Lj19nTaJAImP3F2wRuE8BYZPOpNd3K3zDwaHxtLC3Q+OMYCZZ0303d50bN3736trja1des27XHh5VIXmrZu3Wp+tR1nW8IvIT/owt7AH5mB56xzQ4vM9OeanZt0seeU9WtBgwN13087f1kR+VPhPGBmdjrxOC9y86wvfQobfpx1nsInhsGR2IXspm0L9FtYnBM8mnRxiUYe0e40tN32d8211+jKq65Kvrfh2DYyPCa+ORJZYRmUnqMueDzv/Az8oSnhbYTh5eTkpDbbN/AtI3LrY8eOJRlTNMjzXKuOB6uOt3xLZnz9umR3C/YTZ8+et58+LPgMjJPeOK1s548++oieftL51nPP6IL1edIb4GwIfO5znxM/gfqtb33T9K8IGtGF0dHhxGN4it6Cyz4XcOFvZnnhH4B/ieM1+gr/iVER2EgF+62ruZB1n4vK+PLBwSHbj7GxHUREeg98xsoHcMtaLT1nHPPCG3TVrxOsiOCyC8e2xHjG0S8i0tiISL4wIlI/+EU/4ACzB5vnTcca5oeGPhcDoB3/CX30ZRyNvoMu/GMrjJGP6elp6xb25Xzb+YgfCd0FF/qDV5aF/fRyasgbmPu9+QwfsZe7775bPKfoiL+Zd/GSOYg79GFOPixAX+YFVzZ2hl00Kh27we38+QsJRq+4xDN0Zv/+y7xRusE49tm3yvlKOxWz0Kn7vOHyve/+QI8/8ZSefuoZ3fuBD+kmb+x+85tfs57NOGSsOfY0HSMi6UW3eHU6FWcL2wg2kJm/4AVfaQMuXrDRgY7utO2CO+O45x28xX4GXNSHJjZC8APQj99A9+APvEMe+B2+hRbRxYGfBYVG5AdcxjEHOojswIEzDfrb1o99LvjxIY23v+OdutIb0XNzC3rkkUf16U9/xhsvRxSRWWYjOndhSlMz89rjzZnMa64vu1CMPD7+8Y/rda99nfBdzIddRYSm7FtmHHN3X7Jf97znXbrWcjw+tahlx1K+hfroo4+qzzFh3/59Wlhc0m233aYPf/jDjhfjqIkiIunq6TOnPWbZMX5ByBw+IHf4QHNHjY6NJn1GnyrTFNG1gRXnb/iMQ958Qm8iIuk7PIKvEd0aPsy1AAAQAElEQVQ50En5YB0I/6GDeWjo09DwkAYH+92j41g6Jfwm/RjHe/S8LIuEL7LZuWuneTYkckhwWHMsI7eq284jQsCFFnBCF6GD1nuO30C26Pl9992nv/7KX4ufOia/vGC/xxjgLTtGAwe/QgMGv0KUOQa2vQ4prIfoQtu5rJFP/4CZW370xQu98sy7dG//kzr7f7l9aWpZ9jKP/b5y/gm/wRVdGx8fFzZ65ZVXir9tiA1h5/QZHRnVqeMn9Yg3pT7tzfl/9L/8I6Gr4OYp7O9r3phrJ/9FDENfeUf8xY6BExEWdSQc4CnjIrrP4Bt48wx50LjHnjhzDw+WnVegd/ff/4D+y3/5L7r//vtTrtOTN/NgL/D+da97Xdq8wRfN2ucsux4y5jVKva+msfERHXzxOf27f/tvdOjAi/YFLUEn/AMH5sT2e3zDD4Vf4J/AgwZ98lqo43Wbk05FFsIuoQVdAkZZlo7hTQ16U0fOq774hS/oiSee0BnbxKTzBPh+9uw5x6tJjY+Npzzp9MmTYuPrdm867XJOAi3E2z6v3dHvIs+0Z+8u54HH9Jjzi1fdcZfzsxHXRrZor3MJ1gFNr49/9tOH9Nk/+6zmZuY0UO9XX9lnX5e5pnReU14v9XnTVArl9rH4g1XnvJnXVVU46ZMEL1nD4XOQgx+lf+gpfMov6hUPN3vzc2FxWaU3DjrWK8bwnDP8WLR/aDlH6HP8iYjkbzPrY8s1kA0b1lvvdqQ8b8B5JGPC75ruX7e9Ddjn8ucW7nz1q/W+D35Av/Ybv663ve1t2rptq4a8Ab3FedP2Hbtc1xh33uY8u6hrYHDYsujXnXfepTvuuFN1wzl58rSKvHQOtt+52zrbcFthWgvXY9BHdAu54hOYs2bZ4d8iIul3ZflBe4Xt+Bq/hD507K/KsjC5lePJmmW4KGiru77kh37W1KpzmZbjZwRa5Keux7Auo4bHoyzPnIu0eGG8WmkMekW+teZ61dlzp3Ty1DFvmDesJ8P2o/M6dOhFnTt/2vI8Iz7k8KRrTU8/9YTu+9a39Y2vfV0vPvecnn36GT38s4f9/jnzpiFiUu65oC8zj8EdGYArNkarjEXDcuFXkzqmc6/XbVdcebmuuPIy826PBob6E333PfAdLbpu9rrXvz59U3rnru0aGxtN7wrXIMI+qt8+t1Yv9dOfPaS/+Zu/0Wc/+2fJb5w4cVzf/va39K//9f+hb37r6372TX3hi58XazWprYFkLy1lzusy21ie5SrLXFn4zvwvLZtRr99q5vHs3LyGnSvc7nXXyMiwY/u8qPPNeX374oEXtLi0oGXXdZ4ybxb8jLiJn9uxY0fyHfAh9zp50HVCckJwXu8649DokEY8BzWE8/bZq/YffFjwmuuu1RXOewed6+GHZdz6rKN9jvnYamGfjZ5TM2SeQb9DZ5inbdyzPJcs9KJEZ7gMcdCHMw0ZdFQ5p+mobRk07WMiwsNCwInoXkeEOCIivYvonnn2yhbRfR4RHt+9lg/kL718Dw60kJSbDnwcLQdnP8M+GEMf30qGJx8RIZ6BW+briPDTKvl6+vulXWTlOmeVzrzNslBk+ltNlkMn9zivDSuzqWM76YReOpiDxjzgBT7YJLZFJ+wRu2ROWssxNDx+2PG/bX8iX19+xeXiw3233367iqL0mn/K/mhZywuLGrZM67VSHcfbbd5kvevOO3XTDTcKXYEH97z5bh05/Lz4yeo//ZNPi29czs3NqmY4pdtrXvNa/cLHP2E72acXXzjodX9TEeF5amZBCF+/4HmKotBTzzyj3/nd37VNfDatIae9wTrtfPu81y7MhQ6h4/jg0v2xWWIbug+N+Czoh+6a1xS8511EpDl7PGEM77Istw2Vyi/KEv7Q4OcrG/AiIvUFHvfMB5+5pjFvRCjLLEDJvqvtDeLpZE/LjtHrvIlJf3KeWdfVhm2f1157rfhw8BbzlffARl70owETeNg0ONdt29xDB3i2Lcu263s9XD1tohNe0o/nLcuYM++gs9/5aduyBD400Fr2wzyjH3DpCwwaOMF3zsDkHX16/RlDP2wa/MjhyAF5jgx4RqMP8/OcsRa+/1Xq4cGZRr23334DPJkvtTxTnnX9XMexlPG0juMM8DhzD++gh2uee4LED655h8w3e30Nr8GJOfBP0Add9ENW561v6NyCayqZ561blzhDA7wit2IOeMJY6IqIFBOBN5zq37WkCxHRPRuOfDAHMMAHGDToTjAtq8zuwN2cRtkxQkC68f8iIhETEXaDshOsVBlo5Xu/SJOAZESk64jumWdZlkuRvaIZlsdmbhGhdHi+yo6VIAtDq3TvOXzmPSeeRYSnCx79ncZ7mrH/u+/8pGPMed+D70cvwYqIl67Bq9evZWXNbaAILCJSIgDDYKJvRd+IMKsqwIkAXXcxe8fuXdrgTSmE3JsPmDT69HD0rC/NGxGib0+JAMjcpR0Zws+zPM0HDARHX/oAg2edi8rZsWIyRxV+m5x6ptw09HANRcIXGKura2q7kFpmNTvZysWqVQfnZa16gdXDg349Zw1MSyWNT3OabIcRczbzZOFmyvysZWVCyUio2USloHXo0EEdPXZYF1zEpni8urZifjL/mladECwvL9ogV9W2Q6hceGXhBQ5rxrFlZ0MjEYI2JmJ+5nglrjyP6OFhRPygRzdnmh8lPsOniC4veBbRHQe98JtnyBqjbBknHArPcfRzLuRCG0ZIA+4lTsz27d2t9S4kDo8MadDJc1kr1Klabk31/vbknAPU1NQFnTp10gHotFZXllV3P4tKHRd6G6Z3zfzn76q0zcdxL0R2urix0ZsuQ3bcuROVwglXZaMoypoGh4c1MDiofic2pZ8fc+GOn/Z69tnndebkGZ06cVpPPPa4FrzoYuzA0KCAs9M6SsFwz949aWzb+rO4tKw59zt8+IiWvZGdFzXLNlR3wj4+sc4Fxqv12te/QXd5MXflddeob2hIy06m02LFOgYHwble1OV9Tq16obE0O6eq6eTR8JcM+8SxIzrsZPnosYOanZ/S+clzLlpO6qQ321947mkH6md17swZNawThYUwVCvVVxSq2w4y09xorGrF7zrWidJJaOHEiEQ0IpJfatlm2Qju+D7zuNKLnLoXVzUvuoqyboiRknoTlvSYsYX75V6MlKa37laZ75GUvatDEZFsTz4iwgkEmEkRL1/PWScoKJ11ARcdQT40dAPbxQZrdualZdR7HhHi4J4zOsl1OFlvml8dZVKWex6f3aFney/18/iIUFh5MreIcC8JHQZO0icnyuCDLtcdxGvmJ4UPPgV9yDa54CQceDTGRJZ5fCctUDrmQdP+Ad6Y9YlukvB13rCGlgVvVs2a7g6zRubF1rLC+NZdpEcf+amlPgf9oaERrfeGPAlU3fdZhl1IHQMNzxd5LuTVIQa45b4Hz7IsTHsoNz+QZSUfnifyTDR5rFH0EsU0OynvLex69Lu3On5eFIW7Zknu8AHcoRVdZa7u+xDnQdsSG2M70zfi+lPhfNA+vcxDdcsvz7LUTz4SX81fYLQ9T0SkQAyf4SfJCP4JP4UvS/29scRmKvPTDx7Sb82bWlUnVJmZw978L60ns07WGCPLdsE6nxelLky5cOjElIWQUUi+OiJMW0Ojw4Oa8KKPuXkHXpnxjejS1ulUCXee4dPWvHEJHmv2xcxH/8ZaI8HkeUSkxBO+tG1v6Ap9m94IaNnu62Xp94VK83fN42jti0lh23ZYORYBJzf+hWUohXVkSYvWm8x4IQtshjONeSLCi+jz6dsSPANPnve5UNRsrknqeFE5q2X4kWcCb96DO8ksie166ydyJNmC7zQKCRSGKazxrSJ0kfjMuIhQRIgDfFOzVmXGMTPu6Biv+1z0We9ket3ERNpoH/BG46iLcet9v87+8TIvZnZ5I+6WW24V8wxaHtc50d61c0/i6bJ9e0TmzbF1SU+azS6vR0fGNDQ44uJUx75tLdnflk0bvel2na695moNDtTsH4/qwvmzmhgf18KCfarRBb+RkT719xVeBD2qIevNjAvFl19+mfosm9PHj2vNcbVuO5IdXvNiIYFiDd8gv8l4DjpOLbnwmVm3xgx7iws5fLL15ltv1n7D+bmP/bx+7X/+Df38x39Br3/jPbrm+ht1xZXXGpdpx7DTapiG5ZVFVd48Xb9hVF4zqt1qeLHVEDGkUqbCxa4qShclQ3PeRD1+8pxOn5vW/OKKdWFNFy5M6/SpMzrleHXOm9BTXuCXWaYtzqHqRS3lBbn5VmEcln/LdCxZ/sTJju/RE/QNeZamddXxs7JvQe5GTGMuHJhdYpMXuWD/NN5jYyz08N/oJfp4wcVAno+MDCe5LbmwsuLid9s2UFkZZmfnhe3S0LFLvUlIMj46Oqb13iQdHR3Rzp3btWPHNuvJOlEMAbdavRStbbvosy7t2bNL+y+9xHIbUsNFwrbzHuBv8aIMHR413vLB3EOOtWVZisUbNLRtXydOnDD/FtNCb3Bw0HNtdDFtQswF/SddvOQnYynSfupTn3IRrs+bEIdTf77x1TEezzzzrIvwM2mRzEYU3/74/ve/b9x36EMf+pBYVCx4McLmHXTSmP/06VPJRuHXgBf0Z86dcS7Sb3a3tGnTBuvubQmfXbu6xVEWQMgFe6PIvWAfAM+WlpbEwfO64xOyxG+UKa53xDeUN29cp23epK9541RVW6mQY3p7Mmx6Uw04yBCaOC84rs3MTJs/C6ZvKtnMgAtZyLRWK8yDWS1bh+bmZu07vfGUheFu06x97qFDRyynPvEtkm3btqsoCseRjmEteRO3YRqV/A4FQebFDpeWFtW0DGu1uvk8YPtfZz+1KGRKazbbqjl+LHtB3rDfJYbij4acv23bvj3xGTnDT2SH36MfP6lJcf8HP/iB87yB5D9X7X+xu9Kx/IHvfVennXOweczPpVJQYw50oyxzDQ72W7catrELxqsv0TE3N2eaW9pgPwnPmQ+dQaeghbk5Mz/yyPPMdLQVEcpsl7njc5blyn2GJvpzXfgeWMDheUSkeXiXeVxEd3xEJFiMq1mnOSM3+YiIhG9EqCdXxsIb+iAL8Irowuaa+MlzbAMbjuiOBYfCelR6DvACBv08TaIHnQTXPsd3njMffcEHvnQcL7HBJesoeTXf4vz85z+vL3jjgPsF2wV85/7AgQPJjplnbGws2SC8w5Y32CfAgx58+J9bp5hn8+ZNqdiO7TEWmIzbvnOXi7sjKl2QeLML7L/+D/+hyAm/9s1vpm+l8Qn/URfcL/Xmbq3IdMsN1+vDH3yf1uyLkf+ff/azXl+cFXCxN/L8yDre+HpIDz/8Mx04+KJe97rXeJNit/3rinm95rXIStIJ7A+8sQX4Ay+gwSFECrlvM8Vo+ALfwHvC8Q85cS0fvOvYv8zMzOh73/ueGM9P+rLhct5FDuTGPPSBF1lufSrJ9zL1mWb8xoc//HO63BtgHsU3XwAAEABJREFUjzz8qJ555rmkbyOjY6o5njS8puh4nkWvMbZu3a7PWyarzkmuuOJKFbU+b8icsM0vaMR+Ez/4h3/4h/rt3/7tZAfIFLwjHI9s73xAYcSFk3Y1qjLW6cTBaZ05PKmvfulrmli3XhGRxn3xi19MPm/cazL84hZvtBS26TGv+WrWIXLSU6dPCzzgm9FLfEKnEl8MBx7R0Af6UIQbs76AT9u5E3xBXsQk9AMYnJEBBSTm5Zo27SIl/RMPzT94VpqHNrVk92xo8IzxNMaS8wITP0GuxLep+Ib1kv0Xf1sNeOBC345z2p7PxpagAZthPM/vuOMO7btkn+An/Wu2M971O8dfs49iI+TxJx5P9gzNwOYs61Cr3VLb693I5HM7+SXgt/0cGNDEPdfg3mvYUNuxj9Z7n9YF7ti7bxtv3yafStyEV+jyCW90ENu7MDpJpocOHvQG4BkhD9bcWy3T226+VU89/qRzktP29ZX9/qL17xnBM+JsaTrh0aJjGLCIY9xDHz4G3JbsM2jwC95FhL761a/qoNdceV4k/wO+2DtzE3f5UM6/+T//je3y9brxhhsTXyMizQ9cGjCRGbK7+uqr9au/+qu64pqr9IY3vVFlPTcvm1pxTWHA+cU1tp2WY6MfutgfiqoScyUZmEHMTwP/PsfePMsEbbzvtQiPC6nVbtr8O35fJPs/e/aMHnzwR+nb4/fd9530oatHHn7Ya/vDwp6I0ZvNy0Xb549++COdd1736COP6vf+w39I6/0Tx4/qt//tv9EZ5xGf+tQfe9PpO/ri57+gz3z605qantIur7+WnOfygevvf+/7jtXLuvXW23TZ5ZfruuuvF/jhe1edU0PTJueK27fttD+7RHWv85FlRKYh23Xd9Yssy1WUNSEPZFWz3XKWD/KZa8iznVPwjIb+RYRyx4+Nho3+kLMsmB7y5SXXSigYl9YFeIhP49fX+uo1rTrGMw8+mg86kX/VLY/+/j7HhT7n8GP2h+udI+4Uv0LDnyN693veo2uvv04jY6POHcZTrpBZHuHGHEVeKqIQ5hF5TYV94PXX36Drr7tBWZbr3LnzajZa2rx5q2FvkpyntlzHKMua6l47yQd6mRke9FmxDS+06lwZW12z7+zq76rjwVrKM/BDxCp0bs55EvlS2wiYLZ4zks2WjmPYP3ZWM0953+6gg4vqeE0w5PXFgOsBfdRf3Jf5q5SzrxqG7BuWder0cfvrI1bThvbs3WncOzr04gs6fPCA65JN0Z8Yz7dSjx4+qEcfelinjh7Tj3/wQ/3Vl/5Sf/LHn9Jzzz4rPkBL7GMO5NfvOJLbL67aF/GstAzWms1E39zcnJ566kn757MqLONl2+uf/dmf6f7v3ic+JINdPv3M02ldNWfaZ91YP3VMG/1Zg4yNj3mjezR94ObBB3+qL3/5r9ImFD+dvsP5P/pQ2NZPuCb3R3/0X/RVb7rOWLfhUcc+Ks9y1YpCA30D6uuvC/6ZeNtoJNtHRnxbe6PXgm+4542u0w1qzmuPdV5v1k1Lv9ef8jq11W7YPpbsnyb1rW99y+eppOf4f3zB/Pyc7bdl29ir6667Tjudk994802686679fZ3vFPvee97xcbxyNiYFpaWdebsOc2aPw3nswMDQ5ZTZp+yYhhtz7Oc/Ah603G8kg94XTnWc6a1/Rwdy817v7b8JJc2VCXFCVnxfO1nHlNE5ttITT4iutcRIWQW8fK9/m+OiPBbmsy26mV4CvOzSLD8wjrWETjKB/DBkXNEpOdtxxboqngfmcfm9nml72RIeumIiJeusX8a8PGxYbp4GxHKaFmmptfJLdeRlUndzdSOeVCl6yp1lpi7af2EdxEe63E8A98enouOOQcOvKinnnxCDddojx85qgfuu0//1fnNOa8D6Edc/ue/9VvpF4Zmpqf153/+5/bTPxHflqY++dBDP9WXvvSlZDMvPve8lu3TbrrxJv3W//rP1Vie17e/8Tf63/+3f6H7739Av/97v6/POef99re+7c3Zaa/rbhI/Jzw4OGRCMtWTXZdatf84euS415fH7OMGdPnlV6S8lg/83Hbr7UnviAnko5u9ETZhHUbfR61zQ/a7unj0aIdmGo95lnygbSUieJR4teI1edJD+O3n0N5ryJRrxnKm8YzGM84RkeBw3e+cBfnA34bXZ0wy4Jr6kPNHYj64gG/dcXLjxo0WdZXy8NOnTqVr/BMw+lxv5sx86ATyxCfRujBK86dfwAEP5NuwndGP+XuNvjTwiAhlWaR5Irpn3jEHjXkYB4xe6903TAtzRETSZeaEl9DCNeNp8IB+1AQ50wf6gU1s4Bn9B4cGBY28ZwzvGQ+8sIVAJx80v3BhMsV58IkI67/9uNdT8gHu4EcDLo1nwIqIZIfuZpqzJB/6cc88zMs9/Eb+jGM8Y3mHrHr8B3/u6YPeHz58WEePHk05/AGv14jZs7OzKdYBH/rAF57RmIc5gQEsaCTecaYv73o8iOjizVzg4+dmhx9GvHz2Q+FY2k7EmlbajmfN8jwJJuLlfhGRiKc/LSKTLrZ0rZDcKnuOygC7rUqMo7jEPe8j6KeXDpjETe8c0X0f0T2/8l33Wknp6N9rPO94goYdFcyC2N67iFBE0CWNI0jCRFob5+c3EZGUAUXpCrBK9L+kVOZHuFXuZ2AeIbVd+KMxDwzm/HJLXdL/IkJdfoWHRnLcGDCLEwwuy7P0vGN44ASsiEjzZ1kGsSKQJdjhW7fwc95FxEuw5SP1Me8zZWqttY2klEWWFBa48CXcDyVBWYDBtRTu87KsrAae0z0rN0np8FyK3JdhfQkXkhac4J3ToUOHdNQbaCdPnUhJ8sLivCi2ykUxORFoOzlptFZdSG74UUceLPAEl45lVtRK5XaiWZ4rdwMnT5Lk0VN47sEXY+o1+tIiIsFD7sCl0T8iBCz6cI7o3sPjiEhy4Jr+wI6IlFCQWCIXig2c+bTrfi8oMTD0od9JUXgnseNN1DVvUiyaXgyWM40EZ86JyrIXr7nZV+SZKAqjWy0H8j4X/MpazcnQoPh0NcXZcRfw63bSTReR207CWjTrg4zTtINlw4Gav7n35FNP65A3Ql988ZDOn7vgzdRzOnLwqJYWl7uJphMl+EoAYj5+CubokWN2elPpmyhHnfQtLa2Y9rod/oAX5IPatn2n+pwMr/eC4jYvnl9155268ZZbtX7jZhfH205GL2jehUt+YmVmalqnXcA95SL+yWPHdeL4SeNxXtMuTl/wRsDhIwf0/IvP6vDRgzp24rAOHzmkAwde0PPPGu8XX9Rx4zI3eUGtlSWFaQ0Sdy+45ba2umgdWfNlU20/z0x7keUqrBO5eVhZKdtO4uBJZKHIcsmtikx88KOTWbUiJCe3eVHzqVTGOCtcZT1uujiDvLFvzlaapGPpWvKc7XSfRZaS3mEXQdE15OHXKcBgtyzMMtsfusmZPrmTdXQIHeEZMNuWdc/mOEdEgtvrE4ZhUwX0y+3vPJDJDYFTGC9gA4tAg46x2Kuq7iCCAfp52sWep59+yrq8nDZ1SAx4Jx/oM4EIXEsXhWWYlULgWxSldaLf120n22e1Zvmwsbpn315d7gLWpd544VONW7dtU58Tk+HR7kJjYmKdRl18qnlDu8pyEU87/l+X/kpVhOQGnug1/OxY3h0v3vETXFficF/7jI5bRZOTUXXfpPFdMOokPWgLXlSmveO5IsLiZHzlxVvD+l0KXpAktCz3wv6l6Q0g6JRhNu33O9YxNg0bq8sqLT8woOV5nvwQesd9w5uIbcvyvBezTz31lNikQIcWnfSiA/TpGCfGMSf85UxDPg0vgGtln/HpTzget+0gu0EnmNj03Ny85ueWdNh2zd8MA2fkhB86e+aMShdSbRQ670R6xYv4tvFuGx/oZy7mZcMHOZdlodKL/y6dUl+tZj1YEcVG/AELyDVvDjM3OgGcyn4GP9bw89HRkeQTKvMVPQWP3PZEgYHkZNYLTuYDPi0vCnEvdfkPPHjBWM5jTqTHJ8a92TGTFmn0JekpjOMmLyCRS2ZbruxLf/KTH7tg833bYSvJGPpnnQjNeU4KZPhBeA7dwAZ/zie84UThmz4sbOE79EVEsmfw1MUDumjgmWf4DwmdbFkXOc+7eE5xeMZFTPzF4OCwN0GH3Ea0cdMm8dPPe20PbJLxLW2zSWfOnDPPa0m+7Yu6yHSMZ/OjqkJzljELIfTmyJEjtjPrg4syC6bt3LlTtm85lp51cXDIC/1Tuvyqq7Rg/bqQvm265kX2iK646hq9933v1c1eJHeM70M//YkXP5Mqs8zjhpNvWb9+Qnv37HHBYo/n6NeY+b/ZC5s9e3Zr//69abF96WX7dfkVV4gNsq07tovYM+x+ueNPaRsu6gNSWdMR+/epmVkdPXpEWVG5ADSioszNr5Y3nJr21W0129LSalOT0/M6Pzmn0+cmdeT4aZ25MKVGq3IR5ZyLKMdTO3jwkAuNB3Tc8uJvBcKHE8dPaGF+3npaV7/nz6xHTS880IuJ8QkNeqHDQmzYvpj43rbeL3lhSNHlhO0oz7LkByiCYjfoCDpB/MM20YmabYBcC72orOu1WpGKl/RBn5Ydi9DzRmNVay7KnD9/zuKrtLbasGzPatq6gM1iX6su7IH3lGPYQReCpqYndf7CedN5Ut+9/37xawd7tu9WYX9SqxcaGOzTtm1btMWbpxRG+ZQw+gsdc+QItucVLxixY/QUG6XgjZ9hHvCre3HHGM7o5mEvGL7yla948fxTofu8w07w++CJrfOzRFw//vjjtqe2gM8mHjyEVzQ274hnm60fl112mfHsbjTyc41Dzgdue9Wd2nfp5XrVXXdZf+cUEdazURfyNiR4i5bDJZdcYr0YN7+UNoEvdyG0B2/auUJuX4odV1WlVRf1IiLpKXisOFfJA/lJbAINDNYdd06pY99/3psxC8458jzzorQm/FOeh+SYcN55xlpjWeREq5ZX5ueVn/NNVH5uamZ2UrOz07b9NS25cNBocl6w1++YX8d0yMX1J598Uvw07innMgedlxxw8YL56rbJLC8N23lqltu3lYl/fDu8ck527tzZFB9rjp3IDf43veYYHR1NsZYNJXRtwoWEnv4dvbi4O3XmtHiGLPI8F3zhzIYEespaApuvuYjWMMymY9SiebS8vKJQlnI44j5yZszDjzxkfp0WMlxzoSMizKc149ey/hX2R32KCGW2EWJCZRkU9tecw8/QwYgwjbk4IuCvUn/eOVj5Ok/0A6PjGMc8Wd7tj74yDpgRwaU6tk/4Qf+ISLCJ4NxDq3y0HL8iwrAzy7ae+sgHczad50IjOHJfs+0yJ76+aZ5EROofEWk8OJmsRDf967YVnnHmwwoRIY5QvEQHvEAG9D/j+Drt/Br9x0bpy7eZkScFJb4BcOmll+qDH/yg3vSmN/E6zY9tYZ/gil4zH3gctG4xPzkinfmGOvIZGx9P4/kVZv0AABAASURBVJgbvPBtm1wU/8C9H9I/+M3/h/Pt2zTqPOrs+Unt8CZrvdavTY435EZf/cpfaerCWZ09dVR/+bk/02OPPqwRw3vTm9+cZI9+MQc4k6OwXrn33ntToQufxXzoKnIqLDsKa8MulPETobe4wDZsW1+YnRP+t7TfWnIMzEJJP/FXg4ODSU61Wuk4VyY60HHmAybw9zjm7HIBF3/ANTyDfnQYPiM7i0AV8REc7PPqfQMpxjXs7/uMT+H8c+8l+z1Xn/7nf/gPxN/1ev/7PpD+HuHHP/GLuuKqq/Wud79Psy42v8/PN3q94sRf8Bt9wYaKokh/5xadKY0vcml5w4GNmN/9nd/Rnr17va7ZqD1ez91x1526ybEUW4PXEaHXvva12r17t5rOfROMshSwl+2n2XhYc+FqfnFB/L3yc44BkzPTYt5Fx+qG30VE6s+YQfMNeQMnIpK+Dg8PeaNlPF3DF/qBP9fwiPtz54g/0qxzn4mJcaFjLfsCGs+I6ejXsGNiwzlbw3GLmgYw0EVsDZjYDOeISL4XObGZB571ek0LlvOs5Q5cPgzd0yHkuuSNh507dzpn2K+rrroq6Rlw8WvQBGzarbfe+tKmIHBq9S6/6CsfzM91hkKFPQENT2xfCq00d0v8KMtCufUvIhQRSc908ejRxpkx8BQ6SsuHfPLrX/960oOTJ0+lsfw8LpsU4EuBl28e//qv/7o++clP6hOf+ETKceFhpki5Bx9I2eFciHsD0pr1Ex6gT8wJX2nMRx4BrfDv29/+dorDuXUaOol/69atU7831binL+/gPXERf/C973/PsXJI444R+DdsiTON+RgHjcRo5t5qObz/Q/c6J7xc/NJBktPYSPoA15J18UVvSpH3tu1XWetU1vfUvFbG3pmfVrdvBLYVNHE1osvniO6Zh/gJNoO/9e1vio2mM94gZc13+MhR9Xn8z/3cz+k3f/M39Za3vMXxbn0ClWW5+CniB1yYf+bpZ4Qu/Yff+V198+vf0Mb167WJwrTjwqf++L/p+LGjunD+gvOq0/bZq6kt2Xb4NSD8FvwlL5px/L7hphv0lre/RVmepbXDouspTcc5Ysyg/cXE+Drj1K8iKwT9mfHIvVaBjjXygiyzKDvcpvNRb86xOYs9tY0PPIbfqOSLzgGwu8xjeM/z9MF+5xXNVkP49b/5m6/qsUce0f3f+XYqsi94A+vE8aPeHP5T/eEf/v/013/1ZWXW7XAgGBjo15hzgk0bN6hyrYg4c8ab09DG3MgC/8AHrZizZZmBaM34O0VVRK4wPR3l2nfpZbrxplusU0P2BQtamF+wPQ5rxPDLspaux7z+Ri/6vS4HLmfgYn9r5hm+BZpqjqe6eHCd57noB9+5Bzf0HD1gDGMjwnnsoOfv98hKeZ6pKHLV6qWkyv+1xVieRYSfKeUgwFizHFrm3+rqik6fPpk2iA6++Lzz71mtuN5z4MXnzMuHdfbsKdMxIH59B5iN1lrSjYF6nwbtqw5bx+/79rfUtL/rMw0RkeJ57xfvKt9X9jHMOe+8kcrB1m1bU64Kb5B1aThXeUP9vGtVDfvqaW96nnM+d8w6KaM9NDygzZs3mh8hg7JO5dbVSY2PTSjL+/SBD35EH/nIx1zPOiR0/VLnvlud17dtd05BxVruxz/6gdcLUyqLTDJnvCtpPFvOQ5dNz5rgadu6t2aZgAMfVBlbt85rqZY2Op71WX5hYG3nWu1WR8uu1bXbleq1umXQr0HrVVhBmubr0MX4Am3EnxSfDHfduvXavWef3vb2d+kf/9N/ql/65V/Rz/3cxxw736vt23fY94woslzTM7MpLoATelKZCUVes5wHlNkO+oqacveLCEWEbd2ytm6DP/1NYHqWX9ShCPcz4yJ8duP9K1vE334O3r330bu4eOYdc7zyzKuIl3v23nV51VJlntFHxpHrHp70i4hEU0R3PLk28KlFtRxbU1+fkQst3Sd40GxtuggTuPgfxlaWY7iPOWM+yaKuxE86y7aM3+1Y/k3XvpVVUl5pZW3ZOETiJbEFO8NOsUtiCTIsHc+GvJlVt44/+vAj+lf/8l/qheeesx4s6YXnXxAfvAQ/PkADjvwJgw85h+SX4piz3+t3fgmA89LCsp564ind95379IXPf9Ebst/VH/3RH+nhhx8W+Q65wGf/7E/1zfu+qb/44uf0O7/zO/rd3/1d4efOnj2vujdR8S+587Lca6KR4XHr6Gbtdz58/fU36o1vfLPuvus1umTffhH3+NDYG97wBu12/rTRPp/YO+DNSvR81XqZ5Zn9RiH0pdfkA17SfJl4ExHmU/bSdYS9Kvx3k4+ILg+zLBM092BFhDiQN/Bo3NOPZ+RwPIPH8BC80H3eIwdiNPj2uQ6x2Wti6IGv1Er2Om8kX8DH0qfuWEi/rt8rBAzkCPw11wuBy5w8jwhFROqji0dEpCv6pAv/D3nS0MeIEHhGRIpd9It4eQz9mIvGNWOYE7q4N7g0X483vTMwwZPGWOBCAzTxjHGwmWtaRHd+YEJLn/Ma8sOxMdd+nX/CA54DA54wHrjcc2Ycz145PzjQt9fgKfyP6NLXg8czxoFjrwETuQGXucmdaOC0xb64cPycdd58wBupZ8+eS3ULvjzGmpnYT12Fa9Z88Aq42OE559zYH/cRYRdSJZkxBw16OMMn8Ic3GcjQGFSZykqhlrnX8XWgnEWRFB7FhyiaXyki3FDwTApans7h64gQR0T3zLVBJiXozRURiug23v/3DXx41jtHBLd/p/Xe9850iIiXYIedeceTw2zaK/txDT6tVjvhhqBgEELNIkuFDsYAM88zwYMmDtOJQ+lArOCN7CJxsJUvKjEXrQebc7dX9/8RkYZF+Hyx5RZ4RKhl501DOWi9uSO6fYEAvNRYhPo5eGaWU0S3T0RX8JXfO8Yqc/JVhI078mSMSejun+fdexKtQRcoUVTo7ikGygJsr3FUdS7CNB9NpVpOylsujPo20c5X/fmU3Bkr4NTktAvls1r04mvNhca2aWo64Wm6gEUS1XQixXUFYI/u+Nxy8rFKH5+z3BjnucAvM54RoY4DVK/Bg9673vuIUETwSvCvbRmBG/TAK+4jQtCEfKERGDSesQjFMWKAPafAWN7zDqPctHWbdrhAQPKVWadqtdJ4tZ18LDuhnXOb9ybFsvGobC+537VS0tT2IpyfKlxZWpCMFPj4IuGCLLhPOJvGgcEBoVfoD9/C4W8+zLNgMD2rF4PP5i1bde3112uXA9Q+J2+7du7W5o1bvUjZqIG+QWVZ7vkL9dm5D7ooQnCZdZGWROmoC9X8PScKsLkDYlshNsDWrV+nS1083b13n268+Va95rWv07ve9e7080gjo+NS5MqcwB13MX3SBdHF+SWdO3lWp7xxeubEKR07dFRPPfa4nvHG0hEKypPndW7yjJ578RkdO35EyyuLbkvmz0oqyCy7IHjBujLtIvWqE901L57WXIid4ycdZybFz85mXrRkkvUX+beV5z29yJIel6V1OnMv882q3u1tvXFHD8pUhUdXPqOwYY5nlbfxW4K3injJtuE/ssYBZ3muzDBznyPC8mun+7C8cbQ9Pao8IfqI0+8ulFlUyOKtEu8jIo2lv3xEhNHqwmacfEQYKZ97/8CDxn3v3LvujeFeHsZ9RChzAy+SAs4EhGkX+lmoDQ8PeeGw3vbQTHNfb5255eZbRJFw2EGv4cVDYR2gWS0F3TKvIsybZKstESinXVj84Y8e1AteXI46YPKps23bdhj2RuvgHq3fsNEbO0OyS/A8hWpe7FAUkxFd9Ryci7KW+N4x31rYu31C0nnrdVivcgebys8y0xbh/xmRquJhpXRrybXtGzouqqf7XFImhWUVHlSZAGQGDREhzrp48Jz3ESFsv2N9abvxOvk341P5nm9Ah+cdGxtNCxwSkdTXOAIvIlQ4sS0cDwmgsw7QR48e9YJvSCRaPOMTePiQPidf+NPS/XvzF3kpWR/bXhDVzA+CNQk071m4//Vff9U+ZFEdeOQ+511g2OpNagpYwOnvq2v71s3q76t5Iw87NwNkNlhXsyxX3fEo9zUNfUC+JAUt87Vj+uQDmuZdMCNJwM/xLiJMw6B1tyM2KGgrK8v2a6sKj6nbjwAzM68H7E/WnBgybsXFJZ7hY4DbRgE8ouGN4rqTbu4ZZxBJHjUvBgacSEP3nAt22Bs8apu/6G7dPMvzzDoUOu/NERJ8+sNb4KOz2FtZ1l7SaWDUDBd8mAecuN++fbu2OJFiTMt6w3t4wVzIBhnSH76gGx3rGucIz+/Y3rG+VdaFwtcDXszudDG738WaZW9iTHpT8OjR4zp46JC+6yLYfffdl36GkG+nhHVxx44dxq8t9CN3XK9ZLmvpm8ltjQyPJB3MzEtkCi7oAIVmPkDDT4s99+xzXtTOq8+83rx5i3LjcMutt3rD55COnzztxctGvfb1b9AbXDi/xw0dQY9//OBPtLgwp1fdfqt2bN8qWa/Hx8fE4n7cOr179y7b/qXWoa0uBow6Xkzo6isu1z1veK2uu+5q3XrbzWJT9tY7btdG805Z7jwwV1N1qRhQsyrFRunk5JRjxoj1cMA60vCCsKHVFZ9X1rTozbG5hRUXxNf8vKO5xeX0rdR2J7RqHpw+c8GbrLO64M3GubkZ0znluLCsSd/zNx9Xl5fVcS5Wy2vCJkvb2ratW7XVsfcSF9WRA4u+PMvUb70kBtNvzbERfR8fH0/8XTYcdCa3PWCPyB+dh9dcI/sF2wH60LFPYTx9W47VjKusD5llSW5U2bcUlkFu++23/qKzwNi5c6fQv7GxMe3zwmr9hvWOSzWtm1iv1aU1HX7xiIqs1IHnD2hpYckL6/C0lWZd+G+akcBGJ4E/781jNuHACR2enJx0oem07eC8/UFH6Otux3tox/9CE98sotC/bdt27XFewmIVnbvhhhsELdgBeHrS5M/QNeaBPujtFfHOnj3rTftzQh9rZZn4OueiSl+trpGhYW1zvjFmPUK/z5+74NxuJn3Kc3R0TPgGPpzV5wU7eIy7H/SAS0QIXnGPPTYazURHRCR85AM8oDkibDOtROtZF7NOekOTDc4DLpjlIc06BiG/QedH69ZNiHk2bNgg+MccXXvK1W43nF/M24/OGM8p8yFUWb5lmfv5guG3jVOfBgf7BQ9HRoZ936+OfVDdxa7cNl+1m8qiUtt5ajirqDot49ZOc5E3TU1NKSKE7iAr5idG+pH955pYgEMX+BEPwI123Bv99G84JiIb+D3ovJv+6FFuXScuzVkvL3gOvk0xMDBkHRsTH8DAh+Bba5ZLw7wsi5px6KScCn1Bt+H1GW/QPvDA/ca5y09wQU6cTZ55Ap/aHttOMoeOjuNDZgI4R8RL9HWs+xbTy/+Cy0rQE1lm3lap+X+88KlK54hI1/QDBng1vSnKXIXpbHoTlI7c02plLeHVewZvkC19jUySUcOOAoU+AAAQAElEQVR8y7OMLqmBK3Bp6Huf4wfzMYYWES/RRx/mZAyDjXXSRewjIpJsIxJxKW4Qd+jL+9tvvz393Ct/U3i3bfCCC6/j9jMUhpgTX8NzbAs5Drqg2Ztv0ptrfNAK3SVXIPYxf7vdEf6O8eAFD5izaf/T1z+gMYqp5v19DzygPfYt4/Ypb3vbW4Wv2e1Y9I63vVmyfv7u//e3NT99IdkTf1MRnQYOPuISjwO3IesY/Dl16lTSlT/+4z9OvgUc4SmFePjNPf6DMfgE6OBPjwwPD2nCG3gr9qnYIkXbFdYkLoavLC+lueFVzf4Y2pif+eAJ+KwzLcBCB2uO1RFhkUbif1nWxRoHH4D+d/V4Ocmbv1v6iV/8pGq1Pg2NjBmH9Y5Rt+vyy6/Qu975bsu2Tx/96P+kK66+Tu//4Ie03Tlpy3YMTavOTTa7+PVLv/RLusRrJP62HXMXjscJD+tgv+1odnY2+c7CMXqdi3279u7Rxu3bZOVN6wN8/LBzZez+/PnzxqWrp2WWq2ZY6AG0kVNPeCMM/wx8/B/z5Y4/6CR6BH+RM+eISLIA1/ROSjEOfeA9ttqwjTMnutzvHARcucaH9GTKc56hQ9gLjfm5xx8AD31lXnABJ/ChD7rEe2DhqyKyVGhCR5mL9q//9b9OusIY+jIfcJArY+BNRCRetZ1n8R786QOe6FXbMuGZSVREcHrpzA26k+WZaA6SKmuFIgtltvWiKFXkeeof0X32Slj0AT70Mh/0N+wn8MfL1lfm3+UNfZ4hE2QkH9jjsWPHxIe+kV9ZFkJv9ziO8ne2syJXlmeql7nGhwbVcd43a/nTjJoy4wIvK+fqwC6sT8wH/XutQ+AI/+E9fmFubtazdv/BG/gP3VdccYXQefDmvm6dhB50gt7wnP5cA7Msy+S3ydHXTOejTzwufh2CMfPeyPuu/cU//xf/Qr/z739Hj7jwvuhYwjvgZeZnv30kNm2OSsaduBcRL/E3IpjqpQZfwZX4jU/hQ1svuCi57Fzv7e98l97ytreJwjK/slBYVnNz82ks486cPi2+NVi3zY8ODmv6wqTWnB8ue7P3X/6//4Ue9CbTPvOq7U2yLZs36pGfPaQf/OB7ycf1u0C7deuW5Iuhv9/6f8011yQZ1b15NDgypChDA8OD4nrYuTmY55ZDx76VDeRMmcJ5J0krvMvz4qUYAy/g91bnlpvtJ4APzsgU20M3tm7eqvUT61S3THjOGHwovOw3Djt379ANN12nm266UT/8wff1zW98TQdeeCF9MOLWm2/WDdddqzOnTgp6+/tK1a1T+M/C593Ws83OsUfHxgRc4j6RE/8VEck3RoTAEdyzPE98jYBKmY5SO3ft0a2336nLr7zGm/AblEWhsqjLqWvqi68Ddhpv2WPnxCfsHl3vwUY/IiLhQX/eoXfYxfjYuPPp/qRz8Add79kZusN9y7msUyzH0DX3ayWc11z3KyyLQctlZHjM+daQ4fSpVi+VF6E1b/wteAN4fnZGBw+8kDZPsZGGa4CjoyMpV3vggfv0k5/+WIePHdHU1GSKM5XzlJmZaZW2y61eC8u52QlvfFbeoGrY5/f111UWpfqsL9ANrvIBLbV63XnUsnEZcHwZEHEF/G648UZ9/Bc+4RgzosyyOe+a1He8Of6f/uA/6lvf/LpO2k907NuoSQ0ODGnL5m0aG53Qiy8c0I8f/Klz//16//s/KPh99OgR511Nz7NofkLnmhrOe86cPW26C7XNq6b9elEW6rNd8MUA5NAw3ZzRM3BmzTnqjfFX33mn+JDC8PCoeTCjKmS860k/hpybD9mu+lxvya0f6GVpnvc7Xo4MjWib8/ahwUE9+8zT+trXv6YsL70ma+ioa3hzrrnxASB81gbXb4hz+MlezM4y61LJPGWSJzJurLVUGQHmoqErEUZI3QN+Q0Pv7M7KFYqqcuv2ifC9W/fuf/z/jhUYGLrYj2vg9npz3XtW2YfxHFx6LSISzm3LDJ2lf92y59xxftVorAp5VtYlcIzo4sRtx7Wotuva6PWa15S994xtO44xR8vyZHxmPOVWWfk7Xmt3vG7gedvzVvZB0I087IW8Pl5NH8bJjGyZFx7WUbCh6rbSWlGjvaa2dTnLwj2UYu5PfvITffOb39SXv/xl69mDeuyRn3kPtq314+PJz+zcsV2XX7rf9vOivvjFL+ozn/5M+sl1Yhu4Qzsf3F/yGjyLQldecZWuvPIqZVmeGvHp9KkztsU1RXR5xod7t9jvYv/Dzns2u5ZReM1LHsL6FD6wJkEf+QUf4uVdd79Gd776Lm3zpnzbPGIvYM01IuaH74PWQfSaa3wPcPEN3KtSsutEtP+HXH1K/7hmPmDSWq5jcbY6JXw5t81n+nFN39R8031WiXNu24gI+8xcpeMn80IfDb/P+yzLxD1n5gAO/bingT/PNztW8CdxaKzb8JXQCb8ZExG2z1pqjAd2r8kHfdCtzkW9jQjLInupRUTCkzkZx7ycI7rPwZ9nnOWjx5OOlZcGjpz9KtHONTzgea8v9733XNO4Zx5gc+YZMmIezpnnjwhx3esDvB7dNcdIeDFu3ezJl7l7vCEHInZOeV1Lrk9jfERX77gGFs/Ryy6POqiH/WnrJR2BL+BEq+E/7e8iAvQTDyPCcWjV6/9515gu6Jh995p9K+tw6iJbrdvQ1nTuxCDyLnwg89LwveBSs55AC/OBl4xJRKjt2hRjrLaJF7wHTkQkPLOWDYCXxkbdFsryLAkVxmZWtIhQZQVAKDBJkanXKoXkFrTw/1/RdPHIslDuxlmvOCAs3YYUEX+n6eLR6xfR7XPx8d86RUS6j+ieuWFcZJnCc0eEoIeW8cz3unigJAiIc55lyRkTBKG3rNVc2OxXXivVxlDNWIYBu9dC/s/wIrpn34p39Psftov9wIM5M+OHAiEozonHHhhxEZ6veUYDboSf55kiQplbRIgjvbecXAOSfbyDWFduPKfRJ8u645gXhcToadxHRBem+9A3onsfESrKmgobjRwiaTjMM2fO6bnnXtCBA4fs1A/p8OFj3WDtYjl0ZFlIDjgtKyGGlZqLAOhcRK48K5RbcXMbRekzrYcfdIIzMmjZkQKPc+8Zz2nc07hmTJ7nAgb4gyNzRoSgEeeJ02Qe6K1ZtkMuNuDkuV/0pl4PRg8Om4mlEwuZr4tzCzbSSfHJBjY7V1eX06J4lcKCNyBaDqiV6QWXhp+trSyp6eBd5JkdbKnc2TStdDJVWZfAkXkbLi7xibq2BVcYp34XDQeHh8U3ny6//HJt2LjBb2xpWaZlzzPvRFQKB4e6k8OhtMjI/K5hxwGPZHqhbcSJ6YAT2sHBYQ2PjDhg9Gvem9yLK6suYqx47KD41PtV11ynW269XVdffY1uvuUWrXehsu6iTmb54EwWvAA6evyYZqdmdeH0WZ05eUrHjh7VqRMndMGbogtOimemJ70wPKeZ2fPip3xPnDiqs04iF1woprGw5Ft1MzhUF9JXzZvEH/OwaZpmps7rvBdg0y5Arfle5k/Di681J97QNugEGYfNNfxdc7Kzwqf0vPHkrsrN08x6lOWFLRQbdjCFay6MRmY19FPGoSuMhe+ldQ4+cY3seY5cGna2OFd0h3dZllt2ubimPzDgM/CwWZww4zLLgDPP6SMfEWFxRBofEaJPnufpWcLwYiCkP41nESEOYP33reMEIiKS80ZvgIduM/bMmTOpMM6iiWAAvjQ2eNiw2bFzh3WmBmtNS+lWMI0YCz0t26Y9hkjy4XWz2bJNH0kBip+YevWr7xKfpEY/inpNa7bLCPPaAqhs66fPnXcRe9Y6uqK27QX9IW4AuzKdYbpl3KGhctwJ90mFKcutRH5+79fGz7puuSk6xq/tezcnm2F5KpPCfM48X8cy7fhZhN8YPnyHH9AsHz0+8wwZ+ZGnD9lEVbdN57r4X5YnfsIHeMeZ/hGR+kd4jGkEDvJgHnhOMeTqq68W/oP+PO/pB/3ojy5x3bIPhKf0OenNgqO2nwveRKKwf5WT3Fe/+k7b40Aq/l3hTa5du3ao5cR9eXFeYWeem15gURRCL8Fzi5O7fm+y+pX9TCP5GGifm5sTf9/hRW+Ao9NZlonG3Pg/CmGMn7bNzsxMadlF0UXbOO9JftFp6MNnXHDxGHwp+vDtLeykZbnjN/fs3pP0qe1FSFGU1pM1AQP86NO0HTHPmIsG+F74Dw3MAR7wg77gODl1wf6pz10q8Q0fEvU3vOENpqmW4FojfF33Qrhfw/aNCiXfC797MJiztE3znlZYr3LrFHMjA3hAA0dP9NK/LMsV7heRJfzLomYbKNRsttNi48yZs5pyMWhhftFzrnpxBJ2VBgaH3aeVPjh00oWTFw8eEPP0WSY58GS4boXxIGlreiEd0dUleDzohcqmTZst80stg6ayYki33/V6XXntdbbNusbGJtLm3IMP/ljL9tnwct2GTTrnDc2nHXd/8MMf6evf+La+/e37vfF2QVdccaVKx2h8Fz9N/OpXv1qXXXqZbrjxehcBNunKyy7V/n27dd01V+uO227VVhexmo5TAy4O5S4k2Ek51xnV7GJTF+ZaOnLigk6cOq/j/Gz808/owvSMpqZn1fSCc2FxJc0l01dVmekOra02XTxoa7XZ0Yx5NeN4efb8pE6Zf6dOndOCF/GyveYuqNTqpVre/Go21zQ0PKDm2kqSxwUXLUmo29Yx+rFo2blzu4sdQ1pz33En7OgQMmeRNzMzI+4jwr7qsHWobjJyy6WpVceItv0CMkFf0TkmQR7YOLqM3aL/Z7wJNTs7K6uAYfR5fENZliVYfd4sLPLSPNximYypZVt++umnRXviicf06GMP64UXDmp1teFnz+vM6TPWo5ZhrHnDeFLPP/+s4WT2jTMpD6FQAg59Lm5GhOere3NvRNg2jXfzjptn7M+xDfqxGBm23nM97c1FYIDfnAu1u73JQ0GEn3rat2+f3vnOd4pNjL3eUKFhf/ipN7zh9UInGBsR2rx9t/qHx3Tz7a/Sz3/ik/q1X/8N7dq12z7+Ju1ysW69dS23XW924W+9N4uP2Gf11fs1ODCsWlnToHOLVRfO2o5JFFIpxGNr4LjBOUTLMpQP+I89SGH7WfG4QUFjrVYTMlh1nEceM1Nzmjw/ZdilBm0bw87NGraZyclpDQ2OmKdtF5WmhJyAySbGVhdEoW94eMgww/wtzOuwX8q15tyhaR+aZbnHyvJoa9BwKheFmo22VpbXLONCfHP70n2XaLM3VAYsk45jU277bdh/QQP4cS8f3Dedr/EO3KEX3l5//fWC19AxZ/8r0wpuAwNDusKFjM2b0Z0J07tsfW2lTdLcOrVs2hvmEzENXaUBm8Zc0BkRGjIvWBSiF+CS54U69rtc05cGT+WjaZr5JC4N3CPCdGZqudCDvgOTcZzBN7Oe99orn9uo/a/Sy0ekXIExfqGISHAjIl3LR+XuvAcfzsAD6AqitQAAEABJREFUNs8jwj2U+kaEQXQ/fAad+OQe/vTnGeeyLAWMiFCW57aVPvNuxPItE094HxGWb1scEZFwXLPto4f1et16sGbdKES8oX+e5akP7/M8S8+blmlEJJzAHV0Gf55jL/gacELm8K0312bHYPzAFd4YiQjLtqEsyxKNjOPvNSI7npEHIw85b8E3ASc3Tfg68Kq7MNpwDv/cC8/rRz/5sbZ6Y2/SheSvf+1reuyxx8Qm/9e+/jf6zGc+rc997s/VMo2zfn/mzEndc889ae5Fx3JizcGDB/WYN1SGnMeDOzEcGHe6QBsRevTRR8XP4FZqa35hVguLc5pYN+4YW2rFOfmKc3Bwhl7kAkxyAHgTEeq3fdYca6AHOvDb8ItGf2jmG+01+w8zVUuLSz5ViS/AQDfBqeX8nf7Agr9jLuDPOXaMjY6nWL/ZBRD8zPr1G83XQqv2B3yDr2UbbrQqrdn/ZFmuwnoyNjpmG2+KDzgdta8i533Xu94l/OWnP/3pVHSEjpr9DjijG+94xzv0iU/+oj700Y/oSm+ArNlGnnz6KaE/8/bBjB223+Ue2tAHYHDtJFcrpuvC2XNa8poss9zRC2D3GjQhW2iEbvowFr7hO3Lkb3/DGjIikq6jN3meaat9GzjSn5wpd19wajv+yMfc7GyyA2AzX+b5x8bGEt+Im+BMfGSuiEi8p28WmVqGkdv/oHPAZzwxhA+hcSbP/83f/E3tdmxhDHEXXJiDvsiXa6Mh3odhch0RybZ418Kv+Z7nzEHjmufA4Doiku3yDj7Bo1qtVJaHnPgqAnht49tMcCMizZebF5WUdB5d+ulDDwm5gBc6/tGPflRsnmKfrH/gJXxtoj/OIbgnjnz961/XT37yUz3++OOO4S+IAly3HdXI8IjOnT2rP/5v/1X//v/zb/WVL31JmWXV8VqkaR8LHcwJzhGR9Kwsa4JPPOeaXIZvPtBq1jv0CX5xDa/ZJCQmw3N4QMNXFuRjpg+/yDPGQFvN6y5qD4PDA7r1jjt04623qsn6oKxZHTsqi5puu+V2bVi/PvlHgxCyWPDGahenMvHUxqiOdYD1F+8jIvWDrzRkUTO+0Mg9eQXfxr/nTW8S62xi1kbnBQNDQzpw6JCWvHmNPaNz589f0CbnDiePH9eRg4dEHOdnUNGhLq8qbdm0Qf/wH/y6Ws7p8DWvvftuffQjP+cNp5bj8CbV7VsqL9TgQ0Q4d1xM+K14nty8iSxTlmeS/y2uLqplmVBnaVvn0Pem/bl84OMjQtCw4g03CrrwFPqQTUSoKIoUAzLD5Hp8fEJlWQh8+VD6qPUAuHXzo7SfQR7Y2Q03XK+jRw6n8dfad2wwTdu2b9UNN1ynvbt3W38GXAM5pZZ9eumcd9Qy63jjZdr1ko1bNqus1VJjTnACLq2yAoALjWveR0TSf+QBD93FsbBf27bt1M5d+7Rx83aNjq3XsDfeOs7HOtYJxlXuiEza9mvoJfAL84+1BPe8pwEXnsEn5M6z8MKSa/rxvGV9gbct85jWbLTUaYeqTm5TzXyOhCPzrTn3Yq6IcO427DaiwYEh9TuXxi6KPNey6zdLrrmd9trpkZ/9LNWTpqenlBeZ61LbTF9peC3LLrSysiTvJnnt0Uy6MLFuQpd5PQNd5+1/O95QrSxzYyCjbf2pJZki/9z0wsuWN9PKsp543nDf/gHnob5f9FpmeGhUs65bthyPOi478Esff+aY8eUvf8nrvSWR3z755DP2EQe0uLAoNh+ff/45/e7v/nvd581XYucJF+87rqGMDg+K9Rc8wt6fffY58as5HetoOPbnWS54iv8Hv76+ARWOk23Lre3Jm+bv/NKiZh1/PvShe3XvB+817waMx1rKffod05uuzSCvNecAzAOv2x4ny7te1rRubJ1tbItqRd3rjjl95W/+Rv/y//hXeuB739Oy7SDLc1Ez69iJwgtPa38x4rg+JHjVa7n71aynxMCIEEdEJB8S4XOWpf4RwStPb4C+ijClxqXyBJWBV9YdC1NFFO7jDv/dP/QtNffnFfRwHxEvzdXDqfe+ZXm23apO231kPclUWta0MF6Mh0fYObwpTQvfbA7wsSwYD27yEWE6/N4n30n077gftJdl4fumlhcX/aLj65aaXhtklmXHcmg7FnSMQ2q2s1R899jcuNfL0j6tqXnr1rJzhVXzvml/UFnWtaIUPMntG2r1zD50Tk8/84QefPCH+trXvqof//hB3X//femnor/yl3+ZPrRx8sRxzc/NKjz37p07ddn+/dqxbZsiIv3c8+f+4s/13e9+N+Uvo6Oj4oMw1HDKsqb3v+/9+uQnflE7vPH53DPP6bTXvLfdcbve9JY3a7P9EevN6ZkZkWvs3btPV155pfhw0dve+1597JOf1L/67X+rG2+6WW9729v17ne/R5/wmvHu17xGV19zjfbs2Wt/OZHG1qwv8J0GD2EoOo3vaDt+Ihd0tigK55s1IdeIoJt1oxJ9GEc/HqJR3Cf78HiuafTDDugDfcBhTGXecEZ3eUdf5qM/19hMw/LjGhxYF9TrdYui4/XZYsop6AMM5EzcABYwiKPYbUTYJ62kMRGRzsADB+jv8zqytOwj/M528MrnXFeObcCjMQ7caMzLfD1egX9EJJ5wzVhwpoFTZdiMp8Fvxvca98DkHf1oveuILr+5pw94cO7dMz/XEd1+jGX+iLCvKgQP4FlEJJnleaG8yNXDSz5y2xO8oPEcGD24wCY3PXf+nGZnZ1/iOdfoJeeWfTQwIiLxN6I7N89o8CIi1LsGH+Iy8zGXfPBuyDkK9Qg+7NjzY6OjI9bZPSIPRE7wjLUOa3e+cMKZZ/AQ348PyfJMdcvVBCd5oEPwjeaplOUIPM+F84kIZXZCWWTiLB8dCx0l7tjJ2T84YROwUvPrl/+FkkHr4uFbEdSKPNLZozwGs9DFo3udiPZlOl98E8FovQzPt7yn6RXHK+8j4qX+PO8YWc50h1kwoW6Dgbk8hwH0iYgkjN5zPvFH61hJ2UDNilyFeQQ/aBGR5okIvfKIiMQz4KR+EK+/fUSEUCqETR/mR2AoGEIDLxks72jct+yce7gCjee0PLMrN47AqCyb8OIyq/KU1IQyRURq9I3oXkeEekdEpPfMQeM5fWlcd5C7eSiFZHhtL1wbay0nMks67Q2148dP6uTJMzp96qxOeHPt0KHDTjReTD85e86bKosEDgd66OqYhsrwKuObqfBGxoCDXp/5XvO55nOemnxg0Cgp43qt5SSBxviIlw0LXCPCo/7H/yKyxG/kDs/hvXwwjmueIS/mBDZ6EhGiYDjmxfy2bTvSJw1JPMtabv1tuei7poYTxWUnO20H5Cw3wMB9t9VxcXh1eVELc9Oan58T+BOwSwdjcCBIYezDTs5J1NetW+fkd1htJxr8nBvf8mg4MJPsoIPgODo2LoGTjbi0LnYctJtegGDctGk7In5y59Sp0y52T4sNf75tun7DZvWTpOWlxgxjdGzCm6QbHeyGVHPR5pL9l+rOV9/t5GxUTzz5pJ586inNuiAwOTWthhMEeIMOrBmfGc+x6ESi6Y3hk8dP6NCBAzrrBHjy3FnNzky6wI5DnHJwWdDi0oLOOkhPTp5PQZ/gM+sAPeskeXZm2ondtHCWfFpvyUlp5eBoT6kOMnaAm/VGwZQ3cGa86YptNKxDRV4IHrbdd22tobWVNcuhqY71qTB9Yd2vbAPoSNP4VpZLHhVs0yv9Tm4/5wcCDryLiKR3DSc38oGMOtZ5ChazLoiy+GzaofMe/XAXw4yXdIp7+vf0KeJl3UR2zMd7+vXG84z+EdbbytiZBvChX+rjZxF+x6CLjf6M68HkvhdwG+YZC3V+iu7FA7a/QwdceGiJDSCKX/gWYEcQ/FfF9UWw6Zr73vzADS/CarVCdiRaa6xo89bNeoM3te70xgz6WxnO5q1bxCb/li1bNWhdzp0Uon+Fk6i8rIl72fYq8xL9gYd5YZhOckyxkms0nVl06WR+bCAU4r3/55Ntyj4D30GyWhmvjnXfSKuFjM23yvcR4fm6/gP8c8uYc+KllGRV2n/DB3RpbGTYurOitvWtv3/Q4Cr1+qM/EeAgvVI/gEWL6MoXeuB/zfRGhFbtDxhLYx7OntqwO+Ke/vIm0rQ3LlmADY8M6nWvf42279hm23tCc/YVO3Zs17ILoZVpXvHCkWdslJIE9Nn2wZH5SvuSFRc6215EFPYHvENvR8e636ilCMwnyCNCmzdvBo2EAzwuLAPgLNl3Pf74Y/r0p/9U6M7g4KAovkWEF/9nk08aGxuzr19IfMD/wdfSfKzgu2Vn0SY/0bHdRYR4znsSU2yyXuuzb5hLmx99xh+8HnnkEf3oRz9KyVPHABiz4sUF17P2ESALLne7sFJzMeWrX/2a5Vd6kTekyv2BT9/l5RUV9gngBV3AqVkW8IFr+E+jL/fIADvhGbIIT2T3IMYyDr7Ql9byRmBlmlZdpJ10UejEiVM643h34cKU490px7rTOu3NwbNewC/xwRTHOT7pi9+kIHrBG+QdyxBYq94oYc5+F57BLSJMT+F5XfQyf6qwTURNM7PLKvJ+W0euFW/ITV+YToU5uX/pxT6LHxY2A178A2vIBZOFpVVrVGFb72jFPnLduvVJXmxEqwpvzG12MWHQfrPU2MiIi2sbkt1R2GnZruemL2jOm+mz9vdHDx/To489pceffEHf+8FP9Z37f+jzj/SDH/5QD/3sIT33/DPKrTvXXX+97nnLW3TV1ddoYHDY09TUaHTsJ9pa8Ubq7NyCFl0gmZyadUyYseyn1d/fJ5LY7Tu2qq+/7gXXmNZvWq/BoZrKWqjRWjENa95MHNWgN3XDgllamlPp/KaITOfOndEZFzRz2/WCN2OnHBfm5uZtK8uqWeboLUXJ4eFhEaNmZ+d1zhu4DW+EY98DA0OJL8iB9+gDNtCw3+QZ18iKZo9jXJrWjsp49yebGBrCR7RTLGc8Sb5Vz/iOOBHfnIo+g0P9ym2LbS+Qh4YGtGevC2mjw7r08sv0+te/Xh+49wOmd8i2tKInn3xKTzzxuI4ePSq+tVavl2m+zd7YJicADz8QNoNeXm+eU2jFD+zYsUMD1qWhi4uDBRdI0WFohwe7XcA74uIexeAx2+/HPvYx7fWGKu+2b9+vRjPXrr1X6M1ve68++OGPi4Lz+9//Ae3yxim5zlbnO9u279LlV1ytweFh7fEG44233KKa84h++4h9l+zT4OCQY/hs+gDdIw8/lmgg1mAPc46Z/HTOT3/6U/FJZjaA+UYmdhARqtVrzjdGzIel1PAJ8B96oXtoaNh8H1DDBW+KUPAI2NgOuRJ0IDPukT2yYGxpv4RdM67lYtjAwJCLCU2/yqwnqwleOO9cXFjR7My840fHcm4lv9h4hR4Ab8k2DXz4Ck659a7hnAMaeBYRAmf0KCKs96upADXnDSBF7mJfR3lR0/MvvKiTp6y73uplacAAABAASURBVBAHN7vN5FuRMeOBDUzmXHaBmHnJd/IsS3GDMTxbWlqWIlPmGLtsn9RR5sKxVJS1JIs8K4WegA8wFxbmNDwyJHiF7LEP5stNB2ddPIAPPTyn9cZHhN2Om+Jiz5dPPKEfjbk40+jBGXhSJa57jXcRodIyAk9o5gwuwIgIkQfUbMu8Qx68i4gkozzLk66g98DHx/Z0gHNuuphLPiJC3MsHMB5//HE9++yz4rpHL2OYizN4FOYr73q4eGiydfDlOfGJmARe/f39qQgaEUlG4HvkyNFkk8yBjdIHuwQPZHv//feLn5JCDpdddhngE118awFfBvwsz8VGxJL925+5gMvPdJ49e0azLrpj27/6935FH/vYR8WHo252MWtiYkLT9tvrL35gYXxinSbWr9P84kLCfXVlVRv97hLbLxNGhP3uuPg2O77hIW88ff/731dEaGx8POEPHoODA5rwhuru3bs0ODTg4t6C1zHzwg4/9alPJZ8EffgmfN2yYzf3hWMD9EI3PIOuF154Ienl+fPnLd9MleM3xcS5mVnxYT34CU8Yb0RE/rhkeFyv80YQMPtdNJ51ETLLci0sLXr+fo17LXP23AVrWdif1NXwWgVc+u0XZ2Znk3xaXif83u/9XpI99sYHAcEHn3TBawvywI77sNnLPBs2bVJeK7VatWTkUnEQXUMn8Pn4A/QF3tGf51mWucA+J3JgdHPG+cuM1y516xP2zDz04zl6gm23vM5DV4FBYw74QH/4zzX9GMNY+EkuxzPkSH/0sm4/yvua6xn0hefAmHfxnefgBk7kR2zy192P+VrOeRMuXu8sO4cCbss4LTlmr3hNVdhvkUeUZc1iiKRL4HTu3Dn70eWk8+AA/IhI8o0IUEuNubmARq7pxzkixLOW52c81zyn0Z9neZ4nu+AZvOAMXQ3n+vIUyNRplf1ILdkz7w3U8aJfbJrzLa5tLioDD78JDHCnHx9QAhfspm16eU7e+yd/8ieOxU84VqyJQvJnPvOZ5Gsq53/rnU+Rq/7RH/6haxynkl4R39hcrdVK+/mG7aZPZZ4571gQsmJucEAOEfivZspda85lv/jFL6YPe4FXZt3BJ2Ab9AUfaKXBG1m7y7JLJ/LGByDDiFBEiPXoD7wp8qCL7Qu29dte8zqd9dqaa4rhFOA/eO+9+su//EvjOJDoY85Bx3Dkv+x4A19q9rkRkWDyPiISb5EFeCAv5l92TETP6q4bsMlOLsoHiChE5rZ9/MMXv/RF60dL58+fVdP69eGPfER33X1Xyv2Yt886yN9QtSawtEw0HD50MH2469V3vsqF/vdq187ttu9R83Je/V4z1Mta0jF0F9865PyAukxEJD8PnuBXd9+8yF37aKt/sN/rlyHHxoHUp+H4jp6jE+gZ1zR4XTP9wJAP6IfmwrIZ91oK+6EP4+FDFpk2b9rsOkVb/F1M5PbIww+Lbyx++MMf1i//yq9oZGJMpefftX+frrjqcoH3P/yNX9effuqPtbS4KIU0PDoqePZDr4P48OUF10XaVmzmQibgwHwRoYRfUarl+hnvctsIegCuvf5cj46Oqd9r2aHhMcOfUGS5qk6msqgLPZIPaKcvvjuMR2G5QSOyGXI+yb27ibmBzXVmOIm/lh33wMiNQ2YeRRiICcKewFlec+SRi5y9NOxlr1Fn7Y/54sHqGrmYzI/SOiLLvqXcSTQ60Wedgrf4y+eef1bT1JOmJm1Ti6r31d23oSqT1zqd9Gx+YV4jY8PpObkmcZI6HHS1XQ/oeF3cajatY5Vl1fJaq61aWVOfZc2akbXDrGPKvGtd8/NL6nNuO2L+TazboFfd8WrddtttmnSM4IMUZZHpkUd+pgctq45z+/Nnzrn2dVDf+dZ9etBro5nJScmJXVkrzJ5K73jH2yyzUlN+vnHjBt37gQ8KX/L444/qyNEjiogkDw9J+JNXZh5ZM2593mTGryRcrc/IZtV557ETp3WH8br2uuvtg1c1v7AkPljbNj7Y49DIqH3MsPo9HtmteS3Yckwkbk15zdo078P+bNP6Cb377W/Tvj27k20wJ5vCUiQesImLjqHv1B5bjo9Zliu7KGuecy0fyJvmS4+WIuKlfsCg8T4ilFtfei0UkjJF5OkshZSa/+++ungwFhjoG2ceMzetBwv8uaYP+orMq06HruI5OkhDH/Lcc/oNvo/NTM5Lrj227Rs6ji9t+6tQ2z06lldbzE+D5jXXdjq2P+aZsa3yZ1yovfQP1L1+LVSrF/ax3TiQh8Q7cG56DbPmGFs127aJ3C1TbloHLVu+nTrjXGHRuty0vOadOyy6BvTii8/r/vu+qe8+8G2dOnlMY2Mj2m9f0l8vNWa/sea1QM1286TzWn4F8FW336E3eH15vXWDD9PdfvvtthPpgP0qX4ChjvLGe+7RP/tn/0xv8bp9xHUA1pO/8Au/oP/5H/wD1RyXPvvnf66/9kb7vP3TJZddmj6Ux0/133PPm6zP79Df+9Vf1Rvf+MZkF+QGv/jrv6qrb75BW61HsszQ23qtX5s3b9HOnTvFWn/Ma0/mqttvRITtvlBZFEkuZnL6V5alzGj7A/PcBpFZz4qLfSLCr2y/lidyyHyfX9SjiEjje//jPXqPrDrWc8nv7YsiQuhF5yIMrukLnJrtbc18pz5KLEQfuAcH8tGIUEQIHAvjyXOueYddkTsQx+UjotvPl4kWcOGaMbQIw/KDiMz/lyJ8H91znmfpHrzkgzPjwWnWvpN5iFs9GtBBGv0y8yu/yBMPTf4EGhiLb2Mc99AG7YyjAavXIiLJBFgRIfiCDIDPWJp88Jw+vnypP9c8K8uax9XFtSqJOXgHnJr5DM9GrbvEb/SCXIbnESHysVH7L3CE1nnnr+CK/+IZPEau4AFd0MQZ/JkHPOFBRCR9Yd4sz1KNAV0kF2MO8mT64VMZSxtyLjHkuAd+zMn8R44cEbku8/CMuTnTH1zow4diwJNnmWXAnNAdEfZsUhJoRCSGRES6B9GOldO6KJ/c3889GKQiQhz0SWe/5RpnVjmgVd7MUDLrnkF0DSb1seEwRurCkA+e+/QSQ7i+OAWX7tntS7+OEeLMi4h4CWf54DnNl+lfRCjCzXhHFilRQDAwCaWlLwyhRVggIUWRq6iVijwTR0Qo83haRCR4esUR0X3Ge1pEyJ3cuuPlIyKSQ0GJ6NP2ooL5oYV7mrt5WIj/eI4Q6dN28g+eEZHwkA/u24ZBP3lEHoVkB6KLR0QkpY8wtFe07OL1K2Woiwc4YAC8Sy3LlUWmzOeOFWDFRd6ZuUUXflk4LGnJi69Go62Gg8X0zJzOuwA85QU+m4KLTr5XnLBT+Gh646/tTcamA1bHARrxgz8tIjxHGHclI8RAaND9Ev1pTGU8ssRDHHSfAxJn8JUPYHUu6gXXfvRS/8LJaEQk3QIu8OlLaziY4hxZJC2YtjKvqcxKUYxYcyF8zTQsu0Cxtrqshhct6dumqyta8YZp2zrecuLWIdCaRn72gUTcU3mujgiEV111hbZt25qMu3Cg6Mo/t2wKgT/JzIvPv+jNx7NqW84Ye9tJ0ornnp+bExuyR48e1vTkBW8ArZr+XCRcfBqH4EeBs88FHr6But2FVhY4GzdudrI0pAEvnMbGvVlrR7Zp0xZt27pNFF32XrJfb3/nO/ULv/CJFCRvvvlWveGNb9JrXvs63e5gDG8z6zsOYzbhsKCz3hw/fuykjh47Jr7J1DA/lpbmtbQ878QOfZjTysqS27Kwr0XzbMYJwjJ64OfoAc+XXBA57+L4eW/CNhzMKvuIppOZjnVZdsQXXHiZmZs1zBUtm89sSgwMDZpXfWq1q1T8RIZZnqvuzYhBF3Zxhuh1x3qS2RbkM9fyAR155qcIxffoBnSdOnVKtCXjxyK4Zd4jDxx4vVZzctknkhccce65aMBCZ1rgKql3zXPkGhHpGfd+na45c88Y+nMNDlYQ/zP11lmeg3aE7cADIiK982X6x9w0bppeJIAvTv2cCxwU4NI3EB57TBStB73Zcumll4mgBU6MqTlhKmwD8iTMX1gPOdMiunOBE3iAZ9M67ceSBTJk3u9x0rRp0wY1bSt+6ASy5gXvhMqiZtvNlNtf9nkT5JL9+53Uo3cDigiLoZXOvXmatpcGsoZmO4HunJX7tWWVFysmPzbtniUqj+3I2CU+LjnRnJ+dtg0uq91a80KpLU+R5ndX23qo7kUZCU9ueUV4pIFBE/eZacmsa8ve6M+yEDaD/2pZVzybx2ep0b/hJJggCy/afg/+POeeM/bBGPj94IMPJj1iocU8My5oMIZ+y/Yd6DzjKJrA1wUnzzt2btMOb6KyiC0sCwoR4GRtEGPMCNNmehyDRpxoIPOIkCnSsOWx4ISjZT1AV9EBCnxsUi54cYhNLXiD5VLL4rprrxXwmR8bKctCNcNsWb4UO2vW87e//e1pswWa5mzrTzzxhOgfEYmuJdsHuhQRwjexmQNOMjbwhYYcobnPi7kRb/I1HRMWvcFo9mvAxVDoPHniRPqmLHq72xs+wOH5CT/HHuH3XXe9xvjVBP9pJGDXXXedFxP7rROVaSndaqrzzTjbPe8jQswN78FFPkonv9zTfJvGRoT6HDNqtoPKytbwIrU3TqalbZumf4LhOGoVTXDBAx99/sJk8kct+wlZlwZHhkXBt1b2a8ibTvzEzToXs7dv3yH8Lj+9C34kkBQ6SutmXhTKi5rxybRqHs0vLCuymtav22jdCxVl5gL4hOdtacuWLWIhtGvXblEIZKEyPDKmffbdRVnT3n37tHnLNvvbhiYnp0VCivympmfMv5ZxGtUe9+X5ju3btXnzVl04f05nvSmJfkyZHnw0n6o/4UUbsb3VxN5C4+smdPkVl+r666/V3Xe9Wve88XV633veo/e+9936pb/3y3rdG16vG266WRsMM8/7Eg2RlWJjuM+Ficr8Q487zgP7XAxZcVHlzJmT4tcGsOFTJ0/o9OkTOj91XguLc+o4fvJp9KeeflJPPf2Ejh0/5KLjC+IbV/wd0hnHEfScTZFZF0EWvehbWV71OKluvmZ5rn4Xkoqyrg2OfU3LqA9ZW79nZ2fNj4Y3/2bMqxXztp3iE7ZDQwfgBzaB/0e24L7ioj5nFlvoQFmWGvXm6OBQv3bt3uH4OqCt2zZrbHzU8NfsD8es6/XUJ+xnFhfntXnzJo2Pj+mGG2/Qnr17tHnLZu3ZvU/nzp53AffJZA+5cUdPkN2sN07OOS7iV1rWR+bnPd+6wZ9gf/P2g+CMXWP309PTorFpBF8iQkNeJLBgmTHtp06f9WZfS0UxkPAcGx9Ro7mig4de8Hk18UM+xsfHdfjQEdvIkLKirilvOM5747Hu3KLpzUk7Wss3S7q96jwQPUcft+/YqT1796t/cDht8PENZINz3jKf8MK2iVH4G/jcsN/CJ8J7aKLhY6AHH8V9X9+gkC/9O847ed5neZ7x5lLHhglIOHIzAAAQAElEQVRPuIdH0HzeOQMty3KRF9EH3tGnZh0Ytn0CH11AjhFhe8vENbwfGxtLPk8+4HHdBQBgVy5wZo4VkUljY6PmTV9q8B+4WZZ5vqb63L/puLbNhXx0Ffr4NDd9KPYxx5kzp4VOUWggp8aHZpFr2bZBDGrZVsp6Tes2rBfnmu2Gc2Z/0bA+l7W68a1ZjqWgB99ZljVjnCV9jogEH72DVlkHu/zrJJ+aW89ovKNxDY3QAh1VpcSDiLB/qsSz3HE9IjzH3/7Hu95TxtN6sDhXBsYc9JPh8p75KsvSr9Q2PaFMWXRbs9FK8Z93yy4+9duWsbmaaUaeDa8bFhzziG184GbBca4EN8kwjK/hhq+Zs2X9Yj4KNzzbv/8SrbM/a9uearWaeVgmmSEL7A27o2E/Dec36A4yjAiPW2e/0p/O0IWNoKvQFRGCJmQ/Zt1AxugT4+UDvT9rX8uGybp165I9POzCOx9aZG455tBfPoCHLY9YT7/8pS9ocuqcn3Z092vu1JNPPiG+dfDcs0/rP//BH4j5P/8Xf2GZN9XvQsAcvtA0r5iH/KIlOMF/8u0L5y+kou5RFwjQF+ZlLn6umA9R/NZv/ZZ+7dd+TfCVcfCPseAVEYlXPMeO+KAeG7GMBwd4lecheI2e8Yzxg85PeMZcV1x2uSJC+FDyiqbxhC/YGDY9NjZmOpVkOO/CJhupW7Zt16yv59wWvVYoHK/n5mbTNzSQC5vJD3z3AS148+9rX/u6N6DZ5OqzL2uZJw3lWS707EP33qtf/MVfTLay4HyIuX75l39ZN910U8onP/vZz6rfPoUcPyISnh0rKzg+Zp5Per319NNPC79y6aWXpiI+PwnLhiw8gE/oAzpF36Io0hovz3NBG4ShE9xDL/ddHuViPLoBLehLRDieDKYGPPwP8JgDWWDv55zro4P4FvxYFlmSD3Px7MyZM8k3jbhYyj0yQEb4Wa518YiIdMU8o6Njog/yRT96eLadH3VsU3a1AgdwwbfBQ3DrwWMs9AGw484RIWjTxYOxPAfvFa/lOOdZlnjNOxqwaNAJ7+kPfZx5zxoNvoPjyPCImH9+bt6bHVNacxzKs1zHjh1PeQ20gxO6By3QCO6rXkvDk5b9Du/q9gPIYs+ePfon/+Sf6EMf+pD4Zug9Ljr/xm/8RirwEavrRU38zCsfHM2LQpVjAfnqKfty4LI2ikriOjPNQ14D8asGrHnJ2aAHnKCFX51BH4mD4AOe2MWXvvQlgRswWvZRufWH/hGR+MQ1rcdXeMI3+lZsH7ffeqve+bZ36MMf/LD1+mb9wid+SX/v7/99veOdb9fll+3T/r07NeUca35+Nvl2aMaG4Cd2iMyZu+U1Tm+OPMuSzJkHHJe9hiEfOXL0aPq1GGwLOBGRPkSFPfyJN6TRP/R9i/PWO+54lW648Xr19dd170c+rLtf+1q99a1v1Sc/+YsyeYbf8fqt4zrCmv7ChfxTp06KD/v9yR//N/3bf/N/ejPhO/rj//ZfvRH8pfRhBXgCL7HjiPAmdks2VRVZLngRiqR36AZ8qhy3C8eHpmNyu90UB7gN2V+Oj49r8+bNtrUh41El2fEeviAX5EAjftQKy9y8yY10076LfvCL61pZU2U7yWwnP/7xj/Xd735Xx0+eFDlRVhY6P31BE14zv9mbV7v27tX3v/dd/cHv/a6WXTda9BoUHl5/w/Wy80s/NX3OOUzNesnc0BARqdZBv7Ztq7QfxEYiwjzMk+3Tn1Y5cPIO2tA3cgx+8lzK7escxyY2OEfp93UnNeiBV4ztsw9kTnSPefEntIhIcbJj+rBPXTwY13vPc+ozTefv5M8t87rtPKZjfDibwWqaR2uuD05Oz2pyak6L3gxiro5rOcv24fCdNue1J3D7+wY0PTWrWef52Aqw1jsnQnbbtm5VYd5Sk2nZlhlDzEBuFMFPel1RWmbQB7od861j+fHzv0uOAU2v68F/wvF4bMz5+uCw48OI1wbzKm3r1ME++tGf1y/8wi/qLW96i8ws5VmhFa+Bv/H1r2vGG2n8gpTVK/l6YKALs65LHD12RM+/8Kzuu/87IicdcO3tmWef1TPPPqPt27faxpd18MALzgPmZHU16K4sGL9mvDhTH5D5nuWZsjxXZLly63GRF4a5ZBu/Vbt373WXzK1QwxumfABm0Wtt4kFhHam89mpYV9FT+IKMMsOoW84To6N64+teo9fddacyy6nlvKq/vy/5VHQo95y5+QecPPP8kSnLMkmhhnFsW5aJp+YrcLvXlcVsJ6juQf/ccCIi0djrFxEJFnrqK1VOVmjoaARz0EIR3SYfXfidlGMAp2X/yBlcI0KZ/THXwKTRv+EcjgZtlfVSVWXZFgrr8apz7dnZWevWrOhPXoa9gG+/c++iait3bWSgVqqQ1FeWahoeNQvysxMnjnvd9njC8bjroD/72UMpP3v80cf0+b/4cz300594VCXqtl/9yl/rz/7003riscfTOqhtmTRW1zTrtfqZU6fTT56v2BbOeX120vHrsUcf1de+9jU989TTqlmOrDVrtUxjI4N61W0364orL9OuPbv1xjfdI+LUr3qDc9mb6r//+7+vr3z5rwTMTes3iD9n8IEPfCB9GOzg4cN6/Kkndcj534GDh0RNecrrxWMnTvp6TVtcDx5wvkas2mK/TZ7z8Y9/XD//8z+vj370Y6kWvMM1ZfwK7/usK9g6/O33uhD/YWTVyqR+x77CeoY8kFFEJB4XRWGeKMkwIgSvIyLpBjpf2ZFHvCxz+UCHkA9juQZmt/nlK/+FrANZgkk/WkRY5F19tOj9Pk/yAh62HxECLvkBDb+C3gCf8fSDtgh0vpHybejt9QHnPtsS9/ifWesTdsZznkE7/bE/co30znoLfJlW0KdfT5e5Ro9pvM/zzOv3oeRfeviCU0QkntGfxjycgRcRpjNL/M5te/JRVR3/X4l26JUPcOzNy7nXgFXBLPdZ9HqCmM+cyJ0z9DA2IsQYaGNuxjC2ZV/M+yzL0nwt09t97nWd/S/vgMEYeAfP0R36Ldm3RoRGx0ZFrQyawZd+wAMOfYgF5CGsp064ZgiOHdt0RCT5gyf901yu7YEbcJAlcrZSiHcRIeLjzp077fuHE0/LskyxljrFKe8LkGs37O/gJTA7F/0dOGMHY2Nj9udrXhucE7ELGTeca3DOGERjYERIsuCsj8ZVNO55R59XtrAzUzoqj6gkC7CyQ6rSuRJIvNwqVRYYLQ3x/yI8l//5Mv3rvePcbelx+t/LcLpKAj4RoYhI7/kfYzjTIkL06TXwBgZEN+wg6cszGG7MHfRbatj5dl6BI+8REn0i/vY8jKfpf3D0nmd5prJWS8WMHgyUA6ESOMEnIhKe8sE9uKX3dr70BVZ2UUndJfHUnFTlcZHnSZF4Tz/eR8RLPOEZDbicU3Mnzj69NG9EcJtgM3evPw8zv8uzTJwtVitk2464oUazSo1F7YwLb4uLyy6ItEXgL41XkYfy6DgghcpCHl95PllHKnUclKGNeWgkXh2A+zW00HyZ8KEf+EaEx2emTelALhGRdIoH9OFMi4jUF/l1m5NiyxVYNIwYh9BzdsPeAOir9ScnC/0NL77a3hxtOPiueEG/srgggnM4Aam8IRTW8cI8qRWFchkH601IKk1ova9mmWRp/tLBGHkOubjJpt+Qk3l304wL3gdePKDHH31cp06eSovvbS4ibNiwyePMLHdqWf7wsNlY1apxoBjEwqFjg5zzYpIEbGJincbGxrVv3yW6/sYbxWbW+PiEtu3cod1792ndxo3GqaaB/iFNrFsvChU3upjAz1699nWv1+VXXuUxl+m6668XPw+430WDlp0fyfu0g+4zzzyrH//kIRe4n0mLVRLmublZXZid1Orash3Kigt4y04Q553sLabAwyY0fJ1zckwiAp/nHHCmpyY156RzwcXgRTtsCjhNJ3OVdWTTpo3JmTKuMA/zPLMe5cIJkgRmee7SIPrWlMWowYFhvxu0XdXNa961FLn5735hx4eu5llmXnZbvOKad8DFcfPpWpw3chp08hsRyg0D+oeHh8UzXTzyLE9XWZalxABnDh3oSw9Gx3PTKTcMHC/P0beG/U0EGiLRB13tmBDecR0RyiJTRKT3iXeWP3PhNzgzDl4SWHDa3IN3v5Ma9Gq7N0zYfLnXRSSKXgQj3te92cAZnHTxiHgZF3ADXq9xj31U1vUBJ0jDw0Pmw4AK63JRKxVZJFzBiU/TttyvklKQJVkr6rVEQ4+uiFBlvgCz7aDbsf6adDGmew7TnQs6i1pNWQafw89kX9NQc806tjCnqclzYkO1ss7wk9B8krDpwmsYXpkXqb+n8jmMjdKZqyafKmw1fK9kZx3jQuNdbjmtekM/TBN0R/ipEUPP4Snyg9/gDj3c03jGwn79+vXatWuX4DXvIyLpJTJhDA0dGnPwZQFPnyXb8hVXXJ5s5rnnnjVekfRpcGhAmfGo1WvKCz/rNNXn5DXLZH6HzMSkm0tOPpibRoKPbJmPRUFEt6AO7uGBp06fTt9kOecNmoWF+SQjcEI393uzlcT7ets+tgD96DOJCtc0YJJoA58xyEg+gJGbdxFhWePPK+VZqSxy+4RGoge7wEZGR0dFwYW/t8vihaIcBU3eoefoGM/gD3Kpe0M2AnorzyT7rgHj3TZMz2NZMzd2A93gCE+5jwj7g5p1ddB92x7T8rmVYORlrrb/yxXq6TkvoAlf0LEOJ1iGDyzkv7K0at1rmabMLVKDP4PDA9qydbPWe+O0MprwoZXGdayvLW8odbToAhQ+Gh6gL/ANPZtHdtbZ6dl5x9A1jY2POaEb1MjooErjuHnzRuPd1JL9I3jmWZYWZhR0kUW/N6ZrjlP93mwaHRkXx7w3GdCvPvPttttud1Hwbr3t7e/Uq+68y5uwWzSxfqP4ufYz3sC74A3UJ596xnN0NOiYRPy45ppr0qLpWp+vve4aXX/Ddbr6qivTTwdtcTFocKBPw45bfAq3irbmrb8tG+6Caawsbz6QMD09r9NnLujUqTM6deZc+tT+omPm7My0Y92kOo6PffVS8wuzWlya11pjWRe8sbtqfqyZH+Oj46rMzD379mraYwY859jYqDL7HNlTkMDu96YICfBlLtAPu6h69dXG1bo7MTGhUY+/6uqrxcKvzwudXhs03g0vjs9fuGD4VZI9OobM+BQ8si49R71eV2SZdbljXDuWRWldqsNe86qliLAutZUXeYKD3jAO3rPQRq/R8wnj3D9Q086d27XFG6dXXnm5Lr/8UkUmnXSSjk6cc1GcIqpVTsgUGBFh3WmI67Nnz6Uzeo2/z21n4EkjPqJT6MasYyp9+MbV+973PvFtkY2bN3iTfkW3v+o2bd22RWzoXW2+oM/XXX+N87OGJsZHLPt+09XQ2NiwTp48rkVv/EIHednx4yd04OARnfdmwrTnOHbsRCpW51lpfdqofsfJ8T0N9wAAEABJREFUlbWmDh4+alnN6fDRo7L666AX62cs+zNnzorN34gQOQT4PuuiEj8vykKIfAf6Z10sgz5oyMx7eArDscXSOcCw42+t1ufi41ryqfCXD/TgM+AF9oqfKy0/+LF7926GC33AL8M3YEeEkC9yHx0bSde8ozNzdmGtqekY0Wo31GuuvigvMm3eskml8ckvyh6ZQRN+aGxsTPvtR9G7Sy+7LH17Gn3bvHWLwv079g8t57VnTp9TqNDaalMnjp9yQeYpF9YOaXJyyrBrwg+AK7GiS3fN+lezXBYFnfCH533WbfBmXnx2bt3AJ7WdT8/NLiTdhKdbXBjhk+X4WfKCCM/uXBU4jI/Ab7cFr4Ev21jTcTXPM+MpRRhx+WlVJZi+9L9Iz+EXuOKdOUeE4EVmGbqz6Sl9qtKz0rIxBMtwOdETMnzb+YA3S7PIZNaoLOo+u5fnOnr0mPK80II3ChZdIEy/buOCEZ9SHhocsC+cVc2yGBkeUuZ54yLelWN6WZRiYyPPcvGnOJpeDC8Zxrx1mF85oW94wlV++cH+iHx+1BtP6AB8PXjwYNJX+djsYntu3hKjeO9HqcABjTyv219wHRHK8tz6OZByC/kgPsOX/Zfu1ybn3+TVd955p8jNyDd/+MMfJj+04Hh8yMUu5qChy/3Ot8btQ9719rfr6aee0Be+8Hn9s3/6j9RXL/TU4/9/vv4DbJOruvNF/6uq3vDl1DkHSd2SWq1WRCiAAiAhwCQDxh7ABhuP052xj0+ac57xzNhzPc8zY+Mwtgk2yTY2GZMzkpCQQBEFFFqdc/eX85vv/7e/foWYO+eUtLuqdu2w8lp77ar3e0xnT5/UESfGtjjmOO2N0kYr1D80qq07d2nc8TXJgIYTGU8//bTAHxmBX/hw4O3tXYETfmFrehw7oveFZXXe9vr55/d7w+SgdXm/bdCMSqUi4bXV891yyy1CppD1Hscl0MAsE3rJuNAFHYP+zLlx40aPMavCcpfqTSdgAEYSFgvmA1+1Qd9p1gqOd9mQqdqPFeZlRyvyNjFxTtu3btamTet15izxzNPi67CqdYGXQjdv2Wb5WhL3c06Y4xv40um07RB6kueZ5WlOvNRAmx3e2MAWgc+zTz8jvvoE3prXfJ4x4XvLzTeLrxLpD8+yLNNjpv9pb46jT9PT07aFa207jwu95Dk85xp6gC/8hM4U9Do3/tiOwvRAR7kG/whLpglJO8aoe62AfYmIZKuAOSLSPBGRfMYqby4wBm0p0HDt2rXqwsE9/DnrDZosC3H0mNec4VXJeokvqTk2pj8JIebEJ9KO5ytjlAVM0Ifn4AWc4MDzzPBQFxGKCIZPhT4vLuBeLpUTPpFl1tpOasdYjEsBDipp26Uh8HANLXkGHEePHk2bePAAGcbfoOd5VqjVbCvP8jQPOEREsjtDQ4MJj471v+Z4PzcvGBN5ARd+vhZ6Na076Az+o1wUGuwf1JbNW/VWb1a+5LrrdfU112rPvsuFXLDWWbbMMFbH/Jt3zAa8MnarHRuOMKed/AlvsAH33//934szfioiHCud0M2Ws7d5Ixeag3+5XBHjARNjck2hH/cRK7IiH5fu3q0R5y1atnNf/tIX9ciPHtLVV1yV4uWpiUkteM00MtKna67eq1ptVo3Gom3EWdvlRtLLxx9/POlFmTVXnnlEQ2484E9EJFgrXjsOOX5Hly+//PIUTyC30A4YtzghCZ1vu+229GcF3v72tyfanPF6o7+/TwrpjGMv4rh7H7hfX//WN7Vt23b1WRaxeX226SXbnscffVQf/fDfJbvD1/Yf/9hHxAYlL3C8/wMfEF/24/e7tJAP6EExudUy32q86O4kamHe0s5N7N/aoh6ew2v8wNTkpIC9Wq0k2YDnyB/8QyfwJfACeWAc9I9cT26aeEBRT1m3bq36bE/3XrZXv/Hrv673/vp7lWeZpqemVLb9mpudE3/iAtnsOEDq6+3TlP399779XcPbTnrMl/boLfY1IhKtsIvAk3kseMNcHSMDnAnf89c+macNy7USHvAB3c6yMAyTjhsaSRaWTBfijJ6ePsPe426RbFy/43/fGKV2uu9zXAeu3TmgETAAC3URYbqV7BNWCjSFZuRxmFNmBHLaYkOVHJJL3bLJZufC4rJOnJnQkdOTOjk+p/GpBcvestcGM+nFQuwq/JUFZnBwSLljgJI3NwcHhsWLVvP24/jVk7a/FlFFgENVzDVjemO7+Vro9KlTybdGhMgJ5FkmcCiKIuWTMoVqy3W1nYcgT9nb16/ICuPfq61bdziGvkrjZyf02KOP65g3uI4ePqpN3sD9FW8w7du3Vz/0Ztn0zKQ+/alP6Utf/KJzgnVdeNHOpFPlciFyYgtL81pYnHNdU0te2zzuzazc6/k+y/r99z8gXnzNPGe93pIid9zZVBhO7GiTuMQFHw6/V+jZ0Ulvvv3whw/qJ089k/jdcQzV47UgPITvmfsv2paz0VUY16p9aMdCs+j5OXc3Rc45RujYBg4N9qtcMm28Jq5Y/9qOfTvOa8LDtmVVPvLcNMtyZaZZFqHC4/K84wEpbmJYOvKjRGMugPnF8hIRro4kY9SDjzqlNFZuPc2y3EOGOu1MWeSKvKRwXRifiEyZzxTmarfbiaZ1+0dkD57XWINa9/OQgLGU52p7U2N+Zjq9IIZstrz+Y17im5Zp22c57/e6EHk7eOCAY/Ef65FHHtaEacMLaOQon/UG+MTZ06rzApDzwE88/uP087mHDh5Qw/d33fW9tHH6T//4Cf39xz6mHz/2SPoFjH/8h3/QX/3lX+obX/9G8lHkPZ575lkd3P+8Fr3WzRWanJjQd7/9Lf3tBz8oftb6+eee05O2xd/+xjf0zJNPafzMWU2Mj3v9fZHWrVmrgweeTxu2Y2Oj2r17l454I+lZx2lHLJ8zzgMzxyf+6RN6/wf+Rn/wH/5Af/ZnfyZ05TLbpQ3OKfPizGM//rH+yTL73/70fbr3vh/ouOWpY9oiM1dfe41e8cpX2Lddnex7x/KBPxoeGVHLtIVv0B4eYMe4blm3KVxHhLI8U73TVNM2IDcPS6WyOGhD6bxIZiJCeZ6LY6VeST4Yi0K9PA7PIkKZ4SyKXBHxM+0Yt+11D2cK7btlpU+R5mHMuu1Q0zovhZa9oX3y5KkUD2J3oFW337x9OD6A8RhDPsC/bpnjzFilUinFmsgReFDHM4qbJ3ipZ8y611TIasP9aUddxE/xaJ6nL/NFROpLu5p12bcaHh6yXdqa1h4RoYgQR0Ska8ZjDArX6GjZMQTyjc6X7dsZG9how9gvxoV76rt1jEEfcOe65lgpIpK+MjZ14N/Fr+oYHF7TPiLEc54xBteMHxGJb905gB/5oi/9aJfOtju0Zx764/do023LvMR7J5xH4bzs2KtlfaZ/y7aBvhGhUrmU+N6yjC7aPoAfbSjUAQdnfCXPxq1rk96PYU7Wyzt2bE9rmobtCH3AZ8Lx1BnnbZAV7EbDa5UVOCsv2CTq2o73bIdgTmY8jbgNdcvC307IdRLTQLZbImgbbqtkwHJbsjwLhWv8yP8mVUiEBZi2EU2V5/8Jt81cIugh91s5+0IvPrp9QZjCfUQoIl7cLF3zjMKjiFCWZS+UiEiwMEbTBFZkSRkKK0Xkmd2JF/4mAs+ANSJeEB4IRolYGYPnFObqFvng2qc0T0QkZsIcBCK3E8oMj3zARIjesIFvWrkZq1vXZTJtKREhzpQIzy+JDRgSNH6gLM/SPBHQoyMyCZnnocgHYzetrN3CPK5O9Ou2Ae7uNe0ptOmWCMb2vKYPcCNIExa82dlFB+QL3hyb07QTwzMOHBsWvsx8lROunXZNRTRUdhCRW6xy1+f5CrzAndp5ko4Nd4uxTQvgi4gXcOpYBqmjRPy0PiISDsBKG50/sizT/6zkeZ7G5Ex76NGwMrRMyKIoa2RkTATglUrZ55DzZ24fKjsgLvmmx0E3X4P19VRUKeeuLxy85k5wlJXZ6OeWf+bteLuvVC5s+Po05sUUc6H4LOIPO0nE4n56alrnzoyrYeNeOFjp4rBp4xYvMrZp06aNlqG2JpxAWOYNxrkZzTkwmPbifcmGgXnqpnPHdGNBN+yNVMZAdspO8Kyy873Qi6yLnQxf54QQf+9wYGhYW72A2bfvCr3qlbdr2/YdKpykXLJTOWrHPONkfNM8INkPvM87KXrw4CGRdOf5ouGYmpxwMDCniclzDoJnzfNpB+s1QUccEItxYEQ+5p3QmLWTx/DMeezTTgCddWCy5I1pNogXnYxng6vj4C0yyQhr0gHxcTs4kt689YuMLTeaasPrrKCJag5iSK4tLS3RSQ07KILXWn1JDfMT/mJwi6J4IeDPPEHHctS2DeLsjkmHaDs8PGzHumx85pyMWTQ+dR4LGtOeAl0Zm77QnTruMdI84x6DHxEv9Gd+6oGTUjFfMNzM2TbfmCQihFwzLvfM2S3cI6M4DPpw320XEZa9snDkJI3hMQmZi7wJfv31L9Ull1zsxF7VOIQXCD0+Z0lXumMAF2ODAwUeASPXPAvrKXYLeEvlkrt1TPuOgC13QMMZWNqmKUljN0jw4HQb2Fb3TwGs6Z3wcx1jNyzv3Jv4hidzN5cO2hNyhSLP1XHflumT2knKI9MZbwaOewFVX1pQzcFo08EtwS4/LV3zQqHpYKViuCqGtWp73rFzpX/b5+i0PHTbupwJ3IAdXhBokKxttDp+lov6knUdOCOwsx33iyQbJBLAFzrhdKeth/AE+lBIWkN/ZKBcLpun7TQeOoGMII+097BJJhln0ot5/k4Z8kOSAn7wEyokPIG9Y7hrDqYGBvrFNfO3rCuMRbKGpB5feYCTyZTkl58kGnL7mhOUvAhCPfisWbM6yQSBFWMDEziQWAiF5X4pwazzB4mkrU6c8gUNOAx4QwP46McZWkWEcaSYZ23Tqy0V1jloC4wRkWSvVC5UrhRaXJr3Bs6I2LRD5whgWQDwVQZjtlptLzDHVbGeMP4ifLXfalvGZmfnvdhsKSJTxUEiNC4816JtIT+HXhTlhD+BFfRYsm3gWUSoadlTlitsw3PLSB6Zx2oq8zMCNEpuuavZDgIH4zYtN4yx5PFJ6kCzXie4CWpJ4JNAIUnUcsJganrCtGuKr2cm7RNPexHE1zWzTpLXbY/m5xdVqzU1Zf+4sLBone3RoG3OoDewNmxap+uuu1a7vAGzbfsWJ1b6NTDQ67FmzPOmtm/boqHBAfumEZHEIoHbaLTE4mkqyWDZybhTetYLtUu8MX/H7bfr19/763rnO98pXqZ4/evfqJfdfKu2bd9p2zqr+37wkBdRP/JGmzTgTdgsKzTiTUhsCDRvWV/rtqOZ2k4Q1FSvLdmmLmvZ54HBvsRH2dcV9rEs9FtuN+8kzdlzk5qemdOMNzxalgXwnRif0rg3baenxi3zebKLc3NTmhg/q8yxQe6+zcVZ1e3bZr2w5O/X8AIOfAxWUrAAABAASURBVIMX8oHtW1iYM/2WUqwGr6aNN7zB1zTsG5bNN+g6OrpK1JOIJ3nM3+2at685fupk2hCcsQ+at16gA+CKDKGv4M41cgP/8zwciGeq9pQ1NjZiGa6I9sgIutTnRTjywHnbtm1iUwEbwJl72i16nvryonFesm0Jy0dL27dvN3+HHS/NmhdTAm5knbmR63K5MJ41Y91RZPLco5aFAd8r9cdOYDdmvOHA/MwZEaoYzunZKR06clDHTx7T5q2bvPDaphtvuEmDA8MaHh5VtdqbbB+4L5kmDfvQ5w/s15R5s2bNmH5w3/e1/9mn9dAPf6Q5b25Omh+PPvKIHn30MT3z9HOC5tiBmpOUxAZnvKCYNH+tmuKasrRY07PP7rcezqtmn0wi+sTxE+knEye9MX748OFEA+AGl47lqGJdR6egJdcsYiJC+LPRsSHDXWijN0+gPzZphd/LInmL7eozL7BNEIk65INND9pGhIAZWwTfmJMzfG7bjrbaDfVb1+bmZ7S0vCBF23ahbr1rJ1pVvUBkbObG/gMfY2VZiHkYD7sPDNRHhMA5t/9Z4wTr0PCw+Mk4dGBwcMibu2NpwwYYoBd94CPjrtj8tm30JakwH/4JWKenp20z+kyLarIDg4ODlqlcXdjkIyISTMgH4yNP/ALJ2bPjWphftv6F2/cpy5WKu7iulEq5KDTopJLFXpkfkHTiHOaPieGalf+hQ0T4puMiRbiFBQAYKfinPM/FEVkm2nOdittyD87LXvwWnpN6zvSDDm6S+tS8cIf2nMv25+D5wAMP6HtOXNGfuaA9dO/2ZWzkCv3lOYUxBocGrUdjiZ+rV69J14zBfGdtpyMi0RUbAFz0u+aaa1I79GzZtoU6dBTc6Nct1DF/91yzr16y34H+nMuWA55j04i/wXXCekV7eLt718Wan1t0Iu0Rfe3LX9GM4wFeKnGGVzPWF2zP9PSUbvXmZZ5leubZZ/XZz35a5XIhcEHWkL//9J/+SL/0jnfolttepV95z3v1+je+SWwU8qXBD3/4Q+vks7Y1y7rqiiuUKYRs0Q96ASebmsAFXbj+wAc+kL6U/8QnPqG7775b3/72t20HHtWkY39oAe3hCf2xB+DbpQljQCf0btl8pi331NfMV+Zl04B5edEPm3nm9Jn0gua4kxnYe8bt2oGxsTEh7+j6lOnz5FNP6u577tKpkye82XsoyUt/34Au3LnTG+wz3mz5nnGtqeLNn8IyBl9zn4G7Wu1JPhT6Awt24g1veEPSrQ996EP64//8/xV/tmTQifVOq60sMvNnXsgWcTV9KMDNiylfdBL9T/7kT/U3f/PXov+Xv/xlUdjkQw+hKboLLThDI2iC3CMXjMUZ2gzbVvC844fQkz4RkeaWjwHHX/SFFthw+tGu49wMeHIPXsgV4wIzdIT+9Kt606ooSsIvcg880IQ+zE9/+OSp7LPq+t73vqcPf/jDaX7aN86vNWlHG8anFKYtOifD2glDb/MQto+MTem2Dz8nDqQOmEjO8oyXIxgvIsRYwMPzgwcP6h+ckD58+LBSPGDZAQ5sPGdw5MUc4iHoAby8uINswXNgG/QmUct8XPbagDXJnBOkNlfJdkIb5gcexsOeAwf9OFOYo+H4re0xPvPpT4uvk1kHv/HNb9Lbf+lf6Vff82vauGFzkpNKUVapKLzm6hXrgMsuu0zf//739clPflL8vC7+tFopC3vKpuwzjteYE36hE/wqAXNFrNijlvMg0LXLE66BE75x5h565Qp5maBxb/w84UT5l7/wRT1w//36smXzbz/wQX31K1+xrpxO+nXWPrunp6pqT0nEnbXGsi64YGdKnMMH6GEOJj5wDW2gB/MYrKQnyF+PZYlz22s06Mhz9BidwCZBO3jGM/ADXuqIy0a9EXDzLTdrYHhEF116qd74lrcqLJfwh5/9ZlzWHWfPndHSomN+yx2bH2wEvvSl1ykihO1ARhINbBfDgwMrMEdE4m+eZYkvsn40veaEtlX788HBAXGw9vjWN7+pT/3zPzsPc1Ydx73wmzGQJ+TwoQcf1B/+4R8m+wce9OeM38Fnh4WpZH/Hr9VUvOZrODYa8Kb2ojcMed7X36eW1y/8FPsq27GGcTlrWzd1bkJONmrfnn0qPG/mGLZalEV/8NiwYaNj8hHH3nVhEyjyXG3jAj8iwNiihH82MsDMfFm2Ut9yDge5wXYOWAeIRYnVsTGlUtljttXX26+KbSR0REfKXlNFhKfpiLH6HQ9gc8CZsTx9oj3XwOBpBf0TbL6BJ1LIQ6jl2IqX9trGDdiQqZmZea/tpnTq1DlNcz05p6m5pmqdXtVV1ur1m7Teua+BgWGPkaf1zaLXf8OWEw9jHzBkvzXsWPOs+MrutGX5nDfnZ5wTA4aIsN1fFnYXGWLec+fOJtvRtoLkRZ70s2w+gdOi13UUfA65qY7Xe5npWS4K06Y3tX3MG/tf/Py/6LBzdsNDQyZ4Rw/88H4/y+yTb9aI697+C2/Tju3bvEaq6Zxl9qJdOx2jDXnzuvoCHfO07iyU5aHIMq1bt0Hr1m7QccfGoSLZDGjV403WyKS6Y3No2zHRwY3rLMuFn4NvD/7oIcPxI521HDWdu2DtU6n0asi0wh+3XNeyTEWEY4Wy6RmGr+EYF/p4PWIct2/fnmJj9KBimuRZpiLPVMol4g/0gTiQM6XlNXTDtrBlu+Rh3eh//j8whx9FhOWsZVwaaW7wc3WChTP36BtjYkciQpnpkzG/r+UjfJMXFXV8H5Zt7Ay+inPE+fG9zqg55mpZz6rOz7YNZ83rm7AvQobRgcy4Ze4v26se266WN4ynHV+Ri3zOMdVXvvJlvf/9f60/e9+f6AMfeL9+//d/X3/+53+uP/qjP9K/+3f/p/7zH/2hfv/3/q0+86lPquP1/gFvYGI7iEmfefppb57ygckpPfrIQ9q//1m96Y2v17t/5ZdN3zn9+PHHLBdnBU2Ahxcu9z/7nDfFT1jOepw7rogcyw/uvc/r7Yb9yQZd7s3PLDKRI73x+hu0zXkY/kzDScvLV778JX32M5/SyVMntPPCnV7vnVDJdu1lt96s7Y6BhoaHk/07N34uvdB58vQpbTOvX+4YcvPW7codk974spfpXb/8y7rhppdp31VXad+VV+jmW2/Rm9/8Zt1+xx3iJ+F3O39Y8bjNxO9Mvf39WrlvJr5GhEpZrrLHK5+3HcmWWO6qvi8XpcT3lmVRytM1NoI2yAhF54/cNhSewqeIEM+Qj6Z52vT8XFO3UpSeR4Ron+VZOssH7ShdWWWubqFvdw7qsBPIX/P8HMSd6IKHSfh1z4xHP2w+soRt4Ro5qpo+8BQ7SaGeeYjdGA848IEVr3EL0yPLssQbzozLc66LohCFa/pTz5l76iMi2VrseN2xjG8TzhGRzl36cY6IBD96hQ3G92LnwJNxuQfvlefNNC7P5CMiFLFCf+poz/wU+oHTOdtc8nXEZ+BJO8biGdceJsHEGRw5Z1mexuU+z3NBt9w4c90t5NKI23hWtj1Cz3nGmXtoSIHuY6Nj6cVlXh6H7sAWEUwl9B/+AhM69OK+qYH/oS6Na9llvHTtOck5DHm9CB8pO3dcIF5M50V0eE8d+zLwnPGBjwKvgMFDJzwZv6enV1l0YEbbRKY0DVz7BeENG6TMAkGJCOW+XymSWeDis+sjVhCTj44DgLadAoRkUoqrFRHnS8ZtKhHn67RyTpX+hz4UuT7z/BErzyNWzjzrFvmIoD5Tt62rEg4IBwyHEFy3bVxb6sgoOwBoG+dmakc/iEThmsL49KMwxv+IT3cOzhEh+nZLBDRtefyGk0y1ZFjS/I4SDKk4GJ+67vhcR0RyhghzlueS71vQUg5PTHvgkq9pSz/OwBURaf4Ic8XtqQdmzvJBvy5sXCN0nP0o/c81c6aS/6yiYxBnnMyb5avCuXnjU3cCquVApqZlO7WmA8Z6fdlBzKxqTlC1mjU1nbTqOKAxqB4/El/S2EmhMqNlOP2wbX50XIATeDuGvW0adQswI/goFf1bXuQAD8pDH/kAdtp1C/eUiPDTlf8jMieTG45nQ3XGcOKz6U1t3nrptUPu8aKnWiqLhDGbNE0nSYo8U2+1rL6equvDiiJVSoXrfF9kKvmaxVTHCWKCk8LGc3m5rqnJafO9KXBgA/XUiVNOJk+q4k1MEgZ7914uFuoYkrIVutGqaWZ2WqfPntKJk8d15uxZzXhTkuT5mdNnPW9o3fr1knGYmppRRK7cPMJAjjpgv2j3xdq2bUdKpuywc91iB3qh69at36jhkVHt2LFTe/ZcpkEHgqtWrXbgNyKMBI7Sg3vYzEHaOT134ID4guzQocM6duxICgzaDjhrtUUHgce8ODvlgHfafF5MixsMNnIx6YQHRhaeYGBqlomOHSLB3cL8gjiHeVrzZljTwVmElGeZyqaXQpqcntSikzAdy3vf4JATw1s1tnrM9Oto2XxYXqrpuWf2q+EFUhGFlhaW1HYAlXkM5KXLd+SHEhHqeL6mYQcm9IR65IVCe3hDfUSoOw5jUWhTTw4sRFv6Us81BcMK/XCy8A95BH/G5Hm3rXzAI54lx+OggzaUiEjz0p8+wElbHBeJmenp6URj2jIeMJZKJdG+aoeOPshH4QVD04HiEsGk76H/kunPnJy7sPuRIiLNKR9pTN8zJmMxZq+dAffMRYmI1CciEBPJ+hq2QZQ8t2709iY5z823nHrTvOTrUqlQ57xOd+H3SMqyXKGMYdS2AW5H5hFzX8t1rvezer2pJS+o4A3B8kHL5JSTkW0HtGGe83Xq6RPHNcEGvRfehedVq6764pzyaDrY63gOy41pELYllXLJgyvBWRSFF2dDKfAALmgO3mXrYG6427YL1NEhs2xxJkFPG3jDIuzUqVOib9fRlswTCom/um0g9KYfZ4IqrmtecMNPcLrkkkv1+te/Xis0r6SAir4UeCbTrShy1+d0NbyDlvW26AuMO3bs0CWXXJKesVhf40RFnxcLPb19Kio9yvKSIkKZ6QIuHdMA2aMv+I86KOnr608LHvAgsNCLDr4+4WdiRr3ZBjwU+oIjsgVejFmv2ZaaHzyreIEOvZrmEZsTM97k6fMiEZiZs8cJTZJSs95o3Lt3r/gSgAQYcEFHxiRQY3wDr04nDFGWZD0i0obBii43zMe2env61Wq21Wl3kh0juHIH08j8L8q2vzNaNP+xNXJgP2N7XHeCvAO8sTIucKMf2LCW67FjwACf4E2vfUJ40N6equev2tbnajkRtWSZm5g8p8g6UqyUshcSDWxTqWx5Ro7LGlu1XqNj61TxgjfPC/uQHo2OjqSAcJ03XbZs3aiZWfsE+x15Q2e1N7dapl+70xS8Q3agBwmrVWOr1e8EyQ033OTFz1v0Ji+A3v5Lv6j/+Af/Xq+9804hB2PeAAQPq2D6MvacN3hPOgjuHx7V9S99mW5/1av1kmuv02tf+1rtNQ8R0LejAAAQAElEQVRGRkbEJmpmnYgMmKWW7WXBC1AupXLhjZh+VYwTP2/fMP1qLsBUa7Q1t7Co3M9aCrVtk/lC9czpcSffpxWBbYBmmSrlTDVvjM5PTWj6zEnNTZ5Ryxu35VKmhhfF+A7kgIRXb1/VNBo+D0duO7+gaW8sTDqhzyZq04sg9BDZgS7MQ8KNF3B+/OQTmrZ8RZ45gTOuuvmRZ4VKlgdZns458Xj69OmUeAGHuucGX6mjjRvXm8cVdax7lUrZPm7GMLSM/4By2wXkq+LFUcm6ji2gji+4KYzVsE9Djwa8+Gw6KbJsP0dyCXl6/PEnPFZbR70o3n/gsC61H77hhhu9cbNKRWH4PGbddqNqeWs4jlq1alTgJh/4gsy8KZfL2rh5k5OhG73A7VXH8gINRkZGVbV8XXLxHg0PjWrN6rW2FyNe6D+ju+++15sjD+lLX/qy9ajkzc4582bcPn3WtvOMN0uf1LGjh3XkyCFv+E+khABfqS6aV2vXrvKmxfPprWjknbpBJ/aHvRH/kmtfYlr1qFQuq2w/1Nvf7yTgqHbsvFAkufv7hzTqmAQasam6sLCQ5l5YmHcCqUd8tbPguuHhYWFj6LNv3z6td3yDPiIL23ds07e+9a1Ef5Ks/Z4DWtGvYVpTsJcnT55URFg3+gWdGIt227Zt04YNG4R9W3QCDVjo07KeU+hLHTIFjWkTEeZTy/alIWTOt7YtPVpaWrBctFRzHGKWpP/RTcbpdDpJVh5//HF94+vf1HPeVOZLisd//Lg3z+fU483s/r5+Mc8J+yxgQJaI/eAfvoXFHLIIj5FvYOOeZyS/oEW1p6JypaSinKvaW1H/YF+Kr9esW20ZylzyRKu2bV1mXSwVFfXYlwMjslixTCOn3DMHtJJCEaGy+Uh9xfINPjyzVRMH1yslNw06qUQEj1LfiJVr+nVLRKRnqZHpA537vPkNXiS7pLYftT2WV2FeH7DBbxF/4X5mZirJ6Pz8rK64Yp/1L3TgwPM+59bTjTpx4oSAlXGBmxIR1ve6oG/XlqGb0JD20Boe8HzU/hJbDzzwnefYfOBHXoYcI/f29liPhpL8wAt84NmzZyy/vWkO5NFIqGTd7e3tS/JXWJfhLfP/lMYyXp0U6zNORGjd2vUqsrJt9hq1bEff/zfvV5/n63gtMj05LvT8a1/7hu69537tuXivHv/xUxq3LS/s41ev26L3vPd3dNPNr7A9OZ7mvWT3LscHTeVZSS37xPnZOd1o+4JOwdu6N6SgF7hCs6NHj1o2Z5MPHvQGPbjwUg8xyate9Srdfvvtestb3pI2W9BHkofY6IhIss4140I3+kJHZKTPPObctI1mXOaKCNucSUF/6IsMQgf6oO+0ofAc+kFPNiMZn/aUEcch3/3udwWf0X/mpO2ibciH//ZD+vxnP6sbrr/esrHJcrOgT37q0/rY3/+D/sN/+AP9/Uc/pg994IP6iz//C33h859PG1wf8KZxzTTB/vQ6fsVmkByFbn3EMaZhJS8ErHwdB77MDUzAje+88aYbddneywTOxGJveMMbxIYf8POCBONWbRtXrVqVZBW6gCdwM073OfX0KexjeI6cUaA79fAMv9J2nAPM1CGrwEb7bimVCpUsi8AKfTvWO2R9yPylDdfMxbzgQh20BB5wQE84/+qv/qre8573JJkFTuKriEz0Rd7p++LSJtjwA1sGsY5XJjUcw7Ss1xErdoB5KLRdNt3REeDg3l0FLMDL9aZNm9MXjhs3bhT8wTbSHp/QcmzO3MgWz4CPWPUWJ4yRH3wJePK3gL/+jW/o6LHj4qWqpu1NT1/V84SOHTki/p6jEfR9nmxGxAqc0BqYgAf6j589l2zNp72h+slP/rO+d9ddmnAcUpjO4di6yAonvpv2D0uWu3nxgiMvCd7ldmyowkdkAHlADpAbcgEnnQt46smfOG+ybDuQCxyrlhVozNwUrqnjGpiwSYcPH7ZvaqbYpm0/Bq/f96d/qnvuvkdjI2Pqt70/9PwB25SmSMSPWW8aXneAx1//1V8nH9xxv+P2Q/39fWlTaBC/muVinQX9mZf5KBGRZAqac59bRiPC8UaVpqIeWYR3wFcqlRNNsbNJVotSut+9e7c2btygPs9F3P8Tb0Tc94Mfqmbbl5d6VLds1x2r2VI61ix5zrI2rN+g1732Ndp5wXZdfc014m9YRoSmZ2eTDY4IrwF6ELeV4nuAAhbOwAY/+Sq14Xhhanra/rBHwEL+BfmrlErqOEdxxuu5jm2WLMuddlvoAS8wHrGs8ELJww8/7HjqJ8Juzs/PJZvL+CXjB32RpQZxs20Gtm/Gc1n9tOS4o7Bj27Z1m/gJaUWmsu0Lslpx24rp2ePnq+xv5qamdNd3vqOpickkk/C3dF6noWtEKCJATeH/0oX/ifCdiy+VZ7ng38jIsLZv32abuz7J2LTzRW3TeJqX5bwOgjeKzLLUMsorm6hlxwBZnitcz3Xu617LU9XrNmgKvvLRNo0oPMenlKChdYF4oeZ4etnrg5rXhU3T1SSRp4WtqniczZu3eO1zkfhart9xZDPK3lQtaWzDFm3ZuVt7r7xa253Ixt5v8MYyelOz/NY83qDb9/YMGOws2dO6czOsxeues8ex0czMdIqxlh2jwaMauSTLuikibFzVsU1fT1+KN+EvcC+7zZlTJ52XO2P9nTE9at4AO6e6Y/Bjx44KGzBxdlwnT55wfmpcjz72sB599CF969vfVNsbxz29VV1z7VV61ateoaZtXtP+u2a4kLtlw1XxWhzaOVjX8aMntH3zDr31LW+zzWjr6BGP7813mXARoSwP60dVRSlc1VFkma2W0vosz0uOq7c4Z/BGvfKVt9sv7zF/d+iiXbsFv3vMp9Wr1igiNOe8yZJtLDAsWP6apkFEOO9Zs+2atOwOJB3IIhN+tmMG8fFD0/IfEcq9ns0lxxMt/9tRbjkAB3SIsyvTPBHxwpm6bgEe+sT5Cu6RF+SH/q1OJvxEwzRueJ3UcJ64ZUHhGT4kIqxOHUFL6Nc0fAZCYTjgWbfkWaZOu5ViC+IQ7C7liDfA+bnnJ7yZyQbnc889qye9LnyKPx/zxBPpBYl/+sQn9M///Al959vf8rMnk9zwJSj04EUd1ojQA/uKzn/ta19LX6VeecU+XXPN1YluvNxFkblFHPP888/rP//nP9IXvvAvuuWWW/Xbv/071vmbUpx1/w9+oI9/7GPpJ3zvu+++FMvudD72t3/zt4SMf9bxCz91XrEOXv/Sl2ra9uOP//iP9cD9D4hN1be99a0ac96AP5P01FNP6pzjUNYkyOXjxim3Dr7sltv0v/4f/4d+6R3v1IDtySc/9Rn92nt/XUcc69308pfpDucIbrzpJt3x6jt15bVXa9i5ggWvUXPbmEpvj9cUPZqdm/Map2aMpH6v9WBhRJj8uW1ySRXrUEQInavbXsMz+EE955Z1vlKqCH3jWdu2oigq7ltVux0pbm5ZHinQt23+Nc/zPmJlHuRFPrr9V9q1hT11dZI52uRZnubhmvpuYW4K/SkN237G4DkwVuxnsW89zumM2j8Sb+x2npwYg+f4hW5/+gErfemD3aicpwFj055YhL7V8+MCD/2wHVzTvqfH9PVz7hkPmKAN94xLm9zyTR19KbRjDgpj0Yf6mu1b3baFa9pTIkKMRWEcnhGn4ofpS3vGoTAufWhDPTaQ64hItOUZhflOem2NTqEH2FNiOHSDX71hzbwyVse62kqxAPfyAf1WSp5kJ7N/iIgEY8lrpIhIsTXzwlfgAm7oST/oAR+gKfeMC0y5c6LQm3whZ+jKGOBNn4iwnLWTfDIm41F4Lh9pDNO5sL5QR18KbYknWQNRVq9ZneJ62sCfLM8T7MAEPfE79EN+tm/fnl6k5hltKZlkQBysIuBJm6Q0AEjmWe6nrnCiKbOxzUwcjIhr0v8AQ+GG8wul3bYSdKj+2eKqbhsQpLy4QUSk24hQRBiOlXNE6P/vcFVEuE12nnFGRSsHRrvLCAgDYWEOhXvmjQhxT8lNNM70ph8CBdG4pi31EZFgivjZM+N1C+3og7BSCDIaNjTU04Y5IuhPzUqBHsxHQcD5crUTprKLTO/cggR8tGbshjdlaAt81DFunoO7XZIllPGoj4hEl/w8blmWJfjlo4UxsxMFt4hINOQ5JfIs3csH8yzMz2vOm6kLTnC0HDRwP+tF+8rfQWk4QKip1ayr0264NFMQgB9sGZamDShwtl3RMVId+G8hS/xJMnJeTgxD2w9X2rY9s4RwoiiUiBB4td2Hh+DE84hIsGbGrVsiIJxeOODBnDf1QitGnQckqIaHhzTohUWvDV7LAVHdSd6aN1mXnUBreYOm8DjIPLhZU1XyHKXCNHSo00rtjbfxy7NCLSey2GBYXlpecUpGIYvc7MuV55mft52MmHUAMOWh2ilZU7VRrzmoOHL0iMYnxsVGDQaz34mJHifimo2W+InGYSfE+3sH3K+TAsI1a9auJDC9sbL38r3auXOHhkdGlJXKMplFwqF/oD8FYfuuvEoXXrRLmWEsFWVtdKC60YtVDJJMj2UHwJMOso87SXXQi7FT3sw9feqE5p2Ynhg/lzZRMagEaN2CXC9ZBpcdkGJgag7g4EuWZTauzWQsqZu3vNS8qcGGO4Gu2a6SZTGTZdv2pFTKtN4bCxdedIE2bd2kCy68QFd58XTxpXtMnxHlhpfSsm3afdFubXVAjh6XHAREhGnaUkTYYZfSGVkFJuZumi/A1JUZrikRIc4VO0YMMqUoCkOkVE/7iDDPClHPmBT5QDYpzJEbD9oyFniXbKTLDojc7AVYcDoEabRjPp5xjQ53z12a4qyg5dDgkC644AKREK54PNoyJzTvFoNn2HLrR2GdaKXAH9k5cPBAoj84yUfVThwcKMALnJyBtShKqlrucQTAVpgGEZFgd9dECw8umU9tBz3gGRGWo8S9NA8JAzdQx23gbUSIA5hbrssiU+6C7MnnjvVfchtfR5Yry6B75kCr7erM4ygF/ry9uTQ3r5GBIbUtZ/xMChuqRw8d0v5nntH0+LgO7n9Oxw4+r/FTx3T6+GHNTZ9To7bg9nXbo3qCH3yBu+ngncGzCPM194K8Jz2H3vKBrCTeGTToAL07nU5qC80ZB/2CVhGR9JuABTmreCONcWjT68Rqb2+vcM7wgL7QCPmJCI15k2HEespczEP9tDeLSqXcwaoTCbYtzMuzmgOnwcEB1bxA481Y3gxjzhPHjxvPZfVaflkkNlodDdo+FOWqwjStGgb4zs+fkRAwGt58vdR2Y8w6NSzGht/QBZgXvQDrmC/AIh/gsshCzL4BmUTWXW0eNRI9GJu+LIaAFVlqe3F5/MRR3X//D8TfIiPooh+4MxYv4RCYNRyEQxvoC32gB8EogeqG85sf0IwNMtoAa8u63/AGe6Xco5YTnbWlWkpcoVvMnWcl5Zntb7OjsoP5uucoe2MKO1O32ueX5gAAEABJREFUXZqx32KxNOdEzNLSosWgk0rt/LMZL14IEPnCAbvLmMA9PDKkjuV+zs8XvRHEwm/NmlXm4bATp5usOxUVRXgDa5XWjA27boN2bN+qvZddrquuvlYXX3qZdu26WCMjo0lesjxXkYdlr2rZa6VF+qlTx724ei79vBmLQhaRQ0MDhq+ZZHjZvOHvsQwMDOqqq64Wm2zAjRzwok3dcj1oO79mzRpVe/tV7RtU1W1b5ueoE7kbbOsJ+tY7mbXem1WbNm1KtnkBOtiP5lmW9LjuAB1ZiExqGeeObWfYkbBfbGAMbzvxHzmAr1Pe8Fj0GEecdDh15pz4lYOGk2N19120vSeQP+lnJw8d1oI3Aqa9qbswO518SstyBQ6L9rN1y3aeZ6bPUpoXnlZKJdU89qJjDjaCJuwXJ73JIBuYpvsiN/CnZRgbtg0nHfQXTk4NGu9QplJRNu1a6rMezCaeL7lrR3yJKB8tw1guF8rNiwHTrsc+GDlnTOjANWfmGvCiEtl0t0SnYccLS8YPf4geMD5nZBy9Rq94cWBsdExrV6+zDd9uW36hZWaVNmzYrG3bL/AC97imndgiKGfO5+1zDzsJwJzgz5wkJ5es/xXDNjE1qdz+jucTExMi8b1h/SZddOFurV+3Ib21/8ADP/QcqzU8PGpeSZs2btUV+672wv42HTt2LPHcrLYtMS2ipWPHj2h2dkqDQ/1GraO1lp+NG9dpemrcCa/t1qNQX1/FiYMz4s3rB5wQ2P/Ms9q4bqMq1rGhoRHbmswyv1VDXryvcTyCnCGn0CjLwmLTFoswbO+y+Vkuclv+tumeidgDenE2AOLnf5GJLMtsp0a9wXtEu52Eha4kNJB3dBReQ390GvpBE+4jwvazInwm+gsdsX3Iao99HHyBTxHh2KgvweZLlUxXOZZrOAajcE39hg3rvUhygtoJYPBDd0qWS/iNfY8IrVu3zv1LplNfinf73Zb5zpw5a11pJnmZcZJv2qXqhEXTa4CWZXaV9XLVqjENDParSHa/7I3QIS0u1lSt9unaa6/TuXMTiUZsFly651LL7pwOHT4kaJLnuWVpg236Jeb3sPk+lmSCsXkOrbDP4I99bjvO71jXqcvzzLA1BK1Lxh36ZaZ5qWSdsz2UD8bJjJ8v0/8RoSyjZIoIWQ3FERGuP18nWe7a/nflf8aMQAY61uuW6d0x3ftTm4hItImINB5wASc8ouzcuTPxEh/JG8Fbt241Pc6pKIoEO/oBjPSh4Ldy04Q6yqztPfihtxHhxXUtwYB8MkbTNoR54OOBAwesnxfokUceMf0XnVSdTwjQDjvFuMzBfaejBEeXVsxLAX7wpZ5r2ue2LXOOnxu2z8j5wEB/Ght937Zta7rmhZrX/dzrdPnll4kk2+PekB91bICM8bc9z549a/2bFDK978or9e5ffY/e+Oa3ihem5ATrNsf+SwuLOuW1Q81zbVi7UY2lhsaGR3TBjm1a56TA6NBAwqfiOHLSG0HfdgIR+jzwwP36gRN7zzsJmOd5esGEXzXhzw9ce+01lsMew3W51xU7tcPzgB/0Y5MIXSUWwQ7NOQEHLcEb3FZbttGDquPO445T2NiiH/NAb4ChnjbdMbmGb/CL64YTYOg9/oF1yvDwkJOTvy1+caG/r1/QCXotLszpzjvu0Otec6d6KiV96+tf0x/+x/+gzHHnMz95SuW8SHK0e9cuXX7ZZbrJG8zYMP4+GT+1XPc8f/xf/lh7/Ax87rn7bv3g+/eqnOX2+44lTLOXv/zllp+6WLugTxHh5PmrdMvNN6d11G//9m/bXl6Y5Dg3HaEDZ+QPGkw7doDuyBx4cYYG4Ie/7/U6j3vqkRs2WtbZrjBORCS94bphOWI8bB32DHlsWq+zIrc9zY1nNekHPODr945p0LHA4qc4w0P6AFvDeDMOtjoixAG88IP+PKMuIpTlmTgYAx6ttFaCKyI898pzvejIsizBktu2sanKfem8fXnooYf0/ve/PyWwoQH2h7HBHznqGG7kgPY8kw9gRnaIzaAFG108Aw9sKXUL3ljn5Zu/d9KaBHOfN29WOVlaZLn6vNlw7OgxfeOrX9PHP/IRHbXODzpGLxxrg3cY3jzPhb2JCAGvEdR6b+i9/e2/qN/6rd/Sb//O7+il3rDvs41Hdp5++hm1bcuzyEyDXPQhNiMZd5OT1myc8lIC/MQn2HQk27dv3z77zC267rrrTKOS+5Zs05rpGjzACx6wluNvqc7YliFDyCcwHvaG6qe9uft7v/e/6IB1F1sxP7eQfNCc10tZZnytI1XnDqDT6rHV+tK/fFH3e/PyvnvvFzkQXvBClhcdW7Yd44FHqeR1pPM6NvMJl7b9BfTtWIaQG/ngGh5lplfJ/MQvDjg+Qi4ofX29ya/Qjnt8zszMrH0bNijTju070oYuLx8AQ9nrF3IbPY7barbJS44F58zHg17jPW8e3XPP950rmXRs/HzSL2zD/PyiHnvsMUMjQVfghIfY6jCsPR6Ta3QFfiJX+M3veyw2RR6ynefZ5XsvTxspEaHtW7dpoH9AlaKkwrjhQ3/hF35B7373ryTbx7zgBB8++clP6QeOhaBN2/pXWG6WHQ9iByMi2evRoRFlCvu4lo4Q/xonNoPTvPuuEDrPNXpcsk+rGuahwQHNOU6oLS96PbE68TM8BvKA7ESs2AIQB5aISHySD+6BBVwpteW6KuWq1q5d79hgTZK7JW/cdee0ihm+zDa+mjaY87yw/JXVtCxUe/tUse5EZCmmiQjPoDRGx8/hfW6cOTNvlufKbYOIb+zlLV/zWnYcsWwYlp1XalqOkLlFX7fp77nyLFeP5xgZGRW+bNGbpe28LJV6lfcMqn94jRYcC2VZybHgKvvlpSQ3UqS4HruH/JFbQv7bngNZgp5tx1jhdnmeKSKkTku5A5Y8yxIOueEdHBw0bdaKtRBxHX6sbV7yspTR1mtf/3O6/KordM211+rlt96ik16jnT1zyrFzLencmTOndfzEMefyJvXwww/p1OlTYp2JLFS8gVoqVRxbz6d1H397Ev9V95r029/+rvKs0Nve8ovmyyqxZmmbGR3PHZlBVcuRaEt162Hd62kZZuiHPV72+nebE/evfc1r9eY3v1k/93Ov1x2336G9luOlpWVNTE3bTzU0PDyc+No2TSJCRanQgP3nsDfj8MMRuXVqym16tXbNelV7+lQql02hSDGSwZG7MbX533JpKsvDbUrK/CAzTJTcdORMiQj3WSnc8wybwZl7eEWRD+rC48ml435t6yywIrcUdDfPM+W2zU3nXzPPh21nTblsvxXM61KtlNXjuB77w9jYG164+ou/+Au9731/qj/8wz/Uf//Lv9Sf/smf6C99/m//7b+Kl6iIG/iJf9YSZ06fTjhjJ/rshxmPuSJCG5yLIAf3Mvv/rdu2ms57vf6+ypup1yQ/0FFo1eq1pltmGvZq1HmdMH6PPvqw539fennLt7rzNa/RtG34jx3bjTuX+uCDD+pv/uZvdM899+jiiy8WL63f6Y3Oq666MsWE2Pt9l1+u9Y4B7rv3Xt177z32lePasnmz1q1daxsxo6eeesq+p+113VEdcP6rbrvZMePYY7j11tv02te9Xru8dnqX7RfnjgFZ8lqyZJrNOmZq2m+Rt4fu2DHki7oVP1BSnhdCdxfP54AiwEyJVvADeoXxpy88iwj5NsFEH+ppJx8d85d75vK0ySZGhHLzMMtycfCsY/g5R4SQHXiapzaZIkJZRsnFwXjYfM4dj1937mJ6elrTLvPzc9aDeurz4jZZlqVx8ywTY/fazmEH4Dnz0TYi0rMXzwt+4MRz5gFGZI3rpvMItIUeFdtwZAhf0evYgvpuW86ULgzywT2wR0SCNWLl7EcOPTrJVtGGsdFp+gI3sC55LT3neJ/4eHZ2JtlGYIQeEZH0gnUE/YCLAkzYfwqwyZILbvRZsv9ivYzszTmeB1fgWHZun3kpVesaOsEX1ugFtgTYpEhyAT0ojAd9dP7gvlarO8ZppHbgzCNwyfIVmwyeEZFkAvwotKNE/JQu8gGs6Cj5Jf5ECnEMeQDmAS9KxApMXTi6dczTMd7cZ5YDxqdwzZwePsHIc+op9Mk8Xp5nGhjo144d24XPyPPcejllHzCTZIZYCDoDR9a0pNM5i8xGPk8NcA5ZSDikjp2SL15gNG2ZiDMFwCnUdc/U/78Vj5z+pw39uIkIRYQyIxuePCL04oO23HfPwEtbSsRP2zJey46Vc8RKPX0o1HWsvPSBiJSISLghYBRwoNA2IkTbbolYGU8+IiIpaXcM2tO/WxjDzZTlmTLjxPVPn7VfwJVnHQyDHemyF05LDkhgPPUU+vGcwhzcU8+8nCk8a9kxd5/BcJ4juAg+90YyCQxwMU7bdIiIBFvECg3SM8sDcCIcKBeKhQGuWzEWnVhuGU7bXItEywaykQrKtOygqenktxRe1KIsEka+5mCi7oCA8brjNjwG1y3P1bZ8RYQiVmAAZoSTwrV8dEyfiEj0ph6c6etHL/o/0nVEaMmJBgo499tZUga8GFq7epU2bVinC7wBucbX9dqSNzGPa9abGnIQUy4XGhzod+kzfm1vXNTUtuEs8rDCh0LGyY4dxQZn6AhtoTH0mZudV325oY6Dx6aTvRiTRQezNTs0NhlYUD762KN65LFHNOU5GQPcZpxg5QvOLLLkEOZt2Pgpj1kvSGa8UDrpIG5oeFiXXHyphp10We0E6KDvx514Gx+f0LTbsXie8SY315HlTtgNOHAbE8lY4ITeBF6zbnP23LhYtOCc+frv3NnTyjM54T3nRcE5dSwbczbaGC9KzTI56+Q0c7DgA3/GpDAupWMeZZZzeNawHINbBDxtq2199KDKrNfwYYM3UTc52T80NGgHUBUJxl0OMFZ7ERBe2HTCC7xOrnqt5T6F5bZjJ9NRnjs89jzLNvbAxLwU7oEFPtCm8EIFOLjmDFzAh8xQaMszCs8iQhHhuTJx0LZhPnONE6I97ajnnuvucxwp43BPmbZjB3cW0zgeYGEczvTvwoMzR5aBGUfMedD0IAEHjEvncaz5vGQn2rIclkq5TjuAP+okWsu6k+dFclbMP+agjvGYCxi5ZkxgBX7m5hln+EA9JSKoNns6LxQqaAdt6ct9RKTn3POMMajnumXYaEvhuRReHKwU+YgI07ZIRTIP21K75bq8pLwopcXckgOjZduQOW+kPO3kPW/jhRcGJMHYUH3yiSe8cXpck+fOaMalNjut40cOaMrXcw4sZk13ZBZ6tRxk1k23jvtDB+Brt1v2bYWgTanIFRGJdpFlapuWwJ5bvqBJy/fykWeZqDPiyfbwjAIvwXPOARxtCWhoxxjj3uzlesaBNDIKn+Gvh0vzAc/ExKTOnh1PMERESkTUjH/TdKx6M7DPyYme3oqDpRmxGN972R55707btm1zAu8ibdi0Rf1DwyIh0etkQJblHqNuMM7FKHkAABAASURBVDueo5UWi1dccaVtc1PAQxKSzQgWg+PYC9ubJW9M9vX1JxhWeNhKAcKy6QYe1AF7Fz/qZm0D5mybSuWSilIm/gbm4SOHrZvttOB43ete56BjR4JjeHg4JdGxF+DAF1ndsZgDmkAf+NEN+JhzwMmF3HI9ODCsgf7BFNxDa/pmeabLnAAdHh7U0WOHneA+62T0A+lvN5ZMt2XsjvU2vZnrJM2s8cSWGkCh2eCAbjIWATW6xk968DN+m73Z2N/fL2BRyBsa/ao3lkzPujZ5Q/Kiiy7UVVde4bJPN994g17zylfq9ttu1itufZluedmNeoXvr33J9dqz9wptdpJmdPUaL6rHVHVC75ATYWwO8nXW2NiI4AO4shjq6+vR/PysadYW+nry1In0t1VIuELDrVu2GM9ziY8nTpzU2fHJtIHZth1sR6asXFHJC/ksLxlsY2l5YmzkjzNfi/D3UWrQxjKG/YGe0IJr4gY2WNv2WSt2Woblp7YAmMpOErS9YV2vNZ0smE1/O3WOBZf1ZHF+QUvWg7Y3pfp6Slryoi1zW6/G1fR8Tft6GTJgaVm+JyfHLas14zynen1Z6GK7WdeIbV/JCYCOfQ80mZubUZ4bH8ntl83CpnnREP6IQBoZ6unp0ejIqHnWJ5LvBLvbrSMjw8PavGmjLvLmTK/lgiTZ8PCg56t5rJplalkVL4JYJJDA7i4UtpjWjEMdY2fWf+gYEfZBrRREk9w8depU4hV2ADqyGb/khcnS0rIOHzykCfPoiSee1OFDR3Ts+ClVK322MW3HGqcN/6K2Wj7WrlmnASckf/GX3qmbXnabF+s3amzVevGlA4m2oaEhcdAGvYMP999/f3qj+ZJL9pgWLW94XKBbbrkt8Qt4H3jgAcM4o4hcU5Mzxrdu/9qbFuEt8woZhMZFlmvZ/NuyeZOGPc/Q4IDHW9b+557R0SPPq5R3dO3VV+jGG67TW9/y81rtjZLdF+1ycrrPemE6OmG23gv8SlEkfp910ulJxzTfv+u7eu6ZZ/TUk08YpqZlZTqVXtuzNY5ZgBE/BQ/hX6lUMk1OiQ0XcISvwIkfbdt2s3Canp5OOA8Oel7LU0RYr0ZSkgNbQDveSMfGRUSyefSHtyTc4Q+0HLJ84QN6vbnZ01N10rLXtOlJctCxLjEv9MY+cCbWQf+6Y2Gr8OfYCHjRY9k7aTngjfUrrrxSF110sVatXudkxqW6/sYbRZLRbNAll14i7DZf/l199dVau26Ntm7doilvlK9evVp8NV22fu3YvlPcM/7U1JTYeGKhiwxip9hMR8aQPfwN9IqIRD9oQB3tkEnuG9ZHYEb/ONftExu2AdAAXCPCPOokGYlYuYYOHetfx/RgDArXwBARavtZtw4aRYQigst0pm1EvHDNgzzPBZ/pxz1nSuZYUCGxFghf88XU4088rvu92QcPGOtK21vsLrgyDrpAX55RaEdhXPAGT+iGLCBTz1gWibuRIXgGP9F72pLUh57Xv/Sl9rNz5t9FSXaQl4nJScvtrJArcKcPGybMyT0+izN0xD4gz1w37HuYq2L/iK4tO0E+MzNtfm+2ftVUOO7YvHmTlr0eAGaSan1en5w6dVLjE2fF284bN27Se9/762JzhljglfYrbJbM2PfC46985Sv6gDelHnzwRyI5+PWvf12HDh5Uv305OkL8U+SZ/vIv/lLpRYhnn9WasVHtuXi3KqVCl+7arYd+9CN96fOfTy9lmdVadtw1bzs+7thlwnB84xtfE1+tQ8/Dhw8nWUR2H3RCEFmedgIXXLMsS/oDHevGHd+JnMIncKE/cQf14AmNznqjmMQmNIOX6BHjIPNrrA9lJ3ihDXygPbKD3pGc/jf/5t/Y5u0U+G3etN5+eZ3Klq8bvEH13ne/W4e8EbNv716xIc1P97361a/WZicjgRkfwFe3r/Ym7OM//rF92IJe/brXaPsFO/WY77/0pS+ll8F6vRnM3DOO35A76EqM8LKXvSzhil1A5uYdpyJHyARn4ATeiPAmwKJtfkVDQ8PJTzAWY4IzXzFCD2A4c+ZMGpO+0JCCnEO37rjIHjThnnbIHtfQrROSrDs9tq9r168TfqvlNfiyYzg/eUGeaQ+86ASwFo65qQvzj/ngJe0p8IQzuNAGuCPCqShP5fbwijYUGxBRgg4uwMlz+vk24Q7MwMoXetAQ3JgzIsQZWsxZtpELZKcLC/MzBwWcGIM65qJdYd+DfcQn/vM//7NmLJOvcwJ708aNKfF8zgnzJx/7saYmJtS0bK51PPbUk0+mF1PQq17HXcu2kZPTk6qY58ApH9VKVQ37mYrjg+HhEX3mM5/VX1iX5q0ffmzfPp6+AAUu4Kcf8sDPa1N3ww03JJmjDlmB9+AMXWgLbRi7Y//WdI6g47ir2WgxtJgbPPFbtK0aLuxAn20Etgifduttt+qcY/jXv/712nfFFamsW7fedeM6bXlqOe5l03H1mrUq7Ffq9aY+8tGP6amnnlZRlHXmnNf35ibwyDwgwoowVQ1PybKU+7JcKglcurBGmP9tpRiIOvpWHHcmoP0PegIv4Anygt39l3/5F9uQI0kXkHN8+1qv78FveHhYvCh1Jr181HBMVheyeONN1+vlL79Jo6vGNDExLl6E/PGPH9ezz+0XmyDQEXoyBzKOrHThgd5ZhIg5BxzHR56p13S72P63GyfgC9dZT/jbpNhp+qATjAHO07b7i9Zrvh4EXuZA9vAVT1p2sFvHjh1zXHdIzM2vs8C7cfPjsDdPsWFhOhWRaavj0Jbj4JJ5UO6paL3j0arjjjzLkj/s6soay+Wll1yikcEhLS3Om+5N07nhNmWrVtv3Py3AKR/dsy/dRqlNy/xr25jXHef19vXr4osv0QUXXKQsy72um7Wfb7h5aNG5BPhVd15OimT7l70WRL7J1y1bXpqWyZJlgJIZXsaGt0luPceiY92m5wkLT26BaVhfoBWytuw8IWfoEso9/rJj3gXrJ2veszpx8rTXvlOacHy6zGaq51r2uqKTFZqYmdeJ8WmdmpjW8wePaM7xdKPVsX+GLjKeXpdYdoEFHODLpDeqMtf1WFdYx0OQIs8VEaZjS+g+cEdEsoc6f4Abtgffst2blVu3btVR87ZheEasO69908/r9te8zuvsITVNq5Mnjis3La90rPe2t71Vb3/7L5jGu7V//3Ne4/U4nhy0Le/1vIVtzFH78yndcMPLtGrVOtOgob/70Mf0zNP2xavWCDkddjwapqU8HyDlXvOCV2aiRuTmf0WlciF+BanHMWvdsRv2AFuwYFvEOrzPfN7seKJsGStsD91YZW9WDw0NqWJ6rLJsoXPNZlvjzvkxXd9Av5dmbdVtE8M0d1rEa5NOohU6DzgRoYiVkmeZ4c2VKQTcwJdRd75ErLSTj4hQbtoDS0SYFR0xZsRKG58k84o6P1TESj3jct9wnrFj/4VuMQa4RoTpt5xetGctT54Unj79k5+In+Ve9Dpm0Xnp5557TkcOH06yho5ie6e9djjt2Io4TM5IER/3WAd7e6uqlAvH4FOiTdM2k7mQYewstmzI/MH2Ytf//b//9+Jn/blG9uc9ZxjPlkLbvca89LLLtXHTFvX29gm7Nun4/SrH+v/xP/5H8YLNca/b570uRuYYg5d/iEuBBXohe8R5b3vb29ILPPzJHmRyjddda5ynHh0dSb6013IwPDyksuO4SqksYj3s0oc+9EHnlB/zGvIa3eJN1euuu0Fbtmyz/FTUND2HRkZU8XpFpmVmOevtXVn79Nk+IlPYSeBgk79iv8c1Y8/bFsKrkmWLc57lplvZuShLgwUFPjTtw+iHTYr4Kc9bXuvneVgeLD9ZCJlZ9rpxenpG2MtSUVLhcSMys35FTlq2KYxD27LjQJ7nhpc6nskHcNQc33AfEYL/0PKQ7e+JEyeSrLCGoi/xFHJAwV5gn/EfxGEt83zOOW76Zh5nRTZ6xNzQANr0Oa7iHnnszmcQhM9OZytUxIoM53me+gIr7aELdpN+3AM3Y3XbRfyUVjyjH8+REQr9gJ95eA7M4AqOxOSnvPbE9hw+fEj4SuSYearmM+uAvvO8ZczunFxLoe49NCZnMmR7gUzwHDhWOw7nes65PtoM21+v8yY/bWrW0ZZlChhpKx8RkfScewp9mcOP1HTuH/i5plCPHNGO+ohI63DWDMgifWnXNH+gAff0gSfMCY5L1j/iRV6IxX8DJ20Zk9K9ph/9uW8bZsaNiMQn6iPCdrZk292XaIL+MxY40rdcXpHRLAvj0bC8Zs7Z9Kd9FeCBP9AemUK+svZ5AY5AKGRSt0XSz7c+BxUCQBD/meKFNfWUbr1lS/9PB+0i4mcQiYg0R0ToZ47Oyh19ukXnm0Scv3CTiFBE+EoJxqZxaZgJ9KGSM8RfXFhIRhZhXPbCEXh5zvnFhfbUdwnNNSUi0jwRkeBHUSkRK0IEs2A+hTEiVtp1x2naY/EMWGgrHxGhHGOSZ8rNtMiyNAf92zZUbQdHtOUsH5mfMyclz/PE/Iifzt+y8WqbJxGRYETwaMd4LdOl5fG4lg/qu8aMa8bmGXOltufbtyyAba/YOi4RmYXeTqhSVts0jghlLh1Bm9yGu6qiVFZkuZ211Gy07aBlJQs1PU7TQVHTTr3phUPDgQECS1KhabgJclumUcsbmh0729z4yUcXJs4UV3nMVioNBwPASz2l6EiVrFBJmXrPBxR8sVJx0I+xWLNmlVY7SCdp21Mtq+O5Fu2E5520Dc/Z2wtuJdn+K88y5b4oCp+zYFpBI+DKs0wR9FDCiwQqP7/b8fx9dqYVFmPGcdmOo2o4MEJrnHgcdUKjKBemTUtyY/Quz3J1TBvecMw85qgXb2vGVmvjhg0iGCcJwEbjsI3Z4uKSnnZiZNEB5skTp/TDHz4ofjbnpBeNyw5m5xaWtJQC2Ybh8hxO3PCFoIEVsnf27DnxG/wk9glEnn7qJzp+9LCOHDqgsx6DL1GXl5ec5J5PJSJU97g4IJzRog0Y4zTtPJsOgmvGER5SFxHmczstMHDADbfJ81yF5ZuNbIxwmIo9dtQEkcODg+pYHiedvIE/l19+hcZWr1VWVE2fktqdQrllCfqVfHbXhANnSkQkI1gum4+mJbzpsRNhnlKpRBO1PX4Es8okiJ/yz3ABc8syHrFSHxGpjRmT+iFbGErG4pq2jFcYHwr9KeOGH9pErOAfESnxiyNbtsOnQDccIcaWcahDXrln7IgQhhkccIi05TnzQ190umKd61i3WeDh/LvPgAG82QSomLYEgdRFhOirUKIbsOv8EeHK89fUUzqm4fkqRUQqFud0zk2vyLLEL+CnbUSk5gRTLTtL6qRQhNu5I2PyZjr1kYXyrFCW5x4j1LEtKTn4dzctLC6rbjkiUXjk8FEvQo6IL3Oesmzee+994u9CmiE64UXO/Oy07U5NjcUFLVlnDz6/X8jwKQfLDduTtu1Iq1XzJsH+HSzNAAAQAElEQVS8ZqanPM5p1S3PJcM+68QYfEDmkJnM8EOvuuV0yXqama/IOvglfP2c+yzPHSD32oEO2Pb1iDr4Rxt0kgCAa5IF0J6xsTVVL2S4hhfMy/2gF8vIJ1+CP8Nm8fHjDvxqSdfgVaJVSPC2z4uks046TjnhXqmWNL+w6ATDGlWqvRoaHpOJab62TUslWwhMBJCckcemiUty8OGHH/ZGxQEhW2zERRRu3zYuvWmjk7lWgrNj4gAfgkrkHjmHHk3b+kaytR2PU1hWe0RShzFpt9WLUF4cgOfcM2a3D7Rhc4qFAToBTiRFwBVaMifzTHnxQWDEQuQxJ8C+f8+9IgkLDZFvxu7xQmJkdEi5d5XHbMcJ+LZs3aw+J062GIaTloNzTsDwt0PaHQk9Ya5l28surMxbsc0Ytj0dtA1iDBbT0C43r5kLHBYtY8gMdjk6LdWd/F50YLnoTc8lJ/7CG4R1JyVOmofHHMCf8eb4qdPndPjYCT33/PN6+JHH9Mz+/Xrei7ssz8VCpse+4JQDYOgNzmwu4TtqttncR4SwneudGIM2+ALwPmbZB27qwGWgv0+LXgSUS2XLQaHIcrU7HbFpumw4wZVx4Bnj8nJCRIgxSrYjESEzUh2fGbMbF8AzinwwRm6dNerWuY7xr1tuWqp605a/3QfN+73Q6DRrTpKc1vzcOQ0N9srar2XThZevsG8sPJEHNkaBCf/CPbANO4Bn8YzeoiNsKB88+LwX/Wcdq817zqUEc0SIDRd0aMOGdRpyPzZMGA/61Z2IMciGrZJK5puW/daSF4JNw9fnpGnlPN7oHzLNmbfT2cy44gpvkF91lXWiJ8nMgmNF9PGweYdOo1PIxezsjICBYHvCCVr6I2PwE7sMTkvW00q56gX6rC7YeYHH7Fdfb791bUCbNm3W9h079fo3vkZ33PlKbdm2WTvcBlkkecqiu2zZZL6wzYJfjAlPoBkB+7Zt25Pety3gu3bt9vi94uepxsZWmVbyAnqLSPg99NDD4suw/r4BHTx4wEmDaettVTP8jdvpGS+6r9Wll+5Jdcu1Rc1Zrrfv2KaiFFqzetT22roeLbEx4QDFSaNd6umvam5xTrPT4xoaqOiZpx7TxPhJPfnjh/WTJx/XYccRhzzXQW/szHgDKbfcAz96H3Fe/kolc0fJxvEMGUEGwXHGNhqcBwYGDFcl+fft27ebdv1a7cUdbdkMYTOWMfG90Ap+wif0ZNrJE8ZhbMbE3sBLbGLb8QCTo9/Qud92g7ngLXWMQ1t4y7jIGf2on7J9wmdMT07p1MmTOnXmlOqWrT1796gwz9CxIcduJK4WHadRduzY7g26C53Q3KlbbrlZbEYBQ6cd4lyxvwYeYOCLTHjMF/zEi8g2bcAfOMCJOjaEsFfICzTBhoELtIaOEfFCDMZLLvAVeW0T6zp+Q/+ItSNWYAA3bETV/ioiACfBFhGKWGlDJXwBHtq2idMdO9GXeuo4YzM4055nnCnwgXOWhzpOaBWlXM1Ww6Vpf1rzo45tS9OyVwia3XHH7V5LFJq1jy9Xysm+M0dueYqI5IvhEfDAJ3gN/5gHXcIXod/ck/jEVyErwAZc9IOee/bsSXJYlEqed4dIosETxiTBYMAE/5mXvsxDHfYBXkWEkElox7jAxFcHlVJJJJePHj5s1Wlp3nKdu+1mb/I0vKHda3sED/v7e9NPiR4/fkzwkA271atWO3E8J2DHHzJfw7ENMkCsRTIRmQAe9Ax/yWYSY1RMK+CoWK5aXlOUSoUa9tvEJk94k/r737/HNmiDnj/wnG6//RVqtup67LGHnYR7XBNTMzp89HjacPnG176pRx56VPudnKyUi2RvO522GOe9732v0LN5+0doiN8Gb2iAHtEmIpKdBM6ydYOXqMADukPzzd7c3LFjh3nesl2aSjAWjr8Ya9q0Qo76nAiijiRdyfSMCC3aLsNLeIpvHj93Wgeef059fRXbodO2Z7u0e9dO3X3Xdwzj0QQvX6yQvIQv6Bj0OX70qJ75yZP6+Ec/rAXL2Nve9hZdc+3V6QWN571p87GPfVSVckm9Trpe4EQp9v3jH/+4+LoN+wCc8AeeoJOMyT107+ojtgVckCnwRh6hG3LF13m0Pe1YoI6fcnyCzHXswxmftuAM7xifujnHHsyBvFGgPeNRD724N4mkLDQzN6uKYS+b9vAE+BgDeiLLjMkZuDq2id16+QAGSts67tv0P+PTHpjowz2lbZngvltajhMpyD6yyrjgxXPGRGfQTWhEf3wn8oIcP+dYiefoL5MCc4TthWlCW8YCH+qJV7CREZFkiDjxKvvvd7/n3SoVZa1bs0YNx/QP/fBHGvdm3Q9/cL++9pWvat5xGzT73Oc/pzlf8xUYcptbvpbry8neZVqZUx6b+ZjnNa99bfqCGTiuvPIqbdu2TYOO5RdtT2lDQZ+xx29845vS+o+NxI997GP6h3/4B/Gyw3PWJWhAH/ibcDTt4T+84Z7nLdMdHLHvEZF0D97Sb+/evbrGCXrgIfHOy3vvete79A6XX3n3u7V2/Qa98lW3a5Xx55dqat4UGx0Z07593nDdt89+dCB9WX31NVdr0DEUMVrTdhj+RAQgpFJgZ81bvvKmIAuhUMV2BRlAFuqW26bXW1xDF2hAPFuYlsg+dEbO7r777qTj9937AxGTQO83vvGN3mS6Idnxim3WmrVrbItaiojke15p+//Od71Tr33ta/TMsz9x/8m0OX3D9S8VsVrFcEAr5sROQC9sMrBAywjLhWVxeHhYrD0442OJ9YZHx5LN5Zd7SMLSZ6d1vGl/xnVuO/Td731Pf/1Xf6WwtxoZGXZMtVno7O/93u/p3aYzscZq05hYHNwh2gM/fEBbNm9x/NljeKeSPYfPi46FL/ZG6Spvat3/wx/q9NlxNc33tjsV1k9wgSarHd8seq1K7pLxod28Y7KO5SEV6wE4U9rujy1oeo3HtYdSRFj1I9FPypQXJfVbRndfeqmusG4gB3WvMzyMirykmvUDfSuXK2LtCx6UiCytdyvksOxDHGYqz4ukZ9D5hfmyTJ3oOFfTSpsZ6Hv5BXx6bZMHNOR4qOy4olwqq2l+FKZtluUKFbb5LS2Rh+0YZopxCs+d5Mvts1JVeY83/eS+ypX7vmNgkNlFx9jIX8eLk16vCcuet2VYe53/4aXIquVjzjYQOWZOeVz0B3saIcfJXhxK4hn4cPatMuO0z3ryu7/7u47R36jctDl+aty+ZMJ4Fsrycnph4VOf+mRap/ErDq94xW3eVH17etloZmbW8URdo2Nr1e5k+uznPq9HHv2xenoHdPm+qxJNPvPpz+qLX/yyY/KDmnMsnmeZwrrWMfy58YRWlVJFRZarY5o0rWMVr/+Vd1TyeXRsLH0le+rMaWGLfud3fkeXXnJpikPapk94PBnJIW++9TuOZoOJfF/N+vq8Y/MfPfiQWNeQ98jz3GiHwFtZoU6Wqx3ma8dRmuduu5hcyuQ2UjobVMPbUUS8UFJ/P48IcR2xcuaaEhHKzaPMvinLPRrnlZ89cvxXt2w1BC/dTMxZ92aNCS5easCXwN9SqaSy5RAezzq38/STTzj386S++C9f0N/97Qd15Mhh8TPFyAO2eGRkxGN2LHeNFIsw5vLSktq2dy2v3eWDMeE9L4B3X/LJsuwFm0FMT2xDXHbllVcKO3zca31ikMHBQeWW53nL4kmv+8fWrNO/euev6Nf/9W/o//q//m/9/FvfooGhQa3buEFv86b7+973Pt1y6y3asGmjVtvePfPMMyImIT5gnqe8Mfy5z38+1bG+uf32V2m7/QzwTYyf0/TkhCYmzllvlzXhTfG648iW40J+xam3WhF/6mdwcMB6Vfe6c6f9xqDW2x/s8SbvNde8xDToUcc4L9hntbAp5nGe5W7fSDzgBd6aY8VFr13QE2iDba2Yb9wvO5fZto0k99uxrCKb2NpMkfjSspy2/By46valy+dfIlxwzNYwnKw5uK4bbuwddg/aEktBc/CMiMT/huHAXjAehes8z0Wfbt+24Qcm+mLbaUcsgd2ET8Rs014L0pfCXPhgYmrsK3kD4gjs6ZB9YUQkHWI8xqI9Y0Vk4gAm4i7mpE9EJPmKiBdgxibRjv7MqZCwQREh4Gds+soH9OWeet+mMejTgrbGjXY8I17q9cY3bTjjWynwhtiO58SU6Ah9KA3rOmN1aQo8wIW9h2fASaGececcW3IPfbvj0J/raa97eUGbfAu8wq8fOnTYa4gDKb6Gp4w7Pz/nXObyC4Xx0OWIUGZ9l4+IFVol2ltWSl6fQAPm6sIFzuBXtUxzDT6M4+4CHnw5awf0EVsP/tCC57SlT0QoYmWutmUdvHrtJ3jGfBXbdcZiXObuljzPVLKdiVjpD/2yLPNYUsU+hbmZKzM+ba+nS4YfHgwMDCbYSu6bRYQ4ULK2HVTHzOS+W0LRvUwCBBCUjo13t21EKMIlc/EZICh0pA2F6xeXiHjh9sXPue6WFxr4IuT/3CcizKAsFfkAFgSDYgCVZ5kgBMhFhKtsVM28xnkjmlsxeS4fzOPTz/xPHWNSmcX5eWyJqONZFy/umbNlQ8I17Rmb5xHAuuK4W5676RIRiehhGrVt2hpmdHezC3hgMIVrxqBEhDgzbgRjruAjH8DiKkWs1NPOQyfF9ON0pg2Fe54zDuN3C3URweM0DvfdNgn3oiRluao9vRoaGdXw0IhI5uJMKhb4sgvBC4re19unsMtlE3HRjosNtVYyDlLEipP2lcL096CmgOwz2950balp+rD5Aj1Y5KR76s4XBB4ag0vu/tAJwYbHI/2DonAPrTEctOkhkLMzwAGPDA+tOJyBflW9kdrrjdMewz5shzc42G95ycRifWlpQW3rAA6348ghIsTcKDvjts0zDDl4gAPXTQcdBMa9vf3KMgLPdgpIx5zwX7d+nRc56zQ8MuwFzKDpN6SGg9oZJzQb9YaAcaB/QJvWb9TWzVu108lWfqKHrxQ2um6TA/RRJ0r7DPe2bdt1xRVXaswJF+Zdb2d55VVXO9DfI5JsV119lXZeeIHWbFivshP3pVJZHLzVfvjIEfEF6uFDB3XowPM6cnC/k+ATToxOa9IbEPzsBYkjjCA0BWfO3ONUanameWQiyLNCmUbt5Igb3giDDi3zuW17kGW5wu3gQ934cXZ1coR9/b128kOmfzXxvsfyss3J5Isvu0KV/mF1oqTCgWTmIKUjKfjP9Nf5I7NeR4SDr5aNXjmNmVsWkGXkD6PZbUMXrrvPaUPhnnqeUyI8C8VzdWz3wIEzz3ocnIM7DrS/v1/0rdtR8ZyxcOybnRgi+OF5RKRkPA6b5B3Ol2QXjpn2wMgY9MMJtS03ZcsnddCJa+akvjtHnmfGt6mIEGMwHz//t9MLwIhICxnkErjoRxAJHYAZPrGAApfsPO247vgf2jInhbm6xY/crSOeUyLL5clX7k0f+YhYoRl9wuPmi5pEMgAAEABJREFU5ldGOz+jDyV8nRfu63MoPKbESwD1JBMdBy4L3jBZ9OKjpunpWSctZ9I1C5LjJ05qdm7eCf45Tc9Oaam+KMfR5nmmpoOxhYV5TTqg5m8YTfvM3wUiOdK2rZg4d1bI+OTkuBcrMyIQnXLyv2Pb33bJLS+UmjedoFOehRd1S0KfgBdaAj/POHPf9EIwM57QPyKSPaDeqBmmkhdJfSL5Af/oQ1vO0w7mkJ+IEAHL00//JC3CGIe31wkGuEb3jlg/abPg4LNcLqmjlnq8cXXRBbu1MLNkm9FMfzsNW7Bg21q3HDLfkAPBmhcfyBpwluzQ4SlBOomHyy/fl2zRhg2bdKk3T8AdvskH/RreTB4dWSXsDXIJPPT3Y4HDCfOiVmsYz4qrIgVQLAQISJFV6ET7iBW6RETSE/BmHuCkTeZ64CPwu+yyy0TfeQdx8gG9gJtFConX7pdcjAuPWw5ceDu3KDLLyKJ7KM0BLujWmfEzOnbyhOVryXCWkl06evSYwG/turXatn17mo85+rwBWFiYFr2oIPgmQFyYXxD3wEwf4IYOvFCWIfP279Ne0Jw+flQnjxxNOs5b6PufP6Cz4+M648XN6fFJnfVGyzFvtJw+N6Ga6VoqV7R23Tq1PEZfX39qV3eCiznbNoqDg8Nau3adBgeHNDo6pnXrNiT72HSSpGH+dmwflry4IYHQZ/uzbv16XbrnEg150bTKyRkPkWgBvBGOLUrlZBPBoe2+0B36l0qFSpapcqWc6Fb3YmXZMgN9W+d9HLRM43VCeRQqspLw/7lpValULUP9lvOBZLtLUWjt6KjGDMfwQK/6+6rWiYYXm1OW81nTfUmz3nicmp7Q2bOnk8xDXwJyNpPRnZb96OT0pG1bw7RfsFyd0nPPPaPpqQlZ1eyL5z1m0+c5nTp9IrVDxvFRBO+jnn+jNyfWrFktEoMHvYH97NNP64CTsujTlO1ClmcCL/Bk3ohICXNs5KAXw4x31Il14GITi0UY8skc586dS7FaZmCQ1XK5LHSNNtCUa5K4tOOMvWecNWvW6vLLr3BCdbW22J8D4949F+ml1zoResXFuuOVLzd+mW3fgpBdEsnf//73E67IH2PJB/YEv4LPAEbsAovGnp6qF8nr0puR/KoEOAADSctvfOMbSTZHRoZsbzuWrTXpzwGs8+Z81fFAq9lWbr7yMgc/VUi/tV7Y53moVMo1Pn420fm+++4Vf0fwoYce0pe/+i9OsjQ1snpIR48f1uzCrE6c/1MA2LOTTi5gu8CDL64WbJvHVo0mewidwQF6IaMU4DV6adGFfK5xUhKdh55svrzkJS9JG6eceQb/aI9/7fMGCwl4+A8tGI+NJGSLa3gIDeERbWjLHFXHgchAj/054zVtz7mHt5zxlZy551lEJBvCONhkxlywXW5Zd4EDvHhJb252QTfddLO2bt2hbU58DA0PWEd6TPd1Tlz3q+Zk4aGDh+1flq0Pc37WJ3w3stvrRCF2lzEYH9g3bdqUZAxYSrbjwAOPh4eHFRFCr7HrFBLByAq4IUf4GmSUsSJC8BaZPOBYb2pq0v51UrNz05q2T0L2oRfzQA9ohb2AztQzL2eecw1NOEM/2pRt17gHRvrRlnpKRCS/Eb6J4F8lWfSt6ENhTsbGDmBneQZv5+wPeIa88Jz5kBfqwLM7F/PRlnbd54zDeNAIvq1evUr4k66c7Nq1KyWNeM58yMZqJ7AZFxlh0x0YgI8++AbOJNmABT1kPvrSHlig8V133WW79VzS34gQPr1iOzszM+2k+qRt4rQ2OoG26M1HEkrMXzguoqxdu1bXX399+juVN998s3WwsK07nV4igubr7DtOWL/YkPnCF76g++69R5O2j8gQf/v6rW97m86cPaM7Xn2n5WbQ+C0rc+RQ9brmkUcf1p13vkYkT/GByAK0+uY3v5ngRaaQZXDLrP9V24cLLrhQOxxX3nLrreInbN/5r96h7d70bHs9JLPyO9/9tr729a/qol28ILBDp8+cUinPzddIfhkd+epXv+rE8gnbkvFk4+Ahtiwiks1i3kcffTTpV5/1Gb4hz+D46U9/SvzkMjIMfzv2mz/60Q/tG84o9zyL3pgAB8qXvvhF/ac/+AN999vf0kc/8nf6L//lP+vvP/4R61iPXvPq2+1PR/TXf/3f9VFvmJL8/sY3vp6+4q3aFtTrS9q8cb1ed+ernYj9kJ58/HHd4eTl+nVrLKwt3ff9e/Vf/+t/TbAMeX24ZfMmvfY1d1qvV2t2Zlq7LEvIFjyqOMmCzAAfyTpgGxoaSroKrl37hywhb4cPH0462G/cb77lFvuJNcYtM+9LSWcZkwINONcd70IL5Ibx0DnkEHn9njd9kGNsBDpcKpUVEQIm2lTsK5r2s739feIaONlQAhbGjogkt1xD625BtrvXOn9wDwzccs1YmW+I67inT0Sk+SPCOOVOXLfE0X1Wtg+F39hrknLggi1avWqNLtuz1zHoDsvR0vkxMstzPckRNMO/EXcis/SD3hRogu5cd911qpi3PcYZ+3qh5fim62/Qti1btN6J7j3ecJiZmdFZ+/UTjhXRh4p5h8xCX+gnH8CIHelYjyLPVPOaYfuO7Xr1nXcKWLH9u3dfLHDGJuA7GAcfzabpkmUUuwBfoBfrdX7OEboDN/qWxrdsA3/m+AL6QxNkh9ijSy/641uByaDZN7e8wd9juzKlolSo5rUUX9Kxrgrrx7t+5ZfTRuqMffDFjvUHh4dVOHY7cfKUdu+6xPp6xhuJp9RwHBBFrtwlshAwAFvuMeQjIlJdxpniWFKOwZtOindhk488yx0X9iZeQw/0ue64kjXnG17/Jt1pmvU7t3H8+In0tZZJqmOOy/fu3ac77rhDt912m9doc6brsFgTyOOd9uY3tBsZHhS/SPCr3iC/4YaXqlJ2fHLutBrWh2VvOqIfwEISt9+xMfPDX3hELoL7wZFhNR27A1eP435wxFfCe+qvufbaJF/80hO+lE2NXrd75ateqT95359q46bN2r//+URvfDP2GPnFRn30wx9Jsoo9QQZf95rXJXv3kDerHnbc9NCDD6tcqjjOqalsubz51leot29A+N/m+Y8KGo7zWXdm5gN5tCWv64ANeUQueTmUOHrJsUfHcTp8AueI0Mp1S8hOy+te+aAuIlepKKvitWPJ82eO1dn4vXjPpdp50S7lfhZu0+vcixzr15yLys13ZLjPNgkaIXeMGxFqwfssU1Euq+l5lpwHAgboVJRLIn8F7HmppD4nlXt6+hT2QvK//b0DGhsZ85qhV6VS2TVy7nBQZevdKsedQ0PDlud+AZPch/UOsOdZpnK5nPqU3LZvYEQ9A0MGt2KbIA0Oj2iNfSd2+NX2fbfaX11zzVXaunWLJrwegz/7n31WdcNac4mOVDhHIR9Ny37HukeBbis0C/U4NoSX4B8Rgqfw/A1vfLOuve5GDY2u0fadu7TX62nWY5/73Gf1Q/sm+FWYpps2btGa1es0ODSqmel586fkNVfFeQrbHG+gnzx1RmvWbTSuleSHHnv0MfuIZTWsUx3b6MywhfkRhjXzuYAGlgt0EJiAkzXTYm1J65xTfInt3eo1q5P8njPO/QMDYqMrPE7HsjJnGwDPqt5EQFdWr16rV77yVcIerV27Xg3n6+peozbM07Y7hefLLQcU5pK55WFs55SOCDfyFXBSGaYhNcAXEcqz3DhnLxT5iIh0n3vciJD/V55n5muhUlE6f527PkyHRqJHlmW+rhuXhrAlc7bZVctWqKOzjjcOeX336COP6Mtf+pLuuet7Ou346OSx4zplm970uhae172ZF2pb7soKKdnNqnUQfrctz9jwiNC0c7DIPDzEFvHzwPw5AWK+X3vve/WGN7zB8f1Nyd+//OUv1y3217zQsmfPHiEb+HPu6Xv1NdeIXxt7+OFHHL+dSB+ptLzOQB6XnWsasD270HEDv2DDL2z8wi++XTfferMuu/wyoZvTjssffOhBfeKf/kl/9md/5njmj/UZx0Pf8JqOWJ8NqDFvkFetD6sd21ZKJXlXW4Vpe/srX6Hf+7f/Rrud+93gGGZsbFT9A33qNe95OW/bth0i19Dw+qXpfC1jzc7MJ32G73XnGqALfycZO8A1G8/YAfkoWXfQH7PcvGkkerawXS51r3FoR2y75Nz5pDd9scPYMHzalDfjoC/3yGHDPOKMfaNf1+Z5GjF3BBxb4RlwtSyn9KEAV9dH4ifxs2fOrOQXIsI4Dia7kZsmxNa0P+l8DDBEhFhPjjpvgBwsWD/wHfPO/aBf+Xkc6UMc0WtbCE94URn4sYfIZkRY/DvivgtTRFiWc3F0TCTGZ5xuoZ5r6un34jP5N551+9Xt3xZs78+cOZNekubvdrOZSYwMDbGLF1xwQVpn4I8o4LXeewHg3NvbKxkexmQe2uMfoS08BAebmMRH6N/FgTgGfKEvddBw1apVWuecEzkR4OMZfWj3vP0itAVW+tbsR+A397SBr9QDB2NB44hI9kDWZegA7sDI2LSjUA/f87xINhm4eS4f4EKpWpfR223btokXlHc61iPmdhP7h7rtSM05pUUB78LCYqpDjhgnFc/PGKu9/oNezAncTcszsDJHRNh3LydZj+jap5pJGwmuHseZeZ4p99qJwpoLOmdZnqdGbQsuBhSg0qQWDK5fXFK9gUlnP++eIyIRKstWztRDKArX8hERaR5f/sz/PP+Z4vFf3CBipV/Eyrn7rNuHOZo2XNTnxgViwDyuESCuIVqfA4geO03uI1aUgj6U7lhGyXiEibTiHAiqYbJCrs9+Wu+Gqd7niEwRIfl/xmnbOa7A1ErBSGonCaeVCtfut9K2rYhIBbi6sGfZypjdM2OsjNlMDKZvRHgk43GeXh0zb9mGG5j9II3JmTFeXCLoxxMlw8DYHcMTEQm/lrOqdQtW03W+tFPqUQ+0q/am5x07pEaz7uBx3mVBDdMeBZyzYcI4Yaypkwybx+C64fHaDJZolUt+1nJg02q0RXK3ZiPbaDTUtHNvOgBue44uzBEhruEnyoUiMELelnZu2aZ9+/Y5gbnXCTw7kf6+ZJRxMkbO12WtX79Wax28jTrJODo6rBEvMgYcNBdWhFaroczjc537vlwuqfBCJbJIhhm6QHcCGaNiI9SysjZUt2MCxrZxiihUKVcVEYk+Yd45HhKB8tz8vFj4krCvLS0r/B8y2DLNFrxhtLywpI71rul7jOVxLzZOODiYsXOtVMoONntUtQONyLTgRcSsE04YiVXeUN198cW6cNdurXYCt1SuOHgrJ0WPCMtdSzNOaBNoHT16REeOHnai5pjOODE95Y2Bmp0giQGcEs6PMZl/3vBiFCk4oXnDCNy05xmGrksTDCZ8h39eHygMI/SQ54dXPd6AJ3DBGK9zQpcvaTZu3qwRbw6v5u++XXq59l17gzZt26khB8jQpdd8wXlHrMhO23LAfBErtGVcdBRusQwAABAASURBVLoocrO384IuJB5ZdrrtkRcK7SkRIQ7G6rahnjbUN7xoxgmADwV+QBOSWSz8KVzzDLx5Bn0I3Eki49hxHtCIOeg/bR6C0yo7JZ5BU+Yk4HjyySdfSJ4AGeNFhMCNPsg49qDuBXNux4IsDDhgpo62jM81sIMP47KQrFhWwAl7lztA4DoizJKgaSroL33alt32efoCM9eMi5wzZ56XRB0wUM81A0TEynjmd7h0+3KOAIeS5HoPLeCSdQmdBjdgalnvSQAsL9U0PTWjc2cnvACZc3KgrmkHuOfOnk2OcI63nRo125d64nPLerLswG/GOoCTLJWKZPkmpya1/5n9Tjb+QN+/+x499eTjOnrksMecdPJrSkt2qDg7bECmsKNdSHhVrF/yYWzS28J5lisi1LQuIk95nvuprPON1B5aVkzfiEiOFj50+RoRQg/oAB+wI8g+9ySBDhw4kMauG35sPPVnnThAro57QYAjRrbgW6lU1tL8ktjQGj99Tu1GR+jh3Xfd40Tl8TQ3tCw5oEZ3kUNsDHKJ3ADnKtsHFlDL1vPDh4+IumUvLJmnv39APbblRV5Odgu5QubAl3Yr58IgZlrvIA1agCtfurHBAn2QZWxHRKhcLttHVBOvwY8xhoaGUr0HSf8TnFNfdSAEDTlXHZBEhMCD+XlOYf5duy9StafsZ7nyLEu061heCy/C+p08mbZuMS/XN95wvUatYzX7pIZ5l1vuwfXU6dPasmWr1nrDcsg2v8e2pWyeMxc4Q+uISPxFdgG0Yf4s207PTs/pyKFDyv18nrecs9z4VG27xixzHTGHbOQXsN926tVqn7e/bbMiU09fj0rGUwplhmXBG6LjE97Q8MJi1mMND4/pwgt2JdguvvhS7dx5gdav3+jFT69haWlmZk6XOBm2cctmxwwOfbMsPSuVy1r2ArjXSQv0APzlA/7kllXoWHg+aAJ+0Jg68PUoknEBT3wPfdDniFBuW1qUS8ryXLltTUQmKbN9NT509H1hWUvF41dKJc1aT/3UiaYJlylvmM5pHL01X1gAYweRSzYxJybOicVBx/FJx8al7gXDtDc7CWCnWHx5U7XuuCU8KzyhDfKFLBg8AT+2Gf/EplPfQJ8TNwOaMD1J4hw9fkyrvBnd4w2BAcs2+BPrgT+yCk1KthXgC1wE4ozJ/fHjx50w25+SEl14IyLpO/AxLwX7Dg7gQzvkfMp2hzquoTfzTJsu+72xC29qTnyMjQ6mpBu+Y3JyUk97w/e+++7Td77znfT3/9Bb8GIM7MXhw4cTPTmjQ7l50nBsROBPkpFFFf6Gn9tkvm1eUNx66y3iy7MlJ3J37bpIV19zpd7yljfrl3/5XXrvr71XLN5fdtPLFJHbtrWsUxXhj9d5836TE4bf+ta3df/9D3gjfMHx3JJjjn4nNy/Xtm3bnSCY0LPPPq3nvdE97rhhYX5WNucep+ln4zp06KBltp5sao/1ea2TXIzNohXar7JeQhs2H7YZVvDhHh7Ba3gMr1/xild4zsuc7LnCuuBkj3G2OIhkMos2eFC1TnXphH6DP/XYUP6W2ZKTkdAI+0tf5sDWwAvmhN8RkXSJupLlmOfUow/dAjzwhDnAgXra87eH6YN85lnhuE162EnTUydO68ypkzp7+owTqCXNzU5r2Tp/3UuuEzar5zzcwIQfyLJcxxzjWRXs19qOJ2sCF76gI3HC/OAwMTHhzaE+24MZIQvgB77QlPbjTqLtd3KJcTPbCPpynp2dTf3WONlWWLeRefo99thj9lHL9rHT5tdiknFwpw9jgCcl4We5A1fqoRF13RIRtoVl0Y/+9Mndnufc0ycMD7TjHvkFdtoBNzykPf2hK/14/uL7Q7a96Axt247rgIXnEaHJySnxkgJ9kTf0GRwZg7GQq5mZWcFDCjJx7NjRROdjx46l/hGRYgxgpVzgBAX94DnwMi/wAzO6yLjMwzMKsjg8PCzekEau4Q86iX06YzloOG671gm273z7O5qbnZM6Up5lXqOMWccWdMCb3Mj2wEC/iA++/o2v2kaetfyUtXXrNg0PD6WN95ptJV+h8bOTp0+fSnL1yMMPW+ca+shHP2o7OGiduVI3Xv9SJ66HU2wwMDCQznX7QzY0RoZHRdKBccAf2D/72c+KFxa+743DwjYfPhV5aIvj877+viSPk7ZX0IMNUmSRlx54K3zaNh6abbM+n/VmLn5y0euGD33g/ep3Aq+nUhJfUhhd03zZvmFe8ABafuQjH0k6zUYgsgBN4SPPF60zJIagPXENtvVDH/qQSCbRFjmoev3OPXI/6hjnuDdqHvrRg2KNMjk+oQcfeMBJqKfEz+i9+tWv1tu84cwXbu9976/pta+90xu6I+JvE545fdIbqR/QqRPH9PWvf1mf+tQ/6V+/9z165zt+SW944xtE4hT7D+/BFXnjCyBk8gtf+EKy3cT+EZF0CdnERiMzyCKyVLJ96TG82HjwQVax8ayHiBUZH92iLzxD56EF9dCd87T9ydjYWLJZ+CDohawBzxZvFMI35mWeKftD5qfNsGWTcRmHgsz2OP6JPBMvULUdrWRmEAX8GIeCnHPfPUeE/sdr+Ig9ybNcjVpdRWTKFao7bmKdiG8HDnjWnbs7BvMB2+7dux3/bEm+HZxpV6831FPtdRK9kZLpEaHcdoW8VESI+BPaVm1PqWcs6Ewyja+HKqY1cRlzASPyaiMnEtoU+vD3A7du3ZrsY5EVesIb6cRD/X39iojk1+DJon1JW9KS4xK2hCfs66EveNe9YbiwuJBsIDzG7uzbty/JWkSo+xUjX3Hf+orb0lzgCH3hE/LdtH8DfmjEGZh5RhtwBAb4CH70hdfQrWZ4IiJ9IcemziOPPaqHHnlYh48c1vMHD6p3cEDXeRO5xzEyGybDIyO2lZs0YZtJ3ED8Pm/bWPdaIMtzdbxIC+OZZ1mitS8THSICk5VKRKRnmc+VUiGe0A/bBC7ggI9DxrpwYxewqdd502e3cxTQCf3mZznvu+9eHfaaBLl9+y/+oi657DKtdtzA11lT3jzhZQt4JR/YBb4If/LJJ3T65HHr+YJ59pjm5qaTXcltu6A/uPECxOc+9znzpSToie0nDoSm2K+ISF8E8ksyyAZ25K/+6q8sVw86Zu9NuM47hzVuO8LGCLq6yxsg09PTyVegh+h/rxPtmWUePeQe/KEDX4eB55NP/ET33nuvnntuvzfcHtSz+591jL8z6XDNskMcTb5BhqfueJ5fNSOxzHzo+ITtLraXF9XOOqmObkx5/VAzz6CLl0Gib0RYvNtJZtG3RqMlck5Jvx1chGEslarWqT719PSnzYbhkVH19g9qYHBIVdYsTtzQb9nrROgYEWKOiBBySYGvjC/X4dfRi6IoCRpEeL3juLvizdsscslrotx5g1JRUb/nIe7DVg1aLuX+5AbneZHVa7M5xynEKrPm+bLp0qg13L/DHpH6q1Vt3rRRO+1jdl10ofZcepku2n2Jrr72ev3CL/2Krrj6Ot182yt16Z7LtG3bdiFL2AU+nOAFCuh13LF9j3NQLcu4fESE/+045mol+fCNkA3wwz5HRIqzwL/wOmdgcCC97MRPy//u7/6ernnJS7T70kt0+b7L9dTTT9pvfM263W+fviq9qPy6171Bv/C2X9INN7zcc3SkyLVoumZFWafPnHM569i7SLJwicfB7iCjC/OL5mFbuWmZKxN+Dv2C9t0CPPKBnDWNT59hGxwe1irn/m5z7Dy6alQnT50Q7ee8xjx16pTzKQ3d5o2213ij/87X3Kk3vvnndYk3Aivm18DAoML2Lzev5Dk7HlsK/5+5PlOe5WmszGf4zfOIgL3qZG4nKSJSmxVYuY5UpxcdESHZzmRZJoXSkfu+UnbuwbmUPMsSL8jX8gFL5vblUsldMlX9fMkxwbPPPKP77/uBPvj+9+sv//zP9aV/+YL273/O+j+nSqWk4aEBDTvm6e+tqu2YJ/csLecBGIu8D34V24p8I29zzh9hU9GBiBC+NyISX375l39ZF110kT760Y+IF8+OHDkidBIZeYlt2bXXXpvaE/cRT730pS9NsRj43XLbrc4PjOquu+9KMcvjP37UeZtp87UjPgI4dvSoc7Cn9cRTT7ndWJKli/dcqv6B/mR/Fq3fFcv9rOE7ffqsxq3zJ06cVERu29GnpcWaaaW0PiyZRtzwonH6eMBrgUVvEM56Xc3Xqm1v0hdFpiw6mp4c14LHzCKzfA8KX1cUJct+R1XzocfyIBsV/KxJl3SQc2EdoGCz8H3kRfCrxCXQBNv3sDe2iYOOGLdF6zXxG32Ab8S+h/vh4SGD2klx0sTEuJDhZePKmPAC3SMunfB6BztDDscaqty2nbGAhTr6oa/cwz/WdzXHH4wDf1hzwkvGwR8AHwXeIAPAwscovLS7ceNGw9HQtOnF/F25YA5yVUvGBRxoiw8GLnwKY1GAg7bQA3kGHtpHhLinDc+6fcCDuoiwrjdX4nPnmqSO8AfIJ/0iwv6rnGi132u7z3/+8/rkJz+pv/3bv9UXv/hFsUbEb33/nu+LX++DbqyPweG5555z3VOOf38i1oLUQ1/grFiX8Ffg0tU94AEv6rCdwEABZvpwhp7Dw8OiLfRmbQIN8YXQAJi5HrI/YQ5oAK7da/mgL8WXilgxAtzTjjP1jBURoo4xuafwnDHhL3JIW55zBkZia2Sp2y4ibHtbib60hwf0pc281yjQBJlARpBXxgJHYq0I2zf7TcaKYJymedVIY9EfWjEW/eYdJ+CPqQOWLAvzPZRBNPlgEGMr8zcJP/X/Y3Ezhf/j/OJn3FM6KKWNPdeMB7CcI9zLhXoKfSFW53yCrWMkuoX5I1baR/z0/MJzBnDhHmIxDkxAoDlHhKijMDfM6ApLUSoUESY4hGr63EptGctD+ln6N+HPVea24NAtjPfTtgGoqT9zYYwgLkl/7lO783hFuK2vqY+IJJyMFRHi4LpbIlbq2udp0/LmbNObkV1cI8KMy9MYEb7OcgX/RWaj2+sFeaHuWJwjQhzA8+ICLN17nrcNH4sHAj0EccFOniQ+CrlopzZtw4OTRlF/4s2gMw6I+OmcJSfxaI/AyXMRwPb3DQha5zaImeFrE7TV28IgL9pQsRnZdJIkFQeULC6a3ixxLKYsN255psTLLPOQkUrfQK8DwLIdQEm9Xhiu37De5x41W3VNOGGLcPd6Md/f3ysissXFObW9MdvptHxueHNxWuN2OmfOnk5faZ508DE7M5WelcolB0Z9yVEiK54wKRHKk9vx9PT0iXPbNMKwty3nBKFLi8sO8JfUNn/yDKfX6zH6k/w07dDL7lv1RmdISk7LUQk/Fdf0ZmzLfVqmQdt4L3nDZ86LnHkr/GknYwi+nvEGEX878vEnntTM9KwN7JJY5PV5oTS6aizBC92Rj8iy5NQjctOtLMbGQRBQHjz4vBM1p5zAO+pExiGd9KIEY4JmUSVKAAAQAElEQVQTwjGmMQwHZ+6XzGuSgcDUsS5HhDKPn5sv0AM+U09p+zmJAc5GTW6owo4ew4uRpQwPDWlkdMQbHqu1YfM2bdlxkfZcfpUu3XO51q3bpEq1VyaBFFnSJ4XEfN0iH1xHrOhQRAhYIkIRLlLSQWhJQaZdlf4HLuoo8INCHW3a1i/qwYnGjMk1dDlt2eZrG2gy4EANukBLnBfGmGQfPyH2wAMPGJZMOCHsTHfxsG7dOnG9afMmhk5wVuzQGK9pvvN2G0kV5od+ODSuU2P/Qzvo7EsHjBXRh3vgo45CG+bESUbEef6H4ckT/SJMm/NFPsC5W3zrNuFimlumkUHmaHqjMyJTuNC2VCon2nYs7xGMR3tZvnX+H6XnEXF+3sL3nVTko22ONq0HK2+uLToJcM6yeEaTDhSh8WEvqo950YNNee6Zp52cWVafg+K6g8GsyJXbXqN3uWUq93VYBjlneSa+0Jx1opLE6QEnEh5//Mce15s73qA55eT2lM8t24bTJ09o2hs2c3Mzto0lYWuWnCwJ4w2OWRZCHw2usixTRBj+dsInz3OqRXvwgIc4XmwTzpxCEAdfWBwiW9PT0ylQ6+3tFQk0eM2b6VzPegEJH7Gpq53shucGQ/CSJLk6mSbHp7yBKm9gHNDU5LSQx3XeELz22mtesEnAiS1jXnSZeYEJOAkcmRuZRf9INDHP8PCI7Eq8WdJnHDPLVDPNCw48b9gO515cYZsZFx2mIKfgvGnTJr3xjW8UP0f6YjokAvkf6EM7ZBK6uir9zzU2nzPjUqBrnhdiXhqVU1BfVduykrmi5qQR41GQBVcptzygZ+jeY94YgC70N7tUtW6Nja6yHlYTD8H76quv0br161bmMF97B/pV8WIFfBdsZyMi6QyJtjO2ued4g/j4KS16I7tteScB0bR96+nt0/DoqIbHRpVbDtesWadypaqyN49GRoc1ODyoHvudEbcZ9aK2bFjKltWqn89MzWjUG33DTmiPjKzS9u07tfeyK7yoGVWpqGitF8O7d12srVu3a2RkzLpeVZ8TAAZNi6bBpGWpz4FqOzJNW9ZJ2GN/Vq9eZTt+0v50SchCURRJRmskJZyog27U5ZZf6tA/6iJChWGDR5Fn4jmLLM55ui8l2WhZKNu0LZes6x21bLPw3fVaU2e9wf/M08/ouDcm+Jnj8TNntWC5Rq8WvKBbXJx38mnaOlA3PmWXihM5Ax5XaT74jx6gLzXjiGygE/AFGKlrt5sqvBiUIskodDh97qyyUqG68cstCxu9IALHiy66QMgmdhC8cuPca37ItmfAPM+s39RVzXvkuW2eMid1Se6chAWehYUFwz3rGKMqYKEdfVgUct+VX+YAzrZlhDEiVmBEp5/xgoaxsW28MENyj2TgGSfF8O3YuYe9GXLYm6bQgbHQX9qzAYDuRmSCx23DCX60i1iZA3jr3mBZu3aNSqYFctBjOeNPAXC9bdsWx0LjOu3NgpmZaU07vkFX+BoH/DoeJ7JcX/nKV/Wxj31M/+7f/Tvzp6pXv/pOYaeuueZa31c061jkkYce0mOPPmo7tD8lIS82nS9zEmhi4qz52W9azVg2lGiVZZnld0TA27IOAzuwoockVa+44gqtdcKUdtAuItTlxfDwcLrGdtEnN/+wIyyUWADzHJpCv5MnTycb+MQTT4iNq5rlnbaMRRKb+xEnDKEZ4zQaNRm0tIkyOjYsxo9Y0ftp6xY2pGSdpi0yAI/lg3twAJ+IMK1L1q8FP5HWrVvveGxOvbYLfb0DWr92vYaHR7R16xZvlM0lOoDjpz/9afPhlB568KEUdzIecCK3vECBvT18+KjABVnhC2X4PuB4o2pZnZmZccJoXuAOHNRBA3DknjlOOWlG+177GnDmOUAOWO5PnDhumBe9sN5vW3HCsC0k3vJlD30ZA3zhCX2wpch5zQlA9LHbhmeUF99zTR06B1yMA804Ux8RYjxgh67Urdighm1u3TpWUcW2peX4vLCeu7ltd8Xy1HK/hi688AJvtmw2v0oi1gdG6BcRqY55wBfe8WUe+AMLcCEPnKEzMRh+dfPmLYqIZEvK5UJsCv7jP/6j0EP0D7oxXstxMGf0CXwYf8ybWfCCZ+Ba2NaiS/Bh9erVtuVDKYlBgo3k2k+cLPux/dNHPvwRJ9Pm1HDSZMlrnhlvjLVsR7/85S+ZL0uOMbwusY4/+dTjKWHXbDUSPNiCoigJ28FLAsDDF/v79l6un/u5n7NVU9IBbEVvX78etJ7+8z99Qvxc9913f8/yHmJzZ2xslRa9NkP/SQrCC76Sg5bQCjvEV2TlUpFoiv2mDToHbmfPTWhyYlpDg8P6xte/qSv2XaENGzY6WfN0kllwQbfRa3QRXYL2henD+MhS3baK9VilUnKC8sNatG9oOLY77k3Mk5ZP+AgNf+s3f0skrUnUkKijnrH4W2X8Ug9/E5OvBA56E5q/h9vjDY1OJxxPTqgoV1NpK9Pa9Rtsl+Y1NDSYviiBXxs2bBBjDQ0NpU2Of/j7j+vhhx+yThfqsQyudxz2vW9/U//9v/+5tm3fqptvuVnYK/mAF8T86APycJETrfykLNfQatIbH8DLF1uMj4wseC3Xtm9om7fDw8OW9WqK4RgDXUDWwA+ZQvYYC9s3YL2H7hXHD8C7xZulFNrig2iLXFMOHDiQ4rdt27YZyhV5YD54y/OIEPyBF2XHVoxZsp3jOYUxW52mZaklZ4DU4Q89ppFW/nH3lQv/S9sXF/pTwJVxwYmYDDoRU9e8Jm7YhoAT/ZADD5N8P/BQqGeMBKv9M7IMzoyJjUSfT544pVVjq7Vh42bHnC9Lfwe3x74aPCMi6TPjMn9T7RQvNRw38MIStCI+XrdurTasX59syMDgoH7pHf9K7/nVX9Uq623NCV3ojS4j+/hvYiLmBjZ8Ni8jLzimYQyePfCD+/WVL37J65S66A8s4IAsADd4QBN4DT87lgNghMddnJmz7hiGvpTMuIAXY9B/g3Vsg2UWGOA740PDUlFKvvbzn/+cZfUvkwzDW+IGfiJ22bq2bfs2vfTGG3Tn61+v3/1ffl+/+dv/H/3Gb/+23vCmN+lXfvnduu3mW1J82fE6jxcQStbVhmGhQPuIsP3IUokIdY+ILPEPGSpbjnodc1StO0UWChq5LfhRiBMPHDjoHMthMe46+/03venN6Wv3a699SXpx6/3v/4A+//kv6Pv33af11lleCEf3IyK9MPr1r3/dOjNtv3VS9//gPn384x/Xpz/9GX3ggx/Uhz/8d/q7v/s7HTh0QPud28D2fOpTn7KtnRe/VEESWpWSbVpZy7Y1JcOLbp7wmhB9Jul80UW71G8fucq63+509MMHH0zrybWWFeQQuqLHyCp8wIdgQ/HT6722v+Tii8WfSjp48KDQ40qlLOwmX7DdfPPLRSyy5/K9uva6l9gWjWj7jgsdc31NH/zQ3zoPc0y8ZI8dgD4d5yGYa3GpppOnTgv5ZePlyOGDeuD+e3XYeLIZIy/eFr2J30rxVcc5k446UN+8aVnOWrY3LSdSmvYx9XpDbNSGg5+iVFHhdZ1dW7JFPV5fFN5k5aX2Ya9ZKrY3pVLZtnlZ9EeOsZvgXjLtIsK+qi3oULYtKTufVc57NDKwRuWi19zP7bt77c+rYqyBgaG05lm1arU2btosfm2Nl3SQg+GRIQ04Nh+yrVvtNQz6uWnTBo0OD8nTeKyOqvZHmW/6revbtrj/tq3asX2LabpLLzE9sfG7L92rTVt2SMar4jgsvB5YWl60vLHmqBjelmamp73pPmc6NIyX7ZxHzx1bgocvPV8knLhHPjqWA+wGOJeNp0HweA3j1pPWF6yj91x6qe6443b963/9rzXrDaopz3HJpXtkQHT02AnlRVnX33Cj3vSWn9dLb7hBl+29Uhcb1n/1jnfpF97+dr3mda/T3ssvt+1u6MyZ0yqXyoZDaptnHctBnlnPsnylzvz0wAkGdBPaYpuwEVyXHSNWTKPVjkcvvexy59fWOAaoa2zVKsc3O8WfTuLn029/9av16jtf4zEz4a+Qi2TrIhO4h+cz6pantunWdgwm2bUKe9cxABEhzm1fK/jHxXX+N9EVOSG2azUbYvOuyDMP0EljYd9allvg73gS7rG1Lcd9EZF8cKVcsnzmzpsOiDEMiPMxdcer8+IlCr7O/JbtAfo2fu6MsJ/EZ+gbtMjNU+R11DnG/v4+07RIL5btcDy+ymv2np6KNmxYL+KIvt4eMXepVE4xAfw+ceJEWkuwKcj6esHrwB7H02xcfeYznxF5PmLzu++5R+j6DeYr8RUvWhD/oC81b+rhh3bu3GmZm7Vt+7w+/tGP6h9stx5+8EdaNTqsm19+kzbbrvPTqcQfzDfuDcRNmzfrVa++Qze9/GVat36dCst//2C/U0GhMfuprCipYfmA3xEhcEZeX+KN3d/6zd/UoDeTn3j8MZ2zPLVN16GBPtv4qnhhpjC/+CXJLA+1nQeX+5eMe26aNQxzy3ZiybmQOa81lhybyTIIfTLLIT4MOak7fkVOey1v5VLJ68sJ8WITG3wfdyz1Z3/2Pv3v/9v/Zrv8YXVffjvj9S70YJ5VlkdoxJjEiMeOHdXRo0fEc+ZAjihN2zWKQU76ML+0oDOT55JNKQwvbfCTfY79es0fZIn+vIxIHE9+lhdx8PvY+e41sRI40Ac40B3gQl62b9+e1mstG0f4jk0GZ+BHLvjFCebAJgA/8HVLx/IcEUL+gY05eMY1dfQBRsbGzlMYo2zbwpm2i14XoA+MRT11tMfvI1933HGHtm7dmmjFi1BspCKX9953r771rW/qE5/4hHP6R8U6EDogUzyHHsg2sDMHJSJWaGmfz1zQsmqeMh+xGvR7/vn9ScanbdfAHzrCJ2gC75D/Pq85hoaGBMz0i7BMOt6GrhGRbAr4U2jD3PSHtozLGR0GV/mAF7SNCNvFpv3QonVoLn2Ehr0CPmIpxqctBfq5q2OSLMEBbSk8Qz9Y+6227tCHdrSPiNQWHPCxxAHICjRiDmDlDGwNxw2cgRX4aUOhDbAgS/hb6hqOn6hP8/APQMD8Ii8UViTqaIAwULimUE+JCOvlSgFQnlEiwgjmP1N4TpEP2lB+OqYr/X9EJCZErIwZ8dNzt33EShvG6tYhwDAbpMGBcSEC9Q0nhyGOfNA+FQcdtLEevAB/qncFZzdNcMBcSm7B40w9Y0E4hIDr/7GsjNtJDIuINA6wApd84JBePAf1lIgVXN1EjNG0QWTstgMj6vzUp06iKUqAgDAupWPjl3C1I6Mv14bAbTP3UYKFekrHOHbPXFNoFBEyMRx8llKwBUzuKY489zj2rEtW+nNnz+rUiZOaHJ8UG38G1vPkynKXLNRnAzc4MOjEcp/KTjb39PZ7ETPgYKTPTrOcnODycl3NRttwhbKs8LRWhvPzZ5Eps+xx27Lhb9rAdRxQlHvK6h+0g7ARJVBY74AXMqFeEgAAEABJREFURWHDdGpqUoePHBE/3xMRGvBGIzSSF1ckjeZmp5OTOe2N06Nud/jwofTV2tzcbEpEs3FcdiA86IXWiB1vnwPsMC4RVrwwPA6OSuWygCvLcoVylYqKcEglw9/X06vB/gGVi0KlopToVwV3l5J1CVkhEikiV8f8HOjr1/Zt27XJieCRoWFlnqdrTC2aqtWbDv6aDiQWlOW5k4CrdOONN+nKq67SNddcI77upP+gE+woM3LSsENMvDSfFhcWteTNUDbBp71hNX7uXDJO6MeyF7hd3cBAIAvdIh/IW9tOmzYYSZ5xncb2c4L4imkx6gTBsI3pKieZWADBC4xr2UF5bpir1R4ND4+kxcXq1Wu1bsMm7dm7T3uvuEqXu1x19bXavHmryuc3Uevw2XSQed8yjdomRESIseQjwryw7Nbt1IEHnIGJ55Rwv4iVNtS7S/qfdpS2ZYjCsxeXlnGFPxHhqTNxRERyOH19fWLRtG3bNiFvGGecG04OWmJQeXv91Q5Ud+zYqYiV+at2TowDnMDWtA2qmC60554CrXoc1GWGG3tCKZVLaQyugRVbDAzQlv44Puro32s9iwimSXBDF254xpgU7ikRkdq8GG/5iIg0X0SmzHKcW3bbpnvbtJr1xgiBBbTjTVLahGGVVnBkLNopHeF/A1OQdLptXvKMAlzIGWd0kTGXHKjWneBmwc2bzUUp09LSnOr1eXXaDS3Mzyr9XV3rI0lM7MmQ5Q2aYVPYzCo5eVa1balbV+AF8k7ScMC6D23Qx7HhIetbS+e8SXby+DFN207MTE17YbJsPS3UcuCWZYbd9rPIw3pbls7TBJkA/sI6DS0bdpbgQL18wA8Kz2g3NzdnHJZMg7bAMSIE7+iH48YeMRd0HTReBC33nA/MeVMKmRrwAvTQAScfrMsjg8MpqIDn8H/UetZv3CpexBLgkDwmyIE/X/nKV9Lim3EJniLgRVu0X+NEQUSmzZu2atXYGuPcFn0WzANwAb+SA3fsaMu0b5/nP/BSkCfoCR7rnEBA/qk3CVQqlTil8RgLe8GcVNIe2iAnXHMGF+ZjTMYAjnTNONbtjnWx5uQWbduWQcaJCPuOHtG+e488oUvXX3+9gI16Au26bduCfRRJCcaGpiST4VuWZ+rzIivLcy3Ulmxj6yKZxVwNywF/26RUqlgGemy3hj1nrwySls2Lg0eOamJyRpPeFD3pBcK8acdXClmee/4elSwj6jTMr5oWl+Y1OTGuJSffZmYmHRDOqijyxIuLvQi/ypvhQ05eAPeFF16kC53Q6ekb0Kw3b5FlKVPLvnHnzgvFG9cvvf5G3fqKV6ZNKOgHfaEhsvNFJ/SQBRab0BE6RMQLNjPLMoE7wSgyKR8JX/TTgQjX2fn24Mo9stKOjhoKeSBFFmJTtWV+NOln+SBof+KJp8QvKPBzS8jchHFm8XHGi7k5+9WSca6UC/v7JQ9j/+4J4CkwIQ+M29dnvlZKibfYTN4gzq2HHesjcEcUnr+kdiczfeaTTSbBeJGT2SyY4W/bi3TkAVtbtl9iYcRidvv2bV5gDibZjJA3pObM06phyZNeIq8mR7oHLmCChujssG1NyTI5MDCQ7D76C3y0o1+n07FsmICOL3p7qxoY6DOda+Z/M9U3HIRDczYC4Q9wATd6zv3U9JRIkG+zX2nYrkxNTaWFPAlAkoITXlzDL/DA7xDsAxuJPOwhm7Hfu+s7+t73vpvm5qeo8zwzfcri+q67vqsjRw+KvzX29DM/0d28Jf3DBzRh29fT16/5hSXNWU/gKTYMvMAXOL785S+nv/H29DNP6/57703JmGNe9LKB8d3vfEe/8Ru/of/9f/193X3X9yzb854vvMibsU1tWM4Lw1BJ9CXuZmPpuuuuE2Pz8sVaJ1QjIt0zJ7RmTnSVReDS0lLacIQvC9YxeAru0JJ72uMD4Au853zLLbeaRxu07JhyZmbO/SedcNujkydPJZimp6c17Q0s6Lxs2zI1OZV4Dkyj1kN4ExHChyBzzMH88Jh7YKMvthXeww/qJ8bHk28hznv4wYd17/fvEwmTgwf3O6E7q+HBgfSV9honEU4dP2l+b9b4xLn095Ae9kb6XXfdpccff8JJ1eM6fPiwLr74kmR3tnthXxRFgn3OPgU4T548mXwL84JDnudC5qEL9+BBUukOL7qRM+SXe36tYXZ2LsmlLKu5ZQT4walWX7Zu1pJ+QOcuzhHBZSq0gy7QHn6hA9CfOXnWPZ84fiLRLyLSeLnhg1bQEFywW/SD1ty3vLYpl0uWlbJy2wnqIkKZ7RV9rF6ijjldbX791H6gi8gMPGEO2nH9j94U/dKXvmSZnBNHbhjQH87cAyu0RGbYCMMvQF9+ypakN/SC98AAvPQrlcoJJvSRvhRowdcK9GV+YIQu0GnHjh0iaQRMLNTRfxJO2Pppy+GsYyqecb7PGwgkA+HhzMyU5WOL3vWud4m/s8iXCPhZ/Ds24m1vfWtKXjH/OScSH37oQfX29aph2/fSl16vd77zXTpz7qyuuuoK3W25uuqqK5NeQivGv9dzcd60aZM3qC8UMvKe97xHv+kk3Ou94bJr90Wy4RJfMxBXlG1HIzKvtwaSjIAzNGZzkb8zOOK4/oKdF6jlzZjx8Yn0kgUyyMti//bf/tuEC3R5/PHHLXsNgT90Jea58MILhZwePHgg2eO7bKv4SrRjmeBrAHzpoYOHdPzYcSfbjhqsjlL8Y11l7QPso6NjST/q9s0kF3dZd/JSWSWvty5xUvvyfVeKL0RGx0b06c98Uvfed48+89lP6bOf+4x4sYSfDZ514nDD2nUa8roNWLGpax3f4Nv+8R/+PsVTZdMB3sJLruEnNgoewpd9+/YJfQUvdK7i9jwH13Pnxr1x8lUdOHBIzz9/0PbotPbvP5D0HR+O/kLTFTkribFnZmdE35b9LPNNeu2G3KAT1AEH+J9xDAJclzqeoCDfjDlofwUc9GVcxrenUkSkQl3Hfpx6cKYfY7ORxD3Pu5uqbKzyLCJolvhQ99qLOmBkjAXHOJyRffDps2/Bfz322GMiIY3dAn7klkHoCx7MxTV0RC+xP8RIWU7c2rLu50nupuyvGJu2wDg1PecNqEX72qZ9zqwYC7mmf259N5IqVyuWuaaeee5ZsbmGnf3aN76hG5ykfq83P37l197jTZ5R+4tlLdkHEjdWHVOzGT7vdXNm24vesAkB3BR4euD5A/rCF74gvhLEhizYP33961/TMceGrPHzLAdFgRsv4CJPOTC5tuOCnwVenlO6NsaPUh9g5xo/w5x1b4rSjrmbjk/hL+ON24fQ97LL9ookPvYGvXjHO96h2++4U7fffofWOTfS57XEWccRp+2n6tYt6Lc4v6Aj1q2W16OZJ6P0sQaNzDY2T/SEHswLj5kvNz0ic0vLAXaZZxSeVyrl5OuBp8izZD9qy0sqjHfNsTjyQtsxr12w2b1esw4533GzN3NXeZMt87h87Qd+vGyGHu3ZsyfBwhdfyHZhmZh2vHTixHHnjBp6ybUv1ebNW1JOBFnv9yba2MioiAn/7//z/9LVl1+pod5B/e0HP5R4g3whP/ALGmLn8QvXXnuthrw+xLZEhGPctt7ylrcZn/7kW8EdmZD9pkmV9JwzurVv3+X6+Te/Weg/6zLgJnabdpwxbZn9wQ9+kOSPedGF9d48aTqnMW5e8BOfzz77nD75yU+rttzQzPSskLcFy96k40CSu6e9XsWnHjrkGO4nT2l6eto0zSyzi6nUlxYt43XJcTIwKXJ1KOpYlloWpY7yPPM5Ek/hA+0K26e6bWZEnmIwKdyePh3rXJHq4CVtOs4jrRT9Pxzh3qEic7+iolLu2Drz2WuognvHz8MjIykGx19s3Lghyevu3bt0xd692nPJRd4c3aTBgV7lmee3LJTdp1wqnF3rWEdH0oZr3fKUZ5nWr1trHl+Qyo4d28XP1l+29zJt2LBRW7ZuV59zjmXb/7E1a7yhOKqG9WfIdWt56dW5qMxjtGxXkTXOEYbfBR5FRMKd+tyyy3l+fs60aali+a86d0O7em1ZwwP94ozdu/rqq8UvOxw48Lwiy/W6n/s53f6qV2q7N37Xe0Ps2pdcq1965zv08ptv1ZNP/cRrvYt16d7LhcygC0ePHdE//tM/6rEfPya+YmazjrxFx34dmmRee1GwkxGR5JK4Y9lxLPaWUjFsWZ6rbNx7+gbUyUuq+JyXqtq+/QJdd931Wrd2Q/Kl+KSybR1tl4wLm4XYJmyDfESE/5U6liu7CXmpl+7N6JUz/640UUS8UKiGrkWRc2n7XHepKct86xwu+aDccEWeuY9cH8qkJJtLluU6fsUTNmo18Wc0otNJscEo8uMc3OjQoPjzLc89+0zq17ZOLnrTHNuPXUG3KbP2n8RWOfSwrMMjftnM02p6ckL73f/I4YOS54LH2BFioq3eqEJ/+fqPFzS++MUvepPqW4kn6Cw0BsZnnn3Wm1ZHkj7efffd9uXHUtx7+vRpkRsZsLzRbuu2rc7X3mjZHkib5bwo+dGPfizFdhstF8jIpRdfbBo1VBRl5wYGnY9oiJ+tvs7rpZtufrlue+UrdbPXNrsvvtSyvl4DzhkNmR5FUbLuN4XPI1Z5/sAB3ed12iMPPaSHHBc+Zxhnp6d1YP+zltNF62fHfm5eYZoNkv8IqWbaIWMd86ZcFH6+qEX78unJcd313W/rM5/+Zz3y8IM67pwZNC3cBnlt2HawBmUO+PGw53zK9mnCa//wDKVSoUceeVjf/va39dhjj6aC3T7oWI9YcMr5t4suutD5613Os1Rty5Ytax0Nmb9jjtWWLZNTtoHIdds8WlhccM5lKvn6k+dOa3JuWkdOHtPS0pJpVxc0wHZSpo1zZoGjH/DKB3lpYlZfinHph+4gq1y37Bfp0/QZ+UFOu2PSZsDxVMk2ifEn7EunDD/617IdoR9y1rGs0oc67qvO/VIHHN02Zcsi17TpPuOaOmQLeMH58OHDwv4TP+APv/u97yUakSvAx/MSJfaGOU548x+5Iz4i7gJG8EQOGQuYwBE80JNuOXbsWMpPAhP+EJiJPfFhyDpzHz16zHJ7Js3NOMQyD3vNeujQIU16/RyRWW4LDQ8Pew1XSfoA/aEh8j9lHjIm84MjBTgojNeFjzNt0NMuvaBFRIgDXmGH6QN+jEkd40WstFmhp/2HZZTYadTrBOjDeMwHnrRnPHgJzOQhVnldju+njvG7MERYUyx78If+HdtC+gMXpWN+AwNyAK70p572zAk93T6T//lpidzzRxJ2BqAhhetucQNFhBggItJ1RKQxIn56jlh5pvPHi/ufr/qZvl04Is73C6UxAZxn9AEWkMF4QmhgIBDoEoU5aOchEg4gS4FA9P3pc+PoIIS2eZ4lpwoDmAsiZVZQHjMufSmM0x2DcbrXtM1tyCOyNKfOH936dPZ4L4x7/nm3P+fzVerYk3HP+NRFRDDjfBAAABAASURBVBLgkoWGOXgGLAijFMLhAzNzAD9zyIC/uH8YrohQROh/elhwMCyMXS6XNDg4lN7YwKj0OejuqXrT0EH62NgqbfRG4C4ngtlQM7Ceqp3koGqnXu3pEYnrfjvCsp03sORZJgLstvEq7BDKNjCA0bbghuEqjBfwc85837bQlntGFWUnXB0w9/b1i+AMJdiydYvWOrja4CCVOvqwGYk8UHAABDwtJyrzTDYec1b4SS9Yz2hi/Kzm7XQxnG0HLeGAZcTB/toNGzS6epU6vq/V6srs/PmZxl4vADA6VePO28+lUlkVG8w+JzNWOYjf4AX4utVrHPj1aWR42E6vz766Zee0kBxtx0F0tVRRrwO6IW8+ouz9xqVqulRcgL3wXB2HCZEVGh4eSTI45LF2XHiB9l15ha72BuolXjivXrNWHQe5PT29yfk2vfnQckKjVmsqolCnnanRaMlI2JG27AxP6dDhIyKImnagvzC/qKIoK6Otm6nTSWKAMeEr1KadJZIBT+oObKAlPOkzH5EvNrgGvKEDX6EL9Qkf15E0rJoumfmMvBCkbNu5Q2sd7K5dv1GX7LlMOy/c5YXQNo2MrlJkhRpNO3oHUk3LhJR7QdMxXnU17awSYP6nK7++TMEkhoxr6JZ5Lq4pEcEplYiVa/CgP+0iwnxpmz6NFMTxjEKH7lhNL1rRbXAmWYtjYiE0bF6Ab8WBK/XIHYsxEl4szlZZbhiL/rSJCEWEGJex0FdgoDA+TgRjnDYTTeeubWlbViJCtJOPiJUxwGHZi1OcFW2Zo2z9oUBrCvBxz1zumnDlHBFpvIgVmCJWzrC+aflpWn4aXlwDP/AytnxgS4EdWBgXWxARFplOoh94hOkfkYtxGC8i3FOiHjhCYVk0DnnZwbFtBwGhA6dRXljoq9pGVNRTzd2mpqHBXg3092nMznCdF0Tlcsn0y4RMVq07/Q5senr71YmwHCypZt3ueHjq+wf7VTiQQ0ZX5s2EjaqYRrJNq1RKlruNKjnYP3PqtE56Yd42r8dGhnXKiWp+wrWnUhZ0Bl9oQeGeknD1vNVqVdCo6b7oBs+gF7Siftu2bUJm5AM+4fzhc0QIHWtbzpGXfusL7UiG9Pn6iiuv1Fon9ki8zjuoZVwW8vytUA+lZ597zjp8Tt/69rfEQp35gRPfd/ToUYEzc/GMep732m612213z0zbYfOomfhGHXLEueMAW9FWOvtfcAAf8GWMqvGNWOE59eBMv6eeesqB+0OJXsxNHe09WcJz2Ys9rnkWsdKfscEbnkCbzPUkXTrW9Y7hpDQd1NIvwoz1Bf2RbcanuEoRK88YA5ioy7JQyzyBj41aQ5nbgH+pXBJvDgNbvxc6HddP2fYve6Gdl3L12Ia7sXp9ZqzhkSEvbPoFP5H5Pm/2rbYsYq8qtv+Dls01tsEbN23Wls2b1O9+5SLzwqBk+9+rniI0Yjmu+rx6dFCXOnFw1RX7dMcdr3Ki5i161ateJRJJt956m7Zs26ZKb796B0dU7R1UxTa9t39A23fs1AEnvHrNv17X8SIMsMAL+AIdX/e614mfbiQpPejk1A/ufyDRHTwp0B85QI6ID6ijf2H5x+JTz/M8L2wbSmq1wnQtFJ1MbWxQHipMH1f4mX2Zk45TXqzwt2D4SZ9nnnn2hfmQQeZg4VM3XeUF2sL8rMeTSqUiBeTggu8DD+ZuthqCt9RTKrarZfNqcXHJiaV51eotVXsGNDg0qrL9f8sw4ffZnNt3xeVOoGzQ6OhYgq1t/cYPbdm8WUPDg/a5c8L/l0olw7jsYL+cFgYrPC0J+q08qxn3zLZk8QU5Zpz+/n6hm7RJeDlpCoyUrVt2qlLuS+MODw+k+f9/bP0FnGXneeaLPu9am4p3VXc1QzWoxdBiZrDMlgwxO45Dk0ziZDJzz0nmZE7mTJLJTOI54zh2xk7smCmObVmWLLSYWS2pu9XMVMy16T7/r7ocz+/erf606IP3exnW3jVl3Ew4SYkOhT4EJIwD58gZgQX0AO+d3V2J59Zv2CASeuADW4J9AR+MQ+7RFd3m1+7u7lQcIhnJ/rusAycmJkTwf8EFF6S93m+d8OxzT2to+IROO32TLr/iMq1xMI/PcPnll+nd73q3PvKRj6rPPpsUqdgzTlEnMiEzc7a/fX19iedJKLAW6653Yai9s0PIZVulw3wh9XRV3bpVd7EYXTpinqCv/GEvPT09whauHVij1WtWJdgjIs3NnuAVcEEQQ1/Gsidwy96HHYQh1wTe4AEc5nkmYDnjjDP0tre/3fOuUVfCy6QD5FEnPB43z4yJOQg0SaqCK35CcuXK1SKgXr58hXp6qon28Bp0Ri9Dr4hIPJplmXmtZNrOivtcsz5HcATOuQZuglv8gNzylGeZZmcmnUiecJA/oSdduDp65LCefupJHbGtQW+h5/nJqe1O8B84uN88N53s05o1a3XB+ReZRrfrkksu1Vlnn6VqtSpwBW4I4ClIMAcwwbvAbnSnf+AT2OAlGrxLsQo8Dg0NqWxffJOTF8wHXgmGG/W5RNO6bf6Mkyo10xLc06dp+5Q7fmEds0rCS8F7bAnubemFF18QyZIsC8l92+3nF9y/2WgoJejNUxkD/YwCQ81+dH7yHv5uy3LMGlb3hh/Zm1FE7vNQsVASPsSMi+LhMeH7WZYrywp+nvlZy0s2FJlUKhdVLBXMB532IedUrpRc5P9Nbdq0URWfN5t10RrWM3Xvd8QJ6+7uqunachKmbjrNqlgsq1SqeI9z6bxuP6hgGFh3wn5ygrEVqX9//1LbhS71Wecw7uKLL1HRMUy5WEJFqpBlmrJcEm/wjVRjR7fccqP27d9jXTatiy+5UNVey00DWA17oSB+lhsaQW8SUnzzYcaJ49W2KyQ0oDuJBH5e91vf/pa+//3vJTla7kIJRdi2toruu/c+Pff8c7rr7rudrH1NTzqJP3kyCQytl9h2bXTx8uxzz9Wll15qnlvkYkGH5WVUBcNAQpCiF7y90vN2d3eJZHfNvhXJlYceeliHjx7RI+bpX/3VXxU/w82cuWkO3PAc+oICCPLEPfiTtfFL4MeXX3lZ097X8MiQgJvkFvO/733v07tIPt9yi2nbNB2mTY+C8izXU08+YR/tsEg4vrblVcdvk+7TSkk4Eo7EFhSDzzvvPAH7wMCAC8of06c//Wldetll+uldd+mrX/u6dcNj6dv92Jy3ve1tOvfcc3TGGafryquu0LqBDYK3Bh0XNRXiFyD6nGBZYfwvc+J/2/Y3dd9994liKQXniLC+nUgtIlwk3Znogf6m6IO8si/WoqGzrr322oRzdAb6AnwQi01Pz5qv5lRzvFW0ncqyef6GnhTswD1tydIliU7Mh4yCa5JtHMu2megE9CfPmUOGiyNwlOz70icivM/Mj2LeBzRjR0S6jvjXZxEhPhEcLWvu13RDv7AOa8AzwIsOx7ZNuQCErsEG8s2hJ554XAOmBX0iIq3BOXCAg4r9SebJzT/My572O7m3nV+4cFFy6+tvWEYbyq1zJibH9dTTTzpW7LUsN80bJXV3dQidU7OfUbPdGnaC87mnn9akfbqmdRAvU5ILqtmPvPqqq1QyjuDD8y+8QDyr2F/jRWzghVeb1lPjY+Oi7032yUhOI4voQvrwkh0w801H5ORHP/xh+nYkdo9CCjLVZ9sJPoCnkOWJrov7+7VmzRrhCyDL4A/bwbzojYgA1anlxgWN5xGR9so1jf7gF3qiD5AxXjhgzYsuulAf/vCHk23EJ2iaVnxj8kc/vsP+4x7d9dO70kvvaG4Sr1u3bhXf6v75Aw/qh//8Az35yGP6xy9+Uf/v33xGyOuwC/fwDv4yNKKF+RJaZKZHKwtB/4h5GNmTFALOiPln0LphPzx33/audl1y6cXadOom28FjWuY8CePRXyRnd7g4vcS+NHvDr7vgwovU3tGZ1pgzbfFF+HbNv//3/16vuNj06U//vv7iL/5C/DrP+vUb9enf/0OtXb1WfEvHykHoiUcefkg/f+ABtebqWtqzWJ3W7+XIxUt/LcMIz7L+RS5yocvYK/mjD33oQ7a95zg/dNz0q7nVldkWIGdttnHVao9zRmP2e2qCl1euWKGhE4NJ/nnOvna6qAFO8kJRZ555lvNMQ/rKV77qQsfjYp0jR4+KvNGf/dn/LfiGfTMO3/bY8UG9uWOX6bDHbbew68ViQacZd2fa7ykan03nqg7Zd9hmOtbM/y3j2cwiP3IzlZPNa/pWzXJu3WK710j3GsmfmHGhAvvaMuuZ7TXnPNGcfYDctAUO6Jhobjyhp9AfReumPLdOzouKyDx306huJRlt2F7O2b7jf2dZpvb2TiFT1d5F6nOhvLu3avvcrWKpZN+xKfowZ3dXp/r7qxpYu1KnrB/QwJqVqvZ0WK7L4pt7/L1HL6IO64pTN23QiuVLlUdLbZWCetxv0eI+z5mro63sfFuP7X3Ztrnd67erUCxJhr9mXdBygXbx0n7N2QdoeuPsERiQkznzFzLLEZrVjUuuoUlEJBtZKpcEL/O8ZX3iC4c2DdGnUi5riW1rh/UJNqhmevDyXK/5hD8ndsop69XRXla1u6oTx05YRjeIl2JfMB+jv591oWp4bFibHB+udSEPG4/e6jD/P/fc88lvZh8LNJE/JeOxYpyUvXaH83Hsh2t0zOO2z7zgBf0qlTaNjI7r8JETzhU8rT279mq55Qy92TThwYHR4RllmztrXqmLPTatPxgvZUZ/uLWE28d98KOQIsJt4RjiExFJJuBPxjM/80VEmpc91FoFzVkmHaopNz9lfka/iFB4Evqjv4vm+Zbjx3q95kLlPr1sfFEwWmH/fY3tcpt9nna3smkTWZi29fT3rHkpmnXqzmfVzNfozLppCkzj42PJfyiXiyo4VqeQyJd0Njg3+bGPfUSnbtrk+wUVzevQFLwaJJ1/wfnib6EyL/uC7sOOd/jWH7JeNh3QJ+honiHjW1xYfMg6iJeeyOnc+ta3atmyFebRtsQ3d975U/3lX/6VnrB/g22vO87dbj/j+LEh40qKKGixc8mnutB608236EYXVPn28wd+5Vd06WVXCH8Vm8RLsHXvtWz/nrzPHhfhDrq4tuXVV/Xss0/rRRc0+QYvjW+q8lPDvOg5Zh+MXxLIFeInfwePH9PBA3vtD46okGcql4qiqPqCfcq777rTuuthTU9NWH/MiE+H+T2zrLMexf8j9g17e3sT/tpcH4CGEWGfp09djlWXLl0qYjFsP3R8443Xk09FcXnKhdJCMbN/PJN8eP429IED+7Rn7y7HskPmlzm1zK/jo2PWpSfESyq8LF+2HIwbJl74BhbWYY1z7eOir6ELtgaakKcCVmoVFCKBp26+wO+Ar6Ed17PWY+ncegM+YF7kitZhWYMvuDdpfweaoysYD2/QOOc+eptn3IOPuF+zjmU9eLxk2IGXI8+4l2V5wlVmvDKW++C60+vW7YfPiTXLAAAQAElEQVRjt0dHR81Hy5Kvi/98ySWXiJeTL3JdAF+417qW9SrWDwP2v+Bb1gEHwN9mGwZeIkIRIeBhLfYeEQI/6KHOk7kPxrCX8fHxRAdwgp/LPIxjr6yFH8K8U86BbHeOEl+HuH3Hjh2pKIwNh+7sif5ena0lWQPehYZ8gQtaxLw+oT+tu7tHrAvOaExAf/AVYR1gXc5+oB9H9sxzGuvSj3myPGOoMuOZXAG8AK7gFfgzzy0Vnq9lpcdYpWMz7Z89gwP4DBhYB7ljr5wvwA0+uc4iIi3GRAvN8/1v9wCOxmAa5/RdOHK+0BjYsvZsWXPzfKFxzTNahNfkn48RkTbKZgGczXFOAw7WA1HMwznI89SJESE0CImIZBzkT+Gkk8D4iEiOAOMY/8swuKuyyMR6xWIpEZr1I0L0Y0zdxpRxNPpHGGif8NyHpEwgGIzFPKVS0YqvpIW1E4G8CfozR0QoskgwQQAa6/A8IsS4hQbDcQ5MJQtjlucJLsbwDIaGOcJMEuF53ZhrzkzGNy7ldRlPi4ChckkcQxEh7meGJex8kBloLRhVI3fh3D3F3rpdtOh3oLDMhcy+vqo6OtpUNJ7zzPOZ1k07b40WxrluBTxrJVkXn4aV4pwDx4hIuOIe13UbBOZmX53tnckhYp9T0wXD1uO+JfVU+5JCRlG2W8GAI4R3xkUo9knDeYKJUebTThBNuiAhFwqKpdx0zRTGwaydyZqdHoNg4SzbMetSR2dH4h+ExK6Dkx8HtG/fAR05fkKjDrJmULKGsVAEjqp6nMSDzu1WTm02ZKVi0YayrHbjYcXKZVrcv8g46bBhZN8tFSLTpBOtwNt0IonkEkVLAq+5RJ+GIiu4MLxcFOY2u3B61jln6+LLLtWZ55yl021U165fp37jOzOeMVjLli8TCoBgraenTz12Xru7q95h5nVbyqJovgobpBEHc4MuwgzaOR/X0NBIaqM2TgTzE4ZrzoUHDBRwAQ8N/pQ/HPMsU/i8VDA9fATXEaGI8FqNRGMULg0jD49geE6xg7LOzsopLraT3Ljq2mu0fuMpqhrWyAt24mqqmScK5meKFLnxGF5LkYuCNfjO8jzJ8qzp7KWV+TlKtds0oJU8tm7DCEzAutDoGxEcjIdmghO9AQ2Yi37MhZzSOKczfBUxz5/MXTRMzD3pZDpJTRJd9GM8fVGw8FxqLgIwd0QknIBHYGNd+i3Mw9gIc6Nli7mQX3AWMY9P5uU+R8ZEhICRuVHe0A4cMK5meaKf/GFe+gGzL/+3fzwDFhrnDfjQDmfT+I/IUl/G0piPxvzsAac00dZGfcSOZPOkbsjzgvK8qFCWaERfGmNTa8qBZ9PPmgqvwXwtrwePNBzcFIqhzq529S+pamDdKiceVmv1ypXq7emx8Zq17I1o8Phxddl5Cxf7SBCSrGXuOcM+YeM9Y1lumuvrdr7RL7yZS8GgWu1VT0+351ultU5oLHcQv9iFhI72DvEt6kp7Rewls85rtwNYqZQVkmVjyPDWBA6Bt1gsCN6I4Kk7+B/rQy9wBT6hC/e4BjfQu2i+6bCeQidDK3QLyX8P9/z1pLtToszBGHI8sG6dlvocZ+a2224Teo2kDkm93Xv36uc//7necADNm2Hs4+Of+LgoGJAUYC3m5ZqEPQ7CCy+8YLk/kWDvtaPbSnq5KeABvnK5pPaOisqVotga+2AO9sARXj9u3OME4VDB/1zDx+BjQTaQQe7ReM484IAGXKzVMp9zjIgED9fwdZsDkYLlu6O9XazLWhNORvM8ItI91qKxnvyhH8/hM9ZE7liLe1mWpyQnvNXjIhSJ/A4XIjtM8063iteBV5Cfhvmno9KhLM8TLbIsMx4inae5ciXb3UawbvxBv0ucoD3/4ot1ivXaEgcITSc20j7cp9M2pN376e3p1PIli7XUBdmli3u0uK9Ha1evNA+utLO6ItnPTjurzUYryUZebNPEbF2TLh7wRjp4IiCC9kut708MDmvcdqzaV016DNjgJ+AdcQK4q7tHwz5Ccxxs6ARewAm0qNtngT8rdrDhg6L5knsEnszVdFal4dZsZsqzouTzhuWb8fJnLn1zbVpztVnjpplgmOeHqRTsDw+Pmp8b6jEcDQcMXeZ5XobILFelUkEztsPT01MCP55ceR7JVjJ/2fgq2KZMT0+nectOAFTaOrVo8RKVym1qb+9Um+kG/OhtxpxxxlkOSBtqOImDTiIJuty0kPVZppbmbN8j817yXNCm5mQS+8zzLMGfe/2a9RhBBvOBy07To1qtGq6Kenp60rg8z5P8kLwEp+PjE95nU/v3HbYdHUt7r9vucB+cRmTJ5kMH5lyAl0DzyLGj6q72qKvqwvpZZ6YEDLCRgCFAgjZLLPvggrbeBUwS8wQlwyMjIonLN30YA85MFgeqi8xPK3X22Wfr3PPOFnqgVKzoWSdhxlwEOnTkqPiWVsu4GDSNnnvhZd13/8+9h1YqBpEIONc+Ro8L9/A2eoO9I8/8PSDsNYmAQ4cPa9DFzRNOsnZ0dkuR27bNmV4tZZ4b3Bzz/maN97wQ9qXa3KepghMW6+2zFIuFFLSRzAZf8M7CnqGB/AFfNHjel+aZGctJxUX0qk47/Qwtc4Gn3QmmvkWLnOw8W6++ukXbtm13oLbD/crmk/aEB8aCd+iLP4zOAGfcn5mZNdyz3n890Yl79KMPvixHYIAX0S0RkXxCZIZ9RoT5ruZ1t4nn9IP/0FfQpGl7ttH77XGS8OjhQxocOuak7BE1bZfwWdH18BtrsvaBA/v1oouS27Zt1axhI9he4mTXCSdn8yx3YmM0wdpwYL/EvAHuGNeyLuUceJkLOLhGr5N84j5BbMXyPjMzo8VOaPb19WvQemTMvqyUOWGSq5gX5OymKqWCyrYBg0PHNTM7aXwWTbsQH/ZdsHyWKyVLVkvQ+MDBA5aPulY5qVUwbXnearYU/g/eQY7CgxnrQ8IZx2EXdYGT/dC4FxGJhwZdDJE/7C3L83TPl4ajIHBGf1pay/vnGX3L1h+z9gvhQeTuxIkTiRdIMkDLiBA4gF5F6z0aMDAnczAnhUzmYO6xsTHvzb64x0WEwOWci8xz1heMYa6hoWHvqe7Yoc3wFb1eh0iWNq2PFjlGObT/gJ51YecuFzPm7J84T6Szzjjd+M5E0adonK22P8JPwc7MTes6+8R33vFDJ//v0batW2wTpvXgg/frheef1zXXXK09e3aL5M2MC5HYV+Ccnp7R3j17E3/mkYmi7u23v0/8LCT8v2PHdr3+2hZ94xtf06FDB3T/A/dr1+7desutt4qfikP+2Cv4o5D6jW98QxRg+CYGtue1LVtMTVlftgQ9scv33HOvpqZmDM8+46hlPdmbrgsF4oyWYZwUSRPoAq5GR0dcsDxDV199taDHudZ7XR1tnrflwphtmeViiZPc/baV69YPaM2aVSpXykmPwdfw0m233a6jRw9Zzrf7+Rrl5o1RJ5TQE7x01GbdtXb9Bv2b3/m3+rVf+3Xrw1XqW7REK1au0jPPPqdisSReNqEQik7lpaOV9i/5thsFmkNOPL7r3e/R7/7ep43DS8VPMW7YuElr7ItdfMllpm/Z8lAWcv7Vr35VEaFl9iOJuZBpik/PPfeceHmtbF6E52nAWXJcIn+At8M2kVawLGFr0LX0O2Idzf229rZES56DbxKCa9euTX8Xi7m5HxFJH6Bv0FcLL0vAz14m4SYixLy/3OQP9AAmaOPLJFMRkfbD9cL9iPl7C9dZlhsHhTRnRHiNLJ2zJnAwL7BRmAQf6CBsGvYKmdywYUN6eYwj+1qQSfmTm5Y+JFiQv4gwDS62n9CZvvU5Yn0x46TlmH2bG6673nzYo7p1LD6GrI2OOoH78ksvarv1J7/sdJlj5UWLetVtHitnuWYcr504dkx1x+3vec97xN8r7XLM2N7dpWHz5r/8+Ef67N/+rT772c/q/vvut26bJe0BSKmR8F6Ie9AfJdMXvsHOLnax3WkFUdB86KGHVLBuYf/gg36RZQIvPU5uHjxyWBRPpmwf4Ql4O/fet23fJhKke5wAz9yfsegjnnGUPxFhHi6mBs3BEzIGz1Ttp6A3+YbQyMhIkhtsHvJPH+YsGi6KvZ32ew9YXzz28KP6gQuoX/unf9KRI0f0zFNP6yEXVUesf2fso73y4ktijgknT3vtD2VeH15otJrGuJI+jIjEAxGh/3+fiBCyC44q+HO2Q+ChZtpNz07r+NBg0hWHDh20H7TUbYnt5HF94e//3nHgMmHv5xzTXnvdDfrYxz5m+T+air/k9iqe67RTT/X8Pcry3Dq1mGw5fxqGInel7GvL0imbNjrnNKcOx3h/+AefVn+f+aK9Q9W2Dg0dOSZedqEICt7gY+Cdsg+Kn6MoSJFp0roOHI0at0PmRfiZX6GAj7e+8Yb+/vOft45+QeVSWcBFo98LL76or3z1n3Ri8IReeuklFfKCVqxY6ULuARdiJ3XhBReZ12Y0Yr6+6eabhd7IbRNoyAf0Z/2sWFIzQmD+kUceFnoGH+rnjgPRf53m81Kp4PlDYerkbna5lIV8L1P4pOXRxELT05PiZ98jU9LprFEqlpVluXV5w89mHTdNJlnMfQ+Y5A++BbxYsi4DtmKx6LtezTGCQwTPlYn/8F2IGZgP/bbYPsfq1Wu0YtVK57SWqew8WW7dpzxT07w055i95rii1aypZJ+xXApVuzu02PJSLuWaGB81TNPWiR22syXTsV1rV61St32rqakJ43KPZnzk26p7bNf4dtxxF4Swz8hFFiF8quGRYY1NTmj5qhUJljnz37Rtct1FOm8k/WN/yAwN2eQmPD9HXs52PzefUcwYdzFuyvkd+oMH9kA+Ysh0zrPQqpXLhc6GRkddMEc2T5w4rg7nLoqeo6u9UxXT+f3vvU1XOI7MC6ZYlulh05a/d9i0X3PoyCH9/KGHlWIa+7zkAKYML3ABE/vjvGxdBL/hr0ObzPMAE/c7bGvwLSiucA+61R2nHLEfv33bm2rWbasdY+N7h6lXLJTNAy3rybpbw83HhjnH8LTMWU1Jc8YX8LFmlufKDLtvS8az/ImI5OP7VOAL3AHTwjl6a9w6peEYUmaco4ePatIxytTkdMq38Gza+gc4zaH2r+ZsA464z4QOHTyk//qXf6l//Id/0I+tsydMB/igZphYj4aPzpE/Szfr+5Fn5m37W45bJpzfZP2ISLLW69xjvwuVixb1qafa41huXPzM+AnrJXA9Ydxgs38xp31o7PENN9wgcNrnGAT7v8x+ALk4fCZe5Jiwveno7PSc1cQHRp/uuutu/fiOn4i8zAc/9MGk65i3u5t1x7Rj5y7t23vAMW6bw9eWXt3ymvbtP6SGct/rsV7pUMMT8ZPfvYv6tcmxED8VTk510j5go+k9WceS924Yr9Cqwz5R2Xpy//59euqpJ/TYY4/ojh/9UI88/HO9+vKLuvunP0l/Z3b71te1eqGWIAAAEABJREFUe9eO5Gv+7O67RSEevdJwvgAdR5Hu1lvf4lhnVvv27XVR/rBpPCloBY4H1q93ofkCvfVtb9N1ts833niD3vmOd4ocxNqBAfNUw77nodSyLNPE5HgqmMLHk5bd6ZlJtVuH1Ryfj4yMuH9d+J7ocRo4HR4eVKGYW+67rCcKGnEMs/2Nrdr15g6p0VSpWPK4hiourPf3L9a6dQP2AVdq9erViY93WzdgV6Ep+nvaOh75RI4K1ke0Uqkk+LrdNrKDZvnhHnLTbX9hsW39ItO8bJnjGvsIfjodj7IX5kImI0LMBw+zDg2eRAZMwiQXFdOKWGnO9q3huC7i5BjrmSkXlfHJ56x3WBP+gm+wEfhU7KnDsLE+96kT8GIx/i38yQt7N954U9o7cAHv+ZvP1wc+8AG94x3v0HLrE+BbWBfYOGdNcELsdNz5Pnifdeg7bX3HfrjHPtl3v+s+6PYljlWhK8+QG/AFHfFp8D/wS+AV7u3atSvFs6zFvYbzZqwPblinYn5FV3EPerEmOAW+iBC0Yd89PT22CV3WqR0Jn/RDtunHOOaICPPsXGrATKMPfZk/i8wqqKlfvgccwEADHvDXcDznqbxOJvbJfdYATxSMkX3mgF4cgZd54B2Oaa2WjV3L1KcxmOZL67jgeWoRYUPaSue//L//fUwr9Zm/N6+s2TSNOWk8WxjPJgGaFhFJSCASgNIQhnq97s3lv3DqIiIJQsVBGBtgY8zLxmEm+VO3M82arMWR576dEJTlWRIAiEADEbTMwk//uo0QY2iM455OfjhfuBcRaT7gxAGHgRgbEckRBrYI488o401w4ITICBzXC/NwpDF3RNhWzc8LPLSIebwwHqLiiJPsw3hzZD7Gyx/60yIi7bFULqX5WnaEpJBOtohMEZGa/ydp/ty3HFyYbrW6cLRrDgbkT3gP0zbwg3YixsZG0xss405ChJ+1tZVNj7L4ltgC/lF4BQfc4BD4ZlyYZH9ZlpvGzcTY9Om0IUIgG3mbZmpFzTXK6urudDJoUSoyULglGGqxvpXiuI3e4UOHdciJKxI8I3ac5uygyQ5k0wYhzzL1WxGS2O2yEgKePM9ULhXV5bV6e7qtjIuGoaE5J0waDu5PDA/pwKFDOuIgLLI8OYJLli6zIlqpgTVrtcSKpOS9gAMEL89zFazsc3uxFG+nrBBRLkePHRE/rXfs+FEn1QaTY10sFNRuZcqRsW1t7co9l7KC99ivM886S6ecuskG87RUNO3o6nTSoVcdXV1SHiqWSu6a28i2+36fFnlvhUJJ007Ch+d2PkuWf+XFilpREAnUN7Zv1ytOPL65Y7cOHj42X1AdHbezUlfDThW4xBGeNU3qJ+UEvpx1ggp61eF/t5oV/JzvcR/alQxLsVhUwetGzOsCrvn25nmbN+vWt96qG266UZdfcbmuueYapZ+usxNTNGwFBx+54W6az7I0R9H7Kig3LjK3pjLVbShZW+7DfWDkGt5mHZQra9dthLivkx9gow9HGrcjQv6nho0X3wClf5ZlSYdwpB/3aPTnXkQIfUPjPn1YF4We5wXPF1rox3oLfXLzA/24x/kCnNxrb+9QlhdVae9UZHlaH6NVrVaTjpA/4BUZYDxjuMbpbbeR5xpjQhJl1arVSW5Q4AopIkzTWtK3uWFg/AJ88odr9s8+CsZxzYWkkulQMh25z9zIB8+Zk2NEJJyha+b5tS3RmzFZZnp5Lw3TiefwBeOYqwEfmRGxl3NzNcFP4KdpuzJrORuz7pCDj7DM5M40ltuKahnGmvUM4/k5lhnL94gd4TEHnL12eElQd5QrSR+RSGyacSNCeV5SV1eP8mJZk9OzdtZqxnFmHLepaDmveqz8wZmas/6atsM+7aTkyPCoCIxxkpoGtGEeB7c91gkJ13mmsdFhJwsnxR4iwmvlv8AH+KEViyWBO/kDjsGBvBvounAf3LAveMmk8pxTiVboCfjprrvu0sMPP6whJ4LR6di8Hjtxl11yqa63k8p4eOKY9e2LL7+UdNIll1+mN7e/aSd3X8Ivjhfrczz99NNVMl2xCThJbzjwJ1EKbMw1h450YbrRrCenhH1Ae2gcEb+ALzcfZZaTTutKYOc5ziTBAGNG7ADj4LEH7BAOE7BDaxwmHCf6cM2606ap0STWmrM+ybMs4RS4wcWcA2xwxjoRIdaOiMTb8od+zLXQgIF9LnGhoWA95C5JZjnyNjN/p2vWPNEyP44b1vHxEdMq1+TUuNuEWTCTZ1fLQUiOfrUuChS76QcNWa9YMp+bT5kTfIyPTai9o10RYTtX0Xzg3lI4/OmtdmvViqVavWq5lvUv0inrVuuMTeu1dHGv+qpdarfDD59B4wMHDmnCweRhB5VTDtZmzZv4DceOHU/BXbXaa5uwWL/xm7+p973/fVqzdl3ic4Kk3Pony3LNWV7COAQP4BSeu8xBOrwC7Av3s8gSP4CrPM+Ve3xu/SvvAR3cEp/gUpnlsuX952HaZCHsaJa3kiy1Gf6ikwFNy3GbkyMe7jHh5Fs1/cx/07oAGWYNZJ65OowrC61mnMRoWs5GLM/wSNG4hs4rVqxQIbe8FktONCBLtLKwa1I4cJtQzbyC/MK/WZbplRdf0aRtfyHLNTU+5cRYXSPDIwKvQw6I+anMlmEsl5mrkJzmDoI224o274E5Zm3L4FGOzLsAD3gjIQa/lyxD8gf+zo23kvXlUhdta9Zh6BCCk3PPOV8E5rU5h7/Ga6cD2dy8uGLlarVZZ/NT07w4wloj5sElDuKPO2ApuA+0fOSxR+2/HE4Jw507d6Zgm/XQF/A5un/IRUzwRNCE7A04UCXYIphaN7DO+Kmbtzqtm6Rly1boiiuvEsHO6OiEE6bHdfdd9+iOO+/UI48+oaHhMdVt95f2L9WFmy8QOBwcPJ4KkfgTQ9a5wP3yyy+nN4d5o7dlXVs23iIrWDfMqlCoqH/pci2xX7R+wyYfl2rKyTp8nkEnZYGbJCSwE5zDC1XbuB4HQrRp6wH0En3379+vh5yM3rrNiWUXRycdvI1axkgeTDiRftCJFIoJjz/+hA4cOOiA/0nde+/9uvvun2nQeIFu4NVk0qSTGegjcJSZT6At+n2VaXH6aWe4sHOmBowv6Fi0vfC21DKfAB+8Q/8O+4nQumZeYR/H7AdCL64jQuwDXYUedL5JBFXQctb83WjMKqKuPK/bN6sKOBhXdhBecbAIb8H7DQ/kCIy0Ke95nxMfu3btTt9ye+WVV8UvE7Av9CRBKbhiHvAHfKw5ZTtaMo9yDR7gkZGxIU1OW2Yacxqxb97rJMB+65q6ZfPA/oMaciEQ2oAraItcoXcGj58wX9TU2dkBKo2XVmqs2bBtBE4a1522B+CZNdlTy4gEV8BCAz/cowE/fSJCuXmea/ryDNwwJ63N+mShn/yJQB+FeMb9hSO0AhfAzFrVajXJPX3YF/CxBn9flP2xBnBGzPtHPIuItDfu85x52BNzc00fzkmOyZ+mceeDE0lTTgiMmP8L4jn4x94Cz5j10d59e7TFBUy+Dcnf0NvvYvkrr7yixx97QoPHTijPcgE3iSJ4Dfl49dVX9KX/9TlNjB7X2OAhTQ4fdd9D2vLqixqw/Xjw/nv07DOP68D+nY6zRtWyDr39ttv0iU98QvyM7djomKrdPUpFIycqpxx/3H77bXqb/W8KmL/1m7+VipnINnh/4YUX07c8XnTCH9njG2rIH/zEHsGF0eNk9rj4O9hztsm5dd9Nt7xFn/zUb+jXf/3XRVEyItJe6G/y+3zENqYs8PHggw8mG4+fhm1mPPRjLuJ0YrGm5Suz7DWtS9sdu9esj+skQW2MePlEtsMHD+63zevQJz/5qzrr7DOtZ/vV19dnOkwLuWSd73znO1572PemNOGk+ZlnnaNltikjtguXX329bn7rO3XhxZfo4ksu0fvf//4EO8mgH/zgB/r+97+vbY6P8kJZ+I+3uRi9aPFSjbuI8vSzL+jr3/qOnnz2WT3rRqKRNb/85S9rlxNDuXESEVrjmPDd7363SHZBU/gaXPIcXipb9uFt9AvyzD1wz0/zo5uQN/yzF154QcgiNGIeEpIkyP78z/9cN954oxgHfZpGNnYHHq1Wq0kfsRY+K/ci5nk7Yl5+GENr2sdpOP5ZOEKPiOCRgJnGM460CD8zLRbG8CwCGaqL9RhP45z9otNrlpO8WNIFF12sj3zkI7r00ktd9OpO80d4Pq/GPMzPfoD3wIED6TmyQFwz7kQ5LxRi27gXEeLFxynr9nb7/222weTx4aUu+xbw+GuOb//7f/tv+tY3v+mi6H06cPCAemyHB48e0wMuks6Yt0hIt3d0ij/P0HSgPOhcwUsudI07wb/PRcbnTOO9e/ZowuugG0/ZdIr9mj499uhjWrN2jf2fUoIT+1CxLo8IET/cf//9WuvCO/ezPBd0yPLMhbya6Ad+Vrp4v2HjRvtz/cnOGw3asePNpOvBGzoBXESA35p5eTrFdowtWb9HhHgO3tBZvJyA7sEWIAMU2dC5yDO0uPLKK1MC9YMf/KDOPutsrTN8A/YZ4C1k96orrtSVV12t3/43v6OqCwoNy2FEOI8wk/RtHpnsAqY1bdA4TfCQNmqe7AtfRMzTFLjYE/ea5jPWgb7cK9oHi/DctlXQk2+nLnYOhWT8iHNG+Bu8RLpm7VrHbnO27ffqM5/5H4I2jz76SFoXWwOesEPL7OvzE+6HDx7UBedfoBH7VI8++qhefullNe3n//V//2vde889+rILL7X6rJ557hl987tf1Xe+/Q39lz/7T/rMf//v2vLyS5ocG9f+vXvUcHyKXwpesdcVx+j8XOZOy/iY4cMuFPKwTz4m8nQV8yA8c97mc/Se97wr6RNsAbZtn32ZLMtE/ApNvv3tb9sevCa+/crfDuTFEHI+E/Z/6grVjctzzztXQ+bFH//4x8l/YS5wMzk9BfrSmrt27FJm33LAxYuLHRNefPHF6U884YuWzR+lUlG5SWbJt9psKTPF2BO0yAxPRCQ8Mve050W/QKNisaQIaBgen6mQ54LnWKto/6jbdgX9RX94lCO0Bifdjk/hNfnTsNy3fOQ5Oox1Oyxr9EH3Fb1O03qL2IBnLcsfPFbOiwrTDBvQtO7PsqbzWj32Jxdpw4Z1OtUyeP311+rCiy4Uvwq0yL5MV1eHRoyveX7fa90/pNVrVtr2FJL/gkwSi+7evcd+waDKpbLw//CNpuyj1hxLNFy8MUkVxhP7AUfQn3NwhKyBH2CV+zAmy0I07FfNNmvERZ4J6w7s7bPPPqMvfvGLwo6y9pAL78gm9ozGSz1f/8Y30s/FyznGDuc7li6pavmyxbrm6it07nnnae+BvRo2L/e56H/uueeJ4th+6zF4jSIZPAVs4BMaAR8wo6usmPyvpRUulqxdu9bFrPN0zdVXO3Yat88wqYJh73Aswlh8oh/+8Ifabl/7JcsMRVfoJn9MFq9bVyF0t2MAABAASURBVN12YqFBN/BSshyjJ0asnycsy9PmI+KaPMscUxfVstyXzIvgrOh70/bdyQkDJ/CiHxtzdZVs14uZhEwddIEOnfX0U0/rc3/7t/rud7+rF194zkW/h9PLE/xN0ldffVW82LXcscZBy9ecdXmhkDtv0Z78MPLBFJTIeaDniIvgu1UupnV0d2mJC54N+0xT9rEtbpanhnPZM0nHzpzMeS5atFgrXajvd2z23g+8X+91vL3x1FNV9zhsyTdtV9Ax2H948PrrrxffYOdXKpBF8MrLQ8h8m/HMPJ2Wj66uTmHDS451iaew+9sc5yAjJfMlcdqv//pv6hLLNDb+ogsv1vLlK3TM8eH27Tt15OgJkR+4w8XYv/v83+kf/uFLuv/+BzRp/4Q/93Pe5vOdzz2usfEJs2koi4LlvGWObUkWa2zZAetJ6gKHDh3Uk088rldffVm7dr6p5597Wg88cJ9900fTnyR56cUXxB5/+tM79dSTTyZeBlZe+tqwYYPjuxkXerfo9a1v6OVXX9I+xytvuhBbam/TeeefrwsuvECnn3GGNp6yUdgncHPBBeeru6fLYycN46iWLl1imzKrZcuX6DTnqFYZ552dHYJ+4GnTpk2/sFXwPfmtx6zbv//d7xnOx0TMP2vduWvHDuFXH7N994aVe7NTttvIbc1+5SLL0CkbN+icc85J39pcb7359re/PRUUN2/e7BinM8nGxMRkyg00TWf4loa+K5mP5c+sec0H+6BdqtrX6nIenue0Hsey1d6qoD38jYwsNMbQFq4jIvkCzI+8IluyPsQ/piHXDcsPz9k3bcLxBHthDvQJunbae+clWeIcbBN9gBG7y/M21xMiIsFUsY8CPtBtPEdfMj/wMif3kBP2hG5cs2ZN8l1mLROsj9yCt3Xr183LmfeO37zOvgT8wPly65u+vr60HvNw74orrtB1110naMuc0ABf7owzzjT9l6a+2Fngrdg3Rl6xJ+CL/Sw0YJiynqGxD2AH7oiwHraFM/645j4tIhKO2TeN+dkjfTjnCJ7BIfcjwvvKTYaWeXIuNe6zb/DOEd0tfxgPT0D3DucHoD1HYHv99TeETgW/wEljPOtAo8xwegopwhLpfwBCA+imNS7ntIhIfSIibTBi/lr+8LxpBgFAjguNaxrX9HFXb6qQFDJMaa1g+WiKzdAHZohg4wVB/AVmADHMw3jmoS9HNs48nLMp7nPNfe7RIiI5DRgjjC2IohUd7C+sRz/GsgZHrnXywzWnEfP75Rn9YACCJhoJGARnAQae0xi70J9zhAGi0I+1FxrwskbTFoB+NHACsSAUTMcaL730ko464QNeljrRxzjmj4hf4DE8UR6ZMrxht1/Q12rX3UxDaWHdzH1pPsz/CyX6MH9bW0WFPLPTO+2RTTswua9lJi45cdRtA1dxa7fjs9iCWVFkMl1zz99M/dkrxayWeUjK/KwkDFm12qs1m85Qz5KVKrRXldkYt1tJr1q1QvzU1PIVy5yYbLOjKAeVddOuYJiK8sSqN2o2kLU0f7lS8rNMIXmOUMFWu+GkEgW3phUmBRn+3kJvtcdr56rZgZtzYYFWt4PFm98orrnZmvodVK9ZvUbrnMTm2GlFxTdQa3a+F3iv6WIEaxRs3Ouea8LB/NDokA4cPqAdO3fo6JEjKelSLBaNk36vWUw0iSxXudLuhFu/2PuKFcu1ZmBAq9euUa+DG0WI1uakVUdXl6o2Dvz9hzbjZMYKfsYw4IxPWvE1zLO5YWtGpnorNFtraNTGdZ8Tj6+9sdVOyTbt3XdAJO+HnEg7cWLYMNWceG0Jfmo4sZcZnjknTdg/fBbh9c0kDSfRDLAyX2emCS0i0j7KVoQL15W2NvW5sHvG2Wfrgosv0tnnnaNTTjs1/cTNipWrpMg1bVj5Wc2aneesUFSD+c0HdXSEQi338WWibwPn3HsJ3yu4rydI9O+0c8KawA2c4HzOxpPz3IFARIgjfXTyExHeQjPNy61iqSiULfKOnCzIEvK3MBa9wH3ekkLe6M9+OTIHjTXoXzD+eYZybTMeaIynL0dgbSnk2qL3LIXxyLpZnidFzjktIixPJTEX8zIP+0LOSbbgPKCwaRjTHW++aYdwRhGRxgAH6zFe/rAfxkeE1/ENcQxlWSHhgmc4sq+//rpI1jIvsMof4GH/C/prYW8R4afz/+iPsWAdcMGYpnmp1Zxfp2liRnDu4M57LRjvynJlxZJp2a666a88E/dGRsaSc0MiHXzzaOXKFaraIe2A5138HHaRpKWWeNt0xEHHnGUgIsS8kRc0a/4qWM4q7t9j+W6ar9DH4I/97bMjPj9/TQXz1NjEuB3RY2ldeD8iE3qYxg7ZV7FYSDSJiHREfyP7PM/zefrBg6xV9NqlUikZZWCZH19MtKFvlmUMs9w1vH5BOB7tdrxJJnHkp+7AM2vQce/efeIbqD+58ydiPE4tLyX8x//4H9Xt/RGco79YG71KUp/EymOPPeY16slhJMk75MButZ3WxZZPcFFpK6luXUhgAP3mHFwCG2tERJJt9hIn4WVPLzjRB70ZQ1BAgWS7+Q+eBF+8hQYcixzs4lwxF3zIPeaGNwjGmQNYd7pohO0iEcz6BcsQ/XLTscMJsogQc0SE+DAefMKTnPOMxj3G0Qe8QRuugZ8AYs/uXdrr9sYbW/TMs0/pzV1vOtExJvDCGHl6aN8yrzJf7gib8VkW4ghcBM95ninLpYLtSblStENYUYf5rFTMja886ZNKuaSS7UDBc5Tcv5C1NDUxqlknt8eGh5KMARP7xXklybzMgR505eerSBitW7dWl195ufg2IN9c6jU+kYUszwU9wN2oi5E16+WmHyAPEWF6N5KME2TlxbLke+AefCHDrMn4VmRSVhBJTxIbxZL50zxbNJ/Tcm+ygX6WbNeLysLrKhIvFb3XphMBzMW8WZbZ7zgq7uV5JuYqFkvu25XwIX+gz/ETxzVtp5iZpo2LQiEEGOCrYDxPOTjvsY0DHzjkzA8tW94fe4iQ9VVNEWFZMo4NL3gYsS07aBuHr4XeQpehczvt7PL3dRq2x0NOeBw/cSzJNfPC71OGpVgs2pfsMoQt07ItyXZuHCOL6F2eEwi4Q5JTeHrt2rVOrvam5BmJ1sybgIcZd/y4kzaVNuu1Ls3Z/hZNA/bQNF/JH2gAbG3m7RdfeVnf+Pa39MM7fqyd5s3Hn3hCb2zd5iD3VeGkgwf4jvHAy165nxlXEw6wjA7lxgX77+nqFvs9ddOp3k9VwAwOVyxbqWMuyp926un2QY4r/b2kS65U/7LlWtS/VB/80Ie13gHySid5+YZGjxPPBKMU8KAZugQZKRnXJDvhNf4GId8Uri7q16Ily42zdk1OzzkBNGyfA58s905l+lPUbYh98DIHe6Ah++Bq2MVaztHhe/bsEW+xEkifODGk/fsPaNJJGPqhU7Bz6G6+RX7QRVUSDWG8F4sl5dYVhw8fsQ/TULVaNf+3khywZkSke+AN3B910A0NwWvJSYwRyxC2vezEaMV0K3mf6A5wjt7Ksszz1u0nzYhzGjwBD4Ef+B/YuM/a8F67fc+6k7cjw8eNhzn1VnsUThzxc6aMXbZ8qS6//HKRMGi33icJwzPe1kbHBC+3tGo6PnRMBcsaczOuUCiqwzxN7MM3kAk84QnoDF5pXNOfeUgKTdgP3bdvf+JtcFlpK4ufBERvIy/Ay56RMcZjJ4kdFlnfIEvwNftc6FNxYF4oFLyfEEca9xhLP9ZmLvACLMgQ63KfI/M0bY/ZB9cLjefyp+7kHc+Yw5dq2v+LCPPCpEZs6+lHYxw44Rz6sQ98o7vuust8OOLE6nCiFzQHP+wLmjEO2CLCfFtKPAqcwA5s0IM90w/8RsyvXfSe0RfQGj5sWp6RK2wp8wLLMcder9mHqrRXks+7wzJ9xVVXpL8xWm/U9aMf/0hHrB8OHD5sHVlO8Q4xpzepV156wUmiR8VP+HpJTZludfvhBDq3vuUtGrOOu/66q7XSyadNGwf06d/7HV1y0QW2MwX19fZp1ZrVWr9hvUgyUhx44L771G0f+azTT9Ob2151IegB/d3f/g/ddeeP9a1vfE2syc+9vejE2YsupvICF/vibyySZCIBgszYa9PSJf1p7i7rGGS/p6eqpcuXGX9l69Npy1pTAwMDSc7Ac29vb/rmVKKFZRz9gTxBP/wE1vrRj3+or371K/r6N76qhx5+UKNjw4LXkZVWq64h24qm9XaXbWsY15n9Pfa213oC2oBvvpV1xx13iELFj370o6Q/xkdHtXvXTh05fMi2p6xXnDDcv2+fC2dDOvPsc/TCiy+7GHu2/W/rCNsVM4njkVl1OL7CP3rDCc6p6RnNOO4766xztcYxH0nOD37oI3rLW27Vtddeqw984AMCRySSoH+pNB/LwTvABj8gF/KHc/gNncJ5RAj5wt4jG3xLgIRstVpN+AOPzAOvebjwsUhsRoSYp8MFnojw3ipqsyyio8AF66EXGIPsIBdZlqtpWeOaxvkvt1arSfdftJbxkdv20TLrPR7QH9o1T/blmrVonKMj6E/jGhjZK3qdccjf6WeeJWW5FLntxLwelT+zjl9bnpdx9OXIXjjnBUpeOBsfH1W7ddZ3bCf/8i//wgnk++1nFZM+iIiEA3ysuZmZxPvo9l/7tV/TzMysHn/iSW1zoQD+46fv3mI5Ar/gfdnSFTrrzLNtPwvqMk6RmQ7r4s6uTl1w3vnKjYcwjLwY8Q0n0JGLm2++SfCwbysv5CkR/y0/w3add9552ux29TVXa3H/YvtVdeGTt4zTBbo07U8Vi0WRmGxvazPsZR07elT85HV7payK+egcx80z3ss8biTwDLzoanx6dB3yhc6F9hyZH92H3sTus1/8S1lm4CP4Dph56Ysx8NeZZ54pEptr7ctQcKVY85FPfFwbzjhdt7zzndrrGOnhxx7VDy1X6AHggT4tz7nAG1KokBUUAaaUcEYf+kZEuk/f3LiEplMuYnDdkhJfAi/3y+bjinHf4YLHFVddpXM3n2fffDzRGB8h6XbrVfAQERofHdEF529O+u2pxx8TL9p2dXeml1u+/a1v6RLnHQoF+6RHDovjosV99kumVXbh6vnnntB99/5Ujz72cx05sl9f+9pXdKf9r6ddNPivf/Ff1HTuh29CNh0XrXVS+exzzk0vWbz66ispVoDW2M+vfPnL+scvf0k/+cmPUs4J+0COJzdfZHmmnmpP8umQB3Qp34paumypC4MbUpxJwafNuq1pfOIv5/Y74K02+yB3umAy5YLAYheal7hgjB0yyrTWOSGKEmHZ7Ont06ZTT9Opp53mtaoJ9/BK3TwGDVqWK4p12A+jjOHJL+IZDXtHg9e4Ru4qlXa1tXW6X6T5Gra98A6yPOaCc0SuiMx6v5Tox97wQ+mD7exo71TRPkqnfXiuofeM5TDzGPDCOtDbC8gq3XH6rBqOXwryvE3zuncLAAAQAElEQVSv6fnpWzYuOo2b/r6qVjvvt3LlckHDkbER03hUI6Y/ubVKW8WwFMUvM2XGyfGj9gGdA+qyLsdu9Xl83fMvwNzV1aOai3g7d+5RnhW81zbnJtuU55nsUisyKcvDLfO8paRjM8/L/qYcK0xOTYp54Q3os/WN1/TP3/9eehHnsO3NjOW27FwYeKUgTvtHF712Of+Hf+fB6nQBeJltJ7xPvoqcQWbfsKezzUX9YQ2sWaVPfuJX9fZ3vF2/8Zu/rfd/8IN6y623Cp1BERleQQ7yPBcfaN6yjmFt7nca9xFh+ZkQBY6Sfdxqtao/+PSn9Z53v1vAh41mDHTFv0fXrnRurtrTI/igYB4OI6TpeevmAXBIjMixab6amplKeQPmyvJMDftswAIM8MOofeqh4yc0atsPLha5yEKM8tTjT+jhnz8k/PldO7bq0Uce1MMP3qd77rxD//y97+jLX/qiHrjvXj3y8wd1z90/1V//1V/qW9/8qr70xS/oQRf7/sHP77DfAK6Z9zkXrocGB9XZ2aH3v/99SbaOWJ/2eL9/8id/oj/6oz/ShRdeKOQPOerucWwQmcrW953OJ8GPw8Mj9rkmbFtnfJxMRfcwoSgcne/C4Dvf9e70osnf/M/P6j3vfa/4hR7ym+BvhWOmtQMDwpYTt3zQtJq3EzdrygXm111cmXWxfaOLee9817t08y0366wzzjJvldW0APT1LfJRjs9O6IH7H9Rn/vozev2N1zXqwvxK57wush4jbps1X83VZtRpuEuWDejw7HPPCL/pxz/6ISKuyy69TNddf4P4Es6pzrdiI0rFsgad4512wbViHctY6FSzjECzpn2DRc4x80sO111zjZbYbp04cUL4QfAVMfXdP/uZ8K2+973v6Stf+YrWO1bkZ+SvuvJKi3FLFODJIdWtxyamJzXrHHyn+SgvFnV88IR17FH7uYtEgfWqK68QuOCXiyjik9M6fvyYZXLOMWuX5bGc/PZJfF/r4cX9i7R27Wpttj3osky/+vKrevapZ/TYw48IHQxfL3KcwosMb27fnuBekFV82cOHDjmvdzzN2UIPmE/LeS72j43CDq61/UNOyuWi+biensHHPAdH8DgtIvy8kRp4g/4L89A3s54Av0Xvm/OIANXWLbnAJc8a1s3YZWII5iYu4VkTObOvy3zMWyyie9pS4RY9ERHm8c4ku1yz7xUrVqR8BLywAC86ihiEeZgfWDo6Oo3XtqTLwjLNeugOYmNoXTK86A32RBsbGxMNOPpca4Bv6Aetdu3aJfDL/CXzIfADa9mxM/cYwxzoAPqxDuNXWk7weYGb82q1J9l21pm0nQNf5GTJLR4/flzgm3Hs57BjpRHHffTF3jDvfKvZx5sRfcABc7A3GvtmbWChASvzcY9+XNM45znj66ZN07qNPhGRaMdcwMKRvguNPtxjHZ6DB3J2l19+mYjLmRsdyyQc9zn+4JhFhCKC+7K8JAECadLJe/rXT0RoYUGOEfPXEfN9GQfwOvmB4FxzpD9E5cg1CMOY0xXgub+wgYhIxJgwIZiTDfGM87qFhjk550hjPhrnNAjPMSKU23CAFBpzsE4aawZnDH0X5pQ/PKMxnmNu4WQc1/SLCIUFi3vM5SHpH3PxfIEhmJcxjAf5NPpzD+GonUxsM09EpDnAPyesuzAf/RmHQrjVRpe3kHp6epLDxjz0q7nYgCNvmy1ZiTetVOoWXpl5qJZnPoaaCnfAsIcXCidL5fstK1wa68j3W+5Hy7NQqVhISUWU8JIlix1ELFJPtUskmYul3IY5xFx5lqndwUJfbzUp1j4b1+U2Fivc+qzMFy/u9zx9Ov2czTrFASx8QCuXS77fayO5TqtXr7JC6bCC6VBnR8V8pnklQVDiRiKxt1pVr9fodTDfaeXbZ2O1ZOkSB/5LndDrV6WtogpwWEl0OJmZGa8zNnq8NYVQg6ssM8TeMwZMPlJ8RVlPjI5r/+69eu3lV8TPurz66qvavWeXDh8+qInJMZEkRuj5KY/9B/Zp0MnbEZwKFzDgZd6aQokstyO1aPEiEUBUe/uc3FyvjaecIpygrp7u9PbUUheMgb9ih7JkmNvtLPRYAbUZ5or3WvX+KELKSURbZkW5TYX2TjUiV81FrFkncUedbD3oBOO27W9q+5s7xDkJ9mYrU2dnj3HYLRIjWVYQb8TQGpadOSdwpo0TYGbvLfOKWi3TUT74aJxFhPhkWZbugbeClXLVdD3nvPN0o52GCy++UKc6kdPvon5WKCm8TkuZZHnptFPbv8TJGO8FmajZYcuLJeOkXYVC0bR1P/cteFzFwUWHE4htxoMhsDGrpTXNij5vAIYiwtMWTK5mctCRj5KVfe615A/XwIjRY1/olYjwWoXUgIFn9Ck4acZYhZKyRglyj+ATp4m5PKXXyzkkGBjHvDTmQlZonNOf9SYmp9WKXHO1ekrORkSCN4118Y9jxQ4PeigixFzAz33mIYj7zGc+o7//wt/rG9/4Rkoq/N3f/Z14Sx4HB6PJmvSnZaaNPA9ALsybm1+yLFfuI3vEacLpIEDHiOFcsEeezcPdSHAwb9lBAnTIT+IUnDA3beF+nnnurKBGvWWnpO7lQ7n7L8zVsmzVbLQGLRctKe2/btq7o/s3LEdTGpuYtBM2JGRyYnxCOMuHDh1OOPOQ5BgdPHjYTuJQOp90/0kn3Wlz1nPyGrSOzg7LesXjaiK5UHcyc3p62sHYsEreS2SZ+SxP+xu008czeCAz/GGYuWaPZeugiFDDcLasD6EPcLQsE5nnYAx9wVHd8rNwHhFp7/RB19MPw99pvUTyY7ELmuDm/vvv1z//8z+Lb4sSMJFkjzDzSerp7lHNvLFm9WqRcBuw484crFWtVgVvUsy50UkeAi3mReevtYPI24BnnXWWdu7clfbPWOj75o4dlv8O7z1Le0e3Q294BHhowEpjj4xBtzEv/LKQgMFpe90Jjt27dzt5uUurHIzhoPXY9vCtAsbDVyN2hJgb2CZtr+lDoYpz5mMv4AI7QEKI59wjiUIhGnxDB/AYEYlnGugk44d+4NynZqFIe5I/c7adNBwwYKRt3/aatr3xio4cOiCSDL2GEycxIpLzFmGcu7F/5mXvnirpmsw81e4EOfaR52XzDzjLs0zozJZaCjc5AVOvzRqvMxodGdRRB9gkWMZsO/xIs3MNoQuxSziXS/qXpLXZY9P8VDePzszOiHXqlhP22bK9bXpu1vQGNWMetwlXw7YJG9Ju3Vg334UyKTL3ztTykefQLCWGHYzVPR+6p5n65cZjS2l+rxsRqnveOQds+Akt83oTHPNMxoukgvVyqdQm3sj3bTuxMyIYh46Tk+MaHxvVIeP2ja2vWpbn0jN0CoEzctzynB3W5azDfrEta23TK8WCoIcMObIBvwH3gHm4y4kBeLzu/RkEgfM22wxoMGu5gMcIpjo7u71mXZn3oZaUGeai9fikgzLeqOUnVGsOIIEX+Rl0AJ7nWcI98soak1MTIghg7QXa84w1WYeAHNiQO47wNnNiz+Fx+sGz3T29WrlqteeuGAdjGrcOI2CXYaqbcDMOruW1d+zcKQoLBAsEV/zMJHPjE/ENG3RBlmXimxrIyZzhb5iG/IToYtvZzAW3NvsyZ555hs444wxFhO3VrJCtUctcRCQfmf2/tuUNffe7/6yHH3rM+nRMZjMXnCY0a1v0ZQfIjz76mLa6iMsb78MjQ3r++ecc4B9z4ntK/CzanAfw8tMxFzhoue3ybL1pX0PKi2UdOHRMxVK7mq1Ms+Yj6D5pWQ/zIXoZvELDSdOj4CTncQfQJEixPVu2bElBMLiD/mMO5qAxvCl/ItjXTKINeKDNOEHXMp2xC/tcKJyenjVKiyoVK8n+59bf4LRgHoA/oCd0p6FfnnzyKW3f9mbC1YTtR6cLyAXzN3QteAywcqT/nHVJp3U2MPUZ78ghdOcFGJ7By+ivin2wSlu7ebRouo8YF/XUWs2a9Xhn4sm33HKTfu93f0ennLJBU7ZF4/YJ1gysdzKw6sT8hHp7OjU6dsJ4H9PAxtVau36VVg+ssv+7IRVRe+33EYwiF8AAvOhb4OI+x0njfbXtRdO8dsjJhA4nYEjcEgjDa8jjiy+9kGzniPmE/uAUHc1+wQ/9oAf6cedJ+3HcQS48jkyAm4hQ0zoIOCLC+y4JvM9Y10A7cAjegJF+ESH4mT405uAZ59CH9eVPwbTjmU+T7m3a5gIXuAZW1ocGzMk60BdZ4VuCFJ1IaKEHoAv9sYUXX3yxbr75ZscQq1UsFlLcwF4iQhFhfT1nm9g5v573BE6RefADfMwDPlgb3QHfcg+dMGE/mxeCwAN7Ps0+76wTQS0rojUDa3XppZdqz969Wr9xfXpL+/obbtKq1Wv11re+Pdll/qbffU5YffELnzf+lIrszJE5Lq0ZluXLl2u9i6RHjhxyQfQR88m0nn/uOd3vpONuJ2kfe+Rh/e3n/od+8M/fckH2efPPoF577SXdcOPVWr68X9/61tfFTwTX52Y0Njpkf/ERXXj+OZqdmVTD+n7FshVp/8PDQ1rhuKNcLuhXf/Vj+tSnPqnf/M1f1zXXXq1zzj13Hk8ufk25IAKP5FlBBctMnhdS/DA2NmE5HjF+y47ReryPy3zsEglJ9GtXd5cTZt3p22bf+eY/6diRo3racvjSCy9qzvLcZRl81Hv56V136ktOmr5kHv3ZPXep7uRcyzwwPT1l/Tatb3/rm/rc//yf+sH3vqs3tryqsZFhj5/RTTfekL4BOWkd8/ijj+jOn9yhl158Xo/+/Ofa4kJIy3o3N01uvvlGPfnk08qygmnebZqH2NPQ8IjWrd+ghv8bnxpXy/qVb9djoyesI/Bb69Z58BovQfDG/bUurCJzC7aoZaVUdBxUsA6Bf+Ax+BQ5gGenKdJaPiYto1NOzjcto8ge8gzPwWvMT0ENncJ84I+iLfLBfD3VHtuWcqIZ16zFmshWRCQ6cc49YjlkpGk+4rjQ9IvPfP+IMD6y1ORPxPx9nwqYgOMXY71H7rMu++LIs4gQ56xdKhdVcbyG7EbM30c+5kyDkZERjbgw07Ite9M2Z8Y6MCLS2vA6MpT6Jj8o0k/9UZR/5ZWXzbPTeu7Zp81DPzNcmZPIDc1MTVoP1dXe0Sbocs011yZdRPF07dq15t1zrDvbrJOH0xrT1rvAu/3NrTpy+KgLsIe03gXz2297l+3oabrGxdC3vuNtSW5zy2C3/cRrr7/Ocf4htUwv/Fj2CZzkGz71qU+JmIkX2bds2WJ/e6fmbKvlT9h+g7sR77nufEvlpN9Y9/M+x/rdtivLnJ94/+3vTfqJb27kWajbsUu5aBxWSpanYrJ96LmNGzcmm478MS9HfIiZmekkZ3wLCF1PQg++abM9gg/ZL/1LLqxMWF+12YeCv+jLnPDemS6uwoeXXXG5Mq997Y036jgvNR08qNHxMeM7F3tuGgcybPOEfQAAEABJREFUjN6eOGbWpxEh5ude6WTcTV+usywT+GJNnsE+8FTD9I+Y5w1kCHu6yDFRe2enTjvjTP3bf/tvhX7FTwY+fNc7fnJnguHCCy4Q31D7whe+oP379+pb3/6mPv/5v9P9D9yrdS44Vo3bs+wXve9971W3z/+fP/8zffDDH9TkzITjlGXatHGdujrb1e8ia7dzLI8++rB42XLUuuTvPvc5kROqmf/4ZZNVq5brwx/8FV12+aXi7//it6B/+QbKimXLdZbxNmOe2rNnt464mDdjHYldw9e86aabdMmll+hjLlL/X//pT1OSmhdJFnAhf3LrilCIb1jdc8/PNGH/p8s4OOKYt9cFn9VORPMLM8y1efP5tgUbdfHFl2nNwDpleUnNVtj3bQifrG4fG/x62kQP4gno0vTN3HY1IuQHighBF3QQtCma3vTjGjvLdcM+9+T4pHX7tGRfi2forSzLVSpVlOfFZEfL5mnGjFmmicVzr9NmnFar1ZTrm6e5J/CaPIvIxJE15A+yzvx55Aq3sucu249TMzTB+pNT9imnVSjmDq/q9o0mRSF10Hm1RrOu3PZndmYuxSWZee2Ik+/4wMzLnhqOY2r2SWen52wn5qzzO9XW3q6CbRcwAAvjaJwbJGVZKLefGj7KH/rR4Gnoc8A89+ab28VLSNh+CpLPPvtssufExxSnOq2Pco+ftt166qknxYsQ+MKbz9+st7z1VlWd95y1bynjBdtSs4+N/HU6x8e3NpcsXipsc8WFimnz17htBj9bW7MeiQjlxnPTel0nP1mWpTNg5ByaQDP0VcV5JY5vf/vbXHR8v240X16ET3TLLYKvVq5alWhJYYxJoFkp5T0kfJk55wRr1t3AW7Nvw7pN8xq4RZdxZD3sPPmAYdMG3L/gOAI5of8++0DocX6e90/+j/9T//SPX9KXv/gF3fHDH+inP/mxXrct37d7p04cO6L169epz/yz2HnSSrkofOg86pbZip8NqJCHlltvFiw7L7z4gtCDvDgO7DO2r+RTvv6Nb6puGJcuW5Ze7NrhvAe2NpSJF05WrV6jnr4+tUyjQl5UoVhSu33lPM+0a/cuPfLII9qzZ49zvLt1yHH8Lsv3mfaDPvjRj+ojH/u4Pv7JT7p4eX3SUavtbyPTxWJRF7p4+5GPfkQ33XyLunurGrU873D+lbU77eNc7oLi+ZsvED/vfeutb9Vq+4KdlvcBy/NVV1+tZfb3KqZXxbFyw7zb77z6wMAaLXWOHP8fen3sox/TxRddohn7Yrt2vKmHXXw+bD3dMI1a5omrXRj987/8C912+206b/N5WuocbMl6uWa7A34a5rWWfap66t/QsmVLtHrVCr311lvEt+xLpYLzCw31uVB5zrmbtfmCi7R8xUpRqF3l2HZgYMAxzCk67bTTtcp7r9iewLscC8WS+pcu0wrfX75iteasR+746Z3avXuPGHuli7DYJ+wzfPG1r31V//IvP7Bf+pief/554edSbN26davIO+ETnH7aack+Evvyq1N79+zVXs934ugxrTMsN95wo+hH3FsyDSrGH3oJm1k3Dsn/kFs66HgI+ShIyown5AN/Ht4tFIrJ1paMpzbvp2DecrckZ23WF8zJNePBITLJOOwr9h2dg36kT2ZZZG8Nr801czKefE2faxK5ZZdxzCGF6G8VLT7oiLGxMfukU5bJdtGfFwHowzjmaTc85NgusB2El/udR1plGV5pW3GacbXKNELeI0KFQm6+bk8+Y8uLFI2f3t5e10OWpP02jAfmZk1iPPh0n4t/+BX8tDJ4m7D/iw2mHzElMk1/9jtlHgRunkVEght8oAvAU8F4BRfsFfi5xxzIFjnEiBC4WFgXPcqa8CqwMhY8M45+C8d5nVQTe6IBA31Zh7WBjyMwMoY+4I5WNG3bzCMdzp1BG56xXs12gvE01qJxH7h5YaNYLCRaRUQ6cp9W8HzMA8+tcJF7o/20tWvWJpwjF/j0+DfzGlrYYIeHJoZP0z8AkBkhIhOIpEWE+Mw/k7hcuB8Rvo7/bfMgCadjgem4psGw8ici/H8JJNG4z3POAbzHzgYbYcNsfGGeNOjk//4VlkhwRkSC4xdIKJaSwEREWmdhDdbhnLUW5tDJD+uwJoLKEWIt9GW/JTMsRAORtD4rbQSUZ8zFnBGRZgMO+hY9hucR8/dxgH75XkQk+Bf6cGTvjGWNqo0POIGRgYlnBTsauUIFC3fm8czM+q0mtGyKpK0cNLYcQBrLipMFVFnRpn4+Np0FblngWj6n8SyDD9zXcqqKHf7OznY7Tn1uvS5mdqunp0uL7aiuXr1SKx2gr1+3Vjjuq9esEQEOim+RcdLT1a0zz7GDeOrpWrNhk4PlGTs8s6rZeE9PT2q1k628lXLGGafr9NM26bxzztJ6G5aBtavFV8xh0DYHDCiW8zdv1hl2bFeYmVE+4AOnmiNCk0WmWQezs04qMP+4nb9jdn7hP/52QsuOWcOOypyd4bqTjOCqZmMzNT6umh2644ePaLsV/KH0cxujmp6ZFM+bxkvdAX+tMaeGj7N2whlbLBTNV5mVWcHBXIegEXxQ7a1q5aqVuu6m63XF1Vep1w7DrNcpGo+L+her3c4Uwdi079XtDBQswIv6+0Uxtqe3mr6tWrIiWLJyhdaeskntLrg0Tdua+9ZdSJ1yYvHE0KgOHDyq3Xv3p3bs+JBxW1PdyYBpP+enJIvm+7KDqzBvSKE5O3a8FY8i4Vr+1GwIm6Y9rWZDzDOUE9fwZruVUZvbShvO8y+6UASdZ517tlaZbouXLFOlvVOZHZWIsNMile0gdHZ1q2KaKTIb2oaLAw0bbvhRgq3C96Us4a1gBmua/2ouUHDM80xF3/NB7i1g8InpUDPuG8q8l7Kd+4jwvTm3WpLplieOCLp6jZZOnqYxjZMGj7k6vJc2G1LmaTjYY1xuwxfBfDWxf2SdMeCAY8PwpaPnQQeAJ65ZzGKmumliSVPZNGP88PCw6Ndwf3iNQkIhjwQnz1kPI/D444/rRz/6Ufo7SQRg8A4/l/Vrn/o1Lfzc1x//8R8n53gBFuBH7kt2CGjsYXZ2TrMONmZna163kQI6Es0YL9bqcsECp4OEPEaA/QMHMMATC/OBH/Y0a/kAdvY5Y8eVvSR8mf9qLuLXLDs8b3nzjC1DD9OlYOc8L+SCzzH0c+Yn5mCtyfFpw1hzcr6pMRcfRkZHLTu58T3j5P8JJ/aPas77YD2T0rI342LACDGYmHPGPD3r56wXERqzbFPsoD9/Exgj2eMCPvRctnxZcgR543iZHVf2CR9fe831wikBdvbZaQeXY8MywP7YP3tFRhgDzsExjg17pG/EPB3BEXISEcmgMpa12SsJavpyj/EYWhwVkt133313cihxZpiDoBpHuOa9MR8wsRZjWR9659bxOEH8lOHIyEjSr/AKiaXjx45b7mesj3vEm5NXXXVVSro0TCvWgw+gBTzAfMAIbNAd2KAP+GBd5qQvzifByxrrcvgR543zmnVn1TZolZ06YEcHw1fsjTlyyxEJHBw5bAB6mv6MZU+sz17hP3iTMeAWOICL59yjcQ6cEfNyCV0iwvxdt2yH+WY28dPLL23RC8+96ADtuAaHjquQZwoPBG8UOaEFc7PPegowWkkOmT8irBNn07VP09wemnQMY+A1illN6/yadf6Ug90pJ3Izc2VfT1XLHcQtdVBR7V2kqm1duwOplStX6+yzz0nBDXtGd2A/wnC1PK5YKgk8YYdy3+M5a4GDvFhwD8m5k/RWMIEtdEcepizfdctbZHnSedCPcbkTAh0dberqqaYAp3/JUuEv8Az4S/Y50Key7Wu1nJjIwusbR94wfRrWUXXzypTt5qTblPc5MTGtKSdAWwbk2LFB8TbhicFBB7RHNDo+4vXndOLEMSc35tTV0alywXbQ80Gjnp6q5aGi5cttu9YOKCKzz7Ao2UZowpocB9auVV4oJP3OXuAncAC9sNfIArLEPWhVs27bb1vHT+AeP3ZMfPhGC3QFlmEXChg75iCF6yknssedIJyYmHJRaVQDAxvU0d6V9ALrL8wdEcqsu3LzLvAzjgY86AGSKOgZeJbnwL/SAeTI8LhICq1yoGz1rykXC0bsR8xYd8of5If+zAsf+JaQLbWkLHIXYMdFwMGfLljhwOj8iy7Wbe99n3jDuNv2k/XaKu3mz7mkL8rWrUcdWIKXhm08Mjczw94GdcePf6w77/ypE4H3quKC35wDhhn7FitXrnLyZygllibMt4ePHNQRzzFnmk84QY2+hsfAcUQAooslQ4JvKh0dWrpilZZ5joIL7F09fap53YZCHS5sd1cXKy91aMR6fXB03AmZppqSCsWC+WM20bXhdcAXrW4dS4uIlCwm8QzeoZ+HJZvNNWPQRXOzdY2PTeqUjZu0+bzzxc+fr7YPgh4bN56PHj0qdCF6smK7u9eJHOYvl8v2S/uTnq/YF5k0L7OfAwcOJlzUT9r8iBB9WYv1oQ1z0Rf+oM3ZX2I99BytaX+4w0nEdhcR2n1szDXM/x0ackJ6oxMlp288RRMjoy6c9jnhO2B81XXIiT9s+/0PPGD5Oa4xJ7p3uHhJAbNp+wgfhnFKMQX/eaUTGuwLmrBPYANHb775pvl4OO155cqVAs6IUG+1L/HI4OAJwRPAu8x6qeIi/PjEWErSMx58EdgyFv5GxtDBw/ZVhi07JKLgLfqBl4iwjR2zMmol2eVeWtOwluxTwtcRkXQneOIa+pVKJUVEgi/19znrw89180DE/BhkleetVivpK86BGzwzx0JfA5B8OK4//OEP661vfWviLWhFX+QdWYVvFvbVtJ5sdzIC3EVEKn5g2+gDLMPeM/vkOfqVIzYKGMBftVpNCVliGPiDvcMPjKMIvXffHr3s4l1HZ6d6+3pVd3ww66Ll7/zO7+jGm28Sfsfb3vZ2TVoH8Xb9S04g3fGjH2r9ugENHj+mffv3CNryiwRr1w5ogwt8//Wv/tL4HjGNBw3vm3r99Vf16qsviZ+TLpcLmpwYUbW3y0WFr+lnP/uJuror+vo3vqodO7dq156dWmI7NDIylnRZy/78rl07tGHDgN7x9rfoXe9+mz784Q/plltu1uTkuPgWyJe++Hnt37dDW157UQ88dL+279ymkbER3XP/febTQyqViup2jHf8+NFkF9l/RCSZ2b9/v8DvmH0wfq4OOw9fobegE3J6q5N2c47D2tsrThhVtMrx0A/++Z/1yMOP6N6f3ZNeQtq29fUkP6VibhrXtWRJv/f8cvJnMtsp/Ax8JwqP73CSeLkThh3m66bt+KSLoUO29y+++Jy2b9uq4cFj6uvt0ROPPawXn3tBc06sf/Pr39R3vv2dxC/vete79elP/4FOdXKQgjz8Pu0kUb+LO5s2bnD/KXV67g0D60WRY9q0Y5/05ZuxyMoJy9heJ6F+ZFrit5MY3L17t+B99g3/gxd4CJ5Crnft2rcEPo0AABAASURBVCkKcBOWe/i0u7sr6boZ2wn4Eblosy7pdfKLOejDEb0AP0ZE6i/NHyMiyVzTNGY91pY/zBURif7yh2e0CEPh5ltpHuSN84UWEek+89BYs1KppIQZMCAvIyMjSZ4ZQx/2WCqWrFvGNeLiVKlctFlrmjdKIkGKb7vPiek9TlTDF+BjzIXsGcfYs8b5lI/gbc6xBfAcsw/b7TwPLwYS5+PD4pN/8+tf107rvWeefFzf+da3dOjQQY2NjybeLBaL5qs2YyWSfooIwaPkC5599hkBA/TZ4UT0N77xDf3N3/yN/ePz9N73vlf8KZp6q6Y5x/OzjjvBXaNm/nPCcvmK5d7TiCIi0RUbTQH0j/7dH6WY7JJLL9Who4c1Ojaa+qBz5A96QopkP3/8Lz/Ut53o/6u/+Evde9ddKjkmgmfhIXQssNPqXjvse03bRmXKxEul4Aqeh3bgDx106qmnmb+HhK6CN9gnbXx8IvE2NCEO4hm6mGfwB9fQEB4jOY6vjm7b6ERgnmfi+Fv/5rd1zXXXqViqaMY+FnvAkkOXunlM/jQNow+JT5iXZ3meJ14Dd9xjLe6XbX+x7fBR5jXgnyzLEv/QD3i4Jk5Yu3adrrrqagGTIhftyJFjevKJJ3T1Ndfqd3/3d/XOd7xDVedE9u3brWeffUr8zcxVLn7ecP21uuySi+0vTQk/aP+BA7rokgvV1tUuCmE7dmw3RhsaHxvRmrWr1OP81YF9e0VRlATyf/6zPxM+A8VM8j9TUxOCV29/720Jp+C9Wu0RP+fJtyEpZmAjbr31bcryXPu83mmnn+5ixu364Ic+5ALQeiHD119/vcjlzNnW4Vtlea5SlqvNMtXtOBz/FduLLeHb9Njprs4OF1IW2WdZrLPOOlMX2Re80ng57dQz1etiR9k+XYd9rqb98SwvWfd2KLKCZH6jhfEbEUkvQIe6/a6S7XDutSMi2dfMfeBVWs2+YcHPcs9RcENX5pEnPz1ifh7oCowjtimFQsky1p3wAn1nHKtCyzbneLDBPc5PcT8iVHAsEBEujtbEHPB5IcsdK9SSPwR8Ncuazb6hzxSRed6y1Mrtx9QcwyzRkmVL1GPc55abA/sOiobdJQcAj6FzjjqvV7P/hH8+bL28fds2jdsvHBoalryXiguUEZFgYE3gNfrMw0p4Yh6arLmUhZoGKCISnWYcA/HiBC+yP/bYY/YnF2vNmtXi18G+/I//oG998+uadgGV9WfdF/mCnyl8DDuv8cprW5zzmhV82/T8J+xfjZ30xeaM+zb7Jn2LFqs+V3drOCcbyo0H5ugwL0CrMccx6B78pFnbCuzHkAuY8CxHYnv6RIT31DJPtKtgnRhZ6Jprr9XHP/5x3X777bb7HxYvXeOTsN+IsH8+T4uIUNl8WXZsUXd+eHp2SsA3NjYh9AjfBodXy+Yl9uiFEi+R1wWn6NeHHvq5+ALAb//Wb4mf7T1ouYAO5eaMRhwzdnqvTRdnB9auVKWYq1TMNOd1ZqYnNG0b3nRsXTCdG8bL3j27NDk+otHhYyrm7KlkeThNq1wErFlXFr0/Gi8eXHvttS6gPqsHHnhQA7bZf/wn/5cuufQyleybTjuOfW3LGzpqXQI/dps/yZ82LBfw3pz5Bpzu3LlT9993n95wznf7m9vsew1rwjF+j21xl/mv1zQiNpt1PHXw4OG0d/RzwXFrS9KmU0/VYudt0b2zzmdjcw4ePOR1j8suof3xqjZvPl+f+MQn9Hu/93u67bbbBOzrBgaUW/5GRoetu6YNc8my3y+ZB+uOT/Ks6HtlEUN3OmatO+eGznrIBdXXtmzRG6+9pjt+9CPx7fYex9sfsl983Q03aNmy5eq2HYV/pl2cJ+9YKuWWgboLnbt073336tnnnhMv1QysGxBfJqpbT42MjAg5Onb8hF586RW98OIrtrWHzblKOq2zq9PwlFSxbq9We+f5zLyzqG+x0IHneo833nSz1jv+UeQ6fOioecwcZXz39lbFi8MdznkfMG9g04in5Q+8TW4BPs7NA/itA8bNZuf58QXhI/yE3Y6Xjjveq1vvRESyg/SFDlPeJzqIF4sW23+ccFxbsh8Hv5bMtxXnzlqmX8s6Z840SnrAeAb/NHgCHORZlmSow3EvYzmiQzjv7OxM8QB+j8EWczB24Zw5OK+bdjyjX7VaVU9Pj4CxZWZAnlpet2wc4qMw71HviReh0cnowVnvD3mDn5iPMePOYcCrY/Y3eBYRPErzEtOgM5AJ/ArwyFganXiOb14wr7EWNKZIykvdNF4Ueeihh8Rxn21jZ2dXelHgdusN2rp165RledovsFSsK3osF9jJZY4xwRF7LBYLKlo2M+MQWHstP/AYOAA37C83DPg10Ao84H/TwA9+PniBXswB7zIG/Vo3fzIn6zMXvHrM+Z9B6xb2yzP2Di9xDxzRxrAFjvO4zxz4PsgGcDIP98bdB7tCGxoa1LR1OrBFhIAXWMJ74vjLjTmAtWw+A36ecQQ/rpu1EsJgBBZaaFwvOFK5mZJBLMZzNsoG62YgriNCEWHkZ1oAhAVAOARHCQFESKkffXj+y3MyN9fc5znn0xYW1pI/C/c40nju29ZBqDalebnHM9ZKzYqPe8xdN2GYi2PDBRLuyR+eR2TGQUv1WjMd095xJi0A88+BXOJ84RnjQSAMBaFALmsnRFtoWJ/+9EtrWrlwzf54xn3gAX80rheawVJEJKFhTsaxLvMwPo9Mmbeduw/Pf7nRN8uzRAc/9jzM5s5JPc6fM1fTOODImkaiDXqo4HlbhpNezJnGe1ye29FoK1uptKmv2q1lSxZp6ZLFWuSCarcDxI72dpVPOjAoOOZcvHipBjackpRUpxVS1YLY64C3r69HGJR3vvOduuzSS3TmGadprYtzJKmAib+ZsmzZUju3y3X++Zt1+23v1rnnnJOC7d7eajI8XZ4P+MAbSnLKRnDwxAklQXJyb9hO1bQVa8s0DMk4yNRqms9NT18J52nWCbumM6ElKwL50zQ+uro6xNobN2xwMmKDVrqguXRZv0rlksAVDfxD73YX5VAC8PcKJ7ho/UuWaNnyFSK5gdPUtCItlIpqt5PENW9JNcCnFVCbg2j+NlnVymepEwXLXATCEe+0QWy341208sLwzzlpN2dYx8andGxwSHv2H9SOXXu018djx4c1Oj6pKScPZmZqNs6zTphMCaVz1EonyY+TgjU7ZA0nIRqmLXsg4OG84SR7w/ueszMDb8G78HOfnfh+K8yNm07RFVddqYsuvVgD69epz8XgDjv2BQdfJMMjIvFZxbAytub5Z+0kTjq5PO0CQNM4h04RubKsINDPPXAN3YCjZRxxnJ6c0IyDmjk7qMAmf4AJGfGpx7Z+0Zqma926p26Z5llmfo+I9Jxr1vzlBs1++ToiDE+mhfvA3jJwrMuRxtwL15mVKn0jIo2LLFfLe+IYfkY/FDtHeL1i+ceJbNpZJJACP8zp4U7qDtpZOST4BrrjPPDthqoNMG89klRlf/CY/Jkz/eAz5sAZxFhO22E8evS4xpzQmrURpjg5H/yMJD5lLgx2nufuMyaMNm8ibbEzBpzMzXP2FWG5t5709r2aBC5CkeYBDtYHF/b2xNiGaQwucjtAdfMO32iqmbdSH8/lf6lf3Q4Mho4AFthou3fu1gEn4w4fOqRXXnk1BbS80YYTPm1jNuVkSzPxTEHNyKTMQaNtT2QhCg3I95BlAJ6oO7k/MzWrkaERTU5MpkTGKifc+ZYFuC2ZBkstiytWr1HmOfjG1QmPZc/jdk7YR9qrAW6an9g8OKFxPW3bExHJQeUe++M+zhL755zjlBNv4IXx2Dvm5By8gWdoy9t673nPe4QzjWNz5MiRBO/9TrLv3bVbJ44fV7uT/13tHQI+7MNK65SmWikIZT8kX4ft+L7pBNN+43DE57wVfc0114hv5vQ5sQu+4TPo3mu9wvrAxz14CLwN2hEhIMO5JSgDHp5HREpIsU+cEN7cxHFhzJiDO+4BF3OzxzBNmJ97jIcvWQNnEUcOXOCovfLKKy6WH0tOG7AAO2vzzX/2wPzsmSMNvEaEIkLcp8kf39GsdcrcbMN2OrRn90G99OIWy9OIA4ZGKgBOUjxz0InjOGedhxzkeSboVLDOBW7OS8WS4Ocss10w47NmqVRK/VrWRy0XTqRmmrdoPm+37euiaGk9biUjZG/SBce67UdEZllpKXwEF/AC8pB5XOSZ0A+55dALul8zOZ5Nr9GwbpDpm52EoUHSKqQswndDWaFku9GdXkRhfMtwNix7+FIV2yPgsRZSIcsASXzow14Kudf1Hgq22yXvu1gsqVJqczBbcbcsJcjldWYto7O2L6GC7+dy3GF+M2737HcS+HUn9bcav8OCTyjO8FbphBMD7R0VzVo+Dh7Y7wB0XMMjg7Y5wwlf4BceKxRy5V4fnpxx4jQiXIQ9kRrfnkYGgLfDAQx90A/sD/wZGO+plfA1OjqSEiXcQ+/t27dfJLZJNhCYMZYxHOlDQ1d2dHRp06ZNWuvCLc4/tInAj2kT8txlG4utQ54nnOze50Q5/A6PZsYpfAzeZ2zL4PMZ74E5kJ1SpUPDoxMp+GxaX/HN1AknN+F/9Mb8uBkxD7IwZb02MTFpOz0j7KdJo7GRcR1wkY9vte1yUv6OO35im77Pge8e8U1n/Croxssi7GXCOu7AgUMacxDAz/GOOnHzhBOPU9Y/FDDYI7LVsC4mOTF44qhpd0w7tm/VHicq6I+Pyn47zMf0J5DBBpVO8j5wL8Df5aIueO2xXeJFqiuuvkannnqG1qxap4F1p2hg42la52Jnv5PQ08bNrJmn5sB/YnJGJ04M2heZSfyAPmFObD7zcZ1FlmQNfOV5psz4bloHg2PgI7HOm83ABs5583jYiXu+SXbAQTnwEijCP+hGgiXmYG5oi+4ccIETGnZ2dIu+BIcbNmxMPCV/GMuaDcsUY6AT+IAf4Z+Kg6WOjor6l/TZz62qUZ/RscMHkt9dKpTVtP+BzE7azyyVCvp//st/dlJ1rZO+T+uxxx+xvZrQunVr9W77ryeGxqxNMp0YHLE9qWrCemrGuuzQ/gOaMt8UCoXE7+CJfczapgMHNOMI/xH8cc5+DX5KfnZ3V61PykIX8Qwcd1hPFSx74Bp8sk94FnlD53JNIzEHz4PfPM+T70wfYCDAZL2mdQ590cvgRCFZhNzCsp0L3Onkhz70Bf6ISM8iIvWL8EApjQPn87A2f0ELriPCSZha6sM8EeHzzPsrirXxi9g7z7BtrL3Bfjr+Fmtyn34z1vszlll+PhVe4Tn8gpwg85xDb3COfmAMuGLf8A33WYv9gAMaOoQjCUT8Ffis3f4740jE9/b1qVDMdMj8wd+g4htVTz35hGV5h/2pXJ/85Md18QXn6xMf/4iuuOKylLzaaR9+amZah/mpyshse9s0PjFqHTyd+K1cKTrW8bym5bvf/S6dsnEBZI9sAAAQAElEQVS91m9YL/7GGrI7Zb6Tk6DEHMPmr76+fsv7kDoci81YHvft3aWnn37SPtZu68BV4sXXe++5x4nxLpFU+du//Vz62293/+xuffd739Gi/kU6/YxTXVgpqrunU7JvN2a9fmj/PjXs0z/z5DN67dXX1G29yUuqy5cvS7Edugfc4kdgby91wenmW27SLW+5WTPJl6+7AHy3dd0+URzmRdw5J0dJZu5wseuhn/88ycqzzzwl/kTB3Oy0+WAuxX6XXXap+DYePEPxp2yfrs22uNf4xl688fprjh9PF/pOrbqqLgDXrIeOHjmqN7e/6SLUsPbt3qeu9i499fhT2rdnn/C3N593nl53UpJkOf7pP33lK+LbaHw7slQs6bP/72f1j1/8kra8/LIO2i70Vnus91art0py8FLzdJb8d/ZNm7OPDh8RA9ecrEWmFi1eJJJKFAjhLewTcgjPwKvyB77FT2Z/jEH3cY+5/DjJEM9apgX8zrOISLqC57SIsJwEp8qyELLvW75uucmw5uk5azIHx6Z1LUca95B/OnM+aN0NnPA4OKaIBz/RgJ39zdjmNO07HHHymJ93rHvP8PHQ8KDWDqyxf3RUR5wsnLBdPXz4sJBv5se+Vru7FV7/pz/9aUqMwkfgkIQoxU4KAR/4wAdUto/z1a98WQ8++IB5Z78effhh+y8F28+OpDfgh8uvuMK4aGrOidKISPOBw4ceesiy0699+/eqYn55zQWOv/qrvxI/PRjGUW59Cz0KpaKQI/4cEPp/xnQst7UJvQg/8/LjlldfTX9X7sEHH9TNt9yiK6++SlXzH3NAD/AB3tgf+pq9PPrIQy7KH9DDDxl288+UC8gt75n+DXw/nxe9dt1HaD3uOA65bRiPu53kLxWLQpbA38svv5TkARvA3liLojX+ATQBt9g/aAkPAQ+tbFlBl3EfWkJj9ggvYheJldB32EZohK58880dtkfTUisk+zXAzDEizFeF1CIi8RTzyZ8FXjKT+V8kWgMjzY+T/gYn8E5ECJiPOv6Zsk+0fv0G760h/IWa+UmRKS9WND5lH2J4NL088973vU9LXWBbsXyJVi5fqk7HSPj2xMpnOy/0gQ98UFtMX3yoOeuruv0f7HGxWFCeSTXzxrD5sqenWx/58If0yY9/woXYS4XuaNr2V0qFxFeyU0aOilzHr33qk/qP//GPk/wSb/FCabW3Tzt37zQ6mk6Ud6vl//bb/8W+dFonHndc9fiTT6aiDPxTMA0TvewnYFcpTn30ox/Tn/7pn+oP/uAPtWfvHk0457HIvGTEObfW4Riwkvg2y7Kkh7NCUWP2+2bMF+PG15j5aMZ4anrtonMwWV40PIbkpJ2WP9AD3Oe26Vme+47EfAXzPBfQXx5P7E4+imJpw7F0Kqoq14xzCzWvR3/mQU7mrFPNqtazjSR/8FTT/IEdbWtrV3tHu9J6Ce6SyZh7S6E8yx3PZElGG82ams431Z2zYd6C91Z2obhYLNtGlt23YPtQ04TzXBG52ts7TReelTw+jJ9O471qes45fqlp397d1vHbROHzGdsOchtttn0RIeCXP7n3T2P/LYXXb3iu1i/0asMxV4LH+tVYlKKloeHhpLuQEeClgMWvS3A+7uIGeoBv2kHTtnLJ+4sU3zLPMvMpL3ti17ptixb19xnmHhVLRQ27UDhuevMFhvGJcS1xjjPLM8f+J8SfsJjwPezlnHGPPCPXTSMdXMmfLMuELenp6dH69euNn3bjoW7clez/TXrPc8bfrKacR5Fx0NnZKb5VrjxT3XwO3bMs80wSX+7gGjxxr2JdAQ0zj8uzXGqGys7nos92m08pfOA7ElePj46JfMAzTz+lw4cOi1zsiHMR6Hbm61+8WKVySSUX8uZs/0ftt/Otykn7NrMzU9YhmXjxadWqlVrr2GzOvm7BvMme+GXD3MvLtnz37jd16MhB9ThffMg+0p49e+zfDJqGTftQV+jyy68Q9/Bj0WPI1sZTNglZRKfO2AcM87NJa3Rkmp6eTboIPTQ6OmK0ZBp1LDVpG1VyETaT0nNwHhG+Ck1OTKvNsd6U9dHg8SFfT6nLcVFPT688qXjBgl8dXOwYaFHfIrGXwy70P/H4E/rZ3ffo3nvuFwXWlStXOSe8NPFelueqVErWk+2mYZvq9Zpq9lkpHJKnsyh7jR71VXvFNzbPPPMs81juGHjCx0xthvWY8cHPIf/4R/+iu+76qfBL9zknFFlByGO5XFKhkGnK+dShoRPiW/kP3H+fXnr5xWRPd+zYaT014rXrxmfLc09qn+Pqo0ePibh669ZtevyxJzxuj3LbglyZrDJUsx5IR/Mo/B4RKQ5ZtmyF1rqovdK5th7rs8GhYd3nQjXxKX/OZb9hm7NtxaaVzWvw8Lhxv8A38Pty44hfOtx8/madt3lzitnQu/j8C/YJXcT566+/7n08KL7hSK6hvaPDNmJZytmjA/i1x4p1Usm2v29RX9JZbdY1TeusWfMbPCB/4Dt0mU8T7YENnYbeLlpmkYei9ThxAzAik7npx96hP89o9GMO7s96n8xDa1j3Ny3DFefHe6o9lolS4gGu8ZuxvRGR1s6yzPSasu90LPE5OYUx+wWjjvPZI/OAwwnbgwWdwJrMBT6Bkf0wTwT8K9O2qYLhx3cAj8g8+wOvxLr0hwboskOHDlpGphOMyDH7ZE7WmrCM4BNOem1wBxzsddi6csy5QZ5t3bo1ySM6gvur16wW64BLcAFcnC9fvjz5zuzp2Wefdbz8bNIn7I+5acB0wvUcjvAJ92Yc07Au9AK+hca8EWEeHk8xLDwCzvBn4BX0w2v29YGJsfQH9ohIe2Ve5geXPF9oESHoSn9ahK9No4j5I/fAH43zCN9n4gXAcOy5XmAC+YNwmwPMOxijpujL4jQ2R38mg6loEIFrFoHQEI9zkNUwY3nKNFfEPMHpWyqV0sboxxzcox9HGuc0ziPmxzEfreUHEZHm5Hme5crN8Bx5BnwwBC3194ZI5tA3IhPKlqKafVzPJBvaZmJCnjPPwnHhnHkweMwbEQLmiPA88+OYBIKAJ45cM0eWZwku+rNH5mMu2gJc9KcxJiI4GPUtBwtzTiDXFVYGFFF5wviFlmWZCnkhwcL8WZaLD3M12aAv5qezy+D9yxqRZ6zNPtL6nptr+tPyPPOoltedtdKdU6M+q0IWXiMzrQqqlEsq+lqef2pyXCM2mvXZmkqFshb19avXyfyldhjWrRvQWWedobPPPkvnOYi98KKLdO5552jlimVa4uJcycIuf3p7qzauq7XCBcwBJ8I2uZC3dEl/4jf4Jsty5W5NEwq+m3JAN+EiKkeUBDQB/kIxV5bnisiUGyfgulQqKuEnL4p5iqWSDVaXDVqHCsWCSuWi2trbEsztPrbsVOV5KM8zr193q6XG/PBq7gRHPTntJc/RqZ5uFGXFfCNN2uEdGRk1WlqadMJ51sZy2g798aFBkQjtrlaFAW7v7BQfZKTa1ysMQsUFlY6OLpXtyDRc2B8fm3SAeEL79h8Sfwdi6+vbnBzZr8OHj3quSc3YMNScDEch0MDL6OiwzDRWBDIMDTtY06o7cZ/nuY142ca2IvaQeX/wBPgENwRaA+vWib9/eta55+jiSy7W5gsu0GlnnK6169Zr2YpV6qn2qc2GK/dcC/wDTuCfhh3T3PwwZ2cf3s+Ne/aRG+dlG1D4MveaOBKZ+3FO/4CeTipN2wmctcLkGTwR5tPKyXGzdjbYW0SItSPCdMxSiwiZnQUc8md+nfzkM9/wP+CLiHQPuOVPlmVa6BvhOSRFROoTEUZhK7Us5tdpWj6aCjXsXNRsJFkvIhQx31cGolwyf6mpRn1OfCo2ovSbNh+w3pydEe6RBEQOSBSdccYZwsggh/TFYJOcxjhhmCbN48zFHHOm95YtryeewFlGt2LMMDj0YQ7OkYmF+xEh1oa+GHDGRIT4RETCJzgF/gXcwBOMaXlPwMR9EiZT05Per5TlobKTfQXLAfOVLE9N63aSBgvrzszNCCOLc0ZChjf+4dEsMhdiZjQ2MiKCamg+Y8d3wvvk6GlEsT4z38w5yJv2M+Qmy7PEtxXLxtL+pQ482zVmZwPY+IZXpwPas823Te9JhaKKlqUZOzY18yOO9J69+7R127b0LTJ+/ppxwJxluWXChSbvIfPYTEo44XlEJB6An31b8Av3oSH35jw/18wTEckZoQ/P4NkxOxqcF4tF4y2SDjnllFNEkg3csB7BIE7nN77+9fTTM0PHT6hpmJm7kOfWU53WMe12QOwUtpe0YsVSQfsZywrrwjucL17cr2pvNcEIH1StZ0aMY5yIzLwOX9Efx6rXurls2YJPmAs60gdYBwYGRMKRAu1aBzvsj8IGb+j3en4cK3hs1nSZPsnXzAufAgeN9Rl30003pb1SFFmxYoX30iX4kHnXWdeAR/oylrXhNfkTMY935gWfuYMteQ+NVqah4UkdOTJkx22fbxWE89znQGbANoNfLlhjJ+4KJ9lIlIN39g1/RoTSx0eSKMDH/HXr55Z10AL/53mWcNiy/mk5wVKz7oavx8cn7ayNO3A+keh83HQCtw3bgcywsVbJBZjMMgHM7Is9yZ+IEHto+TjrQCQ3Xc1YtpWFxBfAIYPXilwy3xeKJdO8Q32LHKCZxzo7bRMcROVZJr7RwdiIsL1ppQasc4az5kR0GOaw3OZ5QbnnarVCER7nJMaw7RLfljty7Lh27z2gI0dP6NDhYzp87ITboLY5yHrxlS1Otm/Ttq1v6rCD5VGPIVCDR0qFouDbPTt3ib+BR/J/0gkCcNxl+WO/PT09ahmfOLQkJMEDPMMz+QPP5d4/1/AK84IveGnOe2048AcfRcsMMtS03oVX4RV4l6C7aVvDvJ5O4J7xbQ6cCoXMNq6S+IwxzMUaO3Y4SWh/AXqVLOeT1jXIBg49heKFeZpWPuyDteFZzsErewI29jnlIsaY9Y4U1tsdmp6aTXLNvMgFsCCTde8Dm75s+QoHc122wU0nz6a0wzhmTWBAF+5zspXA4TUXBnotl4P2E+bsR23btl3Hjh/3ftoVWa4Tg8MudDdEsocxBN/gjPXAN/LFT0a99tqr2rbtdSebdqqUt8zLmcrlgqIg9Tm502efauXq1Slpxz5prVYrXZMYWW/5X2cZWrtipTZaptbbf4NWhx3Ag/OibRy/eNJm/b+or+pi42L7e30qmjfASbMZmnWhEFxGhKABNK/bZkbM68iGfUbWncfZhH2mSbEX9n/22Wfr8OFDKpYKOnrsiHbt3qGmkyvNlIirpfmgw2En6Zc7MING+JUk17lmXRrJHXgAHqqb98EZupY14Rloiu0lSG5vr3j/i7TEuMmysOy1G2cl07Xh5OKcoDFFhuMnjotqKrxgxhPr5MVcLzpJ8af/6U+1fcf2VBD7notTL77wvA4d2q9F1pmnnnamLrrkSp1z3gVOYoxaf3epbHmu5hmLZAAAEABJREFUuA0PDf0iKYC8tEwLeBO4gRPYI4xT+0DYWhr2tM9JiyVLliT9Sh/G0cAL8AEbe+XIXikQsleuoQl44xy855ZH+nKEF1mf65ZhAQb5w9w857pQKPjO/D/m+mVYmZOGv8Dc9G9YXrnHHPRHlhnNPNyncR0RHMQ6tKb1CGM4Zwz7BC7oSkfucbQoijl4NubkQ1tbJc3R19tnWnYInYV8jNkeg4vFTvgho8CGHAIHuOQbAP39/SneYl3WAR/sD3sFn73hRM7KZcv04AMP6O/+7m816WL4gw/cbzkrCPBP2bjOCeEh7d2zU2vXrFJeCD3/3NPatv0NPfbYQ/red7+tVjR19PgxHTh4WIcOHFJnR5vaDXO5WBQ/8U3S4vrrrtNll12iD37oA9pvXf3SC69o6ZJlts3n68Mf/qgLnn0qVTrMR+066+zzVLevtGbNWuOhYZ1R1te//jUXgR7XXT+9Q6+YPz//d5/VtP03dCAyunTpMp13zvkqRK7f+a3fVtExz8ToiN7Y8oq2v/Ga6nPTWrq0X6tWr/TcNeOxXbzU2uHkeab5D7wGPcEt+Lr//vtFAWpiYkaXXXq5/j//4T8Y1g8lHdHWXtaatat1/fXXupjwB0KX79z1pp577jkXnXfqm9/8ph599JEE++23vcexS10kV8cczyxdslhbDNc9Lvy+8sqrwl/CNnY6hrrgws36tU/9qgp5lvC4xgm9X/3Er+rP/tOfafO5m0USzS65Lr3kUp191lm61MXeNvuQJJPa7J//1EU9/GISmY87CVqt9qSkHD/n9853vkO80HvUSd1mY87x1ozhq+jd775N6CmSRcgUfAf/wSfgIWJeXudsz9Bp8BzyWiwWbBtbVh2ZdfQ2IWdl26OIf+2fZZlp2PxF8wA1LYfMyxo6+eG8YRsTEea7+Xby0S8OoVaiXWad1rIsLczd8nyM5wjvz9iXRFY5LuhN5KLlMcgK+2Iv9I0I+0GjGhgYSC8rZVzbR6g7NqnZJ7zjRz8W+umYi6nYDdbBF2Durq7OZJvxfy+99BJ97Z++ont+eqfecv31aS7o+eijj+pb3/qWjtgGQP9rrrnaOrQ3JWefffY582FH2h/8w69j5fa3Krb97K3iJDV0+dCHPiR0+yc/+UnT+xKtdE6h5T1vdcJv27Y3lZnnS/Z/wR/xydzsrIacvyiUS4m+JH+3vbHV+r8m/pbcT39ypw4dPGhc1lVpbxf4mLG/BT7aXHxlj3mWOx4ZS8WRDvNV7WQ8+9wzzzq+KGvahYQZFxew38cGT+igC/7gB53GHLl1cJd9KIoMi50A7u3p1jLbowsvPF/oHmwo8GLHPve5zzmJfpfpngm8Jj4ql80q87wFLhKS/D9gdMdkN+kHHtBr8D74Rr8xN2N49rm//VtlTWnOfk3WzARcEf+//BURiY8ZR4vIkt6Ej8BH0boM3uB6h/0vfEDkQP4AM2NmzC/87cOfGL+//uu/oY9+9OO66OLL9PQzz2nPvgM6dHxYm04/S5dfcaUKlp1d1qkvvPCc9cSjAg/kivhm2ZNPPa2vfu0bpk2HZp0PmZycto3t1Hnnnqf33nabPv7xj2nTxg3WKQ3x8+PQfMf2N3X82GGBn0IWmrZ/mOeZ9d6cXt3yql5+8SUXXS/SB9//AdUct+MLox/4KVOS+dCqu1q1n1KyX1YX8kBxn5gH3YIt59uM4LS7u8tFlYPO4ey0z9hueg5o34F9esA2ZMa8l3n9LMuswwoKSRXTstN8VikVDE9NxB4Tk1OiSDHoBPaEiztTljd+FQHdAL4jGOnB/jdjeQb/eZbZ3xhOdMHeQe858209+WKZ+UVWjS3V7I9NOZaDVq1GS7Mu3PLnOuATdJundMFnzkn+Ic9VS3E49yjcwJOsxz6b9tVbzabYC+MK5uksMu8rV8H8kPsa37Hp9VrWLfiBEaGy9XGl0q5yW4faHev09i1Wd1dVixzTDgxssPy0SY5jmp4bH3vQiXZs+djYqHXRkLwTjY+NCDmu29c77ufIlvzhOGv6sTb+QsKL4fAjyWsDq/ypW5e2ef3F9qkOWfcoJGQjz0PQk7WR+27rsCWWz5XLlwkb3WG7/egjD+l1++9V++/E96vsO2feN2MajscooqJT/uYzn9HW7duM77rAd3dPj2O8PvUvXSIZlg7vXf4MujCPfuuzj+fLpJPgN/Qqz+Df3bt3i/nxhZErnqf92Z7MOaYdc1zG3rpTbrKkhblYp2VdCN1mbZ/m3MAZ69CwR+RYCnlRS/qXqWC/fseuXfrRj3+sf/eH/07/+I//KGzeunUDAp6a+fDUTZu0xjFFZ3uHelxsrBiPkRXVMj90trWrYZo0jd9yqajO9jZtOmWjrrrqSn3gA+/XTTffZDovNo3btcq2+/rrb9ANN92gdhfDOl2Q3njqJl3qviWPe+2N1/X8Cy8IPb558/m6/fbb077QL+xpsfmlo7ND3dWq83RSwTx38823mE43JHtNTLfU9M0sF5OO46Ancvvud71Ta9euEXogMx2qPT3qMi3AJy+586sKzz37vHih7KD10rSLSscOH9Gh/QcV1pFZ5CqX2rVi+UoNrBnQBRdcqIZ93ieffMr+3vf1lS9/RfxCDUXPaduFLAvbsTav0W6/ry3tHd9thWPFzHyT5wXbvH694x3v0sc+9gm95Za3uH+n8ixTGd3Q0SVozgsajz/2qF5+6Xnrw7064hhtxrnUUqmogu0i+OYLTGXnJbB3fMHmwgsv0g033CBwgY7q9D75FYCPf/wTKhZLZo9Ia+C3TLqItmf3HnFEb8wYdvIl8MusbVnDuY88zxRqikI5uMf+XuZC90233Kqzz9msNcbHTTfdnObG1+IX+e68805R7JJxDd1qc3XrlPI8H5h+y11o7zENKfKx3+vtH5zp+gF+BLr38JEjtukr1Wv5QPcgp/SdcFxfg9esJyJCueOUYeuI8DGMc+jZ1tYmKUReEF1QsrwkGJyXQRawhQ3zasFjsjzXwrNp60eeI3PiYxni2S/3i4hkR5ALWt34yUyz3POUiqU0F/Ciw5rWgem+1weOzs5OZVlufYZOGxN+2DbnAKARY9gjOSdyB+CBe9BhAS5AAj50w969ezXi3B9zdnd3m7/a0trwDP249463v1232TbCB8P2fSg4UpzeZv3Emkfsn0xPzximLOkZ1kT3YMfBHXiChtwDrxs2bBA2hvmBbdo2BBiAkcY98Aq8xGM8I1ZjPHOCS+YBNmDqsP2bs25hHfaVGY/oHfRYbnyyzyPmg4gwrxeSH8S88/xfErkA+paMX/qzLrHPpHlk1jaXOcH7YseC9IOOEZHwBCw09kJjbeaICEXM9+F+xPx1xPwxY6MYHBrET8wSSoPCGwiFkdlya6a20B9g6LuwiPwBWQAR4VFuPAdwmJwjzymMMQfFL44epohIm6APiGXjIJ/GGDbzy5vFCLNOy4MtIwIGnnMMbvg+fRi70OgfAVyZn7o5MWt77vOT/0IJDpRZluVi78APXphD/mTgI+Zh9WWCmXkxSuyF/uCF/vRdaPRl3ogQ93IzA41z2sJ5RCQYIuaP8ifcilmuosfAbDBs7nPftoPRSjBEhLI8U2b4aL5M94FNJz8RMT+3fPS9lhUOLSLSOOakoVA5shc5wG5a6FtWLnUn+BsuyrWsOHGISuWCSuWiUNwRoUqpqKUunuJMIFgcN7lwMDCwViRAV65epbXr1mrDKRu0xoYLweh3MXWFi6qrVq3QEhu5qhVomwOj3BXjWRuF4eEhHT16xI7SmAZPDDrAOqJjR48lRQOfoDjhJ1rdMMIPDRsxb1FGTmoNO46zTu5xnz1YB6pcqiTBB5dt7W2qWMGWnRyccQJhykHPlA0t86NkSG7Cj55M8ARvls7YOYPmc056HnMiGqV34sSQhodHnQg8osNWRK9v2+pi6lRK5MDrBP8D69drtQsUWaGkdhux5StXqtcJc2Cz36GmHcYsK9hhbThZPZGc5xMOKNjzoB1EvrEyPT0r+Lbh5EnDhoOLzPiiFZ246evt9v5yFQuZSqXcYDdVyDMb7YoNcLeNcocLEGUVCrlbISU1uuw8rFyzRivXrBZGi0LfmU5qrl47YPj61WkHCUWMIQpmNO+Ac0VY9opqGe5ZKz4U1YxxHZEnZ2LSAcC0DXDLDiW8gyzN2tEXGzBfNez0zdoo54av084TCrSQ5Wo2TUnzcrPVSrxZLMJnJZXtSCzIeZ7n6VnTsLT0r/3oK3/qxo2HCxmIAGppQSdwL/P8tIj5Zx6iiPlz5Jd5Ja5DjXrLMEl5XhDP2AdzAEvBcBTzsHxmytE9niPz3OAKRc7+R8zHg06e8TNFC3DX7MRGhMCZ/AFuxjG/gU57RSYwLk3zMHgJw3PmGWc68dvvEUr0Q2bgY/TOtA0+Ro9zxnU5OF9tJ3eteY4E1FEnODBO9MGYcU5f2vx+lRIGnNfBn+nAHoG5WCqpWu1RoZjLYKf1m5Y5+oIL3mjFmI05YcnzaRtT5mBfXZ2diVYtz0kxaP+ePTp86IDMoioXCzpuuExCYfy7HHh2dfWIn71us3NesDNftG5ZvHiR+bmU+oDXpU5o4kwtd6LkFDvca9dv0HEXHGYcoHd0dWnW+mrKslI3fyxbtlx8o+PKq65W2YkO8EwD7rr3AL7DALTMlzUXwlseUygURGuZidgj/cHTrA0xugEcwgfQi+fcA36CG/YMjPSnD4170BNdSB+S/+dfMJ8oWWSnEF3JvbJ5nDmhZcn75tsczWbNQUq7zjnrNPUbDzi3ww6qaXzDA8eNJOYx60bgAx7WwCkBLhww6B3hXXo/8CZ7I+EEbadMK+BlT/ASzhi2hrEcgQf46ceewAXj4LEpJyHoB2/hGHEfuMEFcDB2xjIPPJ1dnS4KL1a/E9ZrrG9wYiLCjm0t8R195U9E+P8yWVqaq89q0raAb7ujTyisHz121PxUELaFPS7qW2S91qnIs6TjCIDYY2+1qvB/TAZcnC7ABG/O1WbVtG5ib9yn0ZdnOIwReVqnaTkANnTgWU7IbjK/4axxTb+m+YUxyDL9uGa9QrGo3HxUM4+hy7jfMv45Umxomd8aCzbVsHOfxlx1O+K12pxaTm60rH84GlgjJQxTrvQJ09PNqlxWQYrIFG4GR1mWq+5152qN9Kb/xOSMJp2EqXm+mVpTY9bNE3aWjw+NaI+Dwte2btfrb7yp197Yrl279jpQHnI74eTgMSGnw8ODLhyMadR8B70POrk4Pj6WEojQHseW/RjA5LxDb3ADnPA0jX2xP3iv5uBlfHzcNnNY4B9egh/AH4Eceot7K20jV9g/OOecc1MAGBFS1JWCxHIx6WPmhccYK39YG74FLtbgGfyA47zeNhidCe24dnfl1uHIEmOgIYELeox7DdNh0okJ+J4Ap+5rcDtt3FXKDlIU6rFexI739C7S4iXL1e+iR9kJohnrIvyD3HajzUkF9HGWZ2tJtm4AABAASURBVObVjgT3/v37xTcfWGuZ9Rk+RZ5lqeh6yD4EOvCVV7fosAN3YKvbDjDniJPXJRfiJow/5py1DR0cPOZk3XZNT084uTdle19w8nDOSal2XX/D9YJfkZVV9sOWuJBCEoE3n7usY+0+KMzjZ5x2uhpeY9i+1gnL2ITpOzR0QsuWLtbyZUtMp4J5qqY2J63LJctad4cqpZKMAhc+ei17VeXeawHYnHAYcUCHToHes9abDfMj9Ee/Qo+ISLiAJhQmKPjxAtHwyJAef/wx+3lHtGfPHhclD2r//n0OmKbFnOiOdevWpUQKNoc1KOwwN2tAd2h36NBBz3FU4Ij1eF6t9jkQX601awZEkH7xxRclndTR0WFbPG1+nvT1EkkF76dPs7N140RasXKVeNtWtvHFcklt7n/MeOq17pm2j7Nnz+6UMLnjJz+27Mn7KmvchaA3tm7Rxk2nqlRu14aNm3ThxZeqWCjpORcGgJNflQB+8NPuOYGxVCqmvU068KMRtBogRYSLSlsELyB/Q0PDorgEX1CU4t7hwwc9tuo9rkx6Fl88M0/B0wvz1KxXkC3WAl/gjuQ0uhw4euwPoqMjIulg1q7bdnNkDPNFRIInIpKdrFmeuU8/+hSs+wrWfdP2SRqWmYj5uXhGYx3602ZsH8ABssoayCNjW+bJhnmmeHKuiBDn3CuZ7ziyXp7lyvNcXJP4RD9RsFFInCO7JAuYk7WwcawDzVvWx+CFZNeWLVvSPPALsDAnuCBxSR9imtNOPVVPPf64vvqVr2jccrjVCb5+J1f/yQmzL7jI8YXP/w+dfuoGDQys1KGD+5zgndHOPbt06OhBHTU/lkoFP1unmnEyal9pdm7GBftpgXt4G92Hv/TsM8/oThcZ/v7zX9BLL71qHFfUqmdWr0W99tqbettb3+0k4Vt06WVXiphivf2fsnWOUaRGbUaFYqja26Wl/X2692c/dTJ8WhssMwXTBD/koosuMb9PasC+Yaf57mtf/Se9tuVl3X/f3S4U/8x8P6G+Rb2Wga6kU3p7q46Z2oyfEMUr6ACPwMPgB55EZ3/iE5/Q+PiMDhw8rrb2qhOb/VqydJVuuOmtuva6G7RmYF1Kmi11AhnaX33NleJnx8Dtvn17TJZWeqkMv4ak25e+9CWRLL3zJz9xkvJ8RWTafP5FGhwe0YSLJrzdTp877vixPve5z+r73/+eXnjhef3wh/+iN0wbI0wrVizX+nXrdemll6jqWAb68hN/+Dlve9vb9Ju/+Zu62r7h+977Xk1Yb8254AA9vvrVr1q+XhG2q2X/EF6Gd8ddQG/YjjbNn+yh6VgmXCCfcewIv8BT4Bn+iTATeleTlmVwRH9wh1yik1p+FhHJr2WML0UfjozHb2A+7sHfnEfMy1LE/Nz04zljIkIRwal84n+Rmk5+WIN5mnYSIubn4ZzH0BK9iaxQ6Gk4lkZPsCaw5nkmvnn1mb/5a/3Fn/+5HnPhk74vPP+C2Bu6dOP6DUlHwRPMy3rIGXI6Ojqmn/zkDv385w+q2lc1fy0yb02nXy2p24+cI+4eHVHBzgw8in96lQtpua/XOjZ96cUX0y+QAE/BcQP+Qss+FHOHjRiw9vX1Gpcd5tse4Y922edcbZvHNxlXrlztotahJGtN0+4pF+G+Yjl+2rIGjcEB8f5VV10lXiDkm7K33HKLPvqJj+n9H/iAegzzAg9AwzzP1TQeWb9pPbXevL3R/sX42Kj4ycFCIdfBQ/vNU+PJPhZLJduFjsRPW7dv15bX3kj77+7uFHgCh8zJfPM6qpX8Ou7hT6PH1nv+T33qU8Je5qZHRBjsVpoH2NCrC/RtWbdlWSZ6uFNaF7jRnazF814XgJgbWfj2t7+d/DFsRcP6nlidsbn3CUysj/5kTu7RIkL+J/4HLlib+6xTdqzV5VjsnHPO0WrHoawJXRf39ava06ceF3qeeOJJ/eAH/5L2v3TpUv3Kr/yKbr75LcZTt3bt3qs7775Xa9ZtVDMrqC7vxbC8/vobuvfee7V9+w4tdsFn0+lnqmw/JrKiRsanVLStPWG/9jnz5UuvvCJeWoaW3/3Od9O4Z033Y07E/rf/+lcu6H/Z8cesWpZh+QN8/GT5Y489pldffkV3WQd/3gXmZ599xgWZs5wv6RLf0qOgQ9w1Y78mM45HTXO+jd60nii7eNHl/E67fT7sCPi+9LLLhO/FC/bErh8wP/HLPchcW6VNNeeU5hyzzjinVCyVTPfQpO3D9NSYjuzfK3wJ8ghzLjzM2Cdhnshy62nHR9Yt2N+IEHiHd7gG3zToTOM+cKGL8F8zj8+Nz6Z5GPqFz3kxeco2O/Ncc/ZxeUmi4VyTlAldxK/CDA4OCVvFr7GgF8gFsZ7Rp8hysRZ8UPY+isVC0meZcRQR6dwH92mqYj8yzzPDXFDBNr5cKvt+aNZ7HJuY0rT3OT4+qVKxLY0bPHE82fiK8VuwTujt7rL9WqPNm89Rb7VbxMmZ1yl6rjHjbsLFoIjQnH0T4AEu+RMRaT765raH9Ef+TriIyfV//W9/rXe/5z3245c4ZppMOUhwhKwU7d9Cs/379umee+7R66+/nmQPPj56+LCWOD6PCNW9Jn92jP658drd0+2cX5tGRkdtH8e1zfL/4ssvi8IvuO9xDDFmf5txxCV5lqls/LGvmv37gufIs3l9DbzA8J3vfEef/exn7Ss/LiNOmdcdtv5E7rDNwExj38gtR+xYRCg8f+amk5+G/f6C90Z/+IP+0HSRC9tr166zL7lU/Kwrxfzv2cbC/6xJTMTfDN2/b7/98xkdPXZQk5aJ8FxV5zUW286vtY/BeqyPPMD3W423e++5N8U/ve73lre+TVXrooMHD1tHH3ac0dKWV1/XrHM4H/vox/XJT/2abrz1LTrlzNPVY3+LX+S4+pprxDdU0Rv8YsjatQPatOk088IiVXuqGrOd3uriULFUFDqIF6zXGBZiyuGhIfFnGIDlVft97BXZKBdLGh0a1gHTd4dphL3DN37k4Uds7x7T61telxOJ2m7dfYf11ne++U1tf2Or9z6d/KlFvX22P51at25A5513bio8Hzi43wXPFx3HHdJLL7+knTt2JL+ClwFmHTuQ646IFN+WvD65vjzL7T8eUsN6+BzHvje6yLzItEA3H3G+jJiQl21L5pE265klzqX3WB6SbBCwW/czBzLbsq2bcKzIlxe2e09nnHmWi9g3C18ZG8neiQd5CR2bSv6kXCiKX2g8f/P5yX8qZoVkT+dM287ODstkwX7rlPmuad7oF/o9z7KU78YHuurKq/S2t79DF150sbo6q/bdLtCtt77Ver3T8nRUPZaHDufekctx669SuSR4hHkGBga0yvZ+jXHY2d2lNhfWNjmGqlar5o2D4sW3uvEy5xzqK69t0be++x3b0teEPp60H1G3PqvbHiP37R2d1gvNNDe4iogk+6w7aD1GTqlhP0f+oANoyADPfSv943zW+8a+olOQD+iCHNJy8zr+A/LEePC5Z88e+59viLgmz3MBLzLFhPRjDH4R18gEY7q7uxNNoAF4OMd2s9s2EhinnKNjHl5cZE1gwFcbMh/DEyMjI2mfzImcHTp0KL2oyPrse5HrDD09PYnHur3OlGOuZc45cO+I8wvwBS8bb9u6zXw8pTnbI+4RG+If8LIEur6OnijkaS3Wh384si4wQzvoBD6Ak72BP/yvNWvWiM/CmKPH5r+Fe9y5ceIrYKYvMKELlttvxx4DP/iBLsACTPwEP/CBZ3R9hO2l+ejYseNJHzNmAY/kPoAd2szjPhe4BBZi7mrfIlUsQ0XbH/rwLCKs3vDOzeKWJXBKfxpzKObvcx0RiacyAFzoSCcmWmhZFopgUmmB4XjGgiCLBtARkZDLPMzBc/pFhPhkPnKPlvkW/QxpmpvndQsGjAYiGc9Y4OI8PCAi3L2V1qBP08wfESraEJaMAIjG3HmWM13qx/jU14IlhSIy757mg5ULz3XyE+HnipNXHLye+zAeIgJfgtmPgKnlObmm+ZbyLFNugaEtwAI8qe9JQtA3IhQR4v4vN8ZFzD+LCOWZ5/OxZcadtUOD4AAD8MxZgbA+8KMo5U/Ev471ZfoXEcrc8ixLa7a8nyZOkfmj6UDQMYg8Snl4rSxPaxasFDDa4NVDVbDQFEsFOdOmyFBIUsmGqdJWMRLBkYSzRrC6du0arV+/TgPr1grmxfHo6OxQ2OmhQGnqKfd8WZ4p9z05+GH+PM9VMB1bBoi9wWcoLhTdwYOHtH/PfvH30o44uTjqYGzGCUr6odhmrBCm3XD6wU3Ljqxc7G24SNdwsgLaNaxUFaE8yxM+knPjPbPPinmnzwnQRXaAiqWSoB08jWJgDRQUyoC1Zp2A6rQSWrR4sQ1JWR3t3cqMr+6eqtat36i1NuSnnX6Gzjz7HF1w4YW60A1leJmd6LNcmDz9zDO1ZmC9Km1dKlXa1UtA4VapdJhfw05xzQq3aedtxgp4XIMnhu1AT9pgzTohU7Nz1pBctOSNQfZVNB6X9C9Kic2O9oo628suTGXqsIPa3dGWrttcIK72dKlcLkjGi9RQqZwLZYciXWvH4vQzztBlV1yuSy67VNdcd63OsuFe4cCnu9orFA34gD7wG7hsmZ8LNrRt3kOeFZJcYrQmreynzKsoO+i3Y8d2G5PXHLhOGvaaoEnThSq5eJGFITFdCEBzX4T8X2QyizrJ1FCYVk1fMM/CmhH0Ce9DaU3uIxPQiSJ50zLJQ+CLCBXMU1mWyVMrIpSbz2Te57n8ifjXuXyp1NcnzNP02lnmICByLzbfj/8vjGXuYsHPmnUHQTM2PHOCJsDLG9kYJZyw0eEhtVcqKZDGgC11sNhjHgL/pZP8Br6ALSKSEWCObhtQkna9PVVlCkWEmt4fa7QsJxXPCV3YP/cJWJE3jNBKFx+Yf2E/U3YuWIMAHJpjyDA+3Gc8jXmZp2XaAgu4RbY4Rya4z3PugW+u6TNtR3DagRdzTVBwsMPBfOgrnI6ISLTiGoNLQnzPrp2amhhPgeLhA/s1PHhc7W1lO519WuaiZ4/3jLMGnjrNx91dHSlAWemiKQlSnGheTFhtfbPGTtcll1+pK6++VqefeYb6XSTInVBUZEJWq3a6165db/nckJwII1LQbn6/rfSNsW7TI8vzRENgZ5+jDkjYV0QIPNLYs/whQAaf0BIagCPm5Dn6gr0uXIM78AVNF+ajHw0dA70ooF500UWW0XJ6E5aAqlgqGd4larOeHXERa8zwIE8H9h8wPpvK80zQm/mX2SHqcsKCfXAP+A2mdUk9OfXIOI179AdmdBrX0DAiUj/23ueghvErzUMV8xj7yI0b7i2MaWtrS7zIXuGjdju6i+yorXOiljEkQSddqGM+9kxwCA6YI89yEagzFzxDH1qWZUl+gId+NMaAt1knF5L9MZx16/SCA4XOrnatWLlMPXbISSqtc4IJng/PP+Fk6MjIsIBdFbCmAAAQAElEQVSlVCwmfLEP9su8zNGw/8DcLcvSlBN4rAVuIjJ3CwdGcwqf59479IRWtJblg7kskYoI06cttYhIOAG3fqD0ko/7tjwbiQbWZW801pp2cTjHBlohsXdsEX0i5ueZo8hr3eLHygwH8NIvywrKstyxXNPa3LCGdZAyry3zb936Y0ZWXSoUS+l5o5WpGW5NpT3N1VuacXGVN9tHRsd1+MhxJ/mP68ChIw6CB92O64gL8kePHNKgg+K56VGpOaOWC9ozxmvNCQJvyThtqWQe5byjo90Hz+s9HThwwInDCbFPHF72Cq33u2iI/MMP0J1nx+xIR4Thnk3zwb/w0XrTEjwyf2a+IFh44vFH1dVddhK+W9XeDo+ZE/xGf2QRmsCX8CI0gi+hL+OZlyOwv+LEGroZmNCDwIVOAx74edSJDgLnow5W5+dAt9ccpB0zWcN2eVRN8+C0eYb567ZlbV3tapVsBwtFdXRXJdPjwIGDPiqNYX0adqDb/hCFF/giIoTs8pbweeedJxK4/ITgoIOjMF1LxYpCeUoWmJVSQDnjAKduApecfINfxk0T4Gypabod0vkXnKvcLHHrrTfr9ve+SxdsPldL7SM89dQTqSDBT6Q35hpa7gRkwXzBTzQyHrpwLFpekKMuJ6AjoHFRVQezeSFUrXY7kdhhuSqKBE+lXFSb24STiKduPEXAk/yz6TnLcl0R87wMLXMDhZxDG3QMfiG8wf5JHEFD+bPHAegRJzlJMrS3t9kmLNKqVStTwya0jG/kfco2DVo98cRT6u1d7LXDPCRleW7ZmDN/zKjZquvU0zapx3BDY/gpIgxbLcHGPYpnq1atTrzUZR162HIQLeuoiRkNnxhRbaZuOzVlP2xC/NRX2bpP5slO651x88CIk1/HHJBneVEj5h1098GDB8RLI+gVYCbJ0Wcfs996etLFnywraMOmTeKbibOzc+KDjomIJFPwMPSAJ7kPX3ONbofnCEgJMNHpixf3a8WKlSn4BR+0/v5+8eIROIXvGbNq1Sr7l7NJLqFToVBI9mH58uUpsYHOPmDZBSfgCfwidz09PWlcluVpLHJNa8GQBjw3vmnQmHvIGHTluNCPOYGhaN6KCKMvM61ayd4xFlho7LvDRb2K7U7Lvk5EJDrxLGJe9pgTfQiMrJGZFszBnuQP67A+a/kyfYMBvkb38FY8/AVOI4LHaU8vvPCC45b1Qgb5RQb2znj4lE7Vqn0wrwNc6OErLr/c8cg+XXjB+Vphmj7/3LMaOjGkJx57XJkHzE6N6tiRAzrrjFO1yUXV/qWLNT45pkKxYH+64mLFkHmzpTknzns99+TUhMeFE06dYl3oAIzQnb1Bx+7Obh23rv7xj36iNavXWZfXtHHDadrg9s53vltnODmGHmEMDVjPPP1Uz9tQbqCOHztsuS1rzZrV+qM/+iNtPm+zHn7oMScNR1W23vriFz6vxx99RK+8+JzaHTOMjpzw8wcsKzO2KRPWu70uJJxh/Tekxf29vjepaRcOm5bHFStWCH6Ex/CJkCPQy/2C515m/rzRxZFF1jlRqCgvVRz/dOnA4aMK8+Fy+xpvffvb9H/+yf+hs84+M/EF3078/Oc/r+9///vJnlBshd+RAf6+dHfvIr3n9vdZ33YnHy7Lc6FL/vAP/9D4WamifYTJiTEnarc7afmydtnnRKdMOLnOyyuPPPxwmpeXKSgi/eTHd5gnm8ImLFu2NPGoSWn9028c1PTMM8/psceeEHyJLofH4D8pVCzO07VpfVMul8xTtXSv5ngRGYInM/MPDbpGhOk3I2hbtEw0XMSBf+E7+JtznrUsY5zT5M/C0afiPCISnPTVyU9EnDyTIiI1+qJ75+duJLmXP3O2JeCsUqmkecrlstADFAgeNn7AOd/KJHFJH55DT4qVTcO8d+9uPfrow/qHL/0vyXzw4IMPWFfMiW8LXnDBBS6I3ZySrMg18gpf8s3lQ4cOOxm6Pf0d00nrUGJM6P3Tu35qWr2iJY6RBuxL8kLSlq079buf/vdJjj/x8Y/rYx/7mLpsm2r2QygGPf7E44k+c86JIOMUgB9++KG0b/BScIx29tln6bbb3qv3vOd2fdxzXHHFFRobm9COnTtF4v3973+/FmSdeSlqkXgGXnQtPMLP+/a4SFsuFtXV1qaKj+CVhn9bccwBb3H+1re9Vb/127+hG266XudfeL6uvfYaNZzfggZGeyqejJsPq9atq217+vr67C/WVCgUrBuG6WJbM6WRkRFhAyOytEf4B1yy5tnOJ+D/RESSl56eqv3QdvNdUREheKflmaA56zKGe1zP46WQ+nFNow/PmfP3f//3PVLG0ViCIyISz4AP8NNlOxkRAh74l2PTPgnjmRtegd7sJ2KeB7mX5wVBp6Z1e09vryhaVat9uuzSK9TT3Wsab9cLL7yoRx55VMj6ZifxL7nkUr397e8UL09sOOU0tXf16HLHer/9e7+nU049Tedt3qwl1sHve98HtHHjqTpkHVkslu0DyDqrX8ozPWYeeeXVV/Xgz3/u/ufpuuuv9Zxv1dmOF+tzM7r/3p+Jn2RfZr4Dvj0uohBfUnS5++579fRzz6vl/W3b9ob4aU1+XnbTpo3zttq8AN8NO94Yc7ECn/aQk9jjY+NqObboq1a1yHvtsN+XmRfbfISmI6MjOv/88xOO/+SP/1joIHyBo8dPCN6At4dM/3HHUTOOrw+5mJo5JqjbtjTnJu2XTKb5+fNWI+6HXoGGEZF0Q8u6I7dOjJi/BufIL/RCf3XYZ4fu9Muy3HO1TONG4rOaebXZCsnjHTak+crm77AOa3m+iBAf5qo7P8k5jRcnWSc8X+a+TcdY4LPpPA9+8qxx3bDvTB/6130f3TjtHMKo8XHceYChoUH7MpOacAEVX2nC+29lBbWUaXBo1PIxZl/8uEHLLFOG1/kkfMKyc141n281jd58c7vwIUm2Y0vZd2dXl+DHuvdGa3jtZhMJMSTGVUQovN/2zk6vPy1oePc99+mIYxT2PmfcHzt2REOGEdy1G3+5+9esh6qmcalY0hEXUp9+6imNDo84XG34OKhCnnndXPj9K5ev0Ic/9GHLaZt6PGbDxg0CtlnrrsgirVkqFJIMT7oogD2YdW4TZi77fic5kt4erVi+VNio97jYi26ChhR073/wfu3au0f99v8KxYKmXYCV522YDiXHamGaVBw3GJmGqeAcZlHF3Ot5bo52943TOYU7RCjRHd+tbhqvXTug973/A/r9P/h3+r//83+2DN1g/XaLLrjwYq20/T733HP1G7/xm/oP/+E/6PIrrtZ1N9yksy2bsv0/57zz9dGPf0Jve8c7vKZl0/DAK69ueU1PP/NMknmKnqucc7zI8n7QhZ2XXn7FcVZLbZblvTv36Pvf+rb4cxg33niD3n3be3T5NVc55sr08muvav/Bg4qsIP6EB7+m9cEPfsj+3AbL1oQLe8Mudr+Rit7PP/+cxsZHxQs/f2yZu+3221ywW6mGeXJsZNT8X7ddnrYMzGmri6P8lPN9994rXgrqd873TOdJK7aVO3bu0Msugnc479Ew/Z958gn97M6fiD+nUjctZ433devWWR9t9Fw1jTk+wodb63zVipXLDec6lcpF3We988X/9b9c8HreeZ9B53hnNXhiUNAKenA0a5qvjiV7iY5caV+q1QpFmKe6rFsWLVZHR6dbR+IbXuZqmFej1bIMjRmHTTUc7zd9TR5ixrDhDxNbXHTxRbr62uucJ+tKf0sVnlvv2Jt9rna80NPTYyZA8iSzhNAbS/uXJBzxUkPdsoQMJBm3TmePSRbMaxPWf/v27FUeIV5iI87o612s0087U5vND1dddbWuu+46nWodjq2v2rYuc+Fs02mnqmK8tjsOSHlp587581aFUtH+2rjpul7vfd/7dN5559k3W6S6aTdt/UjMXrJ8FKwH+CXIcfvUU97rhONE6Ldr565fFGEPml8GBwdN90aSv2KxKPYhhe3ddLqXWVaa3hPy3bCu4Dn2D5rQPyKEngRn4y7Yj1v305AX+pftS+ET91r3gx/6nThxIq0JnmjcH3XMSH/mjwjb+3bhNzO2q8u+rfGAD3LaaaeJQuVi8yFzAgu+wAIsEZH4JtHIdmwtef3TT7d/synJMbokItSwLKMT0Rc733xTT1lf7dmzR/A1PhB7wEcDn8wNHtCl+IBDw8OJzwq2Y+yT5/j8HOnDyxTwFvMzJ/tl/Jz94De91rPPPis+l156qfg7uuQ9T9m4Me1rzPzCGthBXlTiF0jIwYBv4GJf3d09iU6zzjGzLjgBr6zHvOBy+/btlpVtyY8EBnwyYIWO9KGhL7EF1WpV0KHlm9jwCWyNeYBfRVTkQl+yN/bw/yXrP+DsLO87b/h33fcp0+fMjEYa1Rn1LoQKootebTBgMNjYJo7tZBM7TtYpm7zPbpJ9ny2fJ5vEsdctsQEXinsB2xSbjuggQEIg1Ls0o+n9tPf3vYZx/O5z4NLdrvK//r3c50wIwb0U7STj4Q1kIt70PyEEhRDkvokgJgtMtTRe+4ESdwghMItQtlkrRwiJQ0Wym/MQgmAIhEv+MI75QghxHhAC4ekLcKkVOOtwzjPGgiAAZCzzwGj0YR6MMn1ACMcQgng2PZ45GMcmES7GT7eKi4ZJSL2PVLISok/FRpTj7za99/ntPfcJCiAnNvlTsXCxPkfgYl1aCCH2AabpxnP5w3z0p3EeQhDP6AfMIQTxYV6epyFRNjGsXp+fFoQZwA3P6DO9r2Bhnx7PkSZ/6OeDQgjiHv18IT4oU+AoWaA4VrxGCMaN1wsKKrvQOunkDuuhoPimGUJI4xr8xzmVqloJkQYwJAE0gj7XRrXRgY5U9X8VFStFTVixe2qlFsBM1mulwaBUxD3oV3HPJOFeVeAEfLLOgBO9kw72SoYVZ4PgJ3XCqra2Ljoj7Atak7AaszOGwMoJRaaqWMFWTStgRakBY8fMWWqx8LQUWlTvOWpcRE0DjkRO+aybr4OBKtlAMG7MCpp1ETTmgH9bW1o1a+ZsFZpbNXfuPK1YsdIJlc3izZ1NGzf7fJMdifNE8ZS3aJYvX6nZdqAKLlC0ts1Umq03hBkpSZX1enknFWrdkCmR9K4kNn7SxPhkdOjGfKRQPDg4aCfutJ2z/liEGrAhOH3yhB3qMTsYA0pDWRlmDsark96pSk6IZNyyMsolB/lNjfUqFJrUMbtDGEyCkPMv2KpLL7vSBdRLbVQv0dp16zVr9lw1NhdsmHNK7SyCC/mDMbY9No2yyhlmziftOCRJquBWdGKI65Lp1dtzys7sMY+SHT/jq6lRSaiav4oem/PchtY0gk4UQcGzJzFaMkozWT/PRwMAL5dMD+atmJ7eSLzPOY3nHJELeJYjPMExLu5/6GMWE0f6cjSZFYJdRm+C+enP/dT7zby3fjaTU5p4b+7naeL/SZLIACiTJsplEu/HdHJQPG6Hr5S62QAAEABJREFUd3pu+CbjeTZv3KBCc5NxXjDOMnE8RpC1Dh8+JBJ7JCtw2tkfPJ96HPBULZcV9m1ZTLwmc9OHSeBF3lpDL9A3l8tF488xhCD6Z+wc86y7u9vOwahy2awdkeEYsHEfJ6neRhp4Gh1k1NhBTJM04oh12I/84T7zsT74CSHEtabvuYtplTVtJeblPnPyLQeCIuQbJ4q9sW/gYm+TLrrX5TNqbysoMd8ij102/h2W0YqTNHwTc3xixAm7IRfhx92n6iC86GCqLwY3BK11TU1qbWvX/K4utVi+5jopMWvOPHU4sbfIBrrW+wtpokzO8Hn/8v6GvG5qHE/xW/CtKfoCHzoOHmbPectmm+dssa5gD8A+jQPwQPKLezwLIURHBLoQxGDj4EVkFlxyH91Bf9ZmLeaaplcIU3BwjYOwzEn2N996y4n2E3rGBaQBB5k4CHzr1Oxq49/oxOABDfT3R8cL+uF4QU/GjjgIY37WYi/AwjkN2oQQzMIVO+890emAj3hGv37PiRPPT+DhbNNwqnjGXqAxeGJP7EP+sHaSJFGe0LPAs8gOObigL/vO5nICvui4eBNpksQggzmYm37IDTgDftZhHLiGZ3KmR8UBmIcptR2prauxXp2lefPnqdMBCg4m4/P5Gjv644bF89t2RDwkqTKmP/Mx77gDetYcH5/QmPmh30HU4UNHLR8jOnmyRydPnHJCcZ/ow77GLdshhMjf0/QOIXjnErBxMg1nCCGuP+kAC33JmsX4Uk/ZMHmMn8OTaTZj/Z+LujCEEJ+FMEWXovV3VU6Ap0mcv6Ym7375KGcyAvg5LismMb8sGTRUY8X2o2y9YROuJM3Z0a9qeHRcvd5fd0+f+alPQ6OTmnQxtXdgWL19A6oaN9maOvfPCltz2oHcqG3NgJMG48P9mhztl2zDQ9UQOaBgv9A+Z3rKnwkHK7Uu9uOAT9jBTQwfDXrCaxH/acY9FWUEfoQ3cKIJEOAXfIY1a9aIAKLLsszLEgTmfGsnl01Vb1qXnSR5vwPx1LILDLVOYNU54EKPwW+sRfAKzwEbMIYQBCw8gzeAr8k6A14BLmjDfCGE6E8AM+OgpfyBX3mOPoJvKtWKepxIGR0bUbBBqa/POImfVeuMgorVogj+ahzIlR04tLUUrPebxDfNt2w+S/PnztHsWTPV1dWpFj9bYJ71JKqacFnzZtF2FD4Dj/hS7BF5I6E2aj5VmmiGdSMvKvWbnuP2C44cOa79Bw55vlYhg2Xbi4mJMbW7cNo+s9WwntK7b7+tN998Q7ucGBg2zRtqG+w/jHrpqaCRYIX1O5yMBC/sHxkEr/VOFrXPbFNNbUYds9u1Zs1KnbVlkz716d/XHR+7XQ31NWotNOqcszfroosuEMW7tra2aGuAvb+vX4MDg4avReg1aNPiwBI6FwoFJSFxUrzR8tuplQ762DM0IBkJXKxfsL8y7IJIYqeuZL9iVsdM1dTnxLPJyQnV1tVrydLl1olNWrhwkXL2606cOil4Y8nSxRpyoRMdM91YF3tUY3vHGvABb9dPB3Amu3K5rNI0eI7aiMsZba1auXx5TIg2O5grtLaptbVdHfaTbv3Qh3XRxZfppOVm3P5PSFLLpcTLInXmUZII862jWlsKKtvfGXDCNYRgnE7pqVkuZGYt3wP2IdDD4I3kKLza5iQJQSL6ED1cfk/+6Dfb48AVz064IPWiE1IhBK9RFkk27h88dFD0IWlAUMtLBNM8Nmq9h01hrgMOpIvWV8zJ3ulPsqFoPq4xP9OHlrXOmpYNYKGBryRJ4rrAjlymaWLdllWd+afsPWeNz/qGOuW9zzLKqSrJcVhxsqRsJhfPS072ZOyzZC0LzFEyL1escziWvW+PsP2fjLqVa3QqME1YN7Nual+MNbK5TNTbzGPR0nHj5vTpnkjH2R2z9b5r3mffv17NTsiPOvmR4C9brtetWau9e/aq++QpzWyfYb6sV7FcVKHQbL046rXHI8/NsgxXrQ+7FiyIP3d3i5M6K50MCt7TDNNrlRMefb090e8eGOixDJ4Qf3KjpbVZFJhGRoY1MT5qHinr6LEj9vFHhazhz7XPaFWv9XSqVLW52vg3Pvkbdrk0J15+KBfH7ec0a9PmDdbppzXm+ORk90l99atfU29vn7773W/r7u98W9CaZwMDAzqw/6AOHTyk3W+/pdQy1NhQLxKJM8zD6NOPfvxjAlf79+3R/n37dP1179c1V1+tsm3Q2MiwE53P6aWXXlCNk1Tww2vbX9ETTz6mZ+2X8KJF0XoLeR1x4mrcuqevv1dF6+pu+/9dnfOVeE1kFZpOy96CBZ1qty578MFfOEboVtXa6LEnHleSTbRn/z595GN3aMmypcrmUzU21Stj2g7z4p3hwX8omldnmZYXbN2qFStX6TOf/RMXS55TjXWBLANf+tKXdMlFF2r+vDk6/7xzNc+694Xnn3PB71/105/8SHffdZeTm4Mxcd3f3x/98B1vvOlC8VqtW3eGVjiZh17YsmWLCy7v02c/+1ndfvtHVWPfAl5DjtI0jdeHDh4RMgGfwo9F8y0+CNdmbNN32Dx4VJWKeT2bum/Z+8n4uuLzasQ9a01YxydJIuZlLPeYlwa/w//c40jjHn1pGcsNz2j053kIwagInEY/i/48p3/FPgL8UbGAdHef0iuvvGI4R1RjnYjuP/fcc+OLtWvXrbWu/7SuueaaOM/0GBJeFAywz9jyDtuOVU4y79jxpn2n42prLTh52qmrrrpKXV1dcZ/Te4PXsQPoIQpJV191tbAH+/bv17j1+X7roh//5CcasN4mgXrHx+/Q7//+78e5Pv6JP9TseV3iT3fAA+jI3r7Temc33wgaF7RkD6e6T7jw/aL27HnXcFdjArjNiVpsAnDQamvrba9miKJtEhJ1zJrt2H2z7UhDxFu9Cyq80MR8g0524mP09vZaF4yZZ0+oxjjvtp2ZdN6hbP0RTDviHYr/X/va1/Stu+/SoiWL9L7r3+8Cwvs0Z95c26q6iIsxF49zmYz1UK3Wrlmnec6ZjOCzex7kpMZ6krWQ4wcffDD66BPvxYEhhMgj7GHaz4GO4GPUSeNp+kNn+gRJ07T3aRwLvySWS3iZ/oxP0yTyIjbgoosust0cErantbVV2EkK6tiEJEmsCycjjuQPc4cQBCypZcIbFH1S++h+HPmc6xBCHJN4Xe5zjzg9pIn480cTtjXnWlZv+MCNOvec84VtOHLkaJTRxP5jodASYTrvvPP14Q/froOHDuubd96pnxs/O3fuVNUxI98IXONi6vUumE9Mlg1H1nw0okLrDBcLCnryqadUW1+rj37sY7r++ut1luV7VsesyPfAf9+99+r4iWMq2Y+FHr966CHd9MFb1OmiSEgyWuiY8lIXcq644jLnT7o0Pjak48cOOifTI3w7+HiWk9j4YviieSfTC/Y30RvQZ5/1KzrilItzdfX11nuVWJD51Kc+Fb8BTeFv3H6dUWX93mf8HzU8J3X48GGdPt2nw8eOasL+dp35Y/D0KWXK48ra7zx25IiOHz2m7lPd0T5WLdfQFXqg2zkmSRL5ANzDY7l8TrV1DeaHjPGUKJPJRhqGEOIcwE4r2afpH+jXiO1sVdIEMZVP6uobldp2U0RAL0w6xklN/xAS07wq9oseC95l8LhpmIBHvpFap6fmEVoIwXCkyhlfDQ31Sv0sZ/iQqbx9/JzvJ2mipkKzCi2tSjJ5hSSn0bEJ24i8MvYZwGvFPNAxpyOuOOjiRp3HQodCoWC5HVfGMjdpeyV/0jSNa3orAlcV4wxeLvs44T4tLlhMeK8bNmzUbOcU8MHLjj9zuaxSwz/uGKBq3yY1rNCEvTIHcrvt2W161wn9NEmUGB9HTb/nt23TkOMq+GPCuFS1rKrXamxq1HzbyVkujmayGcGHxKQRFtsSYB6zXPOCCy+IPPLwQxqxbqyYD2qNv1EXBpe5qP+pT31SH7ctZ6/8Ogm+XeL1U+8559gZHJJHZK8yhtIk0YiLF2XTN2va08BJo/kyTRLDVlbO82fS4HxkSehWWq1xyksGtab/Euc2t15yqW685RbdcttHbCM/Zpk6S2uNs8/+6ed1+8d/34XVv9HX/+2bWrf+TC2wf/6hWz+sv/jrv9H6DZtU8v55oWLRoiWqsd9OcedZ42mJ8x833HSTQkjFl4gaHJ+mFenEkWN68Gc/13NPPq2cEpGjKJvmhy2zo5UJBfsL2x3r/MJy+7/+1z+KAhp7KjtuyJlHBl3QJJdy1ubNxnPW8fBJkaf97B9/xkW9S4Su54tEtbaD3ZbRN+0TUGh67dVX9fOf/9yyN6Hf+8Qn9MlPf8r7WafEc/Lt0FPOsU1YZxy1HD7/3HP2Jx7Q0888FX8NZ6b9HHIUfX29xmGf2ma0abbzr1nzX6tjIV5a+bTnA07sB3x02v7qyy+/qB7PCzwT9g3e2f2OXt/+urC7w8Mjmu2CaotlgRhhZnuHCtaPc3yvq2uhZs3qiL5Ja6FVq1auUWtLm2O1BjW64NrSVDD/pgrGbQhBo44DeCmHbwwuXNilhdZ12OeDLoKy98cff1zPbXs2+qrBuht/r9BSiLjChk9YVuAp+HXYMQy2Ah+CZzKf5S27QcHr18cYD9jIsdXZV2tz7q6vd9B+7IRxWzLMtaqz/CeZNB7RFTReLDl67JjAUVNzs5Iktc/cpA0bNoiYlViLXwu69bZbnb9epw7HRsCYMX3QTSGE6AMga8CKnKKfgBn5AsZax2ohBMMyFvUkeEHeWQsY8uYJjqnpRv/6+nrHCI3iPEmSaBNZCz5AxzA/c2M/5zgf2WB/gvshBE3DwHPu13hu6D5uHqIPDftDP3e3tpLoyzrAwDHn/AuwsBdg4Hqqf4h5qiHHNvgP0AIYCoVCXJd9znQME0Kwnq6oYB4kFwPNgRM/7tJLL7Usf1Qr7VsP2PdhXtbifNh+CvCxHjABD3PPnz9f+ILgmPv07+vrEy2EoCQkEa5h6+UjlhNgmzlzplY4XuLPcq12/mer/fnLLrtMwEOepmp/CH2K39FtWQAnhxzToifwwYnb2Tu5BXJI8gd4yEHQFz/1zTffFP3gy9OumbAHaDTdoFnZcaaHRnxwf9T6Fv7Fly86LpUS817GLY0N/IcQGBJxWvV4Wrxhnk/Y/HSjc5KkCiFMNQVlzDAJ1z5PfA4yaamVNUwJUAABomEMGgxFg+AsFEKIi3NNA4AQgpiP8zor6mY7HyFM3YPwMBpHkBbCFDxpmkbHj3sgT/5MrwcygKFoI4FDVrRTVbIypbHmdGM9mod6+5hURdi493824GNN7sf+Rp4MC0yjoCh8v/usZCNI4x7rgR+uOTKeuYCb8ZyD1zQkyiap+KZAmiS/hYU+0zjgiDEH7+CK/XOeGh8hhDiG9Vh3upGQmD5n/dgcTNHPtkxJMIMkZpSQwb5bKRSjMzVmJYtyhCmHBoZsGE55qxn3z6o4WbESHoA5aHQAABAASURBVI2NecAPNCIIoKVp4vJIVWULQ2rYgLOuvlZNzQ3RiBnThlUK3jPjSTyPjo1b2OxgVKUJOxv8jAB7z2VzymeyyrrJH/hp0E4ASUYYvmQnjqA+eEWjTWkSlKZBSZr4mMbgCOGa4SQfAprP1SibZlXjYz6bt8OQMThV73tSKCAECG5I0lT52hrlbAyamwtW2jPV0TFX7TNmCZhCSJXJ5JyErdOM9pkiQYByaGlplVxk5jmOX52VbtZr5RyIhzSjNJOVgvHjAn/JzhrOKrxaMU0UglL6uFWdbEqTrJV1jYISoYSMTuU8vmoHoiaXVasTmamd6crkqJLypKrFUckOdiapqDafUX2d+zTVa3ZHuxZ1LXCweKauuPxSXXzxRbraCRPe+Dxzw5lavXatcGgKrS1xz2maKp/Nen+ZqGCQp6qRkvV+M16/ZHmaiEZUypg+fmTalSTDmfNe62wowTVJqVUrlqljVrufF72HIYlNuEHfMSf64c/EcyZJRiEkCm7QGN6bom9Jwffg4UwmoyRJxTl8zDGE4HvBeMqr3rhOzARJSBRC0P/5CSHEsdynD8fSe7Ja8p5CSA3fe7Sx/mCNkh3m0nt9KsZ7yYmispNs8h7ic8Z5zTrrrhoHOXVuM4zH2Q7SUvBo/qlY0MBhbW2NdU1FwyNDGnViCOWe9/NmOwhBAXDim2kNxl+N7+dsMEMIxl0pPsuaJuyPC3DONefgC1ywDtecAxvzkyRGhnGkwU9jY2OUb+ZpsSEF7hDClA4zdIynMQf45px5g+FjP6zJkfGsEUIQ/dIkoWukA30GHThAQ3BG35mWkdl2cjqceJllY7569UrNMY5qTPuF5s0tmzcqteweOnrQxdKjDrCH5EcuVtSKcXNcKEXGFi1eorVnrNf6jZu0aPFiByKdPt+s5Tb8dd4bwZBFRwZXqZ2yJEkVgpvh41nGOAy+N2r9dtKJ06ccYBOMj9qAQovUNJucKFrHFZU3/mngN4QgnkOThLmc4AWv8Cg2BxxhqAmU2T+4DiHEpN0UHioC19Nj6Y/NZCxwVYz7rGne2NKqITvP/MzYzl27dODgQf3EyaXvfOe7gk96nTStKqjFzlGNnTDmhMbf+c53xDozHASi7yJNvBd4lzX7nTSEHwjK6Mf99vZ2UbSCD1LLDIFLXU2tgB/48tlcnBMYwQHr5YwT+ocQYhIM2qA35Q88Dk9M9+M+9xh74sSJ6KiCL3iD+cER83EewpRsAis0gP88ZcQ5e2HekpOoVVWUySaqtZzV1dXG5HKhpVlJYh62nM2fv8D8MkfYrzRNojPX5yQY88GLwAKtgQH4RkesO80f6G10F+sEz4WDhqM7TaMkSQQeQgjiPISpI7DJnxBCtCHTfUIIvquoP9lfCd3hVrHeYDw4zmayCuh6094mQxRJgZOBIYT/v3VcJxWN8cBIS23HmEvuG9LUychJl2AT5ZyILzrwHzEfjdsZLJYNW1kacfKh13xwsqdHh52o4ifCBodGnKw54gThMZWLYwrlCZuQMRnFylp+4BPWYp3Ua9Q66OBc/nAEXvDIfuAneAO6woM42WXrT/Ql/cAp43HamRfemR6zzAE0Tj/4zmYSHT50wDQcjvJTNN2ZHwf8VQe2rIusdXV1RR8EnkI24DXOy5bNWU5qIQvQh7WAK4RgVIWo60L4d9lkfvbmLYlz5IP1QgjxOoQgnqdpYhtj/8FJ8QWdc1VfV6OlLtgtW7ZYN1x/na60bb3BSbpbPnijCxJX6uabPqibP3izCFBIUBMozJs/1zzbojkOqBPzGXYSPHAMIbgo0htlDl0DLggUW9tmKJfN6/Dhozrg4mnONpZf64A/Ozu7TO9c1A28Od3vAIZvx7U1t6r/dL+LmUMurpwW9IAu6H9wQdCMvwJs4B1asSb9wGMI1jEtBQdUS3X9de/TStvxHifec7mM+npPR15n7GkHOfv27tGut94yLUaUy2ZiwmCWfY7GpgZlzEPIGvqnzjby7LPPjjpn6dKl8Rl8wTMCJo74BcyR9zr9LjwecZJwdLyo9llzNFEsq9YJAYpSE5VxgR90Qpt1Jn4U+7jw/PM1e2ZHpBs8QaKAQiRyyTX0lT9zHOD6IPbNPOjBTCYTZS5n+uJb5bPWcbNnat68Dl186VZdctlFuvKqK1xouEALFy/TDTferGUrVivN1HgvOQ0Oj1qOTrkwMaYkZAxDya2oqmWRnwrkpQRVS4J3Zrko3NzcpEEHl3YFtcC8XGt9Bgy91lfQAHzAz+AoZ73L8ejRo5HeBKTwDP2GnVzh5b4Qgou8rb/1eZE1njN21An8euN/vhP37faF210gnu2ky6AL85PWCxs3rDftUsPTpw7DZlFXxQW1NuvWin2eOZanYB+1sa7BW7AONq7QRcAEHpMkEefIXo39HINi+owqSRPrwLJCCG6KfbLZXJSnbDbrZ5V4DzihUQgh3guB/kGJ54VmFeOQFwKwYdg73nBO01Sp5xh2Eqdsn4zAnXngb/BIw3auWbPaawfVWXfV1daJfWdCEq/lpGbFY1sKLZrROkP8EgjFzvHxYfshJzThwumbO95Qkgbt2PG6DrjouO2Zp1WxjsH+B6XmiWuUtc6tM29eesWV6rbcjZek1hkd6u7pFft9w4m5bC6nXLRbdWpsaIp/C+vmW24xbIn4tsGE9XXJxWb+TMiwaTphP6S7u8d+83DESdW8U1uX0Y03vV+FQr02bj5D/N3Vy668RN/74X06YJ3Z5OTsuJMyyBxJ/DRJxQtq7LnQ1KyhgUHt37tP4JXCFQnGGhfM2Qt4PnH8hIiVbrv1Vp2xbo34u2/dlntwnstl9cQTT2iv5T1jA3H6dLfu+uad+skPf6Qdr7+hMcNMe/rJp/TUk0/q5Enjz0lfilpPPf6E+GRMM9YZHRnT2rVnWG+1aOOGzVGv3XPPfdYj7+jo0eNOpjXoAzd8QAsXdYm/N1fXUOuCSL2OHj+iH/34h+LnAWvsqwy7oPzGjp3qcCLx8ssv1333f0/XWRcPOcn8z//0v/TwQ790QnY4vrTHn40ZHOhXjflgnWMeki3IfhqSmHhtNQ+YGZWY1tlsqg77qhQyfvrTn+rNN3fo0KFDkVaXXX6F6usb4zk6FVuEPGIH4VPsPXyYeq/Nzc1abD+1134bPhDPSHTD+zX238BJCCH6OdAEGWIcR/BE/7J5bbofR57lzEv04xn9pu/zjMY9jtynhTAlT5wjF4yfcIHuwIED+uEPfxj/xi1zsR/aBRdcoKscIy53YXnh4kVatGSxsi5wHLcf93/9X/9Zd995l5rMT9i0DU5qrnEyDF178803x28E7LLvWrCPGkLQDPukrAlM7IekGfv//g++7+L2zxzzlHT5ZVcoTTIqThY1w34psJAo3++kbpNzQhS/ljvxVucYL2c/OVdfq3xDnU472dfT0+3C6Z5o47AxXbaJJNzuuutOPfbYYy78P6t//qcvxPi+zkVUHClgCSGo0NzifTQJ3yRJkxhrNTqOaHKD/tA2TZJok5nrCc93xMWRe+65R7wIK3+Ap6SqHv71o0IHocfmzJmt+753v/7b//jv+qd//if99Gc/tQy7l33UMWKNbE5F693h/kEXyk474bdLvMwBH2GH0WHMc+555wkfadg6Dl4Fbi8Z4URmkXNwmxhG6M3z8fExr1WOfk7JsWsIU7TnOfgPIcRnIYTo00ZcW7+22S7AtyQgH3jgAX3jG98QxVxkHnzyU5jABDzMRWNd5gSmnPeUt45IfFH1fKxNH5pvWV6C6C9/QghKLWf5fNa8n1PJPM5Ph/IyRYfjxEtcpJk/rzPa0Z+5gPKG9cuAcdVSaNWqFavEyw2XXHKZOhcs1JPWN7944EE9/Ktfad/+Q1q5cq3+4q/+Wv/hjz+rz3zmc5rrmGDMOaUW+1GbXEBN7ZPwjb3XXXh58ulnZMAcVVSVM3+PWId12DdbtWq1Tp44pZ1v7VLXwsUq2/a1tc/S5rO2RHnmV4TQzS88v82x/KBefeV5Hdr3jg4f2Cf0Jd8kxTfJZrIadqxPQfLZZ5+NOgQc77YO/c63vy2K7+B5qePaJ1y44OfiyQf19farx36AgdOJk906ZTswMjKufZaHN958S8P2NbLZnA7ypzgMZ19Pn4vARY0Y/sn3/OUQ/t2WZnM54zuN+M97n+glWo3tId82ws+ssT5F1jgG81PecsZ5Q0OjzEHmqYrjcdt/J4MaXByIMZPzWiNjo84pTNj/G4v+Djk09gj9K86PjDrGqjjugU/gBY74NZOTE56z7FYRn5LjI3g5Z1irxjdx/KSL7MG+RkhS8W2znHUm3w4nZ1QsVpRm8qZbnfVxg/2e+hhjH7XPWG89QYIfvw457rfdQ36m+Y/1OE9T5waMpxCCZaKqYL+tZIds3La40NKmM9Zv0MyZs30f3GXMqzXiz2EBZz6XVXNjvXNtWdv41Lj1rPYlhhxj/dM//qP+69//vXoda82dPTfC1dpc0Ijt0sljx4Xsureq1gcV8z7XyDhwAxfX0KfsZ0qkYHq8/fYu8VP2//xP/2yd9oz2vLNLJeO+xX5dYtxN2taigy+55BLDG8wjw/bpso4BBuNL9MS9zA3+OdbbX6FYV7GOqJpOSQAH9rFtH2vdstmsuFc0ncrFCU2Mj1omTkQ9ip7rcXHihAv4vKzQZX8+tf86aLtOnEbxq2w8Djmv29M3KH6Cu6auQWUHsVvOOVtnbtioGTNmmWfGlZi+K1auVENjsx548Je69977RPx2mW3CrBkdka+rzseN2Vc+su+Annn8SX33W9/RwXf3K1NN1eJxjdbX/BmgzRecrXO2Wme6OF20b3fhRVvV2tYih5Rqb20VuYAf/OAHOnT4kNBpd911V7T9GfszaZqoSF7TvDdg2Tttu5K3/NZ5XxTPT544rldeeVm9/b3afPYWXXnNVVrv/OlFF12kM888U4WWFst+t+fdqZ07dziHNaZ8XV6LHSOefe456nGR9K6779IDD/zMcV6Pmp2/DaEiZGIOLwFYrpgfu/jtu7+l//bf/m/9wz/8P9G2tTrGabcd7TVcA+ZlhUQF68KyYUV+BweGXHw9LSmIb5VuvfBCy0SdDh06rH77+INufdYR5Hjmz5mvXGJba/vfZ7+En3TdseMtw71LD/78AfFi2WIXvocGB7XDOvL1N153QXWbtjv2Pnb8mF5/4w3rnf0aNT14IbHWMtnivadJohGP6T55Uidc/MROnrQPeNxj8NuxVXnrlIULF2ru3HnW3V3q6lroWLKs4/b5yAeX7f+ia6q2pxnrKTOgJq3PkIc9e/fqoH2w4eEhyfuE5onXbLAOS3xddD69aPrBf8h6CEH1jQ2qMXzEhsCIfiPubW5utu/ZLD7M3e04FviQNxp2Dlwjk+hjg2MZzypn3cSayBBj2U+DdSFyS2MtdAM0xRaHEMQ1shRCiLRmbtYqWe6Yg/lS6yHiE+SO/twLYaoqH3h4AAAQAElEQVQ/z5iXZ6w76T2O256FMDU3fWmsAeysy/5P2Ffj29PY8gH7ScAJvOjF6667Tovtl9I/n8trwYIFlsVRgbt5zrVu3LAx+kTz5s0TuMOHo0+9dQ1whxAiPpgPuNg7cAMrdKE4T+MZPg26h8ZLAfjJ+Gn0ZVyb/Q54G7+iwz43uSBecti4caOAGd7BDycG4U998EtS+CTkgsi3Ml+39RBFU2jGnpgfmFmTMdu2bRO4YB7oDR7Zx4D5lfH0g9bQhXPwB57pN3WsRvswMjIq6Afs4Bz6QWsafSuWR99P5H8UgglozoEgRQdlJRMOZc/CIYTIGGmSOpisxEmHbbwBjgXKVshMHkKIBpIx040NMifXnNMA+qQFjwYQEGPca5IwgAAghnnpB/PALDAVBKQvazEP8/J80sqh5IRLyUZWtsQ5MwnETM2oFRst+rJpxsUW4r8K/o/70427nHOsGDllO4acMw8tZ4Gqyeen8OWxIYR4Dv4YR6t4Pdr0OUea/MFARfircixvR8JrRKPqMSFM4c7dIq6Bnxb7+2aSpPF+6j350gQuc4hCOr1evOF/QgjWRVPzgSNwP9Wn4v7ys9RGJuOW9S5Syf8GJZKPlQiTVLZyy+bq1NzU5jFVlawAIq6tuOiTJPSX6V1141hR2QlU2XlinyEEJSl9qgIGlH/FRhb6uEsMpMZc2GBOGrzET6mhWDEQvad7bXj6hAGB144ePibetkZREzBXKkXJSYaqDSfnaRqUSVMXS/NRiSJUdTV14s3u4f5hjdnYx6SFjXPJSrrofXBEYCbGJ53QrqjGCoM3YFC8tR7baGPNGzUFB15pmtWkx2RsZBH8pU4CE+R1dMx2MNfugL9JLU5UNTUXrGzydtKDZBwogIOgqjddNW4rpnU82lmCv4rmW+Sn4mfVyLs4bQUXTFuFIUUBNjc2Knh8xlPm/E9DPqPm+rya6nJqqE1VaMz7PKum+pwdhybNnT1DCxfN1xlrV2vLWZu0bt1q8SbIkiVLNKN9ppq9n5yTQJlMzvFlIjkxlKQZpW5mTdPRvKlgfsspGP6KYa5UzQNRHrwXj6hEeH1ivslksyJRUeNiYMYJ38amFs9RjnvOZTNRMaI85b5VBeO53s5pHYOVJNYpnn/S+gY+CSEYf9lovOrr6+wY1BuOjOeqxjkr7stAjpOmx6THoStS0z4xT4YQFEKgS2whhHgdwtTx3/sk5pecssZBxfuCv8umSdX7DCGYtyQjXUkqcSzbaWVNGn3QSQ3A5wQiTim6aoqHRx1gjJtXJlWyPGSyaTyyt3rjp7NzgW74wPXRiNHfK0nGZZD/87r0AxbgzNjZlD/AxbohhIiXXDanEEwHw5q+t2+OIUzNgcOwfv16YdxwfoENo1pj56K2tlbMj47lGec08Mi+ctZxIQSxHo19Tz9nHoyNQYrPgavsPaZJIuANIaittS0a6+bmprhOsVRUEpJIx7YZ7UI+mp34KzlRO+mk4YTHZ2tzGhkfUsuMJi1e1KnVq1Zqy+azRHBw0UUX6/3X36DzLtiqs885TwTFm846W4uXLVeTky1ZJykzuaxSB8rAkCSpcZMaxCBVfVBQmsmafySjWRhanCoMdocTxY0OLMrWCSQg2S9JG/kzODhgHWUavqf3fEvQHByBw9R4B6e8BTluB6e/v18hBEEzdA/OAPNhsKEz47FfIUzhlnngWyNHAzbUifcwY2a7+Cmziy++WLfddpsusGP8+c9/XosXuwBh/cOLJz/9yU/1xBNP6k07tqw/10ly1qI4TNKD9VknMU1CCNHJxwnGacRhwjHhJ4ny2ZwySRr3hLOJboT3Uu+ruaUQHSpwlcvlIj/jvAAzOGC/8EvZ8gJPwFfslTWHnfzBmWO9vXaCcWLgH57RjyO6hCP3Wa++vj46buCV9XjGfLSM99HooD5NEzG+vrFe9Q21yjsR3GiHmSQyTlnWctbmpEnXwkUiIcZYEob7DAN4LqInbG96uk/q6OGD6nPBpq6u0fwwM9ondC3FrcTrQTP2MeFgErqBU/YKfkrmZ+BmTvDBOsjE6OhIdEphNKtxQVczhFmwKvrEvsZX2TorYVLzZtnyy1zMzXPWDgpKkyz/MpXHlg3fFB+mpk0wfPDxpH0u+KFo3p2cKElKYsB6un/IicYh9TnIOnDwcPxG96j3PmpZGxgYVr/bqZ4BHT12UuMOwo87Sd3v4HjYzuXkxKiqlsfK7+hDYJ9uIQRBA+SuULCNcpAK7+XtExUKzdZ547bZPTp27IjlII3BN/Sc3puBjIE+ugdas/e+3lPKpEEDDlSh18GDB6Oex5HnOXimPzQgGQ0fAg+8BY3oD4+hy5BBjtCDZ/Ap69OfZ/AsNAR+cM597tGHa/bRYaeePSLD3K9z4XS2k2y8tXn55ZeJZPO552zRlk2bNN/3r3Yif+t55+uKSy/RZgcinQvma83q1eromKPOzi7Bd6nx1tzQqEXW/WmQuro6hf65+qqrVG+fAz8YuAkegJ3gat7c+SJQQJbg861bL9TChV0u4i5R3rwPvLNmzXQy9i0nOo6LgkChuVnI3ZCD7qztLvzCvru6umJSB1pBt0b7E9Pn2An8AvaNHkAWoU33qZMOqF8X364bGuzXoOWl28WVp59+UkPmlW3PPiN+Bqtqe4wfNWh9mbMOy+UySpIQ+R69x7e8wDk8AD3BOfOPORl01ImNgb5eVWwLxkeHldqXyxk/0GfQeuTwoSMO9N/RwOCQZhmf7+7Zr+MnemKSmb//M+4kT71t8NDQoJ7f9py4hmbQvt2JeQJCdEPe/Mmcs6zvp+GAF4GDZEiz8cbeR11I61w0T/O75mmDC1bNrU1avHShE0JL1elEwPzOhVq19gzt3rNPP/zJz/XLXz2s3r5hnThxWgT+E8Qh9psHLHsEX0NDIwohVVtbQWtXr9SKZUu0atUKF1AXaOvFF2mh/bGc7TGJLWR/rgNY4AU26EHhF3g57+/vF3wCv8In9daZdfYBjxw9ZFlLYkzW6wTJiP3c/r6hSKOS5dvCpBHj593d72jVyhVqML4WdnXGvweHnhxzgh+eQN76B3oj7RqtY1krsaJC34FP6MWRGG3S+4Sm8GAIQSEEcU0DXvguY9+F+BF6AzN9K1Zc8ADPQgjWb1XRl2chBOu6SrwOYWq+Gvsr9Q31pvcMHT9+PD7jLegxF9IS9wEHzAd90RPIO4Uyflbqgx/8YPSVmD+bzXqtsige8i3Kin05KSh+nNRiv3Uu0vDNDhLAaZpownjBT4CHz1h3hn3odfZj682Pb2m2k/7ggiT5iG33mIsj77yzRx+/41NqaZ+n4bGyGptm6PIrrtVcJ7CK40UNmyecH1YSclrYtUxnbTxPN914iz5y2+0KwYjWuCYmR2SvWbwQM79zkSohYzlKJT8+deqEHn74l/rZz35kmd+hAwfe0YsvbXMRcqc2bFhv+o8rb3yRyBj0WtVKcGLrlCYc2ww4qYkeAs9f/dpX9L+//CXdf/+92vn2TtWY/xqaGpzAP609+/bq6We26ZVXt/u6T08//WwsSoFjXoKoN+/An/x9QORp0HoAXoTu6GDW6O05re3bXzP/9eu4E2v5fFYTlvWhoSHDMq5sJmuczNXlLkzOsD/4+7/3KV1w/lbNcyLnARdGiPG2XnixPvSh26wnF5onqmKdcReKtl50oRZZDiu2fTNaZuhC+4RXXnGVnn3mGc22LmSdI0cOmawVy8ox8XPnmzdvVPuMNi1fsUQH9+933JE3DBlRxLjiiisEH333O9/R7t27hQ6Apk899URMwCBzJGquuuoaXX3NtUqTxPpwQH19/Z7/pB555FH9+te/icWwaZ5ObaPlD8es+a7NMeG0LVm/fr3QOdyf7h9CUAjBI/y//QHkBzpx9B0lXpOGXqNxn+c8Yw6e0SrWw7QQgnm9GhvP6ct9fEXkkFbrmIWi0F//zV/r7LPPFvAwB3Mjc9CWccgUxxCChl0YamktaMmSpeqc16W5s+erWpGTzK9a746Lb7NQnD3uAg8yw5zICHPSmCdvPXzHHXe44PWXmr9ggbK2F/Pmz/f4icjzc+bM06JFS0yTVCTBXnESF19x1PyDv5a1TWMvIQQRz1585bXqWrxc2ZoGdZ8esMw1G74lQm9SAOVvgO7ff0B9vQNGV1BqnZSaPkaz1WI50nDv3n0aNG9if8vmqxCC9WlG8Dpwg7cZTmbj53/7W3fr14/9JhYolKSG2zLnPbGHxUuXKvgeeY45LqKMWkf1WBYoLv+3//bf9atf/tI5iFENOrndUijY72xXrxPk4AX+5hx+Q9bQxWXHHZyz36z5KIRgWahEWqGvoRe0RK7olyTBMNdHXuLc3cUn9X7pSx98deYLYUq/cs7azMFLKvwCDjZy3bp1mrSfunXrVv3hH/6hOCLjwMFcjGO+EEJcj2tZtydesGq4q/Yhheby2uCQsSEEMbYaqvZTy9FepGliv6RGzc2Nmm1f6tCRw+rHVlkPtVueN2zcZFrOi+3IkaNRJkesb59//gXzySKtdHGVn+avzdcpYxx9+7v3SiGrTWedo7VnnKnbP/pxUQDb/e67+vrXv667vnWXczQt+sANN2rVmrUu0lXU3dMrCnXw+pB9jlH78Xwjuq+3X7fcepsWutg54sLQjh07Yzzbbr8ivnByxhm62wWSO7/5Df3Fn31O99z9DT3xyC/Uf/qUmpsaNe58ZghBLa0t8RvebeahqiR8jfMvuMA+QZvefWe3Hn7oIduVBv2b4et2AYICxbBzqz225eDCSFP7zJl613z61q7dOmWeOnHylF5+5RUdOrDfqYmqZrS0qaO9Q0XiAC8CzmlJkijv+K3WOj6FFl6f47SMN9gnHXfsyotdoz4qyHp7UPBDCMFxVJNtaF5j3n8umxP6BFrOmtUu4s4p+zjqWT3Q/9Jvwvs26cWx6Pip5FgCez1s3E46DoFvONKm7HBVNY7hgTfvAm1DU7MK3k/eMLP3Osd4FLPrGxq1YH6n5jjebZ3RrrxtXb/t3LBh23vgsF7bvkOD9hNZizXYFz7D8MiI4R8TPEorE4MZJoPr6ROBj6zzxWmSKu/18y4s97l432gafv7zf64P3vwhTZbk9epM00mNen+pcQGdkqTqmG/Iex0zblKliXFmv+zIwUP6+U9/Jn7db/OZGxXzC7ka27nztdbF+lyaaMx81m+fjlicGIbCFj93zksM/HLZrl1v6dSpU/YJJrTl7HO1adNmHXaB7InHn9CDDzygl196UTtef03lyXHZgVZjQ73gzc7OTsgY7VSveWj79u0iL4B9gwbgADpiT6GR/CHGLjuuReek5hPuT9GnEnk+mKCNDXXiT37U5HMqWH+Bx3f37NEB7/Wdd/fqLcvYN/71X3X3N7+pe++5R8+/8IJ4CfR034DzfQ1q8pie0/2aN78r+haQ4IiL3722pRc533H77bcLP/+++75v3VPSpHXIqGlLVLkygAAAEABJREFUTrhsn3pGS6vqjMO3Xfx7/pln1d/do+W2FbNbZ2rWjJmatJ8zf0Gnbrn9Nl1743VatnqFPv0Hn9bsOXPNFwNK0lT4hei47dtftR+3U/fed6/uvvtu8c3wI0eO6Mjhw1rsQtNq++p1tpF9vafV2tKiWZa/zq4FKrg4u9/xKT7m/M4FLqperes+cL1uda7mQ7fdqquuuVrrzlyveQvm68ChA/bfpJXOwZ65eZP5J6/tztk8/8LzGrEs1Di/DN+dtF/3yMO/0kMP/VJvvrndtqpH/QN96rEe2b9/r4L1JS+AfeITn9D1XgvcE/vyksikdTTx/5j9z8MuNp48cdIF4oMaH5+wLWiwr1Gn+ZaZ8849T7xYd/L4SQ309Wn7S6/ouaef0Svmobdd/H3myaf0+GOP6ac//pH+9m//c7S9o5Yb/DnkALnAz5u0Teu1zeo1XpCXomWBe3WW1RbjKWv7GsxP/D9pWYe/B+0jjtqXhocS6xRiVOwfNjhjmoyZxvCdXBvIJhll3NAFOdvVWbYJC+wnsGdkIUlTdVsmDpkG8PAy5+Dnuzjb0T5TecskOiryr/d/yjqSAjJrT+sEYAohiD4l2ymeYfe5z3ysw7Ppxjh8mZL9gsbGJtuoOaYHOwzxGPfgPSdJIhr2MW+4GV90jYF5aejTARc1x61jmY95kUP5wzj6VG0/fSme03gOTMgicHLNc+7RH9z29PRE+QT3DS7ssja+Azpg5cqVIrattz4KIcQ9Mxf5BNYHnwcOHhA6AbiB77XXXnVe6FjcW61pit/KkbVZkyP7QvYZx764x365B0w0xrW1tdm211k3TmjY/lUIQcjYG5YB9lMy/pmz6KCIedgLvMI96J+3TQBfxBX0Jf6Yb19xen8cWWfUviEvgT3yyCPx5QP2xjzTcLF/xrM2L1FAb3K83KcP+AR3RdOL57t27dJJ1ybZH3QAhm4X3N99d49xc9y2cURFG4QKCkwSsNKYK+EERIDokeGRiFwMEBumA4jO5XKRWcpmKgwEi+B0AACIrHOQBdLpB3AwCPc5er34fwghOrAgC0AHnPBhk2UrTYzejh074pt6zIGRxuBPPS/HtZkvhH+fY9wCQwFV1cTET90njY5mkiZepyRgS8zkjOP4uy0oRJjYX8URAceqj1Wkw0+4Zu2SE5UhJHFe4GIu+cNz+k7P6VsRqVzTjyN9aZyHEDR9LDkRUTbhymamsg0784QwtS/WnL7myB64J39CmIKZaxrPaX6kEKaecU3j+bgFF1yzBn2AJZPNWagySq2wEjdpalwSEqUupOVsrNJMjTI+Zu1YMAa6IqSc58wHMB5Kp76+QTV2PLgPzUNgrvDejFXjoyIURJJmlfV8SZIqzWRVdtA3YuUKD1Wdda6prVM10jDxsapx42fYfDg0NGzGHbYhHNSojU8um6o2n1UaPHelJIx/0Um4ooWxaHxOWLGXzUvyJ5vJKQmpJj0XPD3m9UpW7lULAHgZstNF63OQ1U+iwXxdrcqKqWplNq7jx0/5OOq9JKqprVfqfcu81NjUJJxIAsrFC5doZvsstTtB12RD0mAnkH2yRy9u9yPYmCaqeI/wC/SWeSxNjIckUQh+XqkaH27uI3EvUQ68uw/4ytvJq/HazY0Nai00q7G+1g5FGtuMlma1NTeoY0ZBHe0tam2uV1BJtTUZzWqfYae9UZlMYvjzqrViTDKpFAxPRZo6sq437Xse6L1XNGl+N3mUphmR4FMIAi+ij4Lnywi40jSrEIIq78FfsiGseA8hMH8lKtAgfzw4a5pn3MZNi5LxnzK3DVCapnE+eCubzWqat7iGfydMT88Q+8DTFQNWfk9exi37KEWeo1BpGc8ZQlAIwTCbR7w2z2khBCWGLbiVDUO5VPV1qhCm+sqfxDRhjlwua3lPlc2lyttxBDaeAW+NHfiM8ehR5kNpoL8/6kvgQl8CZ5N5pMaGIO+EN30ZV+txM13o4a36Aw6KTp/sdoJzOCY0SRqUrAtQ7oynsZ5+5xNC+C0ekGmS1/A8/Wh05T7n4AJ4eCuHtQne+Dnhg3ZAwDFGE9mDJzDC4HXY8oURAo7pxlwhBNO4Yt4oxWMIU3AwD+vhWEGnMQcGXDOGa9YftcxhRFmLN/OQQZyzqufocKGgtr5Z9S66y3zA31Se7QTlAt8ft94iEC0WyzrtQPftXe/ohRdfikEvAd+EHcgeF394K7YaFPkmb5nJZHJKkoxR4ZuwNTpFiXDgoGHOzmti3iuZ/uiwaOztaAAn+qjftOSN4x47KEN2AIvWKzV2jKAn+y1ax4CrEIL5I2uw0yhXzEUrFAoCtzid7IExeY+nQVPwCo4MYBwbwhRumZPiJWPoO245kYLK5vUZbe1atnSZgKnJCf/jx08oa1ma56Q76yAD8Cw4nusgExxCA9YDbp6RNLv0kkvifCdPnNDbb+1y4NUoPuwJmIChzQnHGuuJsnUUsAA/eOMZ/eB95uU6hBDtKzDCR6zJGHhownJLf/gQOIGJueQxWeOj6H1VLJuMYz4acNKHBs8CWwgh4om5S6aZwYrXJev8ivW/rGEni+MaszPFOQ6UlIi3XXH2J60jmOukcXbCiZgjBBvHjwnnf9K0bXaxn/1BF46/+9IA48Bfu4N26Aqs9KEIlSRphCNJkqhnOLJXnO168xP7NGjmxURpkgi9Aw9a0TvwLQo7ECTf/3f6gwOZX5OQ8biMQghxbmBjb+A8sd5JsxkpSEmaRHlMze/gheejDiYpyvc7wTDggmqvEwIjlqX+wWH1OtHYHwss48rXNCp4XNHB87hxl01T29dBjbuYNTE2Yps56ti8pDTNRBigJ/BBI/YHXjhHd7DvEKQ0DU4I1cdgPk1TwZfIRLN5lrE4y2MOxLjP+MGhfvX3nVZfb48d11MuRh2PNqPXgRp7OXr0aOR59s8aifHIPFwzL411gANfkZ8H7nARtNOJBPnDs7x5zaeCZitWrIh2m3lwwuEVzpmb4gz3SMBSiGAOzmnQnkZBkCOyBC9kTIdOB8zr167V8GCf5s6epQYH3/wqAcn+VhLo1klN9pG6IkxVrXQhizmSVMI21Ntn3u5ER7VSjUEHQQ5Ber2DoqJ1DT8dBe5nOnnH32ekPwmN5UsXa8nCTqWJPK5WzJn3XuFP8HfIfE5S5sCBA5aNMfGMfdabN6EHgUEIQfQHD+h+Gvqkq6tL0Ih1jx07qpztMvohNU17Tvdo3779Ith46cUXBd8NOFGCfsrbTjL/1JvDVSfGJ8Q4ktDMhR4gAcA6Zcs/uqKpsU7HXXSfMN9VLI/ISGobbtXtxOF+JyFniG+W1Dc0ip+E+s1jTzrZMuYEqOLb3wPW0T/72c+0d+8eREQL5s+zj9SifC5rnjoZG2uDS3Q8CWK+RZU3rhpdTGZPJJ/gtRDg3wbxM59bztmsNvtTi5YsFr/YMW59HEJW+IRv79qrRx99XN//wU/19jt71ds/ojRbp8GhMaWZvHViRRnboapl+dixk06W9+mkExgT5v3Ghlrla7KxmEmQu8R0rK3NO8A8pBBCpAc2EtxApwmvS9EGOTvmohRyAe+h6wccmEPnJYZx0sk07AO4Za88n7AO7j3dax92RNN6e6GLUInlCDn8ufEGr3ONTwtNFjhpAc9393RHmYF2lUpVVROaxBtBLWtUfJ3NZazOSjHRlyTBtJ5QxYVw1u63HWUN9jGBz21djxyGEOxHWP+Z/lKIvAm8IYRoR1PzWAhBFft5wJUxL8Cj8CX8ix2BP0MIcU88Yww6gSNjWLvDeoD+4KrWsQV8ePDgPjU11XsvZSWWm6znnnSid8hBPvFsCMG0mxQJPfbf1FivQSe0ZtqPbrQ8DnhPwHrCySpwjWx94QtfcDHtkZjwJFEJDGduOEOf/MQndOmll2j2rA795Cc/dsyS9/lMXegE+orlK/X7v/8pF1Ye1r/8y79Ylt7R4088rrr6Gs2a1apZs9u1ZPlSXfm+92nG7Dkuui9yDJGqkqnX6GRZTz37rF597WX19Rx3MuwxVcaG1Gw9ks9mtdWFxs997rNGbep9BuXztd5rqr7T/U6s1RuvVT32+GPm23fU4P3V1OaE3jxw+KDltaxmJyuPnejWqe5ey95M82PevJw1zcp6+eVXY/K/2wlMZO6wk7oXX7xV+XzWCfcGoY+/+tWvChqh3w8d3K+vuWjb5QTkvLlzhB+YNYzwD3gsO864+MKt2rdnr4uRj9oWJpo5s8P6pkZnbd6iUydPW04Kuubq9+vCCy/yvPN0+nSfHrMO6D510vsrq1BoNmwlJw/32Y9+Tb3dJ/ToIw87IfmmXnfhgwLIT372oH74k59qj5OSTzl5eMRydP/99+v4seORh9CT9eYR9BN/K/TLX/mS9u7bIwpL8PLWrVt14403qtM6fNJ+Z9nycMS+BC+uHTt2Qvv3HbDtOqF58xaYfh0Rnrz1S/U9np/eL/yIHLL3ScsE8paERNMf+sO/FTsO0/zPM3hq+lkIwfuumo4VhRBMnyxd4r3pPszBGB4gFxxpnLM+59AKWiRparoMa659SeQ13rNwcD4tc4wBXp6hh667/npdddVV+uWvfqmnnIDd9sxzGh4c0VNPPK1B+xyf//xfiG+rMmbv3r06cOCAdWCv+SQf4QY+8NrePkt/9mf/0XNdra6FXXrf9dfpvPPP19Lly4wBOaYasU6Z1Ksuyh9xkhueQqcNuBBZMh3QDSEE5eyjYM+ADxwvW7pCn/vcn+njH/s98c20P/iDP9B//s//Ob4IgQ3gm3NSUJKmEZ7ZlrH58xfEc3Tq4OCA9UBRnjryPrhAj61atdL3gi5x0h+Zef9118k3lDOti6Zno+0J+8KPOGPden3wxg/pqsvfbxrV2J+yznN+Yfsrr+mRXz3sZHa/Ev+H7sFnP2vL5gjfkiVLopyit8A7BStsADCwx37rIGCENuAEmsNP0BN8cA3ewTE8lM/npIhNLGrV4AZfS+gzTvKGHbwVCgWxx1NOUn/yk5/U5ZdfrmuvvVbXXff++IIj6584cUJPPPGEsJX0BT7WnF6LmUMI4jrnfAV7SCQX+ipKnYNgDPOw3hScE5ooTshoUOLnVcPZ0lKwnM9SLpdRxvp5t4szLc6rYPum+Mjy/5sntNPFlLO3nK2VK1fpGRdVyCOGENRhH6xcKerEyePqsa44cPiYtj3/sm665cM6Y8NGbTn3XPUN9Osbd35D/faJl1oX/9FnPqv/+v/9v7V+/Qa944LQrrffUdX2B16BHvx055/92Z/qnHPPtv45bRw8Gb+x+/OfP6BFzv8A55LFiwz3bF16ycU65fjiSRcljh05bt4/pC9+8X97zFNR17AXmkH1euu1YN58YYcoptVbh9fW1dgevKWR4SGV7Q9VVVFXZ5dCYm5Js7YRjco7Pjtqf4Jv5Nc6xzB//lzNmjlD6HKbYfHrQmUXnibHzcOCAlLFuig1v0OXmroaZcwXjUFGOMUAABAASURBVIVmzXSxurm5EHFNLCDToGTbHAvL5um+/j775JOCx/POX1Qq5SjH8AJ2oMb3oHNDQ534wHN8g3HYMoS/Ay9O2jcpmyZpmgidB78ix2OOSzjCC/h8ifeYN1ylclHAkKSpmD+by5lPpu45ZaNBF9IHnBc8Zju8y3mBE+bZQV5YS7KaM3eBNm05xzpkheeoRJ4uOW6st98L3wEfrew9ogeAr+S8CzBU7dNEGLJ55Z2rJDdQcXIBOK+46mr97d//V5173oW6cOulamwqaMyxZSUkOuPMTUJ/UvCq4P/Yl1WoaP6CuS7MHdJDv3xQb77xetRl6K0625pZLvyQD8qbx1tNh0wuI/Lfhw4fAo1qbmqK9ufee+/TnXferfvvu18//vGPtd+F88VLl2jJkqWW5cTFt4f0E/txx44fF7APuEiWmIZ1xmNDXb0ySWp9UideGOJbq/i61UpFPS4MkD9qa50heAKcVIyTfD7v66xsZURutc+xGDILjUNIlJomRfMlfOYAMdp9/OlCoSDs6Fe/8I/a8+47em7bM/ZvHtCXv/gv+vrXv6Z//sIXbC8e0r4Dh+wzSsscB110yaXK1dZp4aLFOhCLsXs0YDqeaTm9/WMf0yrHVXNdGJ1p32FGx0wl2YxG7A87zahcJqsXn39Bv3n4UW2zDaK4WhqbVHFkXN2O9YddVwBPPf29mjBd123apNaO2aqta7Bf02rbMqxD9l/q6uq8jbL4tjCFxL/+67/WN7/xDT3//PPCD8b2L1++QoOeb9LxWI3ju5bWFvtJBR06ekQHTK8TLrqM2rdvde5ko9e5xnrzyiuvjL4t+M4a7gWdnbru+g/og7fepi3nnKd37TN8+Stf1fbtr9snbYy6f6ZleGRkSAXTfvHiheLPpsArhw4dtG/zeuSP4ZFhzbRv2+n58NXh3QbHRvDD+eefp0svvUx5x5wHDx1w7NNt/p9UMN2GLC/kAuvqGwS9MmlGC7u6dIH14XnWo9fb11y7epXqavOR/gsdWy7s6tQqF+MuvfRSLVmyTB2zZwu5IT4Fpn379ukFF4V5wQhdOWF5Jl4AttkugLL3euu09hmtymZSBfNl3nxZaG60r1ivECRkoN6yiazhC6VJorx5EL6ts++atyymhh/exqfHnheam0UBlfmJlVgXnUpr8Fz8CYuC8/DIEPlWxlat/0IIUZ+0trYJfkb20T8V8wdrwtvgk73UGIbW1tbYb3o89ov454D9mZJteQhBlUpVJesPhHa6H/MwPy2TyUSZAW/IETacNafhqdjOTI+lfzaX5dIyWx+P2HpiDWBlDI05p2V23DoI/zJJU7E+g7L2seFr8IFcMi/PaKxNCyGIPrRm4xNex2eD1zttb7hf8d7AAXzW4PgHGEIILBHbuOnNPfbLmhxprMP9ouWFfYMf6Huteex8+3esxT7wlSreP/3Yw/HjR7XPfjd6EPvCPbOMoAcw0xc6rVq1SsgXPtgs113YI3toa5sh4ltg5j68Ql4HngT+mTNnRr5hfebEjyE2BXZgBFb6MI454StiFnwi/A9oBz1O2u4cdB59dHTMfoKUJpnYgI+WMBkAQ/BRJ8DZIEQDqTU2mCwIBkESm6RhGBgMAnlOfxAZQrCgBHGfa/kD8gAWAjCGvhAboUOYWJ85CO43WSEhkB4mxgEDDME4kpBFO9KTbiUn2lUNSpJUzMdzNguS+NtfISRRGKafTdo5kD8hBP9rt8ECxpjYbHDjsSqFEJRYqFMzKGs3WFnBvNwDHnAzjSOuaeyNPXAufziGECJc7CsHgxuPNdmc3Zup9UMIis9yvuf1WJ+5WQem4ci8zAUs7INz+tDoH0KI8HLO+jSeQUsae2YM41mLOSt2iLxNobzkk4qtU9leitERfyqQYhr9ULixRYWQ8a6Cm6xscxGv0IR5QwgRBmAtWclwDCEoTRLjMVWKIg2JpMSKpyLe/Dvd268+J3pHxyY0PlGywEzYyKKYquq34SIhiAEgqXfMCT3+Hka/DeNA/2lV7WzhaAYDnPEaOI98swPFjEMwOVGMb+dVTNPyZCm+CQq9SlZ64An8TMI/hnXSz7OmSU1drSjM9DtQG7FhPOlk0vCIk2N2YAtWqnVW0ghphw0yhmXF8lU2tvPU4oRpY6GgpkKLSPglaaqy4arIitb7rfoI/itWTGU7uNX3jkUnEli7xLeo3S+1cYO+FHoyNiCJcR68N+41WJG12oCTpCVhSwG13kmQrFFanhhVxcUElSfN0EWVHJyUnSDqd5L6lAMKfm7h5MkTNoIl0yGjkKTK2lGMRXLzZOJmcGPwaHRJyVQf4IEHqpFuQQohyqJPlLhP4nnkD2Mmva+ST9hnkkDzxEamEuccGB7ThHE8adzTJ4RUqXGUer8ebrjK5olSPDI2hBDPR0ZGhBHp7+8XyV7knvlpOcsLc8jMi+6ADytWyjTmpHH+u41xtEk7gtA/CWnkY/BLYz5aSKSQOISxU4yRZQzzMKbkPXDebz48akdq9zvvRBgJooEJ+PMObiZNg6HhQe97QvBj1vudsOJ97JFf6/c+dof++R//Wf/l//O3+pcv/Iu+8qX/raOHj8QCBHQOIQh42FfWtGE94KJNWn+BF4p+wMXzfC4fdUjRhot7zAGcGIDTLjaGEOI+y3aUwSNGLYQgYEbHADdjGcMaXIcQIg2YD1jYl/zhHFsAvjkHHsZwTd8RO3rAi96JBtEOPn3AOfPTh+tMJrWs1Ft2ZurcC7Zq7fp14q1bviUw0w5puVzSbCcha+3Q9PaeFj9d6eWdWGtQCt+YSFXDWNdQbz1kZ9gyNWY9MmmZRr5UNb9WgnFfZZhCCEqS1LrN9LDuI9CRu6TQxQnnEfOa/Mmbr8AZb3tyD3lHb5DwwIGCH9kHe5zGE3uFRxmHU4mz9a4TANhR8MrzsnEP3qANY8ED89OYDxvD8wEH+cAEnYLlCPqGkCpnPKAvli9boTWr18Y2b/58ddipbrHeYa2jLjwx9+LFi4WNPWkHH4NPwgW4gQ14GLN82XI73ZfG4A4YcDYImt95d/cUjuxcwn/QGBjAAUkx+iaGa9J8yL448gxfgL1xzbiQBNOlVjgmtLlO1M0yrFnvo6a2ViGE2OA/cMOcrANeuFZQ5L8QgsAH9+VPMDlJPFQtmyXbAN+ynilHOTt0+EBMgIL77U6+UXgfHhkV30jtOdUtiqqHHbDtenNHfHPtRPcpTVgXvPPObvHzScBOso71wGOEwwtM0xk60YCFBsz0DSFEWOnPOA+J1+CafsDs7ahqW8NPS1atp8BZCNylt7zdxC2VXHxhDHOxFjAxT9m6NU2c0DbvliwbPGdUyXOWrJPoM2JbhQwMDgw7STSkvsEh9brYMmFaDQ+POpk54NavftvcISc6+ixXJ21XR1zQ7Dl1QkPWaeNOypeLY7JBUeJCddkF67LXY1/AxVrIOjTGIeUI3efNm2OdlcYgCJkZdIELvIFPAh78vKL1E+PHbfeOOxGOXQ8hxKAWJ3V4eCQGn+C16L4F21TmZm3mkRSfDw8Pi2fgkHHIDjwGL7Em/eVP2TLHuBHLNk43z3qdGOA+a8Db6ELmwvHmyD0cdZxpnHC+fYrzTxKCvdKYj/3xdiRr9p7u1nzvv+jAAvomXjtrHZWxLqHQR989LhbwtuOOHTv01FNP6t09u2Px7623dujRRx/RY795TM8++0xM1AEnspDJpi7mtarLAe1ZmzZo7eqVqpomFduWFS60LHURrt+JLmQd+JFhAgoaeGafNJ5TRGbPBATg7aKLLooJUnQChTrwgL6gL3YBPFTMp4dckC2ZXvsdNL/z1lsuZvbpsV8/ricee9y6tRLfOJ9wMHfVlVerc0GXOud32q40WPbz6uyaL4LxFvstIQTzXb+AE3qhr6DdgPkTO9zQ2OQC0lxN2g/FL6lraNaYi0ZpJqs58zq1fuNm+1etarIf1tjc6oJ/UUNDE9ZfJevGGs2ePdcyvFuHDhzWW2/tEm+P7tu7L35ziJ/22blzp7CH6HDoDH7hSeBAjzU6CQ5v0Hi7td52Jc3kVFffqIplcnS0pNde36Vv3PVtffu79+vXjz2hU919am2bqXlzu7Ru3YZYTMhm89ZXOZW8D+Q1hMRykYnJSGT5scd+o5ecpDntYOyYkzBVy1e1VJTzyMoYR0X7cGUnHVvbWryn2aqpqXWipVklyzl4CyHE+eBB9D3JjFdeeUUUhgg+oRmyA/1YD5qjo7gHbbkHf9EP2vK3EDlHpqb0atU6olfIMAVLdAp8IVUVrNPz+Vzk0YmJcRfnpuwysVgmTRSszmhV802dk3jQF95PbC/QQegP1pI/nE/BNSnucU4/7gNnCJ7M/XjmQ9SnnNMH+8a9OifBoOOE7Tf2ua2tzTwxpP7+/mj/WLtsHQCP5bM5Dfr+TssfCURkgBVYb2xsxDzbFMfBD/x0FHsm0TQxPqbU+37l5Zc1ZJ0GDNjBfC7vJNh2Jznv9L6DLrzwwkiX2U420SrWma2FRh203JRtp1i7ZFszYv/oqH09vlFzz733a9i6qamp0Tz7pna+9aYTKHVO0E762BQTYV0ufNfWNvheUZdderned821mj+/Szd84EaV7OOTtMxAm/KEGrM1qkvyOubiwTPPPqf9lt1Kmmjh0qVa7ETYijWrRTI8b55in/w0ftEwUSD6D3/8h/rgzR/UH/3xH+sP/vAPtXTpshibzV+wWBdddImuvvpaXX/dB3TeeefrnHPO1V/8xV/o0ksu12WXXa7TPT3acOaZ4u+5PfnEY9q08Uxte/ZpvfLyi+pzDDLD8VHJPF7n+Oqll14WSU5sCN/8HfH+kUuKU1decYXgwe87adxzsluF5hZ973s/0HPPPa9FTraed+4FWrlytbacdY66T52OxYwnXRTe9dZOPfzwQ6bHq+o53SN4sdPJoGud0PzTP/1TffKTf6CPfPTjusAJ8Mtc2PqDP/qczjr7XPvbs6xfZ+qJp55ygvqANm3erE99+tO6+OKLhF5MzIPo/+uvv07wJy+w9fb2idiybPnOZnI699zzY2LyE5/4vZjcQSbHrQ/hS3gL/mMsuqaxsVF8irZtGcd29GGNknmF+/AWY+ifJqni8ySJR57RGAvtQgiR3+iPTMufxH1DCOZHifuszZG1ODJfyb4C1/Qdt71ivlw2a/00oXHHvDyjL3OiE9CXnCNjPAOG1D5zJwnujlnqXNilYyeO23dv1/nnX+Di5R368G0fUW2uVnbJ9aZ9re985zs67TgEuXn00Ud1n+lLMhb5HTMMIUlVW1OnbCavs02XD9xwo8466yy1WNc3OKl86WWXuth6lbLWPcyB/wocvX29EQej5iGSfdg49lfjHMu0P8A+N6w/Uy3NBe3dv9/82BdpyX1wP2Za8fJb2f4V+GEseoQXK1LvM2u9AR7z9luxr9jKCcPcbZ5vtb6ZjkmZD55es3qNKNzefPPNKhQKUW/f6uTB5J4QAAAQAElEQVT57R/5mG3fHFFsX7FqZfzm88z3vqF4wHChx9944w2xr6p9b+QFvx1+Yn3ggIdCCE427ov9Dh8+HIua+FHADj0ZTwOeEII4jo2NxzgcvmGuomUeuRu2b/z444/Hbx/RjzlY4/3vf78T50sE/XP2YYrmVxr6nD6s+8QTT8TEPvNlpnnZ/Cd/QoAHg88U12dMpVo1Lsg/2E4kUnBLbfRqnLjPOIkRwhTPysfT1hlJmijxfGvWrFIulzH8k9Z784Wenztnjj71qU/FQshz257Xzp27or7Cxj/y60fVYb78x3/8R2HbSrav6PC5c+fpxMnTWrJ8jUqV1DHnRZb9Wfq3f/uGis5dtLTN0JkbN+m6D9ygivH/tHXCl/7li/rLv/wL8/Ab+ob7fel/f8l9i/Ytduv119/Qt771LX35y1920f5z0WZ+8MYPauvWiyKcV7qQMjo6LP6GMPzF36x+23DufGOnRsyv3mYsBoHXP/mTP9Hll12mAeed3rYuW7KoS/PnztbyZUvMQ83KZ3O2fxXTY1S8xNHU1KxWwztkn56fHZ3tIlNwPLR3726VTdvJiTGNDA8osV0YGhoU38wao8jkXCl8njG9MmlW8JT8QcbaZrarzjnONElVddyc2n+Fj8DFpOk/ZLtFzi6bzRiGkoLpxz6IndhD1fRVYFcyrYpibNk+Cza44mf4dfAhPDo0NOBc38iUzrEs0Qd7XHJsk6apiywNpk171CnNheb48g6xxnIXtGaZtvzt4RoX4OrqGpxDaFRi/ADjyOi4+LWrXsfQXJfth1S8v5M9p5WkaZwHOYavQgBWN8MGD7MHdFzZey1R+LW9KltX0rfZukMhibFHvQtR9U0FdTnGvuTSK6LPunjp8mgrBweGlCQZtyTybC6XNc2G7CeecFH0eX37W3fr7jvv1MMP/Uo9Lv4GSeiSGuuW1paC6b1MM9rbYgy1ceNG8TLDhz/8Ydvbc6Kc86sLvKz1xhs79Npr2+Pf8HzsiSf1xo63dPTYcY27yFhj3ZfLZqOv85tf/9rFzAd11zf/TT/6/v3xJ4HrvFaj85j0Q5+ZRezHl1WTywt4wEPR+470NHzEO+3tM9TW2iIKe8QW3MtZL0Qa278yw5iXE3UtmKcP2FZeddVV9ofX6eZbboky+JHbbhM8yt9sv8e2gG9W/tM/f0Hv7N4j/mbxf/8f/0Mfuf12/eVf/ZXI+0d9ZniWmt6btpylP/rsZ/THf/JZfeSOj+vmD31IFEiXuxC7dt1aFQotOnrkqB7+1cP69l3f0tf+95f14rbn9NRvHteJw0d16sgx9Z/u1Q7L3qp1Z+j8iy9VUYn4pY+cC3XIg1nAvkC79zfDWymr1naGOI2XxX7+05/ZN2zQzR+8SStdwHngwQf0vR/8QE899bT9s5Pq7OxUzjglxuEbqoVCQSEEIRsT9kvhH/irz37Dnnf3mO9HtfmsLfrkH/yhbrzpFq113FBbUx9/4jYYEHyPyy67RKmJAQx9jld7e3tsP3vsk+zVE08+rm99+2791//6d9q9+20NWr5ZC15buLBL2NR6+8XQ8VT36fjFg0O2E33WLYOOm3ftfkfv7t2j15wfwf/H1922bZuwhZ3OJ+GrdXYucNyRk0JVy5cv0datF2qFabFoyZJot5b4iF+0xTYaPiCm5CfYX3/9tcjvvYa5v683FtkXzJ+n086j7969W6ftmyVJELwVksSw1lpWgkr2fxoaGiINasy/4A3bo+mP8VK2LqlWJew7ugJbVnReo865pA4X09rb25U3T465bjXiPEK/YTjsYlev/Q7iV/CBbql1f2DOWTbRBfAw/k3VzgrP0RmsAY/nDUuE1fRERvHfQghR12MDyW8SWzB3FV3jNjV3LvLA9FiO9IEX2F+r/RrmYs/T/dHJbJe+wATPsE9goj9wc48+PKcBJ8/z5tcm+0mtLS3GZ2JbURY4RK8ODQ1FvQW+2CeNeYCHOZgb36nDcQvH5cuX20eZ54J6nWPrSQ1Yl/KLLHv27GHp6Bc0NTcJeIGdefv7++OaWesd4ABWntEH+DjyDD7ds3ev6V5nf36R6BtC8Fyp566YLyrRdoRgnrDdHnb+nJd3ma+zszOOCSFEGWJecEXLW/54GW2p45wLLjhfZ59zduwLT4Dj2d7bqpWrtGzZsrgm+wYmZIW5ocv0fOAF3DHvTPNUu3009git0UvQj3nRnW2tbcZTrWGX4LFK2Xsoc15WwiAmY2KAQHE2NTeLN5ZBBs9ACAaRGfJWeLXRqNUJoAAQIACGBtD0A1iOPOMcRDMfSAChrMU5DEyjD+NDCFFR0Zd7IQQjvGqBqsRWcUBjrrVTkI33YR6CYMbCJGyacTAlcAMDTMz+YCiEmON0AyGMLb9nTIAJhINAYE6T1E5CNRIcRg4hKLWRZt+sw/7kD+fc5zrOhcExohMZfgst64Eb+jGWviGEyJDQAHjpE8cz1nPSj+ZTw1CJ++U8Niub6b7AxdjpxnPwB/w01uIe/St2wCrViuerulU0PDGs4fFRHkehTKzRp5ohN3whhHg/hETAHkIwHUoRbtaFP+ANnKaSlV/Z9AlJKtkwFH1d8l7GbWD4uYa+vkH19fZbwfapt69fQ4ND6u0d0MFDR+wcv+WA4YCd5SM6YIVIUNFn5TjpBM6kkxscM8Z7zvyXhFSpHb86J29aWlo1c8YsNToRxz0UB23CSQf5A87LpkPFNCAgHnVxi5a1Yk3SROMOrIrQ3vCiSEl4zF+wQHPmzrFhaBJOcUN9k9ra2lWw4mqwUslaOSuTlRGiovfHT1JMeo2S1yi7sZZ1rHFkHPt+xRcV3y/ZaaO4NsGaPpeNTEgS0zWoYg+nFGlTVTaXU42TELl8TtA/+JncgyQ3b/312UAd2r/PScT92r9vr04cPaZTLmANDdphtdMO32e9v/b2mSoUWkXQUOPAVUlGJo8ijCZQMA5DmlU1GAauQ6qqccZzH/y/V/aNsgeVvQ+at6EyRSuPAbZpPuPcA2JSo642rzoXF+V+VTfuJ0kiWgjMabwYJ9yn+RaHyFfVqvdvBd1gQ4s8J2kaZQ/eLkEnP6+z48Dz1M/iQP8zaoPK84rnpTEP69H8WMCXz+ei3uCc+3FdOw+VaslrF21IJnzkvGTalaJxqtjZz+UyoqHvWBeHjsAd3uf5pBPdfXYk0COJJ82ZN2aaX8Zc6HjSCeh777lHo6ZL3ryLcueN0+uvu07XX3+9Vq5cqRCC1540H1R/29gDexoYGIh4A89pkhiOXIQLpwKDhu6A3+kLXkgKLFq0KAZ3FNUmLD8UBSgC0Accgbei+S+EYAeqxkm8+njkPngBX8xJH+DgOoQQDTQFutN2VnCmuM983GP/9MXAbThzQzRis2d36Iwz1mrpksVa1NUpig8kZNodxOG0QY/WtoJmzpyh1paCcOxw2pYtWSp+MvOsTZt0xeVXiCTL6lWr1ezke02+Rql5Fn0zYlkuW8ckSmWV5gChYrqVVTWPBAPHXpI0mXK4rOMGnRhtbGqMDhx9sAsKsg4Yj071lrPPjkHdoSNH9MzTT+sHP/h+nKvNCZQQwm95A9zAC9iIFusE5gK/NOjEvHkb+yE7vSS7Q5jCc85yzX2DpgMHDoiE4oR1Y31trcA9zyYmJiN9mdPbMN9mDVu791WxU2AcdS5UxYkA1ob+4J+/jXDnnXfGv4FFwgNZScwrb+96WyRmWIO5oQ/wwbv1lq8Bw0fhBwceOBkHj6SZjEU3RPvOXggWkEXgx+Ht7+uLgQNFEuZG38CHRRe1WWPUCbqXX33VTv+QStaPjAFn7Bs4OKcPR+Cf5rPp8SGEiPcQQrRR4KJi/cOewHs2m4q3gZMkKG+ZZp4Ryz/zoKNJfgHTaSe/Jm0HxiwD6G0K0bM75mim9eK6teu0sKsrzg9fjI2NTjlsLvgjR3FN6xKO0429gaPpa+Chcc0R3GaSxMkNQjcpDYlIFMsfnjGeNu5kArBKQdMf7k/hoqQ0ySiJLdWkEyWsCZ/HfTrBQeDS46CJJCM8dNIF4v7Bfvctqmx9RRFjcHBYo06okdQHB+MjQyqXxhVcuMmmVRUnRlWTCSo01KlaKlocy+arScv4qEadEIKurMfa8CaOJTyC7EMDGny0ZcuWqD+43+HCOXsDH4x9e/deHXSSn8QG9Biyk09yDnwPex/gbMy8Mmbcg4+8ZaZkHZ8x/435PnOBF/huzpx5loMZmuZFfEhggFasTf9pmJENnqGjQgha6OIEPib7oMCKPMO76GKCCZI2fDsJGqG/uI9co4so4hw4cFBLnTwpWe4aG5u1detFoh882TFzlm1drf2Y3sjrFPQGnGB5/oUXonzz1jZBCboYHXnatjvjhCI4IgBeMG+euubN1eyZbTp785m68oqLre826fc+8TFtOHO9/Y5WHT1y2AHyaf3kJz9xQP+UoAO4A1fIK/ud7eAB3x37dO6554r9gVP2utNFxRCCfvSjH8VkAHiFBqetx8FZCCHKMzBCH/zpfS4IEXQfdhHo5PETKk6WtMDJ9A7Lz+9/8vd1yy23SSGJMj5/wXy1OVjExiXmaX56ad5c78kwnX/++QIGYJy2ZfAJL1l0uVgy4GCfb8W1WSZnzZ6j1evW65LLrnTCrElvv/2uZhi/Z27crA1u6zZu0ayOebrq6vfpE7//aSdjPq6ly1ZofmenMvYZCL7STNY8PCb4Dx7hHvaPtdFz6EN4hf1TQEV3EvS/5aLxG2+8pV/88lE9/uRzuvPue3XP/T/Wg74eG7MTFGo0NmH5KlfVa/3XbTqWbXQKDq7Gx4uS5X7D5k2a40TCvPlz5RHGT8VJ3JIq1oFv79ilXS74vvLSS+Lnkfc7UA3WL6udINpsOwe/wRPQFLmCV6EftIKWPOcauEMI0UYg+/C//GGv7Bl58aXBMSVCImQOW0lB65vfvNOFsQv8OCiEEJMkZetVxiBj8A+2nJ9M5gWUPiekXnVB8aUXn1e1UtSIA93E4/j5rIrl1K6TvIpq7NdYkfr/spAv5Af+5G1xZApZBPbglfkfONkne4Qv2CPXwAAO6IsOoC/7Yi74nHHoCHQJ9gjdBM/yjDGMh//z9hEYV+MjY4vFcQ0N9+vI0QOesiK+iTNpvTrhBPTrb7yuI5Yv4Dh8+KC6u08qa1omBvaRhx7SV7/yZR12Afw3v/mNHnvicZHopGjC+iQBb3HykIJOn3niV7/8hV588QUtW7ZUO1xQAib8l0PWH319A3r+xZesE7qdfBrW6d5Tqtjv7O3v0YT9x9qaJtMk65ZRbU2jUvvmyE6/E2JNjQ2SeSVv/4Hi17AT6vWNBWXzdbrs8kvV66Qd36j4pdcvmdc+dsfvqWvhYh06fkwn7Zf2W79Wrevrmz2Pyvro7R/W1q3n6/XXXjQuxrVnzzt6yUXQy10MuPGmm7XERVXkBpo0NDSJhPGYbcmkdQCFzcR8Bc5JuKD/DztxB9+gY9GXadEhTQAAEABJREFUh1zQ7fO6jzz8sFLvY/0Z6+xX1SufzdkmBiVG7qlTJ8W3yY4ePaIJx0PI6MJFC/W1r33N+D6i++//np5//kWhc23S5G0JmOZZV6K3BpzweeDnP1G946RlTqi0zZppHdmjR02np556SkUn69BfZ599jq66+mrr6wW6w3i5xP7kH332T/RXf/03uuMTn9S1139AQ/Yjl65YaZ12q/3x1Vq8eIl9rSZBP+wCsgcfwX8zrY/QXzVOuoGbVfZLV61epaKTfPAsPA3Pyx+uGReCmcnX/M8c6AZ4N4T37tvRA9f0ZWzOdKZv1fe5x5Fr+jCOa9aZPtKffvGeNQ99QpiaO4Qg4EDPJz6PfTxvCCH6/Phm9GevPGNv0CKEIOiJToDvsJFnrD8jFif5xYuWGW1q75hlXX1JfCmSMK/qtY85DuVvYLbP6rDtP+I7EvNt2rRRyO6ofTFwNeqYPoQg5Ih14JOqJykTYIZE48YnuPjXf/1XffOb3xS/iIAuQ9fUWt+Af/QKfDhpHxrcjPvY39+vvdat/FTmT376U1E4/PmDD1oPV6KfTx/yVxP2s1kXPwQ7gP6fOXOmwCN4JVYHr32W6xr7JXfccYeSNBV9eAE0hCBwhu5ifXyBZ555xonIPtutt0XhGP/jz/7sz/Qf/+N/tK26Xbfceos65naIIlWv4WQPR48eFUV8bNKk/Wf2w76xw8gX/jx7o6H3oCV0AhccuQbOovUZPAItJ427ouM79gF8NJ6hE9kPL6sPD4+I8fRlTXgc3wqcAgvzAh8xDfNT6AFHD1kn8hx4WCtj+WbuEEKcD/xhT+RPSEK8B56hPWOCaZxNc8qkWZXKRRVLE9rjgmCf9cVe5zJq62ud6aiYL1psuwatN+qc6J0jaNDrfNBFF22N/MR82LRZs2bb5s7RQw8/pKPWJUXjYa5zNyudIF67ZrUuvvCC+Os+V111rS665Ep96NbbXSRYrp5T3cKuDru4DL5nOMYbsX/6zttvacD69MXntmn2rHb9+tFf66FfPaSqhfbdd3dbLzRriYtq4PKtnW/Hbw1ebf0CjtB7+/ft189+9hNte+Yp3WZ6n3vu2Xrt1e3ip1+rtrVBIep/aHPjDTfqM5/5Dzpx7Ki2Pf2Ui7xf0/fuuy/GwutcUN644UwXmjaq03FKvWPf+fa/mpubRFzDT4M+4j3vNUy//OWDuu/ee/SUiy5PPv6YSo55GhvrlU0TxwOVCHupWLafX3HRKC94GxoS2812kbrWsWBw31rr0jrnVjKZrGQ44Q14Z8A5CPkzMT7pf+WCOjy7T+iUSctRxv46NI7N8QTHYrFkk1UV4jzsPEhfX3+Uv2wuo5DIeqFqnV6OMhT5IgThL7S2NKt9hnNWrc3GdZPHG+7gZd3aXUBZe8YZWrR4qRYuWuK2VBQ1mwttWuRrdAmyxM/1Y69/bVtw4MAB89FQXMuzKEkSpYYXmqeWZ2wZ0JQcA1GAn7CtnHR8hkwAe21tvYgpeaGo53SfGhqbNWfuAu146x0dNw/lnAtPjS/oyT4mrN+qzuNNujjb3XPKtB60v35U//r1r+rn5otJ29GmhkaN2eYM2/ct249a7YLdZS6so3v58oaMiwXOQa5Zs0ZLXNA69/wLou0rmX8mjNeymbHDvvU893nzzZ22//3C1n3HRUtesvv5z3+u3zz6iJ7f9qx+8qPv62c/+YF57LBGHe+XrBv6rNOIIYrWEdAYPUVMH0Iwr1Qjjsij04x25XNZVWxPq/ZByjbEyDfHCetb8Lho/hzxqwW8kIG9BA/sodnFnvUuZi5a2KWzNm/Urrd26n/+z/+hu791t773/e/p+MkTWrV6tW666SbLwWfEN84PHzqsRx59VCdOnhI2eYWfn3XeObr19o/oM3/6Z7r94x/XB9y/c9EiZbED1s1bNm3Wesfz11x5lRZZRpbbfl91xVXavHmz9UibLtx6sZavWqPJitTcNlNLlq3U8pWrtWnzFuuDW4XP2lBvOhcKGnKOiDjhkUceibIPT602Hd7csUM/+vGPom6H1gu7upwbbpxqzim9++67zmHv1HMuUlKonOdY5qorrtTCzq74Ug9/euW1l19Rc3NBa9esE0WbVq8XrFeKxmOD5a7NNnXr1guMh83Gy0rzdJcaGurtpzdr9pwOrTKfEJPecOMHxAsng873wuvEBHzRp1BoMZ90aZ1lZM7ceSInEkLQfPNJaj3tU9XV10Yab9++Xffce6++8MV/0auvvRK/SV207myx/LVZ/urtczY0N0deCJYZ8IAPsNB4v9V67T/91V+IAvByF6saDWPFuvyll16Mxf5vf/tb4iUh4qr4hagTJ4S+GXEOFJ7HrmQtM/BeYhvR6LVy5jHwGnnHgoqc0nK5nGpr66yrO4yHVqWW3RCC+A9ZSnwObK0tLco5BkSex0ZGddqxLXjBZqC/mJu1ket4NCzMP9dxKuPowxiew9fIxKDtAfAAL3hHPsvmf3wMxsprc120HKXWJcDKOiGE6HNxDzuFbSU+JzYJIQj5oZ+3Kfpw5J4UIr6ZO4QgxnKfOI8GfMCTeW+tZtOHNenDGOYCVo7snb3Qn3nQ69ynr/wZt44btF7nXmNjo/2WQe02DxP3sydojWyT94GOvY4F8TmAgf2Cc54zHhg4BwZa3jRDd7DvjOmFfwQ80J+YjL4hJFF2GAtesUP0Z0/B8JVcWJ1heVjkmIBiLzkE4GI+9gM/TdOBveWyObE2dIR26LdB6zt4jP6FQsF8VBvrmtQ2wRPjOLKHEFjVlsC6Nfce/BRPgae50Bx9YQsOHWJuAfzRwC/rBgUlDGTSRiM0DnyPQHSCqQAGArAgQMEQ9S5i1dfWTy1gswhz0ugLk4QwxTDyJ4TgfxU3miSJHaiSQAKIDSHE+yCXeWkhBBWt8AF00s5luVS18a/EfQADzUvGDYFckIFA4OTWOinN+hCbFkLwuKoN2rBYr2TDVXbynT5xHkljduoxLhB70usyjuf0nYaBc9ZydwErDZzQt2wDw75qrNT5ZgLKkSNCTR/GTjfGhxAUwhRcrEcf5oMGzAPOWQv4uM+R+xxDCEwRhZF1mZfxIYR4j3M6hPDvwsxY7nGEERHEobEhDY4NikIqz2ghhAiXD1zGBh6m54RPaMwTwtT8wBdCohBSK49sbPQJvpcmWaVpVkGJHZmqSJ6P2IGomFnzNoJJSJ1Q6BPOZ78TDSUnqaru68eatIMWQlCLBaDZrcWJura2Gcp6XPCMRfPFxNikRofHVHaCExjBT5okEQ/gMDpzNlTZbF4hSSWPmzT95U+N+STvYDhXW6MZ7e1atmKF1q0/U3PmzxdOSuuMGaqtb/S4jBIboSSTiuDumA38iZ7TUhKUZrOaNC+N2sGcLFZUMhxl9lCReU52Pqqq2hurOngIIVF4r7H/JE2Vt+MKPZirEqSqn1cUPE9ZE3aGh6wIuk9326k4oSPHjui4W7cTEL2+13P6lE7SXCwYsqM6ODgUeZw9LXYiBEehY87c+KZfU6FVxXLQhGEdswIt2yHLZHPKZPPeX6oQgqoKAq6y4S16H8ViWWXvRb5frSo65FwCX9X35A98APy01PupkvGolJRJk2jUasBv3utYmSamy3TzUMFXHLmHTkmSNN5L3A8ZRvFljV/oWLbxYg0az4ds4E6dOuWk1CmRwBm3I4LRYE6ec6RvLje1dmrYuGY+nsu7LdsxLDs5WDa8FcNNY1ySpErdPzF9Qwgi6e1DDALKhmMaNvDI341K0iASc6dtuAnEgvGXy2Q03wHKLjtfP/z+/ep10vWWmz6oP/zDP4h/S+Kv/uov9bk/+ROde+45DhrajK9UIQTv35AZ2ewZXVWxXqGBJ/bHXg84MCiZh5MkEc8a7ACig0IIUR8edhEwNfzAyn10YktLazQi9CcABN88ByfgaLo/uggcsB7PGc+YEIJYD7hCCBE/wIDhYzy6k/41xjf4wQhjhCgQNtXXKxi/tS6s19uJm9FSUGN9jeprc3Ym2zQ5PqLafEYds2Y4gGxWe1uL+LscDXYs5UQ16wxbDuCpMfeVP3yzgTUr5uNCY0F1tfWapi1wALO7OSCXTA6mEX15hj6HVn1OZLAn+kJL+lPwOHbsWNwr/EeATKK0zfjDcGPfmAN8gbsQQnQGcARwHJgL/HIN7uifdzKXZ9O4A8eNjY1xHPJBP4z+mAM4+kzPzxrsHXqYJby/nHkkEbRbumy5+WamA81mF16udHL8PJHwgB4EZNe5SA8M0OIMJ78W2fllr8Bc76A5b51X39igkmUAvC10oWn9+vViz+gAfkp50s4ha+MPwEPIHHgDJsagE3Fa4EtgrjedWSNnmQ/mv1Pd3QIG8Eqym3E1fsZ1CCHyUDaX/a1NDiGID3ODR85pwBBCUJokkoLS1EGd5QLcgq9qqBjuZsFvXQu7rO/a1DG7QzMcdLfYEUu9RkNjo+ZYF7a2tIlv+IInea4xF+saDDdrsIe8acXaZetJjvKHPYUQFELwlcR9+jJm+hn3oBf3eEZHnHOu2TfP6Ms19IMO3AshxPm4LzF/ohBS65ysgvfLGBo8Qn/WgX+4Zp1JB/9pNqdx64OTPX0xITxqX4b7/ebvivXVhPc46qChODmmogsKRRcPxkcHNTE8oLFBJzdGhzRhX6DshFbJzyfGR1X2vIZM+DDAxlrIDfw0DQ/8gC7avv11kUAEJl5+IpExPj4Zf45r38HDUe/gdNeY9vg3zBVCUBIymnA/aECD7jT2SZ/BwUHjISPGQC/kiiQ99+F1ZIi+jAUukmIExDzbsGGDZaMpJopJSLA+xY7NDqzZD2OWOvne2dkZ5fDkyZPihRYKQF1dXQohKPJWtNupKB52xF+lWGI+miP+vs5/+S//RU888aQGbYuefPJp3X3Xt/S1r3xd3/7Od9XuZHvWvmCPbQJ7IRBBX5EY3eWCHb5N1v5Ec1OjZruAuNzy2VCT1fLFXbrmqst1xZWXO/i/0PDXCd1Bgm6m+Rm+YS6SyugM5JF5sYUkgwleCXygEftkD9gR8BNCcKLxqMAf+5/GFwFK1jwUwpT9gI7I/MUXX6whJ1vXrF7rwP5s1dfVat7c2So4kVdXV6Mh6+TahholmURjLsqPmW/y1vEUcQn4a0xvAv2cbQKwAAf2CzlFn0CjthkzTaeClixZrtlz56u5ZYYmrNNnOgmRydao0DpDSxyoz1/QaZ2cUbWaaGHXYl180WVaZB044ILSkeMuyLjIfqq7V7M65toWV5S3HCN37A1+gNYkglmb+AI+RZZIQoBPvsEKbCSvDzqR8+xzL+vdd11UO9WvzS7enrH2TK1YsUoz2maoub5BaVqNyd2mlkZ1zOkQ+nOJkzcXX3JJ5I+WttZYsIY/8XObHU81OamUMX7eePNNvf3OO+LnA4fM47w9P8P2BVqCoy1btohvO8KLxDTMUedYi4QAPA/8yAm80NTU7ERLg8Bnne0ltIPmPCJWVNYAABAASURBVGccdmPCfjTyyPGUE3+VSlVTPy+7S9Bojv2UbDYT9WeD94ZerbVvvH79evESADx1n5O7JOj6+/tMh2qkPfoeug6Z/+Ep4CmbdqyLjqKh66B/0Qka+nJdti9Qsf6ehpd+4/ZJoRewQw/uAcPI6Ii4D17AIfdZB7hDCJGXeT7uQhw2hmQi19ARWDmydwormzZtcP9+JVNegQqFJm13Momk14IF88w7MzXLxbgx2+E2048k5Pfuu9c8V1bG+Onu7ol0mWU5pPgOLfgGFPQ477zzoh2jeAJv/fIXv1DGNhCfMpfJRP3YMXO2srkarVi5Rtdcc238tnk+m1VIKhoeHVa3dcWBw8c0Uaw68bVIcywPF154kZOBW6JuOuZi7vBAv550MbdqvZSvq1eb9UwuX6tt2573+kPqsj6Dz2+77Vbl8zlRwOrt7Vdn51ItXbrKuq5VW84614UFn7tA+nUXLR//9SN64rFH9dorL+q1V17Sd7/zLb311ptavWq5trvov9+8evTQPsdou+2DIINVJ6l69dRTT8dkGUXUNhchSKB++MO36UoXY9HXjY0NajMejzlmOX78qP3nMaGbXnzhBQ0PDetRFwEefeRXuvuub4q/Obh//54oU3d8/GNCN4DnW2+9zbB36c4777Kv3y103hlnrNemzRtNyz6dPH5EDdZLTU0NUQ7PMM/29Q9q2Im0c849X4udcD/3nPOjDdq1623dddedkebob/ioudCiuoYGnbCvItOpY858LV+xVhdsvcQ06BLPG5z0hveffOIp24XE3bLRz86advAoDX5usOzY3P7WnsOHY7a98DQ2ALngnvzhyD2fes4QG34X1+hunnFkDeDkSOMecsR63OfIXOOWH2QFGccfI0nPM+SFuUr285AZYPVi1l+paZk1b1fjXvK2VcjpiP0EZJlj0f4fOokEMTYmm8vF/qzXaBtwx+/doWuuvVZXXXONipbnYe81a/1GazBO8SXxpVlziePRNJsTxdV64xM7ePzEcaFrqt50X3+/5SCJ84OHbC4XYaTg+L0ffF+sj+1n7cceeyx+M7nPRbVcmlGaJKq1rQE/4Bv/BxztP3gg5hvYP3q/0T7gj370I+Hjs7fgYkfFyTr+ZFCT7TCJUvjW4Ijx4DpnOLhGj7z22msatPxdcdUVTmKvUZ3pDd6gAzSesA4qOndEMvlf/uWL+uIXv6h/+Id/0He/+1194Qtf0Fe+8hV96Utf0sMPP2xZHVWrZWPegvkq+MjPhrJv1gNf/f39wuaT1MSuY8NOOd5d44Q++nE6sYjMgZMQgthnTU2tfbxilLMXLGe8XIE+Yr/wRY3xRH/2yc83nnvuufZzJi2bE6qtrbO8tsXx7c6H0EIIkU/grxCCsEd//Md/HH0SfKYQguVw0IWc03H9EILZKyhJU8HvIQT5huR4m2v254uIX/gzCYnytvM55yE6O7ssc/OUZoIy2VTgP5vLarbta9n822+cNLhIl82lXnNAy5YttQ4v6HOf+5xuu+02/dEf/ZFuvvkmzZs3R/tckP1f/88/xFg7DfIaWT3vIvcrTvQ/avyTn+MFth1vbNff24+7685v6IXnn1fnggUxRv/Ex+9Qc0O9jh4+qEtt02+99UNeq0Uf++gd+uBNN6u/fyDuAZ7q6OiIPLVt23O2p3W2o+2asA8u5xUeefhBx6Y5rVixTLM72nX44CHrvkHjqmKcG++2zZOWs00bN+nb37rL9uUCZc3PTz35mB7+1S/VbDlbYt9wjQsoV11xua66+kpd+7736cwzN6hrUaf122J1dMwShYyqCxmF5gblMqmamxqiXpw1s80xdUG1tl9WTKra9qYyNZxPbahtkE2P7WEQSf4F5sUkTe3zjWrc9rpimiFTtfYFICN846HK20/N5jImaxC6Hz4YGRk2Tw/He4wpWxE2WAfgI6Ses2y/gPv1tjnIfwhp5KsG47i2Pq+MYaYf85dN64pl02gwT+bV0tpkfmsTPNvkYjI8VAOvOj9Hzu68C7dGfPCSbHNzc9RnR48ejXoeH4PYt1qtRplAtyELxgBLRR5jvkyaKPhO6o2mPvH/plFZY9aH/GmYF1980f7cKWNE2nzW2eIXtW657SNqMDz4/+Tc6qwPUvNxzjIoz1a1jW5ra1e1KuEbV6ol2/KNmmN+3rP3HR1z0b/suC24bybNmE9q9cbrr7kYt8P81a9DBw8K2K61r7Bw4SLVmA5N9hOLjk1rvEZra5vv1emNN3foN489Jv7uLvZR/lSsjxPvJYRgeZ6wPd+hn/z4B7r/vm9bH31T37rrX9VaaDAaKuruPuV8TL0Kxl3VwGIzGM+R5uk8x2TEqwdowoXivOUyb92Ivu3v77f897oQM6QG6/Y206Wrq0vYb+JCXvZFZx13XoUXz+bOnaOR4SEdxs9+5ln98Ic/0s8feMAyu08UMO+9514Xfn+me759j/7tm9/U3d/6ll5+5VXxd1d7+wf08K8f1ahl5uLLLtXlV10pCqq19XXGweN6/LEn9OzTz+jOb3xD9373Hj3j8yH72A0NDZF/brjhBvsOZ2n9hk3aeunlWu0iL/QadRyaZnLWK0NRfuqM30bTc9Txz443Xne896xtyah1QLOIibd53tftO+5+Z3fU0+j9ovPR8BZ/wusNx8S/fvgRfe/++8VLD4319fHXH2Tfe9z57+e8769+5cv6/ve/L2K5bvsfR48e0+uvv2lb1x/vHTl21P7bGn3kwx8Wvmud91hoKajZdJtwkf6Yn1ctJ4w9ceKYjhu/gy6MbbQumTVrtkacE4ZHyG1jZwcGBjVh+wRt22fO1PkXXqA7PvF78dt8yFZqHmywHWwuNEUaP/PsM3rhxef1+pvbdcS82mv/dGx0VOQS0G9HDh+Oeo9iV4d1ILySJokabWdffvklPf3Uk+bn7XrttVf1wnPbtG/vu/bXjqmv97Sw54POV1fNXBPO3fbalsNHXOfzOeE300IIUQby9k/QD+gQvghRsBw0FQqqccxTtVTyYmdqOWqzP9fmOgG+R3OzcWWehvbogYz9u8TwoZPAAeeZbDbGF/Ax9hF7i73mm8mv2d7zAjIvZPBSFn4D/kwIQfgKc12ALVvPIcPQnTkGzWvYypxlg/lrbG9ZD7i5RwMOmrduuSp6rxXrCO/Csof8VZ3zDCEohEAXse8mx474P63eG2sScxWtO9gXa4yMjESdQX1lWk+zLnRhDHNwH5iYi3vAQAMm8P+W8xLs78CBA5Gu4IM9hRBEfEsswdrEOMgzMLA2jTlYg30yJ8ckTaNeOGW/BdpiJ+BVNgUvg7M333xdxGzMSTtmvV01HthXsVQUsPBi6u7d7xhXEx5aiXFNm+MN9Au5HeJX1h4bGxe0cKfIX9gm/Ex0N0d+pQE8peYDcAPcIQTz+kTUbeAnNuuWouUkhCDwxDrA1Nfbx9S+1xbtBvCzV9bmeQjBdiyjhMlhOpg2hBAZjM4YeogWQojGbxppIJXGJCSGSlbwrAQSpyfnOXNAEBgMYUNwIiOHRGyGdVmz1oaCsczB87LnK06WYgFVNkrcD2GKuViTa1oIITIdY6bn5rxkRoNxgJcNcz595BmNeYCRIATYeM6cNO5zj36ccywZJuYOIYh77AuGIqE8biWTsaCiaIMnKHt95p/eF+chCVEwQqCHogDJH/YNDuqMA/ABHCEEAbP8YU0f4j45cs36Ja8BjOB4+hocABf3WZPGGFoIIc45amXOT9n60nPKLfwfDdho/y7g8ieEqX7MSUuSlLtWBvK+MmbyvJ2f2nhMk4yqrrzBlEUbmaHBEQciQ14ntcPerho7QwR+fHPG9kV8K0FW5sMWiJJvFO18pb7Ou19tXb3glYrvjxE0WnGMOFjGQWOvCMmxI0ftfByKhmvEtKhYIHk+WSzZCI5pzIVJHMRJO2oY3tlWhAu6OtVioexw4m7d+vVaf+aZ4ick5tupnOVkfIsT8c2tLWr3eZsTng2FFjW1tKjDzgDBZEizmvD8lff4E/i8rOkq46Sqivc/dZ1EPHnzwlgIPrHBSLMZ3wq+F8QcRfPXuA3LiB3TfhtFErEnrYhIQPAGN4qINjQ8aGd3QhXzUylII97bgI1+yetlnVjJ1dRp0MmKMTvqnDe6kJrm8i76llQ0XnP5GqPa9AmJYTWcBrIiT2QofcP/V1SykZjiq4rkfjI9E+8Xmocw1bdih63sfvIOMvZACUoNkpJkal75wzm0C34w3Z8x8C4trvHePNPPqzYmHqoQghgfQojnIQQxhqQncodO4bpq+IMUeaTZxhNZQoamx/KcNj0/65cd6NC4x7MQgtdKxTiMeNmBSdVw0JAp8A6sIYTfKt9Dhw5a2e+PTgxvR/FTjy8895x++uMf6tcP/Ur3fudufekL/6Tnn92mOXY2zjnvXJ215WwbvT7xYkAml4q1Bu1YeoNxb5lMaoe0wZchOhHAB7zoCPQzjgp7BCb2nqap+NYQ18DOdbMNL3IxajnAcDKG+9PPRyw/7AcDx7jpNcAne5Q/3KP9Lg6ZL/eekwCOKURg9NxdGLStW7fayVis2nxWBCclO3zBtElN+zRJlM9mlPf+smmi2lxGbS0FJ+iz3mdQMA/lHaRRNEWfDvb3q6+nR4wPDgDrXXituPDtoaLQc/LECZVsH+rrGsTewMV085JSSFSxsAUfE6+t4FshaGR4OCbkcGBPnDwhPoxnH+CKYgyJPJwQ7jXYCZdhwxll//TN2BhDE3Qs+GN+cAlewQv3OKd/rXU6LYQpenIvhOBk9JA4xxkgaYHBZuykZXnMydxicSLyIvCxFvJI/4o3Nel9ZzJZdVgvtVsvkUiHFpc46CeRCfwZw1g1InDuoFkIRoAnY400k0YeHnPyizlxNCbsPKxyoqbWTv+w+YOx7LVi2WQ/wAisODHcg6fmWg/iVLJ/+Ia5sV8hGM+eg2fwBc8prpDQYk1wE0KI/B5MnxY7xoxjXtY1mJGmHH/3OpvNin1VrHNYT56DveWt2xocpHc5gMPhhIYUIjZs2Kj169c7gD1Lq1au1uJFi2MyCD4BDmi6d98+lawTkQecvrJ5rez5WYf9A3sIQdyjAQ/3pmELYQqv3Ptd+HlOf3iE9RjHPfrAV/TnHs/KtiFV25AkSZWYV1mbxnPgCSHE+yF4Lf+fpKlS48JI0uhEUVXzQqamVg0OLgouRoGbqm0BuDl9ukdFyyE/5TtquzHQf1o9Pcc11N/toKhfddZB49Y/PKtaviq2j6nnzzl4AZaKdSDXIXhhKb5Z2m/ZhK+AjzXytifwEUFWDricnoFWBJG5XDbqM+g7aR4j2Mfm99m+wVdZ067G9op5GEOjH3OzPjxV44DESws+JcCBbtCL8SFMObz0abFtphA1pYeWiIQjP9kLHRYuXBhpCB8uXrzYPkhbDK7n2g/AnoAzeJwkTKvtfBoS9Z3us249LIo03CfQxzF/8YUX9b3v/cDJkOPB7MWWAAAQAElEQVT6gZOzf/t3f6/vuID6r1//N/NSVfzqxh7z1Q4n7x999NeC39EBwy461TsgRn9VLOdZBXXYx5jnIi3Bduf8+UqTRDV1tdY4QfgcmXxeww6Kx03nbDYfdReyx/7BGTq7y3xfb7klaUTBGP4vmBfY1wEHRiTDwVsI1rLVapR94EHf+VLYk5PWhQRU6F7mRFaxsfAqiaC2thYtWdyllkK9JsaHzUMn7WMMCt1TsB5HdugPHglIOTIHAQ68QfBFYIrcMT+JYujSb16qGi78vNT+nny+bv2ZTnZs1oaNGzV/XqfOcvJqtn00aLdkyVKVnQgcGR5TWRnzf0lHTpzS0RM9OnD4qN7de1Cn+4f00iuvxeILvETgTkL52Wef1de//nWRZAYOeLhkn6vJBUn45vrrP6CrXRi44oordcUll2lWe5sWusi2sHNefMGnsaFOK1cs1WLz0trVq1UoNGuOdeBFLjpfdvnl4qfABp2wAI/wPvyYtR5mv/DZpBOUIU2chK+LeogkKD8h220fj18VoQ9/r/NCJwfnzJlruhS8/wWaN3eB8TxLVsWOwfIqFsu2mTVK7Y+1ubgLDZAXdAa4Rl6n9laKNob9Qw/ggNYckZedb+30fNlYYC80F1RyPDGjfYZ9mgMCX/idQ054vPH6614v64Bzwj72fhEAH3NyZXxsxAmiUeVs1wf6e5U4Qz02Omz/sWoyhjgfcgtsdfbhkW2ukyRVYj4fti2GD6EFtIGfoRf7AEbw+MLzL8S5QpiaD74etV/Tb75hLngOeSDoneOi8LUu7sBXXGNTf/rTn4pkyPNO5rzxxnbt3LFdFSegXn7xBT32m984afWWJpwcRA5Ym/m7e7pjgP+zn/5Y/JTiDBc7brj+el1zzVURL3zLjEIE62JngGPE9o5vkB52gilrfPSbDx548BdOAs9SNaSaGC+KQlLeuu6Ciy6OAfktt9yia66+Sq22f62OQ7oWLdXFF1+pv/27/1u33fqxmGxvbirEmIqfA33y8d9Y7rrV66RWsA0/fuykaXdcA8Oj2rNvjxIXIRKr6Y0bNmrF8uWa5YTZ27t26qYP3qzzzrvEc1/lmCTj5Omgzjv3Ij35xDaNDE+Yz1qUMU3YO3uqtS1Zu3a1+gf69NQTT2jf7rf1w/u/o5deeto674D4ps9bb78b1734sit0zrnnqck+J3qn3v7Owf37dOzIERdsl+pcP6saub/85S9FsuTJJ5/U448/oVdefUn79r8beero0cPKGHZ+Eu4HTi6WLCe3uRj853/+eScRN0Y+Wrp0qdDrl1xyqdB3s2Z1CLu5++23xYsdvU7QhZDo4KEjTnZv0ZVXXaPzzrtAx+0n8rOs+E8k+FauXOGi8lJt2LDBfCrx4g80g4bw/xtvvGlYstb5hwWtmppbVa4GbbIOWuGCxqiL+9lsatqMRdmCV/HhM5ms4OkQTAAmc8PWw+Pwoy/FNbzBOiGE2D+OkeJ5arubyWSUulXKZd+d+j9rm8pY8Ji6T2o9GUKI83GPxpwV+zHw4VMucn/xi1/SD37wQ9uLk5pwTJm1rqAf6zHfNEwhhLg2STS+/XnY/Et/ZIE10evcY150yICThdlcznTZpNmWN5Kvz1uWXnTyFB+yaB1SkUTxb+3atZEv4Cnm40jjxbaGugYXcoJamltE0gy44hpOoNU1Nhj3Ncp43wsXLdQNN96oS+zb8tOXfNtq/779Qqft27vPK0mpgqpWjsBdV1cXdRpwkbh//3Xv1zXXXqONtiXoDJL7+BEN9uvpP2ZdMu6cAvmaZhdG1q5eI3ADvOw3TRJBQ3TJNtsPEvXjzlEkaSr2C055Dv4Zwz4+8pGPuOh1jc50wr5r4SKtWLHS/DJuuet2wWFA6LpDLiSMOA+D7m6x37LGuJo9Z14sGLz9zruqtb6k0MSezznnnBjbdnZ26te//rW2b99uuT8adUgIIfIhNA0hRNiBCfxg5/hpZfwW9Dm8xZ5DCHFP8BI0DiEI/wE8nD7dG/mBvWO7ay3PnGMv8vZF0L30O3XqpHVRT5wHmlrEIy34J4Rg3pzi3xCCWJfn4IjnXNNYnwbsx1xIOHHshAuAjZrdMUdV+50KFSfm6733nEr2SzOWO+7X1tZYPg/qySefUD6fjbYJ3QWvftd+2I9//GPNmTNbvX09evrpJ/VXf/mXLmIe1HnGY5d9rLM3bxbxJTyyZOkSc4/0+quv6ZFf/Srq+0bz39nnbNGZ69eJb7ausy685UO3WJ+cp9PWvfwk+iLTtbv7tNfO6ewtW8RPOINrZOiYixxbLzxfy5ct1Ly5M/Wdb92pf/3ql1UujWtR1wLlc5bxRH42RxNO3L5rfv7e93+sI4dP6MwzzrRNHVNTY4Pe2fWWhmxHMpnEPnSd7f6kMuY76NHaWlBDfYP32CeKV9fYb+EF2g3r1+vsszZr/do1qq/La8w2tsY+fov1c956pWp/p+h8XHAcWbUfUet8UdkwlKwjWgqF6Bdn3C9jHZPN5aQ0Uc50DyFEXV02HaBZ3n47/NDtQty079hjuzlgm5Gxbar9P/gG2YD34IEJ56Uy1pc2jMZJxbwSTN+ignGSzaYKwVxihiEekfkgdW4J/7hjZrvxPDfqFvY8x757k3231tYZKtiPRufMsU7Cj99g/Q4+eCFwvXHCM2S4yrxuieUaW5mmicgxZNJUGd/AX0t9zrpZP8vnsmp2QTtx/1PvvYjW7BzTUReu3nl3j260bV1/5not6FwgcoknT550ce2wxo1jcm0l63HwRDviHCU2tc2+dE/PKd1//z166uknFDccFHUEPuBq6yD8ly77mUdcXDh27Lj9zpVat/YMbd602Tgrq8G6ip82Lpqeq1etNg4reuyxx/XWzl0unO4SPn+/C4+j1jHgusb0qLVu3LljpyjkPf7rh/XVL39Be3bvdPHxCfEyQbdjgOYGy5vp3mD9CK3wI6GdgRSfsm1MCAbWF3nnMPGNKMJC86n+Q9ZHY/Z72nXFFVfob/7mb/T5P/9z/dV/+k/63J/+qRZ6T7feeqsuuOAC8U21NheHxg0jupxfD8CmNzU0Cl13wwc+oDmOjdDZ2+y/9fb3ibxrt23992zbdu3erZmm9wLbiEnr/0w+r+P2pYN5d8269dr97l594QtfcOH47ijfJ4zHEEKUY3QueJ20DJw41aNjJ06q2cVpvgGc2FY2Gr/wUaPxsGTJEnUu6FSN49yL7bttveBCzXLeZbfju1/8/AFRVEUn40vw06Doa/T2R2+/Pdqpv/+7vxPf5H/6iSdFERZfv9e5rX179rjA/WPT7THLdjH6JdfYf73ceFtvH27NmnXOEw3rbftfS5c57liyyPH3qE6cOB4LnDvfekN8oaa1tTni++iRY7rnnvtc+H1ec+fNE3zcZx4Yd6FYIVXOMls2P45b/g4ePGS2C9EufsB4/tjHPhZpMzDQr/7+ftXXN9ivqtNLL7+s7913v950QTmTSZSmiXmtLGx1YpkgxsMHxwZmsxmlibR2zSrz6hrrs0PqsX4YdX7hnXfeES8Rbdv2rN413eBPbE02mxW8CVzoVuIm/P4J66NR2+YJ++ZF+4PwFraKfhXrrorpXTLvVyzLvKBY9j18PfILx21LeEEVPcf8+ATwc8Z6jTmBl3ngbXybY5ZlGveMFPHBdhI3FK0byXvBj8gBOgD7N+Q9AUMIQUmaRhsnf+jPGuyBdU6ZHw8cOBBzF4OOpcAt8wBXxnsHphCCR0roJuaklexHMRcwcU1jXKML1R3OJdc5R1A2DqreN+NCCEoNR9E5lgHnVrpdnKc/dpsx7J81mScx3XLvyTi6jD7cp19zc5P560T0GRmPPpue76h1UY1tb1dXV4xJJkwjntMPnAAzcwMP97jOWybpBy7vvffe6PvAC/BLYn2LHIIr8I0MUdAlVwHOQgjm2Zx4vt2F7V/ZPiNj+PrEcvsdZ7Bn4hXmWbFiuZY4TkCHgqOC/SpoQR6EOYZsC9knrWQ5AM4QgsAxDZihD7xNH+J1aMh99gB/ggPy/uCXfuwbOjEXR/olaSb97aRMzAOQIX9SMyFATyMqhBAJxz1VJQgKoUAcR+4DDBMDCHPR5A/P6QcBaZzDUATUbAQHjp+iMJ9YaD25x/B/CP9vhmMNkMVYYJaC2BRwgmDgkD9chxDEfujHfeDgPufN0SC3RoWEc4vwARPPOMJ4HIPnT5OMQpiaC0d80Iw7ZIXFGyxFG1BgYc/MHYJHuOFYxL1amU2va7DiPPRjbo4oBmBkDyFMjQ0hiGfyh/0CP33AJwzBven+7mKlPGm8VeLc0/CHEFR2AmrCCblhB970N6Jin8SOSgj/vpZM0Koqfkyr+liN/UIIhiP1eaKyDSqthDKzMANfakFmbzTOPdL9Soo4sbGEF+TP2Nikg4rTDiqG7EiWFWy4CFYHXAzsHxhygo42rJLX8MoqOdE85EQFa3Fv0oWEkKbK2zkIIbGDV5Shd2J4VCft4NOXfZb4ZqXhG7fAT1ohViVlcznVOunYMXu2ZnbMUt7OBUnp9lkz1WHnG2crOjFdC9XVtUjz5ndqzRnrtW79Bq1at1ar7KB2Llqk5pY2G4B6TSnDrNIk49kT2e8zLIlb8HUwHeQGJqSQpMaHVHVgntrYJ24hpKr4esLwDY+OqH9oUKd7e9XT26fTfb3Rceen5ODxcRuVCbdRJ7BG3MZ83mu+GxgY9pypcnaK83UNyuRqNGEcTZgXGx2ozvUeGhqbnXSc1IRxmbdDAL2qCoanIvhnClr5TlViE5KSYPh9VOL9GPZpHg0hcFfwUCZNVJvPKuvj1F25u/v/Th/60Qj0y1ZgtJINBUd4OIRgGhdjUMb9CdOraDhDCELuaDJPTtpI8IxxqemPozPHjlS7HWwUZ6ONDHJLPxpAsi79mZfGOY37PA8hKIQg5qPlclllojzotx/WZL5CofCeARk3rEN6/fXt0UBOmnb1NmwT46N6a8cbescOzvZXXtLLLzynV195RevPPEO/94nfc1Lp3GigXnnlZT27bZv4WTlwn7VDCh6nYQK+QScsQpiCjfvcwyijzJscFM13QIhjl7MxDiFowM4PATrjGuz81ZmvwVli2rGREEJMMDAPe2FP4BW9lPUc9IEWwMMYcEXjPtfQPoQg5uYe8/CNHn4CBd6cft7nQHzYsNfV5JVahwBf9T1+CiFE53nY+nLcTlImCSoaZ5PjIw4eR5ykPKgjLk4fPLA/vg08OmIdYCdq3Aaw3vgtl4s6cfyoE1uTGp8Y0ZrVKzTbcoxerVaryttoS0HlSlXoUe4B++82aIyhJbFCgNVoXLJnDCJ7yNgZrDPupu6NCRywP4og7Jm1wBm4whlgHOtgrEeto4DniJOI+/fvjw4pOMaI43CA5wHvHRpNzT8u5qEvb4/39fU5cdAY307lPvCUbQRZA7iBLW8ZT5JUwAFc/MwP84YQIqyMS0xz4A5hSn4K5tvUi3TKHwAAEABJREFU8sI8NJ4xBljYE98efWPHDr340kvi50PZF/3rrSeDaTRhGkw4gMZ5wD7zbBpH7Jv9AA/4P3ToUExyFO2s04d14DeeMY59sy+uOecZ8CRpohBClHeehRCiTOq9TwghnoFrmZ9CCOLNURK3Kee1dTEJgGywbnNzc+TVQqHFieo2kfhgPzR4GLgIVM86+xxddPElypl3FrvARjGKF8PoA3zgk4VZl2taCEFpkihxY088kz/Tz7jvy7gfnrNfGvemG3umP0d5a9lcViEEMdd0oy/0wbdiziRJhQ4dti0ds24fHB3XkZM9GredGxmdtA6wHSinOnWyV2O+7u3pVbefD9mmDFkmiy7eTVrexkaHVC5NSi4ocD1hW5LLJsrnMkqsZxMvDA6haSabE3aeawJKcDSNQ/wkYA2W877eHid26kURDT7B2UVXeUORLvSDXzP2I0MIhm9MFcspvkitaZezXU7TrFdOokzEfVum0VPgCKeVYlwIQSedrKhYLoAPfg4hGMaymJv78DWBETaB4hvf0mb9EEIMbF8ynw+5qAnvhhDsP0zqsBObp7t7xM/YTo5PGA7FgOKpp560XjoSnflh/JO+AeN5yDB022aVrM8nDW9Zhx3E9vUP6pt33in+BtZnP/MntolZ5fM5rVi1PAbDc+xfFAqNUddlvC4/swVdBocG4t/se9IJ8Nlz5mrDpk2aO2e+8dlkOa/TseMnTJWgAQdib+9+V3VONJBg2bz5LF100UVO9DTqIQcZ8D44B5djY2P2sbrj3ibfs5vgCv6e8m+6YjKWoIa3QnmxBHu6cuXK6HNQRKOA/LqLaCXb7O2vv+age734xsc6+0CXX36ZbrjhBhWsW3i5Ap1IsAme4Q+usQ/IYaVSjnwB/bjPOsjVQidV0JWT5uXly5Y5MdwqaNZsnwVe37t3r/F8Unv37o/j+1ysyxmfMT6w/5BJc9HX4WdOC63tytXUqXPRUh9rtcMJpZlOwhBgQUz4t8YF+cQyC3whwDP2keF482G5WNWqVWusfws644wNWrt6rZYtXqhrXeha7EQNeyhZZoDBQ5WzvOJvMFeapuaRw8bNvGjjSRLR5rr4S9B5qxNH/OwZPD3PCY7FSxbryvjtkmvE3JddfJFWOKF70dYLdNHWizVn9jzbuZOW424XKfOSgpA99Cy8jJ1gLnCJfCBzk6YxvA5uKWiBR/YKbAucgKfwNG6+bmrCh3GyzLjiG3sds2YLuvGNjor1KjQiGYH80H71i1+q1ng77iTUoH1NmwPt2bNbvJE+aX2Cvh8bG5XMoeCi174reO5zwpn1kccx8yINnco9YAYunnmgZYQ9Tskb+4Kn8tbHyDONPuxv3AUPGn1oPONlKPh+yPKMjmAd4AcP4Id5SDJfc9XVuu766/TLXzzgxNVv9PWvfkXf//79+trXvhL5fXhkSIsXL/JSVTHH7t3vxCLigG0ytB8aHLCcF6NNKdoe8lOFxArMH4I1oPUR+wJOvvl+7rnnK83llbNu+/Sn/0Br1q5TU6HVSe9ZuuZ91+v48VNas2atfvGLX+jRR3/j5Ofbap852zJ5QnX1Tb7eLeKAoaFhQYcnnST9xYMPmD+btWD+AmGz+JZ0c0tB/G2yGtvqGTNnyKB4jRZ1+HzUezpx/JiTYnVaZbmub2gQMc3n/vTzev/7bxA2Y+Gi5aZvo3bufFv5XK0G+obMdz0iwXTwwEHtdlEnsV4uSzr3wgs1o71d4KprYafn6tS177tWh1x8gz/BX6iW9ODPf6x2J/c+9pFbdN4FF3sfA2qfMVurV62NLzcsc1Lwb/7mr/X69teUpon27d+j888/V+itY/bvVqxYatiGNDw8aFqMxj3t3bvHY0/q3nvviffyjmEqRYkXIPiW3N//7d/p85//c119zfv00Ts+oZs/dJsuufQytTg5miSphu1L8hOd6IMtZ58t6Aa/gi/oxUs38B331rqohR4btM0kqcNPy47Yt0usO3jB9Tg/X+sEYU0+q/q6nPcgJZ5ocnLc52n0w7BZNOZhTdbTe5/E8EzzPn0Szxvc4tHzMKbkmCJvuSv6+N6weAghxKMsb8wBz9E/hKn7yATX7Aldw3jsMfzKS8geJptV217rPo9hTcYgT8gQ+hr+h7fr6+uM+2A6dwl5CiFo2L74u06KvvDSizphHLzmBGufZQP90eQk3Gknud+27KAXso4r2PdNN90U/+4fvjE0Rm8y3zInvZZZ7+dt+yvWwQm+gfEwZj0FDOA8hCDinAUuVKxbf0b0uZbYTzvLxbCLLtwq9lmx7LFn9or+AUZ8ABJnxEnnuIC2cOEigQf68vc2GcfesT8Zw5mmacQJ92ghhLh38PIewqOPgW57a9dO7d23NxaJq34I7dhD2bkG7Ax7Zj5484Mf/KD+6q/+kz50623atHmLLrv8Sm3atFlnnnmmsKu5XNY8k8TENLxw4MABbdv2XPwbiJNO8hdaZ2j/wcMiVkF/glOKyp/5zGdEHINuAl7ugzNsQwgh+kJnnHGGFjlXUW/dwD6x9ehE6A/N2cugace3XvHNSGJy31vSO5b7UfuZIQT7EEXL3FjEPc/hEXB9sf1mZIW9Mlej9Qt7B57YjFOe8TIg9IH2jOcZa9A4z2SyMTaFX/FNQgj22VvtP+VULlaM90rUvU1NDcpmEheg7hO/CHL0yGHryyNiXLN5r6GpTsuWLLOfskngg8LmypUr4kslBx2P/dvXvqpx64HFnV2qt30ZGx/TQccrb7zxhmWiqglfv/rqK+Ibxb957DfWw3Xi7zVu2LBeLzqWJ17nm0lf/epXda8LFudYj7AvbBI6CNziWxLLkTh+/PHHrD/f1u0f+bDteOJixCu6/77v6I3XX9axI4f02qsv6TePPqy77/qG6X1E/dY3A4Oj6h8YUX//kMbHJjQw0K+vf/2r4oWRnPm0zfpssXm5w/kq9nbWlrM1z/upq2+Ivm2Dad1SKAheGrLfP+i8QM/J4xpx4j9NqmopNIkXbKBTCFN8ksmk4s+dUFTNpjlRDGqb0aqa2pqoJ4MJVbEPCP3AKzSF3pls6uc58cHv7Pda6EyO8E42mzPtypG/az1XmiZRxrCR8OmAY2EpGPfS6PCoxofHVXLeCn5JvKjBUpok5uVEXFcrJaH3aLX2A5sbG9Tc1BRtciaTUa1twjRvzzJ+iE/wbSiE1DpXWLGeQIbgMfkz6hwE+pPiDYURvs1e8QS1NXnz3aRtYa95YlyN5mv4Z9x+TqPXnHBs29DQpJqa2mibmbfJ+eMDtpf4Ylnz1lznZ1paWw17xirXewyJ+uw/tc9ol92s+KJWNptRZ1en3nl3tx548EGdcDEP24IcD9mfga9mzZoVZZ+fqsf2bLbeu8CFvFusT6593/u1detW+62r4k+H4xsWCgX7okfV7eLgUcck7BVaQ5+gRNlMNsIE3pqbm7Xd/P69+76rp59+Qk889YTuu/9+fetb39IT5t2Tx45a9+aEjkIPJqYFczU6z4ZPOMVj5lP7ZRkTK5fNqsFymDet6+sbZJWuCevEvHHfVGh2HLRCnQu7hH+KPvvsZz+rX/zyFy60fl4UXD/28Y/rpptuFvqRwt5VLii+75pr9Yk77tA//I//qVv8bJ59Y35V6pqrrxUviA2NmG9Mj3UbztR5xsW1179ff/nX/0mXeexZ556jm265WTfeeKP5NC9e5tpt2xUM2BwXozZu2GC/43yhR/k53FX2+S+74ird9KFbdZ7jqjVnrtdlV12pa9//ftNQxusRHba+2OsYbJ2L3bfefIuWLFysGz7wAW3csFFNLr5SaKEoDF9h48AX8RF02fXWW0LHkhP89aOP+nxHpB32CV5EXx2w/l+zenUsNONTdZ/uUeuMGVq+YpVGbBdXed3zLzxfOfMo/AOvMJZ1RtHXaSLs3v79B4TveMmll0Yeucj7WWy7iZxgE5ED6A88X/ziF4W9Xmz/9+yzt8QXFXLmYfiN/FNTc0E0vrABfw/aZlTNxKyPrKPzsK3IdcY6n7nnOi97pWnwyU9+UsRAqe+DE+R+r+O6V197VftsQ9988w3r8KNKrIvgVXBVtQwyVwjBvJeL/IqMIffA79vimgYPyp96y2XB8lZjf3vCuePhkRGlacZ0zwl+bbKeyNnPwBYCC2Oz5tca+1jAxf5HrQ9CCFpg2V23bp2wbeyF/vgc2Gzs6dq1a0TeOZfNCVjlD3BBA+ZnvZzXYhzrIDvASZ89e94Vfg3XNPQqfbCnHD2VQghKLGvgkjHME0KI97mWP/QnR161Thtx3QB9wXjgxQfhCM8xD7hkLWCdhoVrzkMIca1ayyhFcXh2zZrV+tSnft+yca73V7ENGhAfcEhLkzTqdfqCB/xb4GI+cMkR3AIP9gB+ga68OPrRj340xvnAj32pta5gXXhk48aN0V8B/tT8wljgX2t/fMuWLVpvn2mhcwbsg2f4ejt2vGm5flC73n4r2j9sCnSYN3+eoOF6+0DoyGuuuSbSc5btQjaXE74XsDJX7Xt7LxQKKri1tdn2mf/B0ZhlCp7lnH0hb/jmVesQ7pMfecU5/iPO+bIn9kyfBENiioE3VSwsLFQxYzMJnXAc2RyIY7MhBHE/NgpfXoBntDjJe/8wBoAhMIiCgUF2CEEACbFhjCSkDuzqJReXSlbCzPveFAYrxFNg+t0WQhBzMjfrJkkQsNFn1MaPueUP1z7EZyAbZucILBwRAuZgLp4BH/NlbaQ5Mif36Y+TkM1klctkVG/hLdiQYrhhKvrRn0Z/5ik58QMOuRfCFM6m4QEmGn2m9xtC4NZv98x9xkOsSQdX7Om3/U2fEELcF2tP7aUhOhjshzWTJGOhCCo5IT49jvVDCFGQoA944xjC1Nr6Pz4hBPcNnqcikkoVJ8hCCL9dl7Hyh3lJ+JbLVZWd5C2ZjjDfpAtkCPxRJwZ77XQNW3GNjk8q/pSseWfM5yN2ZvM2Eu3ts9RqhuZr4BiN2rp6B/Ez1dzS6mO7Ci0tqnXBI0lTBf9XY6cmb6XY5MR5u5NDvKUCr06Wihp3wqesqvIuxjQ0NSqTy6qaJmpzUmDGzJnKZLOCdrOdeCt4fCaTU6G5TW0zZhqGdi1atCS2WU6M1dTWK/Xz2rqGiN86H9Mkp4r3OumEYMmOfwiJVwNPNGncBnDUSW/rPCWJ4Y04S6RQVcn0mHQbdRA+Yl4dHBrRsJ2DYZ+DC45Ddv6H7BSPGzd86zOorLLHsF7wfA1OrM5xAnbJkqVOBi3XnHmdmrugUyudvLnwksu1wEXhiuWpaBxnszhGNV47kUkTi076nY8hVvB1ahnKpkG5bMbymI80DsFPzWvwIq1qxzY4Ge+uMdCB7mU73CXz+qQTe5yHEOLY1HSSPxxpSZoYF4nv6Leyi/zVmIbweMXIYr4kSeL4EIL1TFXcCyFEA9vW1ib6h+Bn3htrosRQpoyjL7AwV+U9XeYZ4pohBIXwO8134dTG4WUAABAASURBVOeyi3Vjxj0yxhzIjh8JA4KBrDFvepi4j5yFEKKxXuuA7dSxI7r3299UX/dxzWpv0yY7d3PsUFxzzdUi2dVgh/wXDz2s795zj4PB+0WwhjEoG7YRG/6ScSdzTppmWFLgCRyCjxCCUjuraZo6oXRKOFyMmTBvF43vXbt2ORHXLr7R0mwHeciOOMZmYGBQfJJgnjTtwFHFuAJ29lSw4eCcdWghhIjbadxxL443HUIIEaYxJ0ZPnDgRHaBNTvpf6AQb/Sn0vv3WrvitlZxhTdLUJRaZzyoR1+xt0jx86uQJJ8iPq8/Fl24XRY4fPaze7u749hp/L+aU564aF6dPdauvp1snTxyLTtceJ2geefgh7XEi9w0XsSdLE+of7DdflC1j4/Ii1iVlVbzPEELkFfkDHUMIPpO7hNjcSdgGnlXNa+MT44JPwAVHcC5/crm86EMDV4122GpsZP0o/g//1VkP5XLZeI3jibOJs0piu9ZGOpfLTcHnHuMx6MjE4hKOG8/og42os34i4CGwpxBVsX6Fz5gTOjCWMfAA9+HtvAPKJA3i5zXhbWAHVubNG04a59xjPDTHAeI+13UNDSobX+jONWvW6GwnBwjWkCHmK5s3WZ99MnZiYsIB3wmxNnMCB88IRh977DHx1hiJX9YYsxzxPDUfsB78yprgFifG6HCSZjLyG/2CeYw9c59rxoUQJP8vf+Ax9kermmaJYeNR1jYYHGYsN8DEfrkGLs6TNI00DCGIebELfAOuxjYlSdJIG/DLM+Bk/tRjvGTUTcwfQohzJIaRZyEEIa8hBOvissAHjXn03ieEEOWFeRkjf3jOPkIICiHEOXlGEs4MG69ZQ/4AB32TBPgzXqPitSpCjxeriU4PDLuAd8JFvgEHeEc16OvTpwc0PDym0ZEJJwOqhr/eBbk6J6Usi9FmjIsias7yOWlexCanca2i558UNgmcjfkZwfuAg6ZMNhf1LPsLIQjawfN8A4258rlM3Au4S97DD+ezHaziD82x3WQfGdMJ/XPs6HHDN+b1yirbbsIXwy5S4v+lpiHrjFnHgCvOGUMfCnvgJIQQ8YSewwmnH4EcfZAf+j3++ONRR+Lsck6wB18++eSTUW8RQPJWbE9Pj97asVOnnMQgwcT8jOm3f7Jt2zZt375dBHhnnrlBixYusY7qUb8TIoznmy3wGbr2wosv1h995rP6g//wR9bgQUX7HTvf2akZbQVtPGOtli23D7FkkRP7BdOrV1n7HOht7IyRp0NOCu52kDXgZFqv185a75SsA2e0zxS2G5q+/e4e7XVCcNKBIm/fkkhZ5OA3l8t5iqDOzs4oT8APruF/1uEamhVdAKIIDU7BHcdeF744nz27w3YsH+ch8cQ99B0NXcAcRfudvB0OPUheMjfn0Bx6QQPkm/HoKfpwDq54jo9FoY4ijfxhfe6HEDRkPjtx7Jj6bROgZ21dPvoU7A29M9O+Wqt9szr7B1Xb6DrbYZJBdfa9d+89qGxNnYadeKxYLt7ds1eHzWP9tn3Al80EjY0MaGSoP74kNWZ/qmq+k/uWnbjLulB0wXnnqaNjlvsMa2FXp0g89vWdVppNXCypE75JNmsf2r6X3Hr7epRaR8A/y5cv1/PPP6d+042AKrE+rjGctaYhdqBs++ztasWKFSL5T/9zXThavnyZ1q1bq8WLFuuKK67UrR/6kJa5uEChDL+BoB05AwfMjc2VPyP2FSqVqmWnIgokzU0FwzumJUuWxKAXOwyvI3PQj/F847TVSdhsNhd1ILgn0Ey9B2QIvmi1T01CgWc7d+6MiaOBgQEddCIfuvX19arndLdt8R6RqKirq7EsHXMy8agYD48Nu9DCnNB/3P7+pP0TeIJreJLn7777btQhFetwb0cT9o85ZxzfIoH3mKvViRHuQX9ghc/oR3GL/cEnNH5ymf6joyMx4Q/NRx0A0z9rOeM42749Qe9x8xj4K9t3XbBgvtg7eL7ggvPjOYkw7MhJJ5+R7w9/5DbL1QIXto+JYk6bY5KSZZtiPnuG3tPw3O8kJN+GQh984AMf0CL745/69H/Q7R/9uPL1jbrq6vfpxg9+SNdce73qGpu11El/aPrss89F2fv/sfUf8JIc15kn+p00Vdfb9t6huwF0Aw3XhDcEDehBgqCVaEVS0mhG0s6MtHqzM/Ok+a20b8c8jbyXSIqiSFD0FiDhCe9Nw7f35npbt8x+/7hdIHd/m+hAZkZGnDhxfJzIrHvBBRdrZHRKrSj1yKOPe33R6+TrWIoVv/iPX9ADD96vlbals6YXdqPL/uuqK6/SVVdcaVksNDw4pLDsdfd1ez1S1xOPP6Zvf+Pr+r6TtN9z+dq/3KZXX3vRMdmC5hdmPE5dK1Yt13N7nlVZKfXGG260TLXM96Ma6O/3+D1au3a9+Br07d6EHnBCb48Tkbsuusj1q7V58watW7taTccpO3eeb7nK9J3vfEtf+OIXhC147tmnte/QEdcXltMJrXAS9PrrbxQ8Wbtmle3pGl10yQW2lfP65Cc/oSucxPsF03vTpg165tmnvMF9SidOHrdbbCQZu/32H2qMlykqheXukDd/96SvjU+fHtGXvbHxhS/8o+699371eu0WWemYqOb+p0UCcIc3ra93MhF6Ix/YHeR8//79yeZN2O52WGeRDfiHPFVsV9c6qYYO3XTTTcajlWiCXVu2bKkTsKscuxSeXyZHAcrzlipFmTYDkFtKZn9YFIVp1EyFsSPs+y340AE/STt0FdmOiDSOHyf7B470n/FamXbIOzCp5xqbzDVwObcLOtPb26v3vOc9Tk7fkpLX6BW2oW6/0kixQC3hxNjMG1/GxiYJLZLLDbeLyDy/Ivn/LbYvw15zgfPadevUY9vLTxny9ybRKzYitnnDfrX1arM3yzc66QXeXV1d4pox8DeMh00YHR2VHIxRT4kI0X7WsQdznvea+bVXXhPP6MdPQg84z7LCccVHP/oLYt2x2RuFzD03nsDtch6gZbsCbOgED/k1Ki9/k2+kz0c/+tGUVMM3wWdswKBtX2n7Lh/wAbr6UqXtB+s2chVzXtPK/OTnXjd6M4sXEBkDmoND4bbIFfTh/ujxY3rp5Zd1pzclsBEkBG+2XcCune+k/dXXXKc5rzuOew1UOB7Lrbs9PV3a5Q1jkuvMBz7y89wTE5N61JseI+Njgn/gBX7EO+DKPCIi0QqcxsbGkk1BZhiThPaHPvQhXWU/F7EoY+AaEfZtPYL34Aydsc/YPjYVgUMMlOTGeRzkgboJ6wv2Dz597WtfE7ESuvT5z39e4IIugX9E2KY0FJEluaYOvJEt6Fw3TM4tx/Kcod2GDRtSW+YF/sBabCexOXD69BnLbUMf//jH9Pa336Rf+qVPm0+Fx51TeJy77rzLeln1JsUOnbv9XN1445tUtw8mGc6Xit/51rf0yksvpPZsdl10ycX6j//5P+m93nDhZQD0hBdQnnbsd8Bx2YJxe6s3aB567NHkX/jlAfhz++136Etey7Oxffz4Sf2rX/1VsXZb6twVeiKF+NnJ17zx8pw3a7s6O9TpuGWD9eO+e+/S3/3NX+iv/uJPvKH6iEZOn9B3v/VNbyAPOmbvsi9apm3bzpXdvPrs3++5+x597nOf1cMPPSBsIGvokNRtH7DZfubSS3d7/b9CvEx/4OBh00+ati8edXyXZ5mIwXs8/pjvR+3HWSMj19AW/URm4An60mk72O9NoeXDy9Tb1avMNPVQSX9oFxGC/yTI0WNkICLEl3KTzlPh46E3ujw3O5dozzUw4G+1WlF/f1/iGf0pyB56PmO/3bRMZM1MGfGZr1vOMeVZqPAYESGZH0GxJ2Mc5CbzHHNvsnc45uru7kp2Ovdaoo0bccyC9Re9oQ/tmT82kvkvdXxJ3eTkpMY9hxecaxixfaIfsSB5CzaH1tvuLbUN7HceYN52qqOjU+vXbzCnJWK24aElqpQdKouqxr1OwEbMO+6uOWavGLf1Gzaos6dbK9es0Yv2pejVjW96k97//g8ot++YmprWwMCQOp1nhB/I+4EDB61DTWH35Pk/wK905Lne9ra36U1vfotjilv1jne8S+DfPzAg5sI8sbnYnJaNbKc32LM8T/IbWe7caY/lrEe0o9+8aSOFVjpfNWobg9yfHjkjbMGM5ajXNryjUio3H1qtVhqro7Mz0bnD8hKxaFPgxZzjPmxUw+O6oXKPixy3bIRrtboiIvk2PgSZc3zImoevi1d784M59g30Oz5ZED+bzBqpYp0Zsn1e7k3lczZv0VD/oMx69Xsze6V9AZuya9av03r7mxu9eXfeBReomWfqHx7URq+PiB0/8clP6t/9u3+XfOEm+wxs8ODAoPAnqx0bXnzRReIntsnZwEfs+4pVa/Saab/n5Vf1gtcU3W7faLVS/u2O22/X3/3d3+nv//7v9aDXiQ898KDO2C4hy8SQ/LT8w7YX9957r+OPQ0kHoI18oJfwlhddfvu3fkdv9ebtRz7yUeGXLjIe0Iu4kjbIJ+tZ/m7sd7//fT36+BP6zve+r2e9Zl3q3DV6I9O54lgF2SUubZrYWZ4n+o2MjAp7jYz395uuzjMTv4JjZl52dFS0yTRio4o2+/YfsPxP2Xd0anp61jp9Qs8994LG7X/63B8/yWY/v3KADcDOEQ9dfPGlzmktsexXVGR58uOs85AVYhB+KQabucM5JmSOHBkvpfDxB2unf/zHfxTrdGCyTsTvMaeISLEH1xTgMV90uGbZybLMctxlMcuSfWLd3TQ9prxGWrl6jYhD2CugX9NxQdO5z7bfo2+bxsQA0GfGuXf8TtW5M+ZGLgyeRIRe27tX+Dj6T1kn4HXEotwDB5wYp3C8B67oRbf1Drpia5C5lStXinUgOsozcDrufCfw4B9wwAsa5eZhblhcUxcRSXeopw744Nkeizp8L/wGjkXNprKZ9K/Tuko/6sETmw6e9KEddcBB3n4e3/XOKWzwenjjxvWmc6ebtnzusv3uF/jTp9M20A+ErYTnyO6I/Qy0AEfgVasdCXdoBp156YOXzFZYp6EN8xuw7YLmXEML1njICHnFL37xi2IDHrlgzjOOh6EnOkQcB88mbbenpiYse1OOEya8Bmom2QEmtoNxwZcCrhR8zqRtPnrUtE+BHuCzxGtlZB3coRltsIXgsM9ycPddd4v1JP2JVxiD6xMnTlpvpgWOGR0pMHnBm0NMnoQb9xCsXSIiXUIwnnGOCKX/OLukBv4fCIIUjAJRJkP7BNtjNM8mNjg3LOzAo0QY2tkCgSPC0H72LyKSEvEMeAhSRAghCRsK6hAginxw75NoT4n4mSLQF8cFk1AWCnSgD8lkhI3iCaoocy8+cwtpJt6Egugwq62QzJcx2+dwJ+BERBqbuVGo09kjIoTitPGSjwj3dKEdwgK9wHPBjo/+EWEccjFfSm7liwhxIMQRuY1404645cBxPhWEhnkAk7F+vg98w/FdAAAQAElEQVSJVNkQpWIwtAFWhG9cX6/X7ARrhldXRDCXVIABLPkAL3CtEUDM19KY4A1dp53EYkNQdkjgweZpw4a/6Xt5iMHBAa1bs9aK2qdKpbCjL0SSv9eBHUrUZcMkj4uzpow7WTbixTUbpi3DCRvWuheAjI9B5Uuquhf6pQ0jb2/zBWrdYxV2PDhMNlYxtOvXb9CWc7ba8W5Rjxdr/MwDP9UxMDCs5ctWqs/BTdioTTvBO5WMbV15Xqha6RRGCQO+sNDw7DMVZWkUM4X/axqnGSf4ph0g1pyIZM51J2Iib5maxtDKy1XDwSKJaxy14w0H0C0Xmc4NsQndsk50lBURzPAlC7BxpOc48Xa+ndOVV10j3oLHoe3YcaEXERfqokt2p7Js+Urx9xsKGzMC7cx4I2cN49bwgrqJg3FZ5HVLufWmzEOlF3dFUaT7PMuETDRNW0rh545bRTCJPPqhaAusiBDnxAPD5VluucwMI2LxWUSIhBX6QT+eoW/ICHhQVzGP6PvzBTj0qZqfPKcfY4EbfbjmjJFvgKvHpy0wsshEe84RpmBQ656WB+Ca4qpUytQG3aGO9swjz7Mk99VqxXyTmDNz5+9v7XvtVT331BO6/547tdwbqJ/42Mf0mV/6Jf3+7/++PvPZX9J//E//SVdffY2effZ5ffe733Oy5x4nI/cqN23f5CD68isuV2769Djx0TC+LKoXrDvg39Yb5sW8K2XFAcuwCAaxN8ygYjqFebbzwgvE39KbnJhUZlpDh6rphN5EhGqGOWP5RffzArtQtxq2bB/qSc4Yj3HAJSIUEYB/HRYw4Q39Oa9wEMvbhQN2gAuW7SnLeN1yutGB6vbzztfQkmXKvThoWaDnbQfg7QlvWJCUPbB/nw4fPKTXvHnw4p7nte+11/TSCy/qBG/7nzmjgwcPiK9e9pq2LETZYD125KBee+0V9fV0K3ckzYKmw/OrzdVkNTo7VkI54Qy+EZFom5u+EYvzUcucNp3BGXoyZwJ2V5v/lSS787avSU/dh/k2kCU3oC311MkHchIRZ2nYTAsLfhqcYBD4BIbgwdwHBwcTfPwgPAMmzwlyuIaOhemFjeD+RW+OE5RwT5t+05l5sAEw7UBx3kFx00n9VrSccB1N/MIOGa30LyJSHbzCNoIrBTkqPQ54FZbBPMtScERAsNrBJzLIIqnLdK56kcSY4Es/cGkHMNRzz2DArZgXyNru3buFXACfOUMH2kEz/D9jMj/6U4CNnHJNvRRm0c/kMsL3tlURi/OhHTCAz9zc2P9aSYbhD8+ACb46ezA+bRuGk5cV10aSEdqE5y8fme0iL5fMe7GH3rlKNcsBOOFTuGcuzIPCWOBAPbDbZ+rpx5k6zrQHDte0ZQ7cc02JiCSn0KFifeZ5RFgWZdlqSqYJfWU9b1jYI8+cgG7ozMkRteotdVU7tWKZEyl5RcudAOG+1/wLz3fageKUg8wxJ5ynvEhu2ocX7t+yTDcce2Utj2Hb0LQvWPAZO0zgiE+uO5GBDpe2i0VZJDnhJz1nZ6ZkEInmMw5q6UNhgUB8B11JvBKEMx/akFxnUTg2NuZEQaeYIzSAVt3dPSkAnbWvxKdTpr0hzDN4AWx0hfbywZmgmQ0fvrSA5+gV4wAXeWTBghwyLrRDJ8FlUc8KsUhAloHFz3kSJLPAo/3pU6dU2mY0nYA7zxtg4TH56bn77rvPi9jnBE4TpilzhWe7d1+mX/83/0bXXX+dTo+c0tFTx1RUC2W5O1o/yyJPGxL46x7HMiTweh1n8DLXgnmU54UK6yQ6B6779u7TsWPHNW9Z5MUzNgMOHTyiYw7U93mxS8xy83vfp7c6wZ8XhfBbJHkyyzL4o4ckOrEfEWE5anqBMZP4h07SrmbZ7nCSYtgJh8cffzT9zCkJ1D179qTFP/MiUQvPsDfQF9rxMzx8xXrbbbe5zwvG81jyZywIe+3DkJ3T3qCGB8g2C5jctMSGAQfatf0zbVnQ4E+HhgZFXLvBicae7o60KC+z3L52VlP2aR3VivoHeoXskkjkC4FO25y13pTp6hnUmdEpLVm6Ut19vert7RYwavOzqhRhPZ5VtxOJU5PjiVZ187VlPdrsBeK6tau1+9KLtcwbRaXp193VqRXeKFnlzeXVq1akxBRf4F162cW66OJd2rp9q2PFzVq3fo3QCej4h//z/69LvNm+3P3GJ8b08CMPezE3uSjnhkkb/HXd+gaNS/Ma3PMs009+/BNt27pVYTk5ffqUuq23fNkFXbqcwBqzviCjwIBvS5cs94b+iOPChjqs9/19A9adGbGg3L//YNr8h57QGr2JCAEDm44ObfPGL3K/0YknfDjJIzZO4M/Bgwe9SXX0dX6iEyRNkEl0Cx7X7HfAA/oftz+f92YAP9MFvsedFID3jJfK6JjaydRxJxYnHa+3HCMM9PaZPuO2201Vq6WOHjtsW7KgsswxcU4sn1ZpncmzTEVRJH2TD/4eWDuxD77oM3RBb8GJhNsa4pLzzvNCvyslDqcdr/OCz0ov2r/97W/p7rvu0vs/cKsGvVhumTYk0tEZ4ndsTocTAxO2mUeOHNVKJz5IFPT39+vWWz+g5U5ePekNDXTrq1/9ip7mb96++KK+6IU+BZqzGQwNwO2Uk2uDw0u0afNW24JSR5xwb0Wh5198xXOqqbRM/+AHP9LypSt02SWXa/dlV+j3fvcP9Isf+5Te7M31zDa3Zlk9ceK4ExWj5s1B1Rs1RV7qmGGRqPvG17/umPJe3eN5PfXkE6otzHvjckT7veB/3Mm8xx59NCWhsdv8ksftt3/XSdxn9OBD9+r2O76vf/7KF/X8nqdVm5/RsGmyccNmfeTDH9G13uh5v23Mzp07LZuhRmT66Cc+broNOT47mF4E/Pq/fFWPP/qADu3fq6ZjwGefeVq85JY5SsYmwbtvfeub3ix4XMRwW8/ZpFn7i49++EO2hxv15X8mQfJykgNenPvmV7+uh+9/QFssm292bBwh/eiHt+vP/uzP9K1vf1OVapG+Vt29+1K9733v1Q++/wMdPXpceeQ6bf925LDtbt7htt/V+MSMnn7m2fTz63fde4/uuvsuDTgZ+uY3v1nvvfnm9DNjJ7yJFRGm6xHBL4uY1579KsvSOLW04DktsV1AZ5aZ92w0thwHInvcF0WZaIM9Qf4iIt0Dh4LeAGN+fl4Nr0PzPBclIpTleZJt7hkbuPJBH/T95++5BgaJJdrSBrjoM+PyHP3kHBGGIlFf8TzwBdhb5oQ9GXAcyTW404bxgR1hHjsmoM3mzZvTxgDXtKUddpuxy6JM9Bl0PHvRhbt05eVX6LprrtFWb+isWr5CVT/vctxYKSsJB3xkYR1GhzpcDy7obEQkmrMu6bAfYhzmDS0rjoEYm37PeEPr1VdeSXTFX1QNgwmma7er2gdUyjLRtVIs8g27Bn7AZH4dTiQSzzTMuwXPkc3ahtcAwGEsksHQIMvyhDPj8owz8HmWm1/wHJjnn79L//5//d9EkrVSqSa/mtlWNayrHb7Ps0wV6/YWbz6vXrNarNFfeOlFxwZnNOUkLPPs8WYM8dKOnRdo9erVDJfGbtovddpXdXV1aOvWLTph3T916mSCh02Fx8+/sEfzziPMOV5j7YIsgB+0A2dsO7TGDu3bty/JMjYf3jPmCcs9soPNxs7xghT94DHxO/xHbvBV+ACQ4xm8o92jjz7mROIz6Yt64i/ox/iTE5PJDwF/1BtRdceUEZHmhWGPiISLfDAPn8xXuUSKUcAfejMfzshJ5SyPO81DcJqbm9fadeu169LLNDA0pJP2mVVvCGSOtRYc29Jv1arV1q0y6fg3vvEtPfboE7YHk8qKQsz7XG/4E9ugR3PWzU77fP6M0u437BYvI1/+hsu1wTkh1vh/9If/U0/arp44eUKf+sxn9MjDD+n223/ouGCJPvjBD4qNGujCRg0/+T5g/YJG4D1hf3fK61n4b5Oo3p4uzUxN2nfPudQ07cRvq7GgfXtf1sz0BCTSQw8+mORh164L9Dv/n98RX/IQFyy1Hcpaoa9++ateJx+3vZ53HHAi2b25+QUdOXpMB7yJOuvrDvswRW47/4qO2T6OO4Yw4dV0PL/U/mjd2vWqQlcX8ESmq5Uy8SAiRB6QOUDLbm/W9nT2iM3NhvvjT+e9np/2GnTGa37mnheZ45auxOexsVHb5MNinT83N6PIQh3WWXgLz3PrUUQIfWHcpu1izZsi4XbcUwrrMbELvw6khhQNy4fHJnYI621Of6PJnBYc481OQ9OaMut3nmcCbwrjAo8zsWmn46nCMlDxvOe8EYosIGPzlgHwow36ge1Y702EoSXDWr5qpfhJWWNh/zgkZDDLsuQbps1LdJmx0PMh+89ljj+WLF0ijprj96nJGfN5RjXHfvMuh48cs+8+rgPepCNn8uWvfFXf+Oa3tHfffut4VYcPHxbwsZfM7+iRw+IMjmvXrtUtt7xfbCCUZUX0d2PnHXp1gfM/zG3KsQu6QlyHDSU2oy2881JDlAVv7I45HjvtDQ9S7332i/39A1rl9f+uXReJF06Q6/UbNuiCi3ap37F5ywJcmHeVolBnpUyyGhHJF0BfCrES54rtcZif8Bu6IivYXPJPs9Zf8r5sLsNjnlPgBQW+EDPiZ/CZ5HyxcdOOG6ABMlHkmcost98P5VmmlifR8uKdM7A6ujpVmMfztscV+4fkg4z7Wm9gX3755brG/mrItoP6iEhxel9Pr/BbnbbfoUgyRJ6NL4BLw2i6HV9/v+8DH9Tb3/ku7bzggvSSLfTGjhL7nnD8y6YKMQY2PTNuzJF4En68xRu9u3bt0sqVq7w+6RH8OnLkiHbs2KlNGzfb3m8XX89dd911Otc2ijXsJZdcot/93d/V9ddfbzFoCbm49LLLdMkllzmveJ1+4zf/rW79wIe09ZxtWu3cOTSHv9g24I+Pj6U1AZuW/MISubWZ2Wln0JrOISzolNe62L7B4SGVlYpt6zoR75SVqm3llKRMFesvcvTkk0+lzURXJvln/c0GU3u8qalpwd8Z87hhQTtx4pRt7+MpPuaL3Cn7vmm3ucIxAznSthyPjI5oYnIs2Y0T9ndj2CsPAn+Yx4x5X/N6lbmhzxRku1KpCPuRWdbKsvB103pWE/I2ajvUsswiTxGh3PxHV/Gv6Cv36AkwuIZf+E2zPs1t1rlS/D05BDaa4V9pucanIqfIIm3Aif7wWmcPxqGAO/JIG8bBvjAncKeOQh32hjnKeAKHtvCOe9oAhzOFa2gB/MiypH/gRR/mhX0CHjhFhIABDtCEvu226Cdt6IfOghP9qWNs7oGFvFG47vHa1MbINJ4TZ3CHhguORYALfuDGXKATMUAovBbrTjoGTPqAO+vKr33tNu1x/pd29BmxPTrmHPD4+LiIW/hVK9rhS5Az1jvkHdjEPOi1Ks+pxy6iNwMDrIWnjZtEnnbGeSrkg+tJ20V8Pv1eqPneGAAAEABJREFU8Jptyv4LeWQ8dAB8eVkPWi3YHzAn5rZq1SoBn/U7cSX6jW2CZsz1hGOpth4cO34srb2og95pMxUE+PmLuo0uxIXgEBhGw8CWmQThUrHAUk+7dM5yWVOTYMM8ZpZbkCF2G0bTC+r6QkMNJwKbGMKWDMX/o/HZkmC5H325pjqNZ4fJmfsIs+psoU1bGGBW3binsw1qPZXG6ziBF88oPCN448y8f3bdTMYLuBj1loPcPA8P23RZxDUiPNVWgguefuCJtEQfrltncW15djynRABDiojUjjroEuF6t9fZIyLS+DAMpcUooMDgTJN2P+hK4T4iElwpU8N0pV17rsyPwj314EjhGjyp59zyjAimWp4vzzIbKrkO2rTO4hcRaZwIzrRyLwc54EZhnJoDh3knWlCSdqnbIFaKwgYgt4J12RkNqstBck9Plwb6+0yPcJJh1knEeeF4a25fun1h512zwp45c1oTDmCANz0747bzNpKlSEIODA2kQIfFVmd3l4O7bnX57AbJsVYcYA54ATjsoHSFkyTdPT3KbRyzotTSFSvVNzhkLmV2ol3q7up1ANjt4KZDzciE45+YmNLs7Jzp2pQUath5LzoRKXOCJNwO+lBvP6LICtUt51mWqa+/1/h0qSgzj9FURKjJf9FUVmTGI1OW+1mq9zPTuelFX8s6kpmPnZWK/FTVstSyZcu11QmxnTsvdAB1sbZvO09btmzVGgfIzGu557Jk6TINDy83nTuUkrVlxdcVL+g9qvkErxuG3zSi4GxBc2AiFeY1gUqe5wr5sAw0U/uGn4frjLvxpj39I8JwyyT/6I17qGJc6Y9MItdcU0+hT+Z51q2PEaahcWB8xqAtxov+WZYJw9vtzXPqTbQ0Bm2Bw1gU4HEfkQlZ4Tl1wGdc7mkHPNotlsX/1x2c8ywiPJ2WGuZV2+DytiDyPjdnWbQMU89n/PydvIMHDuiMk8VHDx/S9MSYljnQ/KQ3UHeef76AyZuI3/7Od/QXf/GX+tq/fF3POOF23AYX4yrTl+QMbyL+5m/+pm648Y3mSSM5//GJiYTHvBfI4N3W+aZ51DQPwLVuujHPiEjOKXPCMXIkQwkGz+tewGIrMtMQxw09KfRDlyIitQUm48zbcdC+ZbLQhzoK1/SDj1xTIqBVUx0OLo2scDqzdko1J51ou9KL2LUbNoqv/sbtvOa9mFCWq27aTjupOeW2jJcZDgsofm6Ft/qeefppzXphhmg1vCBmM4M33QmqKBNOynI/MXpGHZavbdvP1TJvHnWUnb7vUsV60TKdGpYn5uWpKCLUxjnCsnu2+IH/hXC8vCRUs42hH2+R42jPePGLzFUcTMoHtMjz3GZksXTYjuTQ3fD8WNAc3lKgIwkF5kgf6M9zHDX8xHljuxgTfkaEqCdQAQfknSCaIPNSB9EbN2wQ7elPH/Dq7esxfSuCz8Buw0nzNhM5U8D79bP1GPgV045SOPCEr1XzEdoROMxZzju7OxVZiPmBOzpoyonDuX7cQqIDOAGfN8dIpqAfBOAEncAHLoER9XmWCT7kpiH4MAfgMn6E5cnKHREMkdpxQXvmBR25j4j0LCIS7yJ+dmY8YNMnwvBsO6EV/WXYjEdpRWaaNSy2LYVxoo84XB95KVcKetYtQ/QFXocXEfCV64gQB3SkpLbWR+gALObDmUJdRCRacS0f7TM0QE44A5exgAeObqaWdd3/bI8WfSrw0HNeuGk48ZLnMh+aKo33ksFhdXtDJVeoaj85aB+aO0bp6+vS8FCvKlXP2cn1aSdtZmenLEuTmvJC5ZQTQ+itrDOz07MqPH+j6/kvJDtKwrGsVMSBTBZZnr56mndyhAQbwS/zB2/0k/nkeS6uCYL7vflAXzY5kAPkd9oLqUqlFHJComKLk68EqGxYMEZnZ5dkJLADNSeEoA9jyAd08iNfNdVn+Z/1YhB6w3tgMy4yCRxkhr7QFbwiIiUw2RTkGTgRPLMgiggnK0+I66b5zlfy/A2b4w7oaUt/+p06eTK9oX3UCateL7rxU+vXr9PwkkFdfPGF+o3f+Nfpa/znn39WvByz1MmUJUuXisUZfAe3PMscU1Q140XajG3dhOOJqakZL2jrakWuMP86nUTt6evTnhdeSi/efO1r/5KSgC3juePCCzUyOq7Lr7pGS1es0pxp9Oqrr4lFrkXe8tIQQT30gBcsMpDdGS9EWcBAr+npKRVFZjK3NOmNxTEvONHFk57f/v37DeuMXn311ZQkhUbMH9ogm9jLDbZH0Bp+ULCVJANox6KERQ79OcN3cAAO9mCZNyOWmia8jYr8AA8+QR+KNdebpmNOJh3SzOSUKsazaV+2wrFMd0+nhgYHxN/0Wu3YDRu5ddsWnbNts+qtOcttrtGxKb3qDaQR+wjsDhtfjNHZ3efn0tjktGlfU7XSIRZIeRY6dGi/JsZGlEVDU17M3/L+m3XL+97j+K/Tmz1bBAzmvGCfPGg/P+42nM9xknvBfqpqft1737264brrvSG2RF3VDo05MTDqxWBvX68effQR348JOSexepc3vO65+2796Ac/EF823PGjH3pe/Tp85JCOHTuqcfPkISdrX3n5Ze3Z84LLHm8m17TfG+jHvXE54WT1sbOyyYIZ3sLrTsfQ0JI6CnK3a9euNE98y6gT28Qdc05ysCHEs0suvVSdTi4eN+/HHHugt6+ZfiRc9nhD/TnHLQc8Lkm4MK1YD7YkFWWHJpwgtEs3zcedeKg5VuvQ4cMHvSl1yLju1fHjR10/r1kvZo8eOqjnvcm2YNtx/NgRLdRmlWfSMicqo9VQYdgbrUvVslDdSdWGae0q27iW5ERry8KN/BKvv/3t79BF3rQ+55xzUqKceWEjtjkeRsZ6OztV2EyXBsDLhpn9dIf99Xonmf76L/5CufnMFwpltUfv//Av6pIrrtKNN92km97+Np27dafO236+1q/bqBdffFlXXH2V/s1v/Kb4ErzhderXv/YNrV+zTnyhsXPHuXrDZZdo07rVjsU3a2i4X+fv2K4rrrxCxIlPPOHkvWXgst1vsG5nGvH17FwtfSWZl1UdOnzUcV9L/F0zYkP85jbH8ctXrjWFK1q5co0u2LVLh48e0WpvxvRZli6/fLfj/R2ESDrv/At07Q03OvY/Vzscd46cPploevUVl2vWyWWSEdVqRRXbHErdG7CVSqFWc966v6Af/uBbKoqmE2lHdOr0UfOv0PJlw8LuQat5x4T//OV/0ue/8Hnd+eM79IUvfEE/dZL/L//6b/TQw4+Kv5X6zNNP6bVXX9a3vvk1/fjHP9KX/+mLOnRwn849d5sYCxz2H9inmm318aOHNXrmpG7/4ff0pX/8ez3yyAP6T//xP6SvrEZHznhDgGc/0DHPd9q6f/999+m+++72BsERfeDDH9VHfvHjOm/HBRrwGu3tb3+75W/C9Kvrl3/5V7z22aKtW7frxhtu0Lbt27Xt3PP00ot7ddSbzSOjY6b1EevYsNaYdz/84Q/Fxjpx2Dvf+U5tsD3jJYRBrwvr9uXYyAXHsmP2kVNeZ+Lf2nVmTLKxtMPv8AzZxH4SQ/GcQh0FfaRNRKharSr835wT+Jl5EhFp3RQRoq7dLsKtzhZg0BaYjNnhWARfyT3tsb3YEzbCTnp9gS5gC8A3wtbUejPr8WjP+PTn+cDAgJgjMRLwObf7tOsZr7Q/KrJcM05+dts3Ew/SnmQksGjDV2/UVR0r525bLSuepYTNYK0fEfZ5HebvafubyZQIXusNgUmvDb773e+kdUjFcUZEBpqLdHKfutdmVID3zTffnL4ipR12gF9pYiMxt70oTdeGgyXmCb0K45zOxgW+FGWZ6AuOtibiTNnvNdxR29ER+78Jy9sZJ/HoG7FIf3gHHNriT7/j9RxxADIdEdbLw3r4kUeM1yX2yZNqtTLrU+FzK813wbmPzDisdNKcn1pcu3adbrKdYQ5ztnGX7r5MPb09yf4OLx1WePqFbVVff5/KokwvKTHX9d7Q2bhxg5P/V2uJ7SV0B082O5Eb5ogPmrPN3Htgv1h7HndCH7n40pe+lOIe7D5+mH7gzxn/ByzwyfMsxQ333HOPNwiXKssyTdgfwO+PfOQjTnAftX5ttY3oEmuV3HEecjgzM+Nnx3Tw4CHHC99P69Ef2Z+hU2wITXuthzxhSyIW6RoRah+MTYHHdese9dwj2+gndcjmM888k3QWGeGeOIJ5X3LxxRp2PDHlnMxR+0bWlqxhzpwe9UbjgmVtwDh16cJdu/SU15f1Zks15wSffv55/fNtt+m013ldPT1i02jKMo7NfuThh92nU+ssoxfs3CE2Hqf97M//9M/03//rf3euqit9PTZkezE0OOC4ouZ4tF/oD/o4NjohvszB3/f09DmPtaDBwSW62Bu/73zPzVrqNatMgzOnz3gDaEELloWenk6dtv0e8abwihXLk8/+kz/54/TyDDLxlre8yRsnF6exOhxvTDmOyaPQYO9AwmfCvuWgN1GzvKJztm5Td3evfUSml156VRPjk9a7KdOjrtGRcce6pzQyMqqWaRGxyIsO61BZ5oL28D7sO/MsEzoALzi3vH6MCFUdO1Xtv4q8UNWxDvxt2c4gE1lkxrGeZE4+jh49ahxetiyNq+E4LiJEe3hHvALfoRvyMWZ7y6/kSGhpy3AWBC6Z+yyO3zK9Wo6F5g2robpt9ILX7TWvWXmpawZZMy3pT+KccYyCSR0JTsTP7C3zZFzw6HZ+KSIE/ugTco/cMSZ6gg7gG/ptM7v7etQ70Cfq6Ccfvb295u9AihUjQiud/ygrFfX1D6i7t09LHLuuWr1aQ95kHR5eal+1VWyQbT77ctWg69fYNuw/cEj41NPOK4HHiO3RAdso8IG+854nL/fx0slpywm6O245qC00VDMdoO8Z963ZbxOPY1/f+c53681vfqs33K7WRz/yC/oP/+E/pi8gwWXauZhlziOee94Ot7lJn/rUL+mzv/yr+oVf/EXxtSsb+O9+97u0Y8eORMOIUOF5Kc9kgtr3NmUBeT3WatkGQ/O67bZFRdATO5bbHmd5LgNJfGMutGt4rdW0DJZF1XazIrVCHE3Dgb5NP0eX583n046nWZNj58kzNZp1x/EztkUzluua5ryGmvXactZzari9LI8L3uxnHQk8cIOmi3QyvUwjcknzPvOyBLhCr7ptUGa5B7/C5/6eXm9wbhIvx33qU5/SJz7xCdPqzV7fXeG83ZvSzwBf7U3Pd7zr3fYDO5PtHHOcPWu7uNo8v9ybtnwsccONN+rd73mP3uyN1Cuvvlrveve7dfN7b9Zbbnqrdr/hDbrw4ossKz2CVrNeF05OTKvVDIUyYWPhNetpvuwkTkR22eA713HO8PAS8+gC43WTPvsr/0of/+Sn9cGPfDSNceWVV5pGsxrzZipwJibG1eM4csWKFcIvZlmuslJRb3+/iB2I+edNN3hBbu3iiy/Reeed579FbyYAABAASURBVDZVSbnZ3TLrMyGX5EFZL0A3XrZhTcKajw1bfM+eF17UmZEx7br4UnV29+in9z+ou+66Rw/c/4AO7N+XXrjjFxuyvBC2csmSpUk+Dnqt8MSTj+vP/vxPdP/9970+f3iHP4GPx23rj9vHcZ2ZT0Yu2QVkC/3o9BpgiXP8rHOgG/XwFr5ypuDHkA1kgPuISHqEru/cuVOsmRiPPsgqNF9qXwM90F+eRyz2gbbgQtvC8k7JLfPgxtiMQ2Ec2gCPesqU5Ra/EREpbhixT+Ke+VKEOfQE6U/xpSIi8YH+2MF2PeeGZRj4EaFqsuulwAebB13AST7oSzvwpnBPG/rQnnbtOTB3ZJD+2D0KbSqV0r6yaj+7aBNpx0Yja3NeroJe2NgszwR88JMP6ngGj9baz0ITfAXPGZ/4lHpe6HiPdQX/jD5t2bJFxB3YXGhDjPHUU0+JuIU/S/bjH//Y/u2EnnzyST3otQoy4uE8dtMx4Kz90Jh902Tyr8T88BDbzDXj4oPIg0w69sksVy3bJ+QD/kIL5BS9u2Cn117XXitejOB+48aNYt70/f73vi9+nYif+OeXIjMIhWJXzIzK2TcGIRQAF5FrGUEXblxwogweEakeJkE82oMkTKI/beo2tiTKarV6Uk53T/8iQvzHTUQkY0x7+QAWMCkQnHueUSLcy8XNDK+ZFALm0JZC+3ZptZqpTdNEatpotwt9IyIFRAgMOFMH/iwcFpyMDGeSCwcczLrdD/gY+IazCignQkkd8g9uFOBExOvz4Rn4yUfE/x33lp2Aq9M/roGF0AAXptatKBGRYEHPdoFfBB1ZVljJCvMgHIzUk3GKWGwPLpSIcJssweBePhiLOXH2rSLiLJ0avgZjilI/+mRZuD5o6rFaaRwCmIYDpoad4CIcK1BTxqOxyBMnntxSWS7DXnCixLDNjzknW6rVUsgIAKEz8KvVinp6u5RnhmOLMu+AAUMPJjjpslJ1gDKkrdu2asvmzeqwAYUXZaWS6pc5cddFoGRj3etAaHB4yE6jTwM+r9+8Sbu8UXGelWLYAUWlo8v9uz1ev3r7BsRGUFaUDkjDwV8jGWp4FhHK81zh/xreSG1ajiTjZ6SayJP5V7csUO1LK/CcZmanJW+YdjoILssi0YpkR90BAbLVML2aThjVHCzV7NwXnCBNLwE4SMq8QOtzsL/Mjob5bPAmFQ7iwl0X6vzzztcqB26DA4MaGBhShxNGnR3dNm7dXvR0W5arTtIasciEw8qy3FSUi/ENrkMRody8LPNMRR7Kfc58L/OlCS8tb3UXKfysVARn9/XkmC9yh2Gr2k7kpktZlomPyCzzatdlWWY5qCd6iMNowW+ec9vhJIGxSXLCfUQY/0VYwESeal4sMmZE0MRz7BLjt+sYjwc4IowieFOoZxzaUSJC4BMRCVdwpw06Rj0F/EvzKmJxLHA9depkSjTh7AYdkKxduULnOYH3FgdKb3rjDZpyoMJbMt/+9rf15S//s77zne/poYce9iLpjBfdj2rPiy9p+cqVIjD72Mc/ln56a+XqVYtz9jgEjeBXsdxzriWbE+Znp3lbNf3zRH9wa1jWqrbLc148ECyAM3NgLp3WA2wFQfmzToayiIYOY04qQReCnvaCWj5mndj3KdGzdCBAW2BB84hINAY+bdp1SYosI6VlJrO8UPr7+rRs+Qr19g8orHOtLJORVmnZ4K1CxmShX7OMDzh4I0k97ECw00maKosy69OkF61j4xPKs8LOaYl6Hcz29/aLgJc352Yd6PVa1tdu2qQlXpRWKp3qsMzj1BmuYT2CduAJvhRwpzCnn3+Gg8TpHjtyNMkBDh4nTjDFNX2BBz2Yr0VWkeXKiorYaGpayYHLWHmeC1mE/gQawIYv9IVfESGSIsAFfmk94Rq5oi8yywYV9atWrRJw4VXVegFcYHaZr1XbNvCacpKPcakn4EN2WYBQB/+BGRHinnmDBzJBXwr1nIHNmLSvVrAXddvmprinnnbzTr63LG9Flif5o09mOQF34GKXCHRou+CFDKXdl7nSrmq8ed40HM7tAg6ptExh2xSumbsHSjTgOi/yZDMjIuFGX+BQmBvzQtahA8+AwbPC+ss1YLnnmjNtKGafLHKq+X/wE1jgzrPc/GRuzANeQl/uI0Jp/lmWaAs84NKHQpt2XUR4GpHsXsRiP/rSnnbtsRRKti7LM/uaBR57ng0vEueVmS70STAt284mOImw+KsQDdsHd1CHedHVUdHyJUMa9kJ/cKBL52/frM6OzEmU097IOam6NzFmJydUGKCHUWdnh0rraN0Jvy7LlSejqvk/NDTkwLg/8Z8xc2OTubTso6ABhXku8UKFRcB+b74dPHgwLcRozzPmhR6RBCA5FRFJ9pFrfBYLEeaErvQ62dBvewGdkXX6RUSiB/JMwN3nNoODA0axoZW2uW9961vF+CwI8RsEuATDBO/0AQejLPiGTmGTWeSBH8Eu9g7cWQSCx0rbZHCZ9KKGt4p5Tj06yaIRPWShmZnnp53w4qdubnjjdV48n6uLLtypCSdjr7v2Gh0yHQrsYeQJPzZ7Bp1wY1zGgufIGIk2dL8ZmSLCLCRpVAjb0lKoqFbto0PXeWPgne9+j1Y70cKXI3PzdT333B7LX0UDTsDwFjs/EXbb177mDbtHvVC9S8yXBQTjMRY6wVy4Rk+gF7ShjoXIuJNwJF7QH/w47aAfdCSZA73oB+7wgue0ZVGDH4Gn0B8dh+/QiTHhffvNTGDxjPbwCXoiM7ShLbrGQiq1s2+Y8mbiMieX16xdk/g97Hht5cplWr1imTffBnTO5o3WjTmR4ASXV1972Qm7FzRl+e7tJl6Uwko/PjGmvKxo3YZNyvKK5moNnT4zJr7sfeyJx1Py+NTJ4zp+5Ig4n7Z/lxpiQ+nMqdNeeE2o5bUKdEGWepw0G7dvOurN9AHLI76VRFNXT6c++OEPWX8q6neb2ZlpgdeZkdO6w5tQK+wTmTs0x47yhi2+LyQ98uBDOnTgoDrN833ewOYlwcx2a9z2vdu+jz69ln98CfKHL0FXWLxFhJOiI0n30BueI3Pnnrtd7QUeL+SgK0udBABWxXZi0zmbtH7TBr3hyjeof7BPp0ZO6eTpE3r62af0k7vu1J0uc+ZDRIjETt02nTLtOH3eMXiH7UWW5Y5bFjQ9bT64wEv0ZsZJJPgLv7lH1ue9mcPm4ulTp1SxH5h1mwnT8aQ3cE2CZNuxK187K8fQ6qg3lZHhiBDyxzVnErjQIC9yJ/APisUz4wCHMXnW2dWZ9IG/iwXezNuqm+zw4EC/rrv+eo17sbxq9Rpv+h4QX+gcP3FSxP1LHGevX79B/OTum258k+c/p8JjIafd3T3iCwFsBQv4z//t36laZHredOvp7tRHP/oRXXTRLt1771365re+LugADsjLyJlR24fDeuqZZ1NSveaY+h3eyBv2GmXj5i36hY99XC++8pomZ2eEHejp63c81m3ejoi/cYq/v/jSS2wrauJLiaXLl2v1ug1OxF0h1jUbNmxIsdKp48c8zj7NGM6mLZvF5neX6TFsu24D6oTbm0XCmi9I2bQ+euSg3vH2t0jeaJ2eHNWZk0fTCyMPP/yg7rn7zjT3WfP90KH9qjcWtNY6ef211yvPc+VZpknzMfdm+EW7LrCfOW0adumJxx91nHzUNrxQZn8D36qVQjvPP1czhsXXsUuXDOjL//SP1lMvEO1bKo4huyqldl2wU7PGnZ+wL8qqensHPOZ6bfb6rttruRtueKN++3/9HV1rHm53ku/Fl19Sd0+XtnvzdpPXdAcPH9EFOy80T9fqV//Vv9J68/I8J4s/+MEPIiLiJdoZy9+OHeebtqM66GR1xTI5PDwsbBn2kTffj3oTgEQL8oCtxu6RpIP33DP/Ba9HIsI8WUiFzTxsPfazXbhnYO65jgjTpRT9GXfWsTf4cE8p7MspdgCpHeNGhCLCelI3PTNhJ5EtfBj+BZyRxzA/mAPjMCYyi92mAJsz4/EMfMqzMSjj84w5M3a7bWZ4EZnHbYjrBduBpu3hgX379feW/Z/ef78e/OkD+ukDD2je8+CnQ6tlKdYQeZZLDrCqRSXRGdjMF/3ERxyxzcVfX3fd9ckmgBPwwQPc8EuTtufQmmdZnol5RYRlsnD80plwangNUrf8tSw/eVmI80KjLo52+4hQXhQCNmOwjpQP5g99J72RGu5fGPdpz2PB8ggOWZaJQhv8FfaKEhGp/m5vPN511136vd/7Pb1i2w3t5u2jPW31DA9af7tUGCfq8RPIzuDgkMqy4s2unjQf8BobH9OIE/CMyXrjlO1ktaNiuzeXfBC2EVqBO3YeWFzD90lvSFPwUdBsv+OxSW8qrVqzVti3870RwrjM44Q323nRCr9OnABexHvI/lonNPkak5ecgIeuAfNb3/qW4BX1wGBM5E8+8DXIHziRVLzlllucgO7XZbt3C738r//tvwm5LCuVxOOW+0QsyjKwIiLJFnzK81zAhidulmjDOPCs0/4GnKHDgw8+kHII1EMDvlgJd7jWiU1sYrd9ZdnRLTane+yLO5zXOeec7RqyXb/EeP3Cxz6m/+P//D915ZVXacGy/NV/+bq+8c1v6vf/9/89yXSvcy15ngnabNq4SfisEfPjKm+KLBtaopr94ve//720abJu3bok2zudQ7rl/beq5k1afPZll79Ba213iDmhXVdnr+3evB597HFvPB8XuZgFrzk6unpsu3qFf2w5Z7TaGxzYmBedJzh48IAOeVPhqaefMo3q7j8j4tRVzvcURS7i0jt/8hO9+sqrev7pZ7VkqF9D3oQ/z75/ldePkRXKXOrOIS1dusIbKP32R5OG1VRXd4/tT+H7cWGb91tmEg8MF1mvFIWKPLOMdpuffUIHoUcoLLulIrLUv+pN1dzXNa8PoQuw5r0+z6w32B74Ne+cFi/askkzMnpGlWohd0n2smK5kA/kBxmsOgYir8FYueUBHte8Pmk6lgM/7jnz3N0UEZw8p0Y6My50zM7W05b5pIcKu79Waks9skMBZkSoDZMzeEUswq453pk3z2ueF/aWa/oVZW4T3Uz0AF6RhWVjVkOO95c5n/j+Wz+oX/z4x9MXxZ/93Of0mc9+Th//xKf1Mfv5m2++WR/84If1K974+q3f+m195jOfddtP6E1verPed8v7dYPj/osvvjjRH52gsEbqtTxHGFfTptdxbml+bVi3xvzpTC+0oWs/+uEP9IMf/NAbBjPWoVZ6IaMsC61bt0GRFcryXBdccKHH/GX9y9e/qd/8X/69fvu3f1u3vP8D4pft8JVrvN7A90G7Tudm0HF4s0hHKSIUnq9cmqYCMSG85qW33PcLjm2g0YL1C50w+xLtsW/ygR2Av5wXvKadcw5rcmLSslhTbn+RZbnO8KKBcwURHssFGYw8c3TeUivkdXtTheeVFZkcRFgeM3VYfkrPL49MhUvGoA7oAAAQAElEQVRHWUnx+6zXdfg9+ARezCuzjEaEpxDum8sgRWweEQJPbE67vQnpuOiUOjs61O+4DNvYYzvR71gSXTt/x05dZfvz2V/5Vb3tHe/Qu997s1Y7thwbG0vy1tnVpeFlS1TxmnvEtr4ZLcc1vTp/5w5dY//Hi1/QO4zTmHOINfuvBdMQPOumoVqZqtVOy1pF8OGiiy7SOzwOc8AOPProo8IPPb9nj44eO+7Ydlpr1q3X+z/4Id1secLeEQvtvPBCnee4Z/v2beKX45ArZAOYWZ4Le77bG7vneyOxt69PvT29WrVyNWw1TZTmUpZlopd8oOP4w4GBgSRTvDS00ZtKS5wbAKe/+Zu/0ddtX4nrs7zQgO3nvO0Rv9LSY9hjXnuy2YT/3XXRRbr+husd661N42DX00/GH9invfteVWE+D5je0MlDe90xJcZ+8cUXxXoBvlIPzShZFtaLDoEb82SO6HZEKCIE7XLPmTNz4jl8ba9lgdHf35/iTtZOyA/6j2zQB1g9loGKbVjdvMIuEEdBE9ZC4AP8iMWxaE+hjvE4U+gPfsCUD/oBi7lhN4EdnkteKf10kQfUcQOcdgEW8JlHYR6BZwRzzQTsiLAYN1ORQhwRoQj7YOsg82Vcxqd9Gy7X6AHPKfTjGeNQGJc2BmP5zFOJiASX2AL9gAfoE/3A0Y/Tc+i6a9eFlrstIqbhT8VRx/qG9ev69etFnuFcx/nI5bve9a60eXnVVVcJ+4g/hGf0wUbBL8ZE/q66+mqRZ4oIUE40AFfaSy37n5rIQVMKywE8wAcBhx7EQMRL8BOatGmAnZu3v2NO4IfOnHvuuaJstOyjmzfddFMam7me8hrXFkppwlSUZZGQgUE/X+QjIpTleWrbHpCzfORZri4HMyAIMRuNluZma3Y6Cw5sFx2gm6W+EUyBO0/V1pdxgAMDmQyMRoio49kiA0Ptc0RY4W1o3Zc6nT0iIsHPjWO78DyzgEYsPouI1Dpi8ZzGMMGbFrIZb4SxAKzbwNEoPfMY4NW+5tx0UI9zaOPIGBGL8CLidRwiggkmg9RuExHpeUQwRBJ44AOLuQOftvAC5UOIOZdWGup41rKHabrQjz6cAcaz9rzzbJFP1LVLxOKY0JRx6BOxWFevs0isWfAWbODqPEp4LvbN0z19GKtuo8+52YIKSnzJTeOiyFWUeQqievt6knEDf3NLlN6eLm2w0qxcsVzLnEDr7elOQQSGSqbplJ0sAjzjBFXLi6ZOJwb6+gfUP9Bvh7VKBC55USRHXCEZ7EVxv40gtKl6c3F46TKRVFi3fp36hwbFz2/g/K699voUYPT09mvV6rXauHFzOg8vXa4uB+RhWtW8eJy3o4f30IcSEeJglhGZLyPxq2XaR1aYr6UXBZ2ub9mpOTnhRFXDskPfmjeTKbO1WTU9N2gHOJ4v0nrBjquhTOHkWkd6I3LVipXCwK9wEnmlg+11G9aKNxd77IwqDh4qNuadXd1OYvSr23Pp6ulRT3efSge6sgPLTP+mITabLTle9+Zwpsgy45mpyDOVTv7m5lOeU5d75FbCoe6FQXLoLUmRuziQaTSSLBBgRoQyw+G64fqmAx/O3JNIxBmwuKvb0aS5OyiVD+xAh4MS5BYe0Qc48Hj/gf0pCUaSd9aLWp6j96NeaAIXOIxDHQ6LpDGyDg0iQhGRfhaAZAgJS/gHbMZjHPqRjAMG/SIizQEcuaeNFGLslvkDTgQrONFJJ98WHFBf6IXT297yFq0xX+ZmZnXsyGGXI+LLyu9973saHhrSpo3rvfiZNuzcfKg60fuK5b+aHMb6DRt1rpM7m7dsVelNU8ZuYGtMZ5yxhxeJMGwPuiMfLLChRW9vr5OepzTtZFO39WTKSSHowOIb+jBX5gC+OAHqWfCx+Z7b/nV0VoXDYGGOM6B9RKQADfitVivxF1rgTCjQyigoImwDGmrYJtS9QMpdmVlumuY9b0Ihi51dPcKR120LDEqy3HjNqFEn3Catv+BKkvTU6dMO+o6JzVH5WOuFPG/G9VrvCL4jCi3U6kKuK5bjMdP+oJMvx86MaL+TXK8dOpRgjoyMOokzI/BuekCSWQ3rWijEfCnMkRIRi+0sp9gf5BB5gB44bNoiR0uddF7qBCd9oKkMi+um9XvB82Ic7EH9rFxDH8YHZpeDZvmAfhR0gHGQP3wgdfAQ2ecZ4yPb8B04jM0ZWNAennBf2r41PV6eZbZz8yl4BLeZ6ZmUtGdDmEU7hTEojMGZEhHGSg50inRmruBMSRX+n8VP9IEGjOkq2Ugp8/zzLEu0Y8z2M84N876np0fIEjaXIIbxoBe4t+EzHm2ByTX10I+2yDbtKe16YLevwQmdjQhFBCASLjxvt4sIzVgXI4ytrxkbmudZrohI7WlLSQDcrmF+1m0QG54DdWVRprYNy/fJ40fVdKIUnHjeY73r6e1JMgXPwB284BP04kw76IPtgHfcUx8RjnXqCTb1mcdm3hFhXWok3Cbt43hmM2DbM2Mez3rDdMFrxKbcXLmnHao7+VMznJb1tfDCruKkapcXPB1auqRfSwb7tGLZkIaX9Gl4qEcnTh3WieMHFV5+9nRVNDs3Jfm6LDN1d3WoWhbq87ywcYXp1GVfiS7LPaa8CDTS6rJvkY+ISHgSiDIvm8ZEC+hJ/2XWF+SAe/gAjbD9zHP16tXpxaa+vt60MMkz+xHHVdCNhRE0K8uKFz7diJsiIm1E4vMIsNetW2s70GmazLlNl+DJfid/Zmz7VtgfInfUIQ/U8Qz+QE8SoGOeC/YQPAmOwQk5JeimjiQPfbjGPtG24nnDR2woCzXuWbyuXbdON9/8bl1x+WXixRnoxxywH2y88sXTk088qTVrVqd5MDe+2sEGQCNoAQ3RfeBiE8BbkSuyQunLmLKiAwcPOXaY0HPPP+8F4ynHOMusuxU9/PAjTsg95gTeuP3cfrGZ99Qzz6TNj71792rMm7pT01PK80xpbPvNZbZnzIV5M2feuOWascGFdtALvmbmDTwsijLhD0+p44s/dAo9p32fEwr4eOpIzrLwhc48y/Ez9u8WG8EfdADYnBmH59SDC/auZWGCh+ATESocr9ScQHvp5VfM9y4nL/p05swpjZw5rcKKcNybbKe86VlzPDHkGHCJ473NXsQgJz2dhapFS8uWDIp4Er/38isva8R0mXMsV2u01DcwJGWFk9RTgi+DgwNSNA0709vfdpNjwrXWr6oiz8QReamRkQnj4riqZ0C99lFFWZr2z+vUqTM6dORYShhnWabt27emRO9xb2j1ORlxtRd0Q06eb7TP537ECSJoUOa5dbcnvfF9YO8+vf2tN2nMvoyEOsmB9Rs2aGh4KOlBYds/Ojamum0Vfx+p4fOyZUtt72Z0+PAho9jStm1bNe1NqjOONbt7Oi0zJy0DedJZ+IRsogsVyzU+osPJ6eMnjutxy+rLTsbyE6kPP/yo7rzzbjVsDzvMP2SEa/iFTHDtwVJylect+1v4Dx+YE7rDOCMjI+bXmaSr1DE+c8IeYBfQUeqRG57RHtqhf/xdIuQEeSA59D//5/90UnAqfSWNvJxyUnvacQRywyYpMDaYVl32uxFh3OsC18cfe8y68rAWbMNPnjohvvBFB1iEX3HVlY71N6jT9o7F79at24St4E81nOdFMXE4cwUf5njKY87MzOmOO+4wD+pJr57f87yg40MPPaRkOxwPfee737ONmnfs35HkZ2BgQCRFP+INVuJUbNnKlStTEgC69dj2NkMJj5ZxX+fE/eXXXqNur12efu5Z7du/T8RAhw4c1sL8gpYvW6ELLtylN731bSq7+p2w+4CUlVpYaNrmLxdrogsuuCDJH/wZtvycNI8bjod4QSTFHVlmuZ9QzWvw+dl5ldYD1Vt67KFHNdQ/oDnHE+NjY8qsDxOTY+pyvDhfm1FRhPr6enS+N0OvufJynWc5v+aqq/XZX/qMznViLnMceOjgPr3tbW/RSy/u0batW3Ts6CHz7eXks0bHRpI8wrex0dOmT6FDB/drzeoVntewpqfGlXllsmRgQGdOn1LpdQ1/Ry2sJ3XL49PPPafpZNdyy/2U57yQ+Aw85jUw0KfveYPjnvvuVdXJX35Kla9Dli0ZUFe11MpVK3XpZZeJn9+MCF1x5ZW67NLL1OHkZpbngl6vvPJK+gIc+SSRA//Ql4bHlw9koe74j/OCbQn1VgHLXEPY0apxBg7yRxHO3P34Rx/OFGBSgIFMohtlWYo6ntOW0rRdbDlWpT4ikj3u8joPO4vO0IZ+yOn13lj+tV/7NS31WreNR0TYVvUmOqFf6B59aA9+XNcdUzIPCjAff/xx27oRdXZ2pnnxHP2PiCT39AUW9bP2vydPnNSWc85RtaOqCSes+yy7bD7tfe01jdv3YEHnrRuMl/r83JoOu3b61Ok0LzYgWp5vRCT5JcH63e9+N30JzU/qk5jlRSdowZz7+81X6zz0Bj9i11ZIJKHnrfPKM6FbddMvy3ztM325Z7Nm0Gs05Iufhv3GN7+pL/7jF4WOTnsTknbMs2p+AhvaYOPQ309/+tPCpuMXOz3++259nz7woVv1mc99xjZlo4ghq2Up5srmy3RzQZXebhWmT0QIePCcuTNO3fKU54VYO7UsTIwlH03HR6wLNm7aKF5g6O7pEr+OVKmUfirrwIxI3iGjJB6XLFmS7O1651He4GT4ls2bU5xUtR3f4fVqWe3QKa+d1nqTZM2aNSleh44nzD9sMXxArvBRK7yuha7ESsQo5zmReb83zbG1xEp/9Vd/Jf4+IPbw13/915OPufXWW5OvYnxiHOZJjIPePf3sM+JrsQX767ZOwJN2iYgEg7lHhOgbEUkuoBV8iAhhu7FvzJn8wNe//vVEB9qgS9CMvp3mS2k6NdRUzfS//cc/Uk9/r+nTrSNHj2nOa/gHHn1EI15Tvut979Mb3/QmPfbIo+p2nnK1595l2b9s92Va583o1bYb1zpxu/vS3Zp2jG6l0KjpeJ/tzH/5L/8l+Vl42bBPxpesXbveejCtTV7bf+CDH9GylWvUPzgs/rQS54hS3/7O9/Tsc3s0X2toZnbOViLTcm9YtCJLuHXafnV39+iEbfeMc49syH7xi18UdoJ1Hn502DFPT09X+tnMhx5+SJ/6zKe154UXLIPrtWRowHZgSEuXDXsDeYnO9ebJkiXLUt51//4DOnNmzLFHv9eNo0mnjxw6rB98//vpS57cOHRYVuBNy5iht2VRqFqpCHnFLiAb0Jk2zL3L9EZuyBe1TIc8y1Jb7NekN/o7bWMXnEvav39/2tjDzvQ4d0HMledhvnTavxTJVvX09Aq4yObAwECqb9kuwF/kA3w4o8Ncywe4FNa5slIxrC5VOyquDWPv08/9swilO3S7brtHmbU9It6f92Zpy/oHLOYXEeI5dYzDmAol2aSO+5rlOcFqLKgoc+VFrv7+Pk17HdppO12pVIUu7fYm/NbtWPPcVgAAEABJREFU5+nCXRfZ91+ibdvP1abN5zie7PZcc+vNUlW9UdayATty9LiwBQmucQS/qu1QRNj/9mpwcNB9smTTeUlqfn5WrWZd/NrHrP3jjO3X0WPHdN+995nfc45Rjgp/ts4b+3x9VVYqWuKNXr4UPH/HBca5og2OnVtRSFmhM6PjmpyedZ85xzILWnAczjyxi03bUPChUEeBRokXpnYzpLp9Zd2ePMszgzNN8tw2sUh0i8hM/0i4123f5r3ObsvYgucq90n1pis09HCGh2UPQXPGzQ0vyzLnMb0uzj1GWQhdrzvGaTo3PO+86oL71+0DGsZ9wZseJX08NjyGrvCOAu5GSBHhuc4LGUtztF9reXDo1moxvtL4yHj4lnbUgw8wOm0viE05G5h1bqnCtEQGhvlQwPnqDusAMp0Xpke1kuCFZaZq3elwwU43vDZZ8EZjh2028UTFPgOaKAvToSE2cObnapqemrF/7hJygR1gncyGzgqvhcH5+PGT6VdRvut4FN+2YJ4QE51jGXzv+2/Vtddep9Xe6GU+tMevNKy3peU1TFt+dZF1SMN6N2e9Xb9hgz73y59z7nJn4h10rJQlpBPjX+tNZOwyFZn7s85lQ+lzn/uc8A/MDd/x6quOCZwH7HWOOrLcElMoLyrKcvPQ8JY7/7/BY/H17//3d39Xt9xyi3i555JLLhH5QXKi4xNjQr+7u7u01nkB4uke55/gQ0SY/IsFXCgLxh9eRYRyywEFPqRiu8YZnCk8M1JifvAA20bBDnV3d4vrqnWRtvSD3/Th3O+4hz48px34AGfBcaJ8gAMyxznLcmWmEzDC54gQ18wDW0pMiy+Bjvh2YLeMGLLZ8Fl5prAcAR/+1R1DeIgkUz8bw20Ml/Eb6IbluWE5AEbdutY4Wwc+uemCzQcHcG+4HW1oC1wK18BiTJ5Tl53F3SqR5AJYlUpFFD+yPs3bv8zblswkmtKfvoxXsaxBr4rbMyZ0Ax7+grGJfU6cOJH8Ky/C33nnnXphzx77rNOGWfP+Ro+Qe16wvMkbl3xBf6VjeuQEPBij23qFXq5zzoaxgE+cBH2X2QZS4C35g+XOkfRZjjrMX/pQ6A8/8H/AhAbA6LEsdFg3M9OX+7KsWB877VMXcWIDF5klXiFW5Mt0t8t+Jpzu2CYaQCMiCYQbwd5ETOrlIyJeFzwEzUA0NTltIzCrhhkPYm6WmM81hfv/Z6Ee4sMECMz4EZHGzS1MESF5dNoxNm1ozz0F3CgQltK+/vlzBDAMxv/oAxxgNm2Y6974ikwqPBbMhunAcdOEe0R4aouFuqYNb9MGCBiUNj5tnFIbCzXPKNxHhMAnYtFh0Jb5UujfMkyeM3bFgodQ/DwuVTvhPC+NT7zOA/pELOJF34jFZ8CrW4l4Lh88Yz6cs2yxPQpV9TjgQZA9NjbuoK8m7sG55flBHwrX1PGMQl2EeZ9nyl1axl1BbdOjtRwM9KnXwRL4E0ytXrVa52zZolU2oiuXL5W7CKddc4AwPTnhxdiZtKnH3JcsGRaGBWVZ7rbDQwMK4zzhYA1a5XZMHXZqPd09qjgY7LLAr3DigkABpWNzZMs5W7Vr18XabqcyaCc35wRF4Y0a3uBcu26jVjh47h0YUG4jS6AwNzeXjABBImNQ1z6n+Vog/U9N/6/pQMgnRYR50TTNLOsOclBGHM7g8KA6ujtUlIU3PXtT0NXba1wrZeoTEcojU29nt3psBAYclPX39TqZ0aEOB4el+xWeY+Fz04EItE04uF9ZVtXR2WXYFZVlqaIo1TQsqB4RCT5caDQxyfLRUuaowHGsjK3vF/8B08ir4d2vpts2lSkiV25nl2V2fuYnbbIsEzykF4kmjB5JMXhHgUbIKgV5BSfaRgQnRYTAvWldoC0wOUNfrpc5MT9gPkA76uADcHIbfQBgcAnIO81veAs+OBWeAZP6Sy+9RCwCOx2YUN84SzNwQgfAqT0Hxp53MA3uzOOll17QIW/WnfJCn7EqpmmZ5Vq5fIWqRUW5Qg898IC+9KUv6aGHHkyG9IAXCk8+8YS6Ojr11JNP6XsOZArrZdXytWTJUr3zXe/SG994o7ot/2W5yCeDSY4hs33JDb9uHJd7w7zXfAcnNoJLB16vvvaqE7fPevPxqA4cOmjZ6dcq3jw1HVumIXPOTZuK9ZZzURQJJxa1/N0baAkNaZdleeJdlmXioA4a1+1gOVMYG1qMOQENXeBJ3cEWetGy/i84UF1wIJxnmegPb3oc3FTKioySS+Zgt5E2A047sUrScZ8Tg/tdDvMzb6MjTkAf1DPPPZMWcC+8wJtlx53QnFbNwU9fX7+6OruV51VNOnAcd5K40/Kw3knPbTt26ro33qDNthsty+i8dXS2Zj31OctCkWWiPnwNjyntuTLHiGDagh7YN2SFgCw3/TI/o57CQmXBgRB9PYwiL5RgWwcaDjZaPkNnCu2BDS2g15STSsDr6+tLmyDQBzyo5zn96UMdAVS7HbLMM2QZuDxjHBAmuIA3LKSBvcKB8yJuzZQcZTOH9iy8+fm6++69V2NjY3RNPAIuYzc9GfrzANjNs/ID/g3LQJpzZCKAYIMtIgSeFHCKCDEufVNb01s+uAYGBZoyHosNzhEh2ruZ0KWIRf1v19EGPNK96VopCpV5LjgVEYpYLDrr62kHDhGL9cwH3NauXWO572CY1Ofn4b4OPz2V5bOV6AIs+jO/ln3jgn3PQm0+8U2hdOZ53bKQZ3nqU/NiDXjgADjGgbbU58YbWNAA2wHPoU1EJF+S6qcmEw15hl2C3694w4eNkfHxUVWt89AxnNDOckZoeupeohofeeGemUbYRnCPCM+5VOaN1igante8O9RNqaYqlULLly+zHx1RtSy9wTRs+uea9viz3pAYtR7yVRHymRe5imJB83PjGjl5QhGR+J57PozDXJkXc5zxYnPO9pL5kZjr9aYAMszcsBt12wbaAJdnhfkJffbt26ujR44kuCwQli9fngLtBdsTFnQt2xY7fOVZGNclKTgdGOBrVKUkQtWBbkSc7bMgxjp48GAKsKEl+C2YT0ucWOSM/IEDuEVEkkHwp+2+fftsbyZTQafAl2QqY4Dz0NBQijd27dolYoge63LLMHbs3Gn6mh1neTDqhDFf3KB7rzgZz08dkfTKIhNwgMkLI8gLccDxY8fFnPCZ4M+4J+1nTjpBx31nV49y25qNmzcpcnPVtmbeNnHeiYGqN8BJOlx99TVavXZtWsiu9ZlfrGDxGqFEW+bLPJBLaAL+8InS5dii27ERdKFNxT6D+z7b3FEnUua8WI/IlWVZmmef591ejDAH5otsAhffHxFJJ6B1m6fAJKmKTYIP+GrmC53oh91l3vhaaE/9wsK8Y4IFJ12nNOWEUGa85q1nIyNnEn83btiQdLHD/nW7N2+2bNmsa665Wsx77bo1Wr1mlS7atUsXX7hFSwd71ddRase529Tl2Onc7duT733D5Veou29Ap0ZYkHcZ3oo0z5Z5WTedm2rqtf17TdchbwK94sXggtigqtv3Oc/h5OYpHThwSE889TRiqnknZWvmy/333a+ZuVm98spLYi4jI4tftELvU3zFbF6STOALuA7HI9AN2pzyhjA8n7fvghaHvIG+68ILPcYBPfDTn6YX6Q4e2i9eEDp+ckQ/ffgJrd14jhrW9iefekJPPvW4CseE6zes04qVyy1vPcZ9WGyqg8eBAweEP3jqqae8+T6a5ooePmX8SaJHFLrnnvv17W9/T48++rj1Q9azoeQ32nyGNhR4jzwjD8Rn+ExkCT5GhJAJ+A6vuaawsYr80w6e18xPkuDwvO3/gMvzDtPlkGMudAP9BQ46yMIUuMhgwzzCxnRbfqHbV796m3hTmQ1YYgz0juTJXXfd5Tl913F2n4554z0cVxHTgStJogWvQXtss4a9gAaX9U40Eitd5cV41bb3lDdPa+brjTfeoIiwHa160/qIPv7xT2jU9vn4qeN6bs9z6hvs0zve/Q4NLR2ynPQJmb/vvvv0x3/8J9q8eYt+49d/U/hpNly7vVBnztg8aEPBLkZE4gs0aFoOkQtokNtmQrsjh48qLyrm35jQsdLXlY5ubd95ofoGhrxB+AaVlap4GXTdhk0a9zo7bD+Onzit1kJLszPzWr9ukzq8UQAdW7axLzu+JU5dsK4XUWhiZFwvPPeCxs6Ma2hgifD7+H8StXNzM/ZHpWlQaN/eV3Ti+GH95Ec/1JQ3It799nfop/f/VHvclw2IGXyK5X14oDfpct2+qq+3W/KYvT6j+wMDA+rx9fTMuI6fOGIbPpl41G9+LB0cNr4zjmcmtXHTJg0MDmr5ylXpxVaDcKz9kL785S+lWJi/VfgHf/AH+uu//mvxAsv9xgNZ//KXv6zbvnZbavusN3FOmP+dtgEvml/o3wnrHBtLvbZ3wN6wcZNlfjDJb57nnmfF/rQzJeUL86DpeAm68YzCHCJCLfMKG0mhHr2i6P92hMK+rF0FnKp9GLzHLlJPHRu3jEV90/EYMCNC6Ww7TH3NusOYyAB6QD/GlY9e065qGaBvnme2S/MaddxNuyRXZ2G2x8w9T2AyF+Qf3aEt/mmXbahBivFog8yGKyIibRhHRIqdt27dql/6zGdsg6+x7K3SOb5HX9nw7Orp0V77V14sxdfmWZb6smbpdGIZuL29fYnm/QP9tlu9ie8z3oQAN3BmfuDAV/W8FHv33XeraSGAxpnhNRyr0ZbrdsnNr4hwDNRM/OF5xfrMc+SZ2LPw8077kDYd2Zy42n7kvd5UW7l6lWXyhHiGL5txnFO3reDnZdFF4p0Z4whe2KczZ06ratkqPQZxXGlbPDHmWKtSsR4Nat79e7wu54Vb7F/hBJwjOeFr4KXJqrpjbsZrWp7gDzykHhpULStcd9g2Yu/CsjTp2A3bzPOISPZpxuPQD1pHhNCxarWDrikegJbAwhb1WadOj4xqYHBI2HBsKfA7OjuS3KROjh6RKZ5TsK98BYK8cH+ON8/Xe9MWW0XCcNAwWWdCZ+YDfaDfddddp6uvvlpsjGPb+SWCRq2uzDqVK5RnWeIT/XT2iAgxF24btvfAYu7QBt4zPuOCM2ODJ5vKnGWYOnswX8o6J1KvMn87OqvasnWz+Pn1Acd2K7x5efHuN2h42VLbo94Ub7L5/553v1uF7ed3v/Vtfefb39Y3vv4N/eQnP9G999ztNUmh7d4Iu+CCnWleF198UYof8bczs9OC/ldffZVWOu/UMh47LrhAv/Zvfl2/9uu/oau94QDvOxzfPWxfOzdfV56X6rAszjkPRTnvvB2KrLT96RV5rB07z/Pm6AZvjDym559/Lm1g89LETTe9Te9973u1w2vhTd5sx9ffcsv79Kd/+qdCnxl/qWPgFSuWOVfQY173q39oQBWPpciVZXmy23fedaeeeuqpFG/wtymff+5Z8SVUWQGHDsGjtDFlGY0Irx1K982U234gUwDIOmMAABAASURBVNgsTzPd45eRD0p3d6dpGF5zFDx2yYxHvyIivahBjIzM0r9lWcuLTFkuFV6DdFoOM8sFvKe0ZYEz9xQDVMs2rV2HLjFuh/Wkw/0r1puW104LXle020dEGj8iRFvq572GQV4ZD1jcU9+uY448o31Rlgz7OgzqKVTSZ8HrDvrP2ad2dXVbrxuOH+suDffJXELjE5Oa9dpSnt+CadrnWDSzDFgdNDAwmHIaN7/vvUK3tm3bJviIzURHibu45wzdOjs7xTXPKpVSw0uGtHr1SvFno255/wf0+3/wf+iXvQGGjySx32E7tHbdem3xJv+Q/WyncURG+WnzqelZR76hOjRVmCOyXHYkH1hWqrbdvUY5V0QIncrNf/mAZu25QzNXKfLMbcM0LlKBhlX44tLltQelYtvU5fGZR26bDUx4x31hOkdEkin4OjY2Zvvxov7u7/5B//zPX0l+nTWffGCPj3njeJ/jXL5u5SvHHvueyGRZylxy+/PSc6mqv69PveSGDR/8wR2eYV+YA2PDvwjP37aY+jzLVDsrI8wPmaUteRL66+xB3aw35SnTXrvwLHPfcGkplGWl1wst07hlGjfSCz/KMyED844z8bE1yw9jyEfFOcOiqMhoWH7qCsPJrBv0QbahXennWRSKyLzGXy7khXx3/8CA5WeD3njjjcKXQw/aN1th+zSrLCs0vHRl+vMw5MA3bdrs+mlNOI++0nZrheOtmjd0Z+znsixPtnjGG9L82kdmXjE3Cj4stxycPHnS9ulxb9of0dDQsG1Xp/B1nobwAfgG7DR/kmH7tu1iw4v1Q3d3rxi/p3dAxKi58Tp18pTGvd8APdFv2r7PfpmYGbqyRkIeDh484DXRjEwW9fX3auWqlYkGyBC6ytjAAE+uoWu7IFPUZe6c5blhZKlEhCJCuemMTgEHeIXnDH9m7GMjwnFtI9EEXhMDkBdiHOBBa9YuvY7HOq2f1NOO/uADTEpmPw4eqc7w6Yu8QTfac00deMxYrl5+1XG36YzfR+Zph6zOOc9y2PHtKa836cMckWn8EPjShjrGoTAmOOnswf3Zy9dPPKceeO3+7H8wzzYsGtOGQnv0oV3H+FxDuy7r++JcG5blhmW5luJK+tCGAsxKpbSeVgRt6MMZ+i3zhicxKfwHHrrOl8r4j8NHDie5e/XVV0VuATns7+9P8sf6jbXA/fffn3wb9ICeuflNgT+MS1zy/PPPi/aMScmzTNFqqcM+BHjwtKxUhBxAE+RwenpG+EXwBx65cHgMvSLC9rJb2Gb6Q6MR53YyGnPD5CmymY0IASAixMHzdPb/IiINinHEiIYR462IugNSlM9NTNRWKovwqGmXVvsinYHbLlREGLaJkeWZAmFstpJgA7tmgwQTKXU7KQQH+PSPiKQkCqAslohQxGKhhna0NxWVF67PUm2aJ0RkLhCa64jgYSoRocxz/PmS53miAW119uA5l+AFjpy5j1g03NwjsDUvmGAKbaAXOIFbRCR8gQN8zhijqjdSacOcW6ZHxGK7iAB8KjwH/s+fueZhRCT8I2hv+rYV24YdXIDLWHmWpfHlg77Aa5eWFziLcqEEi/YNJ59q5gmGAQNAgAcs5rUojNOmbaGqFxd5ntmYTus1GwzeSOZvsQGTxfcKbxiQRLv8Dbt1zjlbNDDQr24bqaoFvaXwvR3HhvVa403QVd6Y5cvTdQ4Y1q5dp2VO1PLGQbcd6IADlS2bztFmlxUOoru7e1XkFVWdYOjtH1Svn1fs7DEYbfzgA3ONWOQR1xSTIM0zh1Y2vJZmRcbcI53rjZoXc3XPL1elWlFHV4cqnRVrzqK8QpPZWRxBJuTKD0RSg0VG03SDTnmWyf/sgBuW8QVB3ywPIZ9ykBgRyhyAVqulDVChzDTU2aNlD9w0T5pOIDWT+24qgr4ubsNzK6BBtpJTaDiAYkwKfFPk/lcYrSz1i1hc8PCcYhCKCOPVcMBYTzAw+pTSgQpGr2r+cD1gx45BQRfyPH9dL9qywxkDNGuHgdECxiYnUfjUHyOKvFDoHxFpXK6HvBja4OQqsIHRMraMC3+yLBMJ5m123LTjnjYN26CGacIcIiLhDa8xtOBAPWfGK8uqlnvjdKmTbec4+Fy3eq2efeYZ/f3f/K2+8S//ov/2X/9/uuP22510HNGmjRtSQuib3/yGnvbC5Llnn9WrL72sns4eVR2I4lzfdONbdP0NN1peB1+n2+z8XEpKeFKmS8W0bCgzXuCwf/9+8aUPibljx06IBAXytn7DhjQ3DDVzhRc4nfbcmU/EIp1qtiXMBXi0hQac4QMygHxDd+qgKXTiGWdKtzdH13vBvNKbu2XF8mu4yEpZVlQWpSneUpbndhxdSY4JBplTzQsYYOPwKXxxNzE95STk2GKQZdkEfhh57+cLvjC+xVZLli5Rt5Msw3aiBIebnTDfft65esvb36533Xyz3uENaRaTV7zhcm1Yv0HLvOme5m69GZ8c9ybLrPkqi3fTZGUECRowd+YcsVhHH+gGz5lzxKI8ZLEo8yRb8qxQ1faVwBZ8ja7htgy/aV7V05k6CrIeESkZAb0Zq2KakaBlLMYAB54RLAAP2SLQhGd5ngkaZJZdZJpnXNMHPlLAN0/07hbjEVgADx1DFwg44OVKB8Qk51atXm1CKOEELvThzDjMmzPwwZVC36aZwDVyaAYnGuZZLnChAINCX+7lAxzadcCnnufA82MxBjyIiDRH6hmDep5HmPbmH2NmVBgH2lC4jVjkWYTb2cdRxxgRkfDjmgKdeUY/4DNHCtfUt0vEYr9wRUQozzLlFsRmvSYIBixgYBd4C5yFG/SHT26g3DxgntQxd+ZBHffQgXvGhAbAog544IJdhBboNjpCfZaFeFlm69ZzvHheoarlhnHoSymyTNFq2BfU1bL9IkiWkWdMYNSdcJr1Al5ZS0Ul14IT2LxResYJsxEXfMrU5JRGz4zr+NHjGhs7pfnZKU1OjAs4tfkJlUVDJ08eFH4a/IGNvDGH9jV4QxMWNBNOpCMfzAd5RY7ph0w27U8qngNtsC/wJSKSHvZ6oStfQzdgnyKxXRbq7upUxYnIybExebaa9+KN5NuZM2eUAufDh1PAu8x2odcLFcakP7KPjV/nhBn+AhqDY2k/NGZY0Aq8wQP+4GPoTx3t0TP6Ao+FGwnBLi8AWsZxaHhYV11zjS68+GJtdWJjv20ySecRJ6mBIR/AZHFDjONbcc0YJNugHy81tDdSmMc+J5hPeKOaTVfow1uVJOLmHW+Bg7LcSa9h8RUDC9dBJzy7nXQ47Pnf782CqalZLVux0vHKkIhvpqemLBvSYScTGL/DCZMznndDoTlvwFKHLMIPcIY/0IS5dHf3mN+T9kE1ZVlh2zwp9J9fPOjp71NXT09amFTsw/A38BF5BA5wSVzgqyvmdadjMs7AjwhtdWKd+XHPhh70Z1x4Mz4+ppdefEFT05Oq1eftF0aU/tyB43ZwpV1bhhjzlBeRyNZS+wZ4zRe/pWWmwzHGnDcw4XPLiXXkoXBMtN6by9u3btIpb9S0WjWtO/uCBbHdzNS0PvjBD6WFDrY5rFsd5vdmJ4e7e3u01YnSTvu9OfNjpX3+yPiEnt3zou7xBtnY2IQOHjqmZ59/US+//Kqee/4FvfrKXo168c9b9MwRW8Gibs/zezAlqlZLDQ4Mia959u7dp3n75JPm//N7nnZS8ZR1Yl5h2zMwPKTvfO+7OnbiuB546CEndpd6c+t5nXCiaOT0KR08fEh8kdrnOHXefC3KTDOOIaELtF8wvtAht22ChtRDR/Rs1apV3gg8nOwwNgw6DTgu2/vaAf3DP3xRE+NTWrZ0hQb6h6yHfZqdqaW28AD7wrzgO3rBPTo2Pj5u3BdUlqVlJ0sxyZqzXzvxnHEYG1uB7J7y5uSYNxkmJsa0xEm/n/zkDtub47aloQ3eCAYuMrVx40YtdczFmdh/y5YtIgZhXuAdESlBA07gt3v3ZU4ObjGMDWLjhniJr6UOHDxoXm7T4aNHxIbgrBPdN1x/rWl+RoXldcDJ/66unhS3dKaXtnINDg6nhT5z7evr8QZPj7A/jAW9SNifOn1GH//kJ4RufuBDH9SadWv10ssv+T7XqTOn1GlZ6rAufOITn3Rya7vYEHz8iSf0xJNPCr5g95kntGFOnKnHFmE7oB2J8VHrMHj0WAfhH/aVF1SoQ/8o+AkW9MN8kfnd7+i2227z/EZ06WW7VfG6hi/v5pyk73QcOltraN2Gc5zMndaE5fWMZXChNqsVy5coM0JN+9UsTIOBYd9nakWWVg7EgHxROtDXa9s2pkq1UJllmhwd0de/8hU9cN/9evXFV9SyzYfHlbLQQw8+4PioZtkvVKkUpuuA2GRd7Y2qDtuyr3qjkxdba44TWx6lVptX0/2JcacmZ2znTyfZmnby6m3veGfSV2hYeq31yEMPaGJ0VN/3fO/2hvmZ06eFTV1jXYX/8058vulNb9Jv/dZv6Tpv5GCrO5xcR+9WOx6CzqwNsB0Nxxlzpovzhk4a9yizDVy6dLnxHTI+Ldd12S93JBlHn0wmwTMKPANn+ME9pWnfTB3tiqIwvMy6HfL/EgxsGTYSXaVUvd7knj7zZ2nAOMgAZ4p84GOAxxjYz7rXMegUb+tjY8EBeOE4AljgFhGq2D6ip8gvbejPc+AhV1xjI3iGPKHLddtgZA28gFkUpfk+aV09KcZOdWdtDHDBkX74tvHxMT344INCZoCDPcBv8BPXt3nNxGYk9qDLPgpcCvMTmwIe3IMH48JDbBrxP/fEtfCSr26XOd6nLsJ0NW0Yn/lSgEMtsArjGBGinlKYHzwHf2zNrDf9/+lL/5he7DrHtp/NBuJmdK/Xsl7xxhvt8Ot33HF7+jqWP9sCnOXLl6mN65/86Z/olO1zZtpXqmWSW+Txhz/4vr759a/r9h/+SOg8sgGv8IecwQPcgSfrXqVSGtem5SQ3jJpFJpLvhY5V8xHZ8XTTvyzLbdPmHRe9muxT+xm+B/pCvzZ8OjBGhPXZOsbYfLkGX57fs0ePPPa4Hn30EScl+aWL0STz0IsCD6AZ46M3xEbYZK6JldgkxS5in+AjG974IGQpzzPBf66vcQz1kQ99OMnQHo9JzNK0DDecH3IqQ5W8ULWsKALuKZ3BWWePiu0197l5yryyLEt6iV84f8f5yR+U9kPQgWfIN7SFf9R3d3cnXDjjl5C7ocF+VSuF/cZ62+jN2uKcA1/k33vX3frzP/lTrbQPuu+ee7XnuefNk9I+a4lpPaKf/PjH6SWnw4cPJn3Al9e9bujp6dYyb8oyPngsWTIsDsbfuXOnVtr27Lr0En3ys5/Rb/72b+kjv/gx/fbv/G/6zOd+Vcudj9p10aXGcZ1OO7a8+prr7Hv6zeOaFnXmVMLzsssu1ebNG3X//fdq1aqVaePilltu0W5vCO8/sFd8/YIN5mc1oVOYTp32RZVqqcHXKkRFAAAQAElEQVQlg9q5a4fX0W/Vh37hwzrn3O1KvHVsh1+77LLL9Cu/8ivOWzXEL0E8+fgTjsfLFAfMODdD28I6VLUslqY18+Q+IpimuKcNdOecWR86bXe77Q97e2xHO0tVKkUqLa//iQnx1cTTLdtheMs5Mqm3r9ub293WgwX7kbr7lK/LBGMDHxmHv8wTHWmPC4x07ZiqSbF/YVMVPxMRAi9wZR7IZrdlA35RJx+F5wgM7inAilicoxU0yR1twKNdgEWhnnlwLorS0MK4d7hPp/1GkebQ19dveaqow3zhhZ7MtAQOL+Vl1oPc/fBVESHsq4EkPoEjY3AfEQkW8wZXxmzXV60r9OvyvAa9fhlaukwDg4PC3jPXLvvflulP37n5mjf2Wso958L2B7pSBywKc0eXoDF6k2W56VekuRTuA97gRalUKq7P6WYytVIcha2hv2Tq2/akh5aL3GMxJve559zw2p91R5ZlAm5W5KZbxfpZTffYGHBn/o8++ph+4zf+F33+818U9vjuu+/WnXfeqdudi/vzP/9zPfbE47r7Puvti3u054U9+pev/4v+9h/+Xl/80j/pp/ZNo46ryLM3HUPzp22YMwVZzW1foBPzYizumbt8NBusqJTk0bdpjqxRed4uzJVr4FHgA/fQkfsI2+CFlkKZMq4t91XLQcv2v+XrNHfj0JLH8Xj0c7XyHNnJ09ipLqSsLFRx7hwZrpRV1Reaft5Un3PZK1eusX1YleIf/hQOuVTmBJ+YV+n2Jrm6uvt0yaVX6O3veo9++V/9a737PTdruXPmWZZ7A3lBe/a84DXhlPqcj6P/hPMF/HoEuaa+vj5xjT9mTYbvecy+BJ0m5mIuueeC3CBr1P3oRz8S617s9jX2CeSo8CFvvOEG8Wd/lgwv0RrjvtaxXIc326HviePH00YZcTh9edFj3jEe45sJnnPdp6blbc6x7ZjXV/Nez86l+ojws5b1h+JMuGUQPkBrkzj9iwhF/KxQSRv4RsHGUOjTcn+eQ0fmBi3BgxddaQtv4Dk+mDP3wKKvR0jjcE0dhWv60ZZ7aIweUU/fiBDjyMdJbzLzKwx//Md/nF4m2O9cBHh12B7jk8GjqFbUsn5lWWYbU6a5AwvYFK7lg+cRxuhscVX6x3MKzylcgwel7vV1/axMglO7RETyERGRcP35fsyNcamjAK9Iul0oM57yQR3+kzgLWWEs2kILZKhSKe3zNqcXZpFlflUG2UHuwIE2J50feMp5d/JFyAY5CXwadgM40Bc/igwii7TB3nY7/zHjNQY5Pv7WKoV24Axe4EKhD3UU6he8hieGmXOOCljgTR1jUWjH3OlLe+ItXmzMeNAuPJAWmbB4rdcZFhGJmGWloizP7cIkFisk3+UjtcdKnL3mnpJg27gvXp9t4Db/b/8gHCXPcg/sf7Y09Fssi8rS7gdDIqJ9m/Bs2oLQlsqIxWfct9L4DYnI7qzhT3idVR7GpACz5THbz7jWzx0RkWiQ5bnKSiVdQ1z6wRAITN+IEAfX7XoMMQsq2gA3FY/fbsNzmJPnpR1MxcpSdbA1nwp9aNf0PDjTl3O7cM94EaHcuEWEIhavuZePiDDcIj0H34jwGGVywgglTgbjEZGZlou0B77JoYg427f0tXnfNEBFghURwvjQv9OOgz7MBZwiQjUL5oQTM9T39fdqwGXlimVa6QXLUn6O14mXXgeqdS82F1zqXoCjYLyJsnHjBmH8lzjwHXaibY0DVn7Kd60THCudcFzuIHVwydLkYNat3+zkynkaHBoGM1W8SdLZ06fe/gF1OuAzRWyQazbGtWQc5AOetws0gVZZnit3wFOUNlwWV/Bume4YibyANpZD3/v/avi/eqsukgZNL7Q9XW+6TXnxv1fPesNt1InuSSfoalZK5AD+cgamgOE+pWESqHc4GC3L0jzJVakUqjipkdswRUSiM88iQi0zpHm2NEjAG4ZdiZqGJ2sliTvgMxZyw3h1J+KoW3BWASODgaiZL7Sh0IY6zvIRYWq5MBY8ZTFFAqy/v1/VatU4lgmninUAuBgbjBZGjT4GkWgMTSOCWxVFkYJnxqMPizLa173ool1uukdE6gcuNcsC+AOb9lUvChIg/w9Yc3NzyalyxlDTlvqx0THzYDoFqhhfDCxjZnmW5BSHvm3ruTrvvJ1erCzTimWr9IITowRqt//o9vR2qGwjrr32Gl16yUW61In26alJ/c1f/3Va+ODUsiwTc88sJ9Mzc9qwcZO2eUOwu6fXsmCpaMARFwdR/qcFzxH6hPshi+Dab7nctGmLrrn6Gq1buy79vBFvaIMrc6Y99OEemkIDZIDgKiKSXYgIRYQpsvgPvCjc0Z4z91zDb+BC20VaVMzLips0VavNacH0Zt6T1tXnn39OL7/6smqmcdNOdsrzn3Vil6EyO0nkiQQm8yCJNuON1AW3zSx/eSbTpnTCqt86vlzr1q1NX9IQLA84Ubx58zm64srLddHFO3XZ5RfpnG2brLfbtGnTZkHbHjvAdU6W91l3N6xdr2lvEo2NjWqBhYETQXPokuW5naiCPuBR9zPmGRGJJiSGqENmGZt5Q8d549kyfxrWBbPZ81/8FxHpgiA4YvGa9u3Sls+a9YaFIvV0ILCCrhHxuk5kWSZwotB+yvSRIskfthK84C/9aIvcomcRoW7bQnTs4Ycfth3ZJ4LYRx55JCWxWLzQDl3E3kKvDi9okcVZL4gjQhGRxoYu6BjjM17NNGvYbtikCTqB/+vFhOCaPswTnCjt68jzBJP50Obn24KrfESE/y/LUi0V+jIWSa/czywWsvFKbSIW2wKLCuCBE9cRofbYEZHmw3MK86BELLahTmePiEj9dPaICF/ZUTXrarnQzwi4Tsl+QRfozkbbhg0bLLOV5Aup4xmw0beW7WrLdANXnlHAD1pQj3zBU+q5py/X/CROpxN2w8OD1tU5cdCWhQmyG5FZ/zrNCwlUKYqW7V/ddm3Wdbmmp2a0YFkd9WbI8ROnNG0dHRmb1EvetDl06Jg3Ek5o394DevLxZzU3s6Djx07o2JETpv+CN1PnJRufzD4CWYEfuceUD+5L22PmBL5z1gkS/dhKrqln7syTM/NCh+A1dER2SfZGREoI0t5gRbumY5q2LM5Yd894M3V89IzGx85owIu2VStXiq8OV6xYnhJYJDixacNODGRZnuYPToyFfiDDyDzjMk5m3UKXwQuc4B/zmfKmI3pAW/p32edTj86M26bRD13iOWMNL1mi/oGB9EXknrNvLoL3HicDORPMk4QFt4hIG0D4GRY5LPxapu3JEyecgDuTNjieefpp82KvN+FeFjgT/K/1Jt+xo0fTwhfcoHFuuvMVa0thn1imReG8F/6RV3TpFdcoq/Sq2tmnZ+2TXnttr/bv2y/aDzkGmrGvWerN5qGhpap2dIrNwBUrVyX4EWFYDdvapapUOjyvESe9e8QCqfCChZ/bqtmWR56pYh8ObcFlrW1tyzIO7wedlIFuK1asgJ2W25p4KxRZpz0055cgkHfu9+7da/53qbRvPnT4SErKn3biGX9AvDQ2PiboBe8s2uZtQzNT00JGkLMJJz6gS7c3N7tsx1i8h0ees68Z9uZjWebqsg61LMPULdj2NusLmpwaV39vpy6+6AKdf+427Tj/XG1cv85zH9IlF1/kZ7266a03afv27RoYGBBJ3zXrNggan3/hBWLzfO2GDWpGKDM/oH+HN9wOHT3u5MKMavN1jZwZF3Qsy6rMavOqUMuLzccefViUA577UsekWVZ44/hVnTh6xnq7oCzLNL8wazhjOuSEbMM0h34s4ki0R3iGtid9fX1OdnQ53nheJBD2GV5k0sED+133rKYmJ8V8I8LzGk6+EbpT4AM0zG2XkSn0YaX1KiKMw7z9UKHx8UnNO5kNb7p6esQ8Seywqd/jzQTwhIcNzwkaAVM+qpYNYMMz5BxdYBx0CvlnYYuuIS8kdjnTjr+ZjC9E3/jKC/sADPjMGOANrpVK6Y23GeM3LuwkPMJWMoeISDbEaKjTG1GMe7HjL2RkhWWShfa2bdsctw3pX//ar+nNb36zuro6HevNqKNaOOE0r/XWOWQPX5flmZZ6c4b5NJyMajkO6+7scSyxoNVrVqvp2BnbwKK7KErNOca41ht069dv1PZt282DaT315NMa9hpjynJ7ycWX6cJdF4qf2Ow1/wYGh7zRclrn79ihj370F6xv3d5g3Zb0oLe31/JTSXXMA9sDHbAN6NxS6/Nb3vKWlDipmOZr1622P6iq10nSGW8MT01OmD6Zar6uOz47cfyoVq5codtu+xd9xYUXQ0+PjOnaG27UJz/1GT9brXpLXpOH+CWeLCyvVjqLmopqqU7r1wZvKFRsNyod3Vq5bou27bxEZUefevqHdeL0iGVsUAu2RWwgzDoJMTkxoTt/fIeg27D1aGx0XMhkd1eH9bJD42NjSdfgeXdvj/gilJdUpmZmtf/gfvUN9FsG5zUxNSFewtu8eas+9OGPaoPj3k1btwl5/MmdP9ZTTz0h4L/yygvav39vSppVnTga6O8XP2V6nvWYr6p4MQW6Ih/IHl+ToVvIB392Y8A4ZlkmZK7piZdeT1VNW2R0yv6BtshxpVK1nEn87HVErohwTFCIvhEh+NVyf/lAduq2OdxHZK8/g5fIN33a47Th0xZ5h1a0AUae5Za3pn1zzVCliEj3tKXNrOM3+ejs7LTclGLzb9dFF3kDZ9nrY6Z52b+6mW3zvNDHto8Dj8K2DFwqZSXRAByoo02lUkny1WW/GIGdmE3rmQknULFLd975k/RCBnCmpqdtvyaErLZh9JsXVSdA0XG+eL/tttt0/333pV+dYa27xP4U3Lstv8wF+5bnuXIXYFLmnSSlDbgwb+j16U9/Om0Ssc4HT2gBvZgjZ2DQNyKoep1m3ESWmY8t0QdYwOQa+MgH83ryySeEP2raDrMBtto5BNazyBNygQ9Dpt7znvd4rbJO2ANgQccey/Q552zSYH+f+dVSkWcpwYy8f/fb39H3vvN9ddrXblq/wbZiKsUCM6ZdwqEs3SfShhwyB+2sjqmOqdS9QVezXnfb90WEbdhsGjvznDqcRO82HZfY7txxxx3pZ16ph//UM785r4PmHLchh9jfkTNnUvwKn7CVEZHuoTd0ZI4z3mCGn8gAcwRP6BuxKIvDjsGIT6EjcOEjMkBCfPWaNSnpSR/q0SviQPCpWp+widDyz/7sz/TAAw9Yn8q03sFn1oxrphClPV7LcuxhbeOK1A6cKMCjDfRnnk3n9MCFa8aMCJGIL8qKoElEJP3oM4+YI/2hAc96zb8u03Le8cSq1WuEnR7wuvuoY5W//Mu/ND9z24CjevrpJ8Ua4N/++3+ni7whOuH17hlvej78yEPe2Lzfz592jFMmfTl67LBqzlExBvLMOODb1dVt/o8KvE7bTnb29auwLl92xRW6ypunXd29evzJZwzjo8fjdQAAEABJREFUlGE+oCuvulp//Md/pLe97W0ac5y0b99e19+X9JpNhS984fM6dOiAYZ4WX8KuXb9Wjzz6oNfOV+grX/mK/uiP/si+ryvRbvmy5emc5ZkWmguqdFbU3dupq66+Su9///tT7Epce8CxxWrLP/EQcj7ldSk612FaykEOtgLecu6ynajYZshHy/EXMlG3DmWWT+bLfUSoYjuNvOZ5Zp5n5gWyVFdvb3eKi/l6iA1V5C3P86SvnHvNm96+7qS7DfM4M1z4HBH2VZ2Jt9zTD/3hjBxTuI7IpFamLC9M89LoNzUzNy2FlGWRYk3aldbDXsc7zId5MTZ1EaGISHTrNJ/ac2X+zI121LULfSr2JcggcCJCPzvC8y4lMW5TNcdd+FFgMIfOnm71DQ6ocOxTVipum6fCnCPC+GZn6dBI55rjXJ7RH31jHlwzd+rBKSK8apeom3PcwsYteOPnhKZlpktRmCcVKTLTPdRshfIsV+YSET5nys0T5sa8IhbrIhbbA4e2zLfdhmtFLs4UbMBiTDjpuG5ac/Zj1NUtK8xdEWKMumOvaT+rOQ/B/ObsC+hPcdiidevX65Of+pR+4zd/U7/3e7+nTY5VTp06Y/50arV1l5+Z/fCHP5x8BfLbPzCgIfucftN1zwsv6Itf+pL+9u/+Qf/jD/9Id997r0a85sMHvOh11HPPPOt1zGsiRuWXTY4dOyZi36ZjX2hJybIsyUyeZckWQ4+iLEQ9dK07v5TmI5mWLfO4JmgfEekefWLefqw5r9Oajjdz5emaOgrtKcCiNB1jhMeLiDR2w2t9m0VfN10aYm+Fr3HNNhWW4+6enqTzQ85xgwt6FRGChuDJPLBLFOLLgf5B+4A+bdmyXRdfstv24FrHFbu1Y8cFWrV6lfCD3bZbdfMGO3DttdfZvlwpXmr6t//234q/X0n8TZz92c9+VldeeZWIXeEn8xlz/MeckXVwuPHGNzmvep5zf4Mirr/pppvc50rbr6v1yU9+Uhs3bEhr5H1e1x4/clzHDh3VSec18GNlUYoCb8h9wSe+pEUfGYP5Nh2vN53LGRjsU4fXhYzZxqVu/sBP6EAd54gMNBUR4p56inzQnnHhG/NAb3ipBNlkTJ6jd5zhPz4fPLiOiBTjHzhwwPb5jGhXVso0Dv25p3ANv8Gd4mHTv4hFmZm3DgC/ah+13PkQ1jbIdrsv/blG9+hIe85stIf3BnhpISLSuBHBo8ViuVq80OvPwFs+IhZlzZemd5F0MyKE7DAO9CnMi8K2g0I/5gCdoAE0pl3E4hx4Bo7QrF24l61Ty34jMik3LODDA+jAPOiHjgGLftiQ3t5e6/pqr0P60pqXl5R2794tNuWJ/ZFRcKIdm6lX8dP8fr5hw3oh8/LB2LQhzuE8YDtBLEpswktv+/btS7FtbrtHiYhEA/mAF5nvO7xGYqyISHH07NxsoiPtwR3bwZmxWKeuXrU6yXwGsSgRocgWi3w27GQkIABIMWmAYfhQcogCQWjXLtxT375vn1vNlmE1XTgDYfFJhMdzaY8REclAAQOcaBURnNRuAx4wobChAx/qKXmepQlHRDrTqaWmmt7sIkkZZ+eU2XjlJiRnSsRi+5YFEPwpjM+5Xffz9xEBaNUcUOEQEASEnvYRIWBS6Aux20QHBnURkfCjPczjOWcSN0VREfX0AyZnntF38VxfNLJ2ArSjAFM+GLNdmB/CC524btdHhFtazD1X6mnT4aQF7bIsT/zJEn3atFw8U5dlKF6htixwprT7I+AILcJLUE7Qxrld19fbraH+XvEGdIcDitLGALhNnO7ZhUXFPF2xfLlW29APeCHeN9CnISfV+hyYdnnR0ZGEvDf9PYDlTh4NDi1x0Dio5SvXaOWatSrKDvX0DmjJ8hV2tEuTghEoRUQKUqAjYyJDEALaQVfojEyz6RWRJRpDf9pAI0pumamDq2VKmZ+YlNA/M+xqtZJox6Lm6JGjOn3ytIrIxZtRjElhLGBAM8bnnGd2hLlU5CFLvsW0IeryPPO966wqEeHBZPjIsouNVNPJz1SSc7HTNV5NG66W+So/azUW1HACgLlRBd2yrEhGv+1AMIwAjliEn5nv4NSeK8+oAybzRIeR1UQrj8ecgI/8kyTDwACbOmhH4Z4+1EVEMkzAAgZwKZ4ZQyW5px1jgkdZVhK+3FOABUz6065iGaI/1+CCo+OtY4wyiUvG7evrSzKAYVyoNVR3gDM1PadpL+7GvMk9Mz2jAzauB/fv14Dbrl+3zomyy/SBW9+nD976fr3vve8VwURp3vO3VdZ6Qcm4FScVznGyjZ/cYHPwqquu0ZLhZZ5DSwt26lmeC5qzgIbX4LeIeyMtro8dO+7zjAOTdSrLqggceAOPBCROK3f/iBB9IA5jMpcO6yqwIsL9SjF/7qEB14wFfejHGbpReA6fgKXM/7eMNC07FjI1bUvyLDOshko/e8SbeP/4hS/o29/8pv7h7/9B3/nOd8RPGzfM8yzLZZH1PJtOSM5ZXpvpPrNOFJZhns16wT42OuIgcibpXL/punbdai1fscybplvU09fpNVDNC6ZC0zNTKXDNPJ/Z6dn0RQWbpuNejJ48cTIFXiQJJsYnFBF2sr0pOcnijfku2AY3jD/XnlX6x7wp3U5GcGbezD83TWkbEcY5EjydPehP4bZiXYbetM9MFwrP2jSlDc9YnKH3jIGNQd64jgiamJ6tJO/ws1JWEr/gH+0OHjyYEujAjohEA4I55JS/wcTbf8DfunWrwJlE02ovghmXoIF7Xgog8Jxx0pP58dYVyUXmGxG2Ei1VvPhrGps5L87qphPtgOeqNP+IRVwjQuAiH8zVp8RjriMi4UAdbZgj9eASsSijyF3F+kgbrru8OG15VRAuhelOXfs5/SMijQ+8iMXrdn27ro3rghdf4MxzCmNHLPaJiIR3RIgjIhJc2qU+njPXESFsSp4XNPOibya9pIN/Wu9FHLyNWGxDe/ClPWNhP9s4cVYo8bItX+AHTwHMmFxzRibgBXaRftRxzYYYOj/pjUZkI83TdGoZQMNJhZYyvfLqfp10cvvkmVE1nDA4fWZML76yV48/tUd7DxzTyZMTGp2YdfJtViNj05afmua8AXT05AEVHU0NexGFvPQ6OF2wH2BOVcsCOKNzU05uTzpZz7zBv21bwdlopMCwzV+eI2PMBbqwmGKhhnxyD414BiwKsJq2FXPeBGADAD+ELDTNC+gAfBa5dS/gwAuajNpeZLmcHB5JcgeeLKaRc/qgG+Ax5sVbewzsPOOS3IWO4AGebP6d8CZn3XaY57nlD73auXNnkmPGYw4t20AWo8yZcVj8gRvXBOnYdr7GYXz8yeOPP679+/enZBeyAT1feunFtKhikUuQXpSlkHNsNWVsdNSbcmeSHQRv8KB+uTd46gvzyixL1PHVcVOFnn3uRT3w4CN64cWX0mYFL5FBI9qUlYpKL7p6nQzcft55tqer7GsayorCfrKharXTC9nztW37NvX296WfGosiV+6Yik015A+6skm8cuVKbdy40bqTJ12ABugCbSIizYl5DHpzFRsEHUk8R4STEnv12mv7dGD/IUUU3ixZ0JYt55hvLcvhrLDV8GtiYlIkUeHbEic9sH3UMxY0ZtH4xjfeoDfsvsx4b7d+5sZHWuYNyn77jLBP6XHMNzc3Izm2WXCMmJtebK5s23qO1q9bpZ3nb9faNStVrRRasXypzt221Zs7PVoyNKTNGzfpmquuTn/P8rLdl4u/S7t8xUopK70ZO6UO26gF61sPsWVPr/buP6iR0TEvtMY17+TrOZs3afTMCR3c/5Ief/BePfbA3Xrq4fu0vL9bB195SbX5GT1w3736yj9/Rftfey3JxZj7Q6vTTgLllrulToaTJOJ6hTcD2ZxHnlo2KsjLsaPHRLwMLTo7OywnNbWcLOjxBmHFfog6dAwaApd+0DAiEt/q1qHe3n6PvaAVK1Zp5crVlvGmN9LP6NTJM+qzrKxbt16hTLMkeBryda6yrLrPvLB96DLyUFiOwBGeIxtsmsOnIdNSPtAtxp6YmLCejhrXupO9hxIe4Fe3vmFTpp2gJWlvFLUsfckTtlcnnATqNH8z5bbBzLlpmwddsBeMwTzBgTkCC1msIPPWKQ+fYiG+SHznO9+pm5ykoQ3Jj09+6pNasnRYzz7ztO65+y719fV4fqW7hI7bDkw5xpu3/8NORGTmWy0t1DMrHzqJPLVsCyreEMBGdXX1KotcN974Fs3O1rR167na5vILH/2YbnzTmzU/t5Do3G/adlqG6Af9sIe8BAYtKsa7ZR63eYb9eOqpp/TlL3/ZfVdaXxe8Yf58sicf+chHNDU9keiJPZI996svvawux3oty+fk5JjuuvMO9fX2CLt55ZVX6tYPfEC7d1+ljxin415rPPXsc9p23g519fZpZnZeLeNf7e5Rrd7SEsv81u3nK6t06Njxkzpp2fzYxz+p851Q67HsjHrTftXa9Zo0nfoGBoTM9A8u0aR1YOWaFVq2cpmKanid1aVqR6EwDcM+qdNrsW6PcebMiGO5Dm+0bExzWOnEws4LLlSnn504dVJVy/KUN1fnFxrWrWkdOWpZ6OnT+2/9gKbxESeO6Y7bf6grr3iDLr3kEn3iE7+o3/7t307JVGh47bXXpr+pRaKOjYff+Z3f8cb1R8WLh9hpaH/Eay5oh/zMeYOpw7RDVo87zmZNwFvmZ7zZ9D/+x/8Qm1Pwp7S8R4SQQcZpEg/b5sil4fUT8pHnmSJCHPyfdhEhzlmWed6dtlvQJMS4yDDPwIM+XEeE6vaH1CHTtEOH2vKf206AT0RY3matv40kv8hm99kNDfrShjP+gxiDe8bALhcpbyDbYBmnLmV5lvBBFhkTPOgLTTLjvd9+7OmnnxF6N+3NP2Ds3btPn//857V3797086P4HNq2CzQFJ3wnduHWW29NPMCv3nDDDbr88suF/WDMCOgxm+Qc+OBLPfhyj+4yfwrX4NXGk3YLjusZi+fgTj/aQd+ISDyJCLVsQ3jG3OhfrVaTnaAfOP7Gr/+6Pv7xjyceMY+ak5ed9qHuqYGBfm/49Iqvet5g3MH/Xe96l4ivgcVa7Ec/+qEmx8a1f++r1sdOddhGzHtDYNnwEnV6DbjCm1gV0/7wocPp2XLfE5eTZH32uefUYTnkJasFx7DgyRcuVfvpvr4BxwkdAqeGZQMfV6kUgrcRkeiGrj/55JNiA+H666+3/exK9hof3nAsRYyNDEAT7BD5AMbhGWNhx1evWqXrrrvW5brk7+H3lDcKZ63b2Oq7bS/ZYIDG0Jv+9MU+0x96IgfYzp/ef7+wY+DIGPRhfK6Lskiyi9/An/ASM/4NOec5thFeVWzLi8hU9+YPm6R5XpgOFYYU8KAHMKmA35zhJc8iFvlOnS+FTIEz54btZKWsiP7cR0TSo1nbHfSf/nst38+9+LKWrlyhum3zc3v2CJsM/AUED3IAABAASURBVBnT46tfu0133XO33v7Od+rCi3Zp9ZrVxq20TjWSnT5+4rjYjAf+lHVmMaapgk6Sr6nJaV126W5dcvGlimbYxyzVF770T/qP//k/6/bbf5xeSllvmB22m8uWr0zrj9vv+JFjp83667/6S33wgx9IcRfxa4/jEezVi44D65aPV159WRs2rBd/7uDd736n3nrTm/X8nud0yvYVv5xo3NmlDvsj+EPM11RLVW84dPd2pTmQjAb387afm+wpMlXYBlatM8hPrzdqSvMDexQRap9pIx/QmhcQgAHNGJPiR8ryPNEgLzJVOyqJbrws0NfXa1mupTiBeJ32HdYJ+iBroUzAh2/t8YAtH5VKJdlBzr5N/GZseJnlWeIvMlLzxmXduZ3a/ILHqru+rpb9ecsxI2f61heoa3lDvKLM9o8xKYzJeDXHB8DiHvsM7aErdS3LSkQs9svzdI4ItQ/ghWFGhOdSqmp6AjsCGTQXmtK8803AQv+hQUQkOLRDfzkDh7ly5p528sF9RCSbV5bgnyfeQMeKafTzhbpexwnVaqnOro5Ev7pt5Hyt7rVCU53OiXRY/vIs9/h5ghkR6eyhTLeW6dfgMl0z94Z1a8G+u+5Ys+4Yjzo/VLgVc+02TGwmePAMPW+5XdMlT/QKVWxzOx0H0AZa5ZYzd9e0c0XMkzlyRiY2bNignRdcoO3nnmuZ3+C1xl7Lz2E999zz+t73vq9//ud/9v0hDQwMpFzQaueK37D7DfqVX/6cVli3jx4/pnvuv093/PjHes25vaeeflo/+uEP9bd/9df6py/+o/7qL/8yxWGs7VpGYsG8x04t2Oc0rGuL+OXJnkXgx+a0OI9MzNtdrE9mqi/g09jYmOVuQT3Wn4hI/sePhKyiLzVsnXkA7ahbsC+AThGR4CB/C6ZV03skch19uW54Y7We/hRb05os5wGa5mFdc4Y3Yx+UW3ebhgss7Cu40HfePm7Wz3nWYV0Dr6p53t83INYI26z/601jfolp8+Yt1tWKYc4JeYc/fLAEP1kn8kIXZ3zBvMeddKzIM3gOzxjvpZde0le/+hU9+OBDXhPu1zrnUFk7rHAOHl9Q2je86M1uXgDhF5yeffZZ3XPPPXrKvo2Y7fDBw3rp+Ze0MFdL8ciMbSv+FDvIGMwNvGrmE36VlzN42WR+fs7saJk3hWU5SwX6ob/QmL6ZY/yIcHWk59RFRNILbB40g7cRkXghH+02DftYxgRWb29veiGlLMvEX2hLf3wA/ae95hmzHDC2QSS8IsK45fr5A9jAoA55AD6+9fTpMwknNgj5BQF0gI1ucMAWkd9YcB4HXOA3eLdh1G3rKNxTwK1u3OnLNYU+PIuIhBM4RIRMmEQXntM+wnWSFmOExVjUt2k+yNS8ZYtfk+HMXDosX8CiQAdg8Aw86Yc/Qvcjz8TGb6fX8wPOKWA3wIu2EZFsJjDa/ZAxeA49of2WLVvSegBZph7agXNEJq6xi6ytgcu4Ddssm2374OEUo/Kl6y233CLOncYZueNDN3CIWOQ9cPGdWZ4nfZh2TFC3PciyTJnHYX6MBS/Iuz7n+O7A/gNq2C7iO4kNMganQ0SkTlzTmTMAYBwDcc0EmDBAQaRlA0Ad1+3SfhYRigi1DybHNe0XS1NNCwJ1EYvtFutbiXnt6zZc7n8eJ3CkL/WU3AYaXHM79CwPRYaiZWoznGcwLDexKBFBd1Gf+RoY7RIRog3jRSy2457+1MkHm28Ijy9FHc+BFRGiHjpxpjAHYEdEmlu7rurAuqurR52d3a/TinYU4EYWCQ9gcy2FIhYLMIEDvTlzLx9tXLDAPKO+XbgHL+7dNMHizH3jrADmpiPzLIoyKTgLNSlT8/+F14zLeAgxhX7giqHB4FJX2OgjPzyjfXjAphNGuefWZSfb3dkhvkxdtnRpClYHveHa4URSy7KRRZYM7ODggBVjiVatXeNN0mUaGFqiHieM+weHtNTJgiVexPQ6kdDhYLKrqzstiBjTQyVHx7zT2Gdpl1lBmnZEOLHM86UUnm+PHSJ4U1oWWBQnLfSYu/vKyBckKC1DmfHP8yzxE0PD30xp2vkNODm34/zzhUHscaDBHBgryzLl7kcpTBPowTxzw6nVZg2naVl0G4+BUuYeL88yRYRp31Tdit3wgh9Ygrle9HNumU4t49pMzxpu20oF51dzENUwX+cczLXnD00o4BERyjwG1+DDGVhtetGHevlgbGQHA7jg4DQiEm7QGYMH7bgGXsTiM5wF7YEBbIPRnJMdwOWaOvpQGJe5USIitYuIhB/tqZePiEh0ZBzqOyxDEeFEzURqu9UbULzhQ3J4YGDAi9BuzXgD9eixE3ro0ceEM3/s4Ud05NBB7X/lFeUhXXftNXrHO96um9/zLl115RXCeAObpMr+va/pxw7MTp8+bVlqOFjYoE984pN617vfow9+6CP65Kd/SefvcKLefGC+Jooo0L0JX1yYWwrcLB8NB0lZlgsaE8RBD+RtjTdqwRlaMFfolltesF+coSFwIoywZB43k8zQlnoKfcCba84UE0VhHhcOBMK2Mbf8MjYilCuSrZo3T6oOzPl7MsjkO9/5juR4dpx/ni50YEuyBLwadugN835hblbuqLEzpzR2+pQXx3O+r6vm+qblNDznIs+s112m11qd58B4nTdUcxO7o7M0TzpV5mX66nTWSbzx02PuO6fZiWnDO6NXnEx87ZXXFhPzDuDAbakT8tiVIs8991YqMv7QJvP8FqnimghPOfPzpjjAmzNOD7pELLaMCEVEagcNKbTjTDuugc01dGQM7uHxmAMngjrOtJt2ADhr54u9QxcYk3bQGf4RqHIPf9r8Xrd+nVZ7gxS9AQawgMNGEAEVMkhCCHkGZpcTa4xPW+Dxd5WQcwK6jo4O03mdCMYIYPFNLUUKvpEtcG/PgzP3lIhFGnANbOwSOEcEwyQ6Ut8u9KXwEDoRXGMTIhbby2eozt+MoQZ6AJv2yG/7mnsK9xSugUfhHhwYh3GBTz33tOM5hXsK1xGRcG1f0y8ijE4kH8Y9bdtwoDl84B6acy8f3FPgFcVVgiYRYV1rWeQbYnFEPXi18WRu3NOWseA/49UdaHHucXKkLKteYC24zKekCeMPOrCk34LbTTvxc/rMuL70T1/VHXfepePeDDl2/LSeeuYFvfzqQbWi6g3WCU3OLOjkmSm98uphHTly0japqbIzU/9gVUP2h7PeXCc5yjzAY+WKFQn3phdsjFWxHUDfp70AmLbcUteeK/MCL8qsF2TMJyLzpu14sq+0h8bUM0/a0446dIQ6nplcyb5Rj+zWPTb14ITMjHqTsSgLrVu/Rh2dFSla6Q1P2vIc/Fl4IT/MgXOPfTMbrPhj8MMWQFuSNFwzdkQIfaNwzxdvV1xxhUj4ohvoE3rEz9W95qQxQTWLQRJu/Hxhlmda5YQXPyW1b/8+bxTW0ksPwGKejM3LHdDs3nvvtV+4PekcX6ieOnVKEYt+iAXQvn37E83oJx99XpBhH+edQJidmlThtuNjI6nPghNCZpJajkmaTuSfNqxDBw56I2+vN/hG00L1oBO2E07YkZCZ8EZ8zXa423I1ODis0gkcvjwdN9wxNrtsnxpeUGEnsA9ztsvQCbpljne6unvUcEzTbZr2GAZJVnwRtKYfOMMz5vncc3s0bf85PLTM85nRvDeTpqdmrRcVsWDGvjB3FiLIUcNzQE7q9hVNxyTQLrN9phDnTU6Nm90N9fd2a2BgQA3LBvwdHh5Sh+fR5SQQuLLoefGF5/2cREW31q9dq/Ub1mpmdsrtKmrZ3y7xxuuRI4cdNw5p7eoVuujCneJL1RtvuF6f+sQndL79FxtwG72x+j5v3tz6oQ9r7foNTtTsVF5UdOb0qEZGxrx5OqejhvP4ow/p1Zee00svPK0f3/5dvfbS86rPTatem1Jtbkoyb5YNDXi8AeNQelPxjJMAM2LzM/d6g029oaFBVZ1op4yNjXkzfVTIAy/QIP8Ri3YJfUAeoQt0Pnb0iJMR+5TlUld3hxZq8zrHm9TLvfEOnfr7+xMceAWtKXmeCx4DGzl+/nnja3r2mK+XXXap1nmTzGSSFCqs903f8AXPMm9ykkjB/7BoP9/xKnIydfbrPXACLnqIPwJvfBd8RT54ztjgwD34cx4dHTE+05LsfUJ65ZWXE59GRhaTBSTjgdVyfOBGog+F/t2OlbnmOfaUNjUnUBqOX6lHx6kDD3CiDbpw+vSIk8qn1LAN3bHjPO3bv1+nzpxW3f0qlarQ9/HxCePRcpJg2pSQkG1o0HIMPW59AS78KMuKZXzStOpQ/8CweJv/07/0WZ2/40KtXrNO8/N1TVuXqvbFx62jM46b6tazKdtcxiPJhQ0DPjYImNAM/mGDKMyJubMJCD34Ygj5eOyxx7TeMQG6VPX6J/e64IQ32/e+9qoes1xOz0ylhB19Q7k2nbNN6zZt9sZAKLKqHnviWc1YN99zy606d+cFumDXJerrH/YMcw0OLdUtt34wfcXKr/n0Dy3R0uXLdd111+m//Jff17XXXGvfMZxkFb62IlJ8u8Kb85Pe6D01clKtaJiGTdNZGpuYt0+Y19jolCKyhNfe1/aKr1Jec7z8+BOPe+y+9MLHZbt3i/izo6NLL7zwir757e/opJNHx0+eTHwLY9hZLfToww/ottu+qtt/9MO08VApCr3z7e/QLjZmnQCZnpoW+oJ/+O///b+Ln1eHlmzcPPPsM7rbCTridGjPlw1Hjx4VvIUP0/Z1zKu9MYWMwStkH95jpzjLB/PJskwRvlHL/2sqy3JfhevC15k4IkIN8x58gAevkeMsfhZ7ApNCMp82tMfn9/f1p7kjy+DLM+JaZDoiLGfzKW7JjMecZYznmeWBMYCHPHVbX5A1dJ02wIoIxxZT5lOYJ30aOvsFC/0Ymz6j9r1siF7pTfnc9gOakoz+1V/9VW/Q79Zpr3Mqlj/0H9wiFufJWNiIXbt2qWo7DUw2aHi54dJLL01rMvpMO6YAn6b9S0SIOUSEcWolP5WZr64UelPxmoM50wbayQfXmAfmGREJbsQi7eWD5037GHCnDfPinmv83NPPPJO+9qZdzYlr5ss19oNCP8ZyyCHujxw5YjkeNWSlRCn0xA4iQ/tefVVPPPawHn/0UZv+BTXs0wYG+sVmGnNev369MuO2znmJo7bfnZZTaPMMODz8sP7wD/9Q3/zWt0RiDhxzxzzgC+3AqeG14Lw3gfhJeXApvD5bcFIfu7pu3Trx5TptwQlZh7bwBJmbnZ0T1wueI22Gh4fTHLDZ4ED7yDKNjows0t72H74jA9CAa7443bx5kxPqpYCBDEFH4IIfOJFMp7CRt9cxEwWdYj70oX1ZlIZR0QYn6Yk3sbnIC22G7deBBz6yTFDHfJD3iEg48z/Go3ANXAr3EfG63lEH7syLM34An/fjH9+hR80j6MbcKdAF2WJOE94Qn7L9WOWJYgDlAAAQAElEQVT1VldPnz75S5/RlVdfow7HPt3WxbJSEbKCDXnhxRd08WWX6BznEbDX87U5kUtk7L//+7/XN77xDZFsxreDH7aj5o2GjrLqnMJh8dJSlzc2gYdNJPH6svMME17Hnj55QnXHf6dPHNVf/Pmf6qTvn3vuGX3/+9+zv+nTtdddo67uTsEbdJw49fvf+4Eee+wRjY2PCj6s9hx++Zd/Wbt2XahvffMbKi0zESFeFDCjHZdUXVfIVLMvnkkyXrU+r1q1QldddaWgPz5mwXLGhjxzgE7oYpZF0m3quGfOhfMFXM96PQAP0fH2NT63zS9gIAuMm67N6/n5GctFmeh17NhR+9aJpM/IB7Ab9tHAxF7Qty0TXMNf8FiwfDNGRCR5p/18igsaniNPJNqQk8oi9/zCRUJGZKvddK6xLAsBD/owFvrDWT4YC73CBx+xLSD2pI421NOOM3NGjtsFOkaETVmmPMsUEUK3waW0rgGj6fi3ZRywZ/PeLPJlakO7dgEObSVTzjCYM7QBRkQk+Nyn9o7tONOHM/0iUj8xv3Y76ptum0mqlrl9Qbf5UFHDdeAQEWqZPw3yUY6bgNcu4M/1lGPBOfue9jgyfmaXGrZZjAWeLdvhpn0g7SlV+wV4yzkkRylS6fXGgvnV9Dj0c3X6V3FslptODd/VDYNx0FX4i+1grbfZmyj8qZOnnnpKf/EXf6m77rpb3/72d3Xvvfeln/4l5mW81atXqm55vuaqq3TZJRdpi+Mi4L362ms6ZJ6+5rXYsePHk889c+q0nn3q6fSBADpMzrjbvrSwDety7hja0Rc68BwaQDNwyvI88cMoJ1lmzYSNRHaQkf7+fnU5NmSeRVEkm8o1MCnQiDO045oxKNSRX2Vc1k88S9emy0LayG5apluKCIZO8s5zYEOvdntgMS71Cab70y5zP2hLAQBn2ubW7cK6Qc4IGlCwzfRnvvh7/BBzZK4R4c3t18RGJ7lxxqA9YxDLPvDAg8n3Hjt2TFOOuV6x3Xv0kUfEL6ux+cQ6Bf2i7Yu2s/v27dNxtz144IBzGUe9Lgydt+087bpwl9cua5Vn6LPzG5aTgYEB4V+I9/7gD/5A+Odp21Lmgn6Be1dXp3LzSD7ADbyYJ/ThnnPdOsCZgo7BLwpz5FyxL6DwjAI8+v78Gf/HeJxpm1vGGQsbgX1kDKOQZIV+8DsiEv+AST90hNLb1+v19XQqbd5Ba2QK2QMv5KpSVhI84DJWxXgCm/uI8DqgqRlvMI9NTlhWmtbThtq6Cf4U8IIenLmHBshPwzlbrqkDP+hAG2In6IssLOYal6q0vNCWevCjHXgwlw7n4rkGDm3mjA/wGRO6EHMTCzW8DuVlANqCP+2Bwzkikq2CvmVZprnQnwI+vPz105/+NL0I9azjfuTqXudi/vZv/1Z8hIKMsd4Dt4blHzjYEuLWHTt26IILLxR5oS5v7IIb46JzwIbm9AEnzi1f5J5vUSkTTvCB+B3aJ/iWJX51FTvRZduRRbbI5IhwV4kJFVay6tnAMCKSE4N4DAyR2qVhR0UdA3MGAASKiCQ4CNFiCR69XhgDBcBIUck9Z0r7mjEgIOOmSdupUkcbCu0Yk7GbdlrgQtDD9YINK88ZOyKSYDF5YNEHeJQFw6R/ludp3jxr92sLNvOBqRF2QEYaHCj0a3oC7XbgBDxKGw51EYtzp0+7vnAip+qNVGC3+0dEollECLx5hjHhHBEqrLDgwTNggX9688WOCrgkSiIWYTCHuhWkjQu4UugnHxGRxogIyXPw/8Q4VSeBCjuViFx55oAssiTMDXtRxmgYZsMCyjWwIoyXnQbGgf4YE+jM+ODH+NQXbhMRVsTSwZ0TFX193mjpVrcDx56eLvX43NVZteMvEh9ov8SJ4bUOHEkQE0QOe7HA17tlWVFZqYiEYK8DYYwsBicikpzWzHvG/n/iCd3AC7xr5nuW51aQqiLi9QKu9EM5TnvBz1veMw6C6p4/i5cwPRqWNeBQGqZFy8/kAKNivJY78bXCyWsMi3w0LS814+NJiTlFhGsX/4FPRIhzaZo3rZg1By95liU60Z5njLNYlI5WqyF+yjcifKZQ3Upc9HCuy5RbViI45wIGcgOPWGxQhoaGhGGgHtgJgjvDV2jHffuaoIp5tgvPwI2+Ffjg4AGHitGiHvpCR+ACA1pwD1z0LyISLXiOfHC2EUp1tIsIhjBvKgl3YNCXM215CBwcDjjBF8YgKYCMgIMMo2GesEkxNT2rcS+k8izXiqXLtGnDem3fukVLh/p14c5ztXnDGjXrczp98rgOHNirhx96UF/9ypd19OhhO/gjIjF03IseEtirveHZUugnd94tfmJt9eq1GjbMSSeXIxy09g6oWumUWmG9aalpmjpmVc2B5LwT5uCGbPGGFXzBeDMnApaNGzeKeVBPUoC5cZ9bTuFd3fJBW+qhMdcGr4hFekEX6uif5blFsqWGK6HBrG3EvGU+wngZF9otGB/oWmaFCHh7vABk8/8Nb9itG298oy7edZHe6Q3jDU5E15y4n/amJwuMBcOqFIUK+w1bTXV1lC4VdXdUtHRwQOvXrtamjeu1ceMGDQ4MWqdL81GCNytXrtLmTVu0bMkKzc7Oizd4iyg1NjLqpHRNdeP0zFPPps3UaSdlFjwuyW6SYqedkGXu4XF19ogIzz9z8TnLxNyhMbIZEeleZ4+mHTjz5taPrJKtVLj/Wb3p4wUCdch2xM/uIxavK2UpvorAQdeMLzIMXoO2V4yN/aNgC9EdZBX4tIkIQHvus3rpxZe8KLg3XddMUxIwBJ1rnJiB37RHxiMWx914Vj5OO9mFLCAzyAdBSpd1kLcBh73hPOIEftOCQT1jU6ALA0eEkCfuwSkiEu2QJ8bT2SMiEm2ojwhBC+BwT1/O4MzcCZBmbbdM7EV5N/0MVQac7Fi7PX0iQtAoIsTRfsaZAk7ApNCeMRi73Yc2EYt9aUsb8KY99Oae+f18oa5lJYwIo5il+dNXPug37aCfQGrBdhq6ujq1YyzgRETyK/RhLHBirAXrE89pRz3jMGf6c0/7ISczO5xERnfQexYgzAW+9fT0aXxsUtO2HZMT0xodn3aivpaS4O+5+VanmEsdPnpKo2NTmpic1ejElHW68EbBlMbGpzTvxDk/PzIzN6kzlokXXnhRY94YqhsvcGT8ln3FuOWBzTlkicQQbzhOW7fQZXjKPGgL/p6q8A/giA4BR1rkPzhTR1vO+I+ISLSCbnOWAdoDj2vg/V+E/Xe4ZddV5gu/Y6291j45Vc65lKVSKdjK0bJk2ZID2OCIDRgwDRcw38P39HOB5na7L6H7kgzdgAHb2AZHybYsZ1sWTpJKOatUOYdTdXLY8b6/eWqXZf65WzW11pphzJHnmGOuvQ+lcw+v6o2aD/jnvdGa8IZw3octOzXlTfuYcYSP6DGw0e2RkRGBJ3ocEWKDRr/lXl+ZG39PXMBGkHv5Q9vQEIddix1b9CYdZkMIPfhc8AQmSRPoATe+QfL9H/5ATzow54CV5Nz3v/998ff5Hvz3B8WcyJMCHPTdU6W1YXx8TLz0wLdawYFNInb8qU99QgcP7NUuJ2PLoqIyt95ZbSv2y/AXHkZE8vfwaHBwwAmPvhQbFfatIyNDKqu59eOUGtZLZHfixHGvT/ucgDuhY8eOp8QAvJ6vzws9ILEIj1hT9u3fn2yvr79f/Y61Nji5sN5+vFIpEr/pBw9ItPLtsUkfztL3iA845uxzT/igKCLEvGpn4uei5ubmxbdJGIuc4EHdfecsdzbI2BBzwyfoQ2514950AjpTWz09XVrtg+o8y9JagF232g0hs1VeF0Z8CDk8PJSSv2vXrjZvCrF5zrNMy3z41+vNT8vxZzdxYrWqPtOVeZ/ykg/sWJOIQRrz8+p3LDl+elTTUxOasW4NOsGBbC6//Arzt09r1mzUyRNj+tpXv20edfng5ju6/ytfcSL0gIBz/NhR8bN/zz77jA4c2C8Ou6AJelteOxu2rzyk0nItKmHraNnuTngta2javmTKsUaWORbo69dFPgjCV7AZBQ90kXt0HL2BvrZ99VLHjTfddKNedeXlutgxycUXXaC73/CGxBv4MmU68PsRC34ZetAjaM4icyw3pG77mZoT86yvV17xauu+cewulRWZ+gb7nNCf1vCi4VQOOPG/efOmpEPICb3NrZsk4qGVuizLhIzGx8eFn8C2sR/6QQPX4eHh1AaN9Ot1Uqpu/tAP+2IMCWH604cYICLSi3Lwk3Z0DPqYo6urS9gD9S37bK6y7oAPPINX2Dvx/oEDB7TOyftvOJGeWQp8e4ef637Zh4/Y4Le+/W1VitL41ZKtLlu6XODx6KOP64v33Ks9e3Y7xjukinUoIk+6XnNSvKe7V/WW5Dyj+LncuVrTJlDxAeK0/W9b69atN2/b6vXmGfzYiENv6b0T/IN+8IV/z/pwm8MHfG3pWPmKK66wzhWijW++cYi9zP6s7djkmWeeFr8sQRsvInB4uHnTBvuFHt18883pG2rg+vLLu4UPyvOKHn5ohw8w69py7vm67robrG+X6rzzLtb6DZt04PAR3X7nGyz3mi68eLtGxya0cfM5uuHmW1VxInPrOVvtU4+Z302t9aHQNdddq9f58HJutuaD1cXiG6c7Hn1UyLVadpk/k9riA9zunj7desttuvPO1+uC8y80LzLvr9uacXy42OvdEcfNsz74nZ6c0SUXX6of/uBhdXX16eixE1JWUeF9b5djzeVO7iN3wrnTJ09oyr60v78vyeppHzBcddWrddlll6X5kUtXV7fuvffe9Esp+CB4hQ6sWLFCY9bRLuvOnj17hS7v3btP6ObaNWtFO/bCy4qsKdQjI9aJGR+Co8cRgTqq7dgFWSCDVHHmf9iEFMrzQrlLRO6YwHph2+3r6zP9TSVd8H4wyzMBs5VgtcUH2aMjPY7TSPawJ8R+aVuALbUMq2Lfz9i272mLCAGHEpFRJXDHVnjo7u4WsBmD7YHD9Jm1HT7wCzgPPfRI8vlZlhnnRuIn43guHMsynnml0A0+XGctO+l4gnp4JH/w8RR4B77MQ6yJLUZE8ufYO33ABXjAr1rnqWce6hh7ljbjE3ku+VqzzwAneODpFBH2r4WbsuQroDncwHj4CAxKRCReR0Ti06wPGDdv2mRbuE584DFwoYX+4AAuyCHL8gQbO+SnabFT6MIfIdN169bpqle/Sldefpn27d2jl158XsDA3/7rv35KJ0dH9X3HCeBeqRRauXyFJqyHESH4hs3v9TrMN16RTcs2Dv8qljF6B03gBc9IOj/33AveC8zb3vtBPdF++PBhH45PCBrwafhQ5MtaAh3wg/Hgxfp7yvso4hz8Dn4XXnXamQ94EZH4yxqfmffgQCzwyCMPi8MJYIEAbdgUc/LM2oUs8Qd1r+vURQQX+7RKwhd9eNvb3mZ777JvOZL2N//wDx8R3wLLLWtKURvsbAAAEABJREFURCRbaVnHIyLJD55AD3MyP6XTNyISbJ7pR+E+IrzuDQrbZl3pd6yDzkdEkhP9kCN239fbJ/ZsHB7LH+Kj2157h/3dG1T1uqmsFC/NrFi5Ss8+/7zuufcePfHEE+nQgIPN6667Xhu8/3rppRd15OhhcRCA72IOg1Ppg9Rurxvnn3+BxsbGtNtrC7r/h3/4h/rl979fb3/nO/Sa217j9aOp+dq86ZGmpif0ja/fr89/4XNJj/Bl1/gw6K677jJdAy5D6fD0mHMPu/bs0tPPPuU1a5fnfsGHqzuEfn7nO9/R17/+devNtP3CvEtNxI/99klV++wsz5McOPxAtqd8sJ5Z5lt8SEXs56VV5BXRL+ortleu8B95oBtFUUnyrNtGO/Vt63JEqOVr3XmJhuMyZEJ/WSWafoZObIBxHD4fdsxx8uRx+6C6+JReg+Af7eg0esoBKHDAISLMp0x80GOuEZF8bZsHlyzP1W2/XxSFgFV1XOjpzQfP4RxMaR6QL5TxrM3OiHiwNI34U+RHweab9tvMAR48AysiHDvMJ12lDZvlSju41m0D7TM6HBGKMD/O+HxoAAZzFeZfy/uwPDctIbVfMSazLCJcaVraxrHtNgr4gRNX4EREshNoYYz8oZ8vok/dsqFQR3tEJHwyL66F45vMgs4Mv+7DjZbzl4yhQE/DMW3TwY6bz+IGrNy8hR/4FegFrjskuODWsNxb5hv3M15z+NuX+NK9e/dqrwvrHL607T4WmvcODYUFF0aaQ92pyUm1HeNFhNouaS3g6sJc2DMvDvBCyft/5Vf0f/7+7+vmW26xzb5O55xzru1+hWP5NSqyXBee7/jnmqu17aIL9dafeYtudbx0veOZSy6+KK0F73z3O3XzrbfoAj+/9vbbxQtA1aIUPwE85xiAF12ZE1rgYUQkfg8ODXmeZbbVqRSX4Pty8wWZYEv8WtEnPvEJffSjHxV/x/jjH/+4bXSPyW2mgq7AJ/jJlbGFdZU54D/zMS9FZz6p3nqU4krzjnHAqftQdb7WsD5at8/05RIRSd8jzEfrD3MBv7Segyd9OvNyD3z8On24D+sItprlmdhHMp7+4IbPx++de+55uvXW14j4FR917rnnplial9F4yeZt9vlv/dm3ir95yRj2gaynY6dPa3JiItkmc1OYs+Z818zMrGPKicRX9lh7fbBK/u+y7ZfpnK3n6KnHn9J9Pjgn5tvneA580Ae+gcjPDp8+PeZ1eZ/3wscMZzzxpe79KHRBN7oLHuResHP4aOUVfAEP4IELJSISjtCdZVm6BwZ94RVjWU9ZW1k3wZ+2TnwBz5gjIoR85Q9wfRHwgMs9uFHPMzEI6xN5w42bNnq/W006w1rGevzJT34yxbqsndgRvo3+4BWBFSnRQn1nDmDyzJcZavbBNjemTaXTB1ooVIIr9LVsh8SU1Hf4Qhv00Y8YgPbu7i7HNsMJV/rC4xnbD+2Mq1QK7/N7UnteqWhgcDDZEXQDjz74E/YvdfCz7uHzaafAF/mDX4mIs76NsUOGBX3wGd/ywgsvJD/DGgMe4Hfs2DHtsa6MjY2lsQaV+I984CFXcIiIhCfwKsaTNZO9AXEac1EHLvAMGOAGvujPkPe8HMqyJ9uydYvjtb60PtIHcujvfiGAsjhVvdBlnhCGUVo27lCkfvyvrXYSPMrbaWdiCohwpR/XCMZFIioixKT/scifTp1vEyOAC/EoLgxo2VHQFvETGFkWFlYoy8NjmoLRjAFWRNjAat4UjiaDwxHCdOBCT6df554r88ifiEh4RoSgQf4Ak3b6UVzlOVvedC84TuBROvBpZwyF/oV5Wjjoyr0ZA2ae5wl2BPxZWGTpyzjaI0IRC3hQTwEOONScxOdeIQEHnhdW5IhgeMI93fh/jOuUiPipOYEBW2nnHvwjwjArQsnDE0T4/y7Mk2W52/KzzqbLCQScivyp2UGiiBh8btqA6erEI2BnWXbW+Lsc9BRFrorllueZ4eUyBww7U7c3iOhg5v7AqBhWnmWJJnhLXUScpYNn+VmR+V9uzQzxSTzxwpV7PLAo9hlO5iKvlvFqJ5gRIdqYH6dAnx4nwoYXLdaKlStFsA5dFBxViQyND9/Qc3QsbAWjBDd0DOPmnoKjwcizPDdteZoHfIDFnBFh2ivJ7sqi8ALVl3iURZbsCxgtDmvbYRIzZRkw8jP3mZ+zdC/56tJpBz6OgbKAc7kwj+egLTc+EZHmiAjDWNCziEh4wtOIhfvMtCI/+cM45E0dekh954ruMM7d0j/m7egCfWhjHDghG+rgDXpDMB4RiXZgUkc78gAu4yjUw1P4Ah4UeA/MBMtBJUEIMqxUq5qbb4gAoVoUWjwypA1rV2mtkzg9Zaa8XXMC56Se3PGQ/vnv/rc++2+f0r996pNOUP1YBI+9fX3Jbzz19NP2KyTSQnsPHFTd8tjsYG6zF/yunl7NkYDr67UsKuInPOed0K0RBLlfw35z3nZBHbxDN6CHbxsOOVDrtq7LH5JDOHv6QGfLBJDQIEmNz2Jx4O32iAU5tQzXw5LcIn4iPxbPOnO7PS9K5aaburJSiLdQy0qpkNQ2bhXLlb9HymJ9yptwEup1+xUSEkePHtMYP9PogLnpvtOzs9q//4ATVce8cZvV8WNHdPL4EQ309zqJsExD/X3qqZbWwJavVfX19ImD0qptpcc8WrJkmXgbP8sqDq6mdHD/IR05dFQRuX10Q0cOHtHosZM64UOC407ojznxV3cSnjfP+LmlzVu2pJ/Z6DHcLi/o+J3MdJsU27Azn76Bb7n1miu6FhGKCLe3U3EXhf8XEYoI3yld6U+RP+hVZyxXdNDVaTxt6EVeqQh9I6FBEpx2DgSwK+5JWPCGFBsLbAA5b/bmNSLS5gwfwTrFgRGJPmTJXDfddJOuv/56zTrIZC70AbzQ96NHj6aEBHXoD3ZAUIeOoFM8l2XpjXoNFKyLmcAHfjAeOiJC2B0FuMwZsVAnf+gDHPCJCPvHVgrSqXezqtZVxkVE4gebn24nz7t7esSLV/SjHfgRkXgLLOah0A4c2vFv1EUswGLezjM4Qwv9OvdcKcAHBvyBPu6po40x1HHPvJSIEM9ZniV85A/z+JKewanqNSwCPhRn+UMf5HTKB/jA4Rk44MQz45gPONxntiXa2rY7ruCHnDrtjCXRRIJ8ZnpOzUZbHKYjux7zr2Ebm/VBSJZVNTC0RF09Axo9Na5qd5+ySlXY8ZQPaabmZzR2alK93f0iiTfpup07X3aCdNJJ9XnV7Yu6nayu+eDrhANLNor4nm7LrmFbZtPLhrYsKw4Ce9Rn+fU7CUUgia8tHaNUrN8E2KX1CVpJtujMBz7AY+TVtJ+JiKRnbFpoYw4KMHgGJjB6TCM8mvdmngAdvUen6YdO89Y8ZdmyJSkJTj1w8Iskw5gLO8I34K+g58477xR4k3DHHtlo0TcikhyZj00JiUo2QmzY9uzd68Ox59XTa74Sh1Vy5S5sYLBnvr2KjUMfyVL8LrjP49Ptx5EpvAE3DsLgJzjt2PGIms26Hnn4x+LbjWPWm8mJMVV82Aa/4AP8iAhv/Ca8TsyIOuAw15QPy44cOqAD+/ZqzAeBY6dO6CiHEk5S5CEnDVZr3Zo1WrNqpUad6M5zacP6dRoaHpQVWVWvdcirywcOxMkDA4Pa4vWpKEqvYcfdJRxb9GvN2rUiTuTwslopRFm9Zp0y+2n8/e7de4xzJeEIzeCILNgAQSf+hnrwhrdsLuEvaxT+CDnlRo41BLl3GS/iN/wk31gB3kT6lsikNyBVoYtHDh20rp/QXPJ7dbFBHx4asv9pOvFW07JlS73eHPV9Q3XL4LjXiEolS3SX1td1a9fpSSc+4UFmZqELXU6wnTh+VI8+9oieevJxLVu+OPH7yOFjeuCBfxcHDCM++EFv0X/89yYn4Yui8PzL01qDjsof6Ef3+hwPDAz2K/fUrD2N+pyqRUVLRoY07MPKRYuGtHHjem3bti39naBbbn6NLrl4mw+3zhM6hS6jZ+gBcyJzNn/YwXGvefCSZDz9Tpw45mT9CU35cBYfQV/oQsfBeceOHT4IPOyD9eM6efKUk/gTOuXERY/X2jnb/oQTGEVZOpauaus5W3xYtkYrHPcsX7FMkclxVqG9tgXkZhJ1yknWiFCWZUIfmYM3flnLsAFwQPfBAfzpI39Y48DNt8ot9x7bOTa4bNkyH5yvTusdNNKfN9AZi/4ACxyZj7qISPLlW43Qz3wtJ/04uKb/tO2DxBV2TDuxzMoVy8XcV191tWM8ZFGkw2+DSj6E9ZTDe37qjbV2j5M1O196KR3Icf385z+nmv3lF77wBdBPifNaSlbVVLFvqNg+iH26ffCXZxXr4Qqve5ka9tXwOCJsV362X20224lv8KfbvrY077EH5MXaDz+aZ/xllueG0xb6Bc+q7suLWe98xzuSPPk29nof5HQ5nnrumWdTUv9z93xB999/v/3GrA/Ajwt7PHbkmHgB4tVXXSuHi+obGNLg8IgOHTmsJ596zjrXlMNhXXDhpXpx5y7tenmvpmbndfDIUf3bZz8nfkL0H/7xI/rMZz6bvm31zNPP67sPPKgLL7rEh62l+OZqafviQLnLPBgaXiQvb8orFQ3aPknmb7DNlMaf2HFwcFjjE+Pmw3zyNb29/SorXVqxbLWKvKquslu3ve52DSwe1sWXXqr+gWFt3LhFzVao7rizKMtko/zs8Y033pjkgR7CUw6aPvShD9mXHRN/duPqq6/Wm970Jr3NSbyLLrpIr3rVq1KSFdvrNv/5OS/W2zyvmA9zSR/wwxXjjj7llgG+KMJzm0noIAXfiZwo8gf9ZAxXxkSE6aslmFIkfqAL+Dra4QW+Uf7wzD26jj+iD1f8CDC5Bydsg3Gd/ug0uIEPPo2+zE8BBteyKKwLM0mP+vv7ky4BC7zhV0SkNnwKvoU2oyTgkezswGEe1gN8dGRhf9Et8IKH9GcsdkqsQd9ZJ85oL60XuedgLmDCU/qXliHt1IG/3CcifAm9ko6IEPRGRMKpan9dsx25o+AXdCAL+Ae94Esb9xSd+TAHJSJEPf4HnCLCPq4U4+HnwMCAZdVKBdiMAZ9BJ+juuP0Ovfe97xX6TKzMtxz45vPzPlSDrjnbzIXnX5gSt6dGT9nfnrSu3alzzztfr776Kq1avdo6MZ90Ysh2IX9ud8KeWJ5CAho85n34Ai/ho7ukf+CBPN761rdqgw/rkBM+mYMvdH/VqlX2oQv6NjIyInSHOdAZ6IgI8Qy/ae/p6U4vdwFz/fr1iScjTv4xz9jYWEr0c8+3eriCFzSzPrPusgYiv4gFfwz9IEpf/OcjjzyS7BIa8NGMR46zXrvBh2f8HQeCwNy+/VLzdY2GBgd06vQpQIkXkhjT9ulN28knSkQkXJEhcqF06iMW9Ef+RETSm8x2DZ7gjB8luXneeeclOwc2/ECHwYfrIvsu9GBoaO+xbPsAABAASURBVFDvec970k//sxa/813v0jvf9W69+S1vVV//sH75Vz4gDmpu8aENY9G7q666Stdee11az/ipwK2Oq9gbfP3rX/Uaukef/exn02Go1FTTe9Ylzhud4zV32LHZgPfFvMR162tu1Y0336qbXnObTICOOoZBJ/lpwKVLl6goK2Id+qM/+iPd9+X7DHev14JjYq4rrrxCF19ysXWsltau3btftk7M6qMf/ee0/vHt58985jPi02M7alrP5AUB/gwMDqnqmLDP+Sx+eYUE9DHvCw54L8/LRbLvDS38V7FvhFeMQw7Ag5foJPXDZ/QIOcMX9JRr00lx9KSWDonD/qNqeopkf1mWq+l1r9exU8OHdviTcesh4/I8O+tvIhb8KnDoj+wpuf00PiVzXNKwf2Acu318bs1rRs3xIPmxiDirP/SVP/RlDLHo1OSMeVYz34+l2BZ6gEs7+s+c0I8v9VB1dDsiBBz8BPTTH7wozWYr0UY7BZtAL9Czubm5JC98GfhAh9mccGQexlOYK8+zBR/oWDk3vRGhiIVCO7DBj/6JXi/C3FPPNTNvkFFE0D2NpS6C57ba1gX/z3NLxBrufrYfN8ABPtepyWnHkpOadwwJjKpxAjZt0Aev2pZjWSlEPbEAfIRv2HvpdYmYLfPc8Bh6wLEsSsl4NL3WVvNCXZVSPV5DZPuvI0PHeilvZ4SaFNczjgJu2Cq+vc96xDe8H3r4Yfuy3fr3Bx9MLwvMz06btkJr167WkH398qWLtWhkOPnCK6+4XBfaN1xz9dXi1xfuuPN1es/73qsbb7wh2TT6Q4GeSlEk/kEv/pKXkIm12Pd87WtfEz9PS0yMfOENPEKe4NbZDxFXEafSB5idPlypQ7c4TIYuk5rmiwi7hdwyyn6qRITCAmtLjpOaSafADT1EFuhXRLhVZmVbyCMi0j1zMQcF2TEOHHju2C76RKENfW47z9xWZpyyBBN7nJ6esZ63En7QSm4e2eK/sAl8MC8FEpO9/e3vSAfV5/twm1hs85bNuvbaa1Os9ku/9EtiXWA9ZF2j9Dr/gN6w7oAb8QoviDz/7HMqrTPo4ZKRpVqzcrVmpmb0wx/8QC+9+GKKA1kf++zXgAFe1WqZ1mDoi1jgATDzPEu+iD5t2w7tyAUauGbmL8TCA/iKznFPHbyBB/QDX9ZV+mDj1EdE8mHUE+P3WT/RharthvmA3Sm5bRvYzE/hPstzmdniM+TYAT/DeNYyDqzRu0/6UPW73/2uoJd+wIsIbpNMoIO50AXkXDoGQzYRkb6pemp8LOkDtDAvA6GB/txDK7igL+gmbeBK3/HxiRSP0Zd6dI5+zAGeXc7FwhvgUMCNNurQ8Vnnp/AF8AOY8Ad9oR2Y4FTzmsnPFId5keXZAq72Ey3HB8BiHH27HNfDE16uYL0fcTwE7ZQ1zo0Qd7B2s//s8BG6oA/+MHdmWUMHtEWEirIw+xfWHmhrtVoCV2TBOkhf5AwMYM3MzoiXm3bv3aMXrIfTjocXe/0GT3xgVslzVS2ALju3PMvVttODSAQDIPkTEYrMJRaUFOfDBG46+y9ioZ16iG+YSVxBHET+v8pZQGdugMNtbvxgBgJYuM8dmJvpDl7CNt/T2+MFvCsZDEyEKBjMWJwGCxxKEhGCoTALWJ0rsJkLWiMiKWhEJCZHhPiAO30o3EdE6gc+LfOLt7Ogs2VjpXCPIOhbqZTGrcveTmc/1Hf6wSP6MoY6OtH+yiv3nUIfT58WM+hEkNBAO+No58oz/binLDwv0EOfV85Je2b5Aot+Z4sBoIAdfqFgzEkCnWtZLUU78CIi3UMPtABTZz4RcZZf8od2tdsLPPazp7bzLJS5H7pXc2DW9gJrbVPLV2QDvswV4VqP5ZkFuGn++9FQFv7Rp1IYVmZddkPDwdy8A6+Gg5/UVqlYHqWQf27digjj7b6yMmUV0Y+XBKADxwE+zDXmIHDWC0uR5e5pPraV8MdO0DH60g9HyzPjc8OHp8zbNB4U6niWP9zDWwrOqSjKtHABq+bkOn8LouVETds0wi9KnmXGN/PcmXnTdv92uq9UCvO44vtwfcvQrXKmH/z5uj0wWRjhJaXpIPiVMgInnqGBAgDwKs1L6imdPtzTTuGeAi3QzDxcmZf6ivnNMwsDBf6gR4wFHlfaGTfppFnLNoRsGEs7hXsK96V9FTZOAXZEiCBiZNEisXGoW84V95mYnFBuMS0eHtJgv5MEHKCG+dJu6NCBPTq4Z7e+/73v6Mtf/LzGTh1X5rYNG9bppltv0RveeLf6Bwd0fHRU/CTZoqXLtGT5Ml3ppM3b3/ku3fmGu9Td06fxySkpclWKajrEb6olFoeW+Z4Vufjk1oGqF1fwp7DQsfBCB/R0aKAPz/zdNfjU48QkQWS3F5GIMPy2kAswgPvKQp0pc5+QMutyZOklj5Z5UTrhW62WKiyHlgPhcMBUWKbw+oc//GH6CQ4WEnxl1XgyZ3//oJYsXao8r9jLShMOsvl2KInMI0cOOWiZFXQM9Peo3WpY59pGxxi0m+mgtixKsYHiZ7mHhkc0Z10+dvykE4En9MzTzzqxtzttbPbtcyL95GkdOnREjz3xpPbs3a+6cczyXD39/Vq5do1Wr1urYcsWO5/3YUzbiyyJiabtqWXfgO7At06hnjr5w70v6V9EKMtz4xry/5Rl4YId+VkLn4rpzd0HWBGR2jv38od72n2b/AcHO9/4xjd8QPOcD7TGU4ILP8E6dPHFF4sgKyJSAoZxESE2/wRLLPrUdfqzgEdEWsuYB7kfd5I9IlLQ37ZOwX+CdgobYxLxT/uw/7777ksbQCjh0B2fRP+IMKkhdIy5kDuFNmiAP/AqInhM/bihPSIS/dyjd/Sb98aHn2mr2L5algMwh73JLv0MrLIoVFYqyiRlHk8dY/2Y8GjZtqnLfYCFrrFRoY17rrR1+kQs4E1dw74qItTBHXrAhzH0x3dwDz70p416ninQAE/Bk34RkXwkbcuXL090RoR9aVPAYjxzDA4OpTkL2xB1jC1MI3YBPOYANnCo79zzHBEp6c1aUskLPfvM87bfltgwkNAAF3whtj7qw7eZmZoT4Sf0/Is7tWffAY2entDR4yc8pqGWHVnPUL8D9x4N2i9VjEPdh3eDTtgsXrxEM9Ozxr0lAthmvelDntIHBfMiecfmNox4zUmWLM8sh7YPsdpJThXLATonJyeFHAcHBxNf4CFygyb4QTu0GUwKrvEX8z5ghCfUo6vwgmdop44xfd5cZFmWaGYzgF4yNiLU67htYKDPG96NThpt1djY2FkcmIcAmfnBi3Hr129wwnGTtm3bLjZf+Cv68KYqh0HgiV2gS8zFGszGd/+BA/Y1x11OWM4VLV22XDYlphCBfY/9LPMcP3FCL7z0og8eXtIBH/C9tPOl5ENJqsJH4ENfRIgNIN/GrlQK3fP5z+qJxx7VZ/71Uz4gf878qaksSuVZxRv6JWkDDH6MhUbohz9cKRzCNiybGR+ctuxLZ6YnxVvbhw8eUn1uRvMz0+oqKpJ9HUmD7io2ljvpMWb4w5Z1ocGhYXX5wCPM6y4nz+BLrzeq0AauEaG52Tm1HUcM2q9W/Nxv/leLQvv37deRo0esV4NCdoyjwKAuJ+eQH2tCaRsH76U+3Bw9ddJ+el4v7XwhbWzxgxEh9AY+9ff32T+WSZfAYdabjmM+3Gw1aq5r6MTxY6o7xhswLvy8biXLxeHH8aPHkr3t378/8eCgZUciliRxw2PzPE/1DfuhxlxDIz7AWbFspTZv2qJZx2b8vdbTTtoWpqtaLXXzTTcqs+2Mj48luKOjJ9N6x0sSy0zH2NhpzXtNqdhndXtjuGTJYvHm6cqVK4VfgHfdXn+hHV0e9lrWtt9rO4ZYsnhEl112qS6+6ELPv1GXXHyhtl16ka6+5tUaGhpKe41Dh4+Ig7Jf+7VfS0mFb37zmyLRgs23rYTTljl6sX//Ph31ujo/P+uDqB7beZfgW19fr+R+63y4FhHGdd78ayW9zc0L+A2tc05+9Vj+2Mn4+HiSSWke1Gyj1O315s/DdcpyGxs7ZTsbTPChDTpr5ieHfxGRfAa2DFw2rKxXJBLgweLF5o9p67fcmL+jJ+hKRJjmfutQJcGAV2zGB3ywzxVfB83EIXmWWQeOWwdq4mez8TWsZyRPFg0Npm9yV+y05q3/p0+MaswHxh/7yD/p6OFDjt32K3dUMuP4bsIHyNddd6MuuGCbY7Pr9Eu//KviTxNs336hk/7P258e1OmTJ7TBB+6Xbd+uZqOl1zihfe31N5qPoeUrV2jN2tXavedlcfDaso31mudV633Ta1Wf6SQZmzsusBiSDvECStVxEvTAk9y+HT7AL674vS6Ph3dLliyBNcmHY0Pwdd6JVsajIwNO/PXbVlgT+Fb82972s8KfPfzQj51U/7K+9MUv6vnnX7QPqeuFF15MCZWpqUnxN6WmfWC+adNGNZvNpG/MDc95Y//662+wDvXqxZd22b9u1Vr7zuFFSzz+lC6/4kqR4Jq3boBDzQfIR4+eEN8wwDeOT0xbTyacNDip2bmafcuQ5rx/mnJiZNSHSbl5cf9X79c9996bvhVFnKjINGVd5k30Cy+8QPiMGfstvhGFHqPn7Ole8GH2L73//Xr08Sc0Nj7jw6gbNTndUFQHdeOtd+r662+2Xozq+LETiQ/95j8HP/d6LvSNF2KmvEcA1zvuuCO9TINOQrv8IaEH/3jGNrBrZOSmJIOkf7YLYFFHe0RYF1qpUBdhxfNNRIh+9AFGxEK9/MEXwD/0JfcaGrHQFhGJduaRPw0fAKBL9AUOV2wOXXFz2ofyTH/stO0IvvN82rr953/+5+IbifiInTt3Cr3ietL7EnQoIjRtv8dY1hbq4H1EpL4kmG666Savtb3ixYeTJ0+mmBTfAD70Z2+YcDFfuEZEohs8+r1+w8th76GGHed1e21Bh+2UHEcszCF/6BMRaU8Az6DH1XZd7Z/iK7gRF9JOgT+sgdBHG8/y/qThGKZuvWQuaOOKPOdsO9xHLPC7MwfXDk878wMfflM/an7Rh7mYA3+HnQJzanpK2CYyxneiT7/wC7+QksLX3nCjLr3yVd6LDIg9EDKBb+s3rNeWrVt19xvfqJbXg1B4vauK9Yz5IyId8MN79i5ZnideMAd8pU+HDvCA9ohIPrnLPGbNWLDNWpId/Fm/fn2SHXT19fYl+UIP/AEn6vMsE/esX4OO5brsh5gLm6Gel0qgGb7wrVrW2Qn7kb1792r16jX2Gd0p/gUmPCJuoQ86x9oFH3nm5/zwXfQDd+hifgp6CE3YPPq1dctW+5NRtRzbnB4btQ86IehRW2LdjwjxYSxX8EVmXMGVOkqnPSIUEUlH4SGFucAX/aYfcuSKrNPVe0WlT6S56Qf+xC34aL493PBe+YtfvC/FiUsXL9XVPkR9+9t+Tls3b9YuH2A+5hgPPuJf4ccLL7zgfetowg/tAAAQAElEQVRB8ZLYj370g3SgOjU17jVmXn0+1B72OtnyolEpC7Utl8XLV2hkyTJtf9Wr1T80ZNuveo+9zLq3WBX7VHSrcB5hvw860XNi169+9Sv60Y9/ZHqlW26+Wbw4gqzgX9N7ItbILsc5Tz35pP71U59KBw3s+ZuO8/JKobLa5eJ5li3TNddd75xFr/CR6Duywze3nF+qRIXw0nFrl/p6+5Muw64si+TPkEW/fTH9kQ06zBU9qtvHIYMp50KQA/yu2CeiE9Wu0vo0q7bX0qrxhO8HHVuzFsgffkmQFwKrXVU1LSNwQo4R4Valuatea4FF+5TXoI5M0bE8y0WhDT1kHgai6xELssZGwKvhvMIKx3X4KvDFNvDj0BERym2jzLPMvCrLIs0NnczPWOaA78ACR/oyhnoKMqPQznNEeN2umf65VOBVw7yiwCNwoA6aGEcdNFDAH7y48hwR5qFS/EE/+UM9sMCJuohIPAQuz1wbphlc6dNybMML6hR7ZR/OeV9p30Vf8G0YN8YQ742MLEp6UJZV88HRlmXDCx6HDxxMeYaGDzvIg1ayTFX3gU/oFD6KgzX8zNYtWzRkH8TcwDZ6Ylzde53C+tbf06/B3kEN9FrfilIV8x9+0nfGfr7mOZvYz5l1CTkgG/waaxk/8/+D7/9An/70v+lDH/qQ9f+T+tu/+Ws98vBD2r9/b4oTm47tT5045nhpn3a/vDPFgi3TeeLYUe8hN+rCC8/XoPfTfOGCeeED/EAv8AvMWTet6Ary4Bv//Mw3LyZwv3v3bq+/0+IK7sQ73O/3/gX7ZSzjytL0eY9BH57ZpzEH9w3TaXEm2TE3co0I23wkneyMoZ4CnhR4zhV948pcxJboEnYELOTJGOaHNvSJOSmdeuDLH/pTfGvdaKvGGmz9gXb6oqvAm5mdTbgyJ/ZMfIwPAQ4xH3gAv23dWuKDplXO4a3bsEHXXHtN+tn697z73fqDP/gDveENb0iHqxyw3nXXG8S3hdlvMRd7kYd9YH7s6FF1mXfkRNMcUdHYqXE99+wL3mvvFF9aYI0CL67QDf+feeaZZHPQi/2DJ+tcRAZ5XotaKR7kAT5SwJn+EZH43rbuQRP4RESKbdhXc6DHnkn+wAP6wCN8I3BcrYhQZ1xEJHj0Az5F/jAW2TMPxVXpH7A4LPz5n/95vfnNb04H0dgV8gNHxnHPFV5zrdhGkDEAaIuIFEvAD/Tw8LEjikqmrt7uhAt9mROeoD8UeE5+cc+ePSKvCE+XeD8MPswBH/El+F3GMT7PcmEj6HIHJn3BoW47R2d4sd8KpUwh9PO4c5roKIU1j7WaMS3rC3Y/4XisZd7bAhIPgQ9v4Sdw5Q8xGjLAl9dtn+A9MTHp/WefFtl35fYlwOzIAz7wDCzqwJ3n2nxN4AjcVKzv0N1m/TQM+O3pRH/4wBX60a9HdjyiH/zwB+JPAxw8dEgTjqMynCGBDcABCHIQykCAIXzuaaMAHGSp7xTqaGNs0wtnhJ1/WwkJxoIghT5cO4U2inue7bvwrBQUQjyMZL6mgwcW35YT9vNOxMCgtpnewRscIoKLZddMBh+xoFTLvUCyGYD54Mz8EZGEBZwxJ/KAExGK+EkBPoX+OvOJiKSQCJfSNvNop1+nFA6KKpVSuQOaV9L2H/sxJ6V5xqFGhDofYHXumSe3cCngD1+4Uk8f4ALjlQW4JHJp68DinnqMAiWiHpgYQpblajmgRPYYF1f60ifLsiQP9IFS2niLskh1EZF41rICMj/9I0JZnqd6+UMdpWXdSMULO3oCHg0futPmbkkHKnmmPMuUuVBPiYj0LH8wtIbx9HSGv9DP1ck5Ns3HiFDu4NTqZz1o21hqKYDmGZ5hFNAA/JaB1GxAsxiVEwbwBANnUUQnIsKJ6mm98PzzOmKDgSeM6/AFfecevjEWh861KMoU+ESEOvNBR2feiEi8AxY4w4d545CM2wkMDlEx6IgQnxZ8g2YXybbVkheEtiKyNA90AUv+0LcDE3y5Z243+R9jQgt9QxGGZRuiPdHhebgHBjhRCJZzyxI40Esb80ELdRTg0YZe4lhpo0REWtTYADzpgB8njb3BI/nDXDgh9I3xLcsPeODClXZgAws+Yr/c09bp07D85nxYV7cs/S9tPufnZsVGQ97Azc3OOPF8Wi8+91z6WZ1//Lu/1ec/86/6yD/8bz3sjYrsxCtZOEHX1qaNG8WbqFVvQhS5LrjwIv32B3/XSbpf0f/xW7+jN735Z7TRmyuzX0XZJb79KYXmnehtRUtZJVPVG6mWYZYOAlgonnjiiXSoAs8oq1evTvpIO/RAV7+TFjh5+J3lWUosr1q1KukOMoTnEQuyili4whsKAacik7Jc7QjQUeHALdpKB5vNekNzTmazqLlVufvl7td5w4u3eZYtXWGcWimRNe8kRtnVo7yoasZ8nXYSvmYYynMdPnbMBzzHhQwGBvqTbZxygnpyYtz6WNeQA9Ms86LtxG7bfOEbC2PjExp10vrlXbvF39/bs2e/+TGhyYkZHXaymZ8ia0cuFtI5+4Jqb49GHISxAZ1zkrdunZz0Alt3EFytlsqMe9tyrZjXFd/3OAkeEcmewAses9nnXv7AI18EXrlpoADDQ6gW7bQxLrJI60bLc9IYEYo4U0wXfSj0R48pbHDXOdmN/IBFwMVh6byTlQRxHJyhr/SlD3gBn2dkix4wrmMDPDdMa0SkbzWtXLEi4cS8mzZt0iWXXKJzzjlHF198cdITNi7btm1zEr5faktz3kAwH3QyD34E24oISEp8og149IMW5k997Qsy9+OZPuDCNUx70zptZqhuP5nw0wI87knaWwHUNN7QDcw02Zn/AYPbODMmIjTlpCgBHPWdAk7Agy/UASfhfmbcK/GlDbjwkzGMhQbm7+DfaaMfY/HPNesU8IHLuA7fqacAg5iDAg48y/MDExjUo4fUgwMFODxXvC5yHxFiTvqSgJzzYccSJ9b5Vg3ygq9sPtEH+nU5YZBlFc17A8OVxF0zmmr40KDmtbKSFd7cDhmLQjXHQXM+dOnxYZnFLeju6x8QNq/IdPrUKR+k1sUmJyLSZo8k2MzMlA9RlYJs5gdfDm/gAzSACzTmeUWlN8j4N+xPWfi5FHjCH+RG/6pxLu3jqI8IwRtwoY3S7+QLMRc8wM8xdkEeNct+wuvynAjcCdJfcpIdOMBjHD5xwsEpa8m8fVDdfMGXQAfBLLxkHPrDlbGd+dmQDQ4OqX9goWRZxYdHIylRyPzIG1oT/Q7EV662n7XPrhQVsfaDJ3PTZ2hoyHjOpxclwAl62jaypu0En0iy6tSpk5ZL25utQSdThyynQfOilcrMzKyQPfjBG/iAfvBM4R56pqYmLLN5TftQm594r9fnNWxf2uVk1PzctI4e2q/R40dEcmDTurVq284GfAjDlaQdukQh2QDPZuzv4Re+dWpyWnwrrGqZbvSmdtGixenllEU+hC+dbO3yYSFyD9v4pZdeKuKexBv7L+gfGOxPB6fVrkLr1q/R8uVLZXEnPVq1anU6LIQv0DLo5In8gccrV65Kyd9qtWIezoq1vTQOq72uoR8UdIlffugxDrM+OEM+Dcf20NJl3EjsmNVpkzTkQ7khrzl8O5dvYHB4OOpDtgHr/mLTknvNQ24HnPDh7+3u3LnLB1EvaKcPxUkcf/ub39Kzzz6j3Pq8e/cufdEHVfyU85wTN/P2mfzdHr49SQy2wXwioX355ZdrvZPY6ORiHyT29/cqt423rAPY3ulTo/a7fTJIy2/Osp7VmNc6+PaDH/xIY6fHHY/0+WDvZSdeD7l9LsWpbChJuKDP6G3hdWmV+VWz3Af6ejXjpOzKVcs14kPyunX08OHDid/oNgck6GlEJP8P3+lDHbC4h49c+ZnJlhn49NPP+AB2RXqp5+mnntKi4SEVRWncB4SO8O3WMe+BGI/u5MYHGMgRW5u3LmTWj1P2LbRT37nSFxwoJ0+O2t/MsBTocR+Y8Qz8CW90p+zv215Xk64Z93VeM5kPPJlrZGRE5517rvnVK3xLRKivp8eH5FP68pe+pCuvvFLr1q61jfWLv5uzz4msZU56f+fb39FzPnA857wLLZVM6Mxf/8X/1H1f/LyTbP8tyfuxR3fo5IkTTuSf1siiJbriVVfpxptutV6Z/qNH9Mxzz+iRRx5WT1+P9wyO7hw8tdVSo1lXd2+Xskqo1phX02tg1XEfBTsCb6OpSiVXnmfmZ3/CHR+C/5A/WZalGKNpv83fOS+KivVg1v3z5FeGh0e06EzSArtj74ENP/i974lv5F58yTbd9aY36UKv9yQR0ZPzz9mqbvuGocGhxBO+DUU8sdz7XGIEYsw77nidrrnm2uSXiqLqQ9UtutixA3Ja5Ri0Zr1aZVu8wIef1113gyruk+eljhw97nWooe3bL9dVV1+jRqOt9Rs2pm++4lO7enp12vEefzd2aNGIxiamXCZFnDgzW9OuXS/r8su364//+L/rztffYR+wyLpW0fU3XJ+SNMePn3RS7XatdGK79BrSPzisc86/WC/t2q9/+/Tn9cSTz9hf1AX9v/1bv6l77/mCuh33zc1O248PCz3Bz6B/rC3oIvrS9N5hfHw8JTXws4XtFJ9LPXyF7tx63dE/5GLxJNlwpY0r7bTxHEGsTe1PCm3IlznD6y1weWaOiEhyJREYEabDPt37j1ZIpddKcGHvHAHcdnr5DhyRHXDKohT2QB2HPSQY8TvQWXo86x1+CT/AfNThJ7FP+TNmG2Ysawrt/BTyAw98Nx3IHjhwIOknbWGdjIi0v4hYwBO6DcLrVlPQCK6DQxz6lJL7RITlWCT6Jrw2//M//ZP4RhzjiN2ZDxoiIo3Ht6HH8gdZ0AZM/FHbPol7fO+Q54D+Z599NtEO36GHOerei+RZRWqbgYrEQ3DrlIgQ9xGhiAWeQn9E2AfZjqXU7ku6IicKeHHFntAfxoADBwHE1+DQ77Vm1P7u1baBu9/ys3rLW9+m9Rs3qdf1u51w/NwXPq8fP7JDX/3aV5Ocy0phW2nIEyc+Qx8+AHqNnJiDuojwYyS9g3764BvhDz687iQk/dDviEh4I2f6whfa2AvVbb+sk+DKeHhcKYo0D7zHFviZRXQCXUJf6S9/SETi16njm5G8rHT69CnPFW5Vogd84A3+FF/9cz/3c/rd3/1dffCDH9TSpctSP+YsTDe4cj/nRDswgcX1xPFj9odlsln2n+jI8MiwY4G66W9a1xpmV8vzZkmvkCWA0amISLRQFxGpXf5ERLqHD8xJO/bBfIu8hoALL6dgK7SDX92+F57wYgI48NIdz/SJCPFCKglZePXEk0/oIx/5Rz368A496oTp/V/5spYvW6K1a1eLn/bbdukl4qUOvn3FIexNN92oa31Q8G//9in99V/9pQ9y9migt1f8rGy1rDhPYJkUpUZPe+3xenW5D+cX+br/0GFNeE18z7vfo1/7tQ/oXjqg/AAAEABJREFU1z/wn7TEMQayIua45ZablOWWR7uhZxy33P/Vrwrf/ou/+IvavGGj3viGu9Lh6vKlSzU7Nal9e3brT//4j/WV++5Tb3dP4tGs9+5Dw4usb7mAudx7yarblq9Y6bhoZ3rJsbTOEDv1+nAL/9/bO6CuareyyBP/c/tMeF2pVJJel6Xp8T08p01qCxnkXgPRGXQU22p5j97lPErVvht5oufAOO5k+phjJPpSb/ar4r08uV3gUY9ud4r8qXqdoLS8F9p/8KD3NrNpTvSTflLYN5XW25p1qmndaie9iggfEBempyr2S6wb4NApEZF8Cj6WGA9fhI0sWbLU6+aA+DBv3TYJjYxDf/AV6A66ho5FhBi3wvxlDsaU9teMh0bGwUNo4wqPKLQBL/k62zN1dV+pi4hEY0SIT6cvPKIdHIBFwTdEhCIW/Ap1Z4v3Cmlex15uNp+K1A+ckGWWhxq2D+Yd8/r5sg8dOSzYuXOnY9p5VR2zVy3HZcuWC/4gW/A9bX0ui9Kx6pR4uXHWew7wp535gEfhGXxLw+kfGFCP44eKeVMjj+BS5IWKvHS+LleucFzTnX5FLcL05JnavmbWt5WOVfgFCvJz+KPc+1QO2ziggffEyCdPntRDD/1YX73/fr3gfN8TTzymb37zG/q6ffQD3/2O7nEs8U//9PfOA35dHMYSazVN+5TtBx3Ireusp/AGfYVe4g3KjTfeqDtuv134TeTBS1t33323+MnZ3/zN30yHg+973/uET0A2xMrwqem4BL7AL9ZeniNCNech4Evme2QbEWoD2AU8Iky/S+a1mmdgMJbnMa/zxBj4LPSP+pr3TfAduPRlLvpxnZmeVt3zgRNyYl76Mo7C/J5WESHm6hTJeDr3R64eWdI3IsR9RCQbyfMs2VxEqPMBPj4FuPStO6837r0tv9TX5Zg+IkQOi70MNrN+PS9Kb9BNN92UDljf7ENEDsg5cMUuoSn3mFX2W9u3X6Zbbr7FMeblIteWZXni5ZR9KTzGJvHtDzzwgD73uc+ll1fJwZFr4OfZiYOQS4/xwE7hFYf8mflMiQhFROIDz9ACr7iiF7l1BLoiQnyop0Bnhz+Mow/jqKPQl3rGI7NKUSiyUG6/2YFLu/xhLH04uOWXt4jniWmBR9+ISDgyL/izt4Ye9JV2/AGwGLdmzWrnW6bS3g8cK1XPa38L7aw16Htpe+TeU3s/eCTlZfABjz76aFoj4CkywN/CW/QI/8cz83MFNvjxDJz+/kHvr/q4TTE5OcI+2/4y58Eq5iHyAk/gIRtsd3pqWsCat7/t7uuV8kzET8BmfuBnlhP4wo/h4eG0J4AW1jr+zAdrPC86cWWdRv+hkXHIIffc3AMTXKkDSfiGH0Q3xsbHko7TFx4Dg7MLcIbH5F7R3W7rELHFrPMHU47zM5AHUYCCLFcAgzCF+5qJow3AESHqaGMyEOkUkMzczpW2iDi7sDGWgqJQOmO4Orbm8lMFGFkeZmZTU9MTLt6w2SkggMKKuNRBBAwFl9wMiog0F0zCK9EHwnF+vD0LQxkLQyJCjKl54Wr7BAZh0M41IgSe8IEruEaE+IBTxMI9z7TRr2GHiSOMyM2bkiZFhIDd9AEYfTqFMXQAFiUi9MqrOh8zpdOXK7hQIgz3TBswaesUnpEThb6Ags6OrJin04cxtME/Cn3n7ZDhH+PbZiJ96M+Vdgr3qZhvtEUs6ENRVBLNzEGRcQQOusWVMREBCPfLaHZpm9ft5IzpExFui8QPYIAfVwpG1TAvDTb1yTMvvpZ77hKxMA4ZzNv5z1uuNV+RNQtbgi2JvvQBzlytobrhRWSpHtnDB5w3G9Zl1i/eYhr3wjXoIIANCH1mnCBtmXbugUdpOcnSmQsdy7L4KZgErGzgWKCLckE/mtYZeN3hT3p2cIHOLOBUUZZVxKflQKhlwiPLJGj1lXkp8Eb+pD70c/Gjx2YpcGLOjm53cI4I8WFMRFgGLcEjnsGDexwNNOEfwHPGwRK0MY4+3NOP+ZEtvGM842iHLu5xkvTDDjlIINgELnDoDw2F7ZlnxlHHPYsDBbj0YQ5gdvo0zL9GS+IgHBxYULqqhQPAOVm71HZ7nrXVrM3ppeef07e++TU9/cSjOnJ4v7yb0/IVS1V1/x47bb5lJI9a5yRqd3evKmVVWZ5rmYPjCy66WGvXbxD05sZzCvlbiThA5ecJ5pxkm/Xh7fGTJ9KiDr+wNxYcFgr8FLKnHrpZOOAH/IQueNsJPArDZ1GDbvgAvVwp6DFj4KmnFwGO81xqR6bWGRnCG/QH+E0fMredDGw5WMwUKisVVdx3yonNhx562Mmqf9ep0THllUIsnI12UyudrGy1w8m0piZn5nTy1LgOHj6mPfsP6tixE9r50k4dPHhI0HFg3wHt9QFpy/OYoWZpy4vmpBOFc94kTmrK+jJ6ekwnRkdFQn909JQTdUcVEZL/Qev8fM1JuFmV1VKleb581Ur1Dg1qyYoV2uBD6/WbNoufm0NGvOVWFFW1Pdi5Ttlp+I4nCR2RP/CIhY+FFV5R0Bs3CR2JiKTn9IM/8JW2iFBEcJsKY2hr264Xrm3lWZZgwGNkCTwOTSnIF1kxH23gwz1JX57BiXbWK2SDLrGppPR4QYYXpf1Cbp2jP+08A4O/78MzfikikqxIlGDXJAUYQ1ABTfNe1MGP+cGbuWa8yDM/+FLAgzHAR/fmnSiPiJRYQ3dI1NCvbX9jVVDTPIgz/qzbB93qsMnt1YKNUJ54AzzmpHDfxg+1pYhIfj4ilDtwBDZzQje8gw75E7HQD/wjFuQEftgDY6h3N3HPHBTaCX4InNgYcQ+v8DkcVkA3z/fee694mQN+AAMeIAv4BJ0JX9PDPYV+zENhDsbQhzkp9KENuQED3FKd8eYaESkYw06mZ6bTRnuldRufgKwGfTAE3aV1fmhoRKX1etZymmnOi5JXKxoaXKSBvmFV8i7rLPDaPgzNxXyRZ8pL27M3or29fXKD5ixH8IjInfiv27eVqW+PD6oiFvgptRY2vk561b25kq1pzr4rIiwjObk/qS77v7La400jb80vUp7n6u7uMQ6NlMSQP/COufDlFGhiQ8sV+rnCGw73qGc9Zf0ElofbT0wk/mS2KXQ84oz+WQZsXEdGFgu+EJAjP3QFPWAuZPzDH/5YbPbZiBHUM2df/4DGxid1wgdsXcaX/pSK/R7z0G/cSeAuB/TKK1rnxGiPeQe8g07QRIQiwpv9HgEXnAmgszxT1Qd7HBbwSwSNZltZnmvGPKTfqpVrvKkcMp8Kb+7WOrgf0YYNm1JpOr4oy0LoIXTDk27Lo8naZBjoEvV5lnkNrqvZqDk5MZkOVXu6qrJT9f2Eug2j7Q2pFzUdO3JE09788zeQRk8ct4wzj2uIDfP09JQu336ZLrrwIm2y7+RAZNiHp3NzNVWKUvsPHDLuFWuBNGi9W75ytXFeI5IUg4ODKVmWGRc2peg98XNm20eP2ZCSpOSgEp4h176+HtBPBV9En1nzBX6i6+NOzjQch2FvKBg+Yd2ZQzT6c5j/u/+/3xV+MCLMu2HNOy5rmsf8JK/ZZz7PMVTwDJy6LIu9e/cK2cBLeAh/77GNf+azn9Nv/87v6o/+63/VX3/4w/rw3/xt+mku/PCjOx4WyZdKlmvs1Jge2/GoeXlU933py3risce1d89exwZH9GMnY/ipLn5Kd2xszHO3k+4zh6w32F5he+3t69cK82940SIpz3zY1K8sk37wg+/rsccftw6tTDb5kNfaT33qU+lnWrELfB52AS34QWjhbWoOOSc9H7/8MOHDqpNOOkJbzXaKnt3uRA6H3ciEDTY6X3WSkfaGE2bUz83NJ1xXGq8DBw5rZNEyRaXqOGaVZufqWrduvS6+6AJV7IcnJ6Z16OBR7dt7UNPeV817LUbO8Bm6sUvu0QXmYg7m4r7qeUuvV0VRpE06eGK3uXX6sA9+4RW0dlvXgYM/Rl/6+/tT7IBNMgfjN23aJHSFzWlRlskG4Q3zMQdJ63e/61265dZbE22PPPKInnzqycTjxx7boc9/9tOaNf5/8t8/lP5Mwyf/5V8sy10+SH9Wr3biGt168MF/13vf+161o6VNjiv27tunzT6QnPQ4Dgo5qCVJh26MDA3r6OEjOnn8hCbHJ3CtPtTttR/OLeYs6QM04ZOgr+31sdGoG2+bq9c86uAHNEEnPISeum27v79HJI37B/ps7w0nLXZrzInlimOwCy640G1Zelnqqquu1k233Kq3+QBjyznnaNgHwL/+n35Dv//7v6+3v/3ndc3VV6WfBK9Y77rsJ+AvvJ+dnhFXDi56urpVViqOq0pNWp84MJmwPRKrtO1nX3v765wIvN0JrFvTnBdeeLHe+MY3a9Wq1VrpMjS0yM9v0c++9efS9Vd/7df1q074//L7f0XIn/3V4cNHzQ9p+fKVWuwE9MrVa0RigQTDnr379OnPfEYkZMKGccrJ1wsuuCgdRCS/cEZnP+jDmSuuuFzbfdD76x/4gGF3CV/95FNPW08rjlnbtsv9Wrt6lT7wq+/XZdsvFX6kKEvH2w37nlCf9arf/h99wY8VRZl0Bftyh/QvImyfWfIj0K8zH2TFbUSk+eAfz8htbm7OcmqlQh0lMy0RYXlH4nVuW0KPGcd8yJ21Cbvpsq+iP/NR0Ol2q63CfiST8fZaRB19kAt6Bf6sr9SzZq62LIBLYgwbigjTXUt0oFfYJPxCJsAAF3QQ+yOxe9ttrxVr2UofXqOzwJU/xMideelPiYi0/gG3Yt0BZ0qP8aQvPPHQ5Ke3bt3qA6a1ac1gbgpzd/jwpS99yYnthxKe1NNeWmbwG5gU7rFPbBq+MZY50A94wZyMpd4ct9ylLHKjEC5SRCSZyh/GRUSq86OAz7jOPXRDI/XQznPHHzEW3JgX2pFBWZRe1wcSHNY04uCG7Say3Lb5Gv2n3/iNNBd/F5ukdqWopGfwpT9/i3zP3j2ivrSNQiv+Fb1gbp6hj7kZExHpRRLqKMgcXOALY9AlaKFvnll73B8YyJ+1kH7wDPoYi09o2zehE8BjHOszcFiDSQhGoEt1z9uX6GSeGcerWRZatmxp8h3gCj/app1fMhq3He+3bastAYu50DVoY29LnP3pT39Gv/M7v6Wv+wCwNj9r3xmO92rpZTXglNYD9EvGr+Xcog0s6UkHz9zrCLRyjYjEV57Bi/FtBwZVw6AOGUZEsglyJNgO+s7Y1Nf2hu4tXbFcy1auUJbn4uBk165d6UofXirp8T6s2lVKoeTDxvjlA/vN1ctXaPzkSX3mXz+p5559SjfdeL3944pkJ9j5s88+q9VOWK9YvkRjY6N6/rmnHc8cUe5Nat35NJlv/OpJT3+fVq1Z67h6qX7hve/Tz7/9HdroGO3//pM/1d/8zf/yGjyjDv28XMgaWpaF6t7TNbyuTzm2/ed//qi+ev9XDWNJ6gv/N3v9PO1D/2eeflqHD31XzcQAABAASURBVB7Q3zru+cu/+gvjcExd0GNBcYjV8maO8sQTT4r17zyvN4Ne6yxGwbd5557gGbLp9h7AS5nnyB37dyc9gIfE01zRS/oODg+qq7sq9JCCrrCfIJ6YM96duppzMDXHMegi+oLNz59ppx67HPCeCPqxh3nvZRhL4RldQcdGFi32Wtyn8bEJ69KY17VJofPAGB8bd7jcchw862s74cS4Ph9soyNd3V1C/5EXMcqcecp8EWHdrKf+zDvhPQK2w7zA5Uo/6EVHeg1vaGgo+QbaoFX+RETiE7bCvODOOO4p9MUvzJ1ZU+AV8D1UwO7QAQ7U084Yrg3nWLhHV4GJDDrzMI4xXBteU+lDXwo4RJZZjpkqXqeAG8Fer+2D5/lEc0R4Xzejpg+/kdO3v82h4z2CTxPOFcmflu1teGBA6Bt+Bn8Dj5gXPKxiKU5qWodaxhV6mQt8Kra3PMvUtkK1vO8Bp6YPxTPjg62Rhyki95pYOF6pKs/yhG/ucZW84tml0vFmXhSasV6sXb9e73znO3Xba16j8y+4wHi3xMst+DdiyCuuuELXX3+drr3mKr3qysvTtcv+d3zsVLJJ/lzKIw89pD//f/6H/ssf/oF+/dc/oI999GPiVyDIITBhRCR/Ai95BhdkTuzIn5fhsG+98WBODgW3bdumV73qVWJuYvO3v/3tuuaaa86ujfSDT+h5B16HP/AInlCfeV7mpK4jP54jQtgOMsZHA4t50AX2KfjdGecleUZG6Ad2jBwY3zDfyReCB9eODs44R0dBLzv40F+eLyJAybcL19zxAGOpTHAME91vea9GXYcGcAePqnN69KPwnPrY38/b38+5pKt9AP0nbHPAojA/cQ55U9YoyrJly7xG9SZ+btq8Sa+97TZxoMqBdl9fb1o7sG1gQQdr0Zj3UhRiI/gAX/Bb+FV0Fx/AfdW6hf9jHDynwA/6Ii8KONEXPOmLLPAFXNEN5pU/9PMl6S/z9ff12e4qgjcU2in04RoRYjz4Uc7yCVtxoQ91yBLeIKuIEM8RkWBzD87YIlf4DUyeoQNZw4evf/3r6aU6YFLm6vManxjzujOVfBk6tWL5csFv+I+esb5xMIkvYE8Pj/B/0AbfmIfCvfzhXl7v6vb1s85nwRf6szdkTviOn+51fma910Ku8JF2cD91+pTAldwdcQR+hr1E30C/CusT8KF3iQ9ksTu+wbt9+3bb2rXpl2yAxTzgzr6auGxhrZlPfAZ/4CNbYMFbrhGRdMgkJFnRD3lBJ+3wHf2CB+gNcSLrEfMPDQ6mfT58zpicwmAKAJmEeybGwZzwxhIEaIuIZGARYb61U6GeMRQm59opEUHz2X7MRQWLONf/WHC0bE7rjXkT1rRiRlrQI34yH8RQwAk8Sdhwj0Ai4ix+pR0weKBYCBbcBrwoIHzuCzuISlHxBq6aFLSj0C0vHsDq4BphmFqYn/loo3AP/NKC7ixaEQv9aH9lAVaE4bgwBrq5Mie4cE8fShp3xpiYo1Oo79wzvjMuYmFOxlIiIikPigdcxsgfxlN8mw7amJvCGErEgoHiQHq9gUKZOsbJGOAwHmXr8Js6eEsBBvNx5ZnCvalWxAKOnf7AqXvh5SoHehEL7fRnLkrTcphzkmfaCwUbINrAF7oVWtApj4sslzI7rQQns97Ii2zbC2LdYBacT6VSuE5W/LpmHUiBmxutX/RvOaCYVdPBSGmdqRaFuuxkcQQ4FoJvArKIMMxaKhgsfIAe7IQFjQAdAybgoG7eiz88LA0rd3DAfLwFA+8Ym2h3ZUQoItT2f370P9/bQKA3skxZJ/BwEMIY6t3JdLbEMwU8qI+IRFMF3XbpzNvyQhYRSe7URZyZ086PcfBj1onQjtMG5vSZt31wgtBCHfJlriyLFFzxDD20y5+ISIEaMKGdhRDHR7DBAklfxkM/+glfe3q6EyycIQXcDepsQoS+wGMurjXLiWQ2b5TJdDV9aFgxPsBm8zFrvMOHg/3W4QP792rHwz9ywm3CiZkQ32gpi3KBd6Z92oeGfd5ULPLm8ZQD8pOnTuvIseOWRCjLC3E4n3vjtmTZcjUcQICDPFdWyTTvTYJC1qtmwh+nCx9YeMFzw4YNWu+gC35Tjy0RlMkffJAvyrMMEIL/9IHHjKXQn0Kb1SH9dG7VgWHbh8QtD87yUNv0Nxq1pAdGRSQEvY+TkVIeuUumzDPUbUd7vbm///779K1vfsvBWb/421KbtmzRxdu3adA8OOXEHuXYyZPauWuPXnx5V/rJ0aec2Hrs8SfEgtGcr2vv7r16xnWnzCsWzuPmF3ofkWnQi0vTdj1nG6MccxsBTZjOsqwmO4MWDppbRnT1utXacv5Wvfq6a3T1tdelb2Fc7WD4wku2afX6telN8KoTg82WRxlGKEv+et4L9oxpalmGLcuFoB1eMRdvJLE+4McsyCRreItNksRHn3LbVMUlIlI7Oil/kG9EmK9t11NaaT5g00YBLnqa26aRDbBPeUPLT4I+5ED94YcfFrp//fXXp4QT8xIYsLCjo8AiUUZCivHYHG0Ea8BnbESkxDOBDH6IdYv5CCR4Bg62Ay7Yy9yZTVqvkwL0a7fbSSeYi4WfPhFhChf+oX+MP22Zo6/QwIaTVtbgxFevQeDTNo+pp3T8I3KHj00f1lMfEWLzY5FqzHpRs2xYX8ELGuEvcIBH4Z56aG9afrQzL23gVbWugPOEkxrURUSihzGd+aCTPhwyrFmzJm2WgUPQg88i2IXvJOQJEuFDRKS1HrzoCw3wklLazuEtc1DPFTxpiwhFLOgFz9QzHlzAIyIEnuAjf7jHFhb7sIW5pqemU9AKvahyzYdGvEkHrk+8uE8Hj49q7PSEkwE1X6e1f98hH6TNql5rypzVhNsm06ZjSjYBJxImNF+fU92J/HlvYiOy5EP4Rjf7m+QjnRgDx67uMr2tjn+q1esC34ppRT5hHzI4PCR5/Lr1m9Ih5pB9Qa8PznudOHBDslnGQht0wxd4CX3QSX3Egt+XP/TF/oaGhlKyg0M4dAz+Zlme1k/4sNkHGwSkvIFZqZTW9xkn0kdTvId9REQKrrEN7IpAFjvLbXcDTr50OShfvmKV/eKArrXvAA56kNlP4AfQaX56MiqFePEk87Uoy3SYi10gF/QE/WNMaZ3jxQ/go/LVokstxxQ1+zMOYvlp9EpR2McNif5s2mYcm2zatEVbt56j5U684RcWL14ivnHGdd7+kjUQXnV4h26BG89ZFiJ+bXlNw2/iv1m/oPOkD9Tq3nC2HAvPTk+qZVmPOIG1bu2a5J8WDQ9rhQ8xMju5fts9CYsxHwCtWbtOS5Yu14DlePU11+o1r71dfHNvxH1Xu2316nXqsmy7vT4Sm/C27tjpsbTZQl+gFd7wjQ1iGuSHDPbv3+eDL+upExMnTx63rI6LsfgkvsXJ+o5eYGvQh17AW2jhmwHo+rgTNGNOhp08eVoPfO/7yi33Nes3CDmOT045STZuna97nlM+bNqTbJpYC3mhQ8QoyGxmdsqyaahmG5iemUwv7CCLt77tbfqLP/9LJ1zepVU+3OnvHxQ/Ufad73xbI8ND+vGPfmQ/0tANN9ygrT5QA2fgI0s2TMe918FnIKMxxwPoXJcPReq2m4ZlVO3u1ejYmFqRadLJiFn7XWQOH0ZPnVDdiQLWtpptkkPNkeFFye5v9WHga1/7WsFfm0iS36zjrV4nA/qcaD1tmAcO7E9rDbqyb99e8VNCUz7w63YiUGpp3bo1PkQ+rB//+Ic655wteuKJxxKc3PaAPS3ADY2MLHLfdYrIvc4P6NU+nAMn9nK1+YYO+lB9nw8U4Sc0MRZckHmv9QJeU7iPCCHHiAB88gXYFvxiDP2QP74WvG+66ab081SLFy/Wcm/OaeMgiDUZ/jLu3nvvNR1Hzat6gkecxNzggr6wNgE3IkTMtdRwBgYHnEybk/JM/HT39ssuM/xlqnoNr89Na7C/V7kx/MZX79emDRt1iQ+Nu5xMXrRoRL/8y78kYh022POO2RbZJ3/sE5/Qv3zyEw6TWso9T5/p5mfs9u7erS/ec4+67CcqWZb0BRvY7wMEYqiKY2pw7OA74P0kuFIHP2qOS9Cn0uORHXYAPU3vZfr6+hWBTzutsfHT2rR5g/ci004SDVi6Sjbb3duv+UZLt952hxYtW6kbb75NGzdu0XMvvKiy2qVJryOjTjocdOK86bh3z55dalrn5L1BZl8CzrNzM+brjHWpS+BDbFQpKjp06KDXjfF0AA6uvKR2cnRUzxt2j33BSztfVhaFfen1Si+POI5es259ejHu4Yd36OixE05c7tXP/fzbxbcyfvXXPqC7fQD7c04eLlm6QsdPnPT4ip588mndc8+9aZ7FS5docGhQJ06eEN8gxkZJgBw4cCDZN38LFvmzP0Dffu/3fs8Jzl/XG9/4Jm31gR38vvrqa4Sdsndib95tv9/V1SN+PaXRzJRlhZNCs7azQfv2SeW2B6uCIsJtWbpSh7+VP1yxQ65+TH1oZy5kST26yJUSEQkGbcidvgsybTLcfK6mdmSdZVn6W670hfeMp65u/8EY5sCn4BNPml/Aow9j+30ozLzjPvSGF/Qf94EOz7RjO4zvsj8CBybP84qwM/SQOuByRR/R26bjs+7ubq1fv178zU9wYlzNBz3oAPMDk3nBGV+A7jJ3y3sL+tfmaj7Uadhemy4N0Rd/T2E8vGRO6GQc5R3veIeIy5gDvz9jX9nn5CK2x/wRIeajHvrAgSuwqYeeiCz5N/pn7k8feNVutRXKpHYoz3J1PrSDS0QIXHLrAc/yB/43m01Rxxw9rJde5LvMS/pQBy0RIfyih1inppNORUSKScAfHLkCB1+30od0kWeGW0m4Mgew6fdFHyjzU4TMHRFpT5Bl2cI+yrjQNyISrhELOkZf+Dc0NJT0amRkxP58xGtWM41bwHNeESE+4I9/5cq8wB8cHHSMMqh5r03IEpkiB/QAfoM7fCRhif2RNH3qqaeEf6SN9Y+fsvzwh/9aP/rhD01XS7xghA7SBxyaXgtHrb+Tk2MiCcq8+7xmffe7D4gE/4TjkBdfehEU08Fj03o4OT5mnk6ZvxOWXTuthczHWDoiBwq4IcuIBRqpo1hcyrOKaEs60FbiCc+sD/Cgab5iO9wzpuKYD9g8r127Vvg8A9GxE8fV9n/0YT74/TbHDu/+hV9Qv/2VPPXTTz+rHz38kJPO49qwbp3G7HfZa999913iW/4/eujH+r3//+/p85/7tB57/BEd2Ltbjz3ykJ73oWt/b7fmZ6bQUg15jRi0PAdHhhVR0apVa3zwcqXuvutNXpt+RW+46660BgwMDOm88853+yqtXb9Of/anf6qrr75KReYxjnMreVUPPfSovvu9B8ULW8gPud188836xfe9T+ucoB5wLPHZT39av/Nb/4fjuSeVmY62D8q6HUOsWLFCix0D/ujHDyc/vshrdG7+FEVP78+fAAAQAElEQVSplpnb8n6v276iv38g6XsoM76ZOp/SsS8+qvTaBs/aXrUqXg9bzrUwNiKSnrYNa9Zx8bTjMuTRianQH+wa20APgcs4rlmWe82aVYJnPFgvI7IED32Twgcq/VqxYmWKreveP01PzXiNGRU+r+0x5AiPO2Y+evSIml5Du71GsCfNbHPEuf1ef+HByPCIWl4vsXfawBc8mZuC/kAjMQz8oA94Yl/YFu3Eudw3bAfYFn4yYoF+nfkAKyIUEQIefZmTuSLCvrSeaKaeAh6MMftsc+00jrmpAyR9GA/vprw2Awe9RSb4DQr9KRFxFkbuGIlxtDMOeBFhHrSU20d22QcyN7x57e236brrr1WX9YUx+xwnwlPWEvotXbrMPnHAcfpp8WLlQt4nhM9CtsQauUKVLE80wyvGdXAS81pf2tadpmXWsBzaVtLceMgfxhVZ4YPVUoyhHt66yfLvVcU6iI284a67xZ8MeP0b7nZssFx79x3Qccfuxy3/I4cPa8ejO8Q6e9FFF+nd73qnPvjB33EMeK3kNe3WW27Uu975dq1evdLxca+6e7oF/cSo+ELmgx5kxlqEv+/12oUuAP8f//EfhX+En+gy6xs+lmfwZd5Tp08n3sLvTn2HF8zFPfCgEdq4Mh+y4T4iEk601bzvq9l/9nhPjg5GRIrrli5dKvZaS5YsEbqAfjA/uMNz5uAa5i+yJG4fGxtLegdO4MEY6KWdOmy07hiWemCi9y3WW88J7KZlRg6hbcR4BoZvz+LKfAqpYT8sj8nyXNBEye0rGJPotBxbHshLSh16IyLZA/oNTuDQ8nyMiQhV7Zt6HKdGZN7z91ruS+0LhtPL6siZdZCYg/gSvtxyyy0651z25cs1NDSU+iFL6Ny/f7/Q6SeeeCLtD5Er89LGvFzhCfODH8/wbuEXbkbTukN/6rB/eAWeFO6R+8TkZLIxeEK9znzIczWs9zJNESHgd4r8aZtmYPg2taGDx44dSz8lz96H+WiD94yDt+gh6zZX5qKAXwcOz7SxB0TG87Nzjg/mraOVtB7zEkzT84I3cMml8OIvfg7e9Theqvoco1OQD32BT13Cw7LutXyKSiHsmHgdu+jEIfCeftQdOnTIe/ZJjdpmDx84qPB/xLHEO/QhBttn38MXffj7pOPOfWXew4TnyPIM8lNcgY9euXKVwBe583IudsELUthXB094xjM4QF9EJP8E79DHiEgwIxauPKAHtA8MDKb1MPM6Ar3oBbz++te+nn5q+tEdO0TMk9E5IpIxoDgRkRQAgiEIhrE5BACA6MMkCIR7JmWSTokIRcRZeLRTIIBrp8SZm4hI/VtWrnlvdOe8EeRn7OgPkXRDEVgwecsVJ0YyBVwiIilb7sVCIUX4f1LCHxznfJgFHHADBsXNaQx10I6icqWNvqk4yEpXr2qda8tOmDkp0I1wksMwwNSHMRSPob3Tj7aISHMyD/PKH+rpR/HjWX7xTNt/rOvAoz0iEjxgUSIi0Q4NZVkImqinL7AiFtrlD/UoPwYOPrRTqIffKBxtwHJ30QeYXCMi8Zb+4IOi4mS4py9jIhbmiggbap7G58hHSg4fnHzrf5HwLJ3AZJwrFmDboFvmYc3JKA7M0MNZb8SQJ/OCJ/Ph0OcdUNUdNJFMRh+BAZ7QXzrg63MQ2+sAqqunT+3INO9FAj0GFngAr+a6lh1/Wamo6jEYPnW00QeYXBlDPfTWjJtR9MZg2gnFE+kKz5gX/k0bXxwX9lMzfMZSOvfAhA7o5sozc0AX8FsONiIPZZWQ/K/tyTpFZz707RTaqI4IAY8S4YFSWjjpl0WmiEgyABfmAR8cLjYOX+A114hIzqPiBQ+6CNYGzEscKmPBlcB1dnYmJcvhK7AYD1xkQF/oQw7whXFGR7Shf/AJ2LQ3nWgCJm3gOuskI3gBizHQQ+Gekhk/Drv7HARVq6Udd3hhmE2bl0qeqbTTrdv2H/Jm52tOrp08fkzQzyJWs+wGvbCuWbtekVXU3duvSlevnnzuRT3+xDN65rnnU8Jq1nKrOYme5bn4IFN0SFnmf1niI8E0tIE3OONgkTu0h/vBD54JYjI/s1BAM/2BWfXiRL9JB8YcpNU8J/0o3COLtv1O6aRg1cVpDNXbDScAncTxqRX8qTuRRoIpCwna20lXWsrcHmqrYZhTU5PatXunXnzphbQx5E3au970Rm2/8gpleaa69f+0N78nfCDIb9bzMwcTk1O2x7a6eroccPZpqROQWzdtSsFL1TY74kQ+PAXHY06yHTp01DrTozzLzRvjaLwJJmasIxHhzWJ/grNy1SptNJxN52zWhZdc5ETvq3Xxtm0697xztdaHzz1OKJVeuLudZK4UVeNguipcw/nCtubrDR3gmyM+sMvzXJSaE0PwsO6EFYHlOm98kQE61zIeyAYdpy8LbZZlPriZSkEEYygkB+AdcuFKoZ4rOkkBFs/AQV+BX9hGKMirr69PBHD8XFhRlGrbl9Fn/fr12rZtW7I/cHnuuedEMIcuMAZ9AAbBIM/wFN0ZcSJl5cqVToIeEnqEjlStM+APbhxGYUfYCngBA1gRIa795iXJK4Jq2qEB+sAVf1na3y1fttx4tnXaQfa0ZVX6sD7Lc9UdwDMHdCJnSsO2I+sX8wMTPkw5uQudk9Yf2oAJ7xkLDYxnzqY3A9Rx3ynMAf4RIWDWDZ8ruLWtu1O2i85mGJ6MGUdwRw7wFXg8M2fLAT/2yE99keQj0cUY+LfcyfhTp0Yt70nxYQ74M+8Df+BQWpYVZcyJTMbRHjYq+kJnxAJPGV+3TdFOG8/0Bw/qmrYl5MAV/E6OnqSLg/lh20Xb/rgpNl+HTzmQnGnoY5/5ouubKisVHwgMW5+rtt2KDz/7PS6X95z2bQS+M+rqLm0PDTXs2/i7mqNOUFctw5GhwWR7Net/y/KZdhKt2/aDXwCv0II/7+vrF8Fozf42vCbXnAjI88JBaa9yP9fr84IGYi2C93HLlPFz8zXxgS5oHhoaSms38kBG6DQ8oHDPukfhZwZ5sxH+RkSyuRknWVhL2LiPjp7yYdyh9PObzDk1NWX+1MUGnW9BEHCTdOdlHN7Eff3rXy/kSaC8msTRmSAXO0EH0Hd5nqU+1FzqpEvf4JAmrJ9j1pt58wy9BF/6Q9/hI0e9fs3ar0gnT5xK16Lo0unRMc3PzrttRmMeS/yLbUIH9O3duzcd8s14nZ83b6jrdoI/d2KbZ2Dj8+EX+INbR8/RMWwR3aBwnxnnvr4+FdaBim1veGTIptSS/5d0o+L1jBilYd2q246Yj40K8MEPG1GWq7fHcY4FNWu9Dj+v86FS3bJuZaE++wJFrvHJaY3Ztx9zInR6esa8PppoOXDwoJMRx1MSlr7wudtJFvBesWKZE+OXWMe6tG7dWmFbHRvjbWySeX3GH7lyMHL1NdfoPCcF8T3wGp982D6bl18mPOfKNeuMw7Ruf92dRil3ImSf+qybbIyw4cNOhkx6Iwof2fyhG1yhFR2Dh+vtU/GJyATZXnDxRbr5Nbfq2eef09/+3f/Wt779bXGIPWN9Q2f5tsquXS/rXB9CYpvAyoRddIl4gW/9lkWe7vGx+K7TKXnaSHoLDRz8bznnXF356qvV09unKdOy8+VdeuHFl3Tc/GTcmrVOhDppGyGx7q5Zs0b8bNwVl1+ubq9r2y7d7oRuv4adyFzkxNRay6hlPJY5Kc83LybHp9Rd7bHuzWm918O+/j5llh90kjzlW6z4j29961u2nQPJp037wBUeFF6LGvbbs7PTHpNpoH8wfbty3IfXa9es15LFS5M91GpNVCvJGvmwJiIr1iN4Cxx41NFPfAB12I/8oQ88HbevjAjl1lloZ+ONXQPz0ksvFQkONrmsUytXrrDvagkYbNLpxxzYLPD7rD/4Hvnz/PMvpEQYc0C3q1L8ALzbbrtNb33rW7Vx4wbT0NKqlUu1edMGbd68UTOOc7odDz7/zDO6xYe6S51k2rRpo+OiXIvNb+A/b/3Ye2Cfhn3IusYJ64iwDRzRs08/o7/56w/r4x/9WFqb8VscICQ7M33/62//Vo8/9lhqg25wJwFz2kkz+A9drInYM/zg5cqafQ64R4Tuu+8+PfzwI3rhhZfU29uvrq4e+7qm5VRJ9od+91qn8kqhmmOciv36uO30s5/9rPhm7cGDh50cf1rMWbGcb7r1FttMj4rS+B8/aL6W2rnzxfSNknvv+aL2cTDfXXXCoEjJ5mefetqJ/h1qNGriZyvB55vf/Kb4BuE97n/y5KjGxyb1pje/RatWrRY+ZHBwKOlhtezRs46L8cvoypYtW+2X2qlUq93qqvZa14Y0emrM60dpbc4tG6nqtomJScOY1aZNW/Urv/IruvvuN4r1A3ksWjRs3h+y/z8hvp1IIhO/zwEPidqTPuite10/fvKkxqxre51c6XFCkTWuYb/GHmRsfCwldpEtz11d3Z5vJulk7v1TwwfOyABd6lw798ip4nWPK20tz4X8IsJ8aigiVHNM0rTfpZ02/BO+qeYYgHpsJCLMi2aak3r8M/j02+cCOyISTugEdvqxj30s9SXGoV/LsQd6jm+b8ZqCrfHyA/kO5I0PRs+ATV9wobxybG460EFoQw+5EnN22YcDCx86Yp3HNqkrrV/AaHqPA1zWK+buNX+pb/t/oRBzQDd0cK36QL/tQ8ymy4wPWdHVPK8oIgRt8IMxyJi1tjMPc3z3u9/VRz7ykbRnxt7xGawZ6AK4Mx6egjvPBmk9attvNIXMI+LMc0vwAXzaRjSUee1E7xbaGQ++XCnyB57CR8bw8hLPrj5LH/fMSf/e3l7TQ43sX9kHtXxIP6EJx0MzXk/wvyT6vvzlL/pQ6sw3HB2vMoLxXHuc+B0eGtbk9JTyPEt4wxd4n9ufUKAfPPAf0MM9egCOFHiJ3BkHTMbAH9q4jwjDzhNsaIN/wGAcvhj9Q1fRWe4pyCMixIcXfJATfUk+Axt9y7JMrC+sCU8/s+BzWMumTUtE2I89bJsdte/K7MPq2utDREVLF150vq648jIB95KLL7Y/ein9MkTmMRzK8mJotVo6YT5je5hSZjTAr37Gvpg3YkGGHRqhkwK+1IEj99TRn6Rt276g7jgM3kEfulb1PglekKwvvadhrxERya6xs2uvu85roXEoKlq6bJnjmnWqeS997nnnacmyFWrYF6xauybJH7+Nz624b8Pr6+VXXKEX7GtPj4/rbW/7Wd3xutv12tfeZp1pq+EY+kv3fkFf+fK9WrZkkcpKph4fTM07eV3mhVjbvv6Nb+l//j9/of/7j/9Y//iP/6RjTih/4Yv3Jl3EvpYsWeb4c067dy/o1nve+x7dccfrdOm2SzU339CXvvxNPfrY06o5/1UUpZwQ0Dn2yVe9+tUqjOOSxcM6eeyo/uef/om++Y2vaWzsVKovy4rXzfXi1w2WO0aetf1Glitsv13GMSyPimNQfAR22fbe37Vw1QAAEABJREFUGR6X9hW0hQVWWn7oGnXIgvZuj83yLOkismk6RuU5InPM2K0R+/n+gT7zciL5iG7bRt28xk82Lfu2jTjPw327TFMt2Ta6jJwkI2Ublz+Z/Xlm3cQ+S6+BjB/3+nLo0BGvocc9run15IiefPKptE6OjTmOt160jTxz4P+IA6EBXTFIj2md8d0VQXvp3Aa6wz1j8jz32tqT2ureX1FPHW2l+QIt2BdjwHfG/hscC+NHX/pQz1z0oQ2audIHONg+7RGRcEHHeO4UfHREKCKSrUdE4uPxE8dN97G0/k34sGHacWCd2MEyZA5gM+fY2OkEF3yoJ/9Af3jMlZcMhoaGkvyIc4npzz//PBH3L/wiWEXDzkWUtqmlS5eIPvjsk16XH3744fRSFD4R34HPZ548y5QhN9sRtHIbrmuHqcoztTMpszwbPujnzx/Mez11i/F0NGz6mrbpolI1ToX532v9Lbw/a6li2sYnJ1RaD4dHFulVjsXv8D6CPeGOR3nR4AHHSc+In/H99Kc/rV/8xV/UQw89lH7KG9/7M857bdq4Pv0s7zvf8Q694fVv0A3XX693v+c96WAS/PG59KVEhLIsc4xTFbEP+0DiWeK1L3zhC7bn541zM8mA/B95Hfg64LUfHauaZ8gZGaMH8B//RB/qkBGFekpEmOb8bIFvnbWvYn0r7Msq1i30Cj3kusi5OfZr+HfqIkJ8wBt+lUWZ9IZ5sBn0BBwiwvNkLgvzyR9wAm90nSs4NW3P1FOAwbVpu206bmk6V02dh6pm+8Cft+w3eKYfhfaIUJ5liZcdvOBvUZaqVF3KQmW1ah/QLWiAP+BAAY+In9DU9FkRcKlnLeeegi1SkNOVV14p9mubN222/vQIOfT29ab8Jbq7zD4fPwJu0EJMT4zU4Qvz4z+og1/IkL7IkGfqf/CDH4g9AnEae1bqaQfn2hn/Br87MOVPwtm8860slOR/wN0uMPEG2nPrONeISHXyB7rYM5F7Ip4DLrCYj/HgxzzkG9gj4oeGh4e03LkvDhlf97rXpTWOGKfl+Stn/Frh9QK64EHNedTSz2tWr0p/mgbY8Ik2eME8jDc6ad1nP8DLPBxIg1MoEr7gD251x86y/RMatWzP8EX+wHfsiDUGOsJ15OtPHjsucozkE+E/+3/8CjoFv3m5e7/3Nafs12ec45qamXZcNinoLopC+GFki3/Cn8EzdA0fx/ixsfHUlzpwYQ5om3XeE1rxZ+R2oIt4GJ2gz8TEeDrjYRz8wN6WLlkq9raL7IPwe8SD6ZupMMn0JEeFELlnYJcDcYx03bp13gD2pnbaKLRHRGJeBOywbphrCAZ4ryxye6d/RPixUxjTUsMbnro3eRCFQkYswMWxsQHhABVkMYiNGzdquRUEQZQ2RJjCtSxKJQHaoCMi4QqDoeeVc+sVn4hIhku7/AFnYPxHGmA4bRTaKeBSWPEiIjnThhWUfpTOPXCAXRRFWgw6uFBPP0+ZeMEzhedO4Zn5uP7H0unTuUYs0BsRall5W3ZytEUs8Jl7CnigYKX5FrGAN/yjf0SIevpEhO28nXCGTmmhL3hADyUizsoeunDa8qcDi7pOiVjAg2f6MQfXiFDLXqRlnBve1LFwKGNzIMeHrcRX5iqr1bMOMX2b1Styy0UejyGhMzgPEh9GQdSzcBcOjDI7JmikNJw8jogkcxMo+meSCveJCAf4BPkzapl/FGTENWKBfgxr1gd9zLkQtBQOOFZog5Nel156qa6++monEc/TRj/j0DFsg3dSbSo5H+5zOzFoovAMTzsly3MR+FesVzpjS7RFhOhPCbnFPKPetz/1jzoK/bLIfooOcAZ/nEaHF9BHf3BCzjgj7IqC04QGAmsWaXSDcTiaHfxE3rFj3hSf1KiTMPytMWAj006B1/COMcwTEYnvwOmyX0EHmJs2cOrghyx5lj/0QV8jIumCq5KOdlkfcPp5nskRlupeBPh7LXmWiZ+yrdnRPvi9B/QvH/uok+QnNOCke6vVNkczdXmjvMbyaZk/azdu0W133qWNW8/TnXe9Wb/wy+/X1dderwsvutjJu0HjW/Ei3KV6vemxkXAA36YXBugcs1OHTniHw45Y0CGSVE89+aTwWdACD3HumfFDf+hPaVnPGB/BRqLbc/Z7ztzz1cUnL/L0dxMbDjhb3qzKWDB/zYEn/GZ8bjoq1pvMMHhu2peGg5lKJXf3tuGFA+/ZZD8sBG/52Z/V3Q4oly1bmn4OtOWJmtanwgHNsAPmxUsWa8XypTr//K0pSXnels161RWXib8Ls3jpUptNO+kousLzlnPO07Zt23WdA9JlPpiDN+DSbz4vc+A94gUdPw7dIw7Ylxn2okUjWr9hnVbxZuBAvwYGBzU4MqSe/m61rOA9HlvxxtNxmoPYHvt1e4asoqwoNWP7Q0cGfLgPDkZfyAJ+ci3LMgVk8DoixBXf0O0NHDqdm1fwDtlR4D889QziAw/Ry4hIuhYRyY4iQvxHG2OA2+nP/bAPl9evX5/WyYhQUVS02on0XtPCfAQE4FB4LeBwiDWMhZsgDN0h4P+Hf/iH9LN4BCfQAi6sv3yzEvoWOWgGRgcH9ABbgiYKbfgy8GE8Y5gvwpi70IcSESmo4DCR9kWWea8DTfgETPowt2wzTW/OWl7b0DHqoQX6i0qhAR+AVIvSeiZFRAo4GIe/Rjb4jS4n38ClZViMA/eIEJ88yxMe1PGMfJAtNCFfnqlHd7Cj3LIDJnNDY3lG1oyfm5sVwdDxEyes87kTNrMJNn0iwrY1YFuuJplSx/iBwYGENz4Kugi46rYt5qAPm9gOzvSJLKyLDfVb99Cdlu0X3YZn4Aju4Eg9uLMpIyCsm4c/+MEPtdeHRKNOkM96J0ky8dDBA+oneenNwbz1ukFyJPPGp9kWgdwJb5Z37drpw/R9Plw4oPm5KQ0NdKuvt1vr1qzScttXv/Wr2Wg5sd6rqg/0lGcaGBq0bTeFHSFf6LCJC1tv2HcR7GKnDW+Senu6YbH5UjjBj6+rJx2Gpy33ZWM/Pj6mLMuS7ff4QAia4QcDqW9aP9AdnpETvKSdjSV94QsFP4hsy5J5mmn9gOdj9qPYALAiAjDpLVI2yBdddJHWOf5EJvTDzujXsRs2Dw3Pz7fpOaw7fPSYjnptAh5zswEhuEYm2CIJezYbvL2OrLp7+sW3Vkvzrml6R50gYBz4Mg82jb1u27YtbbaxxQ1ePzhMJAFZsZ+tedNA0I+8a9Yf9BB+zFonl9i2sEt4BGENxyDwlnuuEZHWFXABVp5nKqzn3dXCMikVWcVJv2nNe1zFvgN+wWPmicDPFBpZvET48IZtzKxIybmXXn7ZhzAP6hGv1c89+7xefGmnk577xKaHvysK3/g5OfScTcG1114rYhjoXGx4uXFYYn+/adOmFN+gr8gPv1X1+ktiFP/18s6dTvrtFvYKr4nPV/gge6sPHfmb4xs3bnLyZZmuv/4G8QsGveY3Pz9cqRTauvVcdRI58Ay4+Djmhkbmwq6OOzF40AdgP/rh93Xs6GFVy4omJ06bP0Wy38U+NGN8y+vjddffKA4oj3pjxuFKaR9RmG/9PpREsyadiOm1zh8/dsT6XhrOuG26nvS7KCpibmhFTscMAz3iimzR5+PHT0qRex2aV8N2OmMZDw+PiLWPb5pV8opefulFb0Zf1OYtG3XFq6/U237+7ep3nzEn/vbs36/M8eawN2HLvI+Z8mE/Px+GXsG/HtsXfMCGlpgueMy8vKELz6GzMD3YF3ZB8vqKKy8XyYPBwYH0t4QGBwe9/hQuFfvoAZd+HbCvOeXDrpGRxZrwQXW/kz3AiYgUn6KLjENXsZWISHqZZVmye+oqxnuKF1x8BUf0AXzps9iHlYxHftRTsBF+ios+G71vgz7sHz0DXkQYR/AsEg7wHFgt+0OSdHwDAP5Tz9xc80qeEiKP+mDz4Yd/pPPOO1fXXHO13vfe9+qqq14tdGaR45itW7Y6+bVE3Y41K5brz//8zyUZYydbz92qG268QTfcdKNW+JCXpMvuXbt02fbtqhalk+BLdcKyf+6ZZzXhDTg/mTsyNGw/fMiJuqeE3ZCQ7DJs6Oh2bMFhIC9/fOMb3xAffAa8wN7QYWSJXsEndBs9K62b8Anb4VuYyAC7pp5x9IVv4Icdrlm92rKbEPHlV+6/X5/65Cf15S9+UT/4/vf0t3/7V04YPqH169frssuu8GH9iCpdhf3Ggm5zqH/5ZZeqp1ro6KEDKvNwqQgdeve736OHHt6hlStXqVIpdMTJ/YMHDzlxX7NFyf5lsW6//Q5dsm17OqTduetl8e3Yj3/iX3Tca9RX7v+a15p+rV+/Sdded6PsRu2DT9g2C5173gW6+ZZbdddddwu/iQynpqY9T0X4ndt8OP75L3xexDzf//7306HzF790n/3WY8odA1555au0dt16TTtJPe84/17TC7/hKfyPiKSf8BP7pp57eIls3JzakQn1lKadZKWyYOuZ1/RO36bXQ+wKHez050odcuEefQQGyVTqsAPGs15ERPozDKwvwECO4Age4Dw8NJQOqUgk7ffBMDHfv/zLvwhdIiFzwrHLk089Jda5Y17D2D/8rQ/xP/GJTzh+6U+2gl/AFzE3hXlY12amZwReEQs2Bc7MXZZFWkvBZdyHPx//+MfTT44zB3jNOAHPPMR30FGx/CPC26pmspeiKJOsoB3Zsa5xz9qGD+nrHxD2GrEwL23ghRzAq7CvQve55++Rsn/El4EffSqWA/vmzZs3C/+AD2HdBw74QF9Epgjj5HiLuk4b9+DUtDwpLa9/1bJLWeQK/0c/eFLazloey5zcMyf9I0I80wYs+NVwHoK6hbWjqt6e3qQ/p+07kdGLL76gv/mbDyc95QU94EAbNINrw+t0wzHAhP3Gheefr5U+mJv3fpR65m/at9EPH4A84Cf4RESKV9ET+lEHHjzj86EFXeOKnpAXA2/gABteggf3wEeuEaFOHXoD7xmDP646Lgcef/Nv2bIlqnr/1+81khfgIiLlMm666aaUoMQ2gT8/N2+futTr+ZL08sNLXueIw4A7MzOlHY/u0F/+1Z/r/q99RbX6XOLtN7/1Lf3VX/2VvvKVrwi9b5m/VccP8JskZY9jWXCCLvZgnfv07KAV+cELCvfwm8J4njv1bcs+t55wpR04nZL6Ws/KrqqKshD0w6NlTqjLnwOHDuqw4wEOacgvvektb1G1q0eR5V63hzXmQ/QDBw7pgW8/oI9/7BN6wnt7/PKrrrxcb7z7btO1Rqw385Zzr+PIbs/x+c99Ro8+8rC8iKr0mtVvPUInL7v8Sq2wn73rDW/Ur33g1/X6u+5Kfne9fRx/joD4FD1EDn9tvv3xH/+pWFO223e/813vTHO95S1v1uVXXKVTYzPq7Rk035/Q3//vv08vVxWm0waptWtWqe49xYf+6x/pt37jN/XCc88kPPIsU29vj7Zs2cvVqvkAABAASURBVORuDRHbjE+OK8tDuWM++cP8/Hxmux3u07I/byoi3NKyDzJPBnpVVovkF+BtYRt3Y8pbcA/f4W+eZ14/nDuxbNq2v5Z1f3T0hOT8RGY8Zmen1XDet+EDauD0ei+TGwficOAAE1miF3XndevWv5bzG2q7xoVYfez0aQHrxImTPkg9Zngt45r52lBtfj7tAxmL/s9aPthL5xAEmx0bG0t453mW4EBmRFhsTTEG+5yyb0UHTnhvgL5Tx1joZE1HBzPTw5U6bAV6wD9iwQahjQJvqW/aZ9E/N72MYTyFewrwwXXGMrQY1HD/iEg40l61DZHQ73bsAUyurEnPPvuM0KMvf/nL+t4DD+jQ4UMixmC+gwcP+hD+sSQ3YLOWgSvxBIcizE8/8Friw4IxrxeeUuQHhpyzmfJa0fAaSb+l3htgA/QHV/jImgU98LuzTyF3kCn8n5RyvdaImuXNi7xZnqvbB/FFWXFtS3zm5ue4pP7YU8u6U/O+uG0mkKOqWL+LonT/3CUTNn219y5/9N8+pHe95xd0zdXX6aabb9Yf/pf/S3e/8U163/ve5zi/yyrT1uM+bOXltCcef1y77LsKx4UXXXyxtm+/TMSJa52vITYlboMW+NOy3sJfaJpy7Mv6dPvtt+uOO+7wnrtP2OuLL76YDpR3OYbEt8Bn1nVeCCN2BxZEoSvdZ+TVNlx4D/+Yg4JM5q3j+HD0JyJMYzvJHL5COyUy17fbYgyF/ugq45mHscCljnbkVXoNBLd+x/3QAxxglmXVvr+afCL1hW2Z/hGhiIXSgQesDnzumbfp9W6+Pq+52pz9REMcrjJvarPOgkeDq+llDLC4dgrwIiLpd8vUVqqlfXSp3jMvV9IfXLM8T3ZKTqIoy6TD4N/hRQcOuDMGeUWESvft2F13V3daz4hH1ljW7D2JSc477zz71dVpX1GWBaBSgQ50Ht1+/vnnxWE5PAYf5EiMzz3zMU9EJD2DtrIok96BIzygD0WhJLe6D1tfyaOWfSPtEZFoQw6M7RRwZT7WUOIkaKoUxVmfjVyhiyt6he7ipzpzQxAwscsJ2zVzwytwpR546Ce+ojTPbrj+Ol1x2fYUs2/03g2Y9957r+655x7tP3Ag+UfiEnSd/dDOF19K3/Rl34JOAAPc5+yD4Vnb8ufFJ/KJxKr4DOjgF4PWrF2b5LLc+2H8BXuvUcfCnM8MOWYGv5UrV4q+7JWQR817gaY3GpltYd4+Y9q+CRqhn30T/ZAN9EEr87HO0Ae8KJ16WSi0Y99coQs/P+l9MvzD5rENciasyx0737pli6533vuNb3xj+hJNxmTyJyIEcyNCESGUBcQwQJgMsIiFtohQ54MCUICDoqerGceVevrROyIS3IhwVdtm03Ryr5XuYQiEwwAUgoUC5oA8gSPP671JxNGRXPOgtKnlrQD61b3QMhcMoi+woIV+1FO4p3APg7hGRKL5P/YFO/lDPwrtFOCjJBTu8yxPNLmrMsMKBySMRXEiIsHO7QQ6BRgRIZ5RkIifGJ9+6mModpZUgSeF+1RgX7r56f+BJ/0iIuEUsXD96V4LT/RFaeAbcqIWnMCPe64VLzQRkRwYSkd9RPwUTR0+R0RyEPQDLtcOXPkTsYBLRPhpwZmAQ8NJYKuKHTBuVIadu2QJf/BB5xaMvF+Zk1TurqYXV+hkbgq48hxhHBxj8ZbjvJObFN6aBZ95G3REJOfGGBLX014Y2XDgJOjDFbyRSwcmcOlPHfhQzz02ga5yZVyE5zYhPLMQk/AlUOe+058r42EAcOFP27TwHJHZgZbKsgV9ol1nPhHh+gWeRITtRmc/WZYttCnMl2ZycC0HqnWClVc4a+AxHwM79MBbbKXbiUXwxsbBG36j3/TjyhzICh7BR+hYt26tcHKMW7R4kZOiW1Ng8cr+ufUeGFwpOvMBF+CxqezglPBwkAFsSo9xyvMs6RR9IyLRSf95B8Q42bYX6EwSSQCvYE4MZaqYH3NObu545BHxJmyvNzB9PX1OxMyqab50+8Ao8kK79h7UyrUbdOsdd+rcCy/R297xbt3y2js0OLxYPT4gqjihUDrI6PLiW3Mgx7zgTeHe6IhP6UWHK0k0+IbPpI6kEUlEkmA9Pd6UeQCLDBvgtJhNTCRZMRba0SWucr+Kg0VglA4qkGXDwStX5m1ZX8AhPBB/U9gm8jz3k8yCtoeH9YjAtG0fE5qYGEsLHC+jkLgJ8wedxK9zaFmUpThwoYDDQH+vE/mZ+Wh4jXlvRqZt//PGtWFf3RaL3ZatW3WRD5s3+rpuw4YUBC32oc4KJ9DHxsYTDoMDAxr2IthvfuemqbAsq0VunRnUqlUrtGTpYg0vGlbFPqaoFuru61buduxhsLdfPUVVRVbxQWqX5s3/hulu2R9Ce4/1hIAC+8Jea05c5OYBizC2iE+TPy3bI/foDzR3OfGJ3sDbwcHBpK9sCArjEBFJvyIi4c9Y+YMsgO3bxF9gMSdX6oozwQyLMHODHwswGxPeomJBRu7AQA9ozywDgjLWNRZtNkBs7ggWSD6DE2+GEtQAs6+vL+EGDOYmUAAvcARWClTMmw5OEaHSeIFbluWJnohIMCIW6IMH4TGyTeAH2YAzH3DB65gPpMpKkcZkxhc+UoBZlKVIiPDNyHEHZegN/MR35JYDOLPBhVbsr0p/y0L+RIT/Lx9EzCbbBja4ABt6nn3mGcEnAhYSq7RTgIV9RISQN2Oo5x6fxFgAk4SDf/SnHny5YpfgBo9og2fQ2pkXePQFJvwGFn3BpTOW/rX5muhHO/YOTPCiD3xAx5iPsdTDH3TvRzse0ZSDvw3r16ttnje9+ZiZmtCMg7ULLzxfU7bT8dOjOn3qpDf/TjA4YTAw2KcVK5fqvPO36NWv2q5LLjnPB1bdPsjtdXJ0SH22g1XLlic7429dDA8Ni5/t6vdmaenyZcLWkQULRkSo2tVto17wqehRUZRO0A6IpGieZymYzS0/aEbH+uwHh0c8j/VveHgoxYPyp229gd/QCRyeGUdBHu5in1EXbcAqLf/SvrSvf1ATk9Pq6e1PthcRwp/gK9nMXHPNNal+27ZtPhS5SiTaN23alL7lABz0E7ywNa6n7WvmHPdxEMq3TxctWixsD5lS2EwQ5GNf2CIbC5J+WRaWYZ78Iz+bSoLl4osuERuGoeFhrVy1ymV1SkCgT9Vq1YmnLcmOOPBCztShQ+C0YsWKpJPQi086z4c7l1223Zu4ItkhekMb19K8gJYsyzx/fpZPxLCpj4UVrbpk+TdNG7yEVrM8fasRnRu07wIGesi6g3+BLpJJE5NTIjGY2XbpV7XPQz7gytwjI8NJjpl5cL43kFdcfpkuPP8CrfNhNXPRj80RfIc26lZ708mVBD76BF9JDqDXy7352bhpg/WqKX4Jod+6R5/9+w+kb8PNzMyqx2swOPAT1rfddrt1eDAdvr7+9Xdp8+YtgBY6gO5EhPV/NsVprJ9t82LOCbem10DmBz56hl2Bx/jYmPb7cJKExuipUR9kPKu6+y73WnTtDTdolXFnDUZXDx85rPHx094QH9GYx8FzYM74kAbedJlXFfOt1wk9DkOYo+HEb8PJgrrXoEnzlr8RWXdcdcQJqpbnKSqZ18rcycnepHu1+aYO7DuUvnm+z4cl8AmeAmvKB0gcYnIPTOam0E7fHTt2WGdKH8ouS4crm6z74IQckG8HZ/heqVQ0NDSUkiDQ0d/fp4rXzynHtPARuLPm29zMdPo5/r179viQsMt+Y7Foc6Tg+0UJb57hwQrrMbqGbiIvrugY/AYPeIiu9TieYY/GesUGf9g2A8/QN2yWK8+0A4/9GkkA6ABet/1W3bqNn6YP80REogUaeeYlBcoNlmG/YwlwaLtPpSw07IPSb3/3uyk5/4wPOx/89wd9sPHldMDx+ONPmL4xHwRco2knQPssyy/4oG7vnt1OtB7ROeef69jlIoX/A2bTMeQqJ7bxZ+BJggW+33TjTXqLE+pXXnll0k36Yfu0cb/RyQXkxjh0Bb5zWADtwAE2dKCj9KV+uw9qN2/enHQbG0GG0EsfYMIT+N5vG5I/+BL4xRWerbZfOnzkiGatrxzcvuhDnZ0v7VTdextKd3dVd77utVq6ZNhrQr/ycAyYGZCTNMu9Hpzy2lL3unNg325986v3qTk7o0svuUQ333SLlttefvZn3yp+rmr3yzvV39Ol8889x/6roh07HtXExKRecLLkox/9uI4eP67PO6Hy5fvus0/q1ee/cI8O863zmTmNjp4SceANN9xsv32bD1Ffo+uvv0k33/wajZ2eFHY07oOJ48eP2VafFgd7n/nMZ/Tyyy9pzZrVyQe/9rWvdYy4SrzcceGFF+kIsUi1W7ycMTi0KL3Qgs+GV9jt+vXrhR9K8rCjhGcRkeIL+mS+RxbpPoMhSjJAdthhu21tiNzrVdPMUhpHG7CxJfpwZTxyQv957lyBzzM6DwB0BJlhl8fMK+xm0vzDr+JDHnzwweSDP/ShD4k4B5sBP+yI9Wu9fTFzAgseoHfUM3+XfRTXPq/J4IeeRURK+qNL6BVt6BI6Ax3A4cq6RXnPe94j7OqV9ogdsu4xBhoZA3zWOe4Zz1zMD5/ps+ORHfrP//k/p2/9oLPMzZiIEH3Rbw4f8Xf8vS74QPsHP/hBveY1tzoOalsOVfO9keJMbIT5244V4Sd0Mp/8iQj/X2kMd/ArgruFOvqCU+e6MN5DLNsscuXeJ1Udg4A7tDAefOBzRCR5gC/1yHEBTsteIlSvN1TxnhGfxwsP+OJNmzbqXNvH+eedn/yDZzItXfY508mPMX7bJZeIbwqyXxkaHFZY96hvey/DXF0+RIBmxvIMzuADDtThk9kvTnivOOYDo6997Wv6u7/7O9vKy8n3gye0wOuIsO2NCvrmHWcyDzqALeCbuAcmOoZeoiuTkxO264k0DjkbhNfjTXrrW38mXYnH2Ge9973vFfc33nij+LYpMkEnOQC/6OILtdwxAD6QNQy9ev/73++1ZVgkXHv7+x0HjKZvb017LXrwwe+ltQ28wAc855wIhe4kP8ue+oiwrKWIOFvgCwVeyR/6++JYrhA86LRVHMMOOHYd9CH/AMXrR4dP9Kv6QPUcx2i8SIneYsesU2vXrhO/mBSVXOdZrr/527+tlavX6uToaU3Zt41PTGnKa8oD3/meXnzuOR9UzqvbOoVt86sFJ06MigPYA4cPa/2GjdapHv3rJz+V/HOW9DBUcXxRdRx+400361KvB0uWLPPeuqW//Mu/1s6XXvZ63J/kgXzWrl2rYyeO6vobrtZBH/b+t//+3/RZH9DedPP1Wr1mldauXfCXjz7+pE6dHjePX/IB9w5xwDbQ26v9e/eYL9Iy780nHfd8+C/+Qs8++5Qy7z/6+3q9jkynLxM888xT+t73vif0rSOXiPDeoN9r7bBxrijP8iQHxNNqLuQmS6/F5B8QFHIsy4paho3m/hlVAAAQAElEQVRMsPO27+E7MKuOodvtdorvsbvTY6eT3VNH/5ZtAh0g14Ec646x5q0X3NOeW6YRwa1tMTdOmdeIFVq6bKn5R+wZWurDPWKi8xzXXnrpdq1YvlLh/1pGumZ4k95rnT51KsV+xM3444rjKOZAl8CFe/Dtsp+FhizPVXf8h29j8izLvV+aV8NxA/3BmfqISHsAeT50CnqBzdwdvjIH9/hn2nXmAxxKRCj3fPInyzJFRKItIkv+HRrmTUfufAU4RYSA7+4CD3w7cfyw4zHwJeH/P/7n/9Af/dEfiZch4A32PDw0pH/6p3/Sn/3Zn3kNfsb+rW5732x+rtIp8wcfwvgsi7QHAl9ogR+nTp/SXh+ktD0pBR3lMAqaBwcH0ksW5DbwOR0a4SUHH+BsM7DscvvI0rRmgh5+DWveORz8w8zctOWbKTNtzIkt55IK2yTzzc/Vko9Dz5qthuR+LYXtc1ZHDh/Ved7L3HDzLVq2fEXad6xfv0EbNm5KMR/7ytWrVqYYG5vnpSW+Ff73f//3+vJ9X/beYEzIHn1uWb6T9rv4NdYvZEeOBLkgq2kf3MDLu+++W1dddZX93aK0R2TdHx0dFfwjh4M8sS2+uUg9PjsiEs9L2wRrMLhUz7zYwvy2rrNylftmeW6e2QZ9BV4qWS5wQf7wmniKdQkdRxfAsVPkT0QIOSDLNKdjcFdbBnmiOTdsaKQu8b1SSfXgwzNX5ouINC/P1L+yjvvOnOAAD+Ydm7Ku1S1frjXH/cl2JLXsD3xJ8BgHPOihH7laDtzRl/yM7CPPkuwYQx9ggzNjqasD27bKM6DBgToK9xGR7GTO+WPmoY6+jIU38AXb6e7use/u9j51QEPDQ+LPNLHnInbHxqALOy7sy5EnesAv0REfYGMdOoDLPbziHjwSvt7jZ6aFeqOkluNz6jtX7sGNK3gylgLN6B31FHAvzsgpyzKrSqQcDvHkhRdcoGHjznj6cgVX5L/MfrLKumV/iE6y1mCz7KPpB87AJg/Iy8Ft83XgzJ4PW6ftew88oC9+8YtiDLxgD0msQr6FOACdRKfwAf2OVbkHd+aD/+jDrNdSbAy7hxfAZX74uH79eoEjv+awd9duHfX+4oBzCsyBrOhPbM1PLvMi4pNPPqG9e3fbhk8nfrIWkLvBL8E3ZAZdxJdcwYuCT8P+6Dc4OJh84Arvg9c4b4Bvg1+0Dw8PixiZfSw+Fn596UtfSj+7DGzq4XuGoCKCSzJylLRDGFcaQIh6iOWZ+taZxZK6jsBSvRcvrhGRBByxcFXIatRyabq00kLRtPKjCCAM4h1GQSgMg0A2ozgmCsrKIkGSAgIhgD5h4BGRHADwIgI07RfbZwsVbS/a4Iqygjd4Ut8pnecsshRoAgvmR/wEXmccfTv39ENhIkKRhYyOIkLc0xYRCQ/5Qz/GYlxcaacuItza+de5Zwnp1GkBpkIRLgqJcqZLBw5XSgTtSh/m4SYiFBHcpsK88JkSEUkm8IbSdCIJ+ujIlTpwRhfgYUQkWMCmjUJfYFIXsUAzfRlPHYVn+lJHX/ibZRW9EueIOOPoS2XeyNSbLVl0iYdt6x0wmk5myZ+ITFUvDl1O2hVeoDqOtOkFkQJ70Ks8y5yjrKfgFjpoq7o/ugcOGBoOhzpwAT+DF/cUcKUPDpUrhlj1Ioij5R441LeNAIUx2Ay0AocCTArtUvifizDBBV5FxNn5ImhT+nTGMC4iFBGpn/yhreYgq+FNH3PVfZBMgT43Jz6Ce0fGEQvjI4JmYRPAZSxj6JdgnlkAuaedemwNR4XDwQFhg8DGIUdEwotn+BARCX7EAm3ARneYB5h2Aqm/3I3+ZVE44VdRjzc74ZEtLzLtM7JmDHW5bauSZx7SFjCaPjRuueSeA/gy748cOqxTDmhwptsv267zLrxAV11zrd7ys2/Tz7z15/WB3/hNve+X3687736TVqxep7K7V03G22+FZZEOmZjBK3ndNgDctuFGLNDBvBRky5UCT6CBTdkGHzAS0NPO20y88MGig36wYKM/6FjDi5T8AT4wIkyh5+noZsP6TT18Yv5UjCPUl0XpBb/Lo9vJZmmLsP9z4NF0wmzOibJ9TjLXrRe7dr2cXjypFOav9Z2DdhLOlbKSdAM/nnlsy4nrhsdGuylKWeTemC1WnxO1Q15M+HYACcHzLjhfKxyU9g8MKq8Uwi5r1j0SRUXZpYHBIW8Ke5MsCwf+Q97MLlu2WF2emzmqZam+vh5vEGYFfVVvXFrmc9unu8ZImQHWrMN8i4e/21WU9gG23YhIwVBRMr4v3TM+y3PN+ZCrCW/cr+IAIyISbPmTnanzrRr2CQTHLOzob2Ge8PNVtDEOPlJ45kphjvkzQSH3jMFPEBiQLGpaT7vtf1i/4BWyJnimb0e2jMmNJ3DRg7XeuOM3sCf0hYMD9JVgnGACfSdIoW9EqPMMHIIRaMKnQUeE9caAS/OFfrSBH/PR9Eo83E1lpSIzJ+lNRKRNMzDr1kcCR5IQJG9YY6kDDvpB4Rvfc7MLcmN+5mMDRt+a/QV14EEQNHr8hCZ8aAHO1MNLYMGT4aGhFNx3cJuemla72dIGb364J5CDD/Cd/vCXgowiQmNn4AIbmBEh4NMnBXKmEZqoi4gU13DPeAp8YG7qwA0YwMIuqZ/xIRD0MDdtEZHwxXahF77Tn77Mwz190QeCK8ZO+GBjqRNNs9adK664XJdeuk3Hjh71QXQjyWD/vj268ortGrEdrXBSYLMPpTauW6UVK5dp3brV3jhkKgspi4Y3ucfV29dtu+rW0NCAhocGzS/HUebZoBNWBJ+84LB16zna5AOqmalZ9Xf1Ws7hzcBi23mRDnvADZmBNxuvedtNw3KfmBg3j2pOqEwLeticFbZdaII/y03HsA/ihiw37IZ6xsNHCjrHlQJPgdHvRFb/wJD6fIg653mon/FBAPbHS3L4QnR/rZNGtGELyA5YjGdtQY/BFxyQDZtbniNCXQ7weaueRAHzPvDAA3rxxReFLmKDh53UIsjnMBWdRI6F7b2Cj7QfwN4O+1AM3kHP3OycDwe6zfdSESH0BDkzljmBhXy5QgN6MOENN7xb6oTVxo0bvCaHN/E96cCOw42ZmSmj1ravmxdj6R8RlmOvY9WKqtVSFmQ6SODbLNDZZTuu25aYH3yRFXwAD/jEMy9hQB92wv2+vXs9j1Q6HgHnpmXKWNbBYesKmz02XuO2G2S4ZuVKjfnwcf++vTpx/KiAwzj0FkAnvX5yD538zTdo5R484COygif06bUcqAMu/gp+4tvOP38h0Tw0NKzX3/kGbd9+mTZs2OR1q9f8OZ6+5feV+77CdIkfAwP9SUfHnGjDzigciEFzv3Uc/J599lkngJ5WzYm2DevXuf+4HvjOd2wfp6z3m9TvtafhdYCf3zvqQxj0Y9I61+/kKvzgRauqjWreNgkfj/uwg3na7ZZtJBf6R8Jo2j5u3jwM+5HCPC2dAPUSpVq96X3BpHUjT/aCH0KnSczBQw514RMbb5Isl112Wfq2CPoIofAJPNB7eMk9vEIXiRnWrVsnYqsrrrjCh1g7BFw2dtBfWi9oY43AHok5sCE289iL1Sp9O3XRohH7iCHrYiYOys87d6sKr4FT42PJNnZ5cwo+2AlrGHA4NOzt7UtrAngyH7CxC3iFLlIHLtDEvgsauEInbwxzpYAPdHR7TYRe4EEn98BDx4GJnSNTeA7+2AZ8YDMOD1kTgYOccsthwsn/tuMjnvkZySkn51t+xof1Wr78ZPcjOx7TxOS0+Nucf/Inf6a/+su/1IP2C3udWO7xAeHWrVs1ODxo3oRjHKnPe4a2ZQ9eh48eET83RxyxaMki8ZOyHDBt2bpFvGz2mtte49hmUOA5ZD/I5rq3t8c+c0bYwZvf/OZ0hf5NPgh/+OGHbd9VJ7mfT98Qbzmuwce0fW1YmZgTWVZTXNSyPyiS30Gn4BXyhi/IAR0laUDCrOE9M/we8LoxMTamiuOKW2++WfNO8LX4NlilrQN7X9KunS/ouaef1GM7HtL42Cl9/f779dX7v6xvfP1rfh7V+PgpH57+2Dp2QAs+ZJ/Qhap53ZyfMd++rS985t/01OOP6nvf+ZaKPNPu3S9rxdIVWuFkZcW+NLJc191woy69/DKt9wHT5ZddqdWr1mnlitXatPEcr29XaXJiRjseeVxDw4tt84fVa39RFKV99QsiCTFmPODBgw8+INaCO++8U7/0S7+kd7/73Xr1VVfr+htvVldvv/jJ8kVLFmuL1zhiRnxNywnVWm0u8T0iULUUB7StFzxEUBfJtnPziXr0Ev2Dj/KHK7JoWCaNRsu6UbFtNz2mkpKiLfuTiEhz7Nq1S3xTFFkc9Vo+4NiWqSIirZsnT46mBDRyi8gEnuh4UcnT+H/3QepNN93kWODS9HdhOZDa6IN5fCWxFkl+9GvRokXC1gcHB8WfjaCgb/QBHvCJN/MsV/jQnJJl4Xspy7IUH6GT9INmfBTP3AOjYR2Crs59Jy7ATmlb4Ecj+YOW9ZVn+uAHoBn+4TM63/oB54hI/ZmH/mZtSu6V9ls7d76sr3/9Gw47W2ktLMtqimmBHRH2p5XEP3xB2wOZB1xb5j305Hnu2oV/YfpyyzIikqwjItEsfyLirB2Bo6sS7KZli5w4FD3huBR+lGWR+oIrfGIu5m963wX8LMs9PEt45p6vNB0t8+KO192ut7/j7ZbhNl22fZuQYWacKPTzIOtObllEGstLSwr5oGGpCtM9771N0/FHnuXWs3rSC2Ip6liP9u3bL/QLOSPjqv3DnNcrYh/8I9+uyY0P8TFztsyjiEi8Bn8SoLRDH23AhRfItteHbMivQy+wM+sN30zDL9MHOlmDJybGtHjxiAw68RCY+Db8EXDADfiM41CBl0hYl2644Qa94x3vEC+G0pdYHzhXv/pKPfLwj/Rf/uD/1Mf++Z+TriDjeR+QAKdT4F9EpHkjuMZZ+XKQF/GTZ3SVAm7gjt6AP1d4UzPfWs4PmMR00M0cWZYnXavbBvgJ5qrzDR2d7fMaGN73M8+RI8c0OT2rSlG13irFLYsXLVF3V5cO7z+krZs3a4tLtSxFopc1Ad9Ur7d0+OgJt52jXS/v1uc/9zmN+zC84Ri4qJSmK9Ok9ztDI4ucjD7oWKYuktSdWAdZIX/kssr77Bnv5atdhWamp/TjH3/fSex7HKdMaPGSEY3Zr3/wd35bK1eu8BrVo+P2P2OOSa981VU+CB0Rv2SQW/Fr87M+UHtM/+vDf6099uH1uVlVy4qWLl6kK191pVgXZx0n4Rtz65ZZ7P1Gnzh0hV/ypyjKpNdtJySyLFNRqYq6Sl5ReO9OadQbIj7ud7xWtd6yjqOT3T1Vjw3re02l+UVd3bmJwmsI9FarRdKHlvfSeZ4J316znWAXtVotycvGbjm0fGmbZ/OmfUzEjP39vTpx8oRIysufzLgxB/6qbhhFWaQx1AEX+IEolAAAEABJREFU3IhdWHsjQuwz0OFKpZLgoyMGYzlFWlvzLBdt9GEsPrnL8WBhWz56bCGOxVbnfEgz4X0UvpBn+ABtzDvmdZr4kLjrhz/8YZqnMO3oP/gCPzffeeZacRvX3DjRrzQvwR1YxJg//NEP9dgTj6d1G1zh5+7du1McvG/fPvNlIP2k/pve9Gb96Aff14c//GGvty8K/HlB53d/93fT+gPOxJisZbzQDQzmgefYFXMTYzFH3fEweMDX044l55Cf8Vq9do3wB/xpAPwq34jlsJZvU7NeAsvMTDJo2ubgC/N2d3dZfyrWJqU1Ad93/NgxoYeT5uPhgwc0br512d6a9t912w948OtNbftPbLppfclyy8l86u3vU5bnCVY7Mv3wRz/WZz/3eX31q1/T17z2gM8zzz+vCR8isbbyM993+TB0wnHlP3zkH/TNb7I+NZQB2BOtWrVKxLpDjvWQJ7mjiEh6Ci+gFf7gE1evWZ1kCn9Pnjxpu97v9e7rjq0Opn0fL7+xTyV+Yxw0RYTtoZ50K88zz5uJ+m7HzcgZnchczxwUniNCYdzMTP6viPC43Di1dNCH3JO2/aZ5jOzQJcZk2QLsPM+T7QEbOfba19HO+oCM0HvG8RyR2V7zhJv86cCICE/dVkSkdvBCR2kHflGW6hscUF5UxN+3bJuX+Fl4B2zmqduesQue0S3iba4RcXY++AueXeZFZtkCT/4AK3MsRVtuesA5XA8d4BKxwNNabT7JI4JWd/C/iEg4yx/wgE54hC4yH3i4Kf2jjZue7p6k26yZxGTsf9iXkOft7esVayDyZ50Dlw4sxkIf1w5vuMroQCt9mTtigeYCfmWZcW5alo3k77BpcmHoHn3xO/gqcNu7d2/ay9GHNuaBp8wPbfBnwPLt93rPelW1XOiDbQ85poRf9GM8vom4E5h8k5p8NbCIL+iz1/6EfeKIY91Bw1u1bJnxbCU/j09D34/4sBM/8vLLL4vcDnpOfgL44IusmBs/kfhgZMBhfm5eU+OTtvlZsVZMWH/dJGwPH43tUfp9IEvusWXdJqeBDzx88FD61Ungj9lP8G3873z3u3rCfpE/dzJhH8JY9hTIDp7AK+aH/+BEHffAAD/6LVm8OM2Pj8CeGYPPYz1D1uztNm3YqEHzA3/Jz4l/zms8X6DJIixhUwBQCoP9mP5FhJgcwincyx/6tZzIS1cHc4yhuCn1p19EpHsUqK2WBdCQq5JCRyy0gWDhhQM4CA4F5D7LM6E8MGLN6jVpEWAjSjuLIJsP2hgfYfz5x1VKxg6MTgGviPDcIfmf/PGj/6+EX0Ske/pxgwIgnIifOA5gwXAK9y1vwOnbKYyl0MZhRaeelYIx0EYbfZLhejGIbMGQoAEenB3jG/r54n8LuPlGEQv3rWZbzYY52pJCmcJGmJ0pEaGIUOfTgUM7yoMMmQ+HTcF5o1C0MQZcGUOJWIDDfcNKjEJh2Nx3aOHKGAr9uDa98HEPnRgldfSjjsI84EOJCOtFKxUpkuzo37Bu+Z9YFKEP/OhPyfOKF+HCY2StCkWe+7kUdNFP/kSEUl/zxUDTG3ht62mqc/+Oc4R++UM9xbeG21JECFjwq1PPM7xCVp1CW8sbLPrhWLlGhPEp0vzQSx39fqIDAiW1HOQ2TWTTukC/iEjztownz/KHK+2vrANWRIhAAh67W8KVeu4ZExFpfuYG77Cu0feVBccLXJ35gH/EwmJEvw6+jAc2sOAXfAYnZIs+MJyxtNEHmLTRh8IzOAEjIsTzT9W7jm9Q1L0AMm7eQVOz2TCP2i7WDfMHJ9p24IQMm36G9qYTKTxnHp87oOrprloHSuEfrrvuev3qr35Ar7vz9Xrve9+nO/gG6nkXOtGxxEH3nGre8Bz0ApA2tpYDieyyyBXthslppyCHeVrM5QL+lIgFGXEPX1qWFfaAz6g5SPDgJAs2AZKMT1UkRkka4ZjROwq2R4Ku0/+VvAEe/K97IxDuAE+zyJxzb6tlfXHVWT1p4YeMf55JTR+ETnoBYXzNvJyamtSPH3lYz73wvFauWaXLr7xcl2zbJnAHBnC7um03Xsi7ylzd9sO9DlwHfQgyMjySAnIO1wgUlviwgMWmjm0rNDU9IwL+RYu9uXRQUXhc2d0tgjT68BNZY6fHNGscjLhy8w3+siGsO+E3NzejhhNXeV6oEhXzPZS1lXALaFUI/NBRFnkWau7RD/CHRngv98WGIkJ8qKOdgnwK0xQRQpa0o7usK2W1VESkt4CBi11zZUEHNmOBgRw6YyMiyRM+EBBPeOFP/b2BZCybhKnJKRFwvelNbxJvQmITzAc8+raswxk+Se00P4HZMW8g2MzQTgDChisizJ+G8Lngw3zgDk7QAZ1cwYV24MMbcIgIYRM686EvemzDsyhaKVCLiMRr4NdIOFjH53yAyGaYgIKkKjq834FUtzdMjKfAT2giiCJwIqjhbTGuL/kga2z0lOyYvHb3K3fQe+T4kbTBg4eMA1fGEviMeuPf62B19MRJtW1H8BD4S5csSYlUApeISLJjDJst6IMseAEs+BERwvYI6ggK4W/dtthpox9yjAjzJTMbFvy7/IE3tFPyPE88B488z5T7Oc/y5AuAzzdqkA/t8I0Ac8oHpuCCHIA14I2XskxTTkzQj+B3nQ9IerxxLCsV1Z34XezDjhdtk0udMIVWvtFXb9S0efMmbd2yUatXLtbqVUu1du0KJ6WXaumyJeJv/SxzELtk8VIZM2Oea+3q1VpuXuET2k4ATc3O69T4lPbsPaRTJ06nTSM2im6zKcBO0NmpyRnzqy7qwJ32tv0I+tNo1n04MGH4bWH3+PXcfKjgG21i3COjdptvlXQJG81ML7TDE66VSqncpVKUSX/R3dww4Me0E/7J9/X0pk0mQTfzYiP8jUL4tdcbBerGHCAjb/hMIVhF54DF9bmnnvSh3NFUwBWdxbcyFn1aCL6b6u3pS76MecEXPEge8fJHvw96604KjI6eVG9vn+27S/Rr2M/VnTwwI1JiZ9pyrlmnwIe6Dhxemhj1wSO6OWoYe/fuNl1HVZaF8L+nx0ZVb8ynDT7jkP3gQJ/4tiU6scTJLOip2h9hIxXbDPhHRKILXOFvbR65zCT9hMfUDQwMiIAf3UMe8Pno4YMa8WF73TTNTk1opQ/Bm75/7NFHdIRvZpqnR48cTPP3er0c6O9V2BfVvdZgO/geaIRW4EIneOMLwLPPm5qGY8Ep84PkPvOj3+hm6Q0bmyX6QUt/f7/os3LFqvTNNZKFdftKxm7etEVPP/WMfv/3f198M42xJ04cN8+mEu/wh/8vW/8Bb8lV3fniv1V16pxzc+jbObdaqZVaEihnJJBAAgECw4AFBmMbx8Fj+z/2Z8af5/cfv7FneMbZYBuDh2CByCBAgEA559hSd6tz7r59czjx/b779hHyvFfqraratffaK++11646l43TolRopTd+j9hHDg8OaJWThvucNNhlHeFn9F94/gWtXrPKtpqlnxBmgVOUy94U71alu1sydSXPMb3GperkF76tbrnWzRNKX2+3Fg32yKywPWTWkz737dPg8IjakatlOVSq3cocc8JzCjqMXNB3eIFNceYeH4cOF0WREl28vRoRKeE+6s1rfBTyQ8YknuEbPKMfyWg2VLkf8YKO9Q0L25NPPjn5bGxk3bp1IhnGHEOiB3rYtKcQY5xx5umKCLG5P+cN54ZjgnVr1+jiiy/U2nVrlIV000036m1ve6vbLLG+V4S8kC80cI3+gx8yBA9kCE7XX3+9+GrwoosuMoyb0jV14AxOnNHJtfZ3yBN84QUwoZkzBT4xFjpbtyzg1Zj1kvEOHDgg5pPBwUH7qFrSd/QFftMePk16ExU+sNlWtt3UPKfudb9TTjtdN779HXr7ze/U08++oLM3n6d5JzjhE3p6+PAhdeicdoL6+OioKtavUc9ZLfszaD3ltNPEzzL3O+GQXhgb6FdRLqvt/waHhpI+n3HmGenlA3QBn4oMkCUvc5CMIJlwzD4hzYmvvGJ/OpO+3mOTA58z5UR6+tuLTtQ3vDnf8noOvsAj8MPmuIdH1GHX/P3Cu356V9oQuO222xK8a665Wudt3qw3mM70helVV+jZZ5/UP/zdX2nbthe8obpdRw8dcFzV1LNPP6HpyePq7+1SfX7a+l7yHHFQu3Zss25NOTk9p/uddGXsrr4e8ecGmKN2ehP6sksvduLmgC5w/PjrH/9Vfetb39J7b3mv3nDuG3T5JZfqLddepwvOf4OOepOKLwp4EaNcrlq3qnr66WfsD48Y71nrZe64YNDXM5q3biZ/s2enN5lGhB4cOnhIvAzz+c9/3j6gonaWKyvKGlmyTOe/4Q2OXy/QcvsCxkBXskw+Wh6n8HnhHzzLPdegKxHhMUOybCMiXdMPfiI7dKnLMSvX1HOPntMf/1ezTxwcHDYuZW8ivyoSovzCS0QImzzzzDOlkBpeq4D/lH1i1RszY2NjKcl26NBB7dy1M22m7969J80j6MV5552Xrs8991zxxd+gdZ0xKbyc8Pzzz6fxwCci0obz+vXr7UP3p/m21z4YnOHVw488nNaayG1wcEALP2PWEptXY2PHE19rnrfK1mHaRESa36gDPudex+/QDe/QN+wxIhQRZl07neVj3usy+Eo7cMDv4eM3bTrNT5Vw49mAbYaxaAuetP3t3/4dXWs9yfPC+JbdPuxTc8uu8hp88KFERIrR4AfwgGNEUhwIPPmIWGgTEb5DxLZQxzA8hyZoYP5qeW1OXN1yfAkcCnmkcNv52Vn1eo4AAvXwoMMn7oFDXW7fDx4eRWxqgeOs/Uev7QT9Qd70Q4cYF1+FPoALcMAd3jGv7t69O/kO1kgTXivU7P+q1kFo5YUlknPIbd4x+dNPP53iJ8YgFr7lllt0/VveYtkutv3M2yYPWd4NMQ5zEmMP2G/hc9HJwvEmuEM7+CATdD8iNDg4lBL34Ez76667LsGCTvi2yLEpfAP2vG21cPxXcmxCe2jizDPgYRfPPfesfc62FOvDj6VLlnrzbzptKuBDdtkOmN/LhjHY36NHHrrPmzz3atC6IseuwAMuJQnU/4uIpBsRC2d4xJicIyLRHRFmb1scPOMMjIjgMhWS5Kxd2p4nGp73O4+QWcVrG75wmfA6FdpZsxalQrn1tGm/vPnc873ZNpLmlfPPe4N2e6O76jjiwfvu08PeFCvM4yNHjqT5kDnw1l/8xWRzW51UljIt8obpE488ql3bt5uWTOWi7OcLuQ104pzN54gXmxv2IaeedqqXTs0078Hr/QcPquI4uezx5q0PNa8dKr7eu2eXvva1r9jeMr3v/bfola0v6aMf+bB90kbLdVC8VHTg8GFd6Hl6yGsNaOyzz1jjjdlnnnpKv/Hrv6YnnRdoec1BXmVoYFBn2ZctXrIk6UDZvgK7rpo3K9wH+20674CM4LFNx/m0ZrLHclExTV3mM3KQKvKuQjoAABAASURBVEVZeWRibpUi6Ri4U3wrfAbyQUdefnmL9XtaWRY+zxpeI40fvsePVjy3E0Nja8iGOVo+wKFi3MrGs8fJfeKk09OXxn3yZCf+nMFOx4fYGj9BbxeQ/C04MOcQY+C7ibeIV7Ab4LVO+Ajsd9a+gTN2hY0yJu2wIeyxbaDAwkaaviaPNDExmeb6DhzmA8bkHh4SgzDuueeem/Dp6upO/MHeGB/4jIN+51lmSqWITBGhzGdwARZj4kv4Coxfodm7f59y2xWbH8BCdqyP+Huhp5kvt7z3vWk++dSnPpX+viN+Bj9x6qmniZcgrr76Kq1dt1ZrHbdBNy+Bvey1PDE4soIO7BzaWWPRDlnAx31eU7B5z58U+fq3vpleAERWrNX4OVDmSzZUc8/J4EUuYcQ2kSuErQHf4lbSNc/tvT29SRfalgUvbR93zHzM6wInvkSOrqtS1eDAgEqGBy9atmnkVG/UZZBpbqnCV/tUXuo/7JjkX//XF/VVb3Z857t36Ec/+okefvQx/fXf/b2+/Z3v6oEHHrT+lnWGY8fnnnlWP/7Rj7zuOiCpZVgl8acfHnzgAe3csQPwST+ZFyIirY/h9+DgoAb6B7Rs+Qr1GTdilHXr1olfVlm+fHmKBQ7bHvHnxIf4C3DGnjolAvtpp3nvNR0wjXK9kfn3/+zu4BslIoSvACdgIndehM+zTHaMCd4Cn1q+dUdDQj70zcx4xqLQH71CzjwripKop22nuKvRCU621WaCRxtKxAL+bbXTGs4NjVfJPCxU8loYmLRDD3gGTtDOeOg1ejfufBq/OIKe0R4d5xltoQ0f1OkbAd0lAS/L83TGxpAHZwo2VXVesiiKRAvjA7tzz5wIMfShbWaYjLXAJSUaaQP94NrBBRj4HurBE3jcU6gDpy7rH/U8pzA2Jfd8wXPGTWM5NuWaZ7QHX+DneWaaMpWKPO19gR840Ib5Gp+XZVlaY8InxsC+qINXbefzaD/rnB4/q9tyPoM6ft73sG2CscmZ4AeY64lJeaEH/7TEeaZp56+Qjadm4WNeePHFFLeAW1EqdOapp+rqSy/z2mFOB/bt02HPVZOWHzZrxUg2jExHR49r//79KV6BJ/hrCjYD3zv0wvs+2z4FXYwIYTunn366wAl6WfNWbf/MV+eefY56iN0iRDt8EvRD3zPPPKO7777ba6FnvNaYdLxb8Rw+mOyVNvAyt87IB/yKCM/J9YQz8ivK5aS38JTntKUeXaCO3Dh4Yd/IgnngZ97EZY2W0ZgSEUnpIhYMRj4iwvobFmyeFhW0A+Dri3xEROrL4FnGddisWmo4OdduM/E2xEH/hTZZah8RAlEUAOYDF6Us5aXkCKjHUULI7Nys5dROuKAoEQu4AZd+FJSkU7in8LxTOvcRWYLTwSUiUhOed1lIGCOMR3mAx3g8o32iwf3pQF1EiPqIUMTCdTvaNoSS6E97BMh1xEKbPM9EYAStWZYlWuED4+h/OyIi1TQd3NVr8PLnjpEHWeT/bnzqIiLhkud5wgEj7BTwoL5TIiwrG3VEpLbgw7OIAFRyKtDJDc8iIsEGV+TCOWIBRmoXSvRQT6EN5fX0RUSCAW8pwJYMw6VpC3Z84lvfGy/60R9Y8pFlufKirLIdZW76IhZgMXbTkyvtM9eVMvf3fdsTM2M07GCAAx/KNhiDSvrEObMMIkLAQ/a04ZqiEwdtuOccEak2IkxrWxELBgl8xm+bAM4RkWA2HYxGZB4vzE/bhZ1bw4nFhoNo8NaJg2sKt+BM4Z4SEe7fTsE2NhGKBBt8OnhxjXzBn8K9fIAPMLjnDC8jFnAmgUPgtMMBA/gDiwIc2kIH7TlTwMkgk8NJY+SZedBKDhNHyHP6caZERMIz4uf4LwSZTdeH+835nCcYtJc9R57lilhobzFaL/OUCOONTZJiucfMs8y8rNuhz6SF245XX9VP77pLjz36SNokm7Bzb1kO+w8c0t59+7Vnz17ts2OfmZnzWG2tXLnaCdQuFZm8CLCtWj7ZiTFb1htohW5oiYhEb259kw/4BK3wiEmCiQG94TozXpyZAEhw0oe29OnAog0bji3rJnWcKVxTPEQKoIOLtjnidlxGLPAE3NrNtupzNU07aV4yXoxDYZyG9YugE18254UYkw2T0dTMlCILB/NdMtlee7TthwrRH1lWPFmVvVAx89VqtL04mPVlCHx5wwl4XEeeacaLbL76qTrZnDtIqHnMhvXcHTRvvFIyyTLZt2e3jh89oqYXsujt+NikWrbx6alZE6akz/Cn4YB4Afe62qY3Mx+RIc+Y9LmH3xXbfakoG4bUapk5kuBZ0/Yd7hMR1otmmlfoy7zSaDRSnZumeoL2iEiBCjybMg9px/i0YSxKRKQFD/Ls6e7hUQoWeQZPWcBEZAkmOlC2X6EtiVnGBifuu7yZ1u9NlFknYQjKCKzZLOCnl8ecfNu4cWNK1JK4ZsHS1d31Gl/Aj6ADGkGgZd5wTQE+uMx68UdSg0VslwO5iBDyDfvPdJYSj/x/RYRtZs6ynUlj0L9cFIk/BNRseIw4mVJzIho5RIQIgPARJIjn5+a96dCfkics6PY6Ubhn5y6NHj2ql7a8oG3bX9ZsbVYDw/0pgMHWCbTgx5CTOPCxp9rlRUwhAkH4gVwJ3hb0vW39mVfbsoUughR+4uyuu36agkfwhSec4Td8gD/AYBGDrNm4YTz0h2e0BdacdZZ6syP5HPp3YNEGGIV50evALiJUs84Cj8ICHxlT4Aft0BdgTHqTsG79g1Zgd3ACZqLJft4MVmE7nRgf09joUa33AnbXzh32S3u0+ZzNqtXmVXepVgrNzE5p3rjOeONgamLK/m1OO7bv0ratOxycHlWrmTn4mzcNZWVFlyZmajpyfFJ9/YvEYm7ZyqWgoX4v7sYnJ7y5O538F/cl09dwEr+rq8dj1ET8gO+as7xnTMfQ8FCK9bqss9SvXLlcFSdxZEJqTszCC3QwIoTs0kD+H22xU3gDz2nz+oL+wDuCd3BgPAqbD8w99N3pJAibqsgNfTjsRSjP0DOSI6PeADlqPaMePFj0Y4PAOXTgoEiQFlmu2ekZ86glq783CuY1NTmdcB0bG7M9d6X5AVljbz093Tr99E3pJQgSWtRDi0lKdo2MZVqRM/RgcyTFaQc94N3dXbUsMg0vGlJkbbXaDc9iLYu8KZDo9m5d08mrvr7eJAf4k1sXZm23wBg2z4FdFOWEx1IvaNigIT6YtG/q7ql6UdCVCn27umw/9jWMTT90p1IuPI8VMuEq56GhwQE1bYe5MRkZGtTms87UyhVLtcwb8CPGc5UX+hd4k6LHyYdnn31aY+bt0sUjuvKyS9XjTQFki/7iy5AHeMIvklBljw3/wZM28H/Xrl3esD1gPa6JhRq+BNk+4mTivDeD4WeW5br11g/p3PPOFbzi59juv/8BJzAOar03DArr5pz1HvqYP9G3g07Y9Pf3JZ9FHW2QCQummjcLx21PbQt63vNc2Qm4xSOLtXrlSpXyzMndY3rskUe0y8lc+gE3cqnRqtuPT2r02CHrutTTXVjW82leXLV6dfqqo+x5kPHxecQO0AuMLMsSjdDcsi+mDXKEJ9jX2Pi4+MqROZJStS9/4KEHlTZ0q1WxFgDWoJMwQ96gA290nJ8Du/POO9OGEokq5M94/LoFvEfvxg2b8fgykfHgGXYy5Y2cQ944g9/btr8iXj46ZjvBdocG+9Qwn1avXqm1a1db10/TOZvP1ubNm0VMsNZJNOS4zgmgQeOE7nO9yHMA18jyrW99q/udLpL6vIiATvAcfqITyBa9hB6uwS3CDsM3dW8YgHNufYcezvCwU6CNBTH25Obe6H1b4i9xKXoHzZP2YfDm8LGjyaZmrSNvfvObtWTJcq3fcJI+eOutereThu/5hV/QpZdf6Y3UzVp/0kneeL5U527erBdfeEHo2csvv5R4QxxZLZX15ONPpIQ/P5+78ZRTxEYt64pZ61LD/rxp+eLXB4eHxS8NEG2sWrlK8Av6kRsJrPvuu59EcdJjeLLPCQZ4x/zGW9Y33vi2xDuSt/ALeumP7NEhZEtbeIVuIFN0Ct6zwQKPVjpZhy4iMzZWiC03rN8guHzQm8n/8rl/9gbFfZ4jD2pifFT7nXS3G9Abzz9P99/zM/v5tuuPm381LRkZVl8vPqXQ12//N/Nkh6578zU64+wzku6TwOjoX09Pj/CxJGf5uoONF+gGd+IWNv+Yo3ljHJt54qkn9cjjj+gLX/6Cbrv9Nh0dPaK8lDsu2KbnnntOxClzjiH4cg3aZx0TVSqFeEH64osvFhunI/Z/2NLA4KC6vB7v6e9XqWQbdXzJr5Vg7x39gWfcUwr7D/gHXJ6jTxTuqe/UzdrvEoPhx3lGQWbMJ+gq98CLCM+R88IGd9m/kUT56Ec/KmSLjud5Zv9RTgXbQb4bNmxI+oseMEaSn/01X/gjP+Y3cCk5Zs5dGItCX3TjprfflL4Ug5bMvgbd6OvrE9e0g+/oCvjCd2DOee4Ot4UX4MV92fMB8xJ4NBybUzc5OenpqG1elhQRQr/mvUlatV+CT9AMDK5rjkUYq+HYGVx6PE9ij/gvbJIkOYky6Mlt27QDP2Iv7iNC3IM/BR0Gdpbl1sGW5mbnjYsSXeg7fM9MA3jKcxb8YSzObSMELPqDo29fgw1uwG85XgQHrmmDvHbZ7+fGrbPWgs4zz9iU9BnYLa/zujzXMWdO2Lcy583Ztzz00MN6/vkXBF7ABQd8AX6W8Tryh9dcgzc4RSzQDK3AQr+yPFfF8+UzTz8jZMWcDTzaRGSamZ2TURd+ArvDv2DbvITLWkA+oIH2NftSzj22SXQCXoEjMKH50KFDtv+jIn6lT93xK2dwRudb9mfwp2zdAHd4MD09ZXk0U6HOw6W1NjEWiX94yuZI3bEf7eEB4+Z5lvSeeGzVqpUpNsksP2D09/To2jddo8svvVgf+tCH1Oe4Z/fuXWkO5wWmMc+7d//kB3rswft0+NB+xyl1sVnCWOBIAY9UzFPg5uZjRIhrCvTKB9ev79fpS3voDreh7awTxNDQY1vstswzr4N5vsjzHF/W1OyTvIei5595UceOjjou3+u5YY/OO/8N1pclWuZ4adnSZY7Ra1rh6y/86xfS309lg4aNI+anNevWJdud8kY59sGcX6/V9eq27SrbBx63L1y2dESZ6UDH65YnL6YQ1yDXkUUjjkF6HIs01fCaAV7SBtuoOh4ZGOhz/Fp2TDurz/3TP+on3vy577579T8/+UkNDA2KOZGvZfEN93pO2vLyK1rkTdLcfrEwzaUsSzHyJz/5P/TUE49LzlMSD81btowFn+QDHWHM7q5eLR5ZYjlX1LKSoq8l+2EpS/e587Q99gv0jQihH/C04dxWzT6pUhSGphR749+QFXCp3O9NQPwHfZFfRIhzzX6nZr2lnj60pR4+lOwvqYdX2B3jUYg78GU91ruly5Zm3+UxAAAQAElEQVRosXk8aH5UuqrCPvBjLes+unufN8J32Zfjr3mGLkeE+d5tOsvpzJiMI4V9VDvhBU/kAxqqhgtuxF+MC838PdXDR2x7vX2v8YG5AP/L2NDAGbyBIfs4aKra9/bZv0MbOsuziPDGeivNPdhtnmeKiIQfvzJzxRVX6Oqrr066Bh11+2inVLTI8fsm+7fNjnmuvfZay6iZ7GXesuDFPOZwfBL4wmf8Of66XJTFLw2gP8R42AS6wHN4DY+YczjDB3CFfmRJrLl77x595atf1Ve+druefeF5r0P7xRdcY15voYs7tr9qG9imI97ImbFt8PPQfd09CutUnuVeE5Ws1xUNe12yZMlib072a4PXA0utuy3HYZSSgxk+usBnNx0HmDD3K1Ixc1RrNMSXkLk3Akumh3jufR/4oP6Dy5lnnK01a9ZpzuuQcW96F+Wynn3ued1rXXjs8cf0yCMPa9y4PmK/f/ttX9Ed3/teqiMuqVbLjh3v0+23356+/iTWws925lLOyKjqnEZPT5+GbMP8IhXrCPz5zTffrN///d9PH1UQ19MWPqIL8JiSZZly+zd4C08pc7YD2lCHnlDa1uGQUtuIMNmRronP1jsWJDbs6e0VR9k0wjf6UIADPMaJCIHDPHGu+YY8aQ8e1FEiFvSt84xzp3RgMA7X1Je99qrat1atz0VRpPkAmGVfo6PoEe0YgzN2QVvoBzfoQ1/2OnZG70ycqOMZbcntg3Pd/hSe03ba+QpsmnvmKurgb8fWgB0RiUcRIY6ISPeMHZElG4Pfnbb4ZnwKBTw7hXv5AB/acu7g1znTFprhCXRS34Hdtr1TIkI8o8gHMqH4MuFFf3hFwVeUSrnjtTw9ox1jA59nAwMDdEv+FZ5FhKqWO7hRwIf2XOdZLmx22Yrl6unr1Zxlj//LrXecoQ9/hg6hT4s8L/b19SU7HujvT7HL/fff7xz6PuHfFdLljtfPO/c8r7kuE3xbvmyZePl5qXMMw0NDzq9XbdfV5D9HnV9ATsgHXJElY+I/KegINPXaL7ABXC7KKY6Bf/TB/4An8gYvYiTiZeTIeurCCy9MG68nOf5e53kYeNBWNj+qnvuyTMalYj5myT9nWfg6T/4jIpIeoE8U4tujXj+Dc2dc8EWe6DN8Z0zWwtg4a2hwM8gQB8JlcAyBawRHZxRzodTtnFsp6OJZRLymFLRPJc+EUYURbzlQRRFgGARxBnbEzxGHqSAPPAyGNgifcbMse80gI0LAoE4+aEOhX6egMFxT7yav/eOewnPooE1EKMITlh019TyPCAG/ZOUCTxSRe/mIiMR47iNCnYN72oJ3B3/w5J4CDNoyBmfaU1cqFdwmfqIs0Jsq/D9w8WnhHzNkKpnC/9GfEuG714qbstrwiX8RYcVecM4lBx+vL/QFlw4PWq1WwkEnjogFuOBAG/m+0x96KDSFj+BN4Z72EZH4FxHiYBwKjhn6gBcRBhk8Tmfw6RTGaWvhGXU0oh9KSqk5QGt48m06ccb4jEkb4FKoS0Zo51O48Ax9Rh6lokjyw/Coo31EJJ3q0AS8iAXdBBb3C+2U+oITdZ0SEakevHMHlTynJHghRYRLZkfSckAm8yYXY3f6A7vZ4FlbnSMi3Cc6t+kamBR42fDER/8ssvQsIpL8qKMT8Cm0p472FPjIc2wNefAM58CCiYAWXHAQEWHdCTudaoJPPaVUlJLTgVZKRKTnwJ2dmU3JA/mICNPaTjjRz1UCF9oxLnVFkbtO5ks9TQLQxZuh4AOuJCAzyw86SrZFzvTHwRHE0O7A3n3av3dvWji++OIL+qwXFl+7/av64Q/u0J0//L7uuON7KQFCcvGn3oRhoUMgMzw8ouXLlmtk0bDajbraXrB4jpOpMU4Z6KptHWsTrDlwAXfG58zDluvReXCmHj6CG88oPGPC4Aye6G3DMsvzTCyG0L/Mfo3nLftHxuY5fAFWRCQdoU1EyNGhCB4IHqmD95kydVe6/WxhkcLXDjh+8ABuKc+08aQNiTckuN73vvelr0hI3ESEWHgAJ88MySXP8gSL8Rumb2p6VrPeDI0sU1EqVPJz+AEtBO11eGY4eamkKGWaMx8b9qPiiMyTUl0ErGOj4zq474DY7EXP2NSh2fHxCSfdDykzfPCgG7xqemyuKXmWpedMWEzwLJJ4a23OiZ88LyX9Al94CO9kCSozPsa16UHgKWeKThy0m3cAwZhMkIyPPPDbnLFbxqE5vIyIhAPj0JYFnk4c1MEPdGp8fEwEHyMjI+kpcAiEsiycsJ+wntd09MgRsYihDfXgQTvo460wFh7MIwQV4NJ08gu/BT6cAQz+FK5z2wU4da4Zny+Gzjr7bDhxQq/bCX/addp3zvCAgAQ8gQGfaFdYptNOXDets7xBCz7TDlgJwrAbFkEsJqB7nzdRZ/nKZuK4JiaPa/T4IY2PH7HeHdTBg/u9iJ3WwEC/k8grHVR1p5+62meb7fVG5TovlKAlIgQueWRikwf44BF2ia12y0mYvhQAkmR9z3tuScESOg7/wAu8oQlesggknkAuhf3V+Ni4+T8lAiLaUJAbfTowGAs8qEMHC88TEaGGdRz4+DbagCN9COQ6bdAR/NHDjz6aYiLkRFvkBx/TW3r2IS3rY2F8cpvzouFBtZo1/Yf3v18ly5BgjC+MGHtqasYL6LZ4qYBN8aYXDbVa0xup8/YBLXVV+9VseH6aa2r33oPac/CYnnpxi3bvP6Sde/Zp9x77w9FjkvE3+5yE7lKW52JzR5kHd4ksE3yoOYmDnwrZL3kR2NXVrcHBXpWKPCXSmq2Glq9YZt4d84b3uCa8AMXHdPgO7RTohffQTCDc5cXUyMii5GMIYOUDeTTNg44u4wvGLJsOP0k2s9AHH+Tz0ksvpTeo2TzFZsad5GTciEjzDLzCfqmDx0u8eD20/4AyP59zQmzGiYOyaZq1r8BnlJ2EYmyrk0r2Z5VKVRs3nuxExKkqikLnnLM52S96gAypI3iHT+A0MTFh+ifEhu5e6y/teIbtQP+cx+OLlbwUmpubFXjz1vX48THxlT9zBnyBP9BH/5LtjDP1JEfKlUJcQ+sLTkZs3fayDh0+YHrnkg0xDvqNneO/BwcHU9IHvgInt8EsdiKiu7tifZnS3l07tHf3TiespzXoBBx6t8jP16xapdNO2ajlXvTs8EY+Pxf23AvPqmI/3t/b7UVSXSxKoQkeYzvIDx/FV4lseDA+yb+K+YqNwBM2XtDlwvyEft4OfcSbmGyc8DN1O3Zs19e//jX99Kc/0V/91af0F3/xSf3uJz6hS51sRf+hgT74QXgODMb/0Y9/JHgGb/Cdjzz6iNU7BD+oe/7559IXOltfeUW7nTgfO3pYo4f366F77tKBXa+qNjep/r5u1a0L4Ap+8I6+yAP+oY8eRHmW+9QS8rjqqqv0/ve/T2wc8WUjizPajo2Neexc6D6Fuo7OoI+8MDA9My0OdJc2L7/8sufEeW9Y7dWwN+Vy2yTPoRO/iq6xKAQndIqFGTZw9913J//HxhVyZ5wBL56Bx5f98Icz8uF6D1/smgfQif6A96LhAY2PHdWr5v+LLzwnviLb7U22F6xj8BB+b9y4MdHM2CTvSdRdc8016Ys4cEOuyBe4fV5cg0tEpDk4IhJN2Bf4Me9CG3xBpsiOeuoo2Dzj4i+AHRGJN7QFBgW+0BZY8OrQoYNp7kT/M3lcrwOA+/RTT3uOmdHN73yXzjjzLIdSIUXuRN6gPvThj9iuz0tf5D799NMisVV3whhb56uhjd5o3WadefThh72hvCpt8nU5QcpS66h9aHdvj2ZsyzXHNvNO7D5vfvE1a8N+TD5Ktt+IEHIjMXv48CFvvjxvX3k8xc7wCD2Dl9DAVyBS5vVG1fTWbLs91qGG9U3e6N9lO6+J9vCKzVnsDz5R2FQBxnnnnyd+/va3fuu3DKdsOHO21cPaaTt+4P57k03nWXijdJHyrK2lTkre+f07vGH8mN5+043q6emynxv2OANatGjQdrPfc/IRdVVL4uc3t2/fqsIJsS4nx9noBA/iE362jy9M4CP2gA2h1/gE+eBnC3nBgq81r7rqGm3YsFFPPvm0x+vVO9/5TsvmDJ16+ql63vo3X5/T2MS4vv3t72pk8TItGl6iP/qj/6JP/Mff06/92se9kX6D5XZOoi/J3/6aPyeBr6k1G2rYiTO3gkOTe8cpESH4g040LR9kQ3vO1DHXJVi2uwjP7e7DPfaPPUEL7bo8d+HbsOMF+E3PxY00R7ztbW8TPgH5MBZ+Gl3t8UYvm0D8aZHpqSlVnLiJCMu1nebAW73Jj32RmEK+vP2PfaP/Dcd4Pb091oXuJH/ggvOk51r8DPfYCzEHONGHOnBomAZ88W/+5m+ml1DAnzgDnOgDHGiLCPurzDpZSTzC/6Bb0A6ParVa4rV8YIPYOLB9a9qb7lcVPM2yLNFEH/SCMfAL8O6v/uqvhA+lHzbNfAksYEREGjciFBHiYHz6A7PpmH9+vm7YC3KhPzjMeR6nDXRFhOftkpAPfYBNPbzgnvacwQVeMf4hbyqCN3yY8/y8ffu25EPgI/5SPoBHG/wNdHU54dZwAnubN6Aefugh091IY0IXpbu7K9Ew6fi4bp/AmPQ3qCQ/rsEL3jIn8sIG/ZAlbTPTkUdmL2D98BoTf4ssTbx53UhyQP+GhoeSzjHfAZOCXJd4Y4E+wIqIhFvdcRzj04Z6/DMynvEcBC7QTz20oj8U6Icn1MNL2sBL2sx7nkQGEZH8P8+J+0iiznnTFzknnD0oXwASE9EfmPztwc985jP6/f/0e7rrrh/rvPPO1W//9m+lzdQbb7zR/uZQoov4Any3b9umT3/67/WYNzImxkbVqM2pYXoo4M7YtGs7hvZwAl/wjIh0zT2FNhHmqfNCOnFERJqf5FmBNsgE/mETtRRX11QpCjkY99qkmuYAaMvcb/XqVcoi06bTz9Rll12uG952o1auXK1tW7fpfPtg7GzcPgzZErPg+2655b2eB0d07733JZ+3YuWKFHcvX7Ei6e73f/ADPfHkkxoeGtA+z7/Rtryd48iyEPqLnyiXK/bp88JKysmP5I4Z9mnC6y/kBh2VcqEiD630Zu5JXuPv8yZWvT6vnY51iBdmnItpNtra8tIWxw79qf+0N5Gv8cY2cxmbTX39fZp13T99+jN6+OGHNO95Eb7OuK5kf1tL9yX7r0XWyYoWOb5etnSFilJFyCXLM+tet+26lO7DvCq5H2dkVjbuWZadeBbmc1lsLrNu7HGMWXKsmeBkuYhB+VMMeZ7bBurKzI8kQssSOOg7MOERtou+I2/OwKA07UfRWfCnDWOjyz19PWIzdWp6Stu3bxc+G71nbuZ+586dSUca9qX065TJyUnH8XNJFrI+gBs4MAa8oXDNHAGuXGPj4Eo81/AcNGv/dfToMeEroQO/RCwNHR08wb3ijSdoAQZnxokID7tQGIt2znujmwAAEABJREFUPEcHwIUxiMdWWLewd66pYwxoaJl3I5770cGTHOfgO6gDFvP4P//zPwvawQtelhzLcCZeTTaQZZ67eyz7ssa89gLfDp2cwRNY8Bjc4Dcbux//+Md1lTd4L7v8cl11zdU6+9zNIn7g11n+9E//mz7/uc/ps//8T/rRnXfqheef15HDhxP/sSfgoZMJnumv27+2nB9jrmdOtTKpbB2D/obrWyH7CscDlh34Qwt9idmyoqSK9azqjfVly1foBvueW97zXl18ySXib6qWyxXnBWYUpvPU0071WvAkLVm6WNWuit54wRs1ODioHd785Zc29ntjD74vXbpEVW+q7rW9wSt+jniL16l7HHMzfr/j8ob1sGQckQdw+TU34pXc+GzwBg8/1f/+//D+xJOybaRUcr4qwnrfSHyAt/ASGjlHZKkenYA/6C5ryYgQz2kHjMz3JdtPl+NX/FxHf+nD8zzLUlySZ4Zn3URHoIFn8Ix2nKETHeYsH9QzNu0Yi8K4FK4pXFNo03Yf4NKHM/q0Y8cOvbzl5ZSLJc8MDegY9c89+2yKlzt2hJ4yNrqO3jGPzzlfh/+CpqIop1gpt9+kXcXrT8aqM2dYD9BT+iAT5n+uOzbPnNJwG9pCP7Rxb9YlPc/zLM336FzbMSbPgS03SGfTBo25+dy2fVEXEUkOEeFmIQ7gQyPniEjPM/Odvk3PY4xJoX/b98CSD+6ppx/XnT5+ZNVva8F+5x1nzBvPZhoPvgGXQjv6kg8hdwS/OvQDr8uxbZZb/saddrl1b+36deIFIfgOHvgEXhhg3Y6vJobBp7DuOm3TJtvOJrHuh3/33n+ffub1KV+sIqssy3XTO2/W1ddd67lhIU6C5132bwNeMyIrdALe4CvBjWtkxtjQDs60QQcp6DW2P2R77O7qTnnAsu2mapiZeYqd4svBHz9I7MQa5IorrxSxOrjiFyPCc1We5tlRr+0mHb9NTIyZl7W0fkTfoIkz/hmawY3CurqjS1xPOndNG3iIrVFKtm/i+5UrVypreFECERClE0fEgnJQjzAoDTsL7k80SQKFqIhQzRN6vTHvR00jPZUmLgiHUISd53l6m5P2KCoIgaw7iOcwmxIRSXloRx9wYuyISON17sGjYePgzHPqgRWx0C5iAQ7PKLSjfcPOpCMM6jolPTsB7/V1dRsq/YHdGYMzBRxRaOikcE078IamyelJ8Vv+HYMGLvU85xr6UabOGBGRhB4RjvFsQE2ZFwslIpJh0rdTsiwkJ9Fa7aZDRlyZUhvGQMCcMRrO4Ea/iEhjUCcfTS9mkAc4UOBDh96IULhNluWpT5ZliohUwJ921LVtoFx36tzFeC/gwzPGgj+cO+2pp50bir6Mi0K3LAOeRXgcheky/Vznnng8Pn3Ak8J49KnZ4c46YJqZmlTTyQ/qeQ7ciEjOEvqZPHFoPKNNRKSJDPojIukh8MERXCm59TYio9qoLtDEDW04gyvjNGwbyJNrYJslbm/8f94l0clYDdNIG4pMYUQk/gKL59AELPA0EEWEGA9cOEcA1/phZwwMCjAZWycOrqmrO/HE84hIMJADMBiH5zgDFhmc5YMxayd0PmKBJ9iL0Uy8Ajdsl3YUxunwCbjcMx50gS800QfnWbeP6HLAAjxsnee0xbkSaBLUk8xCViUHJRGZMhdgYCe0f+Mb3qCyJwI2c/bs2Z2Csr0OaLCx0WNHHfBnOv+88/SLv/hBQeP3v/8D7fbzM84400HTRlWdLKLgpMP0UuAxeFMYi0mOa5Of5BIRiXboDdsceESEoFc+OIMzvKVAW8k4AgMcoLHLk0HFkwDwqYef7urNk6Z4Tj33FK5pQ+EZbanjrVnZJ7B4gB/UMYkQvPX39TtxPI87MF65fvazn4nFFTgDg8CGrwLGnAxGFuhnluWmq+nSUDtyteV7+wNwKIqyeVkxD+spaAVGbluAN5ntMBXTWPKCtOwkBD/JNuukyJgXIqNjx0UQVDhoXbx0qZYsW6H1J5+qak+fevv7NTM7mzYnoA8aKMAGJnwrlcq2FWPj8crlsiKy9DdmeFucIIxJjT6YVtNJiSZKk+Un7DdSkjIikt33nZjIIwKyhGzoy5lFPbqMPkYstEeO4EVj8OEcEepc81w+sB14QqKMpAc4wesUtFhHRkePOviuCNuCpoHBgTT/YQvAuuqqq5xsOC8FJ/RBJp1JnDPy4gyuHXw8bNKVhfsFHwA+0BgRIhlUn5+Tn1huNWV5Zj62rN5tRYQyyw144A2MzjW+hsAnk2xvkdrRBrz7zb9XvRDlS7+KZUEfgqsD+/clmLMzk2o4ATXpzdQdO7er3qip5WAUHI4fH/Vm3KjlUXeiYdi0rk0yOXLkcNqwC0mlyLR6xUpvePSZtpZrJN6iDfOQG+TPG7NsqIMPeo8O/NDJCXBq2e9GRMKF571eQBFU5Xku3kyGDnwLMiZA4x7ZwTdoQR7YKLyJiBTc86UF7SgKCV4hW+QBbO7Rm+VOaNAPXWI8YPY4uVp47MK24Y5Jz+krA4Iv8HmpbYJ+8+bbrBN9h7zRPjU9o1JR1rjt5+UtrzjJbb7WQ3lUVCn3GlSmhm2z2tXjJP98sq8xz3csHtOmm31r1YupLgfNmEOX+TDvpBF/DyaYOyNL8AeHFomYYHBoSPNOnMGDaSeBDx08oG1OONaM06B1tccJdfxFyX64bLnDJ/mAV/ChsN3neZ4WN6627JoqmWbGpz9B7uDgkAgw4Ttl0EExASu+umI/DA+4PmL60X8SHOBD386Ci+eT5gk8h4+MP+3k0rwTPrt279awxyCGmTL/6ubP4NCwNmw4SfjaHvtE/FqYdhLPBNZsci5ZslRFUXayaNgB+qDtQ45Zp83jlusLQUPZNDMe1yQne3t70kY+CQxw4Tm4dfzpjMcnGYA+to0HfhLa2YTDP/DzjUPmOTDhJTYHL+DdtOkh8Xrg4L606XXgoDc5nMSgLbZNO87cwyf4ztjAaDqe5Z75+7jnvxnrBJui6N/ms88U1/iEeW8MHdi/37Za0xe+8AV96Utf0iFvAD37/NOamBxXxQtT4AOPRRWyeve73502b973vvelTaMlTuZCw9q1a8VzZMqmJ/jRv2NjnNEPfBi0jXk+mPQCBvp4yWLLlhfM70n9/h/8nhOtt6Y3tvla4PHHH9cnP/lJQRfJ2z/5kz/Rli1bRDKGL2PQjeOjx0XiYtgJvn3eQD948JBhTWuPN44XDw+qNjulrS89r2NHDmrfvt0a99gzTiwD8+jRoymhi8ygFZyRbaXSZXqGlWW54OOzzz7jJOPD2rlrl5hbkTU6mVvfkT3+A1yQHfLgDHx80/Hjx5NvAzY8QG70R16MS6HPAl/GtN8yoW6PY5QnnnjCOjmkgwcPJv/NmDxnPPqwcfrCCy+kTQHasKkaEYlfyA3b8G2yOX4+FJ/5yisvqyjn9utt8fXQ3Ny0Iloa8cY6L0yA54LND4qv7njbt+OfIkKMzaIU2rB75F61rgwM9HuTfyDNcXmemQVt+4DGiXMz2RG8Aq+IUG7egf98raFavem4R6ral3FfNv9HR8c0OzuvarXbdijbZKTSbLZ10saTk8yXWua3/9vtGugdVDkru22PLrv8Ssut5PVSqDbf0FNPPeNE/l1OJPepVGT6xre/rTXrN3gjb4uuuPIarXAscu/d96jX/vFz//ov4k8fLFu+TI88+rDu/NEPddaZmzToxNgxJ0KPj46pKJXV1wusQl3VLqFDPe6LDZeKQiX7PGIA7IINA3iOLKGdjTPi1C775En7MHSOfsRehw8fES+RHPU4fX0D5p3XcH5AP+Dhq6qOFynoETD27N6TZIufRG5lx1c//vGPxYuIO3fv0qRtv7e/T7scF3d5HjpwYL/5nmnr1lf09FNP6sorLjOvsrR5u9Ob7kWRq+W1yKzXTqtXrfBG64h6+3o1NjEhvnjkK5VdtgF8HpuofOnCyxFsmvCl9m77X/B8+9vfnuYBZI1ek1j90Ic+pA9/+Jd04YUX6bTTNjl5Oa2XvXmNT0Cf3nTttZIyb3wPW96F1m84VTVP/xNTs2l+88PE2zwvrCttNZxAbbpkjmEo8KnkJEYebulCHTxBHlxjn7TxUxFPUIf+8qJS2b6dtthXzfMIz7BfdBR+05fn8B2ZUdB72uHH5x1jYY/YBP3nPY/iG9GPra9s1TaXUpYrt87zqx1tYlT76be85c32dx/SsmXLrNttgT8+lKQVY4IXPERXfvrTnwqfRzKee8aOiBRLRUSKK9FD+A8O2Cn0cgYWdHPPmXtgQxM4cc2zth8yXuSZXg+D55n5THvq4Sk4cM0z/D8wqScWZFMdPWl6PVpYJoXtAp4Bw0MknLmPWMCfvoxLoZ4SEdaDVvJt4AZ/6QsscKaOe66Bi7zAh3ueAYPzgj+viBcm/vt//++Cj+gp7eE1/On0554kWEQku6Yt7TZsWK9feN8v6KyzzjBODW8sdCf7ZDzsEJ7Pzs4kXDu0gAdwKegZsRMbF9zzDLvAvxL3c2+VFS9+EysMeE000D+gUfuCsA8gIQpceE5/Cn2IY8Ghcw//gAtN0M49+MEL5klooR5Y6CoFONzTFn62HatXKlXPCT+XTaPRUsl+r6enT319fSLOxQe89NKWNB8Dl3kOv8LcTPL1+9//vp73Bgk+ng2Hb3/rm/YhP7bdT+l73/221q1dm9blF110ofoHB4RNwKdxJyd/dtdP9OTjj6qwzs1OTQibbjkn2TYvKNBACfsLdC5zO504IiLhfuJWtI/4eV1EJnQoIgTf4N+EN0JnvOkITHg3Zd/MeGWvYx977HFteflldXX3atHixZZ7W2PG8XQnk8/x5tDadWt17uZzNO+17uVXXKF169Yl3cFWsIUVXsssW7FK52w+V8cde/CV4IpVK/Wm665TyXbBmAOeX+TVdpa1vR4qaWpmQsTs733ve9TT2yvWEMSv/NziZZdeLr7wYT4HxyOHD4o1xP79e3X4yCFx9LoPbe1m9MADD+mwN6nWrF4rfg6Rl4amHN8/++xz6reOscnmmUY9A306cuyIY8H/5RzKC1o0PCRowD8CDzzhVe61w+DgsOO/lY5Nhs3fzOO3VClXVfb8k9s/R4TQK/pT193dk3jN10tNx8LwH5rYUB11DJaXcvO1KV5ynHHczDzYsn9EtsirbP/csPzn+FWVPBP36NycY1jkFRGKCOPSTuMAj76Z9QK8IyLJnH5Vz6G91uFl3lTrHxj0OnSR7fqsFMszT1PAnXboDtfofLfnT2wkYmEcYFEHLbTlTKE9PoTxsT30gWtgwY+pyWmh63WvxY6admyTPsCTj8zwIxbGYDzoc7WAQf9++wbkwX1EpFiX+Yy2jAE85AS8Tjv4wBiRhdbY7v7DBz4gXsBab11lE5CY4U//9E9FLEmsB2z6Mu7Y2JiIudlUwX898MADaR7CxvmJWmIPeMwcxplxj3j9RuElRL7AJJC1ke8AABAASURBVA7iJ6aHFy1Sd1+vY7TLdZI3/l/e8pLajjc4gwNzGxuq6DO0QC8+Dv2ddY5oga5CYcTaXueT552cnHKcV1e5VKjLcWjZ+in7iYbzvmaP8iyzbc6luHViZkY19+0Z6Nems8/WJZddrnd7TXPZ5VcIvnQ7jhtZPCLitLPOOsu+rtf8nZRBuH9dvFDzzFNP68c/vFNP2C+wPrn33nv07W9/U/fcc7fLPfrWN7+p799xhx579DHnOo5qfOK457ua0Nc+y65qn3L46CE99tRjOnzsoOWaCzozkJUUEakgR2RPiQjlnkfbaqdn8oHORYSa5l9EuEbpWUQIv4KN8wXwHcaFl9u2bt2afK98RIRttm6aGqkPcmMcxswdo6C36AD38J1nyOP191x3Cs87+mfwZn9b5DbAo6N7wOUZusovBrK+41dN+PMR/FmXbzsu52v+r9x2m77+ta85Rt2a5lNwI4ZmzYy9EVfjL7vsUyIW6AZXxuGMrRKbEQthh9gL9/C4Q8O89wfmXDp4c6YOns1YR/Ar0JPwdTvozPMs0QW/gcNz+kVE4mFEWE+yVOQjs9Lk5iU4UegTEcl38WzG8QI+Dfo6sBr2eVz/74VxwIG2wKGgL/ibiDBeLeV5ZthFiruppy32gh+Fd+gLcqWkZ3XygbnXWLPOcY3qwIEDya5HPUdNen18zLk65Effcecenn3uOe3z2pR4HX/Ar8KedPJG8ZLE1ddco+vfeoOWOv/13PMv6HmvSZnr4Cl4D9mmcud3iE2ABV5ybFi1X+/2Wgh5Ei+/3ud0fCO86OggMkSeS52vGfScic2Xi7Jpz4XckB+0Ayc37+HbUfsi1tGsX3hBn3mPF5PxaxEhDsagLT6j1ayrmUoz2Qc0NC0X+NfBc7npRM+GnGtCt+gLTZzB72SvT1lLYPOWEwLygsWGCuMZEAGCYNkMQDkyKwuFZxSu8zxTpWriSuGqdprApEjO4qQNGyzssnCYLPphFosGnK58oPjDw8OeoIdSYRzG7ihvBDCliEgKG7GAI3ildiaYM/cU+YiI1J57nsEUCkRz7u3pF5sOr3/WueZMoR0FpeBMoR6YEQvwM/Mit/A4U3iO4kAjAiYI5ppJ4biVFFi0R/C0RRDzXoB1YBv1RKNkGltSu+VzW9a/lv4/x81txLlbZ/Lhhv4//zLwKpWSsiEzxisXRYINDozL+LQFLnyZ98IQJQBvnoMTzym04b7pwKbdbhluplIpM7zwde7rUiqM2/aE1rRMGm7LuTMOz5BtxRNfRCSFpS31YXpb7kcfcKHQzwqpMC2ZaSkVZXV5IwrHWrYutj3BdGhhEq4Z/4YdhXwwLkbDQgyaaEfhugOb+4g4oatK+GM4yMcgTFuWaEv4uR11EcbUhbpOO8aiAJcz7bIst7xk42xbdm2ZPHFAE20Ye97OGj7TT4aJnDLTyj1OBNzRH9rQ11DcbGH8iIVzqjffgEvhnhIRnFKhniLzK7euUhiDAv+RBzztcrDJGR4U1hVK4rPhgxt447jADdy5BxbPwJvBOAMT+rjnWcuRPX1oX3OCvqeny8F8v/nTfq2AC20XOUlGcLZ02VJVnbBiIefhrSt2cNYp5Acs8Jqdn1V3T48Dnx4nfxZ7Q+pcVawXOOrN55wtNlvPP//cFODc/bO7HVjVUt3JGzcmPmKnEaE56w24gXfLYzS9gdz2uWWnbwSVmRD00MIUPinPMoXr6BMRgn/wARoowIEPlIgwiLZoC96TTk4xqTA2baknMcT5tXuPzTWF+k4Bn1kv/KYnplV3QE49bRgPWXWZX2yyjh47libKMU+On/vcv+i73/mO9jv5dtgJ5zkvWLBvJgdsKcty5VmmcMlKhcILIuyQZAjkRyzoca02pzBweBOWZ2b6MzMhc21EKM8y2wv+pWRaWy6Wl+cQxmKjiFVxyZOqPN6c9Z6NfXgA3tAlH+g5JQJYJfMtFBHKS7nhlyynmopyWQRLF574GYeqJ+S6F/wNJ1qbxgteUIDZNB/b1nl0BrjwP9WhUJLQUdqCB5MuPhq9po7J1U3Sv8y0RSzgQgXPqaM/cLlmYoUW5IEe039ubkaPPvpIStrDB3CiDYuArq4eJ60aSScZk37gh30BF50CDuNBL/DhQ0SYL+1UIhZwYixg0DZzXcO6UViWPV5YszAvzPea7a7pRQhtzFT7pFYqEZHmZsaq2v4jwgnLlnGr2eYagra2FaE2Ny8CGZLJLDppP+ANqh3bt2qvk7eF5wLwb7WbImiuFBWB0wEncae8eeJcgcrgYZudHD+uUp5r9apV6uvp1bNPPa0D+/angB8ewYuISH655QU4OEdE2pgY8wIPuPB9gAVKuaJNp2/ywng44VyUSiZvgUfodKdv7vFI3ILjAQeP07YDdAH6IoJmqcBrLrI8F/4XOXCP3PA5yAYY6BRwwIP4hWsSKOede65mvSE2YTzrTs62rWvQU5TLiR4LTi3LAT/V09freGdYM57/j49NaMqJ7MhyZaWyxpzUGfVmUSjXyhVrvQBqa2J8SviO46Pjvp4wnZntIdOBg3vUbMx5bqxqcGhAQ8MDWr5imRev3SoqhVqer8ctg76BfvU6cWJTcZ313/NzV0+fUWoLXrRsP3XrTsP4LVu6LG2QMP80bMejo6P2c4VmHWxPOMCue7OC9ugMixz0QbY1zoXnjpZ1Rj7gb5aFuGfTZ8YLFnjGYg9aFvg5JwJq5EMATzDKPERbYK1evVrABRa2Cv/BiTJlXtMG+yhZF/h7PaWirMLXfJHaVKjwBs06b6Jcfc21Og7u9u/YOv35Gb2e7t7Eg4gFPQAX5E6MygJizro/541ueIQdN8yfjly78D+G1zIvV5rnp592iphfNng8cIIOeAjebJKSLCLuBR7FLFJuXQM2MElQMAb3Xd4QR7fg8YBlR/xYsx+etw3BN/oCtzC/4Rk87vCpWi6rr7vLi6Vj1plj+sY3vqGXXnzRyZGXvNm4S0e88XjH977rTZzt5m0ujpFFi5VnJetCK83P73rXu3TTTTfp4osv1vnnn08TrXVCBnlAG2OXPQ684o3NMev8wMBA+moXWbOIh1bs6PiJjUU2bp559illmazv48qcLe3r79YRb3h+7GO/pNy8QNfYyNuxY4dIyvJlHDpWtkxXrFzmWaglkmvz9XnDmNF3v/c9+/KW54VeITO+kHniicfFV3RPP/2MwAt+oW/gAW87fOLMmJyRa4/tYfz4pN71znfp2uuu1Xvfc4sueOMbVfHY0AivoQkdRg/hAYyBB5yRKWMhC+Di8xre+GnZNubsg3d44+rQkcNpkwtdYIMU3wG/WKgyBnrCeoi1EvqHTyqbz+glNgB8dIVnjIOdoGcR4ZipYl221vsaXMATfVo0Mqya9fTlLa8IWPDk+OiYVngzZ5k3xlutugYG+7Rk6WL77Vmv1V6xP+kS8j5pw0niVwJIyI7ZJ3U7zljphCQbAEWpcNJpSoOD/dabhuWXqVIpu29VRiHZPTjCG/SY64hwzNaX8CiKsvs1eSxogJ/4gLLpBf/uHubJmkqOAfr6+lKbgYEB+7hhXewY4Nmnn7Y+79VS+6sLLrhI+/cdSn8LC1nij3/607vsx8fTpvR8vaE11t8P3fphnXbqJt1/74NaOrLYm+5z4lccNp58khNgY1qyZERr1qzWnBO2y82fI4ePaqkX8XX7xoMHDunwwSPq9vz9gpMHyAp8zXRhE+e/4fx0Xr9+vfkynb6CoU2v52LoQ37oEP6PMzpEPfjSBljYMjrKM3QIPkSEkCM6w9/nadun33nnnSmJR2Lz85//nGpOBMw6lj1w6JDK3hSZdLKx4g3piJLpP+S5ZkhnOlE4ZR9+z333qlSUtMp01ryp3d3dpxtuuEFXXn6Z3uqNvnVrVmnnzh32F1t83pn6/uIv/mL6OcGrrrpK4I/+8RXWdde9WaeffoZlX2iRfcgix/Dbt78qkqR/+7d/q6UnXhiCdgqJtHe+853ppwTRB+gm5udFqZL1CV4wD87Y77YVxrNs2CU1GzXftRSepzJlrsutN27hU0So5Lm/ZVuLiPQsz7J0bnsOpjA2Y8FHbKplOBFhfa2kuY56YlP5QP/QV18mOSKPLvt6/NC841eetTzHle0X2PBueI5kDOqxuUqlYhvoEjKEfmxloH9Q55x1jrKsZH83qsz41t0POIz97LPPpnUMYwIP2aMb+DM2qPiKCP9GPfYbEVa7dkomQRtjcaYPOgOeXJdtS/AG3DgX5bI440ewKcarvY4mdIi4cWFTfkqjzlsw5ozXHrStWrfQXeY1xsMeoRfevO997xO/YlLxGLmT24wJ78AFGCSc6EN/+Mk19RRkgnwYA3jws26bXbFihaAhIuzn6+ZfRpNEe0QkWoAH/dDLNe3x99B56SWX6D3veY+Yw7jHtwIAnGYcj8Ar+M+Z/jzHlv/t3/5NbL6SQIMO5Dpv+yo8RwUMMhA2yqk/6DgXHw7OESFoxpexSYEdYC/IsWq9aLMuse7UHR9CJ/jSD5m3HO9CXY91rTY7ryLL1bTfecEJTXhKe2DDN2jJjUu695j4DWBxHxEpfoeWocGBxCt4wvNyuUg8AwY8hzauGb/pOMZkJb9dsi3SHp1jXqpUus37Qh/whgxwSUzCr6VLl2ipbRw+jY+PJd+AH4O3ixcN29f36n77m/vuuydtaH/4wx9OfrHuXM3l3tQ46+yz7Nd7NDk+qabrvufk+pNPPKYl7jtvH1y3brZc74WJ2rZZ7IUSEYJ+cJcPePj6a1elf9BVsq01zXf60Qaa0TX0H36gy8QrbBQRg/Hs9DM3afXqlXrwgXsd0896U7VbPN/26qta443UF196SWcad17O42udzZvPM30/Sy+BsUHFRgE8+PXf+E2de/4b9eKWl/V7v/8H6e94n332OapZrsQjTzzxZPLtR48d1YMPPaAf/+RHarYbese73uF4vV89fX1eQx7Wc889bx5N6Wtfvd1z0CExJ2WRia+EIbTt/xXWr8zxYMU2Wi5X7Ltm0rpjx46dYh6bnZnToYMH0yYrcRn4zZu/3b29mnMs/Z2vf11f+dKXPM54WlPBL3hHgW+URfbvGzeeohXLVynPCttkU6W8rLJtvuJYm7bwt+r4NSKU2w94xeo1TP2EXpUcq/GiVMt8ndZAf6+KUi5gH/YG8X7bUs22wdjIrO64ZdqbwOQR0FdkNu31GzbL84gQsueagrw5Nz0XUE+JCHEwBnjie5Z6bq86liHGRnfhw7jXBw3rCTqBrdEWekpFWRGhwrzlHjgRCzC5Bx7PyPWWzQd8FjSAS8VyINeMTbRabQ14I5cNbmwIPUOHW/YHHfy4Bz7jc0ZG+EHGoR3PuWbMLM8TTvAIvtCHAp/oC+2cq17bQx9+jU3EX/7Yx/SGN77Rdtct7JiXKvFREZHmLDb/WJ+zKcoLUhucw2eTcSVfXLkNfu3P/uzP9OUvf1lsLAKDr62rGgLnAAAQAElEQVSxoX/9139NL2h+z3E5+IIrtJ973nk6/YxN+sjHfkWbzzsvbeKcf+65+oVb3q3Vq1YKvOEZc9Exrzcffewx3f/gA3p52zbH+/PiZePCviu8npxzbFAuysqz/HV6lauUZargt8yXcqmkqnkvx97hwibQvGU7ZX0ve+192lln621vv1m/8L73C5/01hveKuYv4hDohL980bt02RKdcebpWu2YiJeF4Mv+PXu1f+++tN6oOa4fGOjT+vVrNTp6TE888YSet78+duSoZmxT8L9lXex3G/6Ey+joUb3w4gs6cOiA5upz4ldO0GXkg7wozB34BnwvZ+Y25nz0k+eyH1yA2xJHqvNFuSiErPgq7+yzzzZO65Md46f9WHNpDo9kq8iFOuCgu1xTuOeMTuEjGBc9xqaoo4Arsqrbh1FPQdaUhuewOa+XgUGJiITDxpM2ptiAX1cZcAzPZhexMV/1EktSmEO537N7t8bHxtImH3XAgyfSAu655Qv+paKUdBj6wBs+ZFmuluWcu02/c0QUbAObKNs2M+uIfESEaMN9RNiP1VOOCR5DI7DgOzyoe/5pem5seKMefWJs+lKaHqvDH647vIEXwKAwr3OmHzrcGZP+EdZOx6jyQR8KcOr2e8ClcE+B5xSecc8zeMN1ZrsozI+SfWlhPaANa1XGpdCWcblueyz8D74c3uEDqcd/tYwL4c2Q519+xYf4drk3EZe54DORE3Pk2Pi41q5fp3e9+9161y236NYPf0jX33C9yA8AD/uJWKCtYC4oSpqxreDP4FGeZekliNxtwviUjDe0+zLpJzSgJ4ODg0nGwANX7ke8bmt7DRQRnkdraf5kDkdebeMPndOO7Yi5yCE87XXi448/Zvt03O1xK9YD4FMYs265EoszdtX7mN3OneR5lnwh+Qh4ztgdHIrCtBg+OgnPiI8YF3zRN9plGD2VDICAOHPPNcLhnkKd7KBMixXSrIi25pzkATjPYThKiaC3bd8ujIYEFgSDGEo9NDTkQKsvBXYgmplI2jMW8MP31OU2Cs4RHsfU8qxtZ8LZt4pYqP/fr3lOAR9Kuaiq6oCQgmItvC3VFM8WaAl1xolYgBnx7+siIo1HO/CK8L3CPMgVESmABR5Gw+QAnVyjAKvXrtGwFTQx2rTBT4q7JeVhkRLKDMOpl5YcICgF5cCL8DivL5nkVaXx9cn1HXwYq7AhgRsJa64p8AFFQz4oMjyWD/oBnxKxMEbnGhgRkfhTd3BTsyHUncBqeWJYKMbTCm0wiXZgRQS3xr2ttmXEOMCj8JyH1IEP9xEhrluGw/n1hT4LRQmHiEh8hkb5wGEyWtlGKPfnmmc4PxL+6CD0QodsYOgdhgzP3V1FuWz+we8Gt4kGxgMHzuCJnnCmLiJSe+BFRHLYBGw8p9Cm5XGaDozakQSk1w57r/TczzptoR98Ezw3ZExwZGLt2AFtkF9EmIR24gPtKO6ScI6If3cGHoW+jEmhLWNR1+lLG+p4hq72OKDmTB3P6AevKFxTsGn0h4mJAC0iEk60D+s0tEVEsmnGmffi01jbGVY9TEv9/Qv2jlzwBUzUFOQCzS3rlhumBIEUTuzNi4MJ6PjxsfTWEoHbbm/gsNBlw5BF5FInBPfs2iUSsCedtF7XXHONLrzgjYYgnXbKKbrxrW/Thz/0IZ3tAIrANs/yFGhkeZ74mvsMvozPOdFhWWamRT7s3ozLnNrWabnO4vQp/ETJRucdoHXkFhG24Yagh8kX/jWdFOjp6hYbWnmWJT1mjI5+cQ1/wYMzOHDuFAbiWSpZ7gCy5cm/IZ7zjA20um2Ufvga/Gnb/nm9k3ok9imXXnKpSIJWioqWODlIu8LBZpTKTlBnhmVIJqxeb4qJBbxbDiBmpiY06wRc25sIVnrxM5KZSY/w/+hiPiH7LM8STxi7KJdU9oSzdMliLV6ySCOLhzU0MpKSoJ0Jh80Tfh6MM6W/f8C6pIRHyYGwGMQwjZLmHcxk5hs8hVdd3d3i69dpLw5rDjqo4zkl8cT+oO3kIj4w9bHdGdWEH22Aj67neS6CCr62YAGETi+0U2orH8CjRCzQC487BThukiZ0cNi69WVP2EdNR1MkPgmsSXb+/d//vRPU2/Xyy1u1a9du4YuxJXBBb7AH6rgGJ+p5zvyBrU17o41kQ2dcxmRsfAO40Rd5wQvKvHkioztvnWiY9obtKrefBDZ9KYzBecZBAbhTgNfhC4Koz9dUc0FP8acESmudkN6+basmJ8bE28WFecgXkZQxb+DD7y4HT73dPep3IoCvZPNSWG+kSrkQx5Q3C6cmJtVnn9MJrgl88H/gyHjlcjklJFvGnWCUuja0OIAHttVbK724Y/EA7uANT+AFfOzUUd/l5BR+Bh5xjyhpCy7wjzPwKfjwBx94wHIcFTqBbYMXZdqLI/BDxwkw0RfkhFxYGO/fty+9VQnutGNc3qSrYGdW5KJUmK1twefZmXkd9eYEcHPbyuGjx0QAuGPnTh0bHVPLEW3DgfoRL8psYsqzTAMD/RoZGVBfX7cGh7q1ZPGgzty0UeecvUlnnHG61jnJQ2ILnZmYmBB9vbbRem+ILF22XEWprLqB9Q0OSGYCOsBCA3uatDyWelOi6oQICRr883Evavfu3aWx40e9abHb/vcVwb8R2zILQ/ggH8AxWPvI+eT7oJ926Fbdvo9r9AL+EweCIzYPngTeA15clc0jkurcA7ds+cNvFlPznkcyhfp7+5xwayTfCu+RAXwGLhupe/cfUL3V1sDwsFasWq2Vq9fqrHPO1WmbztQmbyRs2nSW7W+Pg+8Zl2kv6A+mxN6xo6MiICah/dBDD+kByx88kWulUtaU5Q4/CKx5KZCfdJudndY22/sRJ4Da9jeHDx9OsDiTVCDJAMx5zw3IOCKEPqGH4Aw88EZP0SHa0Bbd6PEm0uLFI7LI7Z8Grecr7LMXi0UyPFq3bp04I7uISMkx4AFj2r6ibt83YRvr6xtQg91zy6jkuPDY0SNpgfrDO7+veW/MEoOXy4U34bqU54UGB4c9Rw+mLyygEx1CNuCFzDj39PQmf4cOGGySOV/fsAGK7KpO3EAD8gOno0ePinvssqeHJFrDetynlu26Vp/1hu+oFo0MWfcnvTl0t0r2/XzddMEFFwg+f+vb3xRveQ8NDXgz/Lj27tsl7FTWhy1bXtR73/teZbmMd783ziYUEU48PpfwGrC9wGNg5vZTEZHgQwf38tG0jXEfkaU+NfsXFpn8nB36BY/RXWwJ3wo86HLXFKdAF4V7/E7NPrdtY2BMeTx4iB0Qk9KG50scr6D/+Icey5p+4IFucI0vnLbOEc8gI3wL/OSrFOZM5ixsjv7QgY2A1/j4hIfIzNuWqO/p6fI5zMcntdPx0as7dmtqatZ6+qpGFo1oZHiR10TV5GePHj3sZxO2iQOJLnBBf1986cXEW3BAlozLNQt17AF5c6awAYzek0hm7mMhy7wBbvAIPJHdWs8hEWG9KCV5YGfgSzt4C3+wIX5pxASpaScWEY556m6fJx+ETO6+++6EL9cRoc9//l+F/X7zm99yu5J98VHrWr/1u5p04+GHH7G+HRdfVcoHugN+69dvMM/kBM6Ebrzx7Vq3boPXZFXr2r7UD97Th3kc3JEpcsIGkBH6jfyqTmJjl/yU7+WXX542ceAVtEMjOoFcZ2amvPE4ZHrmjVtZxKx88T5vP8cmLjxC79AV+sDXUSfqVixbqlnHYsd9jf0gAxJz4NKyDzpi+0afBoeGhO8bHBrW6NiE54sB8bOOTzmpsMo+cXJqRktXLNfM7IwOHj6i+UZL3/72d8RPPVL4yey77/5Z4i3zM34LuZBchb/YOXw45PEmjY+Xqxq3v2EzctaJzsOGCR/e9ra3pQ1CYk1oQlewa+Zs/AnXbEb0O+mF7EkeHjx4yOuFbuPc5xAwLJdW8jfYlCdPxxGeCWxfvKAVtlkpo1qtkGPOqvU9d5jaIjxIOoDs0C36Nx3PgkfTNs8ZfYYu3lwnacnfHSRRfOzYaPIFzEP0Q77AoA+6Rn/0nBch0rNSLmKa8bExz7lHhMzRDeQO3KrjD+RPP/BZvHhx2uhg/m94vvruHXfogYceVMm+mDHoh17Clze/5S1ig5IYFZ1Af+A/dggsCvMH/eAh+MJnfMO85x7wrniTxepuPrXNm6bPSrz5ujdPsCHwAgZtKdA4ZB1CP170phFfOJOMnrW+fPFLX0zzDXQzFmd0FD6CE/2Bx3g8o0SEgA9f4SntwKnHvo8zbaADuqAZWrhe5HxJpy1jwUMKdCJgxqF0+mOXM04YH/ZcjAxoNzs7K2wR3WX+POmkk5L/6PI8Rd+djreQ0YzjYHBkHGhnDcnXx1OeTyMW9JAvRaFr1m3b9ZbCMdqigUXauOHkxE/GA194ABw2IN785jeLL7lZi4ELdPY7Li57Pq5bPk1vqEMvcLF3YFcdC0EL8XeXfcoFb7hAqc5rYF7WA8a81z42DteX1bA+R4R9VlmvH5/xwCkikj6DU6lUJH/PNW0pjF84BgUHfAnwqYMOzrRlTvqHf/gH/e4nfs9+9Vh6wYJ5nzboJPP/xz72y+LnpvkJ8kHPvfxZl9xAjx87pmefeVbMgdg9Yz7++BP6mf23XY9WOlbjRbS2Y8WG45K//9u/0R3f+baa5g/rzbbjfmSF4kaEMpeWaQYvYJUcM4AH15wjQp0jIpL/oD+8QH94ht7RjzNw0Dvm+36vQ/EHyAJdue66a3XKyRt06OD+tCn8mc/8g/7zf/7PeuzJx/Tl2/5NfJHzD//waf3gBz/QjHVvydLljq3q4uv7v/27v9VTzzytlatXaY83Xw46li95/f3DH9yZYhTmo9tu+4p+9rN7xBr95pvfmeabp599Rt2OlfCt+w4c0mWXXiG+7Ef2F198iQYHBnX82PEkb+YcfG7Fay7W7aVSWS1lXsMv2Dk0QxP+oNexW49t7ro3Xasbrr9BmzdvFn6a2J+NlinL6Quf/az++pOf1KF9+9VlPUSH4Bd85Uwh/jj9dNYcZ2mp6QVmRG4+162S9jH2aaGwuNpJH5FL2wbbIGnttTwwwIsY48iRw15jzpmmPle39NijjzlG32VYc75vC39R2FZajhcbzkFAB/f4KEpHnsADR55FMLbUsG3xPCLEM+RMAR+KXF+2fa1eszbNN8zl/OR0y/jTd9Trn4PefEZ30BVKWxI8Qeeb1kvfeh6vJzp5Dk2s/Rueaxij5LkBv40vpg/2xcZlYTk1rfxN0wTO6CE44oPIbTE3tQw/z0uOf5qpgDt6SeGa9hGR+Ey/Tn3J9oAN8xzYwOmccz/jS+r/8l//q/7jJz4h/Bz0sUFCe/DAvlgTIud169bptNNPF3EncRnz0Q033KA1q1enL1rJx4HLerfjhRW+7hwcHLQeNBNPdu3clTYYt2zZkl6OZH5dvmKlZh1nP+aNxwG33XT6aSkGGhlZJPDDd+Ovqut7kwAAEABJREFUZ70pt3XrKzp67Jgm7Yf37NurRx57VD/80Z3ad+IXsaCrYTlPe8O94bxHBDon4Xt27XxVNcMYSP428/WsbXNezZDmHUPkXd0aWb5KG0/ZpFWr1yQfybwN76Ad/UIO+K39Hu/Ci96oD334Vv3xH/9X/eZv/IZ+49c+rl/7lV/VW+zj+eneD37wg/qlX/qwiG9WLF9m31xR1brbbduser5ZsWK5rrzyyrSOm5gc1xHH3JMzk16zNtR0/IYOw0uL1PpfEy8ysX/CV/7wGb1gbXTE8xvxKPfIHH2EBxSu4R/jEF911hmVcjnFwt2ORcrGKcvzNGfpxMG4M57X0JWO/qAL1Wo1+Rl4Qj06TRd0pmmbpD2FsfE/xKG0gxbmMvBj3mxaRvCWzTnimbfdeKMuveQSrbYe5cZl0aJFIp/DmOBPoQ/07vIcvX37q2KuZm5nbPAlL8TYjFfxOh1dyLJIL76AL3iCBzhjg/gOCs8Yk3r6IBsKcVka98TcEhHJh8BT6MCGJx3nzjoOIt8KfGCAC+X197SnwJe5FNfPiXhqxvEI9YxPAfeIBRvmHnjAAR60gT8woJnCPf07ddyDF4V+0FYpCg06pwK/oQ8fCn30x2dxJr5gLPScdsgBmyPW7+/vTzwcHB7SslUrNWy7ZO8qIjTnOfn42Fj6JaWtW7fqQedL7ICSXmMDV1xxhYjp4SX+AvjIFvj4Bb5UbXguAF98IX5rwhuz5MiJyfj1BXCFfvCDVs4UaJ01/w4eOpBiiaeffjr5IPw0hZeTsVXasD5Bx7ABfBfxFzrAmPgVCrJknKJUpJgQ/oMX81SeZ16f5o5bj3tf4dX00gl+e7fzt089+VSav1nj8vU38QLjjo2P2e+1kr2kn/kFeJZl4gB5BiTYxKkQ4M9YkWadSCK4djSpsPIidPPHc9OC8gEDpJg8KAieIArHjHARJI4KwaNMuY2JPpwjgqETLPCIiHTNc8ZBETBYGkWEaEORj06b19p5Mip7E7VS7rK820p9XUc7yQrc0sJhOBHxGizggcvrz1xHhDr1wIgIlW3EPGNM6qAHoWG0lAErNcE5Rkpb2kE7PIkAXsm4hSfkps9SyZMn8MCVwnjwLMxn+K0A6bYiQrTjGQVeVrxoWrgu7Cgzw2ulCYLxkEdnTHCkL7jIB9clGyBKjOHxPCKSYtQd/JB4Q8HAhz6dM/S2PQm0PTF1SsSCvICZgbPh848+TQcY9I8IqoxfO42Rbvy/LMB5oa5hh5Y2AzxBNh1wgDul7nt5zMI6U5Ry9/I/w2M86ES3MEBoQQ7Q0jJ+TcOL6NBUTwERzp9+8Dhi4Rl9KYzDeNAFzp0CnFSsRx2dz/LMk6H1izrD4TntIyLJyRimfxGR9AdZgV/Z8sqy7DUZMRYyRG9waASp4EZ9BybXOnFELMCPiFTDs047cO/QQX1EvDY2Mu7oJI6OMWgbEUJ/IhbgUQ8+8gFfSR7gD9AleI0DYxzgF6VSgs/4PJuamnRAMK/MsI4cOaJXXn7ZTmlHWizQpjMO/YFNG5Ip8D0irL+l5OB49uILL2r/gQPatXu3GJM314YHh0RCkA0zguBt27anyXavFwHf+MY3nTR+IX1BsMoLtQEv7JjYCUr4+Qt+vo+JueaJAVygfUFeP9c/aDLZQj7Ii8kpzzMnI1rJj2SWW0TYbuuiLTQDCziUiFDbQXke7mO9wH8CL8/zpBP04T4iBCzqOVO4jvg5bMaXD+p7CQwdGOEnyqWKiryc4DVsI4zfcOKx4SCn7IXQsmXLdPqmTeKtoicefzy9MbfEiZyW8ZpwQq3mxWvT7VtOuDcc2M9546xt22o6Idzwonbevr7m5JiJVqtRU9s21DItNlqhIXmWKc9yRRZJznkmu6e2g8jCshnygnvAmz+L0iYC/n/YARN6jc4NDQ2mJO2iRYst67IGLc9kr/anMw4+8Ee5eYU+tD0m58y+sbAvz0tl9ykpyzInIxcSaCX7gtzjV8slmfFJRg0HcIMO1nu8+RoRqU4nDugA5nxt3s3xqUqypL5TTjRV2/7j9dc8Bzd8esl63+2gnPNqB+QEhAQk8J6FxRlnnKUPfOAXrcvVZFtM6sAjyMgiN99KacGITUI/54hw4DuQFnjoZs0Lj9z0gW9EqGz5yxIYH58UATBzLPjULLcZy6xSrai7t1dhhnAfWZ54xbgmRrn52rQsM/MPHgGXZ9gk9dDCIj0iFBHiIOihfW12TtjeqBc42N6qVau01glagvQ9ts9529SuXTu9ADpimgsxHsHN2OhR+4Oa8QgncyrpmrGqXmQQ8JOMYfMEXMCDoIfx2tZVYBBsLVm8JOEDndgbz/GVtAfHmvUX2rhHRoyLv6KOcc4888zEU9rSDzq5pi33Fftjfv5o+fLl4qfYWGDiJ4CzzxulESH6EAex8YaM4T8ywy+xiB7wfM9YTdtj3fiEwgu7KZPQTr4rItLcs//gAe315t/e/fvFz4+XHNC1I09BbLd50mUZr1q2QsuWjigvtTU3N6Hp6WPKwv6mNat6bVrVSmY7G7Q+lNTVU5UMm8U/iS9ePqlUu9MicYk3SSMrFLafpb4uFWU1bVPdvT0imTA0NCySN4scNK9fu05jDpZZsMlpmbbboRsk+dFtEpPoMDQu1M+9Zlcl20JEpAUI8kNGx7yZhu4g17pjCXid57k4eNMXvsPPI06qsHkDv+ue4zPrZtW+oNu63OMFIHwmDkX2EZH0Ht0FJ+T65utu0GVXXKWTTjlFlWqP5u3b5sz/GQffx00PiT9Fpueefc56WTGrMvNzRoxJQFybrwu8mOMIyqlnEY/fhh/gXTNeI07wbli/Vidv3JgWgkNOOtMG2bO4oB/6gk5UrE/QUbYs4dW8bYP5jAUhNgtM2uATsQX0jvuurortv18cbKDhT1gcsDjhOfMkeO7yBhm8Aw7xGTxk0b9163bt8TyIjBkTPwVObKhNTU2oXC6lrwMWL16kZd6gMTPSJtPIyOJEE3E6OEE3BVpKli3+KfcZvJAHfOJFSewAO4OP/CwvX83Bb+QPXcgTWRWOMTeefJL6+nu0Zs1q63Kou7tLt37oVv3u7/6n9HNajz32RHrp5IhjBnz3tm1bU/Iend7y0st69NFHxaYW5y77XcbCb8B7aGSMoaEhT1EtL4TGxX2WLfg/eAHu8ItrdIl7Oabu0MjfRls8ssR2nmtycsJ+aj59RVe37k45pkGX6Q8/IjzHe24ADvShy5QE0/+jXUf29EPujMuZQp9OX/hE39y2AZ/Rl5NPPjnNkXXr3aZNpyWdKJcLJ55OUmb7wB7gMTpBAQayZlzwgx/oB7xs248WRVkHvVkFXNowNn4NnUSnaIcs4QW6yBjYMbqNf0PnkC+LWH4K89Of/rS++MUvChkQg9GWcU268BEko8vWfeyDxA/weZ7bD0VEkhFt4QO4Im+uwQs+cIYmYHAP72acsKYt8w56ig5iB9BxwRsv0qpVa5LcwZOkzStbt6intyvx65ZbbtEqJ2+yLBd9SUiBN5se0F+136UenDLz99jRYwIGcSO4YIvYO3RyZt6C3xEhNqVYVPc4Wb179y4xvwMTm4Wf2NNTTz1pnzNtGRxMsSpfT8Ob22+/3T60YV0teS1QE3hQ4BfjoguLF41o145X9H/88R/a989qeNGAfdysxiaOa2CwX2edfY4Kx3xnnrXZMBp65rnndPjoqOed0GlnbNLKFau8sTqm5StW6Jxzz3ObuqrGNfccwbyjsL47njhqP7xq+QrNTc+In93HRyO7f/mXfxFfm8BvNojWOnlK8gOdCMd/Q068DDim+/FdP1G/z5dfdoUYkxdz5hxDRmRp/iOxgYy3OhHT4V1EJJqZc9euXaOIEPzHf0E7OpDbLiJCHBGR2kSEqM/yPNHpvS3zsakwPtTTVz4iws/b9nsVIRdXpTmgw+N7771X99xzjwbty0mEVjzvoGsUYKBv4EzBn9APnmBD4FYuymo61pycmNA3v/EN3f7Vr4rn+O1yuSxkHPFznKENPu53TIGOXHzpJfroRz+qqelpVbyJojwTtEw5gbzJieyNG09KNk+MxNj4EvCKiOQf8ANsuOM3oBt/ERHiTIFe2mfWaWiYmZlO8x7XJIR4FuE4xeMPDg6q5nmKZBjwiNvxBcu9lph3XF4ul2zba9X0Wn7Gydem40j40G437TNL1uFC4MBY84bDGZtA/yMizdv0oYBXxXNkyXMK8wx8LopSik06z8CtZd8FHRGRfEZEuE1TwOY54wCHPsyDX/nKV8RPByJT+N9px5jQDH79/X2OqebEzwx+7nOfE3MXczL2Bj/xd+Qf8iw3rc2kP23HQtgy+LJxvt9z7Lx1u+V6/CZjAR+c0G3a8oXQddddJ3jIfQeHoijEOqjsc2H9Zf1MPO2BdMhxYcsxPzE2mwQve0M7U6hkv1lzTDPhTVXmIvwwPiI3P8wYgR8wwQ9e4Kfw/7nhUwee8BEcIsxDyw58W14DUgf9yIE68KMOP4vs4Af36Ct+iy/MiYGP2keiM8BG30877TTRp+q4jQ1gZHrEPoVk40HHvP32VZFlGnDMmRdlHfYG4z5vNJJwn5meFBsf07ajf/zMp/UP3ozc6XV93XrX8kZcs+6NENtZ2+vbpu+pCxMKfcjYl6/pHteUlmUDzdBEQVfmvMGCnMu2zS7HlgOO2deuXSvmxfPPP09XXXVF8hO0m7ZNHDiwX+j/O97+Dh05ckzTnoN6uvsMPnSdN1I+9rGPiRdHsOELL7zQbY7a9pravn2HPvWpvxQv5/F3ZW/7ylcF/5DFSy++rI0bT3EctMY5kUn7n/uUZ4Vuvvnm5Jv5G3QbHctG5FJkKhcVDQ2PCH1a4c2oo0dGVfVauOF1+4jjlU2nn6ULLrxYb37LW/VLH/1lnXnW2d6wmldv34DXPAMeY8pwazp29Lh9xoBuuvEmffxXP67/3x/8gfj6EP0bHRvVCseDLz//vO798Y81Zzl0F2V5f0qh3PZdFryWD9Z7a9eu07p167Rs2XL19/Un/SyVCrcrks2UbNesI0uuwyaQA3znGn7D+5LbNO1LgEs+pyhybXvlFR08cNCxV00RYb9dNrxWuqdd1fP0pDc1jnpt0bQOU1e2LJEv11XLtMdrfnQ4YkHPI8J4lcTYtDMJ4jntuZZ5XPearWVfA44NX/MMXUVnaMu40M1YESED8792wgs9weaHh4fFhhFrVfSnbjsmBgAf6MeW8AOz1iHgZ1muPCvZ59aSbwQ/+cBuKLn5k9t+ucaeO/RGROJNy/oNPPDr8JNr6jLbWacAg8I9eK5fv174pd+3/P/k//w/hd0yBuPTLiJEWwo4w1P6Mf7555+vm9/5Tm3eTKwxL/BivsDP8/xnP/uZvmJd56e/l3sDEb7d8b3vpV+6wD+xgUvfnd6Y+Md//qyeevrZ5H/vf+B++/W6hhcNacNJGxJ99z/wgJifx7yGO+w1wcOPPjMONi0AABAASURBVCJiO/zPq69uF7g2rT/gXfG8HZLq9pEN50LmPT899/RT2r93t9rOX217ZYsO7t9rTQ4h15b5E+VuNbOqGiq0fcde7dm7P40LXHhkcOIFMuYT/mTBn/zJ/6FXtr6smn0ReyBPekP4VfsoeBdhuC7r1q11jqPLuGXiTy7w4ge4gBc+fIVjMHwkm8d9fX2qVMvKLOesKDzvh7q6e5w3G9HiJUvt1hfWMfBwmefgRdYv5IGeIXv8ct208hUsOohdII/Xn4+Yb7y8vsv85iUPNsQaXlOgIxXPvw37VArzHfCgGbljm8gUXnAvxWs6ERGKCL3+QAZN2yOwOLtBygWUi3KyYfBifRwRYj7kb9fyohExJvR19JZYnutr3/QmXfiGNyZ7Wr9+ndesPQYZyebKtnfwwlaxs5btNmIBH+oYv24aKYzLnN6yrXRwA1cKddCQOWakDW3pk2C4PXjQjpiLmA3c2NjGn3NNHesn5L+ARwtwCU94FhGCj65Qw3rKeMBn/cdY4AlOdcuAZ4wVsdAnYoEeAEIruHAGLoV7+BCxwJPULstFL3xWBx9o4VmXfWLFvhM/gb0i+4hIsTB+hnbU9Tk2ykq5WuSCjVfbnaGq6rX6iPPH6Gy31w79AwNev/foiP3w484vQ8/g4GCiF1rQQWJEroENvvRl/KpzT4PON7FZC+/oix5XrY+c4SvxG7bONTyj3fZXX037CKxJt23bJgrX9Id3RlWSkr4tHhkRuSH8FWsL/DD8hjeMAa2sYcCLfhGRdAydh6/gzbiHDh3Uiy8+73Ff1ax9SodG9AU5vnYePZ7sY719a+bZQYZnJ5D7HGJAFIVJq+5kQmRttVoNweTCQW9EpHYMjDEwCAaPoWPw1I+YIAIAHDEJFn4zG3g4Rwy3gzCM4JoCYZ3CPQUmUGjHs/D/uKbu9YW25aKqaqVbFQcbbpaMjzMKyJk2C31aatkI2y4tGw51nIFLu4hI9OWezIqiEMzHMCIiwaQdhoCiIGjO9EdYXPOs0wbFwrHWzEfqG56sW97EoDA+uEUswAUG4+DsCvNZTvbwxo0f/zt84G+n5HlmQSqVto2gYSPoFODlpgGYnNtOAPGsbmcDzdybIEg+IXup4cmn7gmj5cA1ItK4NAAW7TlT2h6rbXgL122DaRsHcKHkdPHEU3cw5EVuZK/B6fTp9ItYGCMiEgz/T5mvodud1LZ8WnZGbZeWHTb9AJ5lmfIsSwaMEaB/BMU4C4y2Q2Nh+aGjESFkoxMH9RGR8KMtBdgRoQ6v4BH8onAtHxHG1+NWHLjJdLnKaAYn65T1yjyhf0Sk+ohI8BivIwfoA3/wxD7AD5lzpl1ELMAy7R1+yQf4UcCFM8/AmwUJOGKfnKkHB2B1CmMbROIBfGCSoC3PIxb4AEz6UQ/ciHAgPp8ChIif4/R6PIHFeH5snBvKshDPcTa8lRZZlhaPLFygEb2Fbpwrial1DspJtOA7wHFubkYsBA8ePJiCTHzLWWedJRJal116mUj233HH99LbrQQ7L23Zonq96UVHVZtOP1OrVq524vVx3X/ffQ7iXkoOH93A0RHIEczD+ywy2GGcW+Ie58+Y2DD3EdYXJwUOOQl52E6VhAltoAGewSvusf9Dhw45ATuZgrlKUVaPg6JOu0WLFgka6g6u4Su8gsdpcP+PsXxKOMBLeEAdeDAGfagrlwsV+IS2XtOrWq2h8YlJLfxEl/G1jTz17DNeRPVr3br1KQlbcqB53vnnu5OcdCsne8nzwuPl4jCZyjNfYe/W3boDtJo3Itr29+W8pJIfFi4ly1V+nitOwMiVR6ZSJrXsT0JNVR3oZAYIfegApey6un0eZ+y0q6vX+tEt7otyWVHKVXgBzj16Qd/WCb0nqSZlYvOXzU94AY8irIv2Bb18gRMSfgF97fSTj8x6R3tfJnwjwr6tYV2pJ5lXnIA0K5P904929JGolSIMWL4zzcjMl2keoC3zF3NCxXgv1FdTkoo3jvfs2WfebxA/U4kvIoCmhHnV9AI4i5LlWE421bCvBh7jcgYm1wTHjIneRETCEb5A4+zMXKIHeyJpXbF828b50NFDeuqZp/Tqjlc1643Pkhfh8pi82Qls4BJkAaMDH5gU/Al18JbndW9ImWw1nGzp7e13MvS4DtgekSd63XnbbJEXP709vU5OOdnhPoV97Sknn2J8G3r22adtD3Oij4xfy7rZ9pwBHsQWFOwHHuEHsL2mZQr3R72Ayr3IaBuJSqUi+nBGRxiDwiYL/KO+8xxagAMt2CWBFs/oB23YEX0405ZrxqAdPMLvHDhwIAX8yAwec+7u7kl6M2a8tjoZ/NRTTwm8GRs7ZfN8xknocSe7GrZzYDEeYxAHcb777rtFQFgqFeoxz4py2TCWaK2TyH1dVXVZH5fYV1SKwvpZt9Y3tGb1Ei8o1uqkDasdHJ7qpM86rVy+REsc2LI4mxifEG/MgTMLpdywh4dHbFtVjU1M6biT5BOTU/a/S7xQ67Y/nVXNtlgqypiy+Dk17Ht2dlq7du/0uO20QAZ3+AId4M7GJf6ccXhGHXyF9iQzywlewndkulC3sBiUj/7+AfHWIsEt/AAemxVrnZRhHmqjFza3pmOk2txssmd0FfiF+YFfAGbL+oFM+np7BT743UP7d2jSvJ+YnDbu064/knzxmGVFMA6+WZ5rym2gB5mVrFubNp0u5gOjl+ylbRrQVeahAS8qyuWSoDN3W2BMmI+7vIlJARdiDeald7zjHekrycsuu8xy7Un6Di/wdcAiWQGtjMs8R3DPM+Z9rpcsWSLwZJE5ODgo8KYtSd6d6c3c7eltTHif8Mkz21fdPiCzPKfUcHKxYh9A32XLl6eE5rQTgYwNj1gAwkPGWbp0sd59y7t08zvfkf4W6v/8H3+uzZs3O0m+3vp1ps71Zgu4mRXpHrsAN2REkgsciGeZ18EfvlAHvRTmOuDRhoVGRKTkQMl62W6F6Tykg54rbzLPrnnTdZ6fhpxAGdGbrr3WOlv2wuXF9PcuScowNmNgK8ho394DWr16bfpJLpIWFfsFbBBZoHPoC+0y+31KRAj9AS/4RhvO6EDZtkc9z8G1VLKPiZLOOuscoZsVw86cSYT/g4NDisgAbb9dmPeONdy/MwYw0R3GBxd0CPhcMwYFWkrWI9ryHH1mbN6eBQ46cuWVV+qmm96WXkTq7e3WqaeebP3LUhJ2bOy4k6ITwrcBAxtAppSISHNJRDhZ2m99aCQdxM54Y3j9hvXpvtsLamgFF3BjXPwd+MAbZAy/WaPxDD6sW7dO1NFv0LoJ78CTTTX0Ff6AD2MNmk+XX36FcRgw3iXNerOBFzaWOwF88imnpjglsjzhwvgR4QV5dyrwjzrmhA0bNni+GRW6xXgkhNg84Jp4j7H4+U5+ivq00061np5lnV+r//g7n/Dm1TH94z/+k1hvfvnLX9KnP/33fn6mfXcjbXp2eRN+1Avfiy+6RHzxg/6c79jo4YcfNs55km1uX7Fi5cqki+g5fgsbBx82mC655BL7yVb66Uc2spABcwQLe2wNGZHwQ97Ing3nA04Qs/6FRl4GQH7wluTijBfpzFXAQcnQnb1796pjA095Ixb60UleMPjhD38gXoT48Ed+Sas8d4wsXqpeJ8752rHa06sb3/4uHRkd1/GJafX0D2un45EpxwOPPf5E4sPKVatEcq3RaNv+htXr+b23pzdt5Hzqk5/UqSdvdKJ/tfAf4MTP/H7Fm1ToBDjljh2v9SbRRRddZFn3J56hyySS/9t/+2+eV9opThr33PTKy6+IeSqL3L6xz6VHyBdYyBNew1d4BW8iIskdPlCoz7NMtOeewjX9uKaw5kF/IhwTOm4EDvd1z8PwHxqIj4kfgUd8g/0NWp9PNq09Tg4hV/SKeu6BT6E9hTGxb/SdjRPaAIfx+/v7k8/gp/4vvOACJ23365BjiJo3boijkCe0osd33XVX0n/mA/Ru9ZrV2uk5heesc+FFmN4hxwHExadvOlMnnbQx8QQ4HVxoB89Z1xBnggfPwYXriEh+gGtKgm+nDi+qTqqhw/gGaCi8pgAWNl7t6hJ0I3tiS3w4PmJ0dDQl4MfGxmTQlm9hG2hY1i3PQ6U0Fv4DvPAl8B9+0Z/rfs//6C/4gw/zU+F5nbHAm7ZyjNjneR3boA31La9JkCEyBUf6IwvqONOPMZEdMiHpjU2x1oNmntGXcejD9Ze++EX98Ic/TLoIPJLlt912W/oamwQcm2PgSh+ewxf8EvP+zh070tqU/uBIO3jINeOhP+BFP2JacGZMzvhdnoEHeHX6TIyPqel1wOJFI2l+gfdNx9IvPPtc+tnV//Hnf55+CaZalMXXc9ucwCf2hc+MjTx3OU74///Jn+hv/vqv03xBYhI4jIXs8C8R4ThnNs0V4I1cSPLShmvgHT58JOkasoGGiEzoym/91m/p/e97n0h+c4+/Y34g19bfN+gNoVbiC5us81475lkoIpRnuWa8+dXnjQP4093TrczPgF3zmrG3t0+z3lxC5mtWr9aypUvV8Jr7kQcf1Gf+/u/0ox98X7NTk94QaWrePgw8Kbl9tNrWPcNq2+blI8uypIvpmeRxMnEdEek6IsRBO848g07OJMfBD718xRsvzWY9zUv4CHSLOe+Xf/lXdPU112mu3tb5F1yit1x/g22glV6e6LXewpt3eqOJPtVqlwrH80uXrdCVV12tHj8fnxzXLe95l4hduvwc+7r22jd5k/Qcz+uHrP65rrn6Wl1xxVV6+0036+qrr/F8dlR3/ujHetuN79CFF12mqakZAb9m3rUVOmPTWfqIN1A/8pGP2T7foqu9CfFrv/Hr+pg3S9//wQ8ax+v1/g9+QPhrcPy3L9+m3/ntT+gb3/iGZVYXPogXblg7zMzOOPYY0tOeb0qO17pKZVWUqe2x5Dxp4fvCa0rGlceuVLrcfthzyJAqlarQqXK5SLxG53Ov66teH0cs+GX4i73y7OSTTxZH0+tL9A45QFfbldu8vtru0nKsj6xy5yCwF/QUPaEdek8/NxfyA2a6t4+jHffoCf0ojE1bztzznHPZcR5xERtcw/a5JdtY3fE0dehs1b6yA58xwadcLicaI0IRkWwWWHmWJVyIGV568UXhD4mdi3JZ4AJ+2ExPb4/n4TroOH6f8VplSke9UT83O6+l1n/8Rm6aGQ98OzxiDOBQwJ8zz+E7banr8Lewb81sG5zBnzPtgUEfeISvQieWeMwsz9Uwv9ErEINuEyfaGXn/a6d5C/qJWYkJ+BINH3P48GHTMJnohUZ8PnEQcc5ir22gmTiJF8fwDzfffLM+/vGPO5ZfLcYYG5sQv47xtdu/5pzBM5qrzeryqy7XGWedoZWeH5m7BwYHdcEbLxAbcGedeYZWOz6TDz50wD8f2L9fc9ZfcsYH9+/z82WanZ7UV778RX31y1/WvT/7qR649x7NTI2rOT+nxlzNuYm6JqfZKwevAAAQAElEQVSmNTE1p7UbT9OK1Ru03ufB4UXq6+tP+RvmA/iK/6ZAR60279ho0HnFQ/rJXT/Wn//Zn+kBbwar3VQYJ2SBf37ppS1p8/eFF17Ugf0HUkzgHeOUMxt0rAz/S3mhPMtP6FOuumWQeZ2wdOmSZJvM7fzpHdZVTa/bI8Kx2Rox78P73r6+NI8x9yErZNyR79jYmHjhhzXy3c493H33z/Rlx8TIYOsrr2hifDytucCjbH1Bd5Alug8MZBmxEI9BM3RFhErGL7e+oAsUrguvP7ELriMi0VO4XZ1cogs62u84CX1jo2vD+vWOvy8U61/GB9eqbY01xZznD15mHBoe0qDl3tPTK2yzp79Psk4jB2hlLHCJiGSD6HhEiAO8gFc4tqEttjhufhCDMZcDA1tAtuCNXwEPeMBz8I6INAcsdq4FvBhrzrkJeFyzDrDuHh8f81rlmO142nmHw8lfo4/MI4wRESLubNkvRSzA40VMcGN8cGX+oi1wmacZn2toQA7gyJm2lM51RAgeyAd1HX9ZWJaUiAVeMHbNeRX4ACzkSnvuwbPtuKvbPqnjC+F5btmNTYxramZa4OQhxAuTK1av0pA39YtyOcX+zI3oy9TUVKIdHYEW1kDEjawlOcMT6AVfcIOX4LDc8Lr6esUHALzcumf3bu3bsyfFOTu8ecrX7Misz3q+1L6kKJdTHosxGWfnzp3OKexPvmnt2rWeiwaSfjIWOMNn+lLwq9SNW+/Ba8Z6Bg/AGT7Ad66xJeRNWWrfODAwkGKiefOQ+Hit18TM9eRA0R36QiP9GTeLyHSC94JIGNzVXdXI4mH1D/QJwSJgGAFDAEAAAgMwBJBMgLIsDYzAaMNzgrmVdn4gwKSFIwBh4CFcxqM/JSKMRyTnTT3EcqYtzykoB/UQDkOBUZQqaTOFa0qnT4Th6d/Do1/LgZh1KE0WtKd0+jBGycqEIChcRwTVqUSEIkL0AQ8qIyLxjToKdeDMdUSWBAz8+bm6mk6oNx1E8JxCPUU+ssxw7JTn5mdshHNp0oX38B3BdcoCTpaS23po9/x//wMW/Si0Zyxop+CYGZO6lhcsbfMDOE0nvJt26ECLiGSsjE+JiNfk0unrKkWEONp2GNTTFh1hXN7mQtYVBy3Ud9rQPiJSX+op9OmcwTfCPPbGbss4tR0wA5v+9KXQlhKxAAeDYdLB0GjHM/jF2PSHLuDSt+YAkQCy4UUM/KA9+NKeNhE/pzUiEh/AryU5Gd3wnNhKeg5MNnwYi0L/Liet3Mz/2i56jcaIUOcAFm0pcjXjd3CZ8yIcuGFdACbPuO8U8KUt9fAkIoTzKzxxdDtZhM5SgF3YsQKD9tgKNkp/+lJPAQbPsFcSoySFaJN7wgQXJkESIEzeER7L9cDv9I2wnE7oDH1ojwyYOE855RRPmKd5UupKTnnawQswwYf+tMPRskHBGy74C3DgOc7q7HPOEf5izdp1yVESpIweP64VTtDxt78mvFlwkRNjH/nQR3TdtW/RSRs2epwFu2FyXLp0WQo2Vq9Zozdc8MY0EdQt85aNHx8Aj+QDR4g/I5gAn5oTgTtf3ZEWpnUv7vq6ezTrpFeeZUIOTDC8gY4zh+enegOpz5N+hx5g0CYiUsBCPaVk3mWuAwY8hk7OEaGanTU8wZ/yM3kk0LhumLe0pzCBc+7IDN3rd8DR7cmm7A0ZAo8bb7pJq0wv4/f09Ym/KUZQO+QAjr9/1ufEW9WBi8yDmjeuaw4Q5r2gnTN9e3Z5Y8KJ24YDoNmZKU1PTjjonLPdN7344txWmAd5lpmuQqU8E21LpouADLzAL/Nz7MisTf/oI2XWg173K6tlX5FZXyPP0nP6IIuS9RVdrDmZkHlBgf4W5SLxPCLSOc9CYb9XrbjesgQA+gwMxo8IqlLJsyxNtMDOfB0RiliwbWyBQj8aZ4ZLmzzPlODo522BDz20Rz/RQ96eIlDlGTrP28gmSyySmYSpB07bC9F6rZm+li6KcvLpyJzntfmagEcwUnagAC7oIrKj1Kx7XV6ogt+M5TPvhUC9OadytSz+vsmUZdRUS13eVEa/CBgiwovuScurpj279wg+Mhb9OUOHfGCfEeFgcDQthnLzOxzcz8413afQ1PScZmdryiyTBx98SC9tedltjyv3Ihk/C84EO+ho03LIzL+q/fyunTu0xwHRwOCAcexRye27rZvd3V3pJ/HanmvAFX/Nwqsw/IucmF3pwIq/I8KXGbwhh23AC+YP+IjO4qMiQvCeBRs8gy58PDpIuzzPRYE++kQsyDHLsqR70A//IyLR3bbQkCt1JOEI2gZtU8COiASrbttkDL4Qefcttwj5zls29BtwsAUN3U5EMubefXtTYglZ8oxEPYl0FgnrVq+RPN7Q0KBGvBG91PFVfX7WdQ3fD6rXyabh4QGdcspJOn3TKVq/bqU2rF+hFUtHHN+EqpWyquWKcSp5wzEklR3I11WUyqatS/39Qyo7yVGp9iiisO8bULWrx7rQsH9pKMyDqvktJwx4CeLokSOOgWoOhI94Q3zWcIpkY8gWueKr4SUBKL6ZWA6ZEeBCn153IC/4TxW6O2Y/QvuIEHxlLig5rgIe/v7BBx9Ii+cBB9O9njP5mRfsCF4Cg4IMGAcZIcuOLoAPuCGDbdu2JX7ztc/2V7c7MXUw/QQMNkoyg5dvtmx5yfFUzXYtoQfY7fbtO9PXYujUfm9eNCzjmv3hlBdIx4+PpiAdHEj8dPDnmk2Q5d60REegqctyP+45CZ4AmziXRTBtwJGFBYtw8GfOgE8sqKAFGFzDE+Y59J1rYGIfr3/OAmDv3t3aZ/1C7+AL+EVEogm+YQvYFj4IuJs2bUrJ0Kuvvlpvectb9Gsf/xVdddVlOvXUU6wP9g97dtvGrX+eC9atW6+NG08Si0eSYPAW/pE4xs4rnjOIDdiogl5ier4MZa7ChyE79B95dHghH+jAkSNHdfDQESfculyTe7G0Q/SnHV+7vPDC88kvonPoHnyAfvgAHj09/WIzeN++fXryyae9+BpPtmtgon3njCxtTII/9IsI63fjtVJ33MczeIU8sjwX7Uy+4T6lz372c3r04Ue11gszdO+QN34Zs+KkILLo67c9mQ/IKCKUYNimgEf7in21zdvm1XCC7KjyyDTi5MzwoO2yVOik9RsSHcgIXqHH8AE6ia/YgGJhRvyA39ix41XPmd3JJtEl5AufaY/+AANboz08o6BftMP3oDNGU8gtIuw3cqGj8KnTFtzhAfXUcc1m3j133yPki6yBxQYQf0eXF0cuvfRS3Xzzu/ThD3/EclxtuIW+853v6g//8I/0iU/8rg45KV+2n1q2bLnl2vDzkn1Rb+I1/K/b1iLC9tjyszyd161bZ9fYtt8Kt+1Jsdcdd9yReIyd1S07NjX5Ihp74su6T3/6M9rpBfXKlavtw0b17ne9RzfccL0uv+JyIS9s4KILL7Zvm9PaNevSWA0npUZGFie95xcIPvOZz4jzCy+8IPw0/M8iSy9HsWmMPaBj+H9sDtmjt9g5dsYX+0NDQ7adjaIO2eAnkBP8ZBMG+4CPvFyMzvDiBffMIy2vBZEH8iXpxd9apC/0ooef+ed/0ksvvWx/37avn9X73vd+b7q/Q2eccaY2OZl+4MAh42pd89zNr3dc6Hj4d//TH+iMs8/TQ48/o6Wr12nRyFKFfe+PfvJj7d6z34nHhpatWCG+hjxy7KgOHzmsttdYg4N9Ov2000Ri8EFvaMBndBUd3eGNJGJ0+D7jjQ1sulSUdcf3f6C6eXrxJZfqlVe2Jh6jf+gc/oM54bOf/WxK3sEbYgfqmAsiQmXHPQ3HD/h4CvXoonxw3faZeuooEeEaJZvggjbIhHPEwjPa5447eI7Munt6dHxsTPPWO2Whcce1+LOrvWFx4403iqQeOIAL+gTe9EMGyBCZIX/mAe6xO8Yj7omIpL8/+clP9Md//Mf6whe+kN6a/6Q3pn/3E7+bksz4yL/8y78UskUv66YXuy3nJS2ybzAAAYvxgcu4XM+Zzy3Hj1lWMilZKjOO1aHXN4l30NrhCzhHhIABPeDaslxpA0zowK+CPzSjd9u3v5ra0w4a6Qv9+BRwfMWJV/SbdS3j0g5YEaGiKFknZ5J9ARvfBy7AoDDujONW4ljO6Dg4AmfM8uAeeBEhcOWe58CnQCMlIgRc+eAMXM7gS/tSKU80LLId9nvj6hRvkjNG4VgHGmkDbMaCLmBfc8016cu8X/iFXxDzJDwxePurulhz0RZfxZlxgMNPkX7ZyXns9Fvf+pbAAz4Dm/Gmp6cAIerQdXDEdzCP4FfgETjRHhywLTbciQvwtby0QGzLXBARwg8N9Pbpu9/6tg4fPKSli5eklxHwI8CngB/+GZ/y696kyN2PWLPk+QYdkg/Giojk33baX4I3PGk590N/cEc30VPmDJ67W/rX6XvllVfq1ltv1c3eDOElMnjDCxTk9Jjj/+L//mt98xvf0ZSTle2ks1ny5au8IcIY0J5FJv4MQcVxbN1rzIZ9esqp+LzVcRwD9vX1K7eNjh49otuc/P+Hv/sbbd/6cuI1c1PFa4wIdK+w2bTSGrRS2D68rijZx0ELJfO8zBl+U985y5N9Zvg8hz8U4iHgQgv+CXkcO3bEOpWpYlzpS/sVK1fpzde/VYPDI9rjDRxeDONlmX/8p39KX9GViiL5kmUrlqc5bNnyZXr3u2/RmWedqS9+8QtpE3P1mlXq6+8R9vdHf/RfPG9+Rwct23mvBQcHh7V61Tpt3nx+4vOv/uqv6rLLL1PFa6fbv/Y1TdsflB1v8tLGBz/w/qQLY8cnvSk0o5rnkS221Vqzkb6a3XTmmdp8/vk6fdOZ3qCqe43Yq8XOh5AQfuihh9MLBU888aTecv31eue736WNjgmLSqEnvZn607t+pKrXbOVyoYH+XpUUimZbRZab34XM6hSXLFmyzGuOvuSHQpk4csdU8IpzYX4g9w7/4TVzIfYBr1vWP/Rrxj4NWyiVMtXq8yleIZletg6X7CP7vRETEUneyGfZsmUCPvrAeWCg377IeNkBMQZ41K1TjAsu3HOmLWd0F53kqz7sfmBgwHPXK8I3FEXZODRM10CSIW3xTeg4hXvG5Qw88AamjB92w7w3a3rws8QJxFKMQcGfUrA9cAK/suc/xsfmu6rdXgP2ivkKuJVKRQOmDZo7ts644C4fjBsR4kwd+HBuW0Bt84KxwJU6xgIeMuFMW/CAT1xTT2nr5wdwuaM/Z3DgDG7YPoUYlg066vALzBXU8Qsmd554aQVfi019zTqMn4E3fMlddSyNHfDl97w3OLe9sl3HvLG8xJuJH/jFD+gtb32LTt10evLPQ0PDOj46qn1eq/FS3fatC+s+aHh5yxbd9ZO79Ll//qy+7jH+r//rT/XSC8/pheee1v333q2nH39U+3fv1KMPPaRXvBacMJya190N6xr83OY5sGn9LVd79eqObGb1qQAAEABJREFUvXr8iae1a+ce235V5CEHrB/Ea/Cjx7HE4OBg+riDzbVt217R7bd/Nf3cN/JmE5G16O1fvV2f+ou/TL+mQ5zKhvF3vvMd7dyxUwf27tf48TGNnZgD8YtN2y+0EAfMWX8mxye0yvsmw4uGHa/NOn/UJXiM7CjYELgjO67BbdZzLfMN/EdX+Qhkzvlk8iv8slKlVPI8csCx8tGFvNPkZIIJXGRP/pM4hvwNuEREsm1kzj06xXiMRR2FfA1n6iIi6SKwuixbztTTBx4OmW9V+y/qKSscg6ID4Ise8lLpiuUrlBlOw3nPLM8TvJb1GRqJm5r23y2XeW9o1mp1gRc6zjkixME17bMs5zbFKIed62AehkZ4BC2z3oCf9aYa1+CD7iJbbIUCbpzRe2L9c87ZrJGRERG3c17uPAC+CP4tWbI4+Qt8COMwj+7avUs7d+1MP3PNr9xgAzwHJjLMTR9nSkTY1ge8kd8n8AF/6AC/GcsVGik1z5vUce60QWfSXOpYD4IjIvlD8C/bB5dLhdeiofaJ5/SD38gOmMArFSVVq12JBtY8+GfwqjlXBM8jy5IscrejL3oFz/BN+DDiG/Q/IlIOFH/GOPB6eno6rdPRd9pxRuYUYOWVQj32cycxBxnfNatXa6k3T2e8SYuPpg244kPhNTYIbsjyqaeeEi9u4HfBST7gm09pjoDHmXEHR/wOfcELv0wug/UZ8gIW+CMf+E9b9HPVqtWJL7Q5cPBA+qiEFzxKxhO9ZExkDSxwQXfFg4Y3rxpNJ+fKJQ0PDyXhgjTKBCEQ1UGCxRUOhsERBggCmHsQ454FMgtLFJEFMUoIYcCB4Ih4jeBSqSQOHDfPOEMUdfShRISop7RbNpx2plCeDAqYjEnp9JOPBboaKcClHubmWa4I93VxE3UUBRyqdgIwnvF4Rh8KY1K4pvAsIl7DPyIUsXAvH7S1zavtzdN2o+0gpGTnXE7tCwsC+LSBVneTUVJk7kgnn8ABw6aAE6XkRYPS85boD76cI8I9/MQTKLi12zwPB4OlNF5EqO1nEZH65YaT55mfZQKmq/28lfDXiSMi0n3Ewplq8KVwnWX0zw0jd992WoRAC+PwPCIMu5RgYOw8i4g0Pn0ptG078JYP7qGn7WucZmcc2rjqtX8Rka6pp9Cuc0b/sjxPb1/CLwwPmDjw3r7e5Ci4h/9GzJxsJ6eDjlN4FvFzXnGf5aaPOpeGHQv6BS2cQYTJExxweLOeBHFyLfO6ZbrAizYtOzH6UDp1nClGIvEPeNznHg/8CjvAiDCaC3xs09DAeAZeFHQE26QURTm1pX/EQj/gARfbiAjrXyVNjrQxqGRLPMOpHTx0MMmLxAlj4GQZA2cJb5APtk1gSV/uOdOm7ICwlPDNXoOPMyUQaTpImPPmJAExMogIuqWxGJtAjEUcNOBjwM2qpaJcTrpSsl/A+fIzFcdGj2mdk7493rg8fOiwVnlxc9qpp2njKSenoKfHC2l8DMm+TU420bcoF4oskv3z9wly6z48gUbGh7aenm7RD3gEaZ/61Kd07z336onHHrdRST1O9mfGesqbwfi2gwcPqu6J/OSTNmpocDAFJvALP4iM4Q2LZHSBDWTas4iYmpxSbnoYn7GRD/2mPGm0zCfqmHDh8bnnnit4z9i5dQK40INeW9AK17HIqjjRC/8ZEz1nzJ7eHvUPDmitk7csxsr2aQ0HJ+DcdEIpsy61rMtNJ3VmpiZ17Ohh7fWkz+bK1MS4FxVjmpqYSOdZb9gtbPg0JW/clcq5siK33ZS8STOfEqTgw7gU+AqO4AOd4I3+R1iP7fdyy4OJEVoNUNBEnwhjZeOvOzEXEYZfCBhN44mM5IVXeBO14v4EPakOAC608ynpM2PBV4oMh3vskXtwiYjkszq4ycdC/wW7pz1tsTfOfpzgzjigAWf+7lHFiWLmNBJNTOLoBPLibw+gx7RrefEZyjU9NZt4lGd5mqdyyw16t2/frieffColrJE5CazRY8c0PT2lLKR+y1D24+DQ7YVtnsOTkjfVSuJlmyeeelw/vPOH4i3Do4cPa2TRIi12knjQCX/srs+2sJG/E2V9w27RM2hm4mczi/tpBzlz3hScr7fUirIazUIz820d423R735X//Mv/m9tf3WnZqzryrwJsmuX7WydlGWC7vqJBWvZtjrmhQEwiQ9mDZefx4oI1Rz0suiAf03Ldt4bwsgBnhOQsoE6YZoXOUgdNg0sArAXcGXuo52sr/JBgEMd/OPLJHQHXZs3DeDS44UOARB+PyKS3IBDQTcpeW79Nf7wlbb0xd7oi/8pewE75wUI+FJoV/EmCdfImcQgODFvASsCGmtOEk2kRQp6ie+DP5///OdtR5N633t+QcuWLDUvag4016m3u6SRoX4tXTKidWvX6GQn/5YvX6rBoT4NDPaqWi0Zd2xrxmpft/7MGs6EGrWGg9IZHT406oXlpNUjsz50ORk+6vbMwQ0njSc0PTMvEi/T07OqW7b49n07d2ram4SFdWrGtj1nfTbqaVMBnYA+/v4bPGI+QDegBXsgAO7IDF7Cc3iPPND3iEh2THv6w1NksMQBMfKCTyTmiRmnLeux48fUZ/0maOc5/KQN/hM5MkZECN7zDHkzTp7laX4Bfm45onfoOrIDF9qB25g3cg8d2K8Jnyv2F3XrR9O+Dlqatkv683N542yCet6rzc2q6dh3wAH9gBfOwGZhB1xggid9wQXdgEb8OfqA3Y6NjaUv2cq2A3jJPfwBDjolH9ggMHZaDixWacO8h54QR7N59v73vz/xEfwYh3oCfGwCujr8MDjrwZTgE7ggG/jW398nrrEr+ArPmNeAs27dOndr27+wsJnwIroqNrSHhgY0503kSW8wYAfAnLb9YoNsXPEF06mnnpresuYFnyeffFLI8ktf+lIaC5mB26QX5vCD8fHP6BP3wAJvD25dm0sLWxIqfA1EcoHFO4lpfOCU50Hawjv0B37De2i40JtibOTRDpoZ75A3O4ELzvCWsZl3OQOHep5zjSyAxzN4RR2yGXayYn6+bh7M6x7P+f/6r/9Ld/7wTk8dkTZCssh0yPM9NGZ2zMCZs75IoYhceV5oZGSJ1q3boI0bT/acOWW7XiISIREhDnSTgn4wPjqLTOANz6EHfYIG2pAsYmFGW/gIvugrfOE5ugNt6Ai2Sj3w6Y/OYofML/ycLZuEjIHe0RedACbyhRbGgNfAiQihA+jckNd/jEt7vkIYHBwUY9CecSnUnXzyyVq/fr34WuFv/uZv9Du/8zta681ocEKPGQO8IhbsGVxGR4/bL8HzOfu3pv3bfPKd8Bjc6I+cmU/RJWjhJ9/YyLv//gcEb6CLmPKuu+5KOtVK8bZ0yy3v0emnnaG1a9br6qvfxHDJpiYmJrXGG6rr1q1LdejO4MCQzjzjLLddp5LluGb1WnU5oVn2/E4CCj/ecuyO3kAP9MIPYk9kBs9YjPMcHvKMBAtfb+E3wI8NYDZZr732WsELdBjZISfk3+3Ys2y/AQw2MJEdfd/+9ptEG/C49dYPmZZr9NGP/YrOO+8NGhhapGql23P+Yp1/3hv1trfe5GRbnzadfpamp+ZMb0VvefMNadN1bq6uo8dG0wzKl0jbtm4XCas8L2u3E5NFpaxVa1aqf6Bbhw7t1c/u+qEee+RBffW2L2vXrh2qVIq0sY0cTnI8cdXVVyffM+45BF+Av6s6vqQM9A+ZxsKxW8X2VHPfLn3ve3eYjt70EgE0ygd8QI+wQfjrqvSPa+p5TkX4f9TRrtOXa0rnnnPYRtFV+MozfBIFf4Ke4v/nvVnBixu0oY61SOa1AHKMCCEDdO8u6xO+Bb+c51myB/wY+Yssy4Qd8eUxsiZhyFeEL73woqbt/1Z7PXL5ZZeJZNB73/te8ZUjeoP/5GtqbIQx6GfShB0Ds88bZl2OMSpeQ/U4ocXLnNCdGa/c8xw84R59gNaI3L6/ZZyrlnXJ/C7sW2dF2wi4BnS5TSPV05dx0DfOEWH/353yO8h0YGDA+Z5hy6uS4EEbekh8BCSegwv1+IDCcXyH3xGRxj/m2BW/SBtkEBHCv1J46RM+0I9nwOQM75EHdPEcGeAzgAF88IZ22vO85TUMdRT6RkTyHTNed0cs0I3cic1anu97nLjtdUzY4/UbdkrCi/H4eVPuwRcaSewzbkRYb+c8XCRegA98wFcQu3APboyN/4SfB70RFhGJ972WI3SBA23oiz/ANmgLj+Sj17E5z/Gz8CTPM8dtx7X11e368U/v0pe8YTszM5M2P/nSDZ+1aHjY820r8RoZMF8QewCHMfCVjEtyF/jAHRsbN14lx5PVNJdh//CVPmNjY0m3wRGc2VTuNf7MyfhW2mTWd3gtHxGhiAW9YTz6wTN8HPEGNkUZGhhOOpRleZovwjCyPHcsJ+trBUiamJpRYX1v+s7hmPoHhzTtORUeVbye7TV/+EKwp6tHfKH7yT//cxEzMGdSwIm2ueFmho+O5FkmTyZqt5pCVyMW8OV5lmUeSeZFLtaCDa9DGtYPniFT6G+xtnTsj63ir8FhAX7o8OGD9nmTaTMUGt/tzcdVTviu27BBv/Fbv6Wq9Qv8RxaP6Pq33pA26W+6+R069fTTdfd9d6taLez/RvTd737bm673pHUzCL3jHW93Ivgx4ZznnCMhduFXhXiBa8br7rYbveMdN+sH3/++N3ieMJyK57A14iv4Sy+6SCetXaUliwbsX7vFTy+CU9l8HbcvmjG8mu2lx7zkT2C89cabdIrjODa3u3t69YTXnnvs/yv23RddfJGu8Gb5bG1Oy1ct13e++x09/tijyvJMc15D5MajbVhmnsK5LWQPz6cdy9e8NpzzeinLc/mRsiy3nMuJ1xEhDmyXdjwfHBz05vFB8/Rw0meeH/d6YGZmOvkkfh4Y2Tz//HPm+ZQGrRu5YWNDEZHgMn5EeLy2YTStb0UaE5zkg/G4bntA+qLz/J3HiEj2g8zR2w5MxsOmsB90uuU5n7wUds8z2vGcfjwDnodJ/xgHW6Oe8U7acJKA3W2doA++ExjAQq7Ml9h23XwDT/ArinLylcBRZAIWY9AP3gKXtpl1nMI943KOWOADfSJCPKfQHl+VYErmUcn/V1qD8ow29KcfZ+7BhYK/NhJCeoXzB8DI8iz15TmAIsKyGUwbnW94w/niZY5f/uVfdvx1i7Ch9baNg46bieOgBX6AMy+LTHt9QTwBb8CFjzXIn+BXqpUuNeeb6uvpE2u2rq6Kmv6PXyF51zvfqZM3btTOV1/V1q2vpLkNHLH3n971U2+o/kTbtm5NG5U77Eurtuey5/iVy5ep5fVdy5unnF988Xkd8bqv6nms4XzYssWLxYcGr3pT9Su33a6//Ku/0f/64pedm3neviQX6w/0gnn/D//wD3XbbbclPbrs8suVmz9HjhzW17/+dZfbUy6QGO9i2+ebrnmTY62VYsN4eHiR+Dmb5foAABAASURBVFMU/JocMq2WTZfX88QNwO7qrqrujbKx42Np3ibPRBzQ5XYN6wqxJrpDbIK8rPxiPsQWkEee5wIXntP2iHNC/GoVvpyXifMsE3P9Sm9gTjvHt938e9iby/fcfbdzCaMa6O8XORtoxQ6Yq8AzjeUBGIeSe5yIELLkA5C6/Sg6hM5QR/s8MuVZrtxtKVmWpfb43qplYnBpfl21alXSm3darsT8x44e5ZH6jAs6FxHK8jyViLBKthJv2pLnj4oy5yHlesZExyj0w17RK0pfX1+ah9C1Qfseni/gFCIuiAjRLyLM0nYqEZHG6dRDHzyJiCT3suN1YGe+5xp4zEvz83PqcTzfco6FmLHLPgBfAP0RkfwecQf2bxKMeqQCLGjALmgLjp0Cz3kODtBNO64pXNO+lJdUWA+Bic/oFOQREcn2aaOW1Ko37MPlvJF9dJYnvwn8iBBrkTTvGRY5WmwW/vG87HUC192OT4eHhhNPwZFn+Jmenp4kY/iAr8stN+SLTfOcdhT0E96go+BPO2TDOp92l19zla5583XJr1x8ySUasW1OOxai3bBjINaa+JdNmzaJlzcYFx9DXE5MA2+hn7GQjXwgO3hLXQcn/A+y8WPxjH412x98pcA7Xm6edM6eMaAdm9i+fZsYi1+bLdl/FOZLV3dX4gd0ZCwI+JtoOJZyUUqOPSKS8gIUowLQ6OioMB6YTEcQI5ACIRQPZFBkDANkYRYlYkFh553UglCQjYhkbChDxMJY1DMeZ/mAgTCAwnVEJOeWZSVRB7Oopz1wGasDj2tggRfPWp5Y5aNTD03zDjgiQnmWJXjApL980A64wKA/Z+6pp3DtZsn4eEZdumdR7xLWxkxZgguO8lGyY0cpaQvMlgO4LJcikxiX8REcmygIOgK+1SRHW62WjSBkeLlLKRlh2zSBB+MDr9lsWKEbhhXKrcwL/VoJx4hI/cAhz8P9ldrCn6YDJeDIB3j4lPpQ1xmDc0QYdpZKnmVu0/IEO58cD/3AXz6AR0EfUFTeRmRh23QQGxHu1/bYzVQaxplxmqaFEoaLkTIeJQJcI40pH6mt8V2gt5lgudr0BCc1nOCnDfTTH7yAxwYI+KEzFAyXOq6ppzPtKRGG5dJwUPV6vTGKiYe07YwBfGgkUBp1shpn0TB+tKHQLuHqIJ97CmNQIiLRBa7gCB7gA0z6UbI8E0dRKpJddpxrRCRccJL0py1OA74Dm8I1JbIFnvOcgiyQO+PRl0lmzZq1IrGYmf/QzLOISAHtjBer0ACOtKUP/SNCRVFKk9GEkys1T/rgyjVjwBfsDFjYPn3oe+TIEeFLqMNB8qbtRgdJ+BT8BqXMpBuZmrYlaAC/N57/Ri32htHM9IxWrFgpFgIkpEnusomze89ePe/ExvjElBcda3X25nO0dt3axCf4Aw0EJOABfsBFXsgVZ3ncyXf4z5t0BEPXX399mmyOORk174nywP79YgJeZ16decYZAk/4BQ2FHSvwoK9i3Ct2stRPe5HwqoM/HD2wa3bYjAk+8KXithGRfC338IHxO/CAT1v0NctyewIps4zQi0zh/zzFmgDa8BDfzOTDZLV8xXLJsLs90aEnBD+T4+MOno5pwhsJk+NjGjt6LAWWR5yYnhg/rkMHD2i/F1kT1mV+7nfScoX2WmNeeTmU2YfleS4OxoyI9OYc/KSOZ+gY88XY2FiaqKC5SpBhBOFRRCT/BB0ty7fmCX7Oc0PL9oaMwJ1JmYms6U3mpoPgmjfl4F/HL6JX8+7DGV1vuy/9KTpxwFvGsJPwv4VAiT4Tpgk8eEahOf0YmzIw0G+2hRPjk8m3gX/YhqCN+e+0009LvmtwcNAB8qqkX1UnAYDZtt8vF1UHK5UEo2T7YE5s2M8xDvC3eyOVjYoeL2oJNsrlwn5rXtA5NNDnxVivWq2mkLkcAUFbX1+vBgcH0gY7G6frnbC+4tJLtXL5chUeg5/XKmWZSNSFeVrkWUrwkXBh/AEnzOAf+s+8jY1XnKwYGFosZRUdOz6lfQeP6LD1weLQGeds1kWXXO4kx7zqlsGYF+h8BUMSdeu2bXrxpZe0d9++pLfgPzp6TAf37RfwsQveKCtluXg2lTZqxs0PmVe5z6Ga+RElXxtn7BGZFLYhcEN/sOcZB1HwS4oEl8UMCXV+fgc5Ihd4nornFvpFhDiAxRmagc8Z+5L9cMljZi7cZ8aRBQR6BZ/QJ+yTvpnbADvPsxQsrfBChHpgEXRmrs/cBt1pmefY+Utbtti+RjU8MKjNZ5+tSy+9JCXKRpYu0cGjh1NSi4QE9pglncqsm0212nWP0a2e3qqvaw5sK0a1oYnxKSdf6r4OHT8+qWPHbFPeoG80WratWcOe8KJy3vrTtL5OK7KSmjxzwuqZp5/R7h2vamLsmAatP4WRn0u+vO55u6aWbQZ/kee5cWgnXa86uUI9/EP/sC3u4Qs8p3APX3hGiYjUl2v6AxMdwJeR5Buy3vIlLm8Dh31Ah9e0RzYNL8g68IHL2B2curqqIiaKCOtSWVmWJd/BGPSlX55l5k9D8iImM/w56w2LQ37GeM5Jqc2bz9L1179ZF110oa688jJvSGzWci+wDdI871VuPeTLWOTa5QQshY1gxjLLzOdpTin5iF8jsYq/w7bAAfzRe+Y1Fqz0hfaIEME/vCDJyRnaaYvuoq/oIElOCvMYCQjqgB8RiojEW3SS+ZR6/A5xN7bCwoJkBF+fkhRm7J07dyb5skDhOba/1UmGhm3kVScZHnvscbFx8+JLLyjLpWazblveqQH7PXBirGeffc5+pRCbvGycMs+CGz69YXmBf58Xqh05RITgG4xCJvAOWQKPNrTHZtauXSvmNxaVbMZMerFSFBXr8Kxl0WdcmknOuXUyIpKOtttykuRV+77FlttygQM8Av709GSKP5AdYyMP9JNrnoNL555zZ04A18HBIY87pzVr1ujSy67QRz76UV1oHWnaR0zaZy1dMqKhwX6NDA9q/75dqjvZWHNp+fm8N2fAseb5nM1RYvZJ+0h0mjo2X6AXe+AFNWQPPvi0pUuXCvzBjQJ/aDvqTUbOwMjzkvhlja6ubsd9feLNfOIJ8Ac+OMNj6KT9qNdmyAM+wPMB+3toXOQkDskcCnxD99jMhxfgD87YF32pQ7boLJukt956q/70T/9U6Ca6BjzaMC4yaToT3rBO1Rz39fUNmKay58M1mnR8NmP+tLNcJSd3p73Oqts/hmNY/MeSJUuSnHPbHXM/fOGrvj930hw9A0/sh6RUzfwF9xtuuCHpBQlo6lmwo+dXXXVV2vTbtm2r8DVVj7fu/+HrT8Akq647X/S/zokTEZmRQ2QNWVlzVhVVUFBAVTGJGYSEkCULCTRZoi1bsn3dnrrd9ufX189udfu9Z/u7fdutvnb7u8+yLcmyNQ+AQLOEACEhgVAxFUUBRc3zkPMYw/v/dlQg+d3vu0Ftzjl7WHvNa+29T0SOjirz3EePHE/X5ee/0cWYV1/dL3BfMbzSPB1KG0zYDTkocszsSziogNe5dRCa4RF853CaFypPnT4lvqWGLTdtC8iy4Ssyxj7Bmf7AWun4TBt2iM3CZ/ohL/qEYwBXYPATstAGj/n2EDa61BsItK2wv+L5tOUMHZNTU84T6rrOMfq6627Q+vUblOeFvv3t7+qrD37dB8zzunTbZfrQh35N//E//rH+l9/4X3z/IR/4b9TmLVu8GflSysHBZXx8TGMTY7a/mvP9c3rqqce1YniJKt6satk3rFmzKtk2fnnOORe5Gd9AJ0ZzMAUMeIXtoUvoMAcSyOaGG27UBz/4IUmZ4Idvkk/jHjop6G9EpPaIsHxs8JLIUYCbZ3nSF/qi34wFF3dJvhF7BAZ8gvfcUyJC8OrZ556zv3ssxRFwwwawEeAAj7UbsJD1Bz/4QWGvESG+tfnJT35SLzrXuf+++0T+wU9kbt/e+Ztx6DL0IuN/829+Oflchx/H6wVxOMomIfPRh81i9At/AB3gynzgC47gwz31Q84rK7YV8nh8PvOgk/AXnUNfcusmz9hg2zln1ZtcHMRQFxHCp1Qdy/E36C86GNHhB/KDP/CQfk2vV3mOiHSYyLiIELigj03nauDKnPSjHt6BG/URIWhibmjo3tMXvhZFiUviz7R9A/3ge+F8L4K85lzaXAUuczCeNuYAP+ooaEVEiHv6yB/6MA941OGb11P4VGjExlqmLc8ybfPm2xrnb7PODejLz1VWzTNiOf4Qe0dOTfcHD/hGHCiZz8Ru5Iie8I2riBCyhAZ0jzHwF5zAjfFGLdFLPXhh+9wjCwpjwJM2fPyc1zcf+vVf0+///u/rpltudi5+TJn9IxvkwP3xE0+In6bjBU7kj08EL+ZjLnCBV/CCawTyK5LdRmQa98HqWccX5j5rH1K1bvQ4txrzGg0c0Cs2J/kFC3w/fAU2utfn9SPw2QSFL+RAFPIBaCDn+cu//EuxZi6VSypZrqVKRes2XKAPfug3bXd9+qX3/pJ+8zd/U++/5x7xbf4rrrxKF196mQZZz3vPZtJyKRknYsa8DziaNiTWq8y76BjAyzTQBd/Is6ETfnJFVyKgtyTW54X5VlhueZYJOiIi+RT6hvyfn+Fpd3zZa3VgsMvc9nor7JOJ0bRjm8z7+tffqnvueZ8PMrcLnsEr2opyWZfv2CFe3q71D2jK+s26Bt6Rl11++aV66qdP6Bfecod+7dc/JP68RH2obl/bl/KO4eEVevjhR3XfvV/RoYOHNTKy0vG+z4eNp0UsyfOSbbnmfZCmGl6HnfX67L/+1/+qr33tQa/9hlVkLaPdsv21NeXDzYZzk5LpqfgQqqevpmpvTRt8wNeyklxgv58XZRE7eNnygNdrDz/6fR0+dsz49IvDsIsuukj8Tch/+NjfOz6cVo/z4TzPtGzZEvOwpcw8hUelUinlh/i+snlw1nsk6Ab6AG8ZA09p44rOYiv4Ofg67QO13DLCX+APZrwuwcYWfehVqRTJ3yPn2dkZz9tOuTfyAzZzE0cL6xmwgME99eDHnNSz98IY5Bc/J3dgMD996Ydt4p+5MjYitG3bNpHPI2tgMB85HnZCqaKr7bbXXJMJV2iZnZ0V64jX+SANXKCHfvAEG0PWPDOv0bHMWmL+Res7dsY88B44496niQiv984I/4Q/oy/4MRd9ocNiVYSpc6Guaf/FHgVX2sCD/vSN6PSDX7SDB20RoUXbIDgwR69zqMJ6t+gcjgM9fOgC97bDGdspNCBPrqu8D3ep7XjDhg0aGRnxevd68beEf/VXfkV8U541CLiTD9AOT7BlDlWpb1qnsSP8CTSPeV+KPYzc+UIRhXU7ND87b2/QVs17SPjte+xDNm26QF/60pfFyyaRubf1khc0ZuZmNeScN3ddtVIR33DDf7B3N++9uPWr1+qqK3Zo5fBSzc9Ni/XhjNeIHLDy5xNuu+0207HStsm+YVlPPvmUyBnhFTwULGD2AAAQAElEQVSEbl7s+NSnPmW77BW/bEFuDF/ID//xH/8x/a1Vcuabb75ZNzr/eeWlfZJj9GrzampyWmvXrPdaZpmwHWI9ezdztgd817z3GfGrwEOeXJEVPCL+kPOiH1XrH3qNHvMM/9BRxpBD8w1Y1lcvOHfZ88Ju+5OTXsMcSTGJ2LFl82ZlamvWPoOXRZkHfC668ELxEj7rNOBBNzoE7fPO/dAdrugLepau1p0Ft7XI8a1LeWbIto2IEGPRWfhGLAVf6AEGuDLnGh+qku+zpml7T2JyYjLlUOhiy/4ssyLn9hUR4TsluwFGy33NVmWFfZF9UGRZsif6UugTEcmfYrvEeK7wjraz1jWu4AhgcKw51vEMbOaHXu5NjteKs8nWiJ/I6IQPrE+fOi1ooS95JTKadm6eOYbw7eJ+7/FdsXOntnsvmrhKXAE3/BXzcQ+P4RF4RUTysbRT6EMBJzvCND/1jEnF/fMsE7RHdPgDTQvOJ9ALfA80UJcZJ+ZLveCd124Nb/ZBX8N+g/iBTKvOC8AF3lKyPE96Q/7BPMyL7sFPCjyjYNvEC/blkfOuXbucQ7+S5EUb+kSu0M2v6YMOMD+xjj3Acecp+Fx+Apg9M+CvtX6wn8OaFl3B16DD+BT8NnGWNjMn+bFEq3kBzyjAx7eQv5zygT38RL/BBXjIZXR0NK0H4S39oX/Y61T4RRziwBYZAzsiku2ju+jsRVu36robrtfNXotmbTOWQXmWe1Oukd6uwNEhCAjmCgMJIqudkPIzZiQTdSevuRndtlHSDiNhKkyrlCspyDB5QsJGAePkT0QSZ2Jyt73hhJ17+kREUihgU9qtECWUuz4XB0swiUJ7lmdpoY1CUhcRyahQchSJ+QkIwKcOJeO+KMrKs5IwcuBEeB5bDcxkDI6CK32pAzed/0REuuvWZZElx9/yRibFLEntjAcHYISVuWU+LHI4sDjnQDyREjMSXPpkWSaECC7tdsv8aRpGOxXqaG+5HljA/Rl+DdGf9qJctk5B/6KNf8ZGMC8W/B1022qaz8gTHjAncNqmOaJDjyczrLbnbr1WqAM2OFAiQhgdY2krlXKhhF3e/zztXX5z5av5jAFv5p53cAbOgjcikH9EpKSxix9j4DtzMw/3jG/a8Lnv4s099NBWNv3gkhkWuHLPNSIEHNoxJu5dIT7AoZhxypwkRp6L+4hQ90N/9JsSER6avVaYH5g4GIya+YDXLRHuH9YPXyN8n3XGRoSnCfGhb/cKHY3GIo9a9EYVz8CHbu7hH1eeu/oADhGR4IEr8GinAAN+Mwag2CfODXmVy05YPA5+eXSSfcU8pA0YEa4NJb1kTIQfDAQaKQvGLzlBJ3/0Z0FPfU9vT7JJnCHP4IEvYfEKHsgFPEg6cI7gjGzgIf3Gzp627i5qxkk2tlUfrKuv1q+iVNaG0Q3CiZLI9XtDt2F9mHNC+sKLe7TPG8lnfLBz7MRxoV/Yk9HVmPHDpzH/1772NT344APiTfUXPQb7Aycc62UOeiTSE1OTaSP55CkfgEyOq2Q+XXLJxUke6GdECAdNYAV+yXqDjOABeos+csVHbvRiBr0hYNAOTvjJiDCNC+rKkzZ4AHzqFmwfwCiKiubnFt2vkWwywjJw4oKONJzIIPvc+oVfDGUpKFzoRVGPN2LbCvNwzvN4vBNi4J47c0bHjhwWf1/ixIlj4gD1nPk952Rz2rTyTS3e7M49drCvT2UvzoaWDnnzbkCycc84oT7rBTlXeEdxQ8INHnPIQB08gWbu4S940g99yDLHGifS2D+6QaEPsich2bdvv+G1E80TTq7gH/GHK3yhAIvCuLZvIkIt+zL4i34xHyWzvQGfAo/dVeBGoY26lvkZ5uGED+IXnWAgW/CGTmiAt8iG/hww0EYwRubIuuTNr1Bu/SyU239keZbmQM7yB3wjwgdiY45NLW296BKhv7xpOecF49iZ0+LKi00ctFW90YPsc/vWvv6amFthQGGeOOEeXr7cCf9a1XqrPiw7K3x8fXBANSdCpSxXyTTzFlrh+wknKLTDp7Vr1lmEuQ9Nx7Tr2d3a9dwLOnT0uJ7bvceJzz69vO9VPx/T/GJTWamiEydOp5/4vf8rD+izn/2c7r3/PtvNA+nv0vGSwVlv0Mx6IYD+Ibum9XG/YbDI4YC1Ybss2TZ6e2uGV7L2SHlRMiFKG3d5not29JIkimfsjw1aElbkUHeeUfXigWQIntAfmXGNCGVZJj60tZzL0Ebhnj4D3lSAL23HPngw5wUXOoYMsSF0pbe313JpJFxSwu0FJTyveEEGbtyDG6Uw/guma2Z6JvVH/kuXLdVFtrl+21xmnJaPrEhvpqd4UuTafOEWkbQBzypqnENt4wreeZ5506Ji3V207lg87aYP8Cb83FLJG+RZVth+mz4wbJl/oYoP7klyZ7wYjJK0dPlSKTLNzze88JxNC6TG/Ix6yyUnfRUtX75Mvd4UQRcrpgcbgiaeq9UeFeVCZcMcNs4jXhDTp2p+w0/0dm5uTnwy8xkbzC2zwhsZFO4jwvj3iCSZQhLKZuNy86Q+2G/dLYQ8kCN87MKHz9gk83ThI7OIMN69iggV5nVEGEbZ94VpWW67WZV8Eb4fPFuWa6VcdnywDJ1bDfSZplxmZEOXX36Zy+W65trX6Y433+5F7BJBN2PZPGEjYMQbWFXLjQUduHmk8GHYPfoCjuDdZ18I37hnc5sFLDpKTCGpxh9QTx8OC4HDYhba8ZXwkrEk4cttv8S9HsuFAg94UYANHA4qKNgTc4InfhV84BnzwN+67WKNFxrwGxyb5gN5Od8khD7mZCMG+Iw/eOCQdvmAfcExm80M2o84Dhw+clD8jeOhJYOJv9jcxMS4dW5BwIuIdF9Y5sRz9AE5wZuSbXvBcYo26qlDJ5h/hQ8NwRH66Qc9/DzoBRds8eZ5j6rVXstxUE3Hb+ifmJh4TU+QK7oG7aOO9xdfvE3zjoHr1o4mvaAd3kA78oTXzMncwGNOrvAbmXKPXBgHjlxpG6gP6pxj3jN7nrMvfFrjU+N65dWXdf9X7tPzzz1te5pKur3Mm74NLz4XFhrWxWriR0T4cOoCP5cTDfAZnBrOZ5HVnO0Ge2Au2sCT2DLjnEYK+46yRkZWeaNwSrgC7OvIkWPpfmhoiVauXOU1wpTG7L9bjk/oFL5mvQ+kmQeeQsNZx+Iu/6ETX8bCnvn6B/oEj+CN/EFXadu/f799zHTywTyj71zxsfCJ/vANuTBnV8bgCG/HxyfS2I4vyx2nFxURjm/nEj/o4+lSHTgCE9mwKVS1b0EX8iw33xrWhYrQWeSNzqDj2GJuPwMPoZNy2hvJ6B/1HH5ie+gqLzJdcMFG3XffvV4/tB1HF8Q3ma+//kZvEg8k3I4fP5m+UX38+Anze9Jro1mjFxocrHujeLnxaBnXzIduP3ReN5Z8DXO3LBjw4mc4n3/+ecumbR+d66Kt3nT25mnZ/hSa0F1whC54hd3zE5Dwmw1A+Eo7pdsH+LzQm+V5ggndRkqjo6NJr1Z5rc3crzie1geHxMFky3oQEZpzDkBsgf4sy03PnDeAL7Vv69eNN95sGBs0N+d4YJtZtN7ytv9gfcgHztu0z/pd2K9ecvEl2n/woGbmFqzPiyrbHudsyzXH6tGNoyKm/cVf/IWQyZvf/Au6+eZbvGE/6wOBi82HltjMQBeRLXrS8kEEG9jQzzoIHYCmLMuMV836XjKPI8kDPaUdeind+4hIPiA3T6hvmf8tr3l5jogUo+nbHU/7vPNa5qdubGws5SbwZb91vLDPwvfxzVAO5BlLnMY2aGMM9oMs8L3UYVv1el399veXbbtYTcf6//Kf/lRfu/8rmnYu+sSPfpQ2J+dt34wZccys1wfTYcT73vc+YTvIDZtH7uBBP/SeOuiCR2Vyxrb0Dx/9e+1+frcm7f+wQ3BBT4ABbyPQ08HEF/DDv/Q5p8E+KdgnPgU+tJ0YTHrDljragAHvZpyzM468CvqAi1yoS1fnbfAyIsQz87eta9xHZIKvEZHkzhhsGj8DP8EJu1y2bJngJ2OoRybQ2bb8ZN0g7+rv7xPtr776ql588UUdOXLE/rVqXZ1LsOEPeACH/Ay8I0J8oIO5uldwjAjb84ToSx/Gcc3zLOkZ87CpzLeJpiYn00sFMl191vH169frFm+AkW9m1lHwxY6xT3hULsqJ5/hy6u+++269/vW3JRqxe+ahL7oeEYqwXVon2u22aczTWPQQXePlmq49Mw46ulfsbPmKYY36QMJbXSlvvP1Nb9Itt96qG26+STuvulKr16zW2nXrxN5bv9e84Fur1ZJd5bYV7sGTe/S9I/9y8mPowYaNGxN+o46lEcHUpqOV7AldoD/6CRxwRl/BkTpyGviL3NFN5EMsgk42GalDFm9961t0ow8Qrrj6Kl177XXavmOHSkWhv/zfPqIbbrpdl+64Tnfeeaf4BY7/+P/8Y/3e7/8H/X98CPtbv/O7ev8vf0C3vOGNuua667TeByVN63HbMpn1prB6+9NPZ3/5y1/2Ad9Z4VefeeaZRA+4g0/Ta8mISPRERGor5ZkKl5L5kxkWBZwp3IOzu4rx3TrqW+zR+VBPIZHXlZ1bQiN6woELugFPeIENHmH/fFNmo3m82vnYhVsucsxdkQ56jlm/t2y5IP3M7+bNm8T9nj27VSrlSWdXrFiuen0g+ZNP/NMnUgxj85aNemwK/4kMvCRw/6n0d+x4Ofqh731P//t/+9/1yKOPOl5Nij2eRef/XiBY97IUD+btyxu2vR4fQvEzii++9JLOeR+kb6CurT4sXOYcdPeeF/XTXc9o1n2r7vfjnzypk2dOeR9ln/F/QfMN26Vtlxc7ioI4FaoUJe8TL0qerCiVtMl0Dwz2KyIcR+a93zCT7Jl2YjP4wyebhXlth+eRPFcqZeeAlRT7Tp8+6Xxk0gcfNVW9hu3xYTC/qHPu3FnreK/XAz3ulwlYHu5/bfuNntdyDfQefxQRqQ96zEEB/geZIuuub8DHRIT1v2l8F5L/wHbQb2QbEUnPsFmeGUc7BX/EMzqDTyB2MEdEKIwVa4Lvf//76Vto0Mh45ge/oaH6a/YIruBEH/BBxyjAp3+3jnHMgc0zJ8+eRma90P1pH4ahm8CCNyXrFevPiEj+hzEU9Ltbus9cKcADLu3A5GWGhmVOfcu5ecPxtWH9aDmPYB1JH/pHhHFYsK7NJrvr/Cx9q8N/r6cvueQSEXc5cOQA9N//+3+vu+66K+nHfsdmfing5MkT4pc8Ntj3kWN9+tOf1t/8zd8kG+dQKloSa+CKc8bCuVZkoV7rKbJ573veK3zihk2b9Fb7laIoa3ZmXuecL09MTunsuTFFZOIlj3ve936vNQb06r594pe8hgYHlIcptGFlpjXzREcOH9Sq1SvFt2D5kxbvv+cebdt2qfdXJjR2dkx8e7Wcd3QfGX/d+4jk1sQE9iPZy1y5ciTpfk9PmD9ZswAAEABJREFUr25w/rl9+w6RE2zcsFHHj53QypUrvadyQmPGEb2Z9yEkNlIxbcmWTMvQ0JB4UY02Y2hfUUp7BxwgEUMijLgLckcO53woCC///M//XLxsc+stt2jEa6+iKGlxYU7kylt8eMqas+p5rBjeS2jaRw1rDT8lXB9UT7mwTrWF7kWEyEWACw7oRUQoAnkvKoxUw2vN6dkpzaZfNZpMNoQusn9Ff3exrbe4JBtl/4l67KEoCtty7rny1IfntvO8g/sP2JeNywcpalku4Ek9xcbqavsOnIg6n4iOjreps160bBT8LO2s93ciQhEh8I+I8/Nl6YqtkBfBS+7RZ2wa2yPOyR/kAS/gL9eKfRV4Tnuvy80JT3KXickJy3tW2BHtC7YT/ETv+fyibJ08d+acWj4XIq+mHzgRb5kTWPgdrhHB5bXCvOBHKTsGcWX83Nx8mg+6285lGA8snjuD225vm2VNQRtzgRf9GA9c6IK/2PWC4SGfUIdf42NjYgx9O3BbyddCX9Nyajg+ducCDr4K/0RBdzn4xC54SZWc8Pjx44InwHzl5ZfTFyPoS5+K9ZF7YJB3sO8BX7mnP3PNeq1TKoqEEzSAB6Ver2t0dDStR7CrHvsI4EDzpA+0kSX9oQP6eYY2cBkzjdTRH13otb/iCj7ypyjKGh5eYfvfll4Qwb7Za8EGifUbNoxqtW1ng/3WeueRrJFWrlppnT6faESE+dtOG2845rIFyAR85Zzr8PLhtFAAORY4XEFo3sIgsLCoBPmIEO0wnGLcLKZQxM8KdbQBgytKwTUiksIj8HYz1Gy0E060yZ+I/ysMV782BnwwChw7StvwxgZzoBRzTnSTgFyHMKAR5uVOCCIizUN/hMGVwrwRnTmZh2fgUZpO4MC7lJXsmHNxTz19ugUDQGDQA9wJb1IdPXZUJEz7HVBISgnA4B0RVv4FG+eMWlbYqjc4ETIKC/6MJ0Hg2p1HdiARgRDFB6OAfhwhQXjRC8G8lKntpGrBiSk8oDAfMMCLcW0bpUEpM6yIDr0RvmYuvtKPEtHhE2MiwnzPXpu7bacGnpZYqoN2dKhbaIenzD3vxVvDgZqEL+HjgA3ek16snj592onVtHmxaLzb5kUrFcZTdP4T0cEFOiIiJSrgCA7A5h7e0U5dRKdPRIhncGnaOVDargvbQUSH3ohINER0nuGN/AFmRKcuonPFNki6SXzBD9h2++6tf6XzjAUfrt0if8CPcb5NdDI+Ikv0oKM8syiHP+g0/SN+Rnt3rPyBJgp9qGe+wkG1cy1SYKMNGVDY3KPNQ9M/8Fq0bCj0o3Dfhckz+EhKsuE+IlSv1zU4OJg2xpA3+sSYKQcfcKYf+oDTGR4eTolNRKQ5gY+DS87OyX5hx0m/3DyoFGUn2H1prnNj5wR+q9esTYvKyy6/PL0Nstzwjh7zAZATExZwo07uq96kZt4XvVh4fvfzOnT4kE77EJHw3rDMl9uXsSHN30Eh8Y4Ib8J54eCEkYUSfmKpDyFI4Ka8ETHujY6WbRJ7RD/5KT4WktAcESlow0/GMR56IkK9vT3JRuQP9IdCXNF5+sIjZEyBt/AC26Wf2pmyIHlrpKSf9oiO7hqcItouUl7Kk64AF71H7mUfBrHZFl5INow3r2VkKRFc0LQ3jxfmZzVufvJzmJO+5llo2ZIlWjk8okEvXkuemwO5kmXR19+nmpODpvk278BGQgH+yBSaI0LwMLP9EAeghWeSQ+6phy50rWH+GmuF+4InMKCLq92Hg3av9WhIfJMjM07waO/el4SvJMjCe+bu0B/JXhgP/HnLn4CKjHLTTZ8xB01woh1fjy/mSjt4dcY2rGP9YqOfA40vfvGL5mskXcOmSbqYEzjQziKXDTlon7F+vxb4G4vJZzEX/RuOM9AlfyIyy7BhPZZGvPk2PDKszIvTkmW37eKtSX77vGkKXlNeCIBb1QvKmhcOJCP7978qFpwzPvAG//Gxs+KbxSet972VHm3euEEcFs7PosPWF8c6/i4Hf4Nk2dLlxquhqYlpJ+nHdNoHoN/57kN66OFHndif1t6XXtYpL2b52Sdoee75F/T0s8/r3PiE+HntCfvkCev/lOd+7LHH9OKePULXkNeYFwVzTqh7vAA2mcJPgnPVh3SLlrWisEwHVPFGbWFbhq5p21PZuUVEmCcLjndzSX96bLPIFzmSuJCkwG8WFhEhFmSXXnppWqxFhO0qT/KH35SydbXLd+ZZOlR3At4S98g5IhLezM3CApqQIe3IqlSUEmxoa3ixgCwoPEeEZdc+X5RgomfoJ36Z3KfixHDHlVdoYMlQ2vRQFlo8D2fMeogu4BdKpbIXn81EO3NXnQSG5JjUsJwWNL8wm9rmbWtNx+X5+UWltwLzzG3zmrPtLjYXvARsKndsX7Te5Vmm/r6KiqwteQOk4QUF+QNz5rYF4EAfOEJPzRvFnlIsOrM8F3U8cyW5xQfD02kfGEeYDseEiEhyAgZ8iwhFBMMs4x7BB+TFOPhdmJ/wlQUU/anvFviGroEfsoAHjO/OTxJOnIjoyGxgYMCHHsuSneA3kGHNm4nM0/LGFz5tdmpC/IRRn+1m5cgy/cavf0gsjLuxudbXr7plQ17EOPw6cuvp6bUulVLOAV7AhyhiGngQlyIi5WzUTzlRB09ogV4WEJn5j+6Sy6FX8/ZF9CH5BvfCukkBZ/Scft04AR+gHV5cddVVacORwyV4Qhtx6nLHOuq4B3fagMNcxCB4yDdIkB14b/NmGYVYAl7Q/PjjP9Zzz+7W9x/9QXrjHTqmvRkzOzutq7xhi50xvjsn9BHj0B8KPIcu6GV+nqEHnPCR4EVhHPKmQDM6IGXODXqS3hM7GTdiPxgRSYfoCw8jwgfeS20Hi8nW8L/8lP/AwGCSPb6wXFTT5iN0ARt9BB/41y3EGu7xB8gBHQQWc2C31EVkWrl6jc7YNg8dO6JHHvu+84QjevKJn3gN1Kfly4Y154MmDg5PnDjp/GDedrmophfGzAkvxjwWvpGfkcvDC/gDfHiGXMEZHYLfU1PTevHFvaavkWxu2vED3Nm83r17T3qRlTHA5NvEU9Y1ZEBBxsCBbn7dgJgIDvhJ5Ibewkfkxzj6AAMded4Hgeh6wzEJ3Ee9CKU/BRrgEzqCvHhmDDkY+DEHz9gG8yPjAdtjj/11RCQ5oQvAxj7GHRPQAQp96QcvuMcWgcc3OOjPfBR+FpVNN14UAE/woR+8ATZwL7hgk+iLriFb6l94YXeKXd/85jfShvsPHvtBsuUVw6u8gJ9V02u0xmLT91O66sqr0mHvMh/68LPyWZbb5mfElX51HzbefPMt2rFjp+AhegKOHPrwjbTMNk4dm1PwjW8VwAfkgrzhKzzj/kc+cGOTEBv/u7/7O3Ggg4z51gByQU7wE7qy8zyMiJRH0g+YbM7v2L7TudBW+90+LfGB/rFjx1V2bEUv++3PSuWqqs7NNl2w2blmTdffcEPaPCPGV+3XFkx7xf3x//w88te+9tXU7xd+4RcsN3k90KOVq9Y4ToVu9UFR26c5/GRl07neutH1evd73qNf/sCvuF9F69Zv9KbeFlD2we4NGh0dTRscyAq5FM5lMu9QtuS4VGSKXGq2refOc2ZnZ1Kshm/oQQLi/0WE/6/Uxg08zh2Puv3gP3rUbevWA4ONXp7REcaht+g9GzJc2ehAPtdff73QW/JH+qDT/KQcMkZm5BTIDDqQC3NGRPIx1P30qaf0gXv+jW679RYtmI4iz8QvLeBTKLM+VOfFB/wZ+GBryPDkqVPWv6bwCcgTPPF70IPuMnbYm5533HGHeDnuhA/6X7Jv+OLnv6C9vrIpCC8y613PeVtjLuqIy/CAZ+ARA/r7B9J8wD59+qywZ+IMhThA/33eTEZW3AO3Syvy5h4+0xYRlknTpZVsDtzhGz6TPtAZEakNHoIDuDA3+NEOHPiKP+N50XsRrfQLW237+KGUa+3atUu7vT7Df0Uwp7XH+wLYN4VxzAdu+AOuwGUOrrQtLi6Kb8YgT+qx7wHHC3Bhkw1fyreKv/fQQ+knBPn5PegBPvKFLuC88MILesm5MPwBJvxhY3DVqlXi2xG8IPgbv/Hr+uM//mNtubBjB7R1eQuMLr5N5308I298AH3An3biEHwhTtCHb4HxJ2NK5UIV59GT05O68KILfTB5k17/+tcrK+W2z6aqbsuyXLntg/HwtXufZZngITIAp66+0I85uPKCCn3Qkznv2XFYGVmuCGwwku7QjwP9UqlwrG6ktpLngx9s2GNDFee5RVEIHg44DhCP4N260XW6+13v1OvfcLs2bd6iite+LS8ISs4DszxXlueamy9UVIY0NjYpfrWgb7Cu7VdcqTe/5Rf19rvfqfe8/x79xm/9tu54y1u1buNGjfpglfmQI3KBrlt8WBAR4oUw8IkIx+X5FE8jIulkuVwkPsHvMA4VcHBbybykDnrQn4hINMIjSqlUSs/o2YkT9rWVQmfOntaE9+2IgU3HT/oQ64n5/LQufr6jcwNpbDukqu11/bpRDdSGtGf3y8rN549+9O/0yr6X04syNa/r3vCG2/T2t79dt7/pjd60vURvuO02feOb30o5wAb71iVLlnq9dkQNYpj9cV54L8D3/IIbP+O7Z89e3f/Ag/rB4z+07BqOEb3i4KndlOPIgskJsam84HUYPu6d9uV3v/PdeuMdb1Z/fYmUlXTqzFndf/8DesbrvUazrYXFhoa8D9A2z556+in96Mc/9IHJrEr25z3ej2zbfrOQ+LWOnnJFhfmF71rhXKnHew4Vr0UjwvPPa85r0EXn5hGZ0BVkB+9y6wHFCAq9LUxXGOjevXsdj6ccl5ri+djRI9r3ysta9IFQyXJD3xftQyjouYwjfKStZf5EGDEDBSbz1bw+QNaMW/Ahh5u0aF+BvdMnIhzXyqnw0iGxAZkSK4jR6BZwgQG+FPCnrluKohD1ER2927Jli5Ad+sO8FOaiAJe+6DO4dOHip8hXZxxbgA9+EZFyFcaR34E3Y4lr3MukMn7+/L4p/Gh5n4c+EW5kApemfSm4cPWjIiLhSz/q4AtX5mHurq03rAfosdMBNQy3sbDo/YWm2O9o2QbAsWFeIlN4DU2FbY7niFCW5wImvoiXiOUPfo8Xy37jN35D/OoJ/gie8HIEpRun6vV6itf4G/wmcKrOYXL7pJbhzHte+I+Osn/MNwzr9SHd8Qtv0eU7rrAON9WO3L6+bhXPVbKeLlu+3L70NvEyw0+f+onuu5cXM05r5cgK1QcHfPB5vdeXS/XQQ9/xPsvphDv55l/91V+lXwtYaltcOrREmzZucv+h9Mtj+189oBdf2KMNtvO3OJ+65JJtWrFipWq9fWIPh/0kXrg+dPCwjhw5KnQFnmXmT82HN5Q+r8Phu6uEnLAZ1r2s9+AlY9AP2qreJ8Dfco9eRZbJAtWSpUtVr9ftA5r6+te/rq/5kLfhPYEDB9CgSNoAABAASURBVPaLP1v2Dx/9qL721Qd18vgxHXLdEz/+ccpHH3n4YX3rm98UeeH+AwdSezm3rVqO87bdqclJnfBBGDaBzqEz4Mqcc96bYD92Zm5aHKo2mote/0/bT07Yhqc7tm85oaPoF/oREake/KlrOkYCMzMdNeew5Gs8YwfYtquVm8QslD5t23jTMBu2ZfwwOgAuGR3dB9zY98xtkxagKuZXxbGKfuABDeRErJugCV53+QsM+Ex/+lGoY2LiNr6fsRT8FP6CdR33fIGIvJ/8j7UBa35yEV74GfP6EDiLth95L2ewb0Bl9Ni0gBf04qciwihn4jnCxMgc8AZb0/YL7sAAV/DrcR6Q+rlPdr5v0zYKPFcZTp50DXqKopTuIyLpB/Bahtvpl6mU5cokH/Y2xUF47n6lvKSW4wxywt5YG0173dp0HKE0TAv0wCP6cIVHwDYoz59ZLJF8LbkvL12S67B2WuUDyMLygX8HrHPIAN+VZ5n48xisechR6AM9wAYu9+g+MgYOvEbnu4U66IVX9GUcV2CDI208096FxzN441O54oso+OKWZQUt5NXgxF4KNonPWrdunXgJn5dF2KcEB3BmzoxBrfPCdSRTQtjJAFcMuK+/Lwl5yhsvTBoRKqwQjAMxkM3tPAGamNBGBDKo9r8q9I+IxOiIzhUloR4iu0KWN/LbLVKgfz2+i2P3yhiK2D+0g8fBwDxwRLmADV70p57AAU09pg2l5D7LcrWNLnR0C/2BG9HBMSJA0dOcx8eMDkeaUuTKXUKR2iPMFysKD4wHPgVeYYT8tCOFjREWNQQkhIwxkfy1nKhMTk4kJczNz8wKBm/BB5iUiFCeZ/JF5rCLfN+Zn77woGGlB25XwSIiGRLCpoBbhPlro2qYbzjeRTtfeGZWGn4uDArc88z3pVKaAzzgkfyJCIWvwGrDQHOHNgr9KLlp6OIBz7M8F4HQ1pYSGNqzDFqApBRMGE8deoSM6ONp0r+I8NAs6SdwI0LMQ3/5g1F0AzJ0RoTappF7Cn2hl3t0ZH5hXjNeCDfssGij0N+gFBGpZJHxaOraaS7GJpxC6ZlG8IRXESFwiQgFdFGiU0f9z5eIDm7d+WgDhvwBD/AEx0kHNPok/hkec9Mvss54+EUBLwp9u7DgYYRxiSwls+hZRCRdYEzLDhh46AzPjOUa0YHdhdeFA07UgRdjeGY8DgfbZ955J3cRnTnAnYBskpJO5VmW5J65nSQJ/ccuGQdc6CJp6av1a/zcRErcpu1zcLz8kelnnn32/Bt/uTIn17W+msa8yCHpevDBr+oCL+A4YLV56pg3Jo4cPaaKbb3qTSVoOHP2bNIxNlduvvXW9DPA9aEhwRfsk5+Ke+jh7ynyLP0d1uGVI6p60UMixuFexYGZhTk6tsQLDhw6/Jr2hijw4Qt0YHfA5J5AC4/wo8zxwu7daWOPcYyhnvYsi8SjUKjW2+//50lOwEAu8Ib53c22malsP1MpKskWwr3lT8k8KRclVdOCJjOtTb2m27bRSQfEQ4eP6KgTu6NHjqS/kzozNanV3kwbXrZCk2cnNTM+rUUf3uArFSE2Hnp7+8SCjIMX6EE/wR96uccWx5w0kKCAJ20kHyS6BFE2krIsc5K7oEX7G8ZQmINg2nTgdvixPbWtpz2q1frSN8NecKKKbIF1xos+5qM/49A9+M6mFRsy2D5z9/f3izbg05cEnrnlz+TkZNogi4h0mF8UZfMYu26nMQRrgiY/Q8UY5Asc/DXJEfNSCKbMjezmfGiCLkBzWDjgwFhPJ64RmbKsZD8kMbbHiVDDiedZH4Yit7m5hjfXX0qbOL29NSe5PxWbPvztonu/fG/6djR0rFq5Srnh9FRrOn3qjEqR6djhwzpz6qTWOUGZsZ84ZX3nb27N+bDy0Ycf0UPf/a5GvFg4d+a0Xt7zkr777e/qR48/7sT+mEZWrPIm7UViIbJgfAxcYfynfWDatIygF97ve/VVTXtDn4Oamm1pyIsWfGLdV2gkee3pWyre0rryyp16+zvu0vvu+WW9+93v19VX36haX92HfqE8LyXbj4DqtvnRFnoPv5AX/ES/ezwHPoG6Pi801ntTodcLD2wAu0MHKMgFvtCPe0qpVKRvZWb21nzLmvaSYxdyoD0ixIe6qjcGgI8NojupXSH6lstlH673JXyxv4hI+EaEIsJ62jLuWfJF9N28ebNIGpu2MXwH+GH/wMTmwRE7gDb6U+bnFnX2zJgOHzqc4CzYbzYctxvmfbPRdjLb1vxCQ3wDtp01TVFTA/V+1fp7NDc/5TJpPBZUFJlqvVWVCtl2SqrVqvIJsnLTjYzKXkhmWa6aeVmyz2h4ATPnueatt1luP2q7hEYKh9xzXkTlrocvnWvJ80BvnnjQMH7Iif6Zx0IjV55PnDihMfsBYgN2id9+1fpD0kwdc2InC14MoV/MgW8ABvLvseyrXgDxjLwpwOVKfa/1gE01NobWO6Fd7kMRxlTytnqLsrZs2KDX33iD/v3v/bZ+7UO/qosv3io2QftqA6r19qUD32Xe9Fmzbr15VXXp0Q9++Lg3c3d7ETiZfk4L3PAD2DQ6HRFpk/LcuTER58AH/YEenpF7vV4X/cEL/8Fm/ipvwNKXOAdM6MSPQTd8gRfwknbo67N80BH8FzyijXEsrIHNQhP6ucIL5MQ86C7zICvwLlt3gc0zcMADeWHLLP7WnP+JqSOHj2uovlQjI6u1uBB69pm9WrpkhdBXFobEbjaTnnzySe3fvz/ZBTICL4r8YZGBPNhIZC5XCd6gD9gw+FNPHfbAOHgGHjw37fdz+wXiC3jTTn+u8IG+4DLkTYyqN1Matg8WLyxggVkqZekwh7nQmYjwQVGPbRRMmvbxfUku8B7eNKy79IPX4EbJ87LH9GnVyjUaWbFSFW8I9vb2ua7mTc0T4k33xmJL87bXsg+u5n24Oj09I3iOPOAJcICNPsM35pqzHcEHfBY8BWcONpEX97zdynj6ohPoE3JGn+e80Q1vjh8/6UM950Ezc95YG0+bPEePHhVzMg84IFv0CXuDZ2zmIRP42dVf4hc6QYGf6AYyZU50rs+6Bw/xY/V6R5c3bdpkm5gwH3pFG/TBc+YADrRFBIx2DG2mK3DRtxlvCoIXvEae9K3arhnHM/o+a/7QH55xpdDGGPgFPYwBMPoFzfAGHOjHYeCb3/xmgWfNORob3suWLxWHlZ35elR2ftRyMgicknMjDrkYA93lokh+DT5FhLhyKMBa7dOf+nTyFcRBZIKs7r77bl126aXOExbTRh94ERvBBR5GhOZME3wCFn8jFVzBnb7wY8mSoRQnu5sLyK9WqxlmQ/AGPtOP8fAIOmjvcf7a44PTsvWvt9avwYEhDQ+PaN66uLi4IOgZ8mbf1MysWl6XRl4Im6m576x1iQPYj3/8n/TXf/0/nWfs04vehH/qJz8RenLdDTcpN9wJ69g3nB8cOHzM+el0svk503PDjTcZ/cx5W1tP/uSn+pdP/UuycfBsOWlDbrl5GxGOUUq6QD34UyJCaV0ZbVFPMUDbaCSfwviIzj15hfxhnC/pH+3wg3EUeMKVRmIc+gPfeKYgi3e+852Oi0WK4dgY49EfbAYZw6//+bd/q6985SupHwdt5PXwA3ulHTt76eWXdL/7/PTpXSk2vNmHnsiTfhX72XCMza1jTfM8L8qq2EeBE9/GYeNl1aqV3lxdkXQLPOEnMQAbgw4OoP7n3/yNxhwzwZ0D++ef360HH3xQzz/3vNc/M4lnZc+FnrHRPelcLMI89ZoVXcNfRUTSgbbzD3iD3qE3i954ZGzba2Do+uxnP5t4gr+hD34LvLgyP/DoS2E+5AE82iMiyazp/AG49IFn2GoXHrDoT+EemNxHdPDtd26OrJApclm3bo1uv/0NyZ7YD6l4fQVseAN8+oEncLinHnj0oVBPLKENG8eGKLQxP3MRX4HNtwhHnR901vwzssgSPYxDpuQu87alfftfTbrP/BEdvJvmdalUiHUGfORFStYAEQEKiffwCL2BhxGR5Ma4eeda6CRtdEYuyIQrpWQdGugfUCkrqVKqaPnS5fY9vRr3unfcspZzcg7ch53HR4BPI+Vh0Aw/4D06zT2wiJnoE3jAC2IDPz8JH+AdOoi/77MsgNE2zBnjyN/chGe0AQfekbeBK3IDLmtg8o+a12fEEeYEZkTYHw3bb0yq7nXx6rVr08HGlVdepTVr16kol9VU2/yWSuWSmLeU96icV6Vmpqb1s/CatWq4/NTv8Mgq3XnXO/Wn//nP9Nu/93v6sz/7M/ET6DfccEOinXk5APjIRz4iDg7gK/qE3MEH2eV5nmybK3Xwo81+h3HNzdOOvKZTfp35uVTq4BURgBPP0IutwpeWbWvp0iU+3DycYgyHbbxYSueW/WCWZWm+Wl8t0QffiIWj6zdpdN1mXbHjdTp57LT+5I//RH//9x81L8Lx/JRlXU28Gx1dn74Numx4uR7/0Y+SnU55vb58eIXe9e53a51z1nK5xwdbbevbnNsH1DcwqImpGb249yXPmXlte8L8+KrYxyjlhTLl4ltR9993v3Y9/Yxy03j5ju267oYbbXd3+Hqzrr32em3YuFmbvIY5cfKUBgxzw4ZN4oAGHj/ug9r/1//7P+ufP/lPOnzkoAb6a157hngZu/Myd9t5dFVsMl+45UINDRgvr2Nrjmt5liV5VWzXyKffMaxSKSfa4RkyaHrt2TZv+52D9Pf3Oc8555xnPNGD3bz66ivCT5byTH21HjW9T4nNVgwT+8otZ3QTGOxjIjd0lzbyBeZtW7/mHQdbrZb48IyuYB/oBTaB/X/729/W2NhYiksDpoN4wR4ZfSIi6QRypYA78NEW7plv2vLCv6907g/9XZujP/GHebv4Tdm2GQcfMvOpab/axZv6iEh7L9C2cePGxDPwYDw0NO2ToB1eMBc62nAd8GijL/cRYKjkj5gfXOjLnPCQq9nj9k587rbRN6JDM3qTFSVxSFXxepLDlLbnmnO+waFrZwalPAY6maPl9tyyiQivZVvJx8NbcIcG4ONHR0c3iFwvc79Rr/V/8Rd/UeR2vETC+mPfq/uTPhBnEk1GdtK8+/GTT2hsfFzr1486xq7UiPdH8JOF8/f+wbquv/FmXe/cZs3aDeZjn23qCXV+7aylXu/BPPrI9/TlL35B933py95z+Yn4SdbNF1yQ1nr1obp2XLFTK1autM4f0YDhbd+5UydOndag82NeuLv6mmu15eJLdHZsIuV9/fbhF1+4VYO+7tr1tH3Ebq8fjlufx/QT51pf9jxf+coDQrbk42e8J9NoLDiX6zdvxmFLknGSnXmHLsAj4gZ8oz4ihMyQEToLLArPV111lX73d39XF2/dqueffc6yWNT2yy5Puces94PYd/vOd76jv3Xe89UHH9C3v/kNPf7DH4ifLOYbtp/8xCfEN/+xtXPeJ+2xnVaKwvgN2Oa9p+bES+RyAAAQAElEQVRcgoPghKh9ef9An9bZtw/aX5AjD68YFvl3uVrozLkzpmky0YrM0BFsLSKMVyO1QRc2iL7YSahtH7rg/fiK52WfKXff8DzM51vlmWyXYR7J+tT0HuW85k0Xh6vwppSXkn1mWdin9qji/R35Hr3N8lzsfRDbsOvly5clPIidjO3MEYafJX5hTxX7F/iK/+h3rGTsUh9akyuwxiIO0oauI59uHpJlmZYtW661joHoL2u9733ve4L3xFP8A/zgCxCFceZLf108kLf8AUaEqbeuY8PYEnjSThv2U7ZshrwHB27gy2E0uKS2cjnpSdVrrqpzUvwU9FCwZRkusCJC2ChrnrJxKWW5Mv+XR+bI4fktk9Zi54WqxE/547HgxHkRuocMk4y9tuYZeSJr+kREsg2ewRs84NlK2xVroAsu2JxiJuNbhtv0fL3eA4LP0EE9Y4HLPXNxD7/Za4aXyAjY0AOPeCZmr/P+0ODgYFq/Jv0cHhZ7B0NDQ4nmiLAuRZofvlCQMVdT6Rg789q6NyIcb/sEHPgNHsgWudF/+fLlYq5arU8ZiER0gIOYWu2k8AzKrYhlO1DqKSDLZLTxXLXAmAAlrdfrQrB5lgtmwhwI5J4xFObimSule18uqqo6WSjlZbpZ3u105X/06xb6A7P73G2nDoZHhMpWJvDMs4xmdfEENwQKzrnpAhbC4SS66Y0anoHLoIhI4yJC3U9mRYu2laxp3PwPgdMfGN1CkKQgcK4w/IU9L2jPnj125vvsXM8loZCojTqB2rhh1MnUMivdrFicdAJ4S9CDIuFUuQeHDirtxFtwpVBP6dyHqjYeFJYrcoHORW9eAqPTR0mJwJs65Aj9tFGn85+2HRnt1MFXCvfnm5N8kG9n/GLCCT7L44DFWEoaY8TbLlmeJ6VEAcELGVEqdnxcq9YlcEdpUewuf//VnA40wGRerhQCC3wm4DI3cJgDPYgIAYcSEYmv9GFcnuXJ6cifbh31FFclPuln4k80Uw9sHFBEKCKoSvQz7ufh0ABPKBGR+tKnW2inRFin7EzQIXhGgT6u0ADujJnzwS+0Rri/bZS67vhuv+5ctAGDBIsrjgdHl1sG8JpxWZYnmuB52UEsd1uWZWmjkHbsBbjcR4QYRx/wgk5KRCQ7oZ5nrlKHVmyNAl3gnRy5pAUHZmB15yKZ4g2umalZJ+mLIsDQvnzZEh09dkTffei7OnDwoNgc3LBpg9isYwzzFUVZN950sz7yPz6iO958hwbsg86cO5toGN2w0bY1ogUfSrDRxAbH7W+6PTlTFplNb+YS1OdtH+jb8MiIbr3tNq3fsCHBYYG5zBv2OPcuDYOD/WkDD/sFf5w6fIInyKnbHx2EF+gKjpaCI99g2AQ+6GM844Dt9YTOnR3Xiy++JHxHXsoFPGBwLfwcPpZquyPjijxTnmWcm6jtQOZ9ZQeOqpAjtoq88T/wfWZ2TidPnBYbRLwtd9IHcCdPHPdCbMr9ey3Xiu2ibVuois23w0cO6/jJk04Ux7yJ5mWwZQyMWR/AtEOJtywUCCjMReHZojUOvUkfoIsC/RToIAEgaNIfmlvW4aKoqOz4gg5CJ2NkHwLPSRCvvPJKkVhfc83rRLIdEQl+RCT+EHdYtD799NP6xte/IRZE+EwK88AHYLYcqOVPluWq15fY3y6Y5pZpL5yMr/BGwFSCy+EF49DbzPxlrIcJfJAz8rXR+F87JfnYFIvO3LbT8EKPa0SmnMVsVrJfaHuuudQXWUDbER+CendBe3bv0Qu7X/CB2hGdOHFS0ILvi4iUwA57IV2v11MSANyKFwqvenFx3H2ffPInevShhzTuQ+bF+VnN+0Cfv9PZsm0B/6gPzfutqz9+4nEfkJzW7uef136PbTRayZb4OZRBwyYJhi7k9/LLe21b08a5YTTbqvVU1FMp0uK57oRy4/p1TmLntH37dt3hjcX3v/8eH5q+W3/yn/5Uf/CHf6T/8If/D12+42of3C2VsrJhzTshmUu5BPLGD8FLWYfRcWwH/mXmM+3IDF0pnChyTx3JFe0UdIS3/fDzEWG7XlCHL5V0wBDWG/q17UuRF23AoESE0C/a0IXC8mIe7hkTEUmvwTGi0xdcI0K0M06hNB/xkgOV9evXCzsHPvgCj7LcPgM6iN/YYERns5Nn2oF15swZwyppyAkx/C+KsufJVan0ekE34I2DAS0ZWqYVq1aoPjSgtaOrNLSkT/V6TevWrxG+cWpiXMibv7mSZW3NzEyZA0r2dNHWi0XSv379qBO9IWG7Uz4EmrMNgwc4g0vSN/N/2gsT+ItvBj/4Av/kD8/4L3wkdPGMfWAb9AN/YDIemPCZfug7Y7CnUilP/pu+5DjwlH6nzQc2A7nHPzIeXsKfaes0OGDf+M11TpCX+GANnIkFJOU1HzRUSoVq5cKLrIb5M2j6y96InvZh9dlkVyx0pqc5kBrzRtPL5nOmkvs3nEsscyLccO639+WXbaMTgjYOgMnFiA0N+1bo5JsJTccL8KGuXq970bRMHECxMAAXxnJgw9up6BHxBrqGncjzEh34Y+PAoG9EWN4Vy7vfG2unrQ958gHoDAk6NCOnY8eOpc187OWED6xZoOHLy+WyN9BOJt3HnuAdcJEF8RE6yIvAN3eAQFfR2xkfnKxfv8G5+oDWr9tk/7JeBw4cNG9e0ec+9/lkV905unYEjKIoC16A/0Zv8EAjsmIu/EeELdC2xzwsJsk/0YOIsB+YVUSm0dGNisi92FyvVatW6xd/8W2JB8geXYGvXKGF8cyx+4Xd4jB73pu+6A48qNtu+voGDXdBVt/ks7jacVn+RYpD6B+4wpOI0Jg3ytApCjwqm3/QBNwxb4pQpqdnDQufPe/YUDassv3XlCJCeV5KOK+3Ta3y5g0w5A86fYE3YpAtuI95HmAzP/KDd7TBC+r7+wd15vRZsdY5c/qcVgyvVE+15g3JzRrxRnJv2ozsS3zB18BjYCFP4KEfXX6fPn06xRd0FT3npbOISHKqOp/GbtFNbMaophc3oOOii7YaflXYWW9vr+2mng7X+Dmjiy66SOhf03667Nx89Zo1GvECuOwNhqph9jkWlGxzFrXtRfabDZdmyhWaXhsNL1/h2FHzZsec2DRozC86R2mpx4d2+AsK/gNYyBlfgJzhI/drPB98Qm7QT1tfX78Pdycdy85Z3rmeeeZZb1B8V0P2B2+47Y36rX/7O9pg3eLQE3sbHx8zbi2F4/Cxkye0ZesW3XDLjcrLmco9ZSnPLNfJxKe27b9alB3nMvG3q3ZevkM8D3hONgzDjFvlDdKtF1+c9ACdASd0C/zRJ2hCL6nnHp5jOxw6ECs3b94ieMYY9CazsqLzyJM6TyGuwENm6ExEiHypan3oqfYm307+Ac0lx8iqN5dbPiA4evSw+T9v3Nq2kzO23/mOTsxOO5ee1Y9//ITmvSlyybZLdfMtt+p3/93va/36UfX31fXTp57W4NBy5UWP+vuXiG/sjk9MqupNjYHBuhSZZhcWpSzXxOS03vKWtySe4QegM89zsRbinoLMulfaSqWS5dA2bvHaNSIE/bRHRGpjI8cdFPLHilW1njGWfhTgMid8cY80nmd4j1+Ep2XbM7JnXNd3clA67k1X7A/eIQ/64bOPOEeKCMfHwaTv2AJ+n5wRe+FnyjhI3+JDAg44PvO5z4mDWg62wIe5sY+8yFXYNvimX8WyUl4obB9ZFraxStq4Az/wAP8f//jHIl/lyoHME088kWTPAfw733m3/vt//+964+23J5vEB0YEJCddyLMs+fzC8k+V1gru6QFO2BBz9ftwAnppwzdh09svvzwNgZ/0gQ+0c4+PoSA7OkUAUaKdZ+q77V3bjcicc8xYbO1EJ33gHT6accBHRrl1BNy4Rw7Ih/hFX+6Jl1zxadgDhTmhHTg8ow/QBu7YGHzkQIt1XJ9p5W/tESeZEzwo3OMfOUjFBm+65aYki8HBwaTD4IXfZM3ARjLXndt3iL+tmpl++BIRyrNMy7yRiuzxTfhifLn8AS/umc+Pigjb4qJtcCHdt+1D0SnaoI/5uIeH0AxtPIfCG3HO3fKSjh85pse//wMtzM0JO68N9GvFipEUi7rzQT/4Mzc8mfbhq/yBX9RRkAM0YAN//ud/nvaX4B1yLHu9z7iK1xTTzrOOOa+Y82HylPNAvnWLnOAfPg0ckR0vlyKTBW96Mxb46DT2d8pryse8Of+FL35Jzz2/W1+690s+HDwg9oh6+/oU5mHTdp3luSLPVNgvgH/m+qxdUikriV9xKcpl5ZVCvQMDCvep9vfZxw+J9TY4QRe+9brrrtd73/te82VF0j9whLa25wBX5AHswnbSLcxH26xpJHeO1/o2pfNra9+IfhT0Dd7UrS/4A2TG/PDh6quuTj/fib8sew5kiV40HEvgW0SIFyTbaqeY9YPHfqj6wDJdsvUyPfXkT/Uv//wveu7ZZ9Tjgx3mvOrqq+xb3qXf+e3f0c6dV4hfNoAmcNi0abM++KEP6QrPudI5U8kHz45sarAYz0vas/dFPfDgV7T7heedR56yPxsw3IrpyES+ddmll2vF8Ihzoj5NeQ1Q9vjlft5uXX/H3e/STY4JL+zeq3vvu8+4jol1/V133S3yV3IOfknkC5//vP76Ix/R93wgU62UfCDVo177aH4JKiKcS9acC18gvrGz0YdiKw2/PjCk3p5+dXW24lwC3iAX5NPwenl2blYzc9NabMyrZD9a8jrB4NT0OtbiT7LdtespH0g9adtdTDTNz83YWlpuazn/mxWwyGGQPbyMiFSHPhAfmS/LM49vKkPfXBiTdMF7atThH6+99lrzqNdz5KrX60nnlixZmvYssduIMIxGasfnUDh0Zk5gIesp2yF2AS7YGffAx256HFMp6Ep3TMPrC2DzTKxH7+iD3ba9ZxERyZfAN+hBJ8Cdwj31Xf6GgTAvbeDDtfvMPBGhiA4NtEeEGAvPkQV9mJcrhfmAAf7JhsqFCvuNkq9tr4XwA2ecfy74oBrdpx+4WzDOJfrNy54O/KKU1jXYDvpM3xdeeMFrjgPihSP2ee66+26vQ9aIdQM04aNv8KH/6173OpFvVspl8SIM+MJT4iaHlM97X+OVV17WihUrdYMPUH/7d35XfPv6uutv0m2336Ff/dCv65prr9fbrc/OQvTQww/r4OFDqvtQhUPNJ574kb7zrW/pC1/4QnqB6Zqrrxbfnp0zTRGholwRh7OFc9feWp8O8yeRPCcHyxs2bFRkuR742jd08tQZrfD+IftVN994k04cO55g8jPc8I4YDD/ZK+Jnvv/gD/6DvvjFL+r7339U33/00XSPr4WH8C/P86TDA/aDxJyI8Pp0PMUt2uHDUsck9D7x3O09zuP52eOxiTFhs7wAv37dWo2sHNGg4dx111368Ic/nGTBWmHah9JLh+qqOnc5duyofviDH+gvHCc+/vGP6+MuDz7wFR0+FPjtOwAAEABJREFUeMA5fEU9tt0ubieOH3f9IZ05fUZt7yfJfnTWfoUvznDW8bzXa8SCl7ymRkd/XrfQAXwGuRYvPlJ4wX/fvlfEny6oep6xsXOaMA2tZkNl+4M8i6S3he+r1j9wKfne6q506Go7aXgPF51mPvaHWCPxjA02HYOxOfhUrw8K28aHd3NFeA0sbIXCM/2pm3ZsxBYYiw2Ts69YscK+brPIK/AZo/g7r4+gjbHImXterGYerug1h6noK/kAdJ84fsJxL1euTBywgi/2Bg7MHdGhu+0H6mkHF8qC93GOe18Aet0t+SX0DH3AfqqWadX+GTyop1BflErJf0V0YGf2ha8V6sxLB221bd+ybBvO/acnp9JLObMzswrjAo2M8a1FD3ZSRCTfCt/AFbwoXZy5Ui9/oA+fhwxZZ5KndvHMjR9441u5gjfzAbd7n+g/L29yD3QZ2PB9zjkTOQl15H7kmOgAY5kLGYI7uNGXK4U6fA66Meh1D/NTB94UYOMbuZoEAQ/dYH4KOPX29sCDPDG4izDXnmqPIBDCAUYdwoiIxMA8y1JyRx8UDeD0haju1R0BngoI0MakIA9i3OdZITYVIkIgT4n42X33uQuTq85/IiLdUQeOPNCfeajL8lzgBd5lKxe4Qgf96MMYCn0VGdWvKUVEpHvaWlaqzAof1pu2DwDoCA04da7AgBYYPW2ngqLQBxoRLEk0jMcQ13lDkIU5zvWCTZu8QTqUDAG8SRaXLFlip9KX5NFOTiBXZmfC/c/P07YDY0xEZja37WRb56/NBA98UKKEHwZihKCdkueZIjr05T/HI+4ZB+yISM68e59l5sD5Qh38o3Bv0O7bNA4N4yDft2yPLSdIDS16w5KEmn7MHRF0T/NDD/XONz3OzHULskJmwEbZ4Wm3X8sGzj24EJTBl3ZoZBz8hX8YhEGlDQXGAI8xnkRcKd065u8W5qR0n7kCJ+JnOFPHfFxpoz84UeAdpdtmIumS+EE/Cm0/X+hAPeO5j4iEI7TJH+hDj5izt1ZLSWtEqMvLiM49NDEmIpL84R269+Mf/Ugv7nkx2QGOhHmAxXjGUMAnFJ5NCVd4Qx36AxzG0J965sDecTY4bvCjL/3oD65TU9PWhWbCA9oYg+3Rj8I4Cm1nfBi0MLfogN7jxGqVE7DeRD+4Ao9F8rU+SHurN3H4RikHn2PjEypsz1mei2C1avUqDXjBM2tHSkJCkrHt0sucaM+JhKnqBQsBcHp2Rid8SCjzCMeJnYLbghN34A3Z9pgTGuALDOEZXKoOTBQcco/hQQc8wZ57nCRzTz/uu2MjOjzNHfgZi44C7/TpU0Yhkv8slQq1W+GEuZE2zOHja0He9hY2jvBCT1wNDxkUhTeobNOLXtQuLMypOA+fpHZsbEwTk+NpQc83ApDPFAn+1KRI1vnbWUu92blsxWrlpV4tH1mtlWvWehNtuWr9/Vpwcj/nQDXpJGLccpxwmXYQnfVGtiI7j4kS/scczNl0J0lA70ulUqrnXv7g9/iJPIINOoQOlCyziFxGX1mWqyiKxIeISPqy4LnhI6XphSl8Ay7jgQffkQ/31EFTbpj41yVLl4jkBh7Szyh4joxLKtPeKH/llX165JFHBJ/w5egA+DEvcEjEwIlvEdHGPTIHd3CikNxTjw8i0b3lllsSHUwCnIhMmWWH74EX4EbyQ/tLL73ihfIT+tKXvqRFJyocoP/0p88oz0oa9QHHls0XpTczb/dmGm9ospkHDPrOGP8f/vBHeubp5/XEj36iUz5UPefFzCPffcgLgm970/THeuwHjyki06o1q41TSTt27pS84B7dtFEXbNmi5cuWa/WqNUnf4NPy5bxRPuVNsWnbXo8T5FPib+YOeqO2Ws61tD6gocGatlywQatWrhAv/9x8801poblixbAPAC7wgqlHFS+aj588p6YX+GfOnvOi/KxyywV7xCaQIfMhz/3794tkB1uAT7RR8AfINiJS7oF8SYjwNfCb9tHR0aQnXfnS/6RtGnvmW9PIr9f2SDsF/QcO98wVEYghwQAmNsnctAM/Il7zXdSBb4Qt0ApLwkufPM/SePCf8oIEPYBG7oE57c0aZEYdiSJwwIGxmfWC+1XeFFnpA5k+L9DyvPCcbI/kon12dt6b4Aueo62pyQktLM5qYWFWY+fOqmp/UTFfN60f1fbLLtOa1Su1YniZli4ZEnT3VstatnypF0Bl21XhzfXxtIl21jJZ8IY6/AI3cBg37CNeREV0eIJ8YA5tuecAb/qSl6D38ELum+W5ems1QS/6jn4jI/pT1/QiCD7Qf4UXHozNsjwtBklu6RcRnfHGKSJM75yQIzhMTk6mvswNDHDGFs+ePZv0Rs7B8HUsWKfcF75GhEr2g/zkNIcLbALxd274iaWTJ0+lg8ITp06ljSL81ZwXyxNeJGDbO6+8Mr3gdm5sLOGwxHGABQ/+jUNQ5oUvYdlBLzQNeTE+53gD7acMFz1ngxxdYjwxCB7Ql7J169YUu6EJWFzxQfgxvjX6sBf5jEMfaSeuAIv4Rl9oZG7mwH7gEXSwKY2vYmH+yU9+Uvfee69+4EUxG/WHDh7Uq16knjt7yjmlbbS3DOikY8BkkcehNDQw709/uittxmFzEWFRdxbw4z6MiAgV3kSpOO5igwBC7yNCxHKekSsFvQc+9Ded/9GWmXdVryngK/z4kfMS4O7bt0/0x5agj37wJbeOUSI69nj0xBG1spbzyYZ4a/zggUMqFxUNO5YxP+PAreo4Dd/QWWhCd9A5+lDgcbfP7OxcsrseH8hTpBAHqyymaEPnentrSSdoQybwa9u2S9JiGtjMATz0rc+Hb9CHXjAW2UIbfKDIn4Zj2kD/gO1yLMV75PjKK6+kg72J8UlFdPiOvCM6tPd5M5rSsaPMODcFn5FbRFi2fWkjisOf3/u93/MB9S+Kgxk2T2677Q3iEPCGG27yZu179I53vFu33/5Wbdq01RtXmxK9y5YNa+nS5crzQhzmrl691jLt89pkmRS519RtTZtXynKVyhX1mCc2QcyQrCQ9tyXj5P9FWC6FNwcWVa/XbXcv2w+V7csWnY/Nuk87XaEFGvHP8GbXrl3Ch6MTyAhew9tarde+b0HIF3vkYICNuIceesibzjuTP6ha5vDiiiuuEPYCb9BhYgz6V7OPhc9nbQfG0khKzN3rzafcekYOg8zYcEJvNvGigPOQlKu4Ny8xtttNj2n4KTNvap77yvSi3vw8dM1rzIfxTa9PGs6fGs4nmXfM/gQ6yREqlXLyd+gmfQwoyRq6KrYp9KRqOhhHO/1ogxYK9SX7/jwvCT+UZbnIKXhhao03zMr2+9M+PI081GguWmaL6q1VNeKYfeVVV+ntd75Dd779bv3mb/52OnS+6sqrk869wRuOX//6t/S2O+/WJZdut26FlvvgJrMuIOPChy29PTWxWbnziitFzMrNM/CFh5ntuu3YCI7c01ZyHsg97d167iMi0Sx/qKeOqx/TP8blWe79gJL4cwUcsJIDNs3T3HN6uLhSGAefsLOq+VazntQck7BJ2uAX7egEwKlD3hT08rrrrtPv/O7vpDjDQU2W5UlPidf4cuJY3Rtvv/Vv/63+zT336AMf+EDSZ/Lnmuea9DofmOidl+LphRZ0Dj0qFSXxTZCG4+DMzJTzo7L1vqne3mpajxBP/umfPuGc7VuqFIVuuflmjThO4leJR+h/lmfCNqABvwiN0IaNwDc2I6mDTvqZser2hY+1vl7b9rzl2Uw2Qhu/2lMzjxgHfRyaED/QeYr8oR/wfZvGyhaeZZljaynxhzZsiTI6uj75QerwdfJnyHGReAhO8CfP8wQnImw/reRL9+8/kOItuHhI+odcgMP8VMBX5uVKPQV4XIHJddWqVeLlD+wXn9BqNZN+JBhtpbiyfft2YX/InHXNuNdB6Az44WvY3MSvbNiwQSut9/RDt7Hh2vk8EnuDT8QtdANeIRPwBEf6l4ty8lHYMvW77M/AEZxXeqMVfiM7cI+I5NPAkz5zXsf1DfSraV5POJ+590tf1sf/4WP6qQ/dcmWS/Qr4gjfzEit5Bv+ISLKZ9/oM2OgDcwIXHwqPf+u3fku/8iu/InQb3IDBC8n0q9gvEVvwwcDMnUOd9JqisD+p9dWSzlPHnBGRdKBif0V/CjxB3qzjv2E/wi/d8LJB1byr2Hc07UQiz1QqF2JTu9FqWKXaUkhZZDJI20Y7lWpeUaGStOhnN7QklbNy0htoA9+ISH3X2ee9/e1v19vedmeKJ9CbWU89JLXzTImIpBO0lcvlZCPcA6/h3CRdvb/XbHrOdst9gd9UyXxgPLbS4zjBmB77GfIVZFn3IQR8hPYZH8hhD8Cf8lobOWGrvY47Mk7XXPs6vemOOzSyasSPplmhF3bv0Xe//ZA+9g//qI9+9KO20WMidgHjCuejS70uIz8lN2SekZWr9ds+aL3jzW/R0NJlyksV9fUPquacQ16V79//alqLvfUX36LV3g/hm0PYQ9OxAD1Y5vjeXDRd9uuyTDzENJbtIxbFXsm1PriKrOTnBbFG/trXvq5jx064a9t6s1Rty+1lH9p+/nOf1csv7VXFPh74LetmSOZbrohc+K/Va9Z7zHLVnCewt5sZbsmxKzMvquZhshfLgvFWeRm45523bBY9X8PynDbEluDU8LIlyr3/+cgjD+vpp3clX4reuYMKy8ggbUvzia/4kNz+JnMlpeW4NG0/jQ9BHouLC4oIVay/8JkyPDwsxoAXfpe2CHSgneL1vPMAxmJX2OuiYzv5JPaAnNFJ5o0Iyf9KRUltbxQDG78DP8ADGTIP/UulkrA55oIW5s5dB1/wLdQxHzTQxnjaGEMdcJiTwnNEmGezab+TZ9q5Mo4C3sxPbOKeNuDzDD3gRD/4RD8KdRTqKYwB7zmvm44cParTXotOe1+osAyq5mfV8hwaGNSi+RURwi7Osub0M/AiQhXnjvCt3/tMvECDb4KXXPHf8POpp55KY7EnbIz2yYkJTXk/CnxY64APL9hDC+sm9lI+8YmP6cjhw1q/flQ33XyLLt2+Q331uvfCZtVbG9DA0FKtG90gDm6JGxNe+wIHXuHTv/Xtb+ofP/YP+ud/+Rc98MAD+soDD+p//u3/qcefeELPPPecavbPN93yel3hvGnrxZdqv2PY44//SGvXrtMveG9ypWPRGdOLD9/ifZabb7lZy4aW6OU9ezU/tyBy8TvvfJsuvXSb4Dl8+Pa3v2XdXdAawyAG4VvkD3g1vE4AN3SPUrMvQQciQmXzG3nAIwpx/KzXxvAcX3XLrbcmnX7sse/r5InjalgGe3x4/bWvflX8+sX69eu1yWcPwIenmy/YpP/y4Q/rxuuvT7H6edPLvjHrS/zPs88+472mEzrgteSRQ4dsg5X0ovI3DO/Hjz/uvYaqBi3TSlHWBRs3qVwqxJ9de+a5Z/XCnj3eW5pNuSb6he9s2O/WnYviSx4AABAASURBVCcs9WEwufXu3S+IQ2YOlmUfTF7LnzvY++Jej5twnjunSpEney9bzzh0HRzo15KhwYSLWSZyxKbpzLPMe8kVoavwqMuzhnMD+BoRyVfIH2zAF8FfdBS5NJxrUrptzAeP5rzWpx4Y9JWTvgjLwvgU5XLKa8jJytZx7BedHh0dTfkR6+xrXvc63XLLLelPcIATsICL/MDBLkMcTLftm5uWfZr//BzQEdHxSYzDxujHPNjMpPcxoAH+8gyOcz5sTXgaeHe8b5NewBsK8qetWyI8hzsxvm3f2TIebfNj1vtZ6Cf5RpKf6xiLbwIH7oHBlUIBfoThmQZoAW+uCbbrIsL+Hl8/q6ZjCGOA4elTPbypOFbg48rmL4V7+Ir/4Ir/hJfcj42NOYYeT3tdu3fv1osv7klfXiQ35Be8WJeTn4M/fCJfxWZ+/vmk9xEbphlcwJ8r+IAzhXvqmBdcBgYG0ksj8ABeAzcr2SHS6V8VK2Xm6ACB3XqAwRCuWZ4npYRoBIlzQJAgh1IyhklAChiMQyHpx8Q91ZrKRVURkQowgUXhPqJTDxGvFRsa7RGdNvrxTGEOGM6Vwvw/XzIHZPpT6E/hnr6pRGY8MmXnYZPokXC00k98zafNPoRO34jO/F36uCJg5h+wkbOg4BmGgwNBGgdGUoOBEWDrdvRsSKIICAXHQvDlp6CYo2XjBz8KuDaswBR4AcyIoEk8N6wA9KGCsRFus8LyTH2En/3AONpp4greKCPKkWd5ghXR6dttR365ZR3RMQzmA6bB2Z+QgLZtDM0UFNCDOQdbFi0cULU8EX0jIhlx4zwNXLt6ADz0hTr6yh+e0RfmBUfwq9qwenzyD9/AiXH0pw80wHPa0C2CCgESBzDl5JaATH3DThy4jGM898wltT1r5x9t3dKp6fw/IqwfnUJ7dzwwKDxTr3B/F/hHgQe0Ubr9ulf3TDzkSqEPMBhH4Z5kFR6gI/CAsdRTuv25Mp5CO7ykAGPt2rXavGWzgIGxMw7+0RfeUWiDDxT4hA1jyxRgMC/9kW9EqOIFWESkAIJDIpjTBlyuwGnaQSIXYFO4hwb6IPtpH9K1Gm31VnsNr5KSQeQUEd7YW2pdbLo0dMP11+m2224zn1r6u7/7P/X8889pwUlxloWGfIAA7dAwbYcf1tMlDtDMs+iNjFp/v9aOjqpUFDpy9JjGxsbTPN1FJf26yXRECHulgCO2DA8JICyku/PAG+iDH9guc8Nz+ArtFNoZzxjuUS/Gvfjii4JXbQdM/EvT9M/74IQxjL/gggvE77DneaaGaWQhhG7SBizmzE1jbtobzQXb3aJ6nFih9/XBegpCzAW8wjJqewDzR+Tqs+Nf7sMvEslNTvYuuWy7bnnj7dqy9SKVvcmdFSUNmJ8bNm/S9d7c2eg+wytHVLXNNYxvw7bb8nVqaiYlH1nmpMU2iU6xaTnnZIOC7SFf8IwIJztVwePBwQHfV7zA6jFWbUWE6EOBPvBkjjEHRYIaz8iZK/XoZZ6Xkh4TCAmM6Mu852058PMNMd5i5J6+yIT7RmPRutM2b5rav39/2sTBJirmW+64Rz/go+PoKLiyMU4QBi/qoJV+FPDp4sw46uABc8ofdN3mLxIR2rChnp6KlvmAi8XyGh9yrlm9RpdecqkPyqY04MXwL733fXrPe37J+lfzgmhGJGUv7d2rV5y88k3iA/sP6tOf/oxe3POS+ddvu2hremZeA/0DWlKve4PukCZmprXpwou0xguGPR776oH9uujii1WUy+a1NOINnVU+NK8vW6bcsq5WK060T3pRv1u9xm/n9svEwRx/C2fTxvUaXbdGG4zrem8A9LnvNVfuTDoJbbPetG07FrOAuPTyy4zTgDdvW2IidIDYR8wrOakmaccW4ENu3YUn8Ljt2ABv0R18Nbykjiv6Sz/6w0/4y1X+DA4OpjfVkY8fk+/ADumPXiDbZenbhg0hNwp6gNyQEfiRwHLPXIwFj1KplGABp+F4Sn/GRYTtrJn0jj7gxCKDNwvRderwD+gttsU4CrgxB3hDF/dcwYc5DNaLjI4t0afHNhjKbFuLIvQ3GyH8xKDtdqBW02CtX4PenOjrqaqvt0dh/q9YvswLmULhjY6FuRlvZCxJi/QBH75AU591C36hd8THBdtC2HdwRQfog8+p14ese70iP6HAEzbJyFPIS+AnPjTLc4s4Ep9mzi9uoQs+ITPgrV69Wiz8qKcgk4mJyZTkktTiB6Efv0qBV1X7kcH6YNr85DkiUpLasM+Z8EL6nBfu586dE35F1pv9tmPm4xn+g+tm+61t2y5W1bqMDx8w39BB3nxe6s2nPvNvv+1ozbpRLbV+9PgAjbFseod9Wb9jBf2QIwt7ZAWezAOe1J/zYhldhC7mhk/giD7IH2TLgRZXcjlXJd2hLzEH309Owlzwqs9ygl8UcKEd+HXbNHCxGeYlxrIgw5ZYqPNSEf7u/e9/v3jhAvny91SvueZ12rbtMp04cdqHqPv1khfyp72Y3vPC83p570vepDip8Ylxoa98owe5PfroI+5/XAPOW4/5YL1LGzhDBzjgK8GLb8/D2y5dwEA+3QK/kCUypA5Y3NMf+j74wQ/qjW98Y1pgYkfoGv2hr9ufenze9Myc5hcaOnnqjE55czezr7byqW39BTdg0hf42DS0UA9PwRubWmmfR1nvzYMFL7ThO/qMbjA3tCHnkv0UuEMbvon7kv0B/Uqed+fOHT7oG7BvnrWd9Pgg9KxefuVloxNWx7b5d0Lgf/z4sWR/EeFcY8x9e1M9cwML+DUfxKBT2CN1yJqNBJ7RcXwluKG70AGN8Khcrggaoa8Dp5Y2aG666WZdeeVV2r7zCl151TWqDy3V1ou3WQ+2qWMXW1x/la697nqt9iFpUVStk9LIyBpdc821uvvud6YFPj+vxgEsc0eEoJ/54Q+lahsFb2zFhDueNhI+6AV40YcrvGMcMuneY/PEbmRGARb9KfSlH74mIlJ8pg5Z0heYQ954oY6Dk3e84x168sknkw/i76zykgI8ooAzvObAFd0EBpttNftPZF92LAQv6ukHHPTkwgsvNE+aiSb0KS9lTC3mBCaw8fXdOCUnWeCODWMbyAT88f/cZ3mefBlj4Q+2DA3tdiT/Xi5XzcJc1Wqvfdq85275uaNLzAlMZJyQOP+/sN7Di4bXMC3Pz4uDwFe0ZfelPM/SnKus81XHiJr1rB0tQcvmzReo4Xy8v2/Q+fOLuv/+r+lBbxbO+yB4YHCJ/vhP/rP49ob32nXR1m163TU36G133qWNm7Zo1huBPmdQ07kfeIND5gm5RpANSFmeJ/xBNSK4JN1oGlf4xLXbPxSpPSIUEY51zbS5GK7NDQfY8It75JRnmfOTXrUdFMvO42ec53BozMFMT2+vRkZGUj6Q5yUxLhSGJAGHeflzCfy03fe//32RVxL7acPHnz1zVuSRvMxw4MD+NG6FDzX5Rta2bdvUYx6iL9gom7f42lpfTWXbYrlcpJyg7ThMvkZuzybOgQMHhL7XrHMt56XYODqArNCXxcV5XXLJVu3csUP3/JsP6L9/5CO66aabkq8YdMxi45PN45b53fJ4aGIsvqps/UVv6/V6whU/Dt3U0ycikg4QM/Ap6Da4ofvMDT8ZDz7EHHwdekl8Yy5gAJh76IZfMj/hl/zBNii+Feta/BWw4DNXCnUrrYOMwa8zf55n1vGmgIufJPdEx3PLG7y4R98p4Ao9yCkikj9lHHiDE/P3OW5GRPIB9IWWG264wYdJm0HN8inLaCcdgH/gF7YfYGCnPMsfxmLTn/70p8XPxYIH+HTHMBf3EaEly5Z63bnofLqwTcwlWuAXsNrttu2jaYhKOR0wLr300oQHuEdE0hX0DBkwhnpKUS6r7fZJ6zU6zUvBN3kj/m3vuFOrnX+j8xyCgQu6yljkjr7t378/fbsrM23IGt7SDl+zrMNzZEzMY10JffSjrWb9jMAfzYv1DrhU7eN3+RCYTX3oLryGrPT0aMH5cNW2ZjKTnkIo/clxkNfFXmeQ93zkIx/RXe+427nEYPp2Fy8ptEO274YiwkVJD5q2Zca31XZd5hKChxTmpa1kp1NqKdk2+EIT8uJKP2zs2Wef1aQPRaAZWRCfurhxpR9XaKade+gmJ0ZHa/19yWcwrgPDeqNQZ75MCwtzxquliI4eGl3b7iWmbyDZWc16CM/kD1fmQ/bMhY02mg2VipLqS4d09euu1q2vv1Wvu+46rV23Tju2b0+5wUs+oGw5Lz900H7jPC3giA/iW695UZY3aLXgQzz+dNHohk0pZm+95BJtu+xyXXjRRYmnJ5znbdq0QSu9Zi9bbkZZvfZfTeMw7T2wBR/YNyzHPCtUZJkmJ8Z08NVXdejgoWRjvMxx66236Z3veo927rzKfvGMnnCcfeXlfSplJbEW4W+iHjx4UI8+8oiwf3QTnSpbh9n4Zv+l5Pxi0PF6xIe/a9auN59qalsJsiz3uqDmmNcj7Bw+5c6tinLJdVWVSuhBW5l1GT6Oj5/T1PSEuBZuW+N16CH7aOI6vI4IoSchqW19WnR+V3IMAJ/cfgWZ4yd4zrIsyXnBeyrozYTXFNNev+Cr8H3Aox94QQu4oSOlUklNr0GAhZ637I+poz9zAHdyctL5IL+WEWo63rGexZ5Onj6pcrXsukbCk/4RIXwQBVjQ2TB8rlmeiavJSfqFXwYn8AEu9eDRnTui41OyPE/we70mbFrW+Imm8cBXcmUcc2fmAXXQjb5365mTMVwpU+ZLyXGWPK8oly2XUtJ/2sCV+IsfAgYH9ng9vs3ecn4x5r2bluNWKNPgYD3REeEnzw0uWZ4l2UMXPEbPuWIrb3rTm9ILgKwP8Cv0aRpm5rH4TGIJfMPX00afG2+8Ufh9rtDw/PPP68D+fVrwntDc3KyyKKnW36/BJUs8b58G63UfqG5M38R+//vvSXbEntG60VGBA7EUXqEju334+KwPFV96+RX96Imf6KmfPq1PfebTmrUdvdmHp7/6q7+qP/iDP0jfjt+5c2dar0aepZfIG+2mlg0v021vfIPecdddlk9Tn/nUv+glr8Hm5xeEzmzcuEEbNoxad874gPfqlAPAP+Jly3o2Pz8ncEHfKJntYt4HZPCR54hIe4lPP/209jsOMBa4hw4d1L5XXlHN/nreuJ7xujm3Hi81D3rs38kxKpYrugR85nvmmWf0yU9+0vAOKw8p7OjwPzc7L3ndNdcozzIRu/izCA9/73va/8p+df9+7DHvq95/7332CY9qr/edznitdum2S3TX2+/0Hpd9pfeoGtbHwcEhww3bd2adKlTK8rQvuGPHDv3iW9+qLd6jzkzj9PSk93+XJFvgUPcr939FT/pA+3Ef2j7z9C4dOvCqjh45JHIkdIIXzMs+aK1WyvYjFVVNG3uiWbstA7H9NZXnecoVcsNHT1vGJzP/TKr7SIX1nT7wXf5EpBYPxx9FZRJLAAAQAElEQVRl53EuuUU/u3efCHPK87AHiS85ceKE/dV4snHsBZmgu/jMcz7sRkfRLfSXmEkugs8BMPMj1zyyxJs8cnU/EaGISI/gePLESR07diwV5kAnIjrtzIGe0I978kbuIzq4glcC5P9FxGtw/Zj+RYSyLHut5PapS5cs1SYfvvfYx8w7VrG3vuB41HCJiJTnwMOIzhzyJyIETV1Y8gc8f764KvG4ab/VxQtcm5YPtg587qnD90BPRNiWe1PMwidjt6yVWXuxzifXWeszj/XrR9P8+FH4Cp+QDzaCD+SZOEABLvMwB/aZ5j7vlyMCNBOe4BER1rOq8F3MT0GG+DF8dZZ6n/8fRFEiIjEpz/KkkEzUrY/oMI06BAdyKAn3INWdFEZGRBpPfb8Xc3Uv3gYHbFiuj+jAAS6FcT9fgM84Cu228ST8iEjX8yi/JniecxsOzOPK/NR1x3JPifjZeNoozNExNBuhI0QpK8m96J74QBADLvhRifLwzD1joT2iwzP60g+eRHTqugLHgGA8Y+Z88NgdB7xFB3uMb9FKCk4RHf4AKyKScuRW7ohMCwuL3tyZ9+J83snqYkoWGCN/IjzOV/5FRGpDiVAcZMUcKAzzUCJCpaKUnAo0RUSSGfMCEznQj2u3jivP4D/n4NVw4Ftwssa3/7p1GDKF4HvkyJEUaHA64AFvgAmOlCzL0/wRodwyxOHAJ67yh77g4ttED8/0ow+lU980T+YErfRF0aEH3vLctJGCN/dcKYyDn8Dq3AeX10pEKKJTupWMAwbPEaEsyxLOwMizXHxoT/380Llar87f+5L+0Sfd+H8RkeAAK8LzZZH4UfXGCOPhMXzNzZuIjnwYT5E/9OnSFxGCbvSQzQb4A1zaSR5xxCz6CaTAREb0Bxa8wikwFkeEo2Csp0j40GdmZjbpHH37vKAgseF+xgea9GMsz+gH/bmnDQdWygsfAC31QdCgWOgBH304dOhQ2uQ9543zo0cPe6Exnhwmm9D8/Oj4+JiTjqvEYRRv29e8qTHtBeick44JB+B52w5zszk+602ivFQ4eRoU/XjLk4Xd9su3q9/4HvKCgJ8IYeEITl2ewgvsggK/2ZCAT+A+Pj6e9Ao+40jhCTrMGEpEpIBNe9nBmSsFviqUZIujH92w3pv5S9MzifdzTgCRAzwaGqqr7MSg5eBSLhdOwlrJDtF1cJI3bnJvnhVehIATixreovvnf/onPfzQQ5q1XDIzod8L5VKepfFFURYBZ2hwQPWBvnSohw8aXrlCa9evEQem9aVLtNHJzEWXXqKrr7tWl+7YrhucSG29ZJv7r7DbDet3WYvm64yTbTZZWHAjZ+QHP7C1shMZ6tiQGh5erq1e6G3evNly7DVvyoaRCX0wq5J+wnf5g17CK9+mQAUs7tnAJInLsizVcyWBQq/QOfhCH3Tkggs2JZ2kjvHAbnmRBdw8zzQ4OKgrr7xSbJINDw8nnw4PwRmczjnphJd8o4uDMuYg+Ca+Gxng4jeBFxFiDnwpOpAZv4hIMm36YGvRuphbRuHNzEVvntFeWCcWvTivWw6bNm70pvGQtm65UJdfdpm2bN4iFm2VaskLyCl997vf0ec//3nx1t5yH5ix6btnz4uec8A0XK2BgboPGhb16gEnldb/u37pvbrnV35VPbYJbIGNmaucBK/wRuOi/fLQ0qXiEIVkqF4fEgfiJceRiy66UFsv3qKqD5Z7fAg1smK5rr5qp1aNLNdFF2zUlo3rtG7VCh/Y5SpZ73buuExvv+utnntGi605nTx1IiXgEeFN0cwyrqRvaMBf9H5qatKL8tNeMJxLuoicJ7z47O3rU8n8ge/oCzqEDfHMOGSy6Bi44AUyvIvo+DvG8IzPwZ7xG/JnyIt34gsy3OsFC996Q1a8sdfjRQUwgY+8gI0sIiIdDjMPJSIS/rTJGo+cGTPhBWLb9gjujK2UKyJp40AL35rbHwMXnXn00UfT23DQwXhgcaWAN3gYXQGraZj0oyzYrvgm3IIXS/Nzi9aj3Bg0jE+m+dkZjZ0ZU8OLsMw44hv6envU742S+blp68iM+0srlg+Lv5270f5l7do1rstSYt+2z2h5UvDM8lwRuZ+U9J+cBN5hP+CIf4K3uWXDZklYr/u9wTvn+E6BTuyC+DozO5tsGfmxYUycxg/wDJ+wC8qY+VcuF06Aa4lueA0sZAt/4UlEiH7yB/jYatOxmnmQcVGU0tiV3qSNiGTL+GPG0Bd9WzGyTKdPnbT+TejUyRM66I0X/CtwZs3D559/znIbdfu01nqTZ55vxJo+6Hjp5ZfF3+HJ8tybPz32V51NtpMnTyY+glOPD185UOjG0lEvwOFXRKTEGv3bsGGDKVDyQ2z0wVN0MiIErOU+xGWTFX6hQywA4NupU6cSDPozF7KCR/AH+m+99dYUe1mAzZrv6B31+Cf0JstK3sRd0Nj4lPXvgBYbbfPijBd182JR3Wvc8ZfYPPxebp+CjizaTxX2SxQ2aJkPGTM3sHmGf/AZ3kMz8xITkR/4gCt6xCFc94pOYdMRkewepuC3qYd+nqEBWvmbWFNT487pFjQ1Pas5bMF58TJvXtMObugkOsozC1f0om0g4Ak9FPiITwYvntte5MIr6ureRAF/9JF6FoZswBAf5m1X5KfIhL4VL8q5RxZsSp4+c0rr1q/R2nWrHQuXaIV9Y3r2gi0ikg1ERHoBZrnlC647d16RNl3hDbYQEQIX8IKHxEQ2n8GrG4OKoiy+RYdfi8jMt7bl2EjwW2rp0ssvUblaETG7137e5NvnNlUfqIvFLjijmysc24j92AQyAJ9e+ws5Fo045q9Zs1I7dlyua6+9xrHwEvG29Pbt233Qutr+pqKun4LXEWEdWkgFPQB/yrz9FNeIEFfaGMeVcVwrjingiN7xTDv4wVfqkV35fL7A8+joaJq7O542xiF/+jIPvoVndOfXfu3Xkp3BY8YwH+3QywYb/hn7hD54j9zhB/4CP8X9zp07k19BL6inH35F5nfJG7iLjt3wrVwuxBhkxbhSqVD3A57MC67QCD7gCE7Qyjhggxc2xjP00I8+XIHFWHDkCkz6lEolTTiGTs/PKjcOyjN5XzrpBPPho0ulsmVQKHPb/MKssvN4Z94Vm7XfKzyu6Txo2bLlHhfqrfXrjW98s97znvcmfRu0baxZv8EHRA3xstVNPpy//Y63+CD1QufOg867eiXLuWX9yYpMWZZ5vpKrQnzyPDfcdio8Q0NEWH9bqW9E555+jJWHwRcK/Uv2P8hO7gc/oAsY9IdXyGPRm4Jtry0Z4+He8DMeeWYp2TKclxCfZ31g0FMpK3f9uGNOyTEMfZu1v0QHLr/8cmGfwESGfFsbHhOzF51r8DetyMPBoa+v3+uPiZS78GJa2bqM34vo5AhVHzBhAxFhupViyic+8Qn9j//xP0TMwdfj9/F5zM980MF84JGbZ+9857t02xveoBU+/Gg6Rs9Z1044fh31oQh4V0zLtHPtHq//6E/JzHvwg0dDQ0OmNdfY2DkBF52h0I7t40d6jCd2teA8CnxoRzfZmCRHAj5wK6aPa783ninAKxlHaMY3dmlFH2mLCOVZZl3qNf1t60g1+Q7w0s99gIVfsitO+hAR4ufhsQdwwm6giXHIANyZi3l4SYI6dAG8I8IqEkmn6EMd14gQm8SMZV2LjkAjMIBLP+Te55wT2UNzVpQcbxrOp/v1C3e8Wf/yyX/W3e+4S3yIURGRZArtwGEMPLWWC1149pmnk+9lTvBDvswDD+El9V3ayAvJDeADOCAH/Ai4wUv+7l9EiLF8C27cB2q84ErM37zF6wLrRpjX8Al/Rj98KvGM/AHcps9/+w48mBu48CHC+iklnvmSZABPi3KR6IdP8ARckTUyQW+Ag+ywh8XFptrC1kKLzskmJqaMa0n0ASb8Yb6G81ny16bXG/19A17HVpNvhS9Gw7n2vMhfsyx8VdIbeCd/oI0CT0qWDXhBJ2XM/GiYB8qzNKYoyh6hpG/oNzoATdgZ9xGR4lWWZekKHyjMxeYsg3++DfyRGXNyX7JvzzL8W570OjO+La/pPHmihxyP+A2v8L/woc+6xXh+sYj7suMacsjsg0uVknL7opa52DfQrzfc/kbdctutuvLqq/WBX/2A7nz729M332ftq+fmZjRlemd9BS7yRs7kKD29NfXaL230pvbOK67Ub/3272r9xk2atN/jJ2o5ZGLtumBfueB1ZqVS9t7gnDhQPTd2VocOH9IJ+xZ+IpefhzztDXnWNls2eS3qNWHbh2AXej1K3PyTP/lTHxT9kT784T/TRVsvVo/3E6rVHt3tg9atfv7JT55KezURuSKiUxTWM9Nq2qs9NQ14n3f5ihHn3OttZ33qfCLlsVUf6tT6eoVNFJY3bcgEGcl8qppnTevTrH13o7moyKQ89//ctn/fPq+Jpq1fBcOSHXLTtG5S4D0lIlRy/ES/4SVygUbkhq6js/QjlyS/ZSzyjOiMAzfG5faDWZYpIpLORUS6pz9tzDHngztsZb8PtfAZ3QMu+LzgHBv82+iwEY0IZVludWonewQOe1Y6/0Fv0NeISDYKnsxBM/WF42WP/XpmnKAFnW6aV9yXku5moh3asItOfSnVQQ/1TfMK3mIv3AOLWMXcueklH+Ke8REdervPtOMLecavHfW+Li99Hz1+TENLl6R5GoafaIpMFcuaMSXLouI403YwgOcU5sZ/4Q+hEzyQF33BU/5wz7oCmvyY+IZdAHPZsmUitt95553icPO2216fdKpeH5Q7qmpdXDT/oW3RMb6tsD30ae3addphG3rDm27X22x/b3chF7zr7rv0zne+U+j/Bz7wAZGj3+5D3l/2/bXXXa+3vu3tWrlyVXrJfciHk9gm8ujiDo48H/eh2nNebx48fFBZOdMtt96i1WvW6tmnn9E/f+Kf9PSuXckW4WGffSU6w1qKF2V5SYY9L9aEyAj5oa/0Xes1R822yBwU7B5fRIwhpkNjnmc6d+ZMygnWrF4t+HjO+dBJfg3Pvgy/Dk9HvE6oFIXZ1DYuJ9ILNRz6IY9F5wuvvvKyjvhglsPX7du3i708YmUpL9LB6ze/9nX12Sew78CLut/++jdM2yf1186BPulc6BEfumYWWMv2e9LrcWLDjPcnjx87oempGe9NTOiE7/kzGqOj63XZZZfqogu3yOqmwcF+8/5q56fei/Kan5/Dffih7/lQ9Ul99cEH9a1vflP//MlP6G//5q91371fFvu44+NjjjEL3ms6k9YF2G8OMMcjG5oWvYeB7lGF/4F/Rs//2smHYFvwJSLsa3JhKyXbE7JlXJblqZ5+yII6+M09PB7yHtTk5JT27Nkj/EluOxoY6Dc94b2+JeJDfoKfOHDgQOI3/bAD7BC4EUG3JBP/T05wlb6UcT73pQ9/Am9ifFzP+AD8scceE/vmU95TQ1cYzLxN2x96E2F4tjfawBN8aaMAZhIefQAAEABJREFUiwIdjOuWiFBm31I6b6+ValXYMjDgCbZfst6Qs7ZkFH3wD4+AxdyMc7XRbyd+8Uw9MCMi1TMn/Snde/ClgBvjKdxT6Af+tFPgF+3IsGQZ4VeQN36CnIgcE99Ark2hrV6vp9gDLtgAOSjjgU1d1boshaATG4Am5mJ++VMyPyjgSxv4uDrFGOQPLK4ZQQSgDKQT93Rsm1FtB4GISAyO+Nm1bSHRjzHyB4RgGBP6MSUeXeEVpYp6e7oBldaOEBj/8wWYlE6PTh/gd+uAH2EFcQfGdev9+K/+0Y8SEYrolp91YRzjoRUcGz5tb3vBybc9Wja+bn1EpABaMiPphxBb5gmwgcY9VxgZEbZZp0zmC32Zo+LggeBIdEiAESB8YkxEBy8pEm/b5nMXXsnJF2PlT9vwfLES6nxpJ2dBfRKeFR8eMSfjKeAfEcmRohgn7Nxx0Lw5SzIPHdRzpX8Hfkf5wS8iPFc7BXMUCtjApC/zMh/1CwuLajTtjJSJv8k2biOf8YEagQAnMTU1Zed2Ljn2pg2c0oUFfRTqmD/PMy6JF/Ab2ii5nVJEpDb+R3/qKJlppy4ikuFmDhYYPMGWBRQGRICjX0QoIhJ8+QMtwIKe7r2r07+ISP0iwkyXSzvxw//zv7Yr9BqsPMvOz93BH3htJ6bwq1vcWdQxT2o/L9OIcFOo+4mINC/9nDeme6VPRx7cQndEpHHcU6hnTJce6tBJ+BcRaVGB40bmyIV+BGacD2ORA9eqHWeXV90rcKEjIpJ+RzghOX9AgZMiSUWPgMvGLvNSmrYjyGTOV1991QF0WplyNR0YFhyskRNwCS7MXav1eANjTE0nhiQMzMvm09e//nVvFM9YzxbVajfV60OEpnUJuOjbWW8mjDlZwIZJOiIiJVTQNOWFxrTL4vyMhhygp8bP6cUX9qRkBlu80gkVvEI24ABe0IS9Yrc333yzD6+uFIeD2A2OFt3MrGct+wvmYBxX9JqkjX5szAOLNmhsmxEDnn/l6hEV5cL0TOv4iWM6e/ZM2sRc68OPUh7m0WQ6sAXWtDdS4GuCY9/Q11vVKm+8IBfaH/LhKUnFEz/6kadpa8lQXcPezKVt0XYJfn1egNW8kVr2BlulUk4bgoODg17c9Ktq38TGQMUyr5qnVcu0cN2icW0aYtVJW9j2pr1QYJEPPtNetLdt71UHHmyLBIJNdN56JshSRwLR31+zTYSarUX7z9wBJ/85XW6noFY2HyLcx7JE1p4y6TSyLxdlLwTnUz9g0taR+YxhlYQ8kA82TkJZcdJstNP4PM+SDskGBC9IYPiJh5blFRHm+VnjllsGM+7XBHQq+CoCL7jgP6644oo0D/4MONDflUfSu7NnTVslLbjBGZ3Pssw4eGbLa946d+DgAR09dkRj42fVSnQ2Ex8ik0hcOeD59re+pWNHj1omfXrFCezDDz+kXsvsrrvu1JAXBc/7sB28/vRPP6zl3hDtq/XpTV4EjKxepW1X7NS1N92shv3NjA9VF00j3unGm27U6IZRTTi5GxsbTz9tXbV98bbktO1h/4F9yqxvuUvJONd8kDo00Ke1a1aqx3KZn53WpA+X0bnT1tNBb7LJOt8/2KfHfvionn1ul+WQGc+q6Q3b5kKKNRMT44mX09ZdbIFEj0R3ys9TM9Oa9uJ42vEhz/O0qYat9VrPeEa+yAB+w8eyZUo9vEcmAEbvQpF0o9f6ig5gH8S3B51kf/WrX9X9939FbGgybsEbC2e9sGA8fgcYFOZiHAk+MqV065mX+NtnGcxMTVpXMtNaEjAYw9ueVdsMMJjjZR/E8S0XaAUnFjfoAnaPrwAe9k8ddDGGNnkTWP5QV8qzNEdEyLeWjaUYTc/Z8HNo9apVtv2VGvbicaUPyJf7oGl4eJkPuSsa8bXzd09KGvTB58BAv8bPnU1xF/oW7AvwW4s+PCyXK8qdy1Rs5+APHtDV09MrcsCxiTGN+2CLTaHcMgJv+cN4fNXWrVvFZhL0Qw85DfEVGPQFHrC54tfph20gV5Mm6hfs++F3RCT7o41FyNmzY25vOVeYt/xOpsUWto+OcGWOsnVixPS/8sorPjTclxYp+CB0DZmVyyURA154YXe68ndYnnjixzrsjaRSURJzAa+Dw4IGB+taunSZhoaWaO269bbnqnW6N8mCN2YjMt+XJWUJH3gGrsiQBTAxD18AXtAGz8Yciygk3MeOHfPch0XeFRFpfuoYw4Y7/fbv3296jyuzHaLH4AZ8+mAL+DpoJM7Sjs/btevphNeup5+1bZ/W6TNn04IHGRN3S15g9FsP8NvgsaQ+JHCbsf8uOw4gI+QHXvCExZ2JNO/nDLekiEj2zFzwHd/O/a23vt6HMO/R3XffnXwj46AbmpgHuYIztAEX+hiPP0Auz9mXHTt+XKvXrNELL+7WU089qWeffdoLmBnb9Jza9pspfnpxCJ/hBc/AZuOGvLJUFPaV/Qk/7A28oY3CXOgcOsn8XJkbvKAZXqLLe/fuTbKAx6tWrQSEZV9OBTxZ/Pf4EGPdurWWS1vH7MM32J9ecslWXXjhJucXNW3dukXoP4M3eYOTny1b680O7J85iCG0E2/hNXyCH6dOnjK8Y+p8U+6UppGJ7fLo0ePm/4I3avar4dxp1gfK4HblVVfqzW++Q8S54eHluvnmW8RPwPMt0vXr12vLlgs00N+X8hs53i5fNuQ43ytspu2g2HTcGRwc8GHvySTbZcuXqFRkyktST2/ZfJ9Pdgh+6CD0wEeeIyLpDc/EUNrhq/wBLvDhN/U8Q2dEuFVJPsgP3iND5EChEXgRYXrnUqEPbcBDfyJCzE8p2V8Bh3Fdeb/vfe9LeDMv7RFh3WmLe+yE+kHnOegstgNc5qQe2wJPbJaCblH/pS990Tw6k/CJiJR7oNcRIV7aAzbwgAMuXKEZeNAHH6jP7TfpG5ElGph7xrEPvpFXGlzKGdARYIAnV2gFD/qjg2cctyjkZ44GaliO9AE+89CvZH84Z3/aVHjfJVPfwJD9uHwf5keo35vvc84L2s4P5ueJ0RX1efOuVuu3zxvSmrXrtWJkpeXfVqXaq22XXKbhFavM24YiK8zPsvg7oO0wBi55KRQhw/azkQCHzH4L+fkx1XdpAde218oRYTgl21bFYz2Yji7wnrHA8KMYBz8ZFxHJJ/7whz9MedKsN+H4if2SeYp84XmR5Zp1LsF4V6uwf391/6s65Jwrd64ybR9y1huI73n3e7T5gs3Ch2XGFV0iXsw5F+EQjtx1xDGFw/mNGzeCim1yKuHMXGyyVqoVVewPan01TTmXIVbyzNzgy0boVVddpV/+5V8W/Znr8JHD4icJ0Wc2O5kTeNDIRs/wimHNOT+Zt/wqtv8wzjXbMb8ek1dKyjO5ZJqamrZ8muqp9hivadNZpPU//Orv71dmmpiDUhRF4jF1ufWQucCReuyAPsgKneOllorzAPSQOIb9caUP44iJ4LvWPg1Z4SsjIsVH6hOjrAbQjzxqzuOYlyv9gQuOxElgViplr20mRH9spXJ+bp4Zj80wnivzgwv3PT44oA+wIiLRD23MHxFckqwYW3ecYyyVwIzo9D948KBesW4kG7Id0Qcc0QXmmfI+BWu9O950h+2jT+AHb/Hh3b7UgQuw6/W6+BnE3c89p+PO3Qv7KOajrctvnsndyUXZYGWtjZ4RE6AHnwFfmAdewSd4sn501H65V2e9l3LGeVyW55pyzt6lGXyZgxjLhir5J3MhY/wG8gVnaIMnedbxQ9SBH3xc8MFCh7e9Ai5xEd8GTyijxgH8yE2aXo+Dl0OJDh89pr0vvazvPvRw+qUnYIH3xz/+cZ062YkvJ73XhF2CJ7C9CJTsf7LIJCOQJGa9iUh3yWe4OsmQ/vRrOw/gHhrAh/a2EWh6TTffWOAx6SHxj3yOCtrhAfTDD3gM/bSRF9FetS4Bl9LT2yvkSUzp6ix96ccV2trtUJaV7LuqPrwrJ93o4sMY+IJecAVmy3jLH+6jlGnBBwn8CsycfXDDazMO8dmEvvTyywUdZ7yG/OznP6d91s2Rlasdt/u06INQfq7y3JmT2uf14Cn7sDn7CV5CZe6Tp057r21Bsz4cuPa66/Te97xP77aP+/3f/30hQ2IGdCO3wGfnmdC7en1QpSJPPpN9FdYra52HIYWjzo9f2vOiHvDa6czpM+4zm2Dh197whjcar37xs+bff+wHqteXJB04fOiQKZXC/0FvXhTJNvlZ37xUVmabqNX6tNKHIcPDK5JNZVmuLM+SzmVZluq6vEMfc/OsZT5ZzCqVci0uztvnTdr/LaqjLi3HgwN6+umnBZ9qlic8iQhl9p8L1mtkjx5QL3/yPFfFcbLqNRt+r2q/w1zIGR2hLzkA/o1Dia4fxCbpQ2naZ8ifjk5YeX2P7kADeoAO8gz/WSO98Q1vEPka9Yxlvsz0tE1b2Xyq2BeG8QU38MrdBqxSqVDJfDP41+yCPhFhHjST7wRX8KYP9+A97RySuoppg37qTp86Je6pi4g0FljQC28o2AX0YjOrvAeV5XmyCfgEXeA0Nz8vmM+BStPxHJqgVf4wP34CG2q5DT972nlLwz4D/uFXF7z+tPmn9ckx+w9yYGCDG/kV/AFHfCExEpjgM+d8BV7Me376cuXFJ+ZAJtDBWPwgc0MPcFi74pP4hYdex+ylPuSqFhWhp9Db8P5jW5l1tZz4Ux+q6/rrr9U73/VO8csTN9xwvTZftEVvfONt+uCHPqR160fT2vDCiy4Wh7ajGzY6/x9IOgyNFHBuNBppn5XYuHXrRc7Lt6jX+2ocfq22nX3gg7+qd/iw9rLtl4uXH9vO8VnTfPZznxd0YZPIDZ/+mc98RhyqIi/iA3RSePEG2uGH/IGXq7w38Id/+IfizxZYaXTptm1iT67hQ2T08eqrr06yZ+zeV17S/Q/crx/9+HE9/czTmrNf6rVd9NqOli1dmnSWHIhx4PKpT31KP3js++KF7hXOV9b4QPj1t96q97773ZqdndHHPvYx8e3RdaZvjcuqkRWqe9351JNP6Etf+Jwe+/4j1udcdefi58bOamJyQvtf3a/H7Eeee3a3vve9R/T5z39B/+k/fVjf/tY39PJLL+r7jz6i7373u143H9KI4V1xxQ5dcsnFuuWWW7Ttkkt0xc4rtN6H4ezntO1vj9h3PbPrpzp75rTX6OOG8ZK+99B3fOD6DfEyQ247a1k2+IAwz9AVX4xXKa1RuEdvaEcH4TP8JX7hi6rmD3KQnVIEEKQsyxQRr13pzzhkhX3QnyJF0hN0NCI04jwT2yK+DvswOyISjJYNpGX7abetmYbdhc9z223NxYYonE3hv8gfyUHQeWzolX370toFvcfmmBsbBQ7eCtiUiLCKdM4ygN0ybK6p6PyHAb6NCMkly3P7/5rtpUh7psDH9kp5SW3jzBzwr+V7bABY2C313EdEohGcqOcaEQYd+vlPROeZMdg6sBIm+EEAABAASURBVCIijY0I5VmW7mlnLgo8b1sHuMcGkUNEJFzxMRTwII5ReFEMXJEBdoOdIAf4CIzcNEWEWuYLsIHXcExpmbaIeE1nqtYJ+cOc8GPBOXxEJJoyFMVtCVkmo3OX6EzuRHFn+gC45aDAPYiCCP1xqFwZ17ZSNBttLcw3HAQ6wqM/9YwH0Z+/ck8bfSI8nwv3wO+WiLA6d2B1kxb6/N+ViJBRV4SvCkWEoJX5GjawtgWROeHIDJn6tvFuuw4mwiiuCJYCzgagtvvwjLFRqOeZoASuKAx8wKhWrFiRkhKEWhRlwRsp0rXsAA+vGaP0iVTPePADXgpgdroNB4CG8aWAE1f5wz1zgxOwIiIFCNpnvVjE0Ph23Te+8Q3huEeMD4sq+lLAifmZDzoo3AMvoqM8tEdEwi0irGgt58dtL9gzKcsl13XGtVMf4KKgzEPB8HnGkUAbsHMbaCi8aJ9PAYjn7jxc6UcdpfsMTzHiclFOSg3t0Elf+sgf+uNE4Df1zEWBJjcrz/KEP+Oopw+F8fShLjdu9O3Q1BK61rLMaeNKG30iTIELvoex9O8WnikRIfrKV56BIX8iOmN9m/Spe6UPpWzdAK+ITr9yuUg0g2e3L9eI4JJgdOdmDgp9IyLND944emyUoLfem3DMg44wDl7KnwUnPmzYEkipg0+uTs4JfMCLAmzG004hsMHzJUuGEp6MoTStu4P9gxpdt8GHfUsTHPhBX2yHReapUyeUWZU2bNjgRL2e9Be8fvLkk+LvP5JUj42PiUU9G5Xgj06BD7hHxGuLnH5vRiD/HidRy5Yu0VB9UFMeW3ayGmpq7NwZTU9NiLes+IbijBMC7GzBiQe6hZ4u2DFCPzzEB7A44W/QgS+6zYKVBTIbu9yDAzB4JrFkPOPgUdt+ZdaHaouNBc17QQRdwKUsNX4bN45qy+ZNKowfThlYjAMGgbHVWHTa11Lb/rbiBBwbPu3FDjZP3zDj4MuoDwL2vbJPe/e+qB47+h4nR0VWUrlUUp6ZuRYGcOE9125h/IIT30WXOfuX8GILYfBTJg0vIKz2KoqycgcZ7uF5rbdPA96Qq1Z6RKIITJnOdvKb87KHULu5kK5V41zkhTIvSkVAcm1h+8ots7afWy7QwbXtCYDFvbup4oUBAW+9dRV84Sl9IzKBB4kkBRmMT0y4LjeuDvCGExGKCCEXklJ4hp6i08DlW2NsqKe5JGEX/Nwpc13ihO0NXgzhuyNCtDEf/qdbqCOZgc/UdWEjN+YomY+RtdU/UHNiu0b1wQHr9ZyTWhaFoR7z5bZbb9Ydd9yuu97xNq1eNWJf2Gm/48236213vlXr1q/R3Nx0WnBu2DCaktdmi3i6qF27fqLXXXuV3n733dbq0FNP79KLPiDY9+qr6usfUK83ts6OjSnLcx+0NjXiBe2qVauVZXniUW+lat3IvSioWXRN60yhOW/4jvlw/+zpE1rtQ/stF16gjRs36a2/+DZde+NN4u8oPfDVr1iMLb3+ttenxQK6Bx+KUq7cc62zHm71gRu2BG/B40I/T3qz6sUX96Zv5/V7A9As11nbIod9JCskscgK+4B/3MPTLn+p68o/91zoCrzmioyQD291csjApihvV4NPX1+fkBVwBwYHUvIMHNq4ggdzgStztbAD84Hkm7pEW1GY97MKd85sS9QzFl2EFjbI0UN0hgN42t016R4+g2f4wVjwhRbaKdSjjyXzzkauVrup8ERnvBBmMVix7dW9EBkwzzLbWNW23W+aKtafmn3cunWrtWnTBm2yH+Hvh0z4MPTE8WOWaVuL9jfgBf3D3szo80Frjw9Nlyxfrg32tbydW68PqWxdqA30eyO+X3NeXMH3mbmZRDP0wZcLL7xQ27ZdqnXr1gleYxtsDsJH6ICmiu0Vv0miykYCvMcnspCAVzzDA3iHPLhnLPY7P7+old5MGhwcsrz6nDM200Fp2XEQHpLHsMADDvOAY9t2vsoLSWAw54qVa9PmddrAPHbcmy4Hk0217ZdOWafxteDAptCkN8Sha2TlKmV5Lhbx4BFeeA0O1k1j2XZSMQ5L06E0MmRucPG0Sbb4Yp7ZMD99+rSAh69hsc8mJDTCF/hPLkg7cMAd2tfbrxHL+BbdPffcI96Ivtv2vNSLWg6u8E/Ij02vRx55JL2JylyMP3tuzPFkIS1u5nzo1nScJW7zawvj42d9uHpG2Bx2ldt3gzv3xAYWtOANbzf68GDB8Y64jS7Cy4ZzTa7MTdnkg8LbbrtNO3bsELqO7BnHCx4s1N/1rnelwz0OExjXcByBXvr09PYIhebbdb19NcHfL99/n3lbJH0ijkmZF2v9qa6LJzrGPXIBP/QK/rXNfPiKrGbnZpOeYBP0pdAGHfRlfnQGWuEl+or8OUQALpsWEaEz3qzsM26023A0MjKszY7JlUqhi7ypMj8/q/Xr1+rKK3doxYplWrZsqXk/Z7JC6B98RP5ch71AHh0d9eL/EtNUS3o1PDzivGaJKuVem3jmPPxY8oPgyjf3oa23tybGkwPwQlq9Xhe585QPUk6cOGmb6LUuLpHJt571CvqxRWyBXCQitNKHqMuXDDrfOae28w1kXXMcaDiOK5q68MIt6uvr8TyFeZ2nq/zJ8lwmJpV568KED6F44YWcEflM2XefO3fOh97POn41bFPzxoOsV+nTsLwjwvVzhlkWuo3MIkLghyyJt9hwYV/KIK7UAxsfwT38YCx6OueNYgpyxIawG/rQn/H0xU64Ryco8I96CvDBPSKSjeCngENd1T6UebgHbq831dGdL3/5y+LlAPTghz/8QdrMGfMGEL6F9iwrKXcuwzjmAk9oZy5gUk+JCNCyj5jSfffdl/zogvNqYEBPluXKzXPoAVfwajm/AxZ9sP265c+8yK9iX8+vgdCXZ8YxnnnpnzkmQT9X6pveCGjYH7BxuOgNyXajleQFLc12I8WYwjDbmWVletrOzcr23WHfFxFp07PaUzOOhfsmUiS3KfO9cxr/P63ZuMI/8E7zWs94ph58KGHcwCsC/ZgX7TyDO+08N8+P4zkirIrG4fwGBnzG5z34la94s+yMDry6X425BQ0NDIoDm7J9W8P+LzwpMbTqeIH9Di2pC9tCX17YvVt/89d/rU987OP63Gc+q/u+fK+++uBXda+vA4ZzoWMbuQM2tX//fhHzDE5FuRDfBOeKLlIPPTwjM/CtmG/EN2SCP8cfoE/4A2AwDnniF8gvGUOBX4cPH7EdFmID/4UXXlBhWpqm20zS/n2vKI9MS5fWlTnuh2PYWR+sATMikl1xD3wOmZkTOaCT4EKBx1zpx5UCvvDkoYceErECvY0Iy9qHLN4vgC74sGvXLn3sH/9RfNPt8OHDya6Bxxw9XlugizxHRKKBOtZp+Fvm6coY+bHGg96iKNv/9CcfAhxwBh/uy5YbtMAb9IHxwKENfOhHoV3nP8Ds2gP9KeVykXgDHRXnNYzHJuveUOeeUrXMzp05m3zo0GBd+B82b/fseSHl2vTpwoYuxjMla0DiB3gRA/G/2CmFHLZSFN507sSkiEg8Re5vetObxE9E40OhDdjQCv+4ZxMdmMgCvsJv+bN582ZhlxxKMW58fCzB5FdqnnjiCa/19oqfXWza1mmHfngKjyJC8BQ+AJt7g0zjoanHuSNjms53qaf0WK7gRD7MFd52Y3qWhdcK/aqUKymmgffjP/yR7r//AT3wwIOOTUv18Pce1k9/8pSKUsm556KwxWi31XR8oHDf8jpb1mXsHjyZlyvPFODCb2iCX9/67nfsR6cFbQuOTVzhU5Ryr3vago9N+w/oi+j4jYgO7cABNu2yDXXmkuAJxY4mwe32oV8XB3gGLoyhTor0Muyi8ac/7Q3Py/zYE1f05udLizzK9C96Dd/yHmNelIR8m17z9jsXX+3Dh60++Pjgr/2GNm7abNvoc856SMePn0w/Y8/fjjx54pgK837ca7my9esUa3/7iAWXo85xz50dE4dHtVq/9fiM9xqHLYslghbiB3gSW+r1Aa1du1obnPejt7zwsX379sSLz33uc/qr//ZXIv6t8yHFkqGlKpXKzovO6bTn27Rpiw9rf0l33f1u7T94WN/41rdVKir61Kc/m77RxlywN7OnQjaF8WzLHztl9Aa9GlkxopUjq5Tsx34uIkS/su0VPevr61Xba588y8TBDi+aZnlmHS5SrCGHgw5ZDsjgaa93scexc2Oe1fI2TPCICOch84muiBCfCLfb5pkP/Hoc78EJnaHAI+pKxnvRfKUgJwo6REH36IfsM+OInNFP7inod59zLXiLP+DKQXW/123MBW6VolBmXBrWoZZ1gvVdV29oj4AnJetkJPkxL7hAA3iCO7kJfpC6luM8c4PL9PSUwA+dxQfQv3+gP+WN+E/6IKOWdY8xnfEty6DkfLJHEWH9OeU1/intO7BfM44F3b7d/sgOPDnEP+31Dnkn/o126CT2jY2Pp5dciWfgEdGRAbiXSoXmbMPj4xPJ9y5ZsjTlyMxD+8qVK8X6Av6xLkIv5A9tyM63aS3GL0g88MAD6eAM2pDNfsdtXiphDUReAF/Z96aOeVd4/VspyhrqH7AMlL7BiI4W9mfQQ2zFXqCvZZuNsAyck01OjKuwrzljeg8ePCD87nPPPuvY+VRaa05434k1EvNBb7lcFrjywjL8wN62XbpNPb09Ke5dvmOHfuu3f0e/++/+nXZecZV1dVEzM7PONQ97XXAkFfgJf1nHPv3004lO4hewF3ywjC2gh+jBgP0I/Bs334m9w8PL7Hcr6Rf8aHvu+efSurFs/cdnSKH6UN2q0NbwquVa7rVO0zv52NuM9z3O+iB83dq1af1y55136o/+6I9sg+VENzxYsnRIq9esEvssd911V/InHNoTk5595hkRW7dfdrkuu/RSgd/LL+3Vd7/9LR3c/6qWeW940+h6+6il7lfozJlTOn3ypGk+qh/84DH93d/9f/UXf/kX+sIXPq+Pf+wf9LF//Ht95jOf1pe+9CUfLO/RWvuvdevWir0F9OOG66/X9su361LvS1x55RXq9xpu5YrlGvVajZzqtNd13/nOt/Rf/suHjcO3dfzIUeGTK6VCi86LZ2dmkkzgJTzEdtAB5AfuFPQBG0Qm2BA+gWf5Qx190E/Goc/gRW4A7yPCtpw5nWs5dg4own7I+kE7+9es77Cbjt4U1stMfCLiNVsGJ+bhmme5LDiNe31W6+/Xdab/2muvE3aD/8LSwA17GBsbS/aMXjK+VCql2B8RCR/oguYsi4QjfTK3cRWAbAO0ozPAAG5qk1I8njHvOvtQVfvtdoLppuR34RP9mYMCHNoiMgHj/67keZ5oh68RkeQDvCQj48Q1IhQRaV7gUqjnSl/wpTA39ZS583ZDPT4LviMzbGbJkiXqt1+gDllQepwfoQfgip8AVpcm6ii5Yw59mBe9wC7pkxHgszxLhkMHiKITiESEjPm/IkytutqsAAAQAElEQVQKRYToh5FTKnZMCK1cVFWUKq8xJc9yD+8wHMaCGIGRe+DLn4gOPN+mvtR3S0RQ3SlQxp2v3fbuler//0IbCpiubuRKCTsQfi4z6zR25nSgaToxBbe2Ez4EQ6KEo0JBsyxTnmV2gPNOeI47qTwjlJagCjM7dLWU53lyJFypa1sJ5E/bMH1xu+G4D/fUdcmLgM5IgZQhZfMzC2Poh7ZLRCSeM44CbPDiiszAj2cUBnxY5JGQwee3vvWt6ffoa96IJQDQt8fJc7lSGJ9/LZ/uXMwREam9ZGNkTFthzmWKLFfh5KBs50DBodScpBAIKV1HQZ+akwzGY4DApm/Fzt2gEt8jQhGdeXLzJcJzWBYoJgkFBbooqc6bxNAc0eEVtPIMfhGR9JS+yI/+TSfzzEshsaWOe3AjQQA/5qVERHIIwKNPt8BDis5/qGcOeA1+FODShzZwAT5XhlBnIrn1JdKV/1FP6YxrJX5QHxGJ74wHTuEAAH7yp9O37Tul/oynUBHR4R086fIbGGw0UFcUJbolHQZeYRmWXId82Hzh253IB93gSn3Ev8a3y9eIeI2Wqp0P89DGBAlH21J/rc8L1J6UsNEOXynwbWFhTvX6gNhkwMHxLSLakAl2x98Yec973q2rr7la1113beqHrOD7gnWgMN44PvqDJ/OCR82JS9iuT504nn5fv6/Wo4H+muABdK1du0YEIGTGGJwqtsJbWF/4whfSIpUFLnaPTLkW5hO4YTvc4yPK5cJ0VZOcaEPvl3ojHL6aNepuXDEnOPN2Ot+oop1FSynLdejgQZHw0Q7NLOwZOzkxprOnT4oF/ve+9z19/OMf1//xf/y1PvrRj+ro0cNORE7bVxcOAn3afvnlaVHDixd95nel2mOcCpcS5L0W6NCRbomI1I4dYr+5eVlyaVhmfAuhZHrDz0W1oqJctgyrnq+qUlZo3ptXZ8+e0/TEtOt7lGVeaNd6VS17vtai2qk4UUdnI7M/a7g0Xd9WJqmwLymXSn5u+UlJh8AL+kkikQv3TS9WJ5yswhv0iXr0JncQQ5cZA/7Mn+dZstvc/gO9pS/jVngRd+WVV6UEjP7Ijiu2QSBFn0rGhQJs2nrtx+AJdcCnDr3mSsmyLOEMTsxBoR18uaIzbesfm25s7C3xxh6JGz8FRNvhQwesj30i8Xz+uWe8GXGfN0Xu1Ut792idE8Z6vV+vvLLXG+4nROJL4hWRK3NS3zfQpyXL6rp8+2XiUAD84VWv5b7cCwb0mkXU+NSk0uFFHlrh+jwvHKvGxWHhyIph3XzTDdrkhfXi7JzaXti5mw8JlqSD/dffdku6X/Ci7+zEpE6PTSovVTTnBPSySy93or0tHapBCwsR6A/rQE9PJcn5lBceY07uK44vfAttlzfm0OvtXryzyOy1rvB2tqyDDcs4t8ygAzupOC5gQ8RUdAE7ZCwykT/zTooiwnpXFeOQAfKOCBHjONxhQUZ9V4bd+4bjwLQP0Uh6eEGCTVpsG57Uentk5ggfgRzRO3SkqwPoTZ5lRjmE/Jlb/tCHtve85z3p8AO84Qd40gcc0Bl4xTgPSf9oi7CXYgPB9INj03Lgp2gmx89ZJg0tsy/h0J1NqTzLVBTlpOMzXnyh/8zFgdn+tJB8SdBz4tgRHT54IG0k95qminMI+oJP2fd9g4OGU1i+I9p84SXWkQFV7C/gMfAmLG/whCb4FRHCr6GDo6Oj9jtn0sKAOhYOJKnIiwUCPvzs2bMp94Gv0FyxPKGVe/QU3lCQw5z9SNseoae3T1le8qbJosATOpFRw5tRY2NjaXOIAz10mwXqUS+K2ADnsAw4wJtxcs/mytHDx1St1KyH7ZR/Dgz2We/P2T8eT36z7RwMnXruuefVb16s8eJs2D5ibOyceDu/x3EMPoEvh6X0bTv3ggbmBoc+51AN6xJX2tA3cOixvsMX+dNrHwK9E/Zf6Cf9gIVu9XshBD3UDRqHsv0r/KewkcqVAg/hB7DQV3gCTNo8ReIVeMEj2sAZOdHH6pJsZN42C4+Ak2eZ41Wv86OWeTLmjYmxpE/EPmxtr/3PyZPHDbqdFvDY6lovrLlCF4cF9INeaAcuuKM3bMy/uPdFbfIhZP/ggJYNL9c6L5yved3r0rf6WKwsXbJc3/jGtzxnUz956in1VHvFT22uXz8qdKflzSH0BR5xxY9wML18+bDl2XS+fdZjF1OZ82EbMoC/8An5gxu6i74DA9sFN/gHXzjMow095pm+zDNme+ux76IMG2/kk+eZbWSpfvj4D7R9x2V63bXX6MSpE2khe9KLdCusjp88nfgIHthg1Yd0zIlcmR+a2BAHB2TTsD7PWefr9brQXWxm2bLlSb9X2CdTRw7G4g5/CJ8zy2zOtHLIx6EEc/DCDDYHXXP2h8j7zJnTqjheH3du8MLu5+Rh9lWtpCNt6/whx5y+/l7lpXBbuE3WgwXztZHyg5bzbWxe/sAT5OrbZMvwY4NjxS233EKVD3iWemxDbdsF+FFJ/4gsyQbagQfNEUGz8P3wA9iMoT96i95AEzRAD7yiX26fSEGuyAxdow24FOaOiLRZCDxsD95zz/zAZyx6D13QUC4X9jELok/D9hsRKYYwDzz/X//XP05vsrMRuHLliCanxlQfGvTmwZQiIvGKDUTmgTbsEFjYHnR19Y92+cPGHi/YFJYL+OQ5Pm7BMabkViWY+A3wlT8RnbgGP3b7ABA6ocuphDj0qdlPN30oWzYcSl9vTbLNOCrJwlCe5WIMJSKcr5WTrwdX+Fe33oEnG2uRSVmlVy2Pabtv7vhNIYcsfAjlqtdgWczea2O94azGG4y5ZZNlBmCc+Qf+0AxPkQttPFNoZ37kQBt40k7hmVIURcK/25++eSn3ptvylPMjd9axr+7bl751cM4xhl/z4JtR6FDd/nSPNw337tltH35Qn//sZ/S3f/M3xr8pbJuD0mXLlonNVXwZsuDvlc7brnY9syu9bHbK9rPE8fbCLVuSjtCn5pyqYpumINuHfAAJPdhjUSmnb5fjO/GLXMEfX8Qa4t5779Xk5ITztMsF36ERPiAbfCf9rQDJXg4fOqx7vWH43/63/6o//Y9/rMLCOXvqtP5/dP0HnGVXfeeL/v57n1S5qqtzjsqRoBzBgIQIwsJgg20Y2wxO4/DG4/e57804XM94BnvmOXtswIEcBJgsgVBASALFbkkdpM65q7qqK8cT3++7qo+Qfe896qW994r//P+v/9rnFElK+Aat8AtteZ6enfceXCp2FJN+Nqy7zIvcIE/wgW/dcoVX6BUwt8ejX3/4h38o3tQHn4gQcgbOPAMnL86042PGUQd+9KGAD8/Mz5W167ZvEWG6NxNc1MPLW265JcUM3MNv1kBmRowj8AJ73frIHLRTqONKX9bingIc9GVu+kw7sUg9ewr2rvTnGbjYoy0lNbOUtMcf9fb10UWDTqCV7Xfvu+8+ffrTn07frtn/8n4NDw0l+JkbvPEvEeGE95y+/OUvp70huQ10v7u7K82LbYFHjIHWLce0YaUpFTKRQPZw245G0kVoAM7oIbZ+cXEhtR07eizJAnYoIjThuAeZi4hkw5mf/p/73OeE7cff4JvX+ACiwzELeLI+uLfpCKKMYz3quTdYab3Mex76UQctOxy7cM8cwAAe+KDOjk5ltg0177fzPNPmzRssNxcnvOHrlU5mX3HFVT4sfqNuf+NtNlVNHT92XFX7pYbloenCSwJ5ZArbqnCP3DgBGzBxZU3kgedzTuajQxGRDh7Rkx/+8IeOVcZtOlqJN/CFcQlm21ZeBkYmmIN6SvseuUdmIiLhTd4AfFmz4LFZlqV5GUOhDTio556S294ZbFFHnywLFWyfoB90Qp/RibL3yu06ZCvPMuWRqVwo2jZnapr4/FR7K6SqD+06u7rUbdvFz3xP+TAMHIgRjzqe37Jlq/f++/UXf/FXuu++b2uzcxajzgfMu1/ZtmdgYJkq5g0xTZM9u2lb9DrFYkkLC1VV7SeQUXAHB+gAHryUgy3BpnJYw69+fevb30ryDa356W/4zksUX/va17V3z0s+eGpoy+ates97f0a//4f/p95619vV09un3Xv26K9tZxvnfULJ+hQKsU6lVLafy31fNK0KIs5FVrEpFfuxLMtVtAwWEsxFVRwLsm6YXrVqQ1kUBM07LJeMlT9z83PCFpTLZTGemIjDJmKHQqlof1d2Lw8znReRP+shFcgCPC14PcYDJyUzf2irG34pU2Y/lNu3FkqltA4yUvXhHzaYwjo8w6eIcO6lJ+FWsCygf8zX9JqZ27AbzE0deR5wzSIznpVkG5k7DFyWyfq9IMbBI9ZZcIzIGq3zdh0eMh9rAwO4RISyzNpkXEvGnfXhKTxnDmwHLy8TPyOf4J0bTvkDbZiTefyo3PJdd4wI/enLHCdOndSC9/8147NgP9m2s8BNXMO+X4ahr79fxLjUA9/g4HKxT8LnUVex/4yIpL/QH1+5fMUKZaZzvVHX6tWrEx0ZC0w1rwmuzE9/aAivgG2z958/93M/p7e85S3p76SyBrlDcAeX/fv3i1+nIqZEj9i/3Xvvvfq65fjb3/62vvvd73pfM6Wy6ZWFc63NmlFomiclhWm5YFucaGHdnHH+Ahve2VmxbyyLF5avuPJyx5sdHiPvJU9ZL2qCzuT0yHHwhSX+9BV4z87MpL0yOCDD0B+68619vrnb3dOnX/Gh6p//xV/rjjvuSPKGX+H+7rvv1t/8zd/oHe94R4ox0HH8ObSAPtAK/FiLK7iXLLN93nf12b+RN9jgPNJdb7tLm0yzU2dOG+ZI8RR9+aZ808IHrhyMXnv9NVqxarkWnI895f3D97//iJ54/HEdsx1iP0/szz5t3nIJTcljjU+Mif3Jhz70Ib3nPe8RvAG/5557VtiVVStX6nrnbTnUXPDe/PixI/rnf/yYvvrVLyvUUH9fj/NSK3TzLTfq5ptv1I7tW20fm3Kj+GLEyMiIdu/erftsm77y5Xv1qU99Uh/+8Ied//yovva1f/EB65d8oP1sipFGfCD70Pce1AvPv2Dbt6C19onvuvsdesubf0JvvfNO/brpjN7wsggyAg1q1uu52TnBK/mDT5lxbihdzTtwcXXiS6WzQ1meq1QuCX7KnzCg3MMT5oD+vbaJxJnYOPSoYtmnD+uxh/Ewy1olzVmzjKHj8ICxyIenTD6qPWdEJN2kT7sUbKOI33LbzVnrZW9/n7Zt365NGzeKOBV9QgbkDziwDutTwA04mD/CGLgAA8/JTtk+Zlme1owsk9zOepnv2/2gI/6DFwp4qeHQoYPJd7AWa+APwRm/L/ukPMsEfSjCoEtivtz05LpU8lTHfYTtsMfQDk0o3EeEIsKjlfae4AXc7cLaFOagUI+eADdrM5J2xkEHrrRDD9rhVck+q2Q9Ktu/UKijgA9jmWtpzEKK1Zq2mQCEXefaLtmCnU+tVk+IMwgDyoLcXZeATAAAEABJREFUUzDsLRMnDTBkTA4QDQfBAB4RXqCh0BJhIAIFQoAc/elH4d4+QHwiQhFLheeltlYKcLin7t+Wdj1Xyqvb/++egZP6MDPzkChewP+W1mE87cBGQA7eEG3amyEcE23gAFGhBXghsF3ebBHYokAYTAw+zKAPQsc8zB0RYjwlwlAYeWCSP1mW+//U+aJI9Hdzgo15gIn1aeVKHYV66lgPpwJs8Iw+KDKwoHT8bMGtt94q6nBSBKsEa9UUHOfiq9qZhZfCfO3CPBTgTFdHgHXbupZhzK0IrNcuPEMTYOEaEU5AzCZnguBCC67AzXwRkehBX4S1t7fXTqpTEUv4Q3voPu2NEgECwTXj2/RkPfkTEcm4IfgRyF/VMoiDjGQQ6AdeyTBIibZtGGhjfeQXurXrw04VvBjHlX4R4dFL/6AFtEcJwQv4qKMvQRVX5n31ONoj4hWY2m3UQ492kUKsSz1rtGESn/Mg0Eb/VOU56c89VwptGDbWqDi4j4AuNbqkDW3TOgzs9KVPuma53M3wZYKHA8sGUt/cfGYgawIL80Irrjy325oO+qhrtVoiaCzZ4M/bUeHoCeb4lsOcDwDg46w3Aw0HUc1mPcnkqlWr0prMu2PHBT6ouUTdPV0aXL4syQRzIx/wniCO34qfmZxwIFNN8MJ76I0R37BuveDn8zufFW90dnSUtHxwmYrFQkrEAjP9cDhdPtAheOnxZgY+EpiAJwcEGzdtSmtDC9ZHvwnaSHbSTn1//8ArwQkJNuqYq+U0R6GU+5CiM8kia1KYB93rcKIqj0w/8gbxgQce0L59e4WeYk9qDiRXLh9M3xAkQEBPgQt4+fYS/a51gLJ16zZBNzazv/f7v69rr7ted771Ll13w42aMZ1ffHF30r+GA2FKRAg+UyKW7uFtZGE61hzMLyrLkQG3OcjN8txYtESwC02q1boajZa4h1Yjw2c16cNUa6ta9UV1ljO1zM+ZqQnNOSDp7e5RnhXU8iaPTXXNCf2QXJcplElEcjZyeZZ73NK8cw64mBt4i5YfGU5sAyU3PLyBCv/lD3jAx2Xnecs947DB9Md+NLx2ROZNZTUdcmGnmafgDUXT8nrhhReloJ9x9EcnaOeZ9bmHb8hlu7BpoZ5EB7xEtmsOiqALJSIUEYZQYiw6UTNPsbuD5ityhB1evXpNko2hodN6+uknxZt7L+x6To889KC+dO8Xdf/93zZPFjSwbFDzc1Xxs04zpg8ywjrMJ/uymtfmW0zbtl+gq69+jQj6pt1v3BsBNq7FQkkT45NatK1HL5d7Ax6me8VBYcs0mHBAvMwB+Fonjrdt2awLd+zQCicdF82veTbjTlpOz82q4HnQswsvuFC33voG6+hlyn042+vgseTgA7kvOBAD55o3wh0+SCqWvPbEhEj48LefKGUnfexG1PDa0BGeQGsCdngAfsAN3fr7+9MGHFqfOHEi2W5gAGd+/pM+yEGXExLwEziQnwSD6VK3swKmiDD8BdNzUWy+GYOMsBb6ROLozOnT+v4jj6SgkPHgQx9gZB3WZJynUrFQFDAjE6zH2vAEX8UYcAJOCrAxjjm50i8ixD1zRoSD65Jxayi3WsCXcqno+0zr1q8RGw53ER8C/9Fz4968jemU4X3xhd3a99JLOu5E7II3BhXTfMvWrVptXvZ0dRjnzDa8R8tXDPq+IOS7M9UXPF3BNrYv6Z5ZkWwdcs9LB8SA2Gn4sdXzgSt08qCkR8wDv9hI0Y7OcQ/NoBU4QmcOA7hH5sG1ZHnIskxl27/Orh6tXLVGfbahFW84kh3u7fGmujtthpin1zEBtGRjwkYNOWIO/G2fNxA9ttvQlb7Qnr8Xg62cm1vwhnna+tdMNmvXrl0aGjplGmSq2VZBu0XTq1Du0NHjp/XdBx7UTm/CSF6x5szklGk8mvQT/q5YsTy9eLPam37a+/r6hXxzD82gE7CAY/sZmQVWcKOewlzoPvJCP+poR7bZ4JEUwgayiYRumzZtSutCX2jOGPgSEUl+wB0YkDPo2tfXZ373poM56EbbCictVvmQjvmQZbVM/1JFjGGusbFRfeMbX3Ni4GRK/FPPXPg6Nskcnl155ZUCbjb0HEZA62eefU6HjxxTZhsw78Tdk089oyuvvkobN21wkuNG07pou1u3fIWe3/WiSsWKtm7ZJr6xvm7dWiETFR8ETc/MamJiSoViyTFAWevsvytOtFUsE9g4fD148Q0zaDN2bszzVpNvm7WfiYh0D8wRIXAs2nfgj4k9kEFoB/y8zYzOQl/+5MChQ4ecJOnwRv5mbd68SXPzs6rWFsRP75fKxUTHM0NnbM8zKSo6cWrUbZM6Nzan4dFpzczWVbWNgQ/wBh8EzPAXGd237yXhv4GfmIF+yGr5/EZtcmpC/HLBkNdgzCbze/36tYlGfGuEw3bq5M/rXvc6gT+b2OuuvUEvPr9b4EAiZ9++feLA6OSpEzpy6IB2+3Do3MhZZREptkc+Ozo7bGc6PAe2PFepUrR+1K0fDcl+JCJ8lRa9OY8IFU1DaNmmKzLIfX9/f5Kdmu1rRJg2YdvVFG3gFhHi0At6IO+8JAYtoAs6DJ7AzGLwAT5jy4ER384c2GOuEWGZnBYvSIAjMDAuItJ6ESHGtWFB/9trAw/0Zv6S7Q6FZ7s+8SFh3GmaACf1RkToCPNNO5Hy7LPP6jOf/ZRxLSUa7fFBHX3n5+dNLWZQenEFGeOAm2T/P/7jPyZZ5Bu40A/fg32EhyXrHHqDXAITdKCde2wHc0dEggF8sLeMhRbABz4RkWwSq/NMKdrnwmd8eWbHim8vZrn4KVyutKEnyBw8YM1zPqwYsXwwL3A0vB8Ad+4jQtCiYafQSomCpkrFgnJJeeRq1Zp8wdmylblbJN7njs3c/Mp9RCT+yB/wYl76gCvrN80EcITW7pLoCyzz52Wv5Xb4VSwUUxt4vv/97xc6MDExoSzP0k/ArVqxUsShL+56Xh/76Ef1+c9+Rn/83/6rnnn6ae187jntM8+++uUvaXz0XErkvulNbxJ/U+1W74XbL6Hdc8895nE5JSxZk0MBksqZY0ReLlx03ITNnJqaTntZ4P+Xr/6LnvH8+MA+6wO8Bn6e4Rv2HDlhLXjf7RwB9rTLcUpm/4ddPnr0qOhL8mvXrl22wd9IicND+w9oempKH/u7v/Nh8N/qnz/xCdvmM4nv+KyIsP0ZE37unG33DHspE7G3f1AH9h+1/C0IWgMP9EQHKcCIfQIGfG1EJD+LXKBr8KZNd/QM2LCZb3zjG3Wnk5EcRjMv/ahHpqBXm7cGQczDOtzTD1sLHSjoNs/AAA255zrn2JJ5GQdtGMeczAEOwIQMvbpERJIL+jHG4qKCZYVnKZLtol7+IGOsledZOtzrtB42fXDCesydZ7n4JZFV9pOL8wvi10xWOzYHTtoL1i+urM8Y9PHhhx4S33TGt2DjsSXYNPCfMu+o5/r5z3/O/Z7XsaMHtay/x3wJZVk4hupPen7kyBHz9pRyw5BJhrugecfuhw4edP1pYS+gm5sSr9AZ6vgpR/QAGFc7JiG/Q12e58I+AzM8pDAWntMGHlmWpXVkOtUcA1EXEQke7qE5eMJjxvCMLUBOwmPxQREh/u72LbfeJGILfBt/e3z79m3264OOATbqkssuVq1RFf4T+cuwmt7zy1dsVMs2JyKSzWBd6AufKMSOrAus2Ma77rhTm9ZvED6AGIS+wNaOU5Ev+cPh5PzMtB757nfSLygAK3IKPZiLuZGRsuNP1iyWSskHeqhpUrQMERcr1dGPPrQxlpKbdzxTIkIRobJj9U7nWPgmZUQkOkaEu7QEjB2Vkjo7KupwPFMhUWse8bJmyTFAbh9bt/AWS6W0NnYCvHnZgxdCOZC6/vrrxbe/InLNOFba7nh8zeqVKuWZ5XlevT29uvDCi1Ps1DRNJx27jvCCl/d8dR9iN7xnLxRK1s1q0hlivqZzAsSF3Y63r7/xBr3t7W/XL3/4l8UhFXEHNhHZwbdBO+Jd5H3CfuPUiePiT4zc8+5365573m1ZHki0e/CB72lmesZx95j9RPhgsObYI1PJelmwLc0sOxTmRYcGvW83kUzrhiLCJbNuZKo49uvs7FKe5W7OlOcl0zQT8tfhg2P0edo5We47vd9BJw46mY8NHRsfF3IFzBT4V3duuuy9Ls9N+zRP6jlzr1NJe56KeZObJ9hW7GXDOYPc/MgNd54X6J54Uzo/x5xzK8gbcLA2sshzZhyAhzWId6jDHoR5Uvc+moOwqg+iGoaHMUwMLVg7Wkq4dxgW4i9kFlmlrWAZiQhxD/1Yk7WX+iyabpFsAz59zrajwwfPzA/e4I9dIh4BJuBhvPxBx6EJczI3Y4qZ/bxpgU0hVsYGsE7V+YuyY6XIs/TtSdbKssyzKPGf+7aNAG4K8lW2jEMH4GVtYMJusTYxMfVDQ8OaN12wLcDG3A8++FA6ED1qH8lc9MeeDg0NWQdmEu843MO3VqxX+F36oDfAje+KiPTCCXr0zne+U2Xr3sc+9lF96tOf1qc+82kxdxiD7i77/pPHnCs8rdwo9fZ0qVwxHbJQuL1k+hdNk8yxUMt6gy7fYJ288847kl+87PLLkw0DDgrwYqOef/55HT9+XNDWoKSrp0sxxDHXf+9739PHP/5x/cu/fFXI7oXORf3iL/6SVtv38BO4vNTAXovxvCC+2na+TctiscRUSe8qxp/DTQ4doWeHbREvCRHb9nn/vN35nJ//wM/r3//7f69Vq1c5PphV1Wc8C96zQbOh4RFNOFe044Iduup1r1HR+dKxyTEVvT8olYuOSV7UJ//5n8ULPLxolJnvxG8LPisCz+Hh4QQHPuDNb36zbrvtlrRXJCbGjqMP5F+feupH2rnzGZ09O5QOR//8z/6XvvD5z2r/y/sc21Rtw7brd373d8Qhecm8akJvM6Cvv0/r1q0Te/8B38Ofnc7t/v3f/70ecb7moYe+5wPVpzU8POTcQY8mJyZ037e+rUMHD2nYssXLdke8zzt57ISWL1ueXgAiPpv2uULbV0JX8EJf6uf3NdyjT+gFuJIzGDo7rEW3Fy3XyR4ULSeWDXQut62o2942HVswlnHtAg+xDSXbFWScPSzXsudp62BEiH7AIX9ob+sM8zCnqyX3q9uPzniP0vB10TEz/Dty7Jh2792rw44p2AOh9+yxwVH+NAwbc1AalmPmZg03CbhYF/mhvo1D076pdt5eFa0HbfjIz6Fr/BrKsHUSXeLXuNBdCnvUifEJsTbymWe2t8Y1zzKxPmu2S0QYJYqSDYwIN7VSP/pGhKBRbjoDI4V74KE+gv4e4n91wwoOTdtwxiJ7Ndsu+Fsz3yIiySrjKfTxsFfWrblvo1FL8FAfEamNvu0SYd9mP1J335rnrLtAz7C9eHWfjMmbFuKqO6SOBg4AW64DsDRIEsFAFkuEoa7mDdbiQk0L81W3SrRFxBJQdhSMZR6uLX0cX2cAABAASURBVDNIBFRuhzAR5/t5JG2pj9v9uDTeN9S3ix9f+UfdKw++4Zni28QMrhQvYZgMd6Z0bZ3Hh7YlGNzgh5ZhAx9gBf9Wq5EYiUDgWGAgfXqcxOuyI2dThNPgSjuFvhGR1kdIURgKY1nLy6R/EZGurIcANJIAKBlm6oCB678t9EXgl+BriTlhIv0prIXiUs+aBNLMAdwIH3XAjJMZHFye8KMvBYAi4l/RvW7FazggqDkoa1iImIe+FO5ZE3i4Utp1rAkv2/14BnYM1IINAPADN/TCGEVECvYYQxuF/u25IyIpPfDTp25DAryMZw36s36W5akfdKCv/AGmzIqcWyH9mP6179Ma3lQwHhgjQnmWJ7owPveYiCV+Mo/84cpawAZNBwcH1V4vy/JEv4j4V9csy9KzhyeeRSy188x8lIj4V21NyykwpWIjDd46/4lYgok6SkQk2YmIhD8yuSQHeapnfoaCJ/1py40bdW1cGpbBiCW42gYpYmneRCcfsHBlPPiAO3NQuPdIETBOO/Ew76Czbh5xeNI30K/evl5NTU04qF9wMFROhTnADdjg4xofAiwbHBDfHMZZEMgN21nv2bNH/AQTb4XzzatSIU9BHGsiS3Ubtm4H2vxU3ze//lU99aMfJqNJ4ANu/JQfbyTxNwnuu+8+O/SzwsSwmeXtcZwPBpdA7L3vfa9IHmfGGz2HPuC3yge+g+ZzvxPpwI3M4pAJ5OiDTnV1dzpQWRQBOsEPdMIGsHlYs2aNBn2Q9VofeDGOQ1Rwox9JnnLJiaPaoviZ1Qce+G56+xmnREL1V37lVxyk3Opk0mv19re/zdfXWT5zhWVqpeFqWD/nkGHbrzEHE3mhIP52W8nOu82vCHMnlSzJGDhA95Z1GjjBMc8yFYq5slxJZhg774OJaq0hPtB60k5yYuyc5mam1KotaGJkSGdPn9D4uVEHatNO1s6pYb8B/3D0BcsY87AO/EKnDEmav2l4ZUa0XJgf+wk9CJ6Q357z3/5CRrAbQw6YgBt6cq07QJj3BgI80EXoOm/bMuNN55RlkHHoJXNHhIO2muWv5mudKvGiAWOzLEuBGHSY9VjgLBSKyg07HZmnYJrSV4qE45STJuDVhiUiks0HLsYxZvH8W44cdnZ6g8hmr+qNFbiQtAPHYSfSp6cmdf0N12rTpvUK+5zVPvy45dbbtXb9Zh+ajWjWfnXCBw7oSN20RYeZg3lZJ8tyTXmDyaFn3faajQqHMy/t229ZH1HRsFc9R8k4EWSNObk4fGZIVQfEvV1dthe5+2Qi+BnzhpnDcOCFF2sdyOJDSCpCy8HlK7x5q+rc6Hii5czMnCkS6UWFGQd4Z0eGVbUsQi8KejHow9mmeTxpGNubOnQ7s7yRAIfu6Bo/n8PfEETPmQNZ6bSfJXAjsYD86fynZp2nz6JxYB1gQ97hETThPiJSb+pYgzqC/m7LFbrMGPSSTcu9994rNjgjIyNivvZarAFeXKE/19z2h+uUZQC7keb2Zju3vMAfeMMc4JcA8P9Ym7qIEPDRRpmwvp6zPsm2Hh1pOvbq6+sRh9t8E2l+dk6ynrDO2Ni4+TyjadO80tGtjVu2aPXa9ap0dIkDCQ7ewzBgq8qGp2WfUSoWtXzlMmXFlgZX9HvjNOZE3Snr6owTyEPeVB4x70Z1wkmSg96AEAwD//HjJ91+RuCIXoF7RCS7hNxCE3hJXza20It7El5N25TR0dGkP7yxvMmHRGwWL7v8Ci0bXKELL7o4/Tw0ckqJCDF/uVwR6yMbHR0dgv/MyT3yQSKIdhLJBPD797+ckuTc10w36ElQPz0968PQcaEzU04uFQtF8e305U6+L/igf2JqRo28Q7OLdR+KjfqAbCQlCdqbdewyiSTkBPnr7u5JdABHYEOe6l5P/sBX6lgf2JAB6tAZrowHfuQiIpJuUA9u3ZZDaIkMU/A70IP+ZW8+kFHmg57MjcyxQWI9cKVAk6btP23AQB20WuHkcLlcNH3GhOwUi3m6wjPox0EiB6llywk0pgAXBzi/8Ru/kZLK1113nUWvZdmaTomnDvvYHTsusK3sU2Qlff/Rx/XoY4/r8R/9SPxcXd1+Ynh41EmEkyo7aV11vPDtb3/bsnVCV111lcAL/43NXIKvom3e7M/Yx6TEqG0231RCP5qWIa7QGjqBPyWs0hGR+FE2jeAJNIK+wM91wjoVEQl27vGjyCU2EToxNwmMyy67LG3S+YYzScRNmzZr0fuY+blFbVi/ST/60dMqFsrmWVPziy1vVE/ppZcPaqcTJd///qN66OGH08Eh8QX8Q1eK1jfsCWsN21+hB8CNXWFtYIXHY2NjyrIQ/Bt0YhG+8i0xDjqq1YWkn9RZxFKsg36QnIH3yCY4QG94OWl8z9n/Ll++zLp92vDWdMwJmxMnTmjGB87MsWC/2OmEGPJhc6KW4/mIWPLDTZsYw6I8k2zbWr5v2F5TsNuMp8CPQqHArSKWxvIATuDNlT7Qk2f4AT7UQxtoAJ2wJxyQEot94QtfUMmxD8+00Y/kH8koaAPe6AXywj14l813aIlssE5E2KfXAEX4CuhLW0SIvsR56AZwAB80xJ88ZtmNCCd066p4TuDjbXoST1mWaWJi3HapnJJen/rUp/S1r3012YnTp06lN++xa132n3yzB/kh6c06fDOCAxV4DBzAygu6K1euFPQDhtx0jrAwG2rqWC8izLvqeZ40LR9ZijXAuWUdlwt769TX45ibNp65z/Is+RZokju54y5JB8AbvaBvRKQ1oEGqc7xQssxSmIM+XNtjmINCfeaxeZaJe2K8lvcLFJLBXItek2/gZAq1rL/0Yy7wAyauzAX+lIhYmsswYKPoC63og60APvrBQ3jKN3xvv/12rXAMwsFq2YnEYe8P6Lfeccrdd9+tLZs3a9/ePdqyaaNuvP46yT5ws/Wa8chP21fhI5E31sHmUYAXvCncAwdz1+stdXf1qbu3z/o6JfYR4Ae8YVyRc/ojD/AHXDk8xQ739PYk+4lc0x+/iY/isB6bxAtSwMRPvN96yy3KTZPtW7bqrOMzDl+qjnPQe2jHOhGhvr7+9MIF+NTcjm4bTeV5JX2LrJDb7vugdWJizPBOpvXRJXBlDHAgtxGRkovMC91ZIyLEFXmFDtgKaEA74yIi+Wj8BfWMzSwT4My4c44f+XYOOk4b/KMe2eeZcdAVWJgPuqEn7Tlq9qvU04d71qUPewToxjchkN2Es2WMOXtN4yYE8KCS9Tj1N+CMZ20KvGbMrOPo5syi9u/eq2WmI+si17/yy7+i//fv/q7wTR2OOdvr0g48586NOU4a08+87316/TXXpJ9NBAdkAVsFDgd9CIo8sqf827/9W33/0e/rn//5E/rUpz+pT33qnzU5cU4RTfHyDLSDJhMTE3rIhwdnzwxr6LRtt+PZc46dWsaNF4m6u7oS/4ADGaY/MTNxFbSNiBSncY+fZN4IS6ULPDFJhMyBA/zkOcI8djxAO/WM5YqeMR4egX+7b5Z5vkzq7OoQ/dg3QE/oyx6qXC7a7tSV26YVbUsa9i01xwID3u9ut3+fXZhX3fiwhwjHuU3re82xQZtPrM89cyI/6Cbr8Awc8AQdQS/OnDwlErXAVnQyG5ihCzjyZzCmp6a1xfpz8shB/dHv/X/13/7bf0vyipwQi+V57qGtZHeawGK42uu7wTqUJ7sbETz+qxKRpWdgZQy04p45K46j+AWZTCF4B/xzvOjgg4v2VODNrOh1YMvdl3lm5+cVWa7cvpV4EDiRK/b9+EfyH+A3OjLqQ+Ld+uY3v6UnHXN5JRUKme35ov3EvIrFkmVh2PyeNT8ayiJXl/edw8NnHQdO2M9WlGW5IhhT9dhCosPyFct1y223JrnmzzVAa/Ai/sDvEt/cf9/9Qq4PHdivhvf9jzz0oEJN/bsPftA5ibcLfPm79xXzn7+t2OVDnbAOYm+KrsuyTBGh3D6i0zCtcCwOXwuFkuszw1I0/EX7ax9yOs7s8SFxxQer9Jc/VcftRfft6upOvn7ivG+G/3NzM9p/4IAPfvYYn1bCPTefWRMZmvGePiK8jiE2v+Eb8JacH+EwurevT8xbd76KeI3DiTnzpGWYK7YF2AN4VjB/Gu7DvIynMP+pkyf18ksv6eSx49bxSc055jp2+IgOvPSydX1I4471WJOcGnRFb/AHM94vMxcHFuwBsR1N2zEOxJhj1u3gwRjsKVfGcmVcy/KL31ztQzJirs32fcRb8A3cyGfxAj4HVPCROuBApyLC8lAy3QtiDQp8snmSrL8D/f1Crwad88KusD7fFpzwHn7eNipMG/QUn0cf4GqZT93OjdOf+bpsu1Y7P9VpGmJTgJk24AeOSqUi5J2+nZaJTvMWm3HX296mO+6803FZI8HI2sTUTz31lDikg+bMhR9gHp7Z10SEOHSDDhEh6ADe69dv0HXey7z97W9P8vHI9x/WY48/ptHxc2paRp100Xfu/5bzho/r6KH9mvR+HJmizBjfmn3sou1Vo17TQF+f8yYL1re5tFZEiBwdLxuxn7jjjjuSb+40zg3bOfzCnHOhNfs16I9u0Z8rcFKHH8HuffKTn0z8WLNmrRx+p30TPoUSEWkf0DK8S/TqTPspaL9+/frEQw4vR5zbMRvcVlHFe+imZWRg2TJt2rzFsfEmmsSeADpdcvGlziVe40Pn5Tp89JhK5Q7d9obbdcXVV6qjp6KBlf1at2mdtu7Ypr379upzX/icRkbPqsP7COKJzeQfnNcsm48l+91KR9l7+4ucy7reNNnqPNF84u81177etuW11suaDh0+aHs1r2pt3nq8oAMHX9LXvvEvXv+wunu69Y6779b/8f/5z/rFX/qQbrr5Zs91g+6866162zveLmIq4nYOZ1d4rxMmEi/Zcqi7e/eLOnDg5YQ3vLZB0oH9+/XSvpd82PqsvmWbyTdtn3nqafGLJt/65jdTPf1W+hykaN0mXuvv71eP9+X95jO2BXoTG3fbJs0718hao95rzXk/dfzUSZ10QW/RKfjNlTgDmYTnPFOP3JNrYv7Ors5ki2inDX7KH9binoJ8u0roCvXcU6gHPvQcfcUmIUPIG3xouhP6if1ifnQsIoTvRVcY3y7uap40rGd1k6GVZCgizJeaebewdLWuMw4YmI8xESHotWP7drE3Q4eBAVuETZt2XoxYjTgFeqEDZ+2DyAe0vGeovmpO5n11YX5KqvNNulrmI0LAHREy8cSHZ2jA2m06cC93YVyEJcRGCRoDO/CBC+Mo9KGNwn27NHygSuGZNnjAem2+MDbLc0VEKtQDB/LCNbWj1MVSSbmDoizPRQPAZdmPB2ZMoFBEGLmCsnCxYY1YqpM/TTtZAABwHBT3AOamxLDcDjViqX8ECLcSM2nPPFcWGbdJkBiLQeDKHJTU+Kr/Uffq8uOmluFzsdJlYftkptCP9ohQRHDra7okGCLCz5Eq6k7WQ8yGHSgjvDVhAAAQAElEQVROltJWFJL2KEy7UM+gNpwoD4oD/dr1ESGYHhFJgBlL/4Sz8c5N80KhqCzLEwzA2i70QyAaNtBuVO6+8KdgI0Af6ttX5gUehIc6+Aoc9MfB4ASBjTlaBHVeGxjpyzoUcF9w4r/Gm/dWAOoiIsGfuT/r1RwoslbdCX7GUt+eh+eIpf4RS/SMCIMeQvFx1FyBHzgigqFpfuCknitwQ0scc4SNghWRteteG2eKUWf9iEg0kT/AihGj3o9pTZ4pwIjQsyYw0t4ueZ4pc6GesczTLtRFRJqL+8w0wPgCF/fU0ZcrhTkjQrTJH0t4ki/rtjyJ/y3NRTslz/MEP1eeU4ks1XHv3mmM/OGZ4ttUFxHJKLJuRIi2iBAf6tpzIhPQCzqAH+3Qkit96Es914glvUTmqKNfZiWCdhT4wjja+ZuZM97EGEFNTExQrc7uLjvHHhHMlColO66nteDDJTa+0IxOzBkRyvLMJVQsFYU8kSAk6UpwwBtXHLJ8+ctfTrQgCIDOwJRnuWoLi9qze7cefvhBHT9yRCXPsWnjRnEQxLcFePuLOQl2siwTgce0g+sv3vsl0V5xIEA9ibQ8z41CKyWd5Q90AD/fpo008PI32piPBB0BXM06wviiN6ez3jyBY9k2FDqjfyQ0X3zhRb1sp04Cm4Q9c5L0I/B6zdVXq2aZftIHwJ/4xCfSxm+HN6AkdwiCr7jiclWri8Jh45SAKbfOR06yb0oTpnvdOtwyHbFJOFl0i2Ad/aEwJjPu4JGZh9xDQwo4A2/BuIezYnmeiaAfHJGTOQcQI2fPJvxxiGccPEyNj6vXgdP0+KiOOzgadwKl5YTT6VOnNeZEAIeoBB7MRbJoZmrGc1ry/W9xoaoFByJN2+K67StOn2fWAh4Ka0M74OU5wrLhDdkmH8pAmzY+TQeKzMF4eDHpg5Np04PxwA0tCFLPORFSLJaUZQVVHPTVba/kD/PAC8qsN0A8Eyii1ySTCOKZmzmgf7FUSrBnWSYOfEmGYKfoHxFJdjyt18nSfZblOnLkqHk65oTIjHU1d5J8Ltn+pmGYmpzQi7tf0KbNm7TogP3k6VPauG2rNm+/QCaTg96a5n3T09ubkjwcAOCDgJ8CzMAHjaRMwJLbt8J76uue005U8LbTATBJiJoPkEqlcqpr1BcNU0tjps8hJ4JOe1PY8mYTnYAW4D8xMZH0ocMBIHpfLpf09NPPGJ9Z9fb0afeLe/VXf/U3Inii/549u43jrNun1fBcR48f0+e/8Hmhz/AEHYoIy3RVjz7yA83PLiSdxx8hA8yBrvZ4Mx0RqS1iyWcgEwRrmemPjJfNS+ajHnh57ujoUNUbF+pzyzS04b5pHcks+9Bo0frGWugovGWzwny33Xab4ClzgTdywVjowdzoHwe9Z53AxYYhAyQ6sVPIedP4yh/mZg7gZL3wuvCrbt9NPbxhbd4+nZicNA9k/agpDwldzxyvdNpm1sw/aDYycs6b8hHT8JAWq3WdHR3TqaGzmppZ0JiTg+MuFW9GmWvGh6/7Dx0S9iC3neDnSM9ZT4dGTmt07KxOW39bDhbPjgzp5f37LF8LiV/gAVwnTpxMmzZw7nXymE1SyXIPPbDLyBa6xiaOYHnXrl0+PDue7MOID6Lpi+3ttcyWfTiaF4o6a/i7unst943k+6FdmzfoKD4CuT5mWYE+JqH71gUM4A+/sJ3Q+cUXXxD3HJCdPn3GyaMzps1Q2njOOPnA2GKxnPQP2zd8dkQTkzPWp5ZeOnBEo+NTUuTpZ4TgDcnKcqkofsoOniAHFBI9xCfyh/Wr1argJ3KAvC36GdkAXnBgLPNBF2SQe2CvWRYZB74RZrDnw14Q0zDWj6INWUL22XxQz3h8DHyZtW0CFvgDjoViSS0t2RvGsKEEBuQPWkJf4MFm8QIHcjE9PSP4ZsKYrmVt37bdG9Ubxbdy+JtovFWMv2HDOmGdh8+nbM97e/ttV0q2Y8e0f/8BPeXN6N69e7XLB4r4G3Stv3/Acjjuw8ajydYRM4LX87ueT3+zZdu2bWLOk06ErvXh/6mTlkXbnLr14eiRY5LpMjk9bfgm1dnVk+gBrtAF2uNDoSV1zIPeVO13oS38oB80rlVb9v+lZDPQN/kDL0rYO8shvhd6Nm0LKt4cnxsD5mPauesF8dPDi7a1p08Pae/effrMZz6b7N6cEyEL9ld1+6oxJ8Xm5ucSfMTRF1ywwwmKjckXeKkks9AYuOBTJSUD87QpjYgUeyBb8B6Yi/ZpyMtll1+a9H50dMTXqnp6epzc60rrY5/m7IMrjlOgBbKHbDDu5ptvSWsWS6UEE/i9sHuPyh1dWrtugwZ96DQzPZt8Vp7l6rSNYGxEGKa6yZ4BdirN87YL2UNGeE737ptoazmu22exPlcGRYTdi3d7Hks9eANnbrsLzUqGi7HoCfEMV3DmEIn+73znO9Ob6Nh75Jcr9pekA36ePszZ39+f4kjmRKahR0QkXjMnsg5MyFlECPkAfmBEPzY4HoQv3HfYP2CboCX9wZF6xjzyyCNpz0vfX/u1X9M99/ykdT700z/9nvTnUe64407zer31oaDPf/7zAg/0hZ84w7/hG4Dn/e9/nw/if2QytpJtRRagBbign6zPc0SYBwGYiX/UwftOJ+KgEyViqR2/HGF6W2c4sGT/U7Fc15zkyyOTDYJ9SCNdwSnLlmIm6A8tqrZXyB00BD94RD8DmcaVLIu552+YzyTBy8Wim2xlXEc/YGMMczUsB1wBnCuFdnjAPfXAlxsufoWl6Jik4f0afAMe5uEKZtCL/shl2f6ctaAT14hI9IEO8Ih4gsT20ePHxc+Idzv5dq2TpBdceIGuvOrKlPxlDmSIJA8vKXLADU3RF3QPOuA/WBcbDyzIFL4r6bd1jT7gAgy8sNa07i94n9FSLl4qvuXW23TRhReKnxYGN3BhPq7rN6wXcs3a2NCIsE08Z/t5JPkpdBTbgb9j/orjqYGBfsdg58TLFLl99uGDh1Qzv9asXSu+LbbVh0MRoV22p1/60pfs606mObM8s24vmk+yHahZRwa9F9qTfp5v587nRPwHXlmWCxmEztAW/4D8o6vgCX25p+R57vlalvFion3DuQ/o0bDcMQb7yz3jmLt9Tx/qoDVyBr8o6C7yDi3QGeQEHrFmRIhYof0MPRZsa4EzIpJOyJ8sy0yPmvgGDnTDJsJLZAZ8gIHkXkSIWBc5Ax7WAB+e8aHlYsm2YUR/+Zd/qV//8K/q7/76fyt8cACt+ZMTq1avTjLEvgI4IsJ0rZsWBdvudckmd1k3eXGCWBEbtcUJZWzKpZdeKpLjwITdAvfwfqro2AL7xLdXP/vZz+r+++7T//pf/9P247NavmpFipsfevB7+sbXv6YXdj6vv/nLv9ZRH8QcP3pUW50ARyeL5okNbbIl+Ov3+UCXpDK0pWA3oTm4RkSiGzSBH8AD/dBLivyBzpn7Ucxk0Z7qTOf2PNAVGsBz5qLUrQelctH0yNMYXlRDBuiz6L190wdB7LWQAWw49z/4wWNJ9k75oPiID5sWLUcN03w+9W8mWWNuYEAf0Q1w4x6Ymu5/2mP5m3k885Jwn/0j37zHDi06lkdvoTm5gu6ubm3yPpG/5cq3kpZ1dWjO8S8xxOOPP27YC2K9kn1TG3eTJMHBNWLJ5gAPJSKoTu3QKyI8LNIz80An7BJ0rthHd3ZWVPHcyCG8b9k3eiPEeU1aF7nkm4oF28QsHOl738wBFvaSfXfNubau7h79zM/8jP3OT+vuu+/Wu9/9bgELuYdv+hCAdXsdm485fokIxwvd6u7uNG65bcjFtgMrHUfUDaPsz0o+3JvTou1X3Xbb225VHPtkee7+BeMW6WAIuHghl33o1Mx0krWBgYEUX3/j618Xf/fwkYcf0nfuv897tjmNe8//px/5iB73odSZU6dS++OPPupDi294zqZaXqtUzBPcxWLJcJQtl8W0JvuCvj4f1Kxbb7i7lUVuHyTDm5m2uW/k/sV0MFIyLcE9y5Zonmd52p/UvDeanJzQ2rVrxMs10Gbf3pfEzw7X7MPAFX70eh9igERd2f6FuXhGF6Ajz52OCZb54J+8KIeItE9NTApbMzk1KWK+LM+FrDEPV/Qb/eD57NCQDry8P9l3/v7jXsdg+BjyVuyRJpwvqeKn80yL8wvp1xRGvC8ZdwwcCmWuR48jwjHweNpLgds+H2ANnTktvtUKHZCllhmIrLM2dnDnzp32C7vSGGw8bfiYM2fOiP0S+onNHnPsigzkeS4K+FMiQnzq1u32c9PxsVP4KmYFcaDLWlmW2QQ1ffA2qOU+fC+WSyq4GPxUj85D7w7LFvTB3kNvcm3Mj15T0BP8bYdpXreMQOOmdQQ6skbF9fKk3daBdevWJb4RDzH/UdvEBx54QE8++aNUDz0iQqzD2uANDVgHeYY+RccxfMGjYT/GNzw/+MGfT7L1/PO7UowGjbp6erTRNoOfuv6TP/0f9qEvaN4H9LllztNr3IerM9MT9rXz9tOj1q2lvaD8Qb6AjXVZD1vF2sAOHPBrzjEF/AM34gngxdez3+Ib/cBOfw57G+ZDl33MRRdepNtuuU38PVBkA/+134eD8HXSOYOG7SLzwEviHXwPNOWFC+K7knmDjq1csVq5+djZ2eUY6TW67PKrrC+rdHZ41HQo69prr/eB2FWmeK6a91QcZvMCTJjfu/ft0dmxEZW7Slq1ZkXCn2+BE3dljlO+brtw1nv+k9b/08NDIk+1YeMGXX7FFdrBn0qwHvJSCLTh54rvvvudIp/Z09ttX9qpvJBp69bNeu973qPVjnVGrSf7DxxKOlw1LJdccrnK3kMhT6e9d0S2n3vuWU06zweuZePY5bxWnod1dUSPPfaYvvvd76Rcc55nyR9zmH+B82nsP+DFSee4Dh86rK98+Sv60r33ii/ZPPnkk84pHBYH9chYZtzLtuXwFr7xDI/XGUb8GvETsMCH09b9w8eOCpo3zBPkOyIUsVRYE9muOp5DzsvlsuhDPfOAR0QkGc5z20HrAlfklkJfnnPTO90btpZ9RMty0mEYsdEU4hBeqOAFiksci/T292vOvrHo9Tq7umxLOyytSjYMOMEpImxzWwI+aNyGEZzBHxno7u62nBRTHAQcEWE5WNC4fQ/+9qmnnkr+HRlG59EndLpmfNHvMdsd5gVv8G9Y59mrYAfZu2SRJRigBwBGhICNEvrXn4hYavM1YqmVORlLf+CDRsAP7drP3NNOoS/4c6WAO3BSqG+XpnlZr1dt2+rGvZpgZC35A11ePTf3EZF4zhqpQJDUYIZREREeqlcmYvGIUEPUZ/5/KGKp0J/O9GmY0W3g2gAwLyViqX/EEiPpHxGJSPKH539bIL6b/h/+tVI9Y9IN/3OS3SwSJXg+XzIbR2CgtOEFPsZGRBIamBERJmIzCc20A4spO1T6I1gQG6FBQOjLXBTamYd76AgD6Uth09gf+QAAEABJREFUDdojItHyx3V5gox2xnKFuZQGCmPHSR1tEZGUEEFBiVBC1mACYKHQl+d2f9ox5BhgBByFafchGACODifJgZkxBIV1r7tYa2jRm19gYD5gB1euEea/Ba3h0jKdGQtMrEU789O2VBzQ2TgwR8QS/DgGFAscgYc25o4IsYlpGeeIEPMyJ23MyzOFOsaCF8/whD4UxuL42/MyDjgwfNCHewqyCZy0twtzRWSWmVBEiA/z0Z++ET+ui4gEn/zxberfspDSt2WauDr9axkX6hjfcoDCWqzjAamd/0VEmot62vWqD88Rkdp/PFcjyRDPeW54sywF6awRlm/5A32qdmSsnbmdQjtjoBP05xoRBiXSfPSNiCRj9Kcwpl2PTHfYsXGlLdUrZKapZR4jj7xhhzx19/akRFexXFReyt2lqS3bt2nQQRjJpIilNUulog9QC14zT/1xTiTs4S1rs2Hmba+77rpLf/zHf6zXv/613jh0Sbltj+fgd/gP++CgZqeB08SRXHrpZU767k8/S8GmjGQEuCLv27bvEIneo0ePCTzYFHOYSTCC48S5IScEnwQv3NOP8bRHRHJKPA8uG9Ta1WvV5wOlMB0Iks6cGUo2gze/xrzZ+M7939EXP/8FPfr976fkB3ixButtWL9edTuc6akp4eBx5NDm+uuv00Yn/7yU+vv7kk3C3jCuw4Hq2MS4DjoYOOCSO1AsFEumYck0LKS+wAZ/4Qd6ELHEU+gpfyJC7Xv65nkuWU5b1nsKSa/F+fmER90BzbQ3LLwxfejAQR18aZ/OOrifmjin40edHHLAzsZrYnzMyaLD4q1hEhbFLPcGYMGbrqV5enq6lZlnbHiQkfA9f4ejahsCDLzdXPKmqQ0XV0pm2TXISb7zPHcyuNOB7CJVKQBoelNu0AFfWZanA0fsAfK/Z88eb26Gza8ubwCWpz7QY86bGZPA9Cq6FJR73ghz0IU12ZwQIJw7N5roRJKVABl5R87pT3CIbLBORAhZaesW14hwsNhlmDInXzdow4ZNXqukSrlTy5evdDA4nd6YO3b8hIPLK3XjzTfpiquv1hvvfKsuuvwKHTpy3ImjM+mQapODfGQXmSRYigjxAU9oh20Dr1KxpAh7POtipVTWda+/RoPLlhnvln7w6GN68HsP+oBzSuDAT5rt2btbe02j51943vXTSR86HcSzAWDeqjer4ILcU1f24Tnti94UEvjzd5Lm56sOpGbFQcxNN90sAs03vvEn1D/QK+zACz74+sY3viHmYSw07O3uU7lYUVdHt+mywfhfkXQfevKTcm97+9uEfoyMnE18LxaLDmbqqU8bZ/gE3tCBduZHt6hD9gvmKTyiDvmgn2yfK7ZfHd6sVRyE0g4vSYiRGOOn0vi1Bnwl9CSZ0+NNFnNvtD5imz72sY85+N9qWIpOIjyegu+rrrpK2B1kgHHMzbzgk9keR4SKhSVZAy5goR16gOcaJ/C6nAAqW/4NtuTMCnONeqM9MjKqA06s7nvpZe3evU/jUzPas/dltbKSmub1ocNHdez4Kd+HJn1Ydm58Uqdsg8Yn5zQ7X9e0+XPYB5R7X37JstzywdaoNx2jajigHejrtY7PW3an1fDhaoc3JcViQRFhHasKP73FSVzq8akcOGOnjjuRjY2mgCNXaPnqoDk3vnmhJDbSJNTY5J49O5z4iO9FlrnCK67yB55mWZb0Gr2ifu78QRZXNuBLZch4LH17GL1ANxkHf+AtsFarC6rYt2A3kddjx05oYmzSiZsecVgAn/qNf6Vc1gEfEHZ0VHS1k/GXX3a5VqxYKb5Fy8/Nwh98CLRATpADdAO4WZM+l19+uUjU06/DskXfOW+egZ9nrtCJccDDONYHX5LDwF8y74uWc/SKAx4KuDGOl38GBpaZdk2VK52anVuwPsmboqrYkN9+++1Jj8y2xDP4cNRJB3QBPmNzm62GFuwj0eVVq1aaDr3C/1xx5ZViLV5QYn387eZNW1RbrKuYlzQ1NW27VXAC+qz9bo/XbaWkDfzptW6AX7lUEWOzrKDj3vAif3uc1CKJOu8E3lofnnb7IP3gwcPaunWbVq9Zo8wbw4mJKfuMY7Z1RzXqw/aJiWn1O3nXdJxU9/6BOZkfXcFuLHiulpW5avsDbj32KdBNr/osOBEPfaE1Y1utEDaq2cp0zvyf8sFi3T5jwpvx2dk5y31TyC8Ff7HbSTBot2rVqmTLmCsitHnTZpUsT4ODA7rqiit1sRMdmzdu0mr3YyN76623im/KQUvgZjw2EzmYsn8Hzmp1yW+BA2XR/MhsHzpsV5u22du2bzFPF233T6Vvuz7tQ+vnfWCNjECDNowRhsdJ9ksuuSy9YAXOw05k1Os1w1jSB3/hQ9q0dbuefPpZ7dt/ULP25axXNvxLLz/WtLhQszxUVbCeRuS2DU2XVuIvsDRbLbEmpWBeta/cgx9XZLNuOwKNFkx3Cv0oyBn7jbL165zjIMawyX7xxRcte91JbqEX/aATPvamm24SczEv/ZkHnWINfjkky3LrQEObN29O8RI4PfDA91JchdzSD7koWZcqtu8RYd80k+gJvMBCfZZlxrW5ZAcdf2DXhoeHhe7xrZySYUa+SY7cbL9M/yzP068W7Nmz2zQraOPGzQlWdBfxI1FPzMAB2sUXX6y+vn6qLV+NdCV2AzbmBTd4D7zgEBGKiNQ39zrA2jBcaaD/R5/EE8sI9fhArsBFPfMwL7rumcSVGI4DwIrjAMZDk/7+/vQtgS7v96AF/m3SSTkK8DAXfb1kok/DyUfWiFiKF19Zx7C16+kPvMANDDwz96vnYj7q6VOyvLUcZ+aRado62PQ9bfRhzsmJCS36kCUiEu9Yk3r0CLp1dXep6ATaT9zxZnGY2j+4TAMuGy0T8O3YiZNavXad/sNv/KauuPIqMRb5qtguL1rfWAcZgB49tl/ABLzIGQl1bAZ0oi99wIO6km0zsGAz3/CGN+j1r3udOixjlaJjrpaS3jAvfUqWP9ZFX3fv3p0OI5D9Z555JvEZOoELsQ7xPjBMOIm4xYdya9et1b/7xV/U6vVrdfDwIfFNoFHrD74AGrzrJ38y/eQn3zQBNkXLSbiKaDvqhB4/fzd6bkT/4yP/Q1/84hfFCy/gZnImfcYWQe9F7zvQmTYs4AttgKVsvOAp/dBF6mlvmO9pTVcwFt/Y5SQdfWiLCGEDoBd/egT5Ak/oi34zH/ut9lyeJtGNdngBLMyVZ1mqp71Ny4gwnuX04sWdd94p4sw2LMxLX+aF/hGR+B4R9l9TlqfFNBYaLjguOHToYIrb1jgx+tCDD4qfqSvbhy3Yv/CXR+rGM2JpDvkDXMwdEQIecKdvj5OM+M13vetdgpcLtoHwAXrfc889qY4DMmhKrOep0rr33fftdMjB3yNE9972tjslx3znxka9b31ZE97ffeNrX9df/flf6itf+rJj8xnx8gQxIfhRoCv48w0c5ibJyxW+wQv5w70v4hkYeI4IqhJ90o19rexrM0Wya/SNiCQrjAFf1qIeOvB38hruz3OeZ9aBsuA3MGHn8Vl8c/gTn/hE+kboR3zY9rnPfVbf9/73hJPY3/r2t/WP//BPmpieVs0xiT1O4jW4ZOY780RE4hnwgjMvgGLP1luv6ZfbRgLL7OyMsHG8TP3FL3xBn/7Up3TEh9AHDx3RH//3/2FaHnBcUk77MHz3o9/5ln77w7+UDq+JV1mL+eRPxBJdkCWKq/4v/zL3afenMeLHY+rOtTAfsHV4j1G2jeK+4v16oVyRCarIQtiLznKH98bzmnYsv+BYDhlp2A7mWa6ISDJGHm7c9vHq175O11xzbdr3fvCDHxSydf311yd9X4rFTyQZB2Z0cWCg3/Fz1TyppLiu0wco8/OLac+5fv0G9TgOq3h9aBtZpjnLrEKmU8mlmPaAtHV6H7j/4AF9wTbkSSfL80LusV3q6e3xnnoo+cKRs2dt+Jrim6pfuvfzuv++b2rXruf01a98WV/6wuccd82YjwtqWp/gLXJEKRRKKhVLKuQl79cH7Xc3GL/u5HNaVkBoXMgLKjleKXjdcrlofDrcp1PlSkmV8/ESuE5PTzoePafVa1Yn+BcdG+7yIRl7FPBATpivZJuM/4XvueUHeGy2FRFmpaXQ8Q40L5ZKGugf0DIX9Lzh+Ib4ALnCds54j8WLLkPOe7CnIW4g3sYvsAdA/1m37BgiInS5c1Fd5gF7jKr9D3MXi8W0LgekwDc9PaUh79n4pQLgxlbyTWDmR6Y4QDtsX3D82FHnDSYtSnmiBfYX34YPichSTEQ8MuLDrYjwgeBu7fH+nrpdu3aJWPK0czfYMmgQAe5KdIM+6DQ2jGueZ4oIVewLSoWScmXer3eaV+vU7zgC2hC7gWfBNGuYfshIbr4xP3BDL/ArmIfwABmFB9CTQp/V3vsia8S4ExMTad+JDyDGBw7mwkYyFt9xxx13pG8nPvvsc0ovV5h7wABNgWfA+wfmgybrnV+DlszBviKz/k3b7gD7FvvaE96rYJe+eO8XfZB2yLJaVZ/5nhWK2r1nr/cko6pYd9HXhvPhDe8b+np7lWW5JiYnBQ4ve1/OddIH7/ACfIAH2LGHrA9NgR84+LZxq9VMa4En/ZZoVEg6zTPt4Azt8aFr16xNecbuLuuI7QT9oSPzEqPCX+iHbCOD3Y6RgO8Hj/9Qe/e9dN4nd6ZfgrreucVf//Vf1y/90od0111v16pVa3Tm9LAa9dDyZStVKlRUti+84IKLdNVVr9GFF10i/jzbXuf9JqYmtFCd186dz+nFF3apVCrosiuvUKWzQ+QAocNR57MWqnVtcjx2m+Ok1YZ9zn71hRd369nnnrO+L9P73ve+9KIItgyev+T99w+e+KHCdN2yeZvlrqCvfv2b+sQnP637nT999NEfpF8AOmL537R5U/rbrD3e+8HPkm1ElmXKs0zs53tdf9B26/HHH9f09JTnUpKpvv4+++M3iBfstm3bqq1bt+qNP/FGbd22TcRoyNJDDz0ofNfXvva1dD3kvDIyDJ2Bc9qyg5702O8jY/39/UkW4Xl/b5/tbk28/EyBF/CJ0rJuwGvGU48cUKiDd9hxdBaeU88aEWE5y14puW1WnmUqFAqvFGS+4TOaqfEJLdqOsxZjkZkuw9jhmBdZXLDdWXC815RUsl1CroAJW8V66CY0pA6YmAfdjLB9cOGedZmLwvii4eg034ELvKAVdoq+vHxxxH4YuiHP4EVue9euXcJeYmebzUayO6xbsj3ssJ7lWSavqIhYwts40x5BrV75RMRSO/19r/OfiEhjIyLFFOBDE/hFRKIbNAPm9rwRIZ7lD/3pSwFu4OQKTtTV61U1nCfjHr9AG/cUxvJMaT9n7RvP7dRjKzk4iEupK9SITFwjlgAHKIChRCzVtRhpAWIB5olYqudebmON9qLURQSXtBZjaKdwT0mN/l9EKGKp+PFV/yLdR4RMRuiZC0AAABAASURBVGVqpitr0fDqOQyWgDki0nrtdSIiERU8aKe+LWhdDiwwlAMOVBCkiKW+CCvPGLC+vj6hXN0WYgSOecBR/nDvS2Iw80JLrqyT2cC32xrnDSVCuOiggH4wEvgjIsGHMKAwXCMiGcpJOyGM64/nzByo5Em5UVIUFodPH8YxXv4AP/cIRp0AuSU1nXxqmXpuTnRCiRjDFXiBBYWrO8jgmXrmoA9twAwcFPBPyRsrMrTEkAADBgrjhLNBoRm36ETT7OysCJy50p9g4qiTgvRlvZadEHPSFhEpKQMOwAAswNwyg4EFmKjnGVjaba1mSzxT2nXcM2/LsgmvsjxXhGXJhfEU+rYL/biPiESjCBsB33uEFKbh+TWYE7iZPyIEjNxT5A8JK/q0n1mHe8a0619dRz3FKCYcmC938OKp0tzA3jqfcGG80VGWL8HGvLQTcCCvJA54ph+FOaBXu0REklfq6Ud9lmVq2AjWzM8wohjAzP3kgpEmyUGyA0dTs9GpNWtSKM3DHPClYMNJcoCf8S2Vi4psaR1gwCgDJ4lI3vanwN8eJz1Wr14pWa+BgYCE/hU7hohIAR6BFpsJ3lq77777UtLo7rvv9iZieUpMjvmQYdngCgcCu4RM8fdl3vve96bNSdWyR5KcdTlIwTEgpxEh4Eaml3RyUaxPoFdbqKnl4Ipv5OIsJh1Mcb/WieKe7h63NdXV2aUrnGgn6L3mmmu0yYdia1J7d/qpEA66iqYHcLP2ZgcgOPlioWj+NpzUX+GAYDodqMH3yDPtdyLgvvu/K/4e5jpvjoqlkg18IxV4VD5PE2Bu40B9Zt7JH+4jzBTfRyzRnr7odM18XXTgw4aBb9ktzM6r5sPU2Zl58SbX4QMH0mEpMolsjXrzf+bskCanJjQ2MaYJJwHAhzUWFqpio4iOR2SWAa/lNZvWDQ5TG56gWCqp6M0RcpM74IbWjO+wveXKc9PyHBECfuCE711d3eID3bkWCkWh79heZBuZqRruSy+93MHbYJKFHvOk4AAA29H05q5c6lSeFcS8zMF60PiQ6YvTB4ZVq1aneQm8eeucZCvrABd8RJcozDEzMyPg4555ZBLTF3jn5mZVddCTF8uJDnv2vOTA2bQ1HOjKBgeIvcsGdKkPNq71RrnHgRnfpOl0sAI+wI0dh7cU8MPvUPA5BHPcQyuZvhT0u+4NQKlQEj/n+9wzz2qtNy69Xd3q6+3Wk88+qR899UMdOnpY4+bbWifxOBRE18CDghwyP2uCH5tBZAp55e147POE5f5Sbxi3b9/hA5cR1aoNvfD8i3ri8Sd06thxJ503JvrzRuja1escsK9INMUuQRtwSWtZD6ArNEP2oCM+NyKSbCNz+IX2mMRHywb2CLyBkfHAh64CIzSR5axq/W7zmLYqcu4AkzUoBHi0swHj4Jd18FHMNWHfSuGnSvGhJMk40C5bdtFXkmnwp+6DDHSYwjjqgGtmZlZseICXNSgRIXAGJ2CmRIQ49Jr24dWwD0YeeeRhH6IeFH/3eNgHqmeGzmp2fkG8tTnlJAw/i9pq5VJWVKFcFodE4fu5+ZpmZmsaPTel6bmahkfPqdOyX/YhXMlJFORi+fJB1X1Q3lEpi5/LOXr0iBMSYwLGLMsM77n0DC/AHT8FTtCFQB1doR/8Z7PIOGx61TFB3TaxWKp4rmrCEf8OroxHtqAxPOeZ+cCd+IRCv15vVuE78VS5XEpJA/jFPGXjCc0Yy5rwiOuAN9DwFdrOOMFWMl4Ts1Oq1xfV09OlPM+SDLbsP7q8wejr71N3Z0Xzs9OatOyvW7vGMWPmtbrSoSiHqSSrmQ/eYcOgQ557E215ADY26ps3bxVrQwfg5/CI/ugqcEYEU4h6boCba8N6zxU7ERG2BXNCXtiMYHs4OOKKPVvug11Fbhs7rdz2C9pRz/i1TgYj5xRs1Pbt25M9yw0ntB32AREQYEO2Wz95WxW4L7rwAsPdLxKwvE1fLBZUKuZaNtCvKScJVixfsUQvBxrQnbmK1k9wAk7wYPNO4ge8I8IJtmHxd3tJUHDYu3PX8z7UHxawhWVq5NyYKvaH0z7AHPPmb9RyefbsiM6cGfa6ttHemELLlg1n1YnJquWTNcEVGwlOhfM+Ar8P34ENGWUcdqDl+LClhmwWkp2NKCjLi+LvX9VdWXZis+qNPnRHN4k3wAV+wF/qkTFkkBe4kHXgh87bt2/TyhWmi2ORiuULfW/w98Ft9+u27WygM+NJX+Bi7tHRUSGj1HMte8MI/4AX3MKxD3KLfB0/fkzQE19KMuTSSy9JG3UO8CnbzVte2PjVX/3V9C2ViCzx6IUXXkzyNTJy1jp7zjpX1dfv+44mpuc0ajqPu7TpBx/Bv1FvIT7p2yrsObIsV2bYU6WQGFtN8779HIH/bqWEJv2gEW0t9wH+k05KIQ/gi0/mmxjMu+BYAt2Fh+APnSmMRV7RM/YHVfvqK3xA3Wy2BD4/+tETth/zaT36d9lnzTkWyW3fqj7kJwm7ft1GxyRHvV+YdNJrTAvz1VRWrBzUwuKcOJzIC6HOroouvexihf3AausS32bqKJXF9YePPa4vf/FebbDvG/MB1Fe+dK/99KIP1w96jvn005zT0/Nav2GL5XtE99zzbl199WtsH8fMq6MiVsP3ghsHZz//8z+ffBt2DNoQIzzyyCPCD3G/xwk65A08watpmcxM+/b9ovd8eZ4b9iUeZOZJ3TZV5z88c8scXBlHYQxXdAH9RLaAgfmpjwi1xy446ZJlXkNLPC6ZFk3v/dCpuvUuIpS7nXGsnWWZIsI61VTVflP+RETqExGpLTfMrBURYm3GRYSQE8ZTqJM/EZFehEEWS/ahjIUXHBbxzYPnnn1aRw8fUKkg+7Ep28Vc8oEhLzSj8w3zcdG+ln1EV0+P5ubnVSyVtGjYKpaTW267Xbe/8Y2aIul95Iiqxo1DiQXLIjxB/1gT2LBdR48eFXYSevH2vvxBhts6gy7Dl46OisqlouXSB3PW/377HBKtHbYp3V63w34FHJk7IjyLNGPbwPxDQ8NJV0nkETOgy9CXPQfyv2CeNG27SN6s37hBq7xH+DnL0m/9v35b7/LhKfsHbAb0x79w7be9pERkgr7EaiXbaHx7V1eHsO3EKyQGsfnwBdjoe86HszaQPuyYN30LKb6iDR6CQ2b4S6Yp6zAO2uDzGAvc9J2bm/cULUVE4jltjIcO9Mf+MZY6XjQgYYld7fLhK+OZB37Qp33P2oWCY/nzfh4iFuzz6Mc9fenDPMQSrMlaFObs80EP/dAP+EsddANf+jLPpz/zaT3xwyfUN9CnZSsG9RNveZNWOi4+a/u5aPk/Y5+Jey5kRe/hwnFSU8ViyXFEr/V+XOg6tv6JJx5PdndiYiLZKfZ3EZF0nXWJEd/1rrv11jvvSAfAH/rQh9K3DH/pl35Jv+jD8t/8jf+gf/eBD3reHu9RB/Xrv/arWus4hL8zes211+iGG2/Q+372/dqxY7v3iv2pHzhAK2jCFbva63gJPhXMe/BesJyDO7rCMzjLH+jWvocnjHd1+gdd4Xnd9idTiHtwkD/09UURSzYgzWFZnZ+fS/aA9qmpyfTz55/97Gf0L1/5ivbu3qcXn9+tM6dPJ7uB7UPWecmkZLl68qknEw+Ioev2oXOLC0mPgYmC3qCTfMvoH/7hH/TpT39a0JlYG/hWDC5PvJh3PIzP4UWFtavXaMwxBYdS/NrUXh9yzPmgcv269eKbUf/xP/5H/fDJJ4UuPPytr6uvmGnRMQZ0oYAHeCb8uDlf2s9c8yxPukYTz5SISHVt3jBXhOXgvK+HtiXLc7FYUmZZppRMg76+Pi29cOx9oG1XHtl5GrcSzaADY+Hxgtur9gO7nn8+yRxjkYGTPpzutD6hCzyDA3BgF7ADpVLB/qjgeSXqWs7tTXl/AYz0RW9YI7JMmWOrpqTctjwihP5C15f3v6zcbR22f61MqjuvwzeKP/2Zz+j+79yf7NpK+1Xm58Wy6akpXXzxRQkH1vKUHtNIzwXPzXq5rxG5CqZHR0eXeCFx06bNzuf1Ks8LqpQ6lGV5si/ACZ3l2L1cLnq9nqRjUz5EbToXhW3k1zxOnjymdWtXK7fPn/YhCocp2N7ca6EL8ge9YD7wxid3Oc8QEYatpTzhWFapmKtULgoeoVsbN27yvOscZ4x7L/aijjlOkz+T3vfOO5ad9X5jYnzM4wvixUb4NTc3Zzh71d/XZ5y6tXHDhmQjeJHsefMQe3jWB9H42wXbfmS9XltUl/f74ApsZcvMLPlQ2xfqkAf80tjYOZ0bHdGix6EnjCe+54CImHXdunVCPnLjXbchO3LkcIKFX56h35T5w9zM2ZaDLMuEjyvahhi1pNfQiDJv/wrNWD/k/5pS5iv1zEFhTKFY8EFb1byup/Gsga1nDfqwBv0oHfaV0An4gROdhNb4K2Si03xJ/tDwQwvmAU/sHDjefffdPhh7Y3p5EXzwiaxDYW7GoxPQggL/F6sLmrRcnB09qylfie0vvugiXebcBS8M02dw+XJdeumluvzyK73XntcTP3pSh48cTfa/r2cAETRutWSLlw8OCtljz863h4+fOC5giYhkY7B5xIcUvsXJetAkIizbmWWukfwvNKZ+BXuL3l7x6ya8kLJz505h//izQ3/913/tvOVOy2ZJF+y4QBuc92s5VoZejAf/F154IeU1qevt6zfP+wQtv/+DR/Ut50PP+LAeHDscr1xwwYW69dZb9YY3vFFbtmyzrJet77PGZ5U28SJtrWW/19LNN9+u977np3W1D1Vf47j3Qo8Lx18WFz319FPe353U6tWr1NvXl17c2GBdOX3mjF7cvVvDZ89p3YaNuuOut+nCiy9VqdKp57wn/MFjT+hl5xH7Bvr11re9TXe98x2p7eGHH9Vjj//I+ahj2uwDzne+613auv0CnRke0cnTQzp58owOHDzsec963TNqtlpCP9Ah9vE1H/J22xauWLHcdMotoU3xqwTI9Ysv7tEnP/kpffWrXxOyTF4PHc0iE2OQxZGREZ1wvupC75ORM3654hP//M8irkf20b1DPlw95b0O8XLLsTv9kLVNxnuN/U+lUkm8J+agjbXkD+ORfwryTj94g15wRbaxVdgHbC77QGKWWdsWeIZcMxeFeT1l+sd45B29xn+MOM4csw+ctd0I95i3HWIucPWjc/dN8QWWsN0t2AelOusYMsTcwILdY94Zz0FOh/t2HbDTp+w9Q093t7D71ztfycvc6Bl4AF+Y+ug2/gm6MQcwgRt5tM997nM+wN7j/eqYZn1APWyZOXHsWPp72w3H62HAwnPYASjCdy5SiA9zUbiHnhTgighF/LhQT6EN+LmHDxTGRgQXUU8frv+2RCz1YT3ow1hK0zELxqDVWvJraSL/j34U+kDTjIeISItkuR2a52tmueQgNyISwGnRyBTWqsiW+kYstUX4qqW61M99uEZYDa0eZR3uAAAQAElEQVQAdRMLwFhH5z88U6hrX7mnRHi+f1MYRhvXpdKSwVAhk3KXpTqZF61XSruOK8i6ldtUIiJdmZM2Cve58cfQ4WQoOJBZCziEwoCxGeNtDAwg/TPjGrE0F2OZFHy4j4ikyDzTj/kiIsFH3VJpqO6gifUZU3ZAlucF0Z9n5mMd+iK0sxZ4BJjDCep/XFpJcVBE2lmrv7/fQftyoQysAQ6MZzM656B03oF0w4e5zBERqR99KRGRYGcMY1mffmZzgo176oG7DStrRiyNo4164OcKLsyL08eQUWcbbaNeUpcNIvPjmFBEcGAu+GDxSfSJiNSXOYAJxWUMzxTmAyZoRDtwRkSCNcuzV3CjDzBTIkJ5lqc+8geY01jfM2fEEl/9aFnLFBH/qlCfSkuJVswJTBFL/binLiKU57nAt2GDzDrUU9p9uKcAn85/eOYWWgAPBoL+0Ic56EvBedRtIFmjVCqKN/yoZ2yWZWnjDF70gT60Uc+cjIkIuiY6UE+JCCfpakKWWoY5ZL56DZ4bDmizPFPBwVSHg8GZuRkNjQwpUEgp0YJ1fCvW8FBleZgGWZL9zDDleZ4CZAIqgo4VDixwUpSenm63lVIQw3jwzu0MIkILTqoQ0IA/bxTxUw3IOQc9S4Ftj9at36iOzu4U6BxxcoVvQ3CwQ8Ie2e9xYn2Nk2k4HDZm0IY5t9mhAwv0Af5Ed+uic7UqF8viA/2hwbQdgpFR0e3MwT1tOBgSKLfddpuuuOIKVR0AHzMMuxwoYTcI+PlpVOZiLfqQaMkd2OPcCZD4aaS69bJu4T92/JQqHV36SSf1+FYgSRzgi4jEV+BkLugBXbkHH/oAD3Xct0vDPKSdcYyhT93JZjYJiwtVB3tVjQyPeSMx5UTlgg/LhkWSm5+UnPJmZn5x3mLc8janpTAfmbfRqKckEvOOeyNQsz2LMHyWE+6bBqpQLlkGCmp4U07dovnYdMKMMcBR8+bR3RQRJqXn9pU2Nh3Hjx9PcogswOsu2wvw6nFiDR5JITbRJTt86rEhC6b7gjfsOOpKudPBcJ/lL/cGYlFVJ3JZs+o1ux0gkOBNsuN5CUwbphHt0IY+8gd5Re9oSzbUQUvJwQk2ChhYN8+s4+5LPcFOyQdMZRdFpmWDy7R27TpddMklWrdpo5Y5iPcZlAPaGcM+L/Da4EB048YNiZZ//Md/LPDYsWNHwp01wJ/1gS0i1OkNCOuimzXjFK1MwADcRw8d1nVO0Fx3/Q2meUNnRs6op7dbH/7lD+tD//5Duv0Nb0i+weCKQBA/B67wE9pFhHLraNXJJr4tsfO5XeLni2Rad3hjNLhsUNCVhDd+EVigIweLzHP3O95lnakkekM35ucAQv6wHnOAC7DSn2CTdaetV6zLPQX+QEtkAVqDL/atPRaasDa6XPUBam4b1GmbFLFkvyJC9AEG6GmV8kapmDa8bH4Ye+GFF4qkDXxjXuDBrnBFn7EN0+cTEvAJmwWd5pxchBeMAR9woZ71mBeeRVie1UoyTX27DhyBadQHTtM+4IsIbdy02UnVtep34qhge8PfSD3rQLmlTPsPHtLE5JRGzk1oxuvOzC5qYbGhyal5H8jWLdN1cyYT/OrvH9TyVavVPzBo39qtsuX/nNfB/q/wxmP1mpWqVEoqOIkwQkLRegL9zZr0D/kmEQpf8dfQvVgsquyNw8CyATVNRP4elmzTO22rOSShnb4csDRsD7Is8xoVTdgenHMiF1qCPzwl4GYNngecoIbHDescet3Z2aWIELw464M36pEdAv1Bb2a5Z62WIcWW1G1jgMePSZ7hQ0QIvl1qXbvgggt8cDegou1r0fK82n6mt7tLjXpVQ8NnxM9zsU7LdqlYKNhO9CTZYB4K8EcsyRL+Azns7x9IMQmyDp6d1kPiQnACf2QY3gITV2QE2YA+LdOO2IVYh43GnO0I7Wt9SIpMgHfLsCyt05/WgV4jPqQbcjLmwOEjetwbftqZX5YtaAgt16xZnXQZeHq8Se8wXH19/To3Pq5jJ05aDooKW+433H6LbfucOBSCnqx79uxwklFkHZjAe9KHrG246YO/mrF+Au9Zw8LP+Y760L/kmLVgeeWwHz9d96Z/0voC75bZTpw6eVpDQ2c1PjGlSR94dHV1q1gsGZZMueUq2UlvvDlkYEzYXnKFXqwFrkk2LH8rli1TT3ensmhaRgpJhulHe39/v+AHY/IsF7IG/aE3dh05g6ct8yAi0iH61a95jfD74A3/aF/r5NQyr8NLVmfOAPuQDlr/mC9TqG6/0XSCETpDK+CLCCHjFcMIX6Ad/QuFXNCQeSNC2I5yuayI0Cb7gR1OnN9++22u77GudtlHrElJOGBZYVllbmR4abzsL6bVcGwAPKwPLrSPWc+8zXLy/v3pZ72q9ge0pfXsFxkPn7I89+a6ZqlROnQKZYYPbcoc7zUUypVFrnDJsoJlwt4lCsatLilLBX4h5+ud4KEUCkW31zxPMx02Dg0NOW44K6OYaHu9N9/wBZkvWMdyw+CJkv+KWNJV6EAbNgc+0b7JSZ49e/b4EPOE5aWYvl10xptw5P2jH/0oXbxu1TC2LAslMS84w3P0cf+B/SkBD+5PPPFEOtDDzxMPnjx5QsNOROAzisWCNm/ZrEX7jxUrV+jQ4WPWlU696U1v0WWXXZ7sR7d9yo5tW9LfieOAm28EElPiN1gLXh8/ekzbnKjq6e7R9x74nv7o//wjybr8j//4j46r5k2PSDI5PT2VaBUR5nUl3TfOx0wgVbV8cUVuZFkFHwpyTH1ECFtMO2XESSHW57pv374kI9RDC/qjD1yhW9H6Bi8atrehEHpSt6xknrNiOSk7pmEc4+kHTdvXdh3P7Xvm455CPf0Zz/zUte8b9gmsDy/o12HbxHXjxo3qtT3+u//9N/rYR/+3Hn7wPh0/9rJj9zGj3lDB+jM6dEa1hXm1bOsPHTqokg82R+xTTqcXkB7RR/70T8U3IVqWq4OHj+rv/v5j+oqTaIecVGZ9+YN9QL727t1r/WkkXUNHkUlwyLI8yQo0bJg2LZfq4qJHKsnW7NysaVVQl/3dtPMBzVBK7DW9N6I/PGMtbNGll11mPdimG264KSVpz5wZFrEPiVK+qdq0/ha8HrYislBff799/oB2+EDi8quv0o033aB+15VtJyjwFviJd1mP+CY3rn19PVq3fq2IGe+55yf1h3/4B/rIR/5HSpiiJ8CUZVnCta+vL8nehH0B344CZmwLfSjIFnPDn3ahPsKyZjhKlos8zxLO3Msf+lOqlh9wgY6MrVp+6fMGx5jYMfieGQ5wgUYeqohw3DsnnovFQop54Q8lIlI98FEYB7zQgfWoY42lusVkG7DDyHm7L7ECOrNp82a9+z3v0ft/7mfNjxvEN1PvvOutcqjsGGmlnnSCeOeuXT6wOqu9e/baL5rnZm4jJZebiffo1Ec+8hGhx+xFgBEckJ0u7xlYcwmPoo4ePSJsGTaZ+ADbd9WVl+ua17/OBy8X248cUNWHkuypdzi2/9Vf/WXddOP12r5jqzZt3aw3+aB385YtjvcOmJ9/KOLQiYkJQT9oCp6sFRFLdsNy2rReQA9gAhauEZHkHJpAM+q4Mpa+0JC6CM/jOQpZwZY/RAxUtI1oOnmIbVx0bNim87R9N+PBH/x+4id+Qh/+8If1m7/5m/qt3/qtZBtvvulmXfv6a/R2J82Jlw45GU2MMe244Ytf/LyeePwxNWt1NW0PFq1fY45LM/sVEta8FH3/fff7kPbr2mWesPcDVuBGb1/au0/Ib6lYSnsjfhHgLW95i771zfu0Z88+bdu6TXd53Z8yv2W9Ql7Gfei1WFvQ9x99RN++/z61nPdq+sC17gIuFOjQLhFWbD+06zM/Q/vc+sY1IpJsvpqu0IdCnw7vjeABffPzvi6zDVPuebNQpbvi+KXHNGhYl+bUsP0g2a3IlOcFMQdjDYI4AOCwouj4Cjnmpc5f+IVfEPsV1oN++Eru8fNcGcc1vNzCwpwfW/aRtUQveI78wAvWgLYR4TignuBA7tDZ3/u93xN05QC1wweqC9Zn4kl8Iz/lee1114sXBS6+6GLhA3t7e/Td73xHsq+bnZnWovMIfHsK+1m3bIFTyfYDuSo4ViD4qJQ7tHbNOvGCVMl+Rz70nWNfMzOjCcs7uoXtIG6Dh8ijF/DByrBhravs/cv4xDn7unFt27ZBfT0dxnFcvPBw0gfOuWkJvgXzgHWhFXMuOC9goqS4enFhUU0HTS3zgLk7zDvakNflgyt8QHyp80idyTax12COMcsTvpr+/LmUp59+0jBM2b7XkmxCe+SWw31iZA43+CUoDmjIEzEHZfjskMdNa8xx/YL9yZzxnvNeoM0X+gArY/BT0OGMY9F5+yGzzLZzFlBTKZ2nLdcPfOADevOb3+JYribm2rRpk2OMjvTTtmccOyG38B/et+PHsu078sN47qEZPGNyaEY9Pqu+WLMYZ/ZNfWlucIVmPY53WIuxyKMUCTfGsiaHRsTXo97LPvroo+mAmv7YR2SZOeA1eg6e3GNXK46luYcO2HNiBWg6apoRY0KjiEh2EB4DM3MxL/6T+ZBNcLvq6qvFLwm85z3vFbmPG2+8yX6xW3ttUyYnp+2nL9eqlau1Zs0aTdlWDTmmajj2mvAe6JjzT5l1d5n3vtCTw9fXvvZ1r3zxAXmBnsCD3ejp6VFvT6+4By7oBCzQkTrkg77IOfc1+89x++Vnn31WyQbef396GeR3fud3kn197plnxMtn69as1erlK8W34JFt5mCfvnv3HpE35M8wPf30sz6cPZh81ec+9/m07xo13aEXNAd+8o2XXXq5dvjgMpRpYnzS8PZrcNlKbVi/Ra+5+hq96Sfu0A3X3ag777hLv/uf/g9td99LL7s07VNGz404lh6WTJMdF+ywX71J1157vVrm+2HHzpdddqU+8id/qnve/W7nQK9Wd2+/D1MP+kB02PrULdrf93Mf0B/80X91PuxS5dbVmdk5bdm63f7vTl3qmHtgYFBl5z2xjc/u3KU9u/eJHEBuW4pswOe6/cjszJSKtq3d9sN7HdsdPLhf2J1rr7nG+AzqkUceSYfSyDzyDi+KtkE33Xhj+rMMlzlWQ76uvuqqJAPsyTnUhh/sAeEfcgz95myfIpZi+MmJieRf4T18YO5VK1cJmUV/WAddg++0wy9gpp0rMREH5OzB5Q86jjycdc6DK2OwM9gneT/NPfyLCNvzarJf/f392uT4uWDflL6pavjQP+Q/IpINAAbWRj7xR70DAypZ34ERfYkIr66kzxHhPVDVvB0ROZsFx9xT3qvM2S7ValVhAxgHDlu3btUdd9zhWPMNPpzuTrpADgO6kXMHfvqgs+CIDp46dUoH9u+3nZ5M9gG6z/k8i9gTXoYhaTk2Zh3fyuBwSXoEHaEpJVWe/x/16BSdoc+rC7xD5yIi0Yuxqa/H0g+5ow84QRvu7BMu4QAAEABJREFUKTxToA/9IuIVGBhfd+5ofn7WS4boEwHkSp8sIlIlDcZFrcgTcZno1SWypUFMCBI6/+E5ItLk9I+I1EI9N9S9ulBHG3NQuKcuItIcEUtX6tql3adlh91woNdyAGkUU3NEJuaPiPTcshFMN/5fRCgifCcTRAJH+lKBoFEgMiUi0jwIO2XWjG55PcYg7DjEhx9+2AH3ghBYCE+fURt35ml5Xa4UBKVpJ02dzn8aJm7dwUXNCWrWox9CzjUiBAOBjcKQ9nicPf15pp4CTFwpjGc9hJ56lAzng2IxV0Qkxa97/axQUpYXXQqvKD7rkqBmbMT5vt7cNwxre03mobRQbNeDAwrD2vKHse3CfCgc66NIwNIubOrKVuaISMkU+iHwXDEwGHscLOOYB/pxZQywJMUzbDxjRICDAizQkv7AmUWW6AmPmD+3EY6IJAsRIfoAL1fG1B3cc09frqwVsdQvYmkc9RGhV38YyzPO9tXzNZBP9wV26ulXtUHC+EIz5qeOwviIH89LHY8R8a/kFfzaY5mTEhGJj5mv7WfGMz9ryx/uoREFntIPunCNiEQTxlDc3XrScsDaFDSDHk3zPI01To55VTf/gaNuPVyoLqjs5AZGs2y+pvFqCX4urZHhc9MmDZ2iD3DR1jg/D3jhAFuthhZ9WGeQUmJj2MkS2iJCMzOzGhubcCC2R7y1heMkQOPbqbf54LLfCe7p6VnN2Cnj+EiQvvnNb04B1Pbt21VxoDzvZFnD+gyevOGKTgMPyTHmAkfkaMFBNvJTna+qq6PLCc61Ah+CJN4w3L17d0qOzTgARiZWOwjD4bLR5sBpeHhYq1euVM2bRfrTj28g/eAHPxDJwabtAs4KGrKhZuwf/MEfaNgJ6s2bt8jCqe6ePvPAdDTc6AL6Q/8FbwaAGXiYB/oAMzhBe5w6jgsaAxt94DlXCnMwBlwpVdsinmdmFzQ2Puukwrh4M+/4sRPibyJMTk2Kb6PyJiiH5ktjqlowboxd9GZ72nTgsAYnDd3ZlHX19KjgIB94iqWSJUIpCFgwD4Cz6Zq0mTE/CG6AjUIbcFOQERLKBE88gxN4A0NEaMGbNooUom9XV6dJlyVelYplNeot1evNJM912wzo0ANc3mBxv2gcmAu7Q1DF/MzDGhEh+vJMX2ADBvgGrZFlfAB9z5pvBGvI3YSDLNqp6/eBhkFTw7bF01mfMpW8cWwa59wwLJqXbDaY8+TJUwlOZGfEB1w/8zM/o6u9AQDGkukHHKwPjMAFPqyHPJiUGnBg1TCO8/ZZ405QMOdNt97ixHlVNesp8o+sEfAw15rVqxOdwIsNDPOxDvOxJvAjt+gZGwp0hZ9x6+8bUGdHdwrSkdsuB7ERofXr12v3yy9p90sva6BvWeID44EVOJmPtSKW/AtygS9g3YbtAHygPXdgiI3U+Q8+FxrRDl3PVytiaR7G5zk2sOTg0bj6kJ45iqYvcs3czAvtltarpUCRpCbzMh8/2coYAkHw4c3L1772tXr/+98v6M34sm0cdCuXSwJv5ivb3kEz1uGKLHCNCKa1LVsUYwkOG/a9tPEMfbkyBz9b2NPXry3btuuSyy9TT1+fSpUOZXlBFdO24sPFtT5kv9hBP/czDpg5UJ3E1jkhNOfnqnUK2LI8s11a0IQPss6dG09zdHb0iMSAl9fExKT2ePPINzJy+0NekGhaNma9mZ+w3AJX+2CA+cCnap8VWaZwf97qz4pFDa5cLuR33Idjg046QA9oAH2xq5Q8z82Pmg8lyokGyAJ8nbV8EhdQkA3owJWfgodXrNnR0SnagYEx6FZEZts+o6LpT5JnwXaHdsbDI9aGH8gVvgg71NPTrYJpsmH9Gr3uNVc7ZluhRm1RG9et1ZZNm7XGB84j1t0e24Serh5hZymbN29OB7MclPS4DdmjtPGseRMnw9Nrn9Pd0ytFruMnTpn28wIW8EBWgZtn7oENPUMPwAn7UXGyAFsNHugr8sim+OWXXtJzO3fqsA9nhry5amW5CqWyVq1e403t9mSXwJs5mbvHMLLxA77JSTZ5da3xodDywWXqdwLgwosvsS9pCl9ZcRIKvjMO/BbP03HGMpCbZxHhDbNxkpI9AiY2QawH79AN/N3q1WvFz0JVTYuqkwGjPtxAxsMb1UajpSwr6KQPUfc4QT00fFYnT51WpdLpxP9m5cVSkouScUJ+odOcN2xV+yLgOn36lO12w/NfoH7rxppVa8y3ui70xr3bNr5ke1jyWGiLvjIWvkPHLrdTz3PFicCS+xZLJdvghpOXs7ZbQ8kGl53My/OippxIMarKjXvbV/PtAp6xPWstIz1dHVox2K8O63vNicVyqaie7m6GJRqxPvIKb+EBtMqsM8ABj2mftB/FvnRYt+kD/6Entn6ExI31kPjhpBOB6CAbUmDgnl+IOGX68e1lfgHgtDeleZ6lTS/xckToFz/4i+InEVc57jh65Kjp1bBPLBvvlo/PzQ8fWLSipb6BfpWMB4dx0GvBsU7T/AoHdqVi2brast2qqnU+5sO+Vmz7MuMDHiDNPTJ+8OBBASfP1113XbKLi/apyDJJ9MHB5XRXRHjORfXZtsHfiKXYnxdSoQ/yu8aJomKx5ARXV9powz/qKa997WuETLAmCTH8Cd/WJQ4j+QHtoSHrghMwsw7fUMLuEJOR2K+adxdccIGQe2LCd7/7HvEz7/32nSXLCHPwIhz9AZyYLSK4FfyKCMtwRQXbwo22yegcc3Z1dQnZ4eeHK058jwyPaOj0kFqm64U7LtIbbn2DcoUOvrxfxSxXKS/ICqmCaVrxuuG2ovWGGJh7EgvguuD4gGSDmZJkj2/Y83fa+PMLJGH7rPdnTp9Ocl0xT9mHIi/YmdzyjBxGhKCh/IFO8KdcLCUdjwhBJ2wbdHMXzXvNdh3j2/fwGHmmT/h/PLMGY+nHc0SkGA/6Qxdw4J62ZcsGkwwwH7QEN9p5zk2Pt771LsGrEyeO6z4fqJw9O2x5mtTs9KQOv7RPe3Y+q/v+5Sv6+pfu1dfu/aIcXIsE4+aNm4Ts9vcNKItcN99yi271IV53b5/3EJPJj7A+sgvu+AYO1p997lmROIUmRsf8O55sAzZ12bJlplm3dahmO1S3H1t0srFXJduTUOZ9a5eT2XNmS9OyUEhX8IEO+NHlg4NiDuSUwx/uR5zQPOaYetyJy57eHsfa55L+HvRh05DjvbxUVJX9VR7W2aVDPPSl07IFb5Bf6G0SOxk1lfQEvFqtuvVlQmd84NxwnLlly9b0k3joTxs34IIf0LrLdqtkWUFGJibGFRECZgo4yB94ViyXxHqswZUC/0uWVwq8Yj70t+V4di4l+ZfkibUpnsq06rQdKiYaMQd2hXUiIs0PT1rOm9AfOOnDmszb19OtiuGgHZmBN20Y6M9YfCmw8AydgJ3S7t90bMkegpzCO+++W7/8K7+cZL9/YCDFNLe94TZdfuUVGrff5E9g/NVf/aVl4aRGR8bU9P5h+bIV6ZtM0B87uG7dumQDGp4XeJB/+YNt575uHpyy/8I24j9OnDjhA9SDad933En5cqmgHzz6fR088JIqHSUtGxwQc/KtoVtuvlEJ74E+bd2+Tbe/8Y264fqbkpyyFjLspbzvWUi6BAz0B9+C412e4TN04Z7+0JR7CmPpCz250sY44G5a9njOw7FeU8k2dVneObgvFvPEB/ZJeZZbPhsa9h4Xu9lnPeNbo/CUw9V3vOOd6YBtk/VycKBfa1at1Nvf/rb0M48f+PmfU39fj/V6wno9rZr3+t2dneIQYfeLu/XkD5/Ugveh11/3evuKXhHD5bZj/JmNP/mTP9GnPvUp/fZv/bZeeP559XtdfMyB/Qd000036l0/+ZO65553a3D5cv3Zn/2ZMuOB3pWsVxZy/umTn/qkPm/bweFgRIgD1drsvNuwaFDn35SWkv5DF1qAhYJ8coWO7QI9iV/oV7aOFAw34yIiyXlkmbdpntBLlTvLWr1mlfr7+1IbPKA9PKZuv+ter8DUjke7fGC14DjLLkX8iSP8HvYF2j3snCT6DEwlrw186EKhWLSdmk32a2Rk1HJ9IsnOKccPyAN9IyL5NvSh4bzEgG3X1d533nPPT+q3fvM39IEPfiD5SGzGouMzcHz6maf1H//T7+ijH/+4Pv7xf9C0D9nRjy984Qv6vf/y+/rCZz+nqvcluWOKqg+v6x4HTKVSWRRirywr+L6itWvXa8f2C9XV2ePDj+W2Fz1a6XxKxbExOl0yPoVClvjQ3d1leoX9xLT7dRjuik6fOaWJ8VGtXjXofU6PpifH9PhjP9AZHzxCD/gSEe7bIWDAXsAX7AM8Wpift59uKlMocz/WRR8mJiaEX7/k4kt10UWXeP7V9gk9mnUe6rRjsTleiHBkdeToIQ2dOWn7VtP01JT228cT3yF7xA9Hjx5N9pXYgtiReUds789af/hWGvEedRM+pOVPKe137E8d/MSXw2devodn2Dl0m9hzjffveWa6mLbUs+akD/6Ix1j72muvFfkJfMBWH3zcfPPN1qk+MS/rsTY6zPzAOOe8GXTBfkSYFp4b+smfMz6EJVaFLjXLYCEKqpiX6FiH4x35Q9+ISLa+4ngRvYiIZM9oQ1d77ffAifmmHA9jM7CJxM3wBnrDL54pwIPdA+fxsXFhf26//Xbbw7Vpf0Yb/GQe8Kcfcj1hWw4tgLdpfar7wBwaLV+xUus2rBfXXtuPTZu2WgbLOuV9yg8efcI2taaLze8LLrhQHDDuc9zx2OOP+SD6hwJu1qp6rz3ofRX5QugMnnv37RU0RY9ZExi459q0TvU6DwSsyHKX/Tn8oJ14Db+RZUt02+SDb3SPuISYjT+BcesttzgnNyp+MhWZQa/5AsdllskLd1yglStXWdbPaNeu53XSewde/EEft2zdpgOHDuov/uIv0k8jP3/+5RTgRCawrVdddbWuvPJqrVi+SmfPnNWh/Yd18vgpDZ8+q8GBFbrkostTG1/uyAtFHThwWF2d3Rq0z+rp61atvqjIQ53dneoybzdZztYbhxnv8Y8Zlk1btuuW2253PPZGvee97/eh683a4rptOy40nS/RZscqV1/9GvX1L1PdCQrghi7XXnudD1yv0Np167Xae96Vq9amLx8MDAwqc6w45z1GucNr2ibCE3KTXZ0dWrVieXrh8vEnHlNE6Nd+9dd05513Gu4Dgi7IB7zY7P192XK72jqEPOG3+Abu5k2bbVc6dfzYMZ/xLPmFld5PYSvQi5r3D6w3MT4hbAD7jYrtFLwCbnIS7GVZB17DK2QTWRzxHm/c45AXxlAGlw8Knl/gPQnxCfKEnEREiqPJMzQcZ7DmvO3ppMdjSyMixe115/uw2egOvh5/MOY4c9F9yQVSHxG2TU3RF7gomWMF2dcwNrIs0aolKbe/yF3v2+TjWT/P8rQWv8AIHNCBuSjYEtbYtm2roOlFF10kcu7kGZFF7H2fEK4AABAASURBVF+n/Tv4bdu2TRucI+x0PhtdjbDcWBc63A4tWJ+50ZeWdYYXPIndgCUiuCQ4aIcm0DHix/WMoa1daOeeK23MDY3An8kiQpn1LiIS/nmW+TkzWfJkw+AnBR5yzU0XcI2I1A6fas4lcV7R9N49z/I0PlPk7O1Ut6cO+b9goWypMVu6yh8AA0CY0HDw1TCjqYv48ZiIeGVcfh6ANhDyh/7t4kd5OUUsjZc/EeH///hfu28rhSL+P1R38P3qXhGR5mBURHB5pUREaov411dgQuC5sgbXbm80MHRbtmzRihUrxDeFULi+vj4rWYcV/LKUYL3q6qtS+9IikYw8uEIP5qGeOblSuIdudSd62wJCXwwvTG56M8J4mEa/xcVqEhzG8gy9mSMiRD/gRgBhtPxhDpSWK3UoN0IMw3m2P5HPFBRZ7t56ZW5gzc2jiDD/G0mBmQNFAT46006/iEjjXt1OH9rbJSKSoLE2tGRt5gB2hJh5wJl7xnKljfHgTn/G4XDAm7W4Mkd7HPf0Z1z9VfIHTSjMwzoR8Yoc8mzxSQaiPZ/8YQ6eKVlkrlEyPDzTRqEyIrik0q5rX1Ol/5dluVjbt2mOhp0DOFKYjyt05b6J/FqvIsL8zFxyZeefmTciLLNZqpM/1DGOK2uAJ3NBP+aFNjjJdiFIQh4Yk5/nb0Q4cCil4IY5qG+vST/mYx6+NVi1kZ5xcvWcAxiCEN5QqVvfDZRtRF3VelV1b+KbltuqgzmDmGAFLnjWsjFsuW3Ridqag69SsaTcBrxufgFvy/izJlcKwVehmCe6ARuwRITQvarH83fXnn76GX3rW98SOF5/8y1JF3lDrGAn/4Q3YbN2IGEaYuAJUga9KUCOSEYUvCFvWgBy08IXVRdrMoWT3uJcF+2cWRNYWlaW3q4edXd2p003c7EhxknyxhIJQJJxfKN0uTduBJnHjx1XStA8+6xzPIsIkXCMjCNYwsngsLf7UJc3ldk8syaBL4c6VTvpX/jFX1JKehuyvv4BlRyQVpx47e/vt+3pFI4MeoMDcEJH9AVdK5i2FJ4p8IN2Cn0jlnSX53aB1wvGm7+txt9c5OdE4fWsg2rkotGsOfjudbC2UuvsBFesWqHIco07COYbsz1O5G21gySA2uFgYLODN/qtclK0t69fFTvNcmenOAjg7bKGZSIKuRThzV3NiaqmMl4Pl7ToABX6IxMRkWRJ/gA7sIDbpDc30IBn+lEIcijcg8+i7WZfb786Kl3eNC4mW0Q9c8O/55/fpfu/821vKM65jKUgFdozP33gCfTB6XJlvYhI8wAL67BBgeYVB1FsBNqH4/Cpy8EB8vnoo4+mBMGhwwdVN25dnRUn9bpUthzmhSVekMAueaN40cUXJzkccHKHYIiAkm/OEHyYBEkn4GlEpHvgAFaCswgHJKYxNB0aOqvc/Kk4yJxbmNdb3/E2KaSx8XHxiQjlln/oAZzILRsW8OSK3mAzeJY/rIl8c8h862236ZZbbza9xnTWhztsLDrM3277SwKuRx7/gb70tX9JMso41mctdIWNE4FVp+GkjnGUsz7EIhgtl8vimXHgBXzQFjyBCZmkHZipb/MKOSjaZljZxDjmbrfB05ZxYFxEOHkzlWjHXPwcJQdWwE5iFR5wD88pwCMTDtvDQTJ0om5pjUwEqawDfFyRmS4feNKOfNAXmwIezEc/7pMNtV2FDtgm4AUf1rfAa3J6WgvVhrjvdbyxas1qrduwSavXrlOvNxG9y5a7z6z7VO2rm04ozCa8WINAe9R8YbM1Mztt8DPLbMn8Lpkni+IbriVvfqecCDjrQ68hH261bAhrPihdtI2mRESiI/zHBlRtdwuW13NOuJ4ZGdaU4SPhiI51OvHR7w3QpA9nSRgedcKAeAmbNzDQ7yT2uGVlNPlD7CeJADYU8Bj9AW9ka9H2B9pTePO9y/rD+tAQ+YB28z7sGZ+Ytox0iz7QDd7TJyKSnR2w7lAYz9w1+yRklE1Pnpmk5uf4uVEnAHL1WBdrthN7XnzRCb0psTk54+QnPw90+tQZwTv4Kn/q3oRjA6CxHy37Z4U/GXPSgr+JNWr/WHXMDE/BAf6DJ+OZp2T9ZhzP4MXGCd4DO7JIHWPok2VZsrXI7NT0lIHOnappafWaNWJzjc8gDl3twz3W48AHWwOubCZnzfeBgV4VCy3lWcM+bl6d3mBGROLHyOhourKRwScNO5mDnUI32fSgp3XLJ7xi4zTn5DhwgTu4wS94N2MZqpp+8z78hD+dHd1abzldtWadtmzfoY1OUNiFWroy9Vtul69YlZIX3d74Ih/oD37xyPGTGvHGr1SsiF+SuPjSK/T611+vq17zGl3hTf5rX/c6YQuJy9BBaJWZj9CSZ+gGPF2WGegckSW/QnvV/jTPMuPfaR/Wl+L4VT6Q3bhxsw9oL3Jdvyq239ACGmKHoAk2HL8GvZmb+4Fl/SnW7+npTTa8YB+GbVjh/QH92GzDO2ACRuaBh8CEDV+7dm2Ku3rtL6+66qokr8PDQykxhxwMWHahM7pRLBXU5cPgNeZxIcvFyzZr7E8H0xvjm5xYv8EJ/poP1kp64+1v0C9/+MNOIP+Utm3boW4nvo/6cHPahzWDnjM/b+u5loolARv84orMQD8KawM//rndTpxRcExRqXQkmtIP+IA3IpKdIP4BNzbO2FPmQFeQe779+c53vlPUMSdyBa1Zl6QQfoY6ZI566FWt1r2/kKAjMEfYt3VVxEs6zFvpKOtaJ9kVTd1x55u1ddtmPbfzGVV8IPH5z39ef/u3f5vgYiw4Iq/Mi84ABwV4wQs4WD8iVLEccEiNHcPeo6N33XWXE2g/EglH+s7MzNj+dNh/lxNO2Ef0GN0gcY+fQj/BmXnhKd/cef/735/4jJyQEMWmMRfyydhnn3lWw0PDjoUampqY0p4X96b7crEsfg2l5Xi5YDle7YROy/G0wU2JKw7mB2xnoR0Hd2udFMKOrbJM8kso3fa18BU6AD+4Axe0Af+G9yYtx+C0UdduB66m4/yIUMRSoT99kAHm5DnL89TOHBTaKfThmUI/CutSnzHYMWBHuazJiYmUnET3iKEataauu+4GLToul3InBU+5nNahQ0dVLJT01DPP6Mknn9KPfviEzp46KdlnDTnhlVUXtNoJqV/4wAe0bu2aJONSiMQYSTQO3iNCw7Z1Bcsz9Ec/W7ZOJLaw1W1+gDv+CBlH3rKW5FyL+a0kI+Q7eEno3LkxnfFBOTJ/2gfZ8BF8KeDJPNhT7Cq4s++hrWRfQFzHIdvXvv619JN5HBLxN3dJwE/Yl3b6sKBsnWuaNxGR7EbZ47BLESHgQw/zPBPyOjs3bf8+6wOkZdq8eVPyXawJX5F97inoVLftD/esz0sI2Lyurh7l5iW6wsvUXbal+OuqDwRP2icWSkVN2NfxN+bATf6AC3BAR/40CPXdjgPzvGD9bSV70dHRKeaNiKQ34OOhiT+57Sf0he7whHqewYvCM6Xd5kmVmV8187xKsW0HH/rmWeY5m3RP8R3zJP+1sJBoBZzgxM/YAyew95gOXYZ32If1deNZLJXEN+7m7c8uuugCx0qT2rt3jyYmxnwIekDHjh1RX2+P+InebT70CctRmGaTPjhhYXSQeZElaAcMDTtA7A7y9ud//ufCPvFzuD984nGBzw8efUQf/+jf68D+/Wo4xrCoWd5PJJ1gLmDm5/df4zxTT09nkgNwQTZZMyKE7WTviF1h3wA/MtNjwfEStIuIJLfwAdmD94xlfq7tPtAFO0E7bREh/xMJe74VE8almOXWg7B9rabSYV+DnDNm1HH8yRMnfQg6r5mpaYUnZ562XvBLTM/v3KnLLrlYl158kbZt2aywLaubl0ePHNGRI4f0DevD930g2PLh9ahjgmg1vM6iTp85YdyL6YVoDoPe+ta3ij30x32Ix5/m2PnsczrnuGbd+nWODbvFCxLAtGxwud78ljt08SWXKMtz4cNf9/rX6bd++7ccn2zS3n37kv4gg+C+MDWjzHGcQRewc6WAC1fq2nTinsIzV9ZjDgryhO5BW3iI7npCwZd2ifCs0bJ5byjzXrDifT4yyZiISPpTQyYic5zf8mHonIBzzLEmOkvshC4/8cQT+upXv5r6c3AGvSdsV9nnRkTSPw4KR02fKfOFXw3q7u7VWu8nSG4DPwU+4gPBgzLj+G7ecbn8oR+H08dOHBc//TvjQ5IRz1e3TCx6f0Ac6ltFlmnW+gMNpm0vvvqVL+kv/uz/p5d9GIXutexv6o4Zw9KRZQXDVlCxWPK1aBntFH9iolLpNK7esxeKsnh4TzzoeKvb1wH3qVi/66kQ08r2YG5uxnMU3N7nvcZZzS/MqcsxQrEgx/XjevGFXSkGxk4AF7iWrOs8wyP8ZRgeXn5q2C+1QAS76zLg+AmbyJie7j7TbK1WOibbccGF4sAFmr24+8X0bcAx76cOHz6godPH7cMNx+ykjh89LPZiHB7klj9sQhZhfHPDOqKdu57TgQP7NeJDVfgDX5lzbGxMY96nzPgwkP0KcT2wzzj+YA7kbcG2DVvDlbkpBa+xwrmoDRs2pJg3IpLMMDYiTLdmomF/f7+2OrdNjvviiy9JdatWrUpjsIfgC22YG3sjf7Bj0IPYnXvkGHjqtbrpbdtULNkHzQvY3N16W1dEpLmhNWOJETks4qDwTW/6icRX8gbYM+YDTtbDrnc4r1Ayn6AHMg089MntN6jjeeXKFSIGBx9goj/6A/zIZMX2adryMW8bg/8FDuwjNnvCfnbWOa5j3n8sLFT15jffqWuuud6Hbm/Vtdderz7nrlb6gBI4mo6Fli9f4X3IdPpVrqNHj6Z74C1a0Dq8zjbnwG5xPrLDcEMXo57oTa5/wvqIP6KeMcAHLuBKf2LbVY7tBpzvA5+KY1F8Bi/0ve997xP0uujCC20Dy5aXA/rud7+r//Jf/os+/7nP6TOf+YxlZUwcqMJT4nG+bfuzP/uz4sslvCB+mw+eObAb90H9w488kmze2Ng5zVmP67Yx0I91t27drjXev1UqHTp98oyeeOxH+uHjP9T+/QftZ4a1desOrV29Vq+56jXev6ywzWmqWKpouenUtLI2vVOdm591fS3JQcM61LA9dfiqrFBRb98yz79eK1euVXdPvwp5SZVyhyrOSbSsdwX71MFly7V61Vqt9QHqGpfb3/AGvfvdP6Vf+KUP603mUVOZFpE527Dc/efm59XhODflR/qX+WC3LuonvXf+3kMP6rsPPqB9B/Zp245t9g09iW8T5gcvnhw4cECXXXqp1qxarZrt2DHHkovWq7veemfab+BTv/Od74j+yCgyFRGas22s2b/mWabe3t6kN1z7rVf0y62HxWJR8BhdoK5inlIHz3mBYMpxAwVZZv4RH7Ii98gG/dEX1qv4sBe9Rra7Ha/Qhp8oFW03I1Mr2SzzoVhM+jZvehATID+slQ4jTa88y1TZ5Hf+AAAQAElEQVSyPgETOoocUoCPyGnB8VTVjMryPNkn+jAHfgY46VvMC+oxDMyD/uFjWKPkWD7lCqxPwA+u9GnTBLuGzkSEgB08oBVzHPBeFX1kPfjfto/cQy/mCYXz6VXHSHXfhcAhIsQn4l9fqQMGCjC3S9O4tdzIWNrqznGwPu08U4ChfeWe4iGKiFQYC1wUeMwzV/DFzwOrvC/N83BO28Kv85/IliaICDGIovMfFqGwcNNjKDzTHLE0jv4RQZXabVwpjAMZEOGZTiH/d74/z9S3S3r2/5p2nhCE9RpWXrk/z27y7dJ41qVELD3T1i4RS3XMy9oRS8/c4zgQagzeuBPPCBJOLSLsGGpJwFbaeGPYNm/eLAQCIladJAefPM/UZk5EtJdM14hI8PFAX65tGFgXYcVhNB1sMCft0CfPc98yb90w1B1UNRItM8/XFjSuMNcdlRTL/OCeEhHisWFDVfUpqi+ib2bFaq8P7ijEoh0OirjoAAoFZ31gjfgx7MzZsGOhjfG0sz6CBNzMTR/gRrBQfO6poy/romCMoY0+zNMuwEJprw9NMDARSzAAG/RiHsazXkQwfaJve16uEeDeMv6t5NRYn7nbBRxYB55ReKZPG5b2PZNHhNJ/vvL8f1eACVwZ316D+aumJ3AzP22MBW5gLJZKSbciwtc8wQosrB3hFV2YlxLxY3x4ph+ySoFvPGPcCLAwXMgvctVemzmBC5oi58BGnfyJCNHW7ssmMSwj9CXYwQBWHCSU7RAqDhzCxoJvN3Q4SUsbfMTgLxn/soPhWc9nw+d5w/OXHBhXwNX35WJJFRtfcCi5rlwuOXHYYbnMfPA1nxwX6wIb80046Nm372UdP35CJLXAiZccCMxo52+wnT4zrM6u7hR0YKSZd62TlwSLHOiMOSg9dea0hkhYWccwHU0rA3woODiDdhEhEgnF3E6picOcE3TEmfKTG9gCaIT8cU+ikMCQjSwJbRITL738snhT9o43v9kB2bVa4wQ4CRzmBx7WI+jjIJXDKewMY/kpGJIznU40l72Z4BByhYOrZQPLBI6MIehiHujW5UMb5mrakVLauof8gbvJnOwF/YE5IkSb/EEGI8LyZkec7Gmo2Qr3t20xs4qloviUvSHpIqG7brU2btygbdu3iUQN/K47+VByALR23Tq94c1v0rXXXZfebNtx4UXafsEO9fb3SV6jZluR5bk3O0XbLltvjJHr0QXHXfY74dJy15BBscw0xCcyP/sGWH0ROLfxxHGjOzyXLD+UCPOuwMasqKaDtzwrOuFZsTwtpM0EiSOCggkfCO3c9axWrl4p3vYjYGF+cIoI06Au5IsgE7pj47ucWIKOyGTZcov9gt7Qk3p0jrnpN2B+UUcCjToSq295y1vU19dr+ofAg3ERS2uxxrhhAh/WJCmHfAHXZr6ZrEg+hXWhGePhJ7xnLHUk84F/wgEi5CVo7h3o06w3lfwcC76SJHGndRVaASfjWOf48ePpTUfwgZ7MvcqbKp7py5WCrQDGkdER4xCm6XSCCxjg0Q+feUqPPflECpSQ63c6gY7sY7spyD792JQzhgI9oRX0pLCe/AE3+vo2vdTDJnPjxo3i23TYJ8ZgayjhZITNVOpHPQUcmIPC8yKbd9M7IoRtwC7yNzHgD7Cy2WhYjzqd+GPsSusddgMYeW7Ti2d413AQxuHOvJMGEZFsNvDCm1K5lGCBXhRgYDy6q/O8RF7gM+3QFLozFtysCelnCmfn53yYMJ9+xnd8clYDK1ap3NWnefvwmfkF61LDpSlsNDB12i7PexOD/8eeVZyYYc2qcQf/IdvHiYkpjU/OqFzpUtkHX7k3QY1W7g3wgnkqJx0X1LS+8oYdcMGTmsfzrfzpqVmdGRrSnINlfqqwZft41oe2BO3YQuDHB5HMgY/QtmxdYWOH/CADEZHkA1kAZ/Ssr68v0QuaU49MYHPxabycQB/gr9YahnFJp6HToje/zIEcQ3toAMzMB83lD2PxhT3d3RpcNqCSNxuzM9PibdPcsKxbu1rlUsHJwlxd1o1KpaQubyKZ69Chw/reAw+mJAnwnLHvQA4nvAHCl5xxApYD5RlvRkmsnzx5yvyaVUSINdkYGYQkG9AHOaIeeYQu2CPq6MMzvIKGPHOlDbw2bfQhuvWRhAU0hJbIE3M98+wz6VtS+I89Tvqu37heH/jgzzohvMz1nU5qTWnlyuX2xXNM64TwwXTPppm3w4fMT3Dq9EYU2wEcbHqMghM9o8l2HnfybNRJTWhNH+SWAxB4UC4vyfqgbR7JAHxhDxtcb7ha9idNr1oxPcGj5XvsCvMsW7bMT9LadSSm1igvFLVm/QZd7oPTZZbzyHIRf8zNzaeNKmsyjjmgU7FYEgkf5I2JoEvZsgZdoFvZcOX2OayLfGAbeY4IJwCW6eKLL05+mfHghA9GF+mHzGNrmAf5W/DGGrla61hiu/3fcieqkFX6rfReoGCfkzsRWrIf2uw9ATaPduAloQWd4BXyfOzYUSckzujU6ZMqGUb8D3LCWNYDF2DfaD5u2rTejw0VPXdmG7d82aC2bt6qC3ZcYD2t6bEf/MAH4uesT90C3mtef60Poa4zvfqc9D/mxOKA9SVLNhr40/zGX/ar0IUCjF4kyWxEiH48t9u4Eg/Rj/HwDduFDENP5LRkneIwsY0r9JizXYRO4BwRti/zSQ8YC/9Onjwh7C9yWzbfoBE+krHQGxioh44Nx2oTExO2S01VawsqV4r2pX0JL+SW/oy/44470k9zcf3gBz8oZAH+wlPaw3jDY/wPuJw5cybNCV8rtp3URUSqI0n/VifrwfvkyZN6+JGHtXxwuRgPzuBBW61WS/EKMGBnebOduBTarPRhJnKLf2EtaEc/fPU6y/1tt90maNFt28S8vGSH7YoIAQ88BX5kAz5QkPOIpbiIMSTSL7nsUtVts3kGHmgfESmGgY6s0XSyjPHYduq4Zy7gBJ9ysaSW6YyNiYhX8KQdPEuWbcZEROIjczCOK/X0iViSH+jIM2PbfaA/ekh/ElW0Ay/08ITiALjXdFgxOKhLL71M3V29Onr0uJNeM9q4YbNl/mJdbdtQt+/7qff8tG66+TYfhvyOLr38Sk3bH33zW9/yIczXdd+37xM+GXyJnzLH9ZOzM2qa97Nzs/rj//7f08E4+KC/lHt+8h7ddvttyXa39XSdY1rkF7vNt4/Cp6mL1XnNOYEGfvAMG1RrtnTOe5OibcBZHySBX0SI+ZkLnnbYr3zyk58Uf/OVQ1vGgz97F5Kkt9x0s0qFoi675FJxSAQfjh0+oi9+9gtOwo/KQWOKZ9GlWePKeA41kY2GY3C+8Y0953nccWRvb7f5t6C+/v6k103DCCzAhlzBF2iE7qAbxH/cT3gs8gpP6p6XK/Xwt1gqOd6bUXdPt/doBcHXsvW25ZiJfsyDPUP2oENEGOxcwERuJOLHNgBfjEzKH2SQ+ZGNpueCbszXvm84+dU0/MgIcHtIwokxM9PTatSqmjd/1WoqzzLDlifYwLfp+YAR3TvmBCnxyKLzG1//l6/ooe894Di/ZtvZ44PLkwLv8PgZy0jBMnPd9dfoYh/43XPPT2pufkYPfO+7+u4D39aKFcvtU2dtW/v0O//pP9nPrtHxk6eVFUvikIlDPX5e+bOf/az+9E//VFw/8c//lP7m53/+z//Ze88hjQ4P6ehhxxaG4R8+/vc6c/K4xp3U5lskX/ji5/VHf/QH6eeZP/Inf6L/+T//RH/1V3+lRx55xP68Ry8+/7zu/cIX9Od/9mf63d/9HX3pS1+0rShr06YNae5/+qd/Ei90fOUrX0n8Ahds1agPvcAfuhATwb+mbQb0XXRuArsBvdq0p77V0isf6B0REpUu6HCncwFUzcxO++DyaX3rW9/U5z77Of3+7/+h+Dun/+2//lc9/eSTqpSK6nQsevToUd17770Cx499/O/0uc98Wt/wAeDOZ5/VUR+i7nP8csiHSju2blWjXtOFF2wTvwJRrS2q2aortx8cWD6gSy6/VNdcd23SlTvuuFP8/CXxO/HHr//6r+uuu+7U7bffqm3blr4h02WZLRmGmm31pZdeop/6qfeIL0Cs9L580PwcHRvRzl07kwzgM+TPkOOizHvIhmNMPxrtloy9IiKVdt0SnVqpHfq1TBuuFH7aljWhL/RGFnPHJOHBeZYlX4u/oy63zDF21rJcr1cTT9mr0cYc2MqWJH7FI8sL9m2dSXYZgy7xcvYv/MIvpDgAfqO3zI3N4BkY8O1rjDM2D1rhsw2u9aDp0hDwMWZ2dlZjPsiLyIT8vPzySzo3NuqYY8EHfiOJ7stspzudF4B+N918k379P/yGOMiomm+MrfpQomSbUW/UPG/BOZud+tu//msd8sGFrJd5lllfwyXzGkVFWmvpWil3atPGzSoWSpJy29KyQpnnqSgipHRfTjmRjo6KrxXbmTnNWXd7e3sSbYAhN027DGOhkGn07JB+5APncetZl/d4LcNQ9cFBoVBQbp4s+lCEZ/iZpTXC68hrl1QullTyYU/RuQ7s1MJ8VTPTc46NF7XCcflmH0j29vZrYnJKHAgMOa548skfWVd3ampyRPXanPbv261zPihpWuewR7z8Qk6o3zmSeR98HD9+TKM+TF30fn3e+z7iUWwSMQOyeMT24ogPHLqsc8t8uIu9J5bu6upKsgdcyEJECJy4b9p2ckgMThGRaBcRQhbBte72GfNa/jAeOvT394u4Y/Nm099x3QrHMPgM5sO2T/pwHNlmDWQMmWEcz8jYScdKHBiCG/LqqS1b9bQ29/PGFfwjIu2Rcssy84Av+w7mwQYBI+v29fXZ5q5IMTs+hliUPu2S8PBeHPgZxxj6lUqlRIcF27bunh4Rk/UZN84L+LUnfp56m+1Md1ePOju6rG+daS/d733MLY7LLnEMQm4P2EbOjlq25gQde/t60xW80Z8B84I1oQ/rw9+GfWeP1yR+KBSKiT9SWOyblpmFpFvABx0ZB/3QUfT8lPeQO3fuFHXYtG0+nIVP7BEmfB7B1aQT9GI8fQqWYfDnG+qMbTqO4+CeGPa1r31tykESy9566y366fe+RzfccL33PquEjD766KN63j7lyOGDOuWYvGW9WO282Otf93q98fY36qorrzJtOnx4e0jf+e4DevyJH+lv/uZ/6zvf+Z6GTBd+te7wkWN66smndfrUaRWLpUSfUqloX9FQeL48y4xPpqLreGEroqCz3k+ePDNkvV1Uy/49JOtxp8rmW8vwE19ho1avXqP1G9Zrle3W6jVrVbEeJhm1fJIPWLDe9vT02Rb2O5UYCutywXJr060Z61HF+t9wy779+zQ8Mqz+ZX265LKLVeksa35hPu0hoCk5Za7oIfrGQfXff/Sjhm8+8QyZpaCPFINrXZ9M7cCPvGJrx2w38a812z/0AZsLLuhpRCSZRHaYgzrmITeHHCBHzMMLpvxq4d69ezU8UCMVWgAAEABJREFUfDbJXsvxDTxecPzSstFuWHezLFeEcXYhb8pB5oL3y13ey2Mb0F3WQT4Yk5kPmUIt7wXCc7A2BTlibu6Bl1g2j0xly26/9Q8ZZB5kdNz4NaxvNdtO5gM3/AmyO2r7Bij0gwbgTx90FNpAP16m+sQnPqGHHnoofTuYg2xAAV5sC+OwEeAHzO0CjZirZPnABmQsZAMTBjoikm6BR7swzk3pH/fteubhOSISL3LLC8/gz5r045krz68u4Ehp19EnLeD/MabdBr3hLbTM3Pav/kWEIkIMaBcmat9HxFJ/XyIi9Y1Y6k8/Fuf66tKuWxooQShKxNI46tvztywplKavClqWCv0hRpYVPD5/Bb6lViliqXPE0lX+REQiPIjDbBhN8ACz2QSQYOJQ4/7779fLPhRhfoQFWCAOz/QdwfHZUFNfteLULaBt/MJCSz8KMFIifrwua9ctkJQFJ2oIdHFAFO4jIik5QgWM0Ip1mD/d2/jw3LChYg7qeY6IhHOW5zZqxbRRj8jEt8zm5hftLExFSy79X10Ya9IkuoBL1YoCjKxFP9op3NOPEgqBFzhCFwwBioUgyZ+IJWHlOSJcIxvUPMGEQlDBnMBPiYg0X3henf8wP7cRkfABJmhC//a6zE8/SoRHuzCGwvyvLsBPadkw0d4ew33LdOEaEVySLNGXQltEKCIsgdbg1MO+4vwY+lAVEYmGwAmMXCnc04cSEcoiE3BToAX0Ax/goQ+F+4gQ13aJCPEBHq7My/zwCQON46eeuQhCVq9enRwUis06EZEM84iNHsEOBfmjP3PBd2SqYIOVnXfQESGCAgwzcLJ2yQnnmoPk9s8DwnvWZS4CLt64mbMjQ29wjs5DqKNccYKkSyU7OvoXLaOzU9Me1rLzrZnezeSY0EX0gMAKw3rYSYWHH/6+JpywQL5IfL3+9a/XjTfeKK4Y4KPepG3YsNGbp20JX+gHPl1OzhA4tbJw8vK00O2adbWHw0oHxhEh6AIfYCXXzs5uNZywCYVhaqVvH5FQXb58MK0HTRkDrXmhggMXgl5swnJvzC64+CJd5E04Py824MAMm4Jzhm4ENxQCLQIFeIQ8Az8B08233qYLL77ESZ05LVoHGWMCibaI8G0k+fLNK/qAbMB7YAJveEkdMsF46iLiFTnS+U8Yv9TXwWyhWFFeKCpMpyzPE03yPNOy5f0OUrq0ctUKbd/OxnSTVjh5XC6XlJuP6zdu0E233OIDrtc52F2hvv5B9fT2Gbay5yg7eKqo6E10yUmX8IYGmUFeM9vHWrWu3P+hC8D66hIRog8wAj94RETSmbLnoiBDtNVtRzO30Z856rbDiws1w1BKc2A/kRF42NFZ0Zq1q9RsNZyMu0kEnHWPh/658Ya3BEP0X+VN0rr165NMwtsF22nWmHBSlznRHWjOmuhXt2WNgwQSysViISV7mYPkGMEIwS9zNL2ZgueMI7lXNB2Rj4jwWosOnoZNu5KD3bWmfZ+TYjWRpJ30Ro11gSFiyT9AA3QWOlAPbXt7er056FFeKHkDPO7gtCzeHkavCLyhKTgCC+u+8MILKbmIPHO4A2zQJCJMw6L1bjzZDAIk5o8Iy+esTjsQLhTyZBtIVr7sYBzcL77oIrXpQH/gg07ATkBGcpxNCDRD3+Al63EPHoyJWMKPetqBEx5QsAv0zc0vAqMIY+RCX0oLRZaS/+TZt0lu3EU8gze0R2/5ezIkMzdt2pTakKNxJxRZg3HoKWumtexr2zAzx6wPC7BvtFGAiW+gcGCN/QIX6iNCzMcYePTQQw+mhATzMoYAk9LhTTJ9WBcbevL0kMYmpjQ6Oa3h8WnNWa55EWrResM3LKd9oEeSt2Y7YYGWl7GsVMW6Yf2qeD6SHWz2Vlt/sb/FYm7b1lDDO42u7j7r9IXasnW7yp3dqtbqrm+IsejwmrXrtdyHWnleVNm2myR703HH4LIVWrVqjcuq5MuZv9PJ4j4H3RGhquFBvqA1skRBn4hrwAscJ6xDTdMTekAj6ri2ZYxNTsl6Pu5+/GT4qdOnbQ9rSS+YA51hbNW2HLnFD7FeRCT7D1+QA+StwxuL7dt3aOWKlSrbr7FRazWNqxN0J5zAOHrooCa9QYBG0/ZHbZ6jL2t9eLbKPnSNr6vXrlHBdq/k5E2xVEw6Af/ABfvBzwbhr3jmCn+BCTiQYRLnyD30QMahEWsAY3d3d+IbNEDGgIEr+g1+3F9iv0CCH/1hvccfe8IHo4c1cvacarZ3v/3bv613vuudqhg+NmI9tgP4n+uuvdGbwUUnmLoQraTT6Cn8wq9HRLI5yCwwAzvwIbPwrGk+dXdZPsxX5BQ9Bs78fHwAbmxuqZ+0rII/CSUEslgsqdu+dsFx8lYnLlbbpoIPfrKzp1P9g/22TSMa8CFhrxMdRftkvoXLXC1vgCvlkpi70Wiou6fbh7sjGncyrOX4jaTZCid6gAW6wHPu6Q/doHO36QqePMMr7rHFff19SZaoJ3EED4ALG40eMi4iXrEhHPjxDfaIEBtd7OSxY0cNz6ht9ryTI+cSXVkDeiCb8gdY4B31rMMzbevWrUnJ+MnJMT319A+X9M5z047MdXd3pVgGuI4eOaLly/pVdZLtiisu0/zcjL7//Yf04AMPCFmICMcl1+iee+7RRh+6YyuhC38CAV4is9DG59rJH8LPiEj3wAU8EZFinZZtZ4TvHeVSDz250g+bWfXBxZh1hWfqmZ/6LM/Fxh89x7/hZ6A1PzlIkT+sS3/oMWfbuW3bdvGSBQeNyB1roQ+Mg//wA/3mJQX4RH3N61Na5r+ntM407J8mkj9iPLSnvmU8oAFr1ZxAZz3ku24byjxZlqe9HbYLH007/eB93fHA1VdflezYpGPOzLYUfXn3Pe/W5i2bE92QLfBBR1gTvPlJw+MnjovkFckIaISMMN8xH+QcPXrUyehFw9xM/B5cvkxT0xMqlnItLM7Zvs2na61On7ryPGx/B63PZfeve1xD0AGdJQEREe6TJ99GjMmfusD/YDugJ3IQEUKeoCvwFox3pkxN06FsXSvkuXLXkRzB94VkOZtXweOI2cuFomuW/jGeO/jNFRvMlWfaIhhNjRKNoNvSk2wKluyyLFf0xaYjR4zliv2f9sEYtIJ3s7Pz2r17j66/7gbVqg2PL9jezqvf8WVnd7e2br9AW3fsUIdty6VO9l13403acdHFOnLspPbyE3uTk0JWc+MHf5YNLhOHmMQLr3nta3TDTTc6mTei/mUD6vJ86Bl0Y/3VTt5BM8Yhg8yBreHgzkqiLJT4ODe3kGiPf8EunnASGZ5TqraV4I8dgRemgPjbgy37z66uzmR74CO49jrpumLZMnXbT5HARraAaY19zuWXX6aRkVE9/fSzakWm3Pa04HgxN16pnxPpwIj8UsffcCuXiqbVrGnV5yR+zXLTVNl2lH7gB3ysK3+AcePGjeLlAmxEl+fjCl8iwgcBk+4lzzeXYI6IdL3NyWbGAgMv/zEf45Az7H+EieSRzIPMsi5tpVLJvAy13AY86BxX5nLVK/+gHzghKxGhPM/SuAju80T3COvH8uXiAy3RuXKxIA5XH3rwe3rhhefF/ORw0I/cNAO2EScnx8fG9fWvfk0ccp4b/f/T9R/wkl3VnS/+W+fUqaqb697b6Xa8nVu5lSMSkggCDDYiCNt4bAMGvxls48fMvL/HnsHPzxNsGHvsGQ/4YbABgxEIEDkoCwHKamWp1Tnnm3OF/++7r0rI/n/+pd465+yw9tor77VP1T1h/1PTmnVrbcfPqO4kJbjCt5Z90Oatm7Vrz0t64olHnfwfFQeHHR1lH/KP6dvf/Lp+9pMH9Mn//Ul97nOft74u0y/dfLM2Ot5gv9GOJfH7b3rTm8S3iur2hdBtoL+mOR/+ZLZVC7Zra8yHK664TLd95VbxTVjW39lR0S4fLj704IP6wuc/58PHz+uTf/O/9NnP/J0eevBnOnRwv77xjdv013/9F9ptHG+44Tr91m+93/uGbq2y/EB77AD2h28usn70TArTNE90zLLM8lFJcgIf4VVE2OY0XNewyLeSzCM30JCr/IFH6C6yzx7itttu01133SV0mbnZE2MX8Z0nThz3gciSxJtykaeX2o4fOapHHn5Y9/mQ+O8+/Wkfwn5J9951h+7yAfPOnS/qjW94vcsb9NZfeLM++tGPioPCDT5Y2Llrp06NnNJzLz6vhx59RJu3bFJEpJeI1jmOf/a5Z3Ts+BE99PCD2rptq2qmM/WPP77Dtras1avXCv865UOd531IGLazHAa+4503a83aVU7wPpfW0NnRoa9+5Svp5x2bcwsq56VELy89zRcR3KYS8fN7aNguJp5IXPOtIOJ0+IGdgY6yFjCqZLnMM+u2r/gf2tGbF154Xt///vcsC8+kOJsx8GbB/mzeZc7xeqVaFXElepV0wPpVqVS8vm7Rl/lqtVriL3wuikLI4sqVq2xXTmrGOZq6fQG85Drq/UbDBxnwmPk4bCHu+TvLG3LWVEPQEzuBT+Sw6YMf/KCuci6Gl6z/08c+plWr1mp6bl51w1mwXMt77YmJcVVsl44cOag77/ih9u7Zneha8rrDvtwscF6oJHCEBoX9Dj/tOzy80f0WNOf4dg6YCw1ZXVK/LMtTzMWasBNlw6/7IHdyctzr7zKPWhr1Xg7WQJOurg7HuUf1+COPJN3tte/A77GvYc6W8YgINa3/HEa1PJH/aWpyxr65blij3k+Pau+Bg5avE8lWHD581HQ8JUWW9hcbNmxOL7LxEnxPb49mfPDBt0l3vficJidHvO4XxUuqLc/VMvCpyUnt2bvHsWDNpd99JtM8fBt1z+6XlNvZkKurOyZBl6B7p+P7TudUoBv4Awf+ta9zzlPIn4hIOuxbIXv0XbDcRITXP2FbNib6RkSiKTTKLYPAycwXCnEY83MtW7aIl5AfYBLLTRp/bMqs55yxPgEDOcR2sXfAZ0Jb5JAxyBV9iOXhGf6RZ3JhFGI2+tDG/hrbBR7gNOH4APzL9mXwPCLEM/NAm4hI+kkd/Sn0y/JF3wFcCvgUlpWmEZo1PYoyeaJcSwaXqihVNGYdMHvcGj4sG7cchePqNY61l2rz1i1ifcSM7pDmY92j3qeyZvhT8r4I/4HsNZ3rAQdKxXqJHaIQtzcsZ4xjjbTjP1kHh9F7fHBOiQgRE2zetCnZN2jEGHDg26rse+AJcTS/ntLtWAIYyMPzz70g/hwIv3Ry1Lb2kA9pyRscO3Zc+/btE3b5nnvu1re+dbsee+wRy964kM3x8VGNjpwxbefV3dMl9mw33HB9il9YN7w577zznQdcJn6BLxSW/eVasWzI+dU9tp/P2y8dSvskDvILx7eZbV13terDuZLjy1nDXpBarnU8BL7IV922Yn5uxjKfCXokofS4PMvEh/3mjOVs2oeFk5NTWmM7vm3b2SpXOzUxOZ1szoJt2ezsvKamZpXbhgytWsdt3UoAABAASURBVK0h2zr0kVzbI489rJNnTuiq11yVysrVKx1Ddrpvbv4u83p7tPOllxw7PCX4lVuveXmuVqslnXneh5tPO1/W8p54tXODyO+Y83Lwm30Fz9NT0+ll2QXbIniKPc+8BnQYmUSPuFKojwjTomVf2xR8Y+3wHN4e9uH0vffeoyd37NATjz8hfrXkB9//QXpBi33VTLLf9TQ2IhLdgIv9ysyX/lq/GqYJ8Q9727YOddi3lezPmvYhTdsWY5BkOSIEnnmWQ3JFhLo6OtXT2SV8+jnnnKOVPtCGNhXzE/zRN2QemaZPra+mIR98s3ZgjVo3kHUAYiemvfcjd/rYo4/q1i9/2T7u+z5YvUt8MxXc8zxLOACXAgzGzTtuoh36YE/y3DjahrJWXlpCXpBN+nOlL3NGhOibZaaI7yMirav9TD/wYwyFZ/nz6nbq2oU+4AWv2oXxtNPG/MgzOBuMY6eXJ4wIno3nIrPpzECuFACkDv5fRCghkFtJJL26H30p9G/ZUrVMBHd5ZVEsNiLSM/WUdh+SAATfbITaddnLhOGZEh4QWe7xntuwqaNEhOvCrT//B17tAk4QhGtEpE3DIW+K2Fy9/vWvF28ZIyQIS27mRURaF+NRiiwL06bpOeRrKxkJhGXGApMcmA1mxOL84MM45moXmDJph4RDOHbsmA8kBsSbrGwwZuycKKyV+RkLDFbCeJgG7jCOe+poa/evWmEqHV3KbFRyKw5OiHbmpDAWmNSxNoSUK8/MQwEmBfj05576iEi8Zi7GgF9EpPUDkz60Rfx87TzTjyvt4ADciEVY8of6puUDmOWinDZu3Lsp0Z21ggPKjEIBL+Lnc9CvXegHvIgwfyJV80yRIsFrzw8cCnNF/Mu+Sh/GUYBLoZJnYPAM3txDJ/CEDvRhvdC2bKfdxjmz3NDWLmGZtQApIlJhDKWNTwRy1nKXf14USjTCYAMbfCjIDzK8wolgHCCBL/ODF+1tfHAAzAHeszZWcw4uIssSTOqBSV/wxIFgeDPjMmVnhrPnb3oCExme9sZwfHxMsw4gmT+PzJvFGckOs1wUKqw/uceSpOE33H3rRM+KVB8RwujiWMFzpTeCvOnXcNJ/yZKl2r59e0q8EbyDMwFdzQ6OubnnLaqyjTubu+Qw7CB45tuoBKtHffCzbu2wzrLz3bx5Swpc4U9ECN5xv5AC9dDY2GhaA3xk3dCGII+35SMiBSLoOHTsdkCOLPbW+nT1ta/Rpi1bBF442oJkVSlP8JkDHtEXx8sGFH2nHqd/0cWX6hd/yZtwJxi7nEgdWrVSy1csTw49IsTmYpEPLcGXwvQEZ/ADD0r7vl1PP+qQI9opzMczsp7luSJyhytBtyRbmXlGW57jeOTNZ0mlPNTRWVZEOHApq+S5V5g/GxzgnX/BBdp21lna4k0rdV1dvd74dalc6ZQMOy/lypzgaEWobl7WF1qGk5kmSmuKWKS//AG/xsv2EhwiFvFyU/qXZVm6ttfAM7zh2UBTG3Ulz4kMAQ+57OiopmTJtdddo9WrVyW9Rz5blktkBX4QkC5xYgabhBwyPsI4W46AExHKskhjme873/lOSsYSpOzevVtsLMC9wzaXa27aIj/A5Yqccj1w4EAKtOjH3KdPn3LS8BnDzhwATolN/rp16zU8vMFLyhzczqnigyzHbmlu/MHk5ETiFfLAPMgiG55du3Zryhu/M2fGBF0IopAbmYz0I2EGPhVvxFh/G3fuSWiDD/DReQI59AB9mveBFTRIY70hgMbYFN5Ibma5Rrx5xfbxE9UEeLO2I/CvHUygDytsh4Apf5gH+kKncW+QeAZfyqR9IevjyjzQiSAQvLAJ1IEf9dAUfnFwExGWqaYiQsBmfvjEOPgbEYnG1LMW5uSe4BD88L/QEf2El9gU+cMa6Mc8XGkHH+ZHn4FN0Mg9iSQSSLvNB56pZxzyxJxtWCRVscc9th3YUDY1/M1DbAL9Dnvjc+L0qKLcoYPHz+j46XGNTUxpemZW+/cfEHDyLFO5VKhSLmvGmwtwn5maShsi6Dg1NelNfbd6urrVclLD/1NPd4dWO1EMHwiQB/uXeEM05DGzWrCA5eWq+MmdbWedr61nn6cBHz5GhKngf77Mzc+palkc7B9MGw/g8Lbv8PCw+hxAIxPwiHXzQo5HCXqtc4Krv79f9OcZvkM/rvCB9SC/yCPPL+56Sfu98TvuJHJelNLmlf7d3d22LR1pbuZhbuaMCPO8kg4L0QloOGValE0b5OWc8y8QPgNZmLNvQrYOWQ8b9nVT1iUrk2WjpTzPTNNc/E2nsK7P+PBqbHJMIxMjmpqdUV+tJnzjnOUb+GNO2CMrwDt9+nSK3eA7uHZ0diZcB21T+AbkJttK4kj6gtcGHyyCZ61WSzETeFOPz+Ye2YU+GXz2OoDbbCzoiiuu0OWXXa6zvamJUknEdiSHDx48pEsuuUxvecvbtM72Y/mKlV5zzX5u0Dzo8AFzT6Ij84Mfa+AKP9AnrvALuQcPbCFyDl/Qa5Kb8Id1owfoCzhSkHFogdzB52q10z4jT/adJCIbugsvvlClSkkrVq1QZ0+nOrs7xToPODE17010rb9XgwM1260527m67diYpqfGNTJ62nLco8udZH7JcoEsXX7F5aDqNXWZZ3mSByn83OnE1klx0MQ6oe9yH95GhPiwJhKP4MnBCvKA7KGz7XvgE4qxbvwzdGIs/RiHneQwdquTKrUa+NbF2Lo3rM8/92Ky7Tt2PKG9TpCdPn3SfmFUBw7sE9+c5zAP2iEPJF36+vq0ffsF2rBhPVPooYceSn9HD9pyAABcaETi/5lnnlLJfu1zf/9ZPfbow9q0cYPe8uabdMnFF+k3fuM30mFIRAh5ATY8QQ9XOo5AV/DZuX0S8CLC+ITFviU+jKEtItJ47rPI9OoPdalkue3FpHGx7GVZ8k8N+2wKMg7N87yUkgJT1sGtW7cmmUVOaEPm6As98Tt8Kxc9hhbUMSf9kMMFb/R5Rj5ZDzAYM+CDp+PHjynPs/SnFHp6ui0DS43XhG1Ap+fGZ1bSS3AcIOCr9/pAGjtbt86js7udqCSmg0Z1+3jogg4wNzji85iLxDE4MAa60h9bCy7Yo0PeKyInwOKlnMsuu8zzz6tumvQ4sUXMiMxxmIFssQ7mQg64hxbAR+fwkaw1N594ERGf2nQyDr43nZA+dvyoePObN7pZz+zsHEMdr45Zz/tFUptfOgG3qn08NGQecIMX1MPXiEi+smWbzzM0KZUyzS7Mqs63v8olNaOlpv/jV2foA07gyhVcM/MeeC2UxVhELMoUdRTquVJKtlOM455fckC+8Um5ZWzCiagB+4aXdr4kDhWh6QHbZq74i1tueY8+9KHf1gc+8AHLrOVqrq5ZH2zwM2T8MkPFSZ7BJcu0wYerr7n2ev3yr/yq3vHOd4tvaUFneAofK+WK1jumwj5de+21PthZ+or8Q+dxJ/vBETmccYIK/MGb8fCOn4z+vA/LnnryKcm0wUdAD2KdarVDb7zpJr3WB4z4dXhT9V4EGNBK/gwuGRR7F2QdfKhn/Le+9S0fLtypM6dOC9sCDRqWx5Uk6np7NGj/AU7I0IzzAcgMuoyf7Ovt1UHbluPOG6xywrBiP9HfP5D8EDJMkgnZ7u3pS3o67wNexjP21fzDdqfkl+WVuaA960bW8XeM4RlY0Ai6AIv1cUUfWS/8jYhEV+wvLxcdMC9HR0eTTaYvYyhN6wcyyZoiwv67nGxKRKQrNKo36sk3RizKlrxTYQ4KMFgD83IFL/AbnxjT4SOHnMh9Xqd8gPe1277ihN0/6bbbvqrPfvYz+p//86/1FR9W/uD731fd9Bgx3ZHB/lqfWta1J3c8rp0+yOvuXvQts07eovf8Peb3feB9+uBvf0g9vV36whf+IX2z9d47f6Q/+dgfaXLsjPbZphD/cqjOi7Tvfs8tqtfnfQiXa84J3nvuuUflouS1FmmNtb5e++RBoatDjo8v2r7d/uuEPvnJ/63f+d3f0amTx334c8z+sKH5hTnlWeiOH/5AmTfQG4bX+mBy1qLYUodl7Z6779Kf/PEf6/Of/3udd85Z+v/8X/9W1157jaqW+6b1nG8eEaMs2P7V7LcqlbJmvTZs2cTERLrPrNMWVS3SsrFoI6zfyCm8Aw59KMgA/bB9jEd+OCy+7PJLtW79el1gv3bBBdu9ztwx637T6wv6zGc+raGhFbrs0ktU2EeUS2WR5GbOgVq/5P0YPprD+YOW62NHj7j/cl100YVe/4LjmKrpabyM01NPP61SUdbA4KAmHf/W6y3vo55Vpw/M1q1fo7Vr12jlyiHvWytJh3ihdbXrBgaWqLOzRwcPHtH2Cy7U5VdcqZ/97Ke67757dPjwwfS3Vz9rOXnUPpZDbGiFjM6ZVsQEc479wJcCPZBD7rlGBLe2U4tX6lqu4dqwTs/bXmM3CtvDsnVVCgGjXRqOIRgJfSnDw8OJ98xfqRSOl3LxgfZV85zrtBP3o9YvZB+dG/M9fEYvIkLoGPPTDh8ZM2s8eOkGve/p6TVdTceBAeGvIsKHhCOmxVHLWW46HdK9Puy+7LJLtdz5CPxd2XvAk963XnLppenFoSeeeNJxy3M6eeqUcq/ttz70QXV39/oAck7z3jPU7VcaPlhAhspFrpP2Y3xr+mvWyRMnjokX5tCTVnPB9Ki7NDx35pJr/foNloFV4pCkKCrmf1ML83VfG7IYuE9mfSonPnd0VhONZhyr468XdThLeMzNz2ra+amSY6hdjiN/9pOfaOTMGXXadjesE/CmYp9Jn0WdmEx+lRe5IsJjZ1SyvBZFWcjA6ZERHbftmDYtF7y/Gvf+7NiJk6oYXm482buMjU9q21nnqOp4eM264eSjG826RkdOm677xYtXhw4fEntA+DFrGYOHyBk5Bb4pN+JDrQP796pW67OtWJL0lPmh5YxzzLNe09EjRxKui3LU0LzXA6/hee5YAp5HhCJcLED4fewr9chGRAh4EaGSczvQFTvhrsa9yiWtGViF2yllyy++FDj4GjqBF7J4/Phx4RPwheCADDI2IhwPTyQ8qt5HMgf16BjwgAtO+B18ED4CuNCEevQA2nAd8SE5uQmekUm+7Ybcsx7oyJyMBW4py5W1QnYfybZVLL/Az22D0JOS15J7XdCtq6tLueuZA3oesP+6/8c/1ue+8HnBK2wKOSR8NXhjV0csC9hA4ntizDYv2zi3nM+mLHifA17Ugxs6jv4yFpmjrF61Srfccot+4Rd+wbK/Xrn5B13oDz3OO/dc2/VrbcM6tW3bNl144YUihh4eHhZ0W+FDLPgBzK6uTmGfyQsdcU5h10u7dPzYCbEmfPPpUydVykP8LPpLL72oU96v7NnjPtbPOe+Tj9iPHrUNnrfvAYeLLrpYv/+Rj+qtv/A2nXXW2brm6mvSF2SIifIs15bNm7VxeKPWrVqnFcuHtHrlGo35YHpsdEJ/DFPmAAAQAElEQVR5ZOLncFu2g3XHVxPWvZb9e7cP6vIsEzQpSoVQ6qZ9ZubYMzPL2DflvuGXovAR+Elka8jrvOqqqx3rvVO//Mu/qiuuvFrLndsYWrla5563XbxoV1jGjvjgeInzx295y1vE3hm+8jLsCo9//299QL/6r96r3/3I7+pS7y+zUq5O04xfx/kF0//KK6/Uu971Lr3+da/TDddfL764g+y0rCDwkRcFBgeXaJ3zG8gTsk6svcI+bonjNuoiwvasmdZXttzRR/7AK9ZBjA5t4RdyjgxwzUyTlc6xXnPN1bruuuu0YJ1+aefOxCv24fv27Ut7n7vvvjvxmPHoAnqM7kNP5ihsjylN2yhedv3Zz36W7A1z0KfL8s6hasvtDmsdnxSOJzosF3nSU3TJ6AqZQo+mJyaF/WCOKeeYwIv29rxhPrNG6AytWB/rLJfxX0WKu4HV59gVWYcn0GzStmzK+0XGVMw31s8c7QLN0UfmAX5EJJqyBkpEKPPcxDtl6zK6zlj5A6zcekQ/aM2VZ+ojQm3Y9KcwD4X6iFBEGMriv1ePa49fbFn8P+0RkcZELMJ2vyxVABDAMIOJWEi7pHoHaoCJCHmQ+LTruTKeErE4Ae2WxbQA7hXp/157K9Uxhs0N9cn+uZ3x1EXEK3OAw4KTvAQ5OEKe5U9YCJueADh+TDAjQhGRDFPE4j24QtSISM4YoWIjscFJrl982y+Kg9TNNg4oBLARcvnDGBjCeOZo2CBELDIWRo+PTwhBmnPQtYDhcEHggNHwBoIxFINKa8HYU1BIDm45hFmw0UWIIyI5M/oDEzp4aR4aSUGBSVmsbyV4XqhIsHGImpfKKRhjXpgMzvTlOSIceBRJIFkP6zLgBLfdTh2FcRGR4HPfhsX9q4v8aeNDvR9fmR84zEPdgg0DVxQHxaIevKAZ62zPn+VZmjNikWelopQCPvjE2EU8AlCJz8DgIcuyV3hNHYX6doGe0Jd68FqEsziGsRE/h9kew5X+jKW077kynmIhTutt18FX8KQgXzhu1gqshvUGo2TElbkiIsy68CPht9J9G5eIxXrgMne7JDppcZz8oR64EZHWz1zgAG7IL3SnjiAAAwc+jMHItzxGLhGRZABZlj/MseBNJ39rA3zhF/DmCCKtf8BbxFNJVpHf/r4+hTdG9Afnqp1IGJZclylUt3xXyiUtONA+eeKU+Nbd3Nx8MvI4+nq9aZ2sCkNMMm7Z0qXJCDMXARSFAIb1lIuy11pKwTUBQ24ZGVjqDZM3w7MOCNAX3jhbObTSAX634AVBFzAYXyoVru813cOJuK7EPxKteV7yejqsIyWxXg54SHZCR+iHQ+PnLm21HFSfVN26DTzkPyKS3OIcoC2Ode3atV5TWQR+zA9dWqZFpzcdJa+h1zTrcAK+qJSTTsowGkYeGxIRyu3oI0JSJDhFUbiulOaBh/CJubmPCK+nlQJk5Jw26l2Z1uLYzjxoimvLPGkad/rAx3K5ULVS2HlWnYzvNQ8GHKSsEM4PW8iBwEYncpctX+YN61qtcsDUXxvU0iXLHUCtVJcPiPJSxWiGSg5SW5F7roZ5XZdaYXxzyRLf9LzMCR0iQv6X8MXJt3EGH0oE7eFxUtN6Q6l7c8Y1z3OVHDAAC/vBFTqccCKFt6XZYHl44iOwkHlkmLHQlvnYRKKfEZHgb9y4MW18CtMY/BjDWGw7Y+m73gkDeDo+Pv4KXmWvt2JZBx9koV2QDWjHWGByP+6kD397aeeLO1MQnGeZg+d1tm/dOu2NKvLJZpf5x31oc/To0fSW4YQTH1UHoMwDfNYKbgP9S9Td1ZPeqHv44UdEsIUtzfIQGx5wmrceA49xjEe3SDKc5cNwfB2BOeWYk3M7duzwRnzafImEX0dHh5+n0gEyC374kUd03JtHaDPqDTxyzT0BIL4MXsBH5gFH+DJvnpGYZNOBHlHXMj/pA3xwgz4DA4PWyW7xDAxgARe6gTvwwIE1AWNxrCxbmXLLA4U26EI/+AIM6rmnP+0kdcGDfmwMoRd9wJ+5Z2zjGM8cjGNe4Kxw4ot7Cv35Jup9Tji84Q1vSAH7O9/1Tm+WD4okxGkfshHUQhvWyXhkj7n6an1Jh7BzvJVH4P+TBx/Wgw8/phd37dXk7IIPk8Z0wpvTOW9ATBCvLxMHgOAnf0iuF7Z5LSszuFTKFREUL9g2s0k/bVnq6enSGh+qDPb3qWkeyEnD7q5u6/YSJ6KmVSoq2rhhszZs2Ko167dpzfBm2zOpZNtYNd8L68GMN/oLthNZZB4zmexoxQmdnp6etNGGN7ytevPN7/BG8K264MIL0xvz0Ai5Q25Ze8m6yhjqEy8dC0B/Eufo05aztqVfz8i8prKTI1meqz0PPIB3yAIw5A9jwY85WD/w0ZsjTjBAZ3dJ8stPpyOnPOelsA2teH0l9ddqqhSFaTqpKW8OqtWySuVckUvTc9Oa8YEq8Qb4Irf4Qe4r1nPWzHXKmwB4yNzgxT3funutk+vLl68wXTcIPNl4gz/t0ILx2A98HjKGLPLcxhv6RIRqxhGZu/Y112ilDwcvu/xy/ZLp/Hu//xG9xglT6IPOPvbY40nu9u7dr1Onzvgwclb4mIWFhm3rgrgyDzqFPQEn7B917Ss6ge1hYwZdWVtEaMJxbZu+0LBl3wSeZds81rzK8lUqMq9T6qgWGqj1asCysWHdWvX7CqyGN2yTk9O2b2d88DXtBNWsjniTf9bWsz2mrLPP2aZ1a1ers6Ni/mRatXKF76sKb6b5lRjohv+BdvAAHwDfuW84DkfH2GQvN43gBfyGpuDIho31JtvtxMN62+8syzXudZUs55OTU6o7mTlvvZmcnPR93fIwlWQb3FkvP5FIsgR4/ebJpo2bLD/9qvX26/xzL9BmH+gMDAxoqeOPqhNz9Ks7/k+xgu03Os9BL38OAN0kAfTnf/7nTu5/JekTNnSpY52LLroo7SH4O3Ak51nn/ffdqzkfptRsM/o9N/fr168V8rRmzTpVOqp65rnn1bAd4C1t+L5521atty/LrUPzjrnAhTJvP4BssaYIJT3I7H945gp/wZ11U8Jt8Bo4JevvCidVI8LmqOW1Lk2405/xtHONiERDZI05aQcGPHnppZ22PYOOr6oCJvQmnqt5XczNPX1JenR2dBtOI+F48uQJYUeAsXTpcstIWbydz3rAm3mYu+LNOLJAQVZ4yQWbwEssX/7yrT6c+5DHVtLPATOGOcGDObkCj3vakDlkCNzgH3XYA+iO/pJwGbY8MS9wGAcNgEOhH1eSM/gB6ACchm0p/enbMs8otEGLim0LekgbfGINtDHuiOXocus/30RoWObxp+B72n5mhW0NuC6WGduAU0mGwQm9gUYtW4SWdTcixLP84bm9b4hY5Bt1Yb2jv0VELetuHtZvme++57lpfaE9y/PER4NKMgGNwDUiUvK3LQPgyXrQkb6+XjF/w3Tg2xPfvP12nXQ8seB9AL+gAM1YP/Tr66tp3n4COmObOOCd99yD1pWG17Jk2TJVO7vU1dOjs889R+c44XjGyVaSachvR0eX8ZjXQSdGkQnwbNoHYrewFcR7PU7uALuvr0/EAoyjH7KPTXnkkUf1yGOPpkNBYGAX4Qtrwq6xXsbBu7aPoF9EpD0FCbaISLEY62Z98Iz133nHHfrM331G3//e97Te+YctW7dq3nujQ4cPq+6k4oMPPSR0ApxSLPcyvRlPAvNht//oez9UY64hciFVyz/yc+b0GWE/7r7nboEXcsAVHqAPwMIGcQ8+I47j2vIH7cENXOEf8leyT2YsfY8cOQJ5REIRPIAN31kz8JA36AH/0Fm+vcF89EmwbEeQU+wgtGMe+jJvRKS9WJ7l1v16soVMVvK6I5BGpTgdGcXvwTPaWdvJkyfT4V2vD6J/9iCJw90aGxvRlA/Ljx87omnb9sfNx4pt/t49e3TU6zhmnULu2LdecfkVqnnskzue0umRUVnU7aemUwyBrq9Zs9Jx7zEn1z+nH37vOxo5cUSrhpao7sOaTZs26Aff/16SsxnHaxyebzQ/m44jF/B7TmQf3L9fdcsydGDtc46rWo0F7d2727H1C/rEJz6uO370I61fu85J4vfYV6LDk7ICampy3PQe1/t+49d10YUXqLuzQx2VwknqaSdBSw7rFvTA/ffp3//7j/p6r8Z8aBNqaNh7z2uuvlrvec97VLONhcbwGT4hw0VRKCKS7sLHCO6bizT2Pg06oy/gjExQkHt4Tb4MHcIWXu053v72t+uNb36DNmzeoI/+u4/qL/7HX4oXmjkY4ueP//qv/0pvfOMbjMstyr2nnTVtoDE5uzHzaIl1+mzrb912Ye/ePfryl7+kL9z6RT3/wovat2+/vu9D8FJeEn9rmH3L5VdcoaGhVULehpavTDDvuusO3f/j+9M3OmfsMyNCw8PrtWaN/WW1M8VBeamsv/303yUbuWb1ahHDU/hm90rHHc8/96z++n/8D/3sgR/riUcf1Te/8Q1951vfTj4LOkREsl/IrfyBbhRo5cdX6NmybYd26A00o8g07bSOVm3n6UuJsFy3pAXHH8hiKcvV5XzATTfdJHKRLds55up0TFwUeeIVdX22o/Avt25Q4C0xDvYJfCJCXOkLr6EHuHDts61DZxgTEZrxoTSwlvgggP6HDx/R1q3bLPt9i38/0rRe7jzKSh/4wOt164Y15MMLvpXK/enTIzp27KQPpHk5uOTYYJmAzfx5JuvgqGatF6d8iLPzhee04/HH9L//19/ox+ZVuVSybexSpVx4TC7xz/KBjG10vqFa6Ugx48JC0/a0abvQcKmn+yzLLP+VxJuurh7DqKY4Yc75H+iVZeG+8+ZJy35gWgOD/c7DHHTseUgcNJQdw877wAhbX/b+ac652znLJfQ4dfKU7ceYkE/sFbzHrvXX+o1vp4pyWSXvn3r6ao7ztziuqDqOPU/bzjrXh/grNG69L1vmTp0ZUdX7dg5fsIUN++4Jy/vu3bt02oeyBw7sN06HkjzCG2zqrG0D92XP0WVdHzlzSgf27xPxI/4AP7rKvCBvBL8oTcsWOLIGdBwYTe+xkQ3Wh6zRj3Wjs8Qkqc38p63heBV5RU6Bwdge+1VkomFFXbDtiogk+8yTaG/8Oi2rg4ODad++wvvjwjYFHxQR5tukRkdHxbyVSll8kNFB7/OBz/zUQV/mZL3QmPVxIIvNgg7UrfQBEzIFb6ABeDGG2Hzv3r3JT86ZbsBkzKTj+oZtCSU3LrnCprQp2iIyNeot86yisnWxaSTKHR3qq9Wch+lVqVRo27az0v19992n+yynDzzwgMD94osvFnEYL5DAA+QUWn/3u9/Vp/72b/X5z39eX/3qVy1jR9LamR97e+jQQR32Afri/KG13h9xMMuaK8aht6dXrPecc84RuVTWAS+gXQRyXBe0hd5184pxtHcY70nvQ4lVtm/fLviye/dunfFBL/QBN/YhbUPY7gAAEABJREFUx0+cUM186vEaiZk6nQfo7e22j5vUC88/o70+TH3k4Qe1e9eLWliY9Vo7VLd/Mmn8PG/9mRV7W/6cyLatZyU7vHrVaj3z9DN6/rkXxJdWHn30MR3Yd0AHXV7a+ZL4aW2+EZvWYr0atS7seOwxPWh6PvPk49pvvp2232ZPUzbNoRX41r1ngV+VolAYAWQzz3L19fXZJvUmuVprP/mLv/R2vevdt+jffPh3fH2PLrrkUh+onq/Lr7xKb7/5Zl19zTXG81K9+93v0W//9m/7cPK1gtbIMj/1fuXVV2n7Rdu1bGi5Oru71D84oPW2OezD4M3rndd573vfqxtvvFHQFrk0OknW5h2nwQvoTx24o1ftZ/gTEY7n5mWjLZ7hG3IP3xjT1q+IMB/YF0/rjA+boQGw2BMSS1xkmdvgfev7f/M39f73vU/4P+J2Xl4g10keYdz5yIhQRKQ1IqvITsU6umXTZiFfzz37nPgpaPQHuaWAB3qD7zl88KCIo6jL7VfAA1yRu4hIe2LWgD1AjllL5vrGQl3hQRGR1kl/aAP+8Ik9C3qDP7veh9PI+HnnnadLL7tMZzsHiX7DlwQvywQt4ZFBpv1FRCQ6TjqGAz8KdrJUKiW7g8yDVxZZOgzOjE0bn4hIMFgPhTHtK3hyL3+gFfNSwINnV5t1Lcv/Qlo7dfTnyljox9yMgVboG/cU6jM6AoxCJV9ZZmEgyzP19GEiCvf/rHjTFhGKWCz/sg/PqbSQsZYDwaZH+CGkLM/VNvwKJSIQQIEYczS8kZq3w5vxaTYHMeBDfcKJAQb8yrODkJYDmpavtGdZJCGDABAE5sFwhB/BQ7BLRSkJA3AxgKwZ4kdEIugrApRlNrgl8Vmw4tPfXZKxAx6KQxv1wKAs2BkhmNyDD+0IEfPCBErd6wM32mAO6wY3cAVutdrhpnCRaKMvY8YnJjU5NWMhbNoA1lW3sWUOrigZysP8rKUNiyvjI8LjGklYmnaawO20gUZYSjZwrKXq5CnPtDE5NKW077kCi/aI4DHRh7E8MDf4AANY7bmhDzShTeYf47mnP0X+0L/TwQiwaI8IRdgxWmTcnP5FRKIH7Xr5A37A5/pyVeoDPPAoWRHpH7EIr92nfY34/62nf7ud+4jFPhGRZJV1wSfgRyy2yR/6si5Z0jM/h0vmduojWMvPFxMRaX0Ri/WMYx0EOtyzHq4Gkf4ttjWVZ1mS3YgQ7dRHRIIFThhnZAq5rpq/Qw7GinI58R5A4MIV+LYgDjwa1s2GUW5p3rKLIaMNeSQhSbBD4hAZCw+sOxli7fXQlqqGWykK9dphkyA54iBi54vPO2g86IOhfTrhQHXch0Ojo+M67o3m4OBSDQ9vSPrDHOBOEGbkE8+QhYh4Raa6nEBZsAGfdMCEfLOh6uzs1pSDipaDyi7f4zxqDnxZO8Eaugvs3BuyPC8cKI+LoMOop3HQBmeJvevp7dDBgwe8yX1RwLjqqqtSooW5+vr7tXZ4nXw+KGSeAr2Zp3+gXx0OLotyWfWXdYk5wX+FA8113tit9Tr7HUxCt5nZmbThbNpOQWMOLeoOAJEfgrxUZ9oz3oxIvGoZ4ab7REB1mUSRSsN1wKTIH2TRl0UcM9uqpuXCOIErfbnmWW6bWPbmoJquVW/04C8lyzPLU+7gpcdrr6Xkbcn2IDOsoiir7KRxpw9QM983GmCVmSaZwjBnZ+dV98E49RG5pMwlkmxAD+Z2hSLCa2oKGwD9WSdt7T7tK/hyn2WZcvMvIlSy/lLPOK480+fwkUPib1xFSImuLyeQ4T+wsfl5liUnzLwRIerbcwOLeSIW6yMiyWV3d7eD6x4RVPU6AYftRgeoh1/IHjDAg/F5nmnOwT2woSd9kZGSN4pbtm7RDTde7w3rZq1avdK0qif/gvyVLTvAQGZnTUfwHfJGNs9zkcQ87UOycrnkMQuJJ8zPZmbTpk16rQ9x+vtria6sF3wyrxX88C8l06zDmzNsIHAZy3qhIe0RIQJ5giDwpg4asTki+UYg1mnbAZ4EfegPm5pf/MVfTMlt4DAX9IG/yCDPzMcYgkDqgQku1NHW09OdAmXugcGBz/3332/ZaFj/aimQh77INngl22BA3LNG5siySPLFeqgHPrCwdxToAQ0JyGkDB+CBI7o56UCNfnlRVpbnTqa1fOAynvhSfpkn/HzbMR84R4RIEpHslFpirNFJMgl81gkdIyKtgbmYG1y7urrShp/ndevW6aKLL9GuPft0+syo+JbN0sElOuVDVHBkXfTDL9dtB6amJtT0BgfZoJSMZ7K13ozBV2BnubRsyVItW7ZULW+mjx49rJPHj6jVqqeAutZXSzh1Okmxzocx3dVuDfYvU09vTWecFEHm0N267QnrrtVqtgG9pkdDQyuG0kbikIPuWW+OKrYXvb19tg/9qSy3jYOGh50MRu7wE8t9wAU/oP+s9aEoSj4cmlaP6WAnoyaHvI7RiFH6bVuXG3fsO/dDhodsQ1P0B3kBJ2A3jF9hH0M/+Egb8Lvsc+AH9CGhDL+g+4T9DfYbuUeu+1/2DZ22Y10+xOPgubBuNpxsz7Is2YTTPqgAL2SPJDLzwjNwYW3oHGuD97l5cdB0iSx7eWM0kxJ1vIhDIqDHiQlwZmPLFVlnbcge9/AOntMvItSeh3Ux7/59+zTnJNGkN00zTkzxxux2J1Z/7V/9qvprg05WzaXEUodjpWH7mf7+QW9Uzkl61T54AVfoxeYL+kCnXtsy7CY6Bf2wUegEc7J+royB7rSxVjZxs/Zdq227Vq0eso72Keck3wnclum3zIeKbOAWnCDkEHXaybo8yzVmf3/65GlNjE7oumuuU79lcf36YbWadfX390rNBU2Mj2ne61y2bFC7d+1KskrSYv/+feKb6E3LNLYHPGacMIWWo6OjyYfAZ2Rh3DTKzQ94zTcG4QtrPOGNO30o8ITx2C/G8Mz64AFz8DdoeHt81nN0O97Ys2u3RiwPDcfoJ52YWLBfgZfwZWx0zLHNoWSnkHfkMiIEzJr1B/mF1vAZOoIXyQ/aiV3YaCKfX3USBv2B5rxJ/OLOF8TPUFcqJfM2V683/H19PRobOZPmmrDNOulYKgJ79EziNd84mXI9tl22icxnh6CSdaW9tgg7Ry3aS9bKI3NCU+jEPXQtSiWqlOf23x7CtzWwZZQsyxJvuDKGNVPPPbKMDwEGdcg0c69zEnbO+zfmXBzXNOw8xV8RkRKKyFy12pF0qOm4IiJSYop1dHV12B7PCljQlbkiQvAfXnbat7HRxvZygMrPQ5L4Ap/3v/99euc735l8JvxmLHqNfcCPgSu0r3qvQzs4ovusiwJ/kBvwpo35GA9e4MM6I0IRkWxHRIi+lDY85GveyduW473MvGEcOjc2Npp0+7R9e2H7OD09ZThKPp6X+cB/y+bNyfaCBziud3IFGUJOsHO55R346AryttGH6TwX5rtdlPi0bGcpC/YlFOoiQtRxDwxwAmfoQT11tPHMummjD/4BW1m3vjeZwHC4nzV/d+zY4eTa0QSXMcBhPHizl2PusbEx8c1h1s8aWONaH/6USpkqTrxOz0x52qb1esEyUkrfzmHuolyoy3Fn4eR35ni0o6tblLpj21Om36z3IXPGYco2EjyhAfoKr6BF0/sD6sABvsgf6OWLaR4Cx4iwDZrz3PP60//8p/qDP/yPusGJtS7bytqSwcRfbNojPmzhRYiK/e+M7cQm8wh5iIgko8y/YBsIDU/bdiAj+IMf/vCHIgGcZ5mOHjuq5T4MhwbQpGxYy1cOqWS+rbW+YB+g37RzHrt9yMR41kJMdt1113nsclDXtPf/C/MNDQ4uS9/m+sI//qM+97nPi29FIsfAgC50xhYxF4k49AVdgjbwAprQF5zh8UsvvaRp77NY5y7f0w7t8F29tm3Agy/0x2cBB3pih7BznbadR44ccwxdTols5qB927ZtST4a9uNN23RgcIVm0BB47bmgG+unjvkYQ3/w3Ge/CE2wpej6232o92/+zb/RzTffLGz/nJOe2IcBH6QAnxdu3/LWt+qXf+VXNOz4q27+HDtyVF2Oay8493yde+55thGdsphoybIVwudERPLlTzzxuM73of3C7JT6a70qW4d7u6t62y+8WW943Y065+yzU/wMLsDfdu7ZKiplne2DqYHeAXVVu8S34SqW28w6w/pqtT499fRT9o0j+ta3vqk/+qM/9KHwPl37mqt9+Dpvfg6ot6dLE5NjuuvuOz3HWcbxLB/EnPCBakUN+6GlTgJXyiXt2PGYvvilL+irt92q48ePKstbWrt2tcJ6v2nTxkRvZBX6l8tl61Uu6BgRSfbhHbSirmX8Xk1r7iMi9YeH4A4MxnCPT+bAYMOm9dq19yV9/L9/QiT5C9vTmuO6gz5M+EfL5IYNG3XzO96pdevW66yzz9Nyx5QbN262Tvfq2PETUkjLh1boDW98ozZ6T8PhHd/0fetb35YORYu8UJ5lOnTgoH7oA9bnnntO9913v7ptB/gblp09nap2VO0/prx/Ldtf1HXD9a/TshUrtWrVGq1Y7v2WZe7rX/uacxG7dcYHWuw37rjjDsei9fS3Lc8z3541T77x9a9p3do1aW+DzEeE4U4LOYJG8oc8AM/IYrtEYFMdzliIqKMdGUZvkV1yInzjqhSZ9aJIpfSyrwXunGPrHq8H20E9ck899166+NYWMKG9/IkI+4p64i/zMQftr766m3Lvndf5EAdbS/yGPYiwrSpKqppPnc5dIBtDQ0Om9RrVHCM/9dTTvi61Te5QZ1ePBnzgusxxOTaEMVf44OLSyy7XWu8lxscnHZfMu8xZ1+fUVKay9wi8vIweZtaXMz4YzPJMu3bu1H/90/+sr976FS3YZuemRbiwplY0FaXQkqWDOts61dXVKdZest7kWe51hnlgCW3JtCurUu4Ucs3YiuUaW9ywP6hY94jrF+rzloN5+9hpyVj99Kc/sY7tVdnrdkWKY6qdVa+vU7n3ANRVbIf5RSDkGn7MTM9q5MyoY40xRZarVJRF3nViYlojY+MqW7ebynT+9ov0hje9RVddda2ucFmxco0OHz2uJd4H9VkPoEXdB6ojY6PW77qqRYcmTTfiSmwcBf+U57nXVqTDDepy02zpkgERW3M/Yx8H/cEV/YPvZa89yzLlL4/lmorr2vU8ZxFi7+iOpstCKnJdRCi3HEZE8n3IPDK74Bw3/gY82Nvhu6inIENckTfmZz+D3e31fic3HtSjX4xlDwU9T6c/19FK66MPdbThk1hLyTjIH3BGHqEHsOlLHYV7XgS/yrk5rrTz88DAAKcZ+3+DEH1t/tKVdXdaHkumR8l8Xpiva3pq1uuvW15nxAta/K3NpgcU5bKuvPJK/cVf/IVe58M04lloDGzmxqeCJ3sj5v+d3/kdkQdhPmj15VtvFTkT4jX0aXR0VLzc9/hjj4k/34ENZTwljCh0go7MwQwIQhQAABAASURBVFzdzjexl2DttLmL5R6Zb1m/ZhN/wAN6sUes2Revsz9jL8Evka1bu1YrfQDNS4fEgoXjif7agIaGVmnN2mHrZYd1vlPHjh23jxvTqdMnjO+P9dnP/p3xvMO+5g7xDerde17Srt0vOWd7TKdOnRAv+JeLss617b726mt0ng9/e8zrjnLFPrFfRw4dFl8UwH1UylX7qdOe45jFK+zLBtVlG3O/D6h5SeXLX/yC/uLjf6bvf/fbPljd476ndMYx3JEjh7Vr10vpSzZNx5e9vT3Ks8x+uUPLli4VL8GMmZ78+sysbWVfX7/W4U98MHf++du1afMWrbC9r9l+VW3XwO+cc84T36qFrhXLALYRuWyZsL19fSqs73OOi9H52fl5TXsPWref4GVyZHCzYzv2ihHWnVJheZlNdgM7AW0NJvGnzRPsfUSkdS8YLnxizobPZpAh9IF9KntI6skpIEv0RR8oyJFCGrQdXOJ8zjHnnmrG9W18e9YHkX29vYmmjGctwJtxHIrMdXV1CXlAHp955hkRuyH/xHL79+8X8gvO4I+8Ewced95p3vESNEPuWAuwKcCJMDIeVLZu8Mw82LOIsA4t2Cbbbvs+Iixb1cQv6E1/aHeW+cPPVnO4eu6556bYNctz2+U54U8iItEUWkXEos6a7+gIBdpAL74BzgtQX/7yl8VLDOCN7wLfdkH+ZP/LFZ3Sy5+ISHCBB98o3LOeiEg8pD8lIhQRAqb8gWfYP+YD3zaPGQvOo5ZJcivwifsMwlFoBHmuPDftnJjAMNM/7tsFZW/fp0YjwJU62ijcU9cuPNs0KDIjbILJV9oiIiHfPkQFUfnTMmE4RIA4flzsY6NLO/DBtenNN3Dbz/MOlBFc8Ld9TEYIAZh3AEo/xgJr1kk++kDUCJSllBKIPGPgaOceoWiPgwkyMtCHe95wRekQQvoCl77tK/gxB1fGtNtopx5cEAiEm/HcAwvYCD5fz2djw+aB9TVNj9HxCVEavofhwF3wmlEonArjwB/GMy9zMB/rhy5cqW++vJmBFzzPmj4RoYqDEdYMbPrQn0IfnoEVsSiA3AM/IsSV9YEPa5M/wGBd1ENPklXAYH0ob5cDJsYBuz2G/ozz8H8m5IwDDvWMoUSEqKe0x+d5lnDJrbCsg8J8GfLmwRGR2nmOCPGJiFQXEUmRIhav8ifBtnHnSgEHipte6cszbW0cIoJmFcYhD2+hLIj0oUAf6MmVTuBJPfdcF0vz5bVTK4Er9OLanod+jIVe3AOPNp5ZM1f+DmfDfK7amXXa0C5CU8IbmtCvUhSqFIVa7sd4YKXiZ/qEbCTLFQeAZbWcVCQIlu2CXpa/TifBcJZlO5sO9+OtO/6+y949e+xQT9jgNjRvZ3LMB6jHvXFijuXLljvxvywZXngPPeQPso8hZi3IatNzVO0E86xkwzsl1rTUgT14I+MnTpy0Cck9Rz0FGouw5tI9tOno6NSSJct9iNabNh4YPcZS5E/dSX2+EcHPJ3z8E3/pIPZ0+nlhAhNwqJvva4bXqa/WZ0c6kwo4NE2bppNjOGUcy5STQDwXOGfrEQa4Zbq1IlfmzQz0bHhM3fAq7gMvsjxXIJMRgq/0Aa784RlaRERyNLL8RJgTLvDEXdI/1kgBZpaFZPh1J+4yzy0X4FGALX88XJ7WdMwNsuUa+b6UCm1FYZzyzH1yQaNFuJma5kOrGUrFcLMsk82uwsCA3TR+ynK5m6TMxX2p8137X8RiHToSEeqyPJLUz1+GAe+a0MiyAu3pB+x2acOhnnvoQBvjCSCB1aYZdeAIPPhFQX9YD+tiPG2Mpx/t7TFcgU2QsscyTH/mbI+Ft9hZgh7klrHAoM+87TBjgcEz89CGTHf48CYzj+YtH8gu9nrem6NyubDNrSQ/xZzAJUh66qkn9eijj+jMyGnVLH8RYbmeS0loNsXQiORql5PNbBKYp6+3lmBxz9qqTjCAC29v0R9cwY8r64mIpIcEPSd8WMABxBNPPGFdm0xBGT9lSDC0YcOGhN/g4KBuuOGG1IZPBV/W2dfXl+SFtbEuCvys1WqCzvgiaAHPwY32zs6u1MZ6d+zYkeT8jU6mEMBCY/CFr2wawBfeUoDDWPCXZZF1Mi94RGRp/dijiu0GOAIrIpKtYW76YlsWrPvIDDgBAzp1e4MAv4ENjwjcCZLgH2NJ3P3mb/yGrrziigSv03aVfuBIUIyfxs+BC/LGOrlCC3jUYZknWdfvw9NLL73MSYPFg68lTtaudwJsi5NfG2xvhpy46PCBX0e1rCEnmYAPnvC72zC4r7pN/rCeVStXaWCgpg5vIiZ8qETyKXOcAt8Ly1deKasJDTyWRGJuOYSWNW88Kh7T09unyalpsTE9deaME7N1QYO6EwCscYkPO/v7ByyHtSR/0BSeQpujTkqucCIGPlOPDEFXnpc4ERBOkpRyqavTG6++Xg2vXSd+6pE1bd64SUNOKoP3UssWL8uwnizL0lzIF0Es9INnBKu86U0f6th8MM+WLZuTfCLD1EF/+ACOyCYbVeoYB5+XLVvi9ZUVEcnW0QfarvVmFD6y5qmpqbRWcGCdbPyZH7qR7EY2gcU6+Mkz1g6ObFrQmYgQ8kcCGVoCE1lAJhgHjYABTsjf8PBwwoX1MifyUrPeHz5wQPsP7NFyy8iCNz3oCHN98Ytf1H33PeBk4WqNjo6Jb6ryTUrasE/QhWQ+czMvc6BTFOrpB02QbfqwXvBt0x47gW3ikKe/v8/6uaBWqynG7tu3x5uhmZS8nXMc3bKtB94LLz5vn39UZ3x4enDfQa3yJv6ySy7TjTfcKA6v8LUl2/vdL+3UwQP7nKx+zBu+nZqcGNeRgwd8YHhae3x4AB840Oyw/+Zlgkq1kN2ocWgkH8x8bJblD/PCc9YFrVk7fMhMf2RxxgkWcEQeOByALiQHkMFOy/62LVt0wXnn68rLr9D2Cy7Qdddeq0suvkQkI4DFphS8kQHkC9gtz8vhHbSjnhcu4Bk4YD/mbeO5h+fgho3LvW7s2BLHL9hR6A1OXOE5m0XWRfta24DltgGsrWw7ADx+epqkF7zasH5jSuBv3LgpbWAjQpu9jtyKBjzmZiyHXPPWYeY2yuZfKxXuIyLJPzgxL6Vdz1UKQUPqkZN2v4gw7+cSL5gnIqxLlfTMepgLGsgfdGPRVnUk/0B/bA6bU2z+j3/8Y+vYpOizevUqRURKtkFnaIQsQm9+Bpl1GaTAAx2s2bccsG7wdvwDD/wk4YD88oY5toFEwZe+9CXxbQLGsQ7gQb+ent5EP2QIetOGXLBO7lkH89IfG1K2/eSZddGOXMBbnhkTEQkv2uRPRCRdHvVGe8aJjnnrLTxEp9jPkXBjLHCQUdbxZ3/2Zz4Y2aHbbrtN3/jGN6xbx5LOtOFjV5A1Ymh+xgw7RbxZdjwJXaEhMKE58QGHnvAiIhJvoAlrZE0Ri7EY99AzYvFZ/tCHddBGiQhxZY6W9Z92+RMRavqZNXX3dGvIPgB9kD/QGJuDXU3rd2K26oMr6OHmxJM777wzvZx033336i//8i91661ftlzNJnmuWOaZC/y7vEf0VI7f51PJ89CJE8ft3aQO+19lufBhfDN1amraScLxdJgYEeID7nmeJxrwDI1YC1dwRK6QG/ogD6wD+1Mb6FdWKgl/UypKKpVzz1dOL8NFJpHU2bVrlw90usQcEYsy0GUf+/wLz6e/d4XfAX7L9hGfQNL5vb/2qyIBe9XVV4lkWtNtp3zoCj+xEyQNkW9wAU9eEOVXRYjBkEHwBD/kAp5yxW+vWr1alzim2OJDvC1btjpWnFcbDroUEUJubnSSGNldME/AO9kJ23DgwMuiXCQdPOwEKW2PPfpY+tlWDrCAU7G8gRtX6Fd2kg2ZAFeZK8BsJ4TnHQ/X601NTk7bbs/aBlS8F+tOes5akA10DR1jHDC5LjgRCT5c0RHukVPWw/4SWkHnoz6wOH36TIphecmJn5F7qw9NP/GJT4if6v1//uRP9P73v1//5b/+V73j3beoz3HX6MSkY6FMbb1ZWGioKBWONwa8j2w6eXxGS5Yu16xx+M73v6evfPWryvJcg46vmo0FNRw3VitlffpvP4U4ecvV8PqmUsFm/+Eff0wf+ff/Vjfc9EYVluOq98elLFfTdFBTYk9+8PAhsd8eGBjQWT44Kixf/H02aFEx7FG+aW1b3uXk+sMPP+gk950pEcr68ceF22Ycn7S838tLmTo7O8RPN37u839vnXpKwOvq6VLLspVl4Wfv731feJ8PHSPC/JhJ8UnTey5sIFf4sW/fXtNhweuZTOPhE7ytmO/wuuFkMzzC/lLgdW76wMOhlUMaWrVSA6ZzyfF3rxP58P+JJ5/StrPO1X/4o/+UvlH0h//xY/rABz+k6157g7pti4c3bNKwD1y3nn2Wbrzx9epzonzKMrPMfCjnJU0451XylVwgf0vuzjvu1O49u/Wlf/onzfhg5P77H9Czzz+fvtE6Mzst7EGl0qFVK1eLb6h2dvZoq5PtVcvq/OyMPvr7v6dSlulFjymbJseOHNETjz8u4oHlPqT+2U9/mvw/60YHoBm0qZv3iekKXiGT8kwL5gF1EaGI4DZdIyLRD54yFrpVTEPktlIqPDRcbEgkVR2HdNg+0jfPMsvKokzCL/jiLgKHrJSLHAJ8zT03cXPm/pTcPKCeeegPvKIoc6uKeQHsiMw2tC5iFfSZ2GbesQp8LJs2q9esEb+40+99weTElOZmfdB8esS+6JQPvns07Hh9zPpz5OhR49yhquXu9W98g/77f/8LXXf99brCh6wzM/OanVtQGK9mSghY/kol7XrxRY14b0Fc98Mf/EDf/uY3VbcsdfOSTFFRt2WdNZa9rxneOJzimXKlSLJbLle8/kJZVlJEpoj85fqq8ehUxToGDfCznjbRPcWuM5OSOVWueFze0pNPPaHTPtRjLvgKTTptr3v7etTd02186i4NQcOG9QL+zzvn1fKcsz7Awd7MzC5ocnrGfmHKsMbsb6Ytd7v00589rL0HDmn/wcPmUSgrlXXUOa/cvI4oaWx03AfIC6blsXR4P2sYqrfM66aQbfkzaztMwc8Xlssh+1RsddMydtw+76WXdqX4G56NT0yIvtCsaVw9XMgAdKCOwnO7RESiC89l5wXI3bBOxoYHMw6Z4crehHvsU9V92aew/2m/wAVdgIO8zTmHAT7EuRXLMbaZcdu3bxf+AlrTB1yJyYCDPhDzcDhS8jonvBZkkuvk5GSyPYzBH3KIGxECDjzDVvFnT3iGNviIUcdZrCUixDjw8pLSSxA804bdXvBhGfrP4RwHv6ydNmg16xgtL3KVbbPn3A+dAC5/Qxg88OP0Y+3yp2Jd5iW261/7Wn34wx/Wr//6r+sqH8TSB5/FGA41b7nlFq3wHjezDC3Mzevo4SM+0C/U6b0NuKP7ZeueXv5AV/b47E+wFT3OSbBO1sT6U3GDqNBDAAAQAElEQVRMCb3pC/7QhANVYgz2JUt9+Mg+EX/PHMQQ27adpa3bzlaPbeuKodU6fPi4fvbgwzrhw9LJ6QnnmU7ptq99TT+x7UM2kEH2PdPTzgtMuf3MqRR3waeW5e3IwYPOb5d04fnn64pLL9fNv3izrrjsipQbge8dHV2W68L62SHw67F+sQau/d7XPvizn+gf/v4zetT+7eC+fd7/HUx/+uTb3/6WfvrTn/iA9bT90Lzt+6Ss8UmWkK21tlEl27pJywzrp265cyRcR70PPuS45eGHHxEvqj388MMivoYGi/LSJfRqYaGupm0T91XbjsgytSw7lWqnWrKe2E+jk02vE7bA6x4fYlYt3xGRYKAf8DoiFLFY6A8/IkLoEXxlXvSCe2SAOSmHDh3Sj370o2SL+dZmn3NoE94Hl8uF90RTgr8dtq9Da1Zpzn5n9969yS4NDw9r4/r14lAVnRoZGUkvnrKHZN80al2AFj2WG/KX3/72t8VLQ08+sUOPPvKIeCk+IpIM0mfdunXWrR7TeiGtC7yByzrAkzXCN2iNPLb1hr3lnH0Hukz/OdsBcgPICzAo/MraPXff7X3+4+KXutjztSSRR0NGsAUUYLha7blerWPQHPkn5wIf0EvszX0+nL/nnnuSrcgc44Bvm/7ECTJ/U3HcQz0FnFgH6wIWV56pZ37WyZVn6sGHPvhZ6qEt6wMW46EH+NEfu7XPB9YZQCh0AikGRoSyPEuCold96PfqErEoSApZEFvJYNM9IhTx8+IWKSS5ThRJ4f+UPpDY41m4D2qadmAQInM/FsWCIGjVgp+EMsuUZy5uz3yNyJLhxFiTiGbBKBBXGM09/RgLgSgQA9ismXbaQIVn5qOwTp65wmDu6UPfkgMb8OOZNoSJdmBTIkLMSWEe6tpXaEyhjTGMRUCYB6ON0JFoQNluv/12HfMh1NTMrHDq3Q4+UDzgNU0r5kYYKawDGMyDsvNM/YQND8qJ4sF05oAu7TlZD2sBFviAG+OgX7sv9eAL7AhzzqV9z5yModCP54hIys88FHBpevMNDGjLWPrJH+oiItErwsbMckAb8MCJK3AVSn3a/elDPe3yB5hZlr/SJ88X7+nXLu6miODyz64RkZ4jFq90aI9xTWrLLGsU6pmzPXcbR8bkHk/J/EC/dh/6861DDBB0Zwxt7pZg07ddIjIxT7sNXtPGmERHG3meaQdG+54xrHmxZCo5UKEg69AcOFm43sFtnmXp7VXwojBG/kREMqoVB7DuIeSC9gVvjNnUQAsMaqUoVHagOG8jevLYcb3oRCpl0g6hJ22QNmi9D2EmJqeE3KG/GFAMfbcD2Kodk6dL/xJexoe1YJDHvXmyqKS3+LhnftYYYdw8J87w+PGTdgD1hCvyC4yyAxz61m0/FrxJzvOSje1ECgIwhBhiHAg0ZP5Bb/pWOGlJcuLa667TsJ1Uvze4k9NTmnFwleV5wi8iUpAGfgqpr7+mXju/UlESdXmWJ7s348Rt5jmzUllcI8uE3Wv6/4zLSyVlphtygDMCV0p7bVzhE1dsAniCAHxlnroPGmmDn6w5N34TpveZ0yc1Pzejpjf7Fc/RdAK16QCcvoyPaCl9czOTIsL9GglvaBZZGLuGG1oCPjiXjCNzukGR5apYFqBX5ntsjlqh3HPPOyhRlqc+wNKrPi3ftyynEaEsy0Q7V2Sf+4Y3UuM++DntRNLY+FjCh/lppw3cuXLoRb0J7H+tNG9EpP7QB1oQ1FLaNIKGEZHmhU7Aoi/tEYtjwYV+rCv3Wij0pY7+OG9kA7nlWf4Ag3v6Mi82lmdwBh519HfXlMgCFvXYv7plsmSfAQyCngnb5DBdGMM6ccy9PbUkZwRRq9esFrriLpbhyZT8gG6UEydPpLVBvxkH1oxlrgjLm20n+IEDuh4RyrNM4BGxuHbWCZ6sHXjgzwYA38BbwdCS/t3e4Mof+oML9GMt4Esb6+dacQKIdYEDfQkU9zlAph/8BS5+pM86g1xTT3+CPXwMwT+6eeTIYQf5h1MwiZ5GRNo8Mi90ZlxEJHqMOGisWx8iwsmkTjEvyQ7w5ufDMss16wNfaARuhXWjbB7MOaHSfFk/oEPL9/RrWl7ZSIIXNOEnSvgbJWwOKcwPvqyFuVkDtG/XsfmFjowF1iJt50zBpuWhKta4iGfdOHeox/QFn9w2pcubVqun+lxX88ajZPwb6LHlBp1rLDTTGiu2cdAcPLt8IL16zcqkW8dsg48dOybeqpz2xn/KiZBT49M6MzGtVlZyIpiNglTxPGxueBO8bhvZbVvdJPDMMmGzpr2hZyN4xgm9KdtB+Ag/qYMuyBxrsJhZB+WDECchzId9+/YnvkCDhnW70azbnsyJn9tTqyGep53sjoiUBOj0RqHLhUMU3qhdunSJrrz6Si3qXIeQYeAwF3KG3DTNn0q5qqXeLEJ75IokM2OYF7owBvpPO16anJpRnhXeLHQL2aMNfhX2IfCz08l4YFLQSTZexJAcXHBftY+i37Zt28QcJA6BzTj0V/5Ac2QTGpEgQE+IQXkpAJnjnrH0gXbIJwdn0JO56EM9cOHpxo0bhf4hU6wHOq1ZtVpHjx7SI9543vmjH9rXvpA2YfitIz7Mxq9CHzYsf+skL7BPnDgm5ooIMQ/woaNRTnyijnbqJuxDmDvLpVKRa8PG9erp6VKeZx57wnMf1aj17fjx48mXQ3d8OrCqptGCE/NT6WeTK7ZZffbLC8J+8jIg7bVaLfEAHXvEG9ydL76gg5aXQ958sM6G5acoSimhWav16dlnn9aZkdOe63SSFXRteHh9SnCCb1EU3qRXrVMdiogU+5NIIEE45SQzCZiqk5ODnrfP6+hwsqLXetXnDebE2JjQu1UrV1p2u4R8IRvIFLCRo4p1DFkBJnFzj8eRUOIZ2tJ3wvZ7fHxUXBnPeuEX45AP5IxnrsgCsCMi2TbowLrp14aHTjIvh/q/87u/K34q9tprr9OgD183bd2qdeuGBR6FceOnFPlWOcnISWS8KFvvZ6xjzUQLYMNv4m1sUG7/FrFo+1sOrCLCdMtgn3W0bj1upvuy6ZT62hZAc2SqZUXP/AzM9jN9WA/14JwG+3/wBV2ac+zElbEU7DLjGUM9a4WW6BMxGHDAE1mhP8+sFXtDQofr4EBN/D2xcjnXd7/zzRTvfPUrt+oLn/+8SNKiZ2EceKEAOOjQ7t17xDPzgjP4w4+qE7bMwTN7rQXHMdArIlLiB1isC1zQLQceSQ7hW0QInUdnWUvEIl0jwvqSi3XIH2jBnPgeCvqFPtDOC0nMj2xBc+T2hhtu1IUXXigSYNc5FkU2OETbaHsALtyj7729PYYu9fuwD1kj6cuhn/LMYZn3XOZXXpTF3OBHZ+Ysm7eZ+bjgQyLqaOcZPtOPe3CmjXXT3r6nLSJUyguJwI4GF/oA17cp2cUa6cszawYeNJ73QVLY5jY9uGL5ZU0z9i37HSN83vx7wYePx22vxidGk10jZs7tFBvNBc1MO5kWSjGrL0le+x1/u0ayjxyxn8Knwb+KDw0W7C8vuODCpCvwC1y40s7hAQf5A47xWeOIE1ERkWxARFgnwvNNpznQcWSF/dqUbQoyVHGi1SSUQvrWd76tT9nWkkCBD9BQ/nBdb1uFP4Hu0AD7gBy97W1vEz/dxs/LwXtknP3TvffekxKJJMihH+PAGRr29/cnmYRP3Ecs2vN9pt3Xv/71FC/mWZZsOry44YYbtNkHR0uWLLPdPu56kqHTyVZCA9aNbFlMkqzybLSTDZiwTcO2IyMzTqLyDL34JgDfBOUgBJ6Pjo4qIpKdpy/wiPMeffRRFUVZyAF1yG3Zcoc+TvvwYN57SObFLlKgDfQiZoJe0IR66pgDGiA/zAGvoDM8Bh79wusum+f81PmTT9ln+LAGXwu9+Uk5mzqR0OZPueCfBwYH1emkaO4x/YNL1dnVKw7L0yGJD4Hm5+vau3effd4prVrpJKYPhSpOelcrFXnBwp52d3dp3v5u//4D6nA9eGDf8XHT3gufGjmj665/rYYcv3/sP/8/mq7PqWk57ejp8nzdhhHq7RtQn/k64YODCy44P+kOtGCdv/u7H9Ym+9/To6Mq2c+BJ79ggp7n1r9QrnVrhwUtoW9fX7cW6vNJ3iOTKpWyUY20LngCXfft2+tD4lOpDpliLuQZWZt3QlT+wKe+vr4EBzojF8g9/EYekT93S3684nXDG/jQ1dUpxm3Zslm8fPnRj35Ul156qfHo0NDKNXrdG9/kuO4anyO3El6F47dSUfaB6zJ19fTp7e98Zzpgvfqa65zYP62Orm4988yz2uf4AFmR95p9Pb1Oqk8JXC686EIt56fnTdMxJ8+PHDymt775rbrJ8/yC9auwjhaVQiPjozpw8JAefXSHRt3v29/6lp7e8YTuvuNH+pM//mPt2vmizjnnLG2/4AK9/33v00XbL9SKZcvFnwiqO+7+zN9/NiXkWSf0QCbrti1ly7Mchy44xm46zuW5bkHLy4XdROuVAq0iIuFcd3yDHAOHNUA/9tTurKrh8Qs08AU6ozcdjl1Kea7cDC0XZVGPbHQ5bwKtc8dKs+Ybv2oFPPgYEYm+yCg8peDXwHvaugxc+pY934KT89g3YpaISDEJ/Y57/8BLmRzMgAN4Nxst68Np3XXnPennPbscR7FHGPOh6ldvu023fvlWDTp2f+c7b9FvfuC3tWHTVh0/cdJ2oJrsKDDAZYUPlC7cvl2rhlZq1Yoh3XfPfdrx+JOam5mzLM8bh2nxicgVERp2Lmbz1i0q21ej53mWa3GdmelRuJQ9RyXZtU7vg4qi4nxj0356Lo03iCTLc45Fpu1D5nzIfvr0Kd13/73ihYw+24GiKJL9lD/EVRXvjfJSZtmtKMtz9dZqqvXXBPxabUBDxr3XB81Zqaw5753Gxqc0MjapM2MTOn7qjA4ePa5jJ09rcnpOJR/mn/JB9IgPUUfHxj3PvGOzKZH34XAE3i1YLhqGE81I7qxSlJNNhfbIyLAPTrjHBmOXkRdsJHr5kg+niV2IVcbHx1NMgoxEhHLjDq1eXeTPhHMF9PGtcu+DC9sK9KVkOuQeA6+4wi/6IPvk/ZAN4jVsKjTDbyHLbZnmnnHYDGBQsDs842sp2GVkjtgPu0HsRxyAT0E+6c+6IiL5Y+Dhf4j9iAFZ95hjd9ZqaiUeMy9+NSLE3oQ26DRq2wluZcs66wAP7pm75v0FXzgovH70ifUwl0GIOWZ9kEpfcGR+/A4xOn1ZF23oKoX5GAN/2HOwppXeVzAf41nXjP0eB5yd3mvCU3Bg/wlfgcUaKG08WSN0BwZ6DxzG1iyL9Acn+poANkNN0fe0c2jgCK6MoY4YlfstW7aIl7aIHa+//npt9aFqU5myUsX7vK22530v6174UPjfJHk/dPCA4Nca+7AO21P2Zwd9eHr40EGdPnlKDdvBOdu/H3z/+3rkoYdVMZ2hP/t7JxsQYGWK7AAAEABJREFUU/FrWNiKqveHvfYrN77+9brpzW/Wueedr57ePvVbjzjY3rt7l8bHzqjffS6/5BJt3bxJD/ig7NvfvF18Iee48xqHffB4zIfQ8B1/Cy2QQfiWZaVkA9Z5f3TNNa/RSvtt+uCfb7vt67r11q/q7rvv8T7gUfuB0aTL5aL8im2C/4uwStbPGRXlimoDgyr5SrxbuG+HYwD4T19kAB1CJ+QPz9xHgJ0ST1xt9kQq3DOO8VXbF3gJbdEnCvJD3IQ8kMtgbdhldGbW8QQ8Lcol41VyTnpW447R0Gv+BukG2wdoDw7IELKB3COb4AgM6I8csvd4/LHHxd+83b93n+3Rop2kvVQqJRuM3FQqFRG/UUcBL+pYIzBbUuJ3USkUWaiz23GNC33oCy7YD3jA/P2WW/IpHNR/57vf1fe+97300ii8gxbIKTJfFIWYj/qIxdgSOFWf+UEvaIJfOu+888QLs+94xztErhJaECeUyz/nKbRgLLggqwuO62TE0amIEGOYh/na81IXEeITEcmG0gbfBhw3otvgwDqhBXOA/zofRq+3r0rtzktlevkDQCZgolcX6iPiFeF4uXu6gOArhZrQK8hG5g2eV9FwsOG1+I4OiyUiFm/8f4ghJ/Q4RG3YwYCsqxMcFtQupdzwHMjIJfN4FgYRx334gtFFaGAi9Znnjghxj4BCFOC01wehMdJ3++T8gQceEBvaI0eOWKGmBKEQSoQHOoALAkphrQab+tBOP2C1jD/9aKcwP/NRwJF5IyIZvwUH49QBm7EIMf2Zd8GbXe4pV151lX7rQx/S9gsvdMCKU+9MNIE+jM3tECIi1dGfuRBorg0ftNIP/KALcHlmjlcXxoEbRf6wxnZBIBkTEUm46JPmteOVP+AOLPpQXJX+RUSiD3XQgkrGMRd4gBNtET+XAfrQl/qGjfW8acR9xGKfiFD6z1f6UujPlcI9/Sk8U7hv1/PcLu26ppPo1PFM4Z7CPSUi0rrBnRIRFr1mKvKH9UCTkumRZ5l421H+vHre9r2rlbxMEnYpIsSnTUPuKRGRaAftmRN+cm3DYT6eIxb7UU8d8lSyPLScuJa3LrK2EewnHPNSkpGW9abFmtO1mRxKm39tmKyllOUqbGCBGxEJ14hIdXmWpXH8Fv5hO93nnn1G+/buTm9or161VoPexC9ZusyByaiD8FMiOUkyGmfeDnyQx4kUYM7ZuXUmB4GzHvWmp+HES7koQ4oUVOHooAH8qCe5qNt5dqZvFmBkS6XyK/yY9+a37vG510t/AjQCHeQN/cc2sN6I0CkH1iS1MebAQWcefPghPfzoI+KbRmUbZ3gAHK5FuVDVyX82wOBPoT4376sOGDiwbDTqyvJMClPfpWm7xya44U1Xy3Nmea7sZfoxn/zh2ZdE06b5Mm/9Z07GAH/eesCVNrM0rbVuG3n82FE9+8zTOrB3jyrGLXPjnA+JCCbrHmMM5Ck9n4StjAimSYU7HuuNecMzzgr3y1KB5x6Qgvq68Qa/UqlQRJ7kctKH43XblnnzQgbC+uUPOFMigJ4qjJGv/kcf4EREmoP1QL+IEA632xto1hcRVpGWwRqG/1HXMD+5Nq03DePTngMbdfLkScvZmRRIjzqABmbqazq2+zIXc1PaY7lvl3Z/niMW58+zXPCH/sBlLvrhPNnMIpO5eUk7hbFlywulbt4wN6VkHcryzDQmWd1KNAUOCRl0ocuJCOwhyeYsy5wMb2ho5fK0yT/33HM07KQcf8sGWMjYyMiYCK6GhlYI/ras54yb94axVGTiwJzniEg0bN+36G36+ZJwYE4Kz+CLXtRqNZGwHXaARluHN/TMSz39oCM0Kcpl4VNZN/SICK+PGZQOFuhH4gr6TPiAhQMeEnHUU1g/heAf3g8ODqTg7W/+5m90++3fTJtC/PAPf/jDFOChm/RnLdiISSegoHPVCTHmJ4DEf9KHeq7UUcCDb8Tx5vn05ISMaZK/clEY52YKKFkjb56xHjYEXFknuMF32ikclEEr+I89YX3QgfnAA3rRH573ebNAPXX0oe+MDynh09jYqCYdEPdY5geXDGiJExFhArcs2+VcVr2WKuWSBvr7tNG8GFq+3BuPPtX8HO435g0lvOfvpZGIPXXqtPiGDHaJQDvyQtPzDc02Mi00QjO2iXNz8x6Zm859qtiGHT91Mtlc3uiMrKTc9rJS7lTNCYOuri5lfoamsw7m+wcGFBG2xRXb6q7U56QTBse8yWFe3ty9++57tWf/Pq3dsF5333+f7/fahp70nKElS5Zq1DhDu96+7nQgBo37a32G16lzzz4r+YjLL71MWzZuSt98vummN2n79u0paC5Zh+A5MhkRSX4ZD63LlkXaODBhQwmNbZpUdwJo3olb6M9mhW+2kXQABld0CR7Ok5Cyvc2se9gSNvPMBw3YAAKfwB3+jTthgXwwDpmqWV+ADS7YgyuvvFL8bS++IQNOJ01jeM989CXhusUbW+SC+Zc68D516pQ3s90pmUowzjzgjOxxf8yHlwftY5/c8bi+42TggX27NXLmpGm6RPysIXgu2NYj5x3eqJ1tWm7ZujnJQ6VSOGbsE3gDKyIEDwrLPjgjs1yZy03WhRnTe7v5M2w9HhW4gSu+mz6sj2/9YGOBx3jWN+2DBn6W9PRp+G2dmp9xDNCf4lzG73xxpw44MVopylq7eo2e3PGk6qa57B06bWN6rQdh20Qy4pyzz9GQYwfWZeFJcrfgvvAa/mKLy+Y5fEIPmJ+f/Pp3/+7f6TXXXquu3h4nY7u0Ymi5x7aUZyGSNSuGlnlNE+JbgWzAKOAPnygN697DPuRlXaybTdOgN1DD1j+u2CN4fvz4MWWGedo8OHBwn/Wp13pRNu3mkr9gHDTF9oArm8iqYwPm4iBkvTdd2DNoytvIyBz1bBLZWPNTae9+9y3atGWrljvhuHTFCq1ZO6yyYVQ6umSxFjhGZMnvccUuVbzx7+zsUkQkXer24S9wKx6HPEdE8quss2EFybIs9W36Hh1o96EdGSEGZB4pks/HFjz11FMJBvLPGuFHW7bkT/LP9rsRoSzLlVtvszyXePaVNZCEpV/ViaWiUtaGTZvUaz0asz3kQLClhgobQXhgkUjfth4YWKKrr7xGn/7bT+t5x5pf+fKXnNj9ke69+67082LXXnWNZh2T3HPHXbr9G7e77c4kuwedgPnV9/6KEzWjmhgfU6f1Y2Ji3DanQ7d++cvi75FN+nn1qpWOXTvSYV3TsTG+cIkPsCOwthLr5ps3/FIEdEB/SI719fUlekAL33jNmQ+uJl/mTyRdAw58QMb4iXhkGf/N+m6//XbvNafTNxxvuukmXXnl5Zaj+XTAj5wgIwet++gQc+amIQX5hwdFqfC0LfGJMH+9/8zMV0rEIu7wMyISD8ETWOgMcCiMpZ4rbcgC9RSe23JBH2AhF0BuWW7GHavPTE37kGNaYTQiItEA3FgvY6BXl2OcOdso1r7Sicb+/ppOnjjqcRP61u1f1S3v+iWdd/5WH/ScFonrmdkp2/h5jfhQSo5vZDuBvo/60LQoSqpabho+DOhxAifLcy1dvkLYji77re6uHlVKZa10XYdtC+sBb5JDvJ3/mc98Jn3rF70DH2gpf8CXOeg7b3tz/MSJpF/kB9B72rFBobCel+yPa/pv/+2/6b+69Dt+qVtuWiFFnilsHzot3+j93/7t3+o2HziAC/YdOzoxM63LrrhCFePX7wNxEmivu/F1Ov/cc3XO2WdrqWUP2mfmJfZE/nCPvYMf0JUrc6xdu1YT1h1sMs9vf/vbhR1BhyMi8Z36umP1oqgos69XZKpUKoYqsSbWPW7fRuyAH2HtzIevwvfxzW5+mplv09IPn8dgbOkxH7589rOfdTJ2SuucVCI5juxE2O463mnjyvrbtEYm6t4n5T60qHZUkv/r98Ei44CNblDgKbmZr371q4KW8AaeoVOFfRjr4ptS+H5w+MQn/rt+ZBvQkvXQcgnv//cnP6W/+d+f8qHYg5pzjDy4ZFD43TnHRA0zbL7e8l6yK8GHDuWirGVLV2jUByATE1N67Wuvt69qqOGYfma+bt/So+6+Pm3atFl8w3fZ8iHxqwT85CxyMn5mRGMj4/q6dfsfvvAFHxb26Pf+z9/XpVddqdxJ6boVperELIe2HJCOG8977/tx8tEVt7M+vlHzq+99r97wxptsDUNN4wm9p3xA0+3Dx2X2CXv27FXZ/MQGVRwHW1TM63qyB3zbq9k0rqYtcsSBS9k+E5nhGub/yMiodWyxf0SYBh3JXkHjclEkfta9ZuQAnIADzWlHBiIi+T54mTtWhNZS2H7NJX5ee+21+sAHPqCPfOQj2mxf1tnZpaXLlgk74KEK41CUy1pp27t+/Qb7gH7VrAtRlB3/H7ddnNV9996vH993vxYcx3U6oQrf9uzZo8OHD+qUY6uS573gvAt04w03qs902Wye8Hf4QqGTPlyY9wFzR0+nCh/GTU9P2W5UhM0qZbmOHT0ichb33HO3/sN/+AP95V/8d93vQ7Zn7F+e8IFrxTziZwmfeeYZYQOajg+KUinRd3R01LRuCJpM+UCxYfzKXsvIyIhmbedKtk/IPYU+7St0pEDDzDh0WP/xNch2nmUquUxYDw/60ALa0w7PmLdarqjiORiPLQJGp21MXso1b1vYso1sz1UuymIcvEGPsA3oFbpNPgT7nHt+4hr0Ffyoo3/Zc2RZlvwYeGGviV03mEdXOr7lJY2B/kEtGVwi7Nn6DRtN36oPKh7Tvv2HNDM7r1/9tV93kvt8TVq2my0tynaloqZtUIfhnzFvoCk/o8qBy7TtIfN2WkaaHsB9xTLd19ebcjwbNm5UGd2wjZU/xAVFqaKwDEWE8rywT+9K8lg2nWhvOg6peE5yMuytm86JeVmOSad09Phh3XXXHfYZu1WYfiUX6FnkmfdcNWFT+2p9Mnjx6e3pdezQqYZxm56ZN20LH9L2qc97pWWO0XpNj57aEtuGPjVamT1WrorXItuhVuQac2zS1dOtemMhwWwZlwgZTklZKVfTCM/bNrGf41vW9bm6adU0bkX6xtmU4+sRy9w+x9AnfEiNzODr+mo18cIY/KGuLS8RoYhIsgodKC3PIX8a9m0L3vOw3ohQlmXK7UNln1U3zcLP7b7MC1z0HnlEHvBfXPft2yf0QP7QH3gUP6pUFCqVSoL+1CGzjMducI/PAea5+LtzzknxDuthHRGR/C5z05f6oaEhnbA/Ri/QsePeE6EDnZZ/5sb/MQ9zcmVe6rFJPLO+9vyMRdYTHO9fZy2j5VJJxDX0A6ZNtGORMREj8HPj73rXuwRu6AfrY3wWGbeCtoxhPnCccDxJX9aHbwT/clFO+OMfmB8/ThtX6N/mG/ODe9Vyi71hPtbAfFxZA2tEb7u6u8Uc9AEH2rnyTFxetp6x97jnnnvSOhgD/IgQL7q87nWv08pVq6wLJ5SVKkKunzn++X0AABAASURBVHn2ufRt/wu2n2+eWN7to+HDsaNH9eMHfqznbAuP+kCTOGzWOtvX2yv21d/85jcdIz+ps7Zt0YLt39e+9jX97KcPmo8jttOndcJ73En3H1q1Wpdcepne+ra3pRdF1w4PW1/kOG9Ezz79jPbu2aUVy5fo+uuu1a/8yi9rg/dKTdu27q6OZEP2uP3Qgf2acR4HOSZnA30X7Kd4KZxfJUEuZ33Iu2XLtuSjoQtx91e+8lV96UtfSrYc+kz7gBsGZlmefNaEYyjoh7zDy3nnS1r2u3XrvMzrhnWjbvsF/RlX95z05z5iUdciYlGXpKR7EYt66Mf0DFx4llvfKuYxe0t8DHu/Sy+91DTvUpYt6iMy1ec4A1nq6ekBhKr2FxXv5yamJtKhaldPt/iJ+5XWj2HHgYMDA2m/T39kas2aNcK+c/hITAis6enpZFOwv/COdUREogE+gr0kconeEDMDB3xZN7iBCOsgRuZXRqmjjXWRGy/b9xXlMt2SDcJHkPfYvGWzrn3Na7TMuSzO2Xg5jy8LggdxHjmkZ5991vJyKsWkzMG8FIUEntCbengOfVgLa6XPpHOC4IzcR0TiA/fyB7mYsg12Kl5dnd0ibnB1+hcRwuaxjv9/hY6sjzkp0IRn6tFNdAR+YovZF2YgSgHZiEjIgOSrJ4gI/csP/SmMTQWMvXqcOwEzBUGkD2P/JbzMMDP3p0REEqaIUERI/sc44Eb4AYG2M7BkKiJSQIOBxjChNCtXrhJBOQuNiNSHxUN8GA4svfw5feaMYCDf/ISJ/LQhhg7mVB24wTy6QgPmh1EU6ikwkp9SyrJIToN1he8ZQ3+u1DEvwRD3jncSzrSX7fSrVgzqmYN5yxZC8OV+67Ztetsv/VL6Y70INXXAWvD6IyIlcHimACMi/hnPgD3g4JSxwOy28QV+RCRHRzsCwFjwgTasD1zoJ3+gI30YT3/qaacveNCfe3cVcPIsTziAE3URsVhv45G7MA+0i1jEISLMSktKq5WcErDoA2w2PvUFBxXmeYLt8fInYnGMb1/5x7iIRX4rlOZ8pdE3tPuS/kVEulJHkQcAX/5ELLb5Nv2LiAQL3OkTsTg3OIZ5DT3KRaHM9ZmH+t8r61mErfQsf4BBgaaMg57QljrgtUtEJBlhPP1o5x75ht48A6MoHIhlWaKbwduxErwYFyMCLOicxtgZNRyEtix8LdOyYScAfWkHHmPhV+Z5ZcdRLhWmCCtRMrAYCgwG8j4+PiESw08/+aQee/gRPfrIw3aCT3vuQueee4FWDK1SbnqMOslCYEHSkIThOm+y0UvmYS3MDQ55licnyWHLvr37tMBm1bqHEykMB/pguKCDUbfcli33FV9Lgh/oRER44zdpmjlqVybgUnAMBEPgn1t2gMcYYM96k48R54+l83Nr4EMAXbU+EiwSeODkoA1jsWGlcqGScSIgIonAxgQHDPyGg46ZmSnTa54hgt7YvIY3YDj6OessbyHCF+qgJ/c4gDY9eCagK5dKys0BeAdeXJtOXEVEWnNklkHzk2+h7t21yzx4SC1vnMsOyt3DvCh7Y9GparWqLI0JRYRe/QGHuoOepsdFGJ71D9pQGmkt0w6upu3UZtVyQFEqlRENJRnw5rHlMXWvDZhNM6bhe3BlLfA4YnE+nikWPboaVisV+Ek/aL3SybXlTnxBe2hNPe3gwjjGt+xTgA9foQf38JO5cfzwmnEkWbB3wGm1WqYF+pAlmwQ86hIi/l9EiLqIxSvj5Q9zAFdeAv0JvFgfPoS2uumDXMJDiock+JEt0pGxzE+JCDFHuSgnfpTLZeNUdsDTK5JkvU78MwfrQc4Zw8+ioi/0ZR6c89atWy335UQ75I2giLln52YMP8ybhopySSXLjkw0YFLkD/NHRBrbvmce+kYs1mPf3dXB56Z0SAM+zI98s3Y2P7TjQxJc05bniLDeNRJsxrB29JyxBFAkPwjOwHXcSYLPfe5zTo4/Zj2ZS3oKrxiDvYC2BPi/8Ru/IZKLBIHXXHONIiLJHXiAD7AYxxwVb7gjItEG+rEO5iFIRE7YBJzyJqzXvo82xlLAnfHwVKYX9gD86UM57YQYPAA31owt42UrxvBMf2KFeW+A6UMBf2ADE97OW7+gMzTPsjzxhg3SiOMODkCBA7xyUajHSeA1a1Zr1dAK9XZ1acGHUQtzsyqyTCRWy7b13T5wyr3Wlm00dg96wJe5+VkteC4C2VK5qqLSqVHb6amZGctlxbSp+lpW5CUfNPWqo7NLHdVOLfNcKx1sd5g2S5YuV21gaaK71Vlr1gxryfKl2uSDP/BKNtPJR+Y+eNAJE8PmBZXTp08l+ctLmZatWKatZ52t48dPir9RcpYPxd7lQ6GrrrpG69YNOxhuisB63rZwbGzUSY1pJ7SOKrfePPboIzq4b48e+unPfMBxQNhF+LHF87NWbAS6nee558uS/KDz8GHB8I4ePaYTJ09pbHwyrZfkB7SNiLQpbh+EwVv8F36BN0GJG5Ep7BpJLOZkbnQM3avaH0SE2JTyxm3ZvAIu/emLDwEHcINGvAmLvvbW+k2PIY2OTeqFF1/UkDc745Z//ApXdI/xzIXssLGnjjlpR36JTUn+Q+eHH35ID/7kJ5oYO6PJ8VH93u99WB/72H9MSZ8OJwrPPfcclSuFEysrddHFF+gd73i7VqxYKnSwQHbMY3xxxKIuMRfrBh/0Fd0Bx4o3eNhk5ApeQX8S6HxDEj/OOtH/quky6uQOibqx9ELUbEroo+sHvdnNzNPC/ujSiy/WYEqSh/bs3WU5ndWLO59Xrb9XM04QjRkGc4HL6VNnRGJtfGxCI67Psgw1TXCRdfABb+rBm+d+bx6PeKPPBrOvVktJ3JVOEGSemxel0Nv2GOiM32YcPIKH2Aj4x5rgxVIfbtOHe/7W24L1atIb196+bg2vX5vw3rR5o5ZZN045QQB8KRQRYhN/2klC6oALzvASuiN3zBcRQobBZcFyC99pO9dJJcZD+2EnGPY6afYX/+OvNN9oCZ0msRt5oQV03wkMbAzxh/wplYpkf31rfz2T9IMXCpDTUqn0sn2mNdzP1q7F1ccNpm9mfFr2rTScsS6X8kwNx4tZSLyUNTE25sSgxLccW5Hp7HPPE1ejJWW5S6bCMlO30WgBS1IYrlyyPNf+AwdcEamO2Kllv5FFpizPtYhbU8gRdEL2oAe0oR8b076+Psv0Kp0+fUbf/Oa39NMf/0QXnHe+7r7jDnVZBvm7TR98/wd1+aWXJttRKQqdve0sof9VJx56+npN78yHHc/o3nvvcQL1Tn3l1n/S3/yv/6ndu3fJlHB7aGCgZjkbk7zaSrkkbC/6AA+x6STU4enQ0Er77j5FhDITqeHkaGGazTr2a1hWbAYtu6fdLpO05WtY5hfs83Pfy2NkndzopG+3/eCjev3rb7StXeXE8zb95CcPJJrssx3kxYQZJ5+gBfMia9AHWUU2qQe3ljxPyFj7zjg1HBc2zc92O9csyxIu7prglx2DcM942qF1Ybq1n2ljrvYz84EDdRTGRIS4ztgPtH0x8kwdV/jIFTubm9ckM4CHLQcfbB9vpy9dOijo9+JLz+r8C7bpl97+VtMoNOaDrBHbA7512eEDcHhdykNdTqqVzZ/DPkx58skd4qDt0JHDmvc+ccmyFZp0gqzuWNRi5j3BtGkeTnr32CcdF3+jFHv27ne/W7x8oZc/4MQawAm7zxWbWDZN4P2Q41PiEfqxBugHHVgHBTkhHoNGPNOnaQQiQtgTfnaWg3FkGb3F1pWtM0YuxVroBfMsG1yihvc/CzNzSY9BD75wjQjLTG/KbUSEfeesmJN2knDgC53hFbAYAx6jo6OvxE6skTp4lJcKNVqRfHKel3yAMJD4ueAkO76WNUEr7DxrxS4xnnlKtikU5kLHWDNxGzoM/ZY7WVb1Hq7q2Ix76AltKBGLcoPMzXkPhvyQkON5wTxsGaeOji7hU44fP+bDrfvTt3XBecy2CJliPsbh//n58tVr1+jsc84WCUNe9CFOw8cXRVlZXmiPD99GfAi/xrHORfZHEYs4NF/WE34SFpjQs7u7w360pInJMdiTDu2uuupqXXzRxeofHNTAkqXpYKSV5br55ncInwhtJrwn2vH4Dt3+9W/o3rvu0qc++Und/rWv65mnntInP/Up9S9dorf+0i/pP/+3/6o/+uOP6VOu+y9/+qd6nQ8BK+WKRr02/v5iw/s8Yv0O2641a9bqfR/4Lb3xpjfpoksuUeb1dPfUbIPP1Qc/9Ns+jL8yxTynzoxqYb7hA9+W5fyEOrs6014DncMfwTfksGp72eU2ZAA7Qj08POYDBWjGPXIDvQ4ePOADzWM6YPtN31ar5cT4mURLZI6x8JM26EYdPhnZgc65dR5Zwc+iN6wHGBRka/+BfTp85KD27t3tRP8pTUxNq6h0+KC1Lgifl/JE2ze8/g1au3Zd8q0l1yF3b37zm3TLe96jN/n6W6bP2978NnU6nj1je/HEYztMi7pmp2c15Xir6gO4/sF+yYb5Rdv7lavWamBwqbZfsF0f/j/+te1ykfzcMifw694LQ6PMdmZkbFT3/fg+4Zt5uWnt2rWCN+zD0+Gpk+qs6b777tPHP/5xcQ89oEtu/WCdWVEyz0rig3xxhfbIMIX7iEg4ML7LcT/Xiu1z7vox6y4yzjjqWTtJ4Kbn7vIhEjylLjet0VH8buSZoB+wS6WS0EHa5A9rgV/oBvNTj27iW44dO+YeEjlQYmUesAXoHfDphyzBu1HjRUyKfmHn4fM73vEObXO8f/8DP9U/fuFL2rlzt7acdZbedcuvqK9WS/aKOQ8fPWy7PKU33/RGTVgnv/aNr9suH9OEY8h9e/Yp/F+W5bZLDaMQWlhoqNP2YHh4g7b4QB4Z44Us+Nowv6AzYyIy5bZjVctBjw/V+xw35KYLBZ7Uan2G17SfmJO7Ks/De4wJ25YH9dzzz6phv0lf8rlz3tPNvbyvRq6pm52dVkuNJAOTltUzI2Pim/ANx2OztluTUzOG3fABR13Y1aYnmbYdn3Nbw655xgcYDcdIHfZlmeMGI2NYdTUdP7Rsh8J1TVc2rGfY7wUf5MzYl01PTrtPU+TsiL1XrVytivUYnULP1jtWxLdgg5Af6JNlmSIi+fyGfeGC40yuLcOOCJXyXDb2ajoPCFx4TBtXbOKC8xt142ogCQa2FhiUiBCwjGqKg4hpkYEO2yvoDBxkBdmhH2OAGxECL9ZGPf2AK3/Klnd0B/nEfrB3pjCWPsg46yVGph15ox17hSwzvuY9BvDBhfmABS2QA3hYsb8FR3wU9g282X/Dc+R9zPnKSe+ZZ0xvM1rABM6+ffvE+QCHccd9gEscCO4UhZLu0tfLSHvn9773vT6ovEz8ushy+0FwnTcv4R37APQHPLAz0OFrPnTkZSviGHQPXaSdNYM3hXVFhCIWaQ9ex0+eFDTjHr8IPtC7aEzNAAAQAElEQVQfuGZz0jfaN23aJOSDl6Puv/9+7dixI/3cKm3EJe+xHWV/t3L1ag147zM+Maavf/027dr5gq65+iqdffZZtqXTHvOY7rrzTj3qfejdd/1I3/n2N3W7dfe2277qpbccn59KL4x99u8/a/I1dcH287TXcezf/8Pf63vf/74+/4XP68GHHvJ+YL94Yatupag53jnv/At05VVXqaevphOnTnueJ/RXf/k/9Ijn4eXakvXi6JEjut929iXjtG/vXsfNj4nDuNOnToo9y5htNXwsO97IIrd8l1P88KRz1PCAeO/KK69Mh4pbnE/AjuGvocHExESSS+QL2vErNvebTrwgfmZkRCeOn7B/OmlbMeV1yn1DyBKyA28iQswtf+AFBV74MekO13ahrWF9pJ0xPI/alqIv8DwiHN92Jl8C7FcXYGBva5ZzZIm9EfqOrkYm4fO7vMdfQoxie1u1vC9ftizl84iLrr32WvFSHDqEPACPfTN0/L75w54X34AuEAt88YtfTHJP3mPMsQm6NuX9eht3xkMHcGivhTZ0ds4xZJhvHZ0d4mrzp5r36eecc64uu/xy4U/hBzLO/PgS9Bxao2fP+FAdXcMnQSPkv4U98qTcM19hH8v8FOaNiMQHeCp/gI2toUihkuNd9JQ1nraczTuX1VhoatY2OvHE8IGjf/GJCEXEK7Xg8+p+3FMHDObCrlCXwVQKDe3RECMi/hnAdhtXBnIFIPfpaoFZqM/ZEc4LB0J9RKTFlkwEiJGuNvqZDJvidvnTsir6oojgYpvfFHeVolDVRhcjSfCG8AED2Lx1BN4w4/nnnhfEQkgxnBCwu6fbxCwlePyPRaNETeOJUPLmCUlbDAvChlJFhGAcJWLRiEEXBJx25qXwTB+EiLX/y0IfStMWjvF1OyqeGSN/wBFhbT/XjROHL023IYQIB2trF56B4+b0j/mYm4eISDhDF+iDoMmfiEi0b9Od+YEREak/cwODOtq4h0bc44zahgO48gdc2n3hV0S8Aid3wBsR4hMRr9RHxCvGhfkiIvFW/jBPk4DCdRGhiLAUGLJpxvoi/Ox78Gcs/Sm0tXExmDQXfQg4uVIigqZUIiL1AUZEpHm4b/fjPiLEB/ivFLDx/DwzJ2unT+HgLae/27w4/rks4k07JSIS7cPGpQ0/IsQ99OQKXIr84Qp8CnPBCwwZQQL3meFELMpj04Fc00YgzzM7/8IwI9GUOsa3i4x/keXircfMYz2N+2avlNxtLW/iWobHHPA+d8AFHEqWZQ5u695YHhZvzD700MPau3uPZh0gbtrkxJAdYUdHpyoO8iYnp4RMEzis8wEqwQP6grEELvDaPAMu+tPgW4d2rkMrhpxo2pwSotCBdinEG8QE1TxDM3S6DQc9Hh8fdfAw43lHU6BXd5DIJgSaRYQINNEH1hYRIiDCWAOHxCc2gE0xhpAgDXuAA8KGmJuqO9CenZuzgx4Vb0ATwJHwXL58mekyb5rXNeGNG7qZ5bZonsP/3LaQ7F/DPAJf1sQV/CjcgxfXpvW+4aCXAIJ+LT/3m651B+PQCLtXsYMM87LlTUR/X6/5GSlxB19n7BSmHNDD86b5CIym8VaLTYle+YRlteU6SmShzIhGhPi0rINN26fF+5Y36ifTxicz/5EHNhnzTrTmtuHgRL+m19ZKME2pV11po55rRIi5WsaLZwowuUIHcJ73Boa6iDAvZ03TZirUwXNkiPUzhnvqmZsAcmBwIH2rC1sFT3H6yFuEqWWcGEOJCC6pRIQi/nkBHjICbAr4R4SQCfAkCKPeLEgvFGC3wYk61mBo4h44aRL/j3pKRIh1UKAl84BaRGY/2bTd8Gjfe0haN/ijR+gM6+GeQBv9AheCfGBgm8GhUinLUxjWnIPsOcNo+DkAl64Ri7RgTeAHDAr4UpiHeslj7HhoQx9oQ0bhN3hTz3pYB/3BAZi0R0TaXDCONsZNTk7qbB+w/fqv/7puuukmsdkgMQEs9JLxbXisZe3atSmRCI+BScKAdvhKIAQ+BIOM5565pp3QpS+4yR90hXEEaj0OMK+77rr0bdshHx7SVrKPAiZjZmzDOHhgDcACJjJFkEhgyZzUgw9JS+DCC+Bwv+ull5LNoQ5bBFxowxUcKdxDD6NmWzSobie0eq2/vb3dtm0zyrMQOlzOM/V2d6m7s5oOoFrWtYpxPezDqfHxMSfKjtqmzFtWWprxRnuMDb03A81WaM4JFq7ztiEL1vvCSaSqg9mWYcs8DctWq5VpbnYh9Z21XZmcnJGyXEeOkEgJ1fqsRwPLxCForwPyNU5irVq9KunjwYMHk41jgzEycibZ2roTAVmRK0qh4yeP6/Tpk1aNlmbnF8Q31k/6cPOZZ5613ziiMyOjKRE3ZjtJomrfvr2W0cUoZ9euncIOIy8XXnC+VixbkjbqbEShPYWDI+wucgAvZmZmtWRwmVb4cKMoVzXnOamDp+jLvA82eJO9bl9AQVeRcTYi8gd+R0TauExZRrH1yCp2nQ0XB9gkAkls8u2wqn1blURInqe3aPEfzAPPgZm7/rQPo5rRUs32qOpkF9+y27Rlc/pmynJvrEe8OXv++efT2vBPzAdOJdvTBfMNOdnrzSK6jTzRxnXnzp1OPB5OPr7Det5f6/MB05ATphU9seMx1W2z+TtQ119/nR58+Kf66U9/qoX6vH77tz+oSy69KG2o4N/u3bsFzOSnbNOhN3LMmtG9IR/4UvBx4IE9pW/bFoE/dIIPtEFD1n/aB4jgmZcy60Ldm88TTpLuUXdPpx4yPg89/DMnZfcm+ZhfmLONyGRyeePYpXEfnA75EAQezc3SVvahQU3LfLgPL5kbHDoty2UfGlc6ytq8ZZM4MGVjSXJlneMM6EqiAPyABW5msxhPohr89uzZqw7DYY3IFHoO7ScmxnXIhzOU02dOqtmqW55mTKsZb1I7lGWhiEibaGByQIRswD/sBHYGfg56I8uGlbmA35ZVkl6sBf6yFnCEF2z2wRUcGM842lp2DPCDN3h37tqlkvc9JJsjy41LSTOmE+tCThnLXNAB3pa8T+IKb/O8ZHRDRVZIjq+4Nr2BLLKSDEl1byh7bB+R/wd+fL8OOnE+Y3s4a3vadPzRsm/HL4M7MGd9+DFhe8MaIkLQHBpGhP3OgnIzFXy40h8cI8L+aN60nBNrNUKq2DbRj3v0Cj/AHNwzB3SFFtxDM+w3yanhdcO68cYb9f/+v5+2nDVEguCGG17nA6sl+tw/fE683X3ueefpqquvTgcr0PKwEzF9PnzmmwVszm+//XYfou5JMSBJlnkfXoWp0WqGDyOaWrpkmRZ8MIEtAd+KYy5k/SonfF7zmtekgym+Cccai6KskTNntGCZnjPdmtbDsu3h+vXrhG1Etxas17ntY9U2nTjz7LPPNT3qGhkZtz5XfZi2TNVql9785rfqqaefFh/ijUOHDuq+++61zJWF7UDHKLRDO3DDpwCfK/UtW9/IMllYZZcgu3HRhjxlrmdfFBHJfzA+IixPWeIbfYBbWH64IlOsUf4wlnluvfXWFA/iq/IsU9MyAm2RH/jFXPA9IlI8xj17da7ICd8sow/6evElF2uZ42fWxtw7X9gp/gYif9vp+WefS35yp33rnU7g/egHP0iyWcnLOnn8pHn3nPEuaZsPzbc5thi1DUGX0MWKE2qFEydcy9Yb1okc4Us6vUdZsmSJiO/PcqKfNUWEVyjDywS/6AfP0R8KSTaSUsCmIzIavoFG9INe4I8/ID5DXqmjQD+SRvRDP9EH9k/QNvEoD83ZT+VZrjwylXwluQ3+EWG5WrDPP65jTuKyBugIDPgBPovXbsvzbiHb2BAOv8ARnCjoKraKdeXWT56hS0Qk2YgIkVCachJ5amI63T/s/d2ofRUJNmAwJ3SEPsggeFCYh/WyHmxiBJSR6Ct/Iouk9/Acn+GqNCfjypazhuMUYE96zzhpH9zV1a2yfXnFh2rVaqeG161POo7s8FIQ/KLwktGYE3wk3o472bll61YNORm80b72Ndddq7ff/Hah+/CDXzb5kz/5E3303/5b3fj61xmfeZM+E7QrF6WkC92el3Vg6+YdR8zO2u5bX3Pzh5e0OJD6zfe9T3/wB3+o3/3IR/WGN71FGzdvVW5ct511TloT31zHNp6wvXnkwYf07I6ndOrYSZWU6cjBw/ovf/Kn+sSff1xfue225I/vvedu8Y34yy+7TB/6rQ/qkgsv0o3X36DLnWzE1vxb4wvPoNm7b7lFv/f7/6f+7OOf0B/84R/qX//r39W69Zv0B3/0R/r2d3+g3/vd39cf/uHH9MEP/rY+4MNFkzXFXNAUOkGLTXxj00l9vjQwNTVpGzSvn/zkJ0K/4M3y5Stsz19I9GHMkSNHTacQek07eMA3/BL8nnJiFRmPiAQLHiMT9If/2DBklD7Ag97IDn6PF9D4BZo/Mv4f+9h/0k9/8oAGffg1MTGqyDJ1+1ARW9m0H0R2Vzh2Ig4b84FbHlmKR2nnJ4UzPxNj7tm1Rwf2HdDjjz6WfoKyXCqpr6dHXze9H+dnpx2bXPfa67TCh1H/13/4Qx8cLNfDjz2a/MgmHzjwUta555+rsakxhe01yd/f+tCHxE8J9/b2iJhhbm5WxKGsA5u3Z9du5VnmeKVXx3zwn+WZoEMWkXQXG0HhULWVhaJkPc9zy1wz6Uhbp6EtuomdgMbwvVariUPVuhPT09aPeV8jQpnno8w6/n3mqWfE/gP9YDyFttzzZC7kHSLLE07yB95BT+IR5gE31sYY5kZeuPJyQeKvfR/9qEdPR33ghJ2Bp5VKOfEdGBX3Q3+i1dSlluPdjrO+fvvteuiRx/Tkk0+pf2Cp+moDiSad3Z06duqYVq9dpV//zd8QByB//vE/149+9EPVLAP8ykHNh6F5gLeRlunm+3JRdky4QmvWrDO9+1S372k4xmXOyEKswf8X8lC23a/YhlTsC+atz/CEOux5h2N4bEizXldRZJpw7Ld3z27hxzPDadiHs37Wiy0Oe1HsFPHzHsfmvPAw4YN6XrY9wN9GdXnJsveS13zg8BGdPD2i0bFJH7ROacY8q+OEJS04v8beZ3Z+Vg3nbxqOMZtqqmGaMWfDeyl5LvCEd+zh/Cg1W+p0fFAtqsk2E7+uWbsm0RI967aMN0wL+IWthh8dPthsehzrpM3TW+ZaigiDa3ndRSp5limsYy2Pb/cL18Hfolyo5NLtfWrV8IA74diPgkwAE9+I7FEiIs3RdMwI7ea9duSbfsCDP1yRQWDxTDu2hLmBCf5jY2MpxqIeuWKPXbMubNy4UfhQ9JD5GI99iQgfdE2qahnEt+OH8LHoKHKL7WEe6AMuxBvbtm0TcsxB0YAPeRIcRYptmLNS8tpNhz7L4/XXXy/mb9u1tv6DM/QHLnizNmIA/C/P9/nwj0MpXoZlLvZO8AUcmW9yckLMdcEFFyQ9wh7ygs0//dM/pf0bSNo/owAAEABJREFUvzDFSwPIA/2gGXOwduCwX2ZucESnI8K2ey7JxczMVKIhfKBAt0suvljkOOecx+RXC8AVXkEPfpb9rW/9BfFCFC/u3HLLu70fP6pHH3tYNldpv4VOdHd1qL+/JmKDJx5/3Lb2Ub3wwnM6dvSITvlg89SpE9qxY4fYrwLrhhuu1+69u3XXvXfp8Sef0AkfAJ9xHuDUmRHnC06q4j01v7wzvHGTiNuJ3zdt3qwLbENmZ+eF7/7WN78p/qTN/ffeo+9997vi8Pm+e+/VY48+oj27d2nafghZAacwg+EVscLZ9str1wxrxrrKmvmW6kUXXqLBgSUixph7eQ8FLzxM0KJqezE8PCzs4ykfuO144knd/+P7dfvtt9s+/UgnTpxMNIb3yB/j4DUlgtmVdCA30WiPCEUsFvoyB2PbhToK+KEvwOEeuaW+YpmG/1mOLWwKeat7P4EcdHgfW5TL3jtUhWyUrKt5uaQMu299jgiVPK7H+7tVK1d6n7FEK1asSPsifjmLfeqGDeuTDD7zzDN6+OGHhYyCGzLD/b59+1KMcMQxDfjNe27awKtq3oEjawVH6sGbNVIPrpxjlQrrUrkQvB5w7I2fZZ9MDg/Zi3AO27Hm6Oio7eao5ekFfevb39KnP/3p9Osx/CLJveY3sk78ydqBTWzAFRtH4d6UTn6A+cEJHsyaz5ntOraKOq7wHDwp+IuG98RN74/lTVPDdpr6doEewCs5ngCezWXiMbyi0NYuPFMYm76ZSkOE0XLhvmWjTGPTERpXOlNoa5f2s82pMieTLFKK1NhKVwiem8kwl/sM2IbLuFeKWosjXN+eBxilyOxEZlJQ165H4LhnAESccrBxYP8BTThR19XZpSzL7XB70xsZGJuXQSeFQShgCAxdu3Zt6kPwSqKUZ/ojGBhP4JtyKXhjTnCFcTB21okF7iE2y0klDfDqTXHqaaeAI/hGhHHLFBGpyB8YDC6RZSL4gQoIIXhSmAch5h6YmfvB2IhIeEVEUoh2XYSVyIwH1/a8zM0zV9aBQxwdGU0GF/wYC03owzNrx9gSQKBIjGEs83M12ulfhNehMIlaqVAJDPpQIkK5eRER4tNua8NpP6e+hpNb+cEllSxPtMpdF+E5zET6tccAg/VRqIuI1D9icS75E+Fx5gXjKPSjMNbNqT9X2ii08Uzhnjr6Nq1g6epAgSszlEs2XIbf7kt/7iNCET8v7TqUtg0PGtO//cyVfhTuaWcerjgKrtABHnGlD4WXCMrlkgOjkmW7kZwyckJ/4CMrjCmBaxZiLIVn5K5wfZGX1PK6GAPMdjvzwndgUIdMkGgbqPXrXDuq9/zyL+u13vyNjU9KkWnJ0mXGo0iy2N/fL+bH4EaE8VpIc8MrdIt5gIusT1uP0LlLLrnUCZSB5Kzox/pn7VDnvAGs2KlgSMGD+ogQQRk/kzo9PSlklTG1Wk3AJ3iBDsClDjxYL4YUepzlRAqbMQKj4fXr9fa3v10EKPInYlFmoFFXT/eiTlqGmOMZHwywNsaX7SCmvCmdsjMHr6XLlibHVsZ5mKY4cWiaGR7tFNbsKRRZJHowB3hXymWFFj8NH3LwsyN1X4+zobU9BGbF8zl7ZYc6rz1OMvFW2J133KEXnYRas2atLrzwQrFW1o2zoGA74IMcsNsqiZ+74cpM4EIJLa635T4trzMiEh+h81FvDnh7CX6xFmhEMAcd4Qnjy8YdmjKWMfSlnrVxjQimE+0tdNiOHnnjGZowlr4RyMl8skm0Uc8czAtMgGCP2m+NAZu5IyKtG/lAZqEn8GijT3h9jG/jFuGalws6CVxKu0/EIj14pj4iuCT5QJ7AK2JR/qAFawA2nRjDPdf2M/fg1F5HRKYsyxWRWQase1YCcKUwFtwZGxEpucc9bb29NfOl4gP9cYXHDnqDCn2Komw4ufW/adlo0F3AKNnfZlmmiHil0Ag+bfqyFp7Bj7mRnenpKXOplXSKjQiwqG/DYh3c183H3LaZgn4Bh7ay5QG8Rh0c5VmmYR/IId/AZyNEsNqGCdyISIcq6DOw8E3A4Jl2noFr0UxrhOasgzr6UfIss42ZV8LLm2TkABwuueQSsdHAJgBnfHwi0RTYbLroVy6gX5bsFnCpY94eJ+Dxy6yL9bEJgv/Agm704Y06/s4neFOHftAXOBGLcsQ97ZVyxfjlthGVJK/0XfCGs+GEwL49uxy7jFn2pzRj+uchFaZthwPWA/v3abcPVDp9AFEuSuZx3Qmguro7uxV5pqLaocKbgMKb7ZLnoHQ6GVXr67fMdqunt0/Vji7PXXhcw4eaIxodndC8+VcyzPHJGTUcRE570zExMaUTJ0/rzJnRFG+dcWIAOs16A/bCiy9Y9ka84ZzwYels+ltUff19PiA7JZI9bMpnfcA75+C113OS+Bq3bziw/5Cef+El7d9/0Da7N218u3yYfOzYESf8DnvN0w76S058dQvfMjMzbTkvbC8aaa3QvNe82L59u4aHh7Xt7LPVsE3s6ukRSap5J0vmTUdkGvuHbaI/8gZPoD12EL5wzzc+6TvuWHHaByBnTp8RCZ11PpDrNUx8HnMCq8NJBGC0NwlsvE+cOJHkFVnm20psVGftwzo6Kpa1VV5jd9pMRoTYLLChHhhcIg6+2MycOnUqyVobB/Cc8eEVuKAzxFusBx+GvYsI63OusvWq7oQLiZjpqQn9/kd+Ty/tfFH8bB56im3/9re/mV7yeOH5Z/VPX/qSvvOd72n/3gO64bU36H3ve5+QYfSC5CGyPWXfBa1YM/pEopUkBJtR1vwtflLYB/n4PurBMyKSrmEzGMPGVP5AF5KukckHllXzdUqPP/6YN9mn3NoyXofFJn/KuHdZPg0mbd4uuegSt0urneSEXrXemopSIei+ZdNGXX3l5dqwcdgJuVqiAy87ZlmebB4D2fTBc67Qlk0heLG2JUuWWj5PC5pC571796inp0uKpp597mkdPXbYh9QHlVnhRkbOJJxz6916xwT4E2wHcgM8+A0/Ojs7jFvJyZijtiVV9VsHjh1bTDwzLssyUbAb8AWeQlfoQz0FeMjCO9/5znSww4ucJNF/7dd+LR0ekPRgs/urv/avHBMt0UK9oT7HVHOOhUpFLrUa1u2q7bpsExvm62KislIpi0/61ptvcschUog15b5HrijwkSs8hi7w4/LLrxD7H+QQ+wx/uRLvZGZWxTFYRIh1sMn+5Cc/qa985SspXoPWrAudYm2MYzx1I94oMxf8ZC7kHnmjj/yJsLHzlb7QDLozV58TWcgmcg/+EaHrb3itfuXX3qsbXnejrrv+Rg344PNP/8t/Sd/2utdJj6tfc42Q60nHZa91ImfF0JDOO+dcsfFGn8bGx/Ta177W/Ct08803256N+dB/r/70T/80XfER8NjoJBnnCv+xBfAROWMd/NwpciZ7ykknGLEv4M5BwcmTJ0RCacJJWupYK3BKlqtuJ5KhBXYFu/GLb3u7k19NDa/bIBJn1153vb78lds0Yz4vG1qpc87frob5N+DYepkTIQNLlyZZYD9Yt0yAm8MH20r+LzFfxKLfiQjL4SJt1f74sW7/GBHWpdIrJdHXfRgPf+hDeeGFF2zvp4zjgmFlyXZz4A6/K7ZHi8lm6bvf+Y5eeO655DOQKdYMzYjVoBcyQfEUyQfJ86/fsEG3vOc96nKyJyyb7OH5Nhl/O+82H4DwjWL4dvM73uFD5fsSDlO21x0+ZMsiV8uH37NzDeNVaP36jbrhxtcbtqzD04l3EaE8zzRvWrZlmgQUcgd+XNvrZc3IJnyhjf7wtNu4IY/cR4Rth30O+p3nhp17GZF8Ae34guU+HJ6wPEREoi2wZnwwhzyvca4BeFdccYV1t0OZ/1uYXbAv6NCM/QdrG3XMVLUPzw0f3HhmLAk0DqeQHewwOlF1bMBzqZSLObG9yD46wzN0B85Sywz4tfkCHxhHO+sEx7n5ucRndJsD5+XLVmjlilWqFBXLVCvBhz7YVw62oFdEpJeCiOXBB5jUU/TyhzWAQ0TopBOpVCNX9Jmz32ZcUSqLZ+pL7EeLPPk6aJVZXvGbvDRBohXcoUPbTjH+c//wOc15n9jT1WM7uNR+YkAT9mt/86lP6i//6q/EgfDjO3bYTg9YPprJP7P2zHw0Wo51zqRvt5w8eTzFG+AB3uDU43igr6/m9U+qKFUMY6nWDW/Sr/2r39QHP/R/2L8P2f8uF/B+5T2/rCVOzF9xxZWackxVLsqa84FXw/K34NhqzLGUGi1NjU/p7z/zGX3pH/9R/+t//k/deuuXdeuX/0lqNT1uUts2b9E3bvuaPv+5z+mBB36ikz6kK5kQzz7zlGOoAzrpJG+1q8tyU7WMVf18RhvWb3XstEzbL7jYCfGb9JGP/J/6Ze/PBx13bNt2lmq1WpJdDuZKli34zM+V33ffvY7BDqU/B7DXB0XYbw4DVqwY0sqhVeJatZyxVy4l3hTCblXsC6BPm1asX/7An1nLMvLHFd7TH54xBppTePmI+ZBX9tJXXHFZ8sPHjhyWzzH11OOP6Iuf/7w+/md/ppNOYDOPvAEYHR1JtoB9+5nRM0lvliwZtN2ZsC0fV9UHaHlkPrw+lBL+S5ct0cUXbte4xz3405/qu9/+tobXD+v4iVPatGWLnnnuBY1OTuqkY945y9Bzzz+fdPM6H7q+45Z36sqrrxF83O/cIgfPE94/3OvE7mnHcHNeJ4n+L37hH/WmN96U+jWdJ5p1PWtFX8AbmkAr8DeJRMxaqlQEHdA99IY+jOMKnSnIP/IHbeetnwuOwXnZGljQtWz7Oz4+JuhzyjQqZXmCGWH773wOMsx8dedtC8cF+PhJr5U5mZsYgDJvPcTuLXGie7kPrYlFLtx+gWW9X4V53u4PPqtWrUx5VWzd2rXrkkyBM756zAckyH+t1qubnU/hbzZ/yIf7HJzwSzb8xCd+a86x+i4fgvCT3JGFtnuubVu3Cl/xf//ff6ynn37K/BxXp2Nvcr/Yydz+Ic/Ljiu7tHzZch92rPWewS15pqKcyxeFDyazTIqw0fB+JjM9urt7bJ+7leeF2CdDM+hXLpeE78rsv8tFrpP22bt3v2S5OCpsIS+lHLfenThxzHI0KuRuYnLc8eIxHTx0VGMT0zozOqlxX0d9wD/lfQ8v+4d1q2Edn7SfSr8mUrGOmk+tyJWbltPe28zz8kxRUsV6lXn9eSmTm4W8tGwD5udnRX1HR1WZbXvdddh/i3+SMWQK/0v/sbEx4zaaxkaESp6DAl+RjXnTmueWB3OPfjMuN57UF0WRxuRZplxSDgy3ZX5uvCxD6d44NENaYl9Sq9Ve8a/4D/gPTsDlitwBn9Kelzbke+Jl34hNoQ3YyBf40od6/BdX2oBBPTAZjy8mHu22X+ZasR7RxtqgCTLeYblhne3+tLXxog/wmIO9HD8xin9gX9lX60vrAkd86ah9cdn0ofBNOv4kyEYf6EhTMt0AABAASURBVDKO/USin+kNDsA94X0hsS62DfkBJjp/zz336Otf+5r4E0fMBb70f/75F9JBFbiQu6MUpSJ945JvqXLgSX5h1jwcf5luzBnhmMN+6QrHEdgHfDL4Qkf4wVrr9ab3W0cFHfi26wMPPGBUWuLglhcIb7nllrRW4lReDOTQss979tc4fiYu6/Z93bbsr/7qL/XnH/9v2rnrBW30Hux1jruvve5a3fyOm7V580brVK6OalnLHfds27bFuYZuZXmmp57aoX/8xy9o0Lb5wx/+sPtutuwssc6MaHZuVuDKS9nM0dndLXg1OTmtiy+7XBdfeqmwLxdedJHefct7dN1rrxdxIHHPrPWnMPx5w0Bnsdd79+2z5IbgO7SF34l31jv2irwk1NPdZ3+2UsgTfy7rvnvv06OPPpr2MugQNMOnPO1DRXLq69ev96Hjueqr9djn7ks2aceOJ7yvfzHtWbGjyC/w5rHL5FIsC+gTdbRRIkKZdSkikl2KCPEBT9q5p3CPHjkIsF+v2GZ1UZ3oFBGqWs5ZH/xnbMPzkR9mHPCzPPe+oJ5i5BY2rbMqeaoFx/p5liV4A9Zb9Af6dJvmZzmPcs655wq55vwLWPwKDDJHHV8mIn+GHSeGlD+zzlMg58gMehIRiXfgg85Cd15kwLdT5yHpH/NWbc/C9g68KrZ96BF8JheB3mIDwAH6oR/A4gVJdIGXw/kVG/bRTa8deJnnTsD9P2jC2KbtFHQEFroAP8rlItlHXvQ/ceK4+bk/5QOgA+PobxCac94Kmhb2FeHYvOUcE3KKDk05J4eMRIRlviRoLn+4gi/zcOU5woSnjYp2ATkIQmHShpWLOgoEcf/0j6EcoOaZ9DKcpLj0ozTtzCNCpawkKZwHaPpMwMXGumWE5U9EuCV8J+VZpooVobCAnDh+PBkh3oBGgCksCny4JxE24mRY1U7rHAvH9u3bdfnll+saB0GrVq1SGBb9WQPAWXSfN+kYQBQYomfuQzv9MIYUhBankUVm5zoviEpBgJiXArMYxxoZGyFF5v9JAj/aqKedOaAr14hQwzSBmQQWddOBA6V5n/rXLSgeLvq1+4NLnmUiEABvrhTWgiFGiOnPOOp4Zt3gwNwU2iIiwWVe1j7nAI0+zENhbAtcHAggYKyPa0QkfkYsjo8IRYT4ML4Nn2fu23VtnBpea5sW0IPCM/0jFuG07xkDzYHTcmVEKMszgV+e5WnePM+VZZn4MBdXnqmPWMQ1jXcAQXuE6W26ck+hjb6Maz9z5Tni5/jwTF/awJn7nu4u9Vt+8ixLuNCHdq4RkeoiIuEXsfgsGzf6tAtwXj1/u16v+kREWnO7LzzFmNKXN+ZnZ6ctkzNJsYEFfvAVutIHesBPZIf7iNCr8TBDHThlaln/kGvGIFsRkYwjxoy50Q9kPc/y9Hfs+Pk03nA6/4LzHVQe0t79+1Wr9QuDiIFmDEaSeSMirQHj27QMoDvyB0NYtnPIHaiYYP4Xov/Y2Ghy8KyBxP7MzJzXVyRHQB2ySL/CgSgJ0YYTy4wB73VOhGOQwVsOqlkPmwOcQEQkY8q80BFYjOl1QMJb41s2b04BKWPAX/6gX2MOVAlUqOOZN2Ppv2LFMuPcNI9D2BKCINbOm40z1h0OFhYcAOEAqz6sAN/Ca4UPFIMXb5XSp2W5HB8Z1Usv7lSnbdiS/gEnf+bE+ygdplFhB02ido8D/dtv/7r7Pa+93oh8//vf07e+9W3dffc9KXnE2sETOQAXZAH8y+WKmtaDeqOulh1Ny/cU4EeE10GR7XEjJRKgTcNJOopbtGLpcg04iYvsQbN2aa8HmlGAyZW1wSOuPLfrWXfe1lvP23IH+Ame1EeEa5SCAZLVbT6BT9m+gIJdPm5/AA4kuaE9dmzGm9dSXkoyRD/GMB9zJ6AGzT314EQd7RFu4J+v1FMH7txTGEPfiEX5xNbyTBv9mCsiksxGGJAbGUNpw2Jt0Ior9ZSIzLyQSyhevqc/JYK6xcIYCuPbstvd1aPly4a0YvlQ2tQWJfPXmzdwYny5XEobrpLlJiJEXUSID/fAAwdoERGKiKQbyA0woGd7XSRBlntzDZ/gP+PpAz4RocwFeBGR9BS4FctsKkVZfAsFW874iBC6SZ+2vQEOMHmWP+AEf7E5yC52o2zeMwd9G5bhiEhy6u7JtmCbgD85OSUOEEsOnJD1iEj0aVi/Wr4Hb+YCt9279+iTn/yU+Ltp6HcYGLKELEZEWhc4TDrxwLoZgy9EJoHRY7vRbicRhL3Dj4Mn/aE989KX9XJlHZFFojfzZKVcJLamPEfmOdkY9jsJUcozzy+V8lBPV4eWDg7atm4U39YcHl6rjRvWqbOzrFUrV6haKdThg9SKA1PgowPlopzqqpVO04egz/4w5E8uRWbatXwQOu/Au6HpqTkfdI1qzAeeY04KHD9xWgSN/N3CKScBWwpVbJMa9hGRG5Y3emM+IGjYvnbZD5byXC3bikknEzjsrWBrHCP29nSb15PKssyJzSVauWqtlq9YqdWr13pztVQWV7206yWdcAJjcEm/ypWSsIXQlA0TtOPgY9z2d3R0NG0uR32/7+BBjU5M6oWdL6nPSUsOkGccAK9du0ZtOUVHi6KwT6oJXpx0Ahe48Aa7KH+4hy8UcGRMxckmYCz14VtEiHnhN7ykfq0T4dSxUajVaqr11bSG9QwsETqJfBi02GyjS8gk8/CC3nXXXWd6TCX7hH5xWPP000+rYl1hTFs2J7xhBlfwBzf0Alk54U06ciLzY9qbGdjZ7cPoFcuWOpnVpRUrlotvc915x490549+lL6VcerkmXSIevL4Sb3og2w21KwTGvDWbdUyg9zKH/Ry9erVac1stvk537e85S3CdxJDwwfouGPHjuTval4/z+AKjiQOuGfNBpfih6P8lNv0hOVtwf67Q81mPfmYU+Z5y7HA3MyUfVxTNR+S51kuDg/BZ8uWrarZB65es1ZVy95J93/22ec050Tn6Mi4Ji2n9YWmDh485GJ5sHxgK0Z9LZfLnqsryR3ftiHhsd8Hwf32X8QH4DruA3R85UnLBTwjucEmmntsLDIzaJ0DZtm2pMMbQA5LZ4zvrl07vQk7pBdffCGVLvMA+YGfrBuZBda+ffsSLeEnNqTpmBp4ufUFGoHnhg3rRRKRgwnWPWm5XrlypWWksN3qs2+Q7XJTJ46fEolo/HWR2aZ5ziLLhI7V6/M+GOjUAa8RmQN+RKaIsO7nArcIpAVYDcNsiQ9+dHZ2VugaeEGTCMPu7fGcjZQsePHFF3XrrbcK2YNu4TnRS2jJHguc3+FDLuSE9TmsEOvCNgIXmWB+5AJZgxbgyPojIvmLiPB6S6IOGODPPfLf4YRYRLyyFvQhIkQswzdNr7z6ar3hjW8U+o9teNOb35z2feuGh1WUywmX/Y5NwwtmDfwph9tvv12rV63WTW96k5M079Zrrn2Nzr/gAtul1Qmff/KBBht2D0nz4hNYQ0QkuvCNWPCg/nd+58NJp9s6xbfSdu/enX61hL0qyamGbSH8hwbQmfUBr7OzahveoRknhh56+GeW2Q4fJBxKfps/K0ECoyjKlv8ODdrOEYtBw7rliD0iJdlkeXWtUOZry3O1S9P3Tfs9aAq+Ee5j/nFPnfxp49KuS/Xux7Ob03rhAzYAWWH+UesYh/3oUkdHpyIi6fqePXuELEALZAUfzjpJymzbts0JqJ2W0+4Ec8b2C5816wRUGT4VFf3rD/+OeCkTnm/woSg2aoUPksetE1dcdaWucfLuAx/8gJb5MLlqueiwX0RXOru7kw1teW0RuWZ9aDXvg4Gm7cP46IT964Ltxqz4Fg92vMsHUPhIrszNmuYdp6P7c8YH+eSKXaYwBpkHr7L9A7RhHHSBRtCw3Y/1IvednV3J79CeaOob5kRveh03lLx3oW9nZ2fSR2BOTU1rz569yu1f5xbq6uyCVk3VbGfpR39w2blzp+DF0NCQZWcm0RP5QmdYEweO0J4+1AE7IhKNmB8YFGDSj/UiW/SDDiSW+dYHfOPgEjtYGKcsy32wMpj8dtV8hy+FfVeHeUESFzpCB+wCvhL40AiY8DsiEq4kKKEnhbmxr7L80hf84Tv1mfnZtI+gnjmAzQEP9IT+rAH+Qwfm5NuN2B1sjv6/dP0HmGTXdd+L/tc5FTtWd093T0/sycAgDTIBEJlRzJkiKYoiFSjrKtnf53uf7Gtb0rOsJys8W4EmRYkUKVGURYI5gGAEQRAkQMRBGAzC5NTT0zlXuP/frikQ1udbmI1zzg5rr73yXvtUtU3c/NyCXv6yV+gdb3+H3vXud+nmW28TBxvYCtbKHMCq19dUdJzcY3185KEH9WUftJ07N6mKk8MyIOBBp9x2OyJTnhWcnF4UL5sVSxXzuVt5oWT7VU/xB7JOsrmrp1vv/8AH9Pa3vy39XbgsHCdZd3uq3apbzg76wG7JiWOSd8TIvDg76xgKP/LoIw/rT//kj3Xq5En98N4f6qMf+R/6q7/8C5FUnJ46pw/91V/4kPVj+v3f+1199KMfTYfF/+PDf+1Y9hP65je/q7vu+o5OHD+llZU1rXfMRVwKDSuOE6ErdLvi8iu02Xbwqiuv0q/9q38lvrH/Mz/zal1zzdUu16RkI/EYdq6nu1ebN201nUpJXuGJRVpc8UvQE34jc/Ab34JvhUfQj360IQcUDmqhPXwEDn3Rua985Ssphhl28v1jf/Vn+tj/+Et9+84v6Yn9j9im3me6z6T5e3t7hS4ury7Z9i85/unVou3o0LpB2/GNGh/f6rWvpMPhv/vYx/Tnf/bf9Pxzz+oNr3+9Xv2qV4o9PPL09a9/XR/5yEcMY0U7d+zSgnMNUz7kbjQz24ttersPxl9y3Q2WAon1oWf//b/9t/TSDYepX/zCF/WPn/pH/eD792j71nFVSmVBX+jB2rH3rJ06CmuV9YArfVJxXF2wT4+ItIfED2OL0A/awZP19vlgAxwYm1sWZVkigU/7S3yg8g4fjKA/0DWPTMh0yfiAR8N6tOo8HzyY9sHrOR8qY6eQ6/37H08+DPrzzGEm8RB7olkfGqMnzMGcwJI/rKXi2BEcqWONrk5x4UCtpv9mGhF33WTf+ra3vFUbN2zU5fuusI/rMZ136uZbb9EHf/WDeocPSU7wMqVL/0Bf0rmHHnzAtqrkvt22c0suK66vej1FFaLgfFVBxWLJPO8Xcrxz526VvM4170Gazm00m2smTd1xpvW6mCebA03AE3pmWe64qd9+tuh+DfX5oKTBnjJrqeH49DnnWKanppRnmXptn7EPbVrMaN60wyb09fUqJDWdqy3kmcc1lNku9Nhmd3g14nicb9v199dUtt4VzLM12xriFGDmtjlDQ8Ma8d66UCq6T9kwMkUu78tWVbCPKBRy8c3FFR8awfuC9zQrzndVbKuKpaL7h2lVtk5I6BW8wuZ35Id74nr0Edk1yqZdkYvp01C5Ly9sAAAQAElEQVTd+LMOaJMbP+gDDOIGfmFj1r5+xb6aOtoy04R+la6qCuWSIhyLWQ6RO9ZNnxXbNq4R7baOnCAjpVJJjOcKEsCjnbWVy+UXcGN8pw2fBWz6R0Qa33Bcw9rkD+sGHrFoBw50w3exDyMOI+6MYKUS94wFT2J17C3zMc+Ro0fSwSY2a8U0P+2DdOQY3KERhOYFiopxfdnLXiZ8WYLnwypkZMU5qM2bNwtcoMmKaZGbhxwIXmH5P3t2MsVBwGQvxjz4r03ed2ErwIE90G2336YP/OIv6nWve13iL7ramYczAjPe/7JEC3gDTbHvJoewpew9+HnaPM/Seg87Bsavss7nHKchH8zJL3NwWLbDh8PEeMQaM94b3XvvfSL2/+pXv+b87nFdfuXV4sW+P/zD/6Lv3XO3Sl1lrVnP8mKmfZfvSwek6Njs7LROnzmVZPbgMwf0zLNPW//WNDV9zvZ5QRdfcpHj7Zt05VVX6cixY3r4sUddv5j2GvioecdAjz3xuD5sm/zkU0+r0tWtinWqy9eNptGVV13t+G/Mh7X9IsYYHmLf3W3ZX/BcBx0/Pas551JOOz+IzLNeeMwvWCAz+Gb4Q66WPXmf953sC5CHmu1WZvkGrmzxH/ah6UMP/USTk2fFy8Bcp+x7+dYt8Q7wpmwnkB90q9ewoAE85xoRFpeWwjBz61ZEJJ5JoYh2Yb5OoQ8yxjPjwV3+lKwz8DYi/CQhi122S+hNRHsOxlDfgQGcVurt/2WhhnM1Ta+paJvR53OLUV6G8BWaIz/IKwenvCxw66236k1vepPIm9OGfEKbWcsFcJkD/JiPevrMLyyk8zH2BtAC3LZu2Zpkj5ePkHX0kAIcaNxN3O68OHTbc8Ge9DIxh95bnGNZ7xh/fHxcb3jDG/SKV7xCr/Ze7We8t0NmgY/8cgi/4HmXrHPwEJ7PO/8HL8EJPKEL/EB3wBn/R3wy5/zV0aOH0wtkHPjCT3iJnqCbwKNwqFoqllUuVpyPX9XM9Ixlbcky3Ug8BD7FD/4Xib/MG9HmCzLi9kx8QKDDVK6UTh33lhZ3aynMLKXiR/+LaDOePiyMBaytrdqA110aatj4UJ9gmckRkRDxxOnK20jd3vRMn5vS/v37rSTP2fE17VQrqaAEDTtP3sQ6eviIzk1Opo0aAkDiB4XBeEzZGSw70bZoosMACLvmjUpEpMCF56aDmYYdQtOFZ4wzBGEOrtThpBEkBEjnPxGRcKUuwhTweNa0ZgcFEeUP6w8LM32Axfoi2n3pV/cams5AUNzd5GylQj/651ku5s2tjFyBw5V2YDMPVwrjKbRRUp1hR4QiXLJMKDZ9IkIo5JATRhQUNiK8IVhLdMnyPLUPOAHFWwMki1EAlATYFOBAM+aJMPzzhee6+dteXz3B5LnhgKVhJ0hhXEQkZxAR4sM4Sgd23f2BQX/as8hEG4VnCv1pBx7PESH+o55nSkRwSfITEQkG9Ixo84G+FPkD7Ih2/06dq9O/htdEKRUK4tu8KB9wGPPivhGhiEjzRIT40G5WcJv4GxHpCu6d0lkDnSLa45ALaEBdh+88r1mX6k6iwTcMGoEI4yn0BSdkhStzUxcRSZYYs7g4L3RnwcYHgwQO8JY50FX4BSxkH4dPIrWY5Q5kIzm+WRujs1Nn7WCXNGgZ4lsxGDo2VsBpmHc4dWChh8Cac5K481xyMJKZjqyvYZnILW9Fb9iZd9nGcdk6u+zEKXizBuqBQVDV5UBufn42JQ9JRgMXGUZfwZ8xwKNgB9gMQoOISIEJz2vWUewLcOuen3bwiIjEN+akDwZa/kAzYOcOjDjAXl1dTrLb09ObnDpwsFOrTuTwRvecE0A4FmB6uDKF7V5T0HHizISDjfk0T6lYVOY5JyfOivl2O6g55sMCDlVlu9RjG8j4s2fP6tvf+qY+f8cdev6ZZ7zBWJacgFhcXEp44AwJFKA9zp25oReFQF5ZbnBt28JaqecKbAPyxTbceIDLC20W2EqxpIG+Wvo2Fd9SIkhlTay304+rAThhXhdtEZFwov7FBZpS5E+nnjUjY/MOgChuMox64lPRcwOPpJsxV0QknUEG9u3bJ4JZeAn/4U3R8kR/ZIxrZw7uKTwDHxwi2rAiQjyXHLDIH+BAF2D4Mf2LiBfmpg08O7CA6+a0XvSN8cCLiASXe8b4McHILefyB/ox1rcpOOKZQl/GdGCh1/A0IhJ9I8LJm6o3mj3eQJYSnZiTcVzpz1jmgWbUt7zBZC7gRrThQHfWQImIhD/twOAqf+jDPX0Y76okd9RzzxU6MV/Fm0Xwh5cR4Y1qSRY4uqWgDD61LE8RYf42Ehw2D4yhnnHL1nsCLQIu9O6pp55KwRi8qXjjzpWgEn4zDp3gyiTgwBV95CAQ27PoTSBjgE8BX9bHWnhL9Hvf+54Pby7W+9738wnHZ50Ep45+wCoVC6I/8QB2Cn8JPeA/9GVu4HJPf3BesI2LaMsW81DfoR9jgUd9RKawLQn75NxX8ISW6O5pb+CKxVyFPGSjIeSabzJt37ZNW7ZsUpbV1d9f0djIoKrl3P2y9AIGeAC/YLyBR4Gm0IuAk29O1b2Zx0ZBm4ZPM1d5tl+rN8LsyjW/uKqlVfRYqjsZn+dFRRS8QVnWxNnpdG0pU92xzqKTlbwAsuA1Y28mvVGsOLk4NzNnnItJV2sDNcdlfeKN7UKhqGqlxxuhActuJR0Q9fXXvJb+9PbsMW+uCGrhda3W5wOEAV10wYXa6uB6g5N+pWq3cstZo5Upc/JyyBuCiEzw/rQ3TxMTZ1OsERFaXFz0HKUEV/7AO/iInEVE4jf0ph90A8aaE+r0456+bC7xEdARXle9gZl0nDnlmHSj8eFXAJZ82Awc5BI/rJYUEenvTTGOWBTbHArt3LnLNJGD8WVFRNIDZAnYlB5vLsCFOSM8wgUYxGDA3r17t3bt2a2h4XVac2JscXHBccg5H+yd1Cc/+Ul95p//pw489YTmpmYk87ZuX9TjTShjWQ80gr683Yncrnq9rIekOTYVferYD8agQ2wo8KvEAA379A69IsKbzMlEe3AHFv3gXcF2mGRMRKR25H/B8cbCwryQ50KeCUKsH13vpFHdMcRKokWtv1cb1o+J/vABmNAHevCNvUq56ti/mg53oRVrgl7gznOX19qyT9ywYZMKlo+LLrpEbJizLEsHruAOn9Ax7NGC9wSsFxqvmp7AadlW8s3eUqmgPA/76VknZZd17NhRkaDAPpGMYF7iP+iHneJe/kDLVqvlzfeDqTAn9Gk4xkAXgdnf36c8Cyf0uuWLKtbXbeNbnLjr04bRjQonckuFUjpMRc6yLE90NPhEmza+qyrbZ0VEqoNmJHZWfYiUeb0R7XrGRISoAy/5g3zneZ5kEFjgyJu+vKG9apk4dep0mo+1rFs3nMZ2WfaZA/3J84LZ10r7BDbaHKqRAGKNZ89OOOl9v+l1LNGctXvK9I8D+poTFsCgHnqAU0QkXJAd8AI/YFEiIslGB/+CZYtx8I3+PNdtp1564436lQ9+UOBy2+23q+IYsccJT/AmNlx1vEf/Urmk6264Xpfuu8yq2tJ1118vbGOYEUePH9PP/fx79b5f+AVd/9IbxGFI072wkeDZMA+hAfaU+APeQwtogF5Bu84VXfuHf/gH3XjjTYlW4B8RQsdalrHu7qqTD0uq11f05JOPa3BwQA8//LD9elWLPhSATsSu4NyyPGFnICLy14GFXnBPAS/aKdwzxhNbvjLH7JmKtr0R4fnq1o02/xjHmuhLkT9cGR8Rwg/SBz2DzvTFN2OnOQwpOXatViuOw4+Il0tOnTol7AX0/upXv5q+Cci+HNuBLMFbYEI/T6VV72G4Z215oejDn5N6+JFHtW/f5br+uusdc16gPbb/zNkyPkUnzIdHR6UsVyvPRB0/jdhrPuNnoEduncXGFIu515mJwxXWg7yxBu6xKdVqNckcsoQ89vf3i8Q8a4QG8DIiUvwB/oyLCPHyTGb9Yh2sIc/zFMtAI8bVLN/MQ4F3jGNu4FPHvNQ36g1xj/4ho9z3dHcJPcI+kVBadiKWMeCCTtAP2uJPGMd8CZblkjZsLjaY9fHCwJ/88R8L3aYv6+z0BX9gghfzsma+NctcjF+3bp04aLtwz550yMIaZn2IAM+RX+wmCdeunh7BC779SU6FuZijMx/zAJPxtIED66CONu6Ze83xR8M6XDdNoGfFPh7asqZSqWgxbtnuV2yHV+w7l9I949A1rtCBKzkj8jzw4sknnkgyyaEwL80tLa7ooosv0Stf9SotOy6se85isZBsZxuf0KB5x/51zTaQA4TM/D7tWOyrX/2ybdlh49FM9PBNii36+2uW8Wc1v7CkphHO8lyNetPNTW3avElv8SHqG976Zr36ta/Xe9/7Xv3//usfqeZ8CjqcR671w6Pa4INO/vZ1wzoOHgXLVst0wG+z/iwL1e2bqFv2HunxRx/Tgq+rjpU52FlbWfJB1Xrxzb08K3gvOqYLLrhIl116hbqchC4VK1o0fsjloveKUst6vSoS7dPT00IuN/hQfqA2oLHR9UK+0KM57++v4ue3HWMhb15e6gt/VpbXvM6W97KzVCe+YBP4lgp/UxC7iB1Ab/iGy9///d8L20ZsDW/gPWtDThfsg6emptNLGMxTtE0huY8OcKiPX++xjdm+dZP3vp/RX//1h/X444+Zjv265NJLVHD/ufM/k3lmckLFSlmrxCmmDwlY/r72E088mQ5IvvC5z+uLn79De/demJK0vHxGbAUumzZt1tat25J8XH31S+xLfl0/995fsr2e08paQyuGx9r5lQi+YYWME0+TcOdv4a45X4EfOH3mtOm7lmwCuC97XMV7F3SAgqyyfgjXeS5YDqXQovlKQT7RT2QaO0M/+VO274Jf4AsMdLfiPMqa7QS6j42NCDGubvnmZZqi/SV6MWDZzvNMBcuTBVTQmXgHGPge+cM4dAo7TjyTY0tdzz/q4Cf8W3RsHRFpnR3cuAJr6ty5FFuz9n/8x3/04f7fKM/zpC/79u1TsVS1XPbrNdaJHTt3+rmg3Y5pj504rhUfXt1ww7X69V//NY2ODFtu5yT7yg4tqtUuSeE6qeD/ioWybWi3Nm7ekn6Zoul8SasVisyxWyFXd0/VrmDN+rNsO7iQfB9rhCfsjQcHBtXtOGHFvKv6OuMD5mi1tGyd4qdDDx1+Xlmeaf3Yeo2uH/HhbU9aG/mu9Y5T128Y0eBQn/VvVFut7xdfvNd283Lt3L5do46btmzemg5Kc+PC/jEzLxZ8WAQN+/sHDK9Pq7YXBctwX19N5NC6erqNf6hgmQCPpeVF0y+zzSuLl/nwZ7193SqVi+qv9bluQBGO9Ww/n3v2efvfCXU5VkNuTntPNOe9WUSbV+gkMT38KHv8qnNYK5Yd6LFmm4dPgrfYJ8ZlWSYOW+d9iIK9yQxH/tAfnvhWWRaWpYLxq2h4eMRl1EHCoQAAEABJREFUWGXLJGMLXi+l6b1isVA0r6pC/oteb9myTJv8iQjDydI65E+E1+MxzAM+4Ajf+vv73arER9aADrJO5kpzGC514LbivQ/yfasPht797neLsbVaTcyJj2N8Zxx1m3xQRxzPy3af+MQn9I277tIP7rkn2Ul+eYTDIKOVdAsfzZgl68HGDRvSesteM3PP256hJ9iVnZZvcD929JjYG3NgSb+K7UEEdCuadsUkU+M+OAI/7O/LfEj7lre8RddcfbU4EOaZ3BtrpLBm6IJM2YGp134YuMwPnWgjliGfgT2Gn8gcOsk6wem4Y11sLAV8oA9+n/h5w9iGFH9t375Lq6sNzc8vepqWxsY2atTlyLHj2v/Efo1tGlPmOGts0wZdeNGFWl1bsTyvaPPmjdq+fdy0VtKlO795p358/488flQXXuiYbtcuvdRx91ve/Gb3265TZ86kn1n/4X33pW+Jzjsn/dj+x/XFL3/J5cva//jjKpRK6urtS/tFYpCunh7bjQu0eetWTTg3Cl2WFuc0PX1Wj+1/WD958AEd8xrnbVPX+2COlxOhDXs4+MN6OTj8oPcMvETU7TwrL6mdsf2m0E4+FZ80MXHGsinzaVDdjtHwmw899KDuu++H3uP9JMUZ7KnZP01MTHjdhVSQsYhwDB4eH0n2wYEXxOQP8kcfyovveXZzkjX6ozOsjyvP2Hba6RcRSR94pg/t3NOGTFCQ1YhwSqAp/q4qtq/umHHWtmHVscXzh54Xubg175GYA/1kzJjjAs5+kGXwQ444aES+gM95EH1or1j+q5Zr5DcizIdpTZ6btO3KRT/g85IOL5dyJW/PfMBt2sb312ratmO7LrjwQo2MjHjv22dadyca8IzfZS//yle+MvludKnbPEPmO/SYd37h4MGnxeEoPIZP0KPTj3nAGz+FfqBTw86l9PZ222baL9lugj/t2BDGQg/u5c+6oWF1V3vSoSqHrNA7Itq2S0r8pT8lIlwj601TGRU8RUTqDBIQmCsESO0mglyaDl4gDJNHRBIk+jAZdYypevNCkT91J/Bo822CzRubwG7ZgKafrzCjCVSef+55nTx1UiymYwg2btyYjBc/IzdhJTx06LAdyJlUV6vVklFfcyAxZ8LyjctGc031xpqadpIdXAp2btyzhoiwoEsVCwM4UcA9IkAvMZN+eZaJK7jQjpBihCjFUimtg7EwltIwTeifBDMvpPaISPBSu9fa8nMYLgUaATcijE+kuRM8w+FtpoZpQqGOkmC4jivPFO47fZgbIMDswM6ATaUL7eAOzXA6jMd5UY+Asj7qcTzQHkXxMNGvc6VvRKS1MY/8Yf6OLIAPhTH0NQvcQ6k/OMFzrlTSzjUiuCRaMy4iUv+In17pSxuwmQ+edOakvtFspPE6/6EP7Yxjvoi2YeOZLhGRlL6zBuqBw1X+gFHL/GKjxkEXb1qwscQpMQbYzOGuL/COe8Z3Cs8UnrkCv1N4jog0NiJ4TPjTl3m5dvBuNuuq+xC1bh1ibgoDIiKN5xm6cn1xPeORxYhIh6G8dXRu6pwD2BXDqye+rjiYRQbAi/UwxiGOzjlJveDDQRzFk089qUf2P+Jkel1btmwWzgadRJYwthgwgrZ5O0SMKDxiw4Qzx1DxNkrdtERHVxzItRwAR0TCA2NI4iqzfhZLJSGH4AJ9weW0N7aPPfZI+lk9jDLzIJ8YS/Du9AN3aEZQCR14Zjz0mLdzve++H+n48eNi04fs5FmW9BL8kPuIcPC9mN4gw3FAt7qTlH19PbLkpA098JkTo33k8GFvLGfSN/BYD3PkWZYCXXSHNTRsk5adJHv6wAGvdVl9DgbYBLEJRrdGhtZpykHBJz/xST1z8BklXTUewDptO4fzu9jJgFtuuVVve9vbtd7B/MGDB9PPZhAU/PIv/3I6XIQfzAftlrxJcE5dMhx5Ew0tkA35A/7UKaUBXOF/1DFv2bQv5gUV86KwzcXzQTF0hI/wlDnoz5USES/oEPSKaMuj/KGdvr5NGzDgUKiDLxU7YejU8Q/YCdo6c5HkPHr4aEpsrTkBF9GGDW/oQ19w4spcdScjIiLZDZ479dxHRMKTeaFHRNtfAUf+0Jc26EQ7xdUv6GMHBnURkebIsvwFmHn+0/vMMgA81trwZod76iLa+FNPnfwJF+hW8Hjfpn+praU0N/gg5zT8Sxyoo28bdpZ0Gdj0kzKPzywCkeqpo0RE8pnMGRFyhxTYIzfMRR/WAl1ItBPA8kwbfSI8RkoBDzAIyuBhprDcFJRnbZ2qW+4L3kiViqUEH50HFrwmSOIqf4CBLhPEsrG47rrrxEaIzQTBWhjumoM9dA6cCpbJjr1BDmhjLmwCm5eSZRhdph+0iYh0GHL397+vr33taymmeP3rX6+bb74lbbSgLQkD1uCuySYyD2uOCMttPdkjYBrdJIvABl/wZv6IcJ+iS0lNx0XwICJM/5agJ/bz0KFDybasWo5XbVMKeUkRmZin5TH8lFvFCaE8y9KYzJOteqO75ERY03HM0vIcNVrzRriv30Fgtawsa4pfBEF3oe+CD9lW3N6wrwDH3t6elFAvFYtp3S3bAmKgpm1vw5v5yHLb85bqNha58ckKZc15A6XItbC05gC8oGK52/hkom+WFZS5DXxbHlNy/56unnSADi2Yk1Jx8rvsuKrk9fBc93yyfFsV1NXdJw69urt7xSELCTTs2O2336qR0WHVLTeVcskHr73asnWrlBfVNzisSlev+VUTtr3HNnTVtBms9WujA39iGQJkNoXMBy0Imvv6+kQbCYKI0E991Hz6aT94z8aXPsgNNhe+9vb2qlAo6tTJ007KDwu8z549px07dooXZs6cPmNbvpJ8Bz6OpF7JOCPfyA794O2cD52fd5xKUnfefrGDB3LO5rZlg8da0F/kmyt4QIOGYzzqwOdCbzT6+nqdIGqpvzZonNbLeU1VewbMo5b90qIuu/RSLXmTj78B/45+RYSYa6tp2bT/BSY40ycizJZcEZFkFTqgR6yBTRB+kiQbOCLDuXmIHLMRJ+lGKVgf0VNwp71kvnMoCX+a5vvKwrKQed/6WrfXCfENs67uHu3evSd9M5C+HFRiC/DP0IlndKvqRBq0gC7wq43LWUn46mXr1LIiMiH78/bx2BbWAUz4z1gS/sQ9wAVme31T4uWo/v4+LSzM+fD9hKiHNozBN4ELGzSup52gAj4vTnXu4Te2A38MHYDP3NAF3qID4FssFozfvOqNFa2tLXsDO2WfPyFbeM3NzKjXm8P1oyMiydtrnWWd4AAPiRFYizsrIpLtBk9gQ3NsYERYR9tvzDbNY+bu9I8I0U/nP8Dtd3IKGJXz/hfdgXdrtk3wnIT7zMy0brnllhTnITOUsmUcWGu2xxEh5BS+MCc4QgvqkFfmYMqy5YGEO3TgnmvTcTpwGAcs6qEfuAGHudBh2oAHXYu2Yeg+Y+jfaoYGB9Y5/ppP3wzHb5zxgW7ZayJxQDxZ7epK9IoI6+4O8YYzNofx4AadgPeyl708HSYwR7lc8V6yaj7V0xW8wJVCX57B8Sc/eTDZgqoT/sRefEPoRh/s8hNq//bf/lthV5A56MChIbijN9OmK3a+ZU0gmT3pg4B77/1B0lFgs17w6LUNQn7BcdX0Zn5g0Qe6RESSB3BiDP1YE/3oAz8ptEe0+9LWsg/gSj2FuRhLHYXnDpyq9+7gATySKyQ2oB368K1vfUv8jS/knW9Ecqj6X//rfxUJSA4Ee217v2+fSz32JyK03smtqv3Wk08+kewN/CmWivru9+5WZLmTIYf1qU99Wo899rieefqgDzTOWjcX7Au6reeL8oLTtbMvXvV+CH/HOqIl60Az2WVo3bCMtdRQr/WJduQO3Fkra6QPOkBBr5HRGetibhtXKpaSXUQP4SHfOsYu6PwH/nMLPGhPoa5YKlGdCnCYl/nQUXgGDMbQFhFiDJ2b9gPUITP0BSeu9AcHdAGd4G9IQXf0BPyJg2jnhfBRHzZTzzfF+WUBZJJ2cIB/rDGibT8iQmNOBoNb0/4W+MT7F110sd74pjcqi0zgyfxD3p/0WhbBH9sKHbkH93n7tP6BAR9oDCsctyA/HL4yH33ozzrwHfSnnhIRyXcW7Nt7nSgt2NfabCX+oev4aXADhzXbJOQe3kRY5wcHUz/mYr1Dg0MqezyHoLnbd+/eLQ5Uv/PtbwtaPfHE48ImhAld6erWsveei46pWp5wxod5zz/3XIoFrr/+Or3zne9IdiDPMu1x4veXPvAB7bXv3eNDH1lfz9q+YOMK9nnEF9AXfDkQbbi9YSfXzKRyT5fOzkxp3oczp6zfCz5Yu+YlL9Fb3vZW/cff/V3ddPPN2nvxxfZ/F2hmZl60LxmvunEi/1XMcs1Nz4g9Ys2037J5k9abv1fuu1zvf/8H1NPjWMBz8XeZ3/G2t+g1r3+1Nm4Z06IPi9G7UqlqX7ZsHZPtWMN2elV8siy0Z/dOPX3gKcc3haRb8AV9yBTqhxeWf2SLdS4STzgOKVmul5dXU+wVEQnmov16yyfJ8AUZu/LKK9OLZIzjGf7BnzXbLg4hkpwa1iOPPJLyEE8++aTta9lJ6QeNZ8tr6kn5PGRt244dQscz87VcLjkRv0fjW7foAifkwalqmzvsQ7fR9aMqlIvGq6qRsWHtuXCPjp886eR7r95uXvJt5jwvaGRk1HSeFX/fslAsim8Nvv0d7/Dh3W+Kv0v7K7/yQb373e81/9+p6697qYiFl5Ybtu+9qpQqzjucSknel7/8Fdrsw5em95lX7btCO7Zt18Xm4y7HhTfecIMloJX2OsQD/Aw8P4HP+qExtIAm0IZ7L9p0rCtMb+QnwhKKHfDVF/NvKX3TDH/MmLL9KAVecC16HfJn2TzPfKUgl7nh0Z85SfyuWX/IOWAPqo7HB2v91u2Sql3VdMjFi3eLPgiq2G+y7xr2ITo0xt5wXXEuAXuEjWNe5vB0plHutZZkdJMccfiGXyCXwqEzvgJ5RD62bNmql7zkumTf/92/+339w6f+pz7/uS/p0JGjJkPThyITSacvueRiH66/KflCN2hqclIP3H+/0DPmbVrmoU3BPK37oBs92LNnrw9WtqnLOlEolkzThurem0SeqdmqyyklVSsl86/H+BZ9QDSXcMe3FgqZFhfntdn61dfXk+QIf3L33d/TAetI7oWOOOk+4n0J7VXTb3jdoHbv2q5LL7nIPn6bD+j3qKerrLAy5NavpnX46JEjlvFpLVtn6t5nVStVx+xDGh1dr1qtpr7+QS8vtOIDq3WWzWpXj+uJ69dp3Xm5Ht82rvHt4xrbsF4bNm7Q2Nioxpz7GbUd6O3p8QHPkIbXDanm+PWSSy5RqVQWL7NmiuRXsEvwDduOHScmPXt2MvlU2rJMpuu04GvDuWZs5+lTp9L+tmE9HbCdhUYhiQNV8vNFyxx8iFYr2e8163bL6ybeL9lGIHvunmwLfdcNmCQAABAASURBVDNP0uVDKOafd2wOXGJx6rmnbwuGcuMC7YDJ1Y9pHcggMkQdeCML9AEecSoyh81hn8LeBN/Bmlg3uVrG0J95gJHbdrOGLseG4+PjtsG704tMm30w/853vtN8vdgyMm/eLVsGDogXA/7oj/6rD9DuS9/YZ12sc816Rb6M+/WOa3rME/Ysnf0B+oON48s36AR+GRqBN/TgJ385xEOnwK1lOrJm8KYPZdV7XHBlDuwA/CyZB+g89IsI29CK5bYr2U9w6Lc8sK7rrntJ2zbZj2FTgVN1PDfnfO5a4ltL0COzzE5PTzsvyv5n2fugU9q6ZZt+8zd+S69+9WvsD4ctq9KYD1o3bNjscxkfgD7wEw1aL3bb3vInN/7kz/5Uey+6SKumyRbb6fe973266pqrtH3HuOEeFS8XnvVhY4/3ORXbsW3ei1571VUaOW9rVp3TvuGmG4Vf5Bu5F164V8s+FF+wnz7pfRc8G/SB1rD155T33oecdy3ZL7zMh8+j3jehK+vHRrRtfJM2b1pvuZ6yfK75OuP1nEwyfdpwsMvoQUSk/BU+fM+ePdbjnYI2yESpVBS8wx7uMu2IbW/xPog1Ed8jW8gd/CAXDzxkENjw86xzufSBly3LNrTmmQLPKNR32rmHD1zzPFOWtUunneeISHoKLHADFvxEnjrtwKCdNsbm9gPIKn24B37del7pqiS7kl4MGVuf1o1cMQ7ciYNZGzIaEeZ9W07QQ3QP/NkT04c65gc+V+QMuoEjBZjQFd+PDqCj5O+hE3U120LWAcyBwQFdeNFe27qNlrmhJNN8WxR94ooeU4Ab0aYH6+vv77cdHNao7SJ4IMvgxZqgCfzEhjEOujAGPoMP+aJu26fu7qr1pyvZ1C1btqT8PX0Yjx5iR+Dx3Oy8ps5Na2lhyXSRIiIV+QN9fUn/IiL5mHSYGhEvMBUiUfI8U9GeKRwyNL1R6TAuIpLxjAg7srW0mQEwTKzY+XCFYAp5G9dSBhwbBOoyj2k6mG/aeGcWIsZhQICPId/twJg3C9YNDaVE7ZoVDIbAyI12MDc7KN3lPhUbiYZxanlHVawUpVzKjGvBBr5sHGAa8CEoQsJByLQNCEaaQJ96GArxCOLos+LglueW2h/WASO4UrgnAQ5ceoA7hXuZRtwzHgPDmoDDISpX+kSEIoJbM8bbPtMAHBBACmM7BVidwpCIeIHmCYD/12n3rcDpxSWiPU9EvNAmf4Cf53mCBT9YU0TYEDVeUN4VG3T6RYRHKOHcgR0RCfdOO7BoAxYlIlL/iEjzUkehT0So84mI1C5/WAfteZanutz48Uw99IGW8IZ7d0/zR7Rh0QdcOoV2xnOljnbugdfBgzraKNxHRMIZmWw5MEJGoQtOj6QhSjsyMpLmBRfGAA+43HcKzxHB5X8pEfHCusCNEtHuBw6dAhz507ABXHWCHAOBMUNmMRQRbRlwl+QU07jzDjkiBM7IKZtcYCHjJHMqDuxqA7XE84hIgTAOdtqbN4xG2TrDT812O9ioOpG57IPWE6dPqOwkCBsHHDUbYHBhY8Rbqc8fOpQCDd48wRhzCAO+CQc7z5IDdeSoYRmHVqwZfQU29S0vv+I+FHCGNxHhoGZODz/8oPiZ2612wMAkcMQBEjigJ6yL9UEH5qPw3OAAwhsN9A9HitMbcaCK8Y2IxOMsz9MG7uGHH04HrNAWmKwTm4Ehxc4RECFz3Q4GwJ1gBltkKBoaXOeETa950AAFsYYu26NJBw8cmrI5Jvi98oortN5yc+bUaTG2Ybt3+sQpkXB65KGH1edN8/C6dWl8lmeCb6xxzIcF11xzrfjpcnCftt3auXOn+DbKy1/+cm+Myg6kS4I+W7aOqxWZsjxXlmUv6DF0b1iWsT3Qpmk54d5CnHCmjlLICmJNrJEGaIGscW3avlIPXNqQN8a8+Jm6Thtzdp4jQvCUvoyhD3LG84vr4T110JDrkjfzff19aX0Nn2gAExy4AqNzpS9zeZoX5qEd2BHB7QsF+UAWqGBdPAOHAuwwBdL1/LgOvtQBjyvzYRci3Pt8oY42SkTbLjKWeuYCP9qYr1OX5eYTxbxK/HBH+qT28IP/pXtfgRURarYaisi9zpJrMxcJ2M3z9Mky89DtLQdywGI+1kYfOvNMoS3VWycj2vyhPSIsFi0ha9g69Av9oY1ghgKfgIH9k+daXVlLY4CZZblyrwkeIjPoeeb1RUSSbdrABfzYGKBT9I1o44B8E4AxB/BJPj/xxBMpIM6yEHqD/hMf0I+xbKaYY9OmzaKOOdBX3qY7cOBAejmCAA7bRUK9bFvz/e/fLb51xgEr+sRGtW5aAI/xrJd7rugA8Fgzz9CAPmXbtkKxIAIzXjxgTfCBa0R7PfRHbvAdBGjdTuhlyhK9eLEEmOu8MXmpE/H4lYgw7WuqWyAaTh6cm5pRBHXtN/Y4PM3Vcqy1opJjnF4HgrW+XlVKBY0OD2m9g8phb/h3bNuqPJPKxcyHNVVv4LscMHY7SK2aDyXlpaIKxZLyvKBCoaRiyffFXNWePmWFqmcoGMeQIleX7R70HnTA29/Xr9GR9SLpsnHjxheuxEzYq2KxrDwvmk8Nzc7NatlxlHMb8lK8joLjipYud+Ltssv2qWL/0m/9rtgnVZ3cKZWKmpg8o2cPPedpwxux42nzf9KbfDbh8IEXbya8oSo4EZJZHvr7+4Uvwk7DB3gDncGXOp7hU3d3d9pAFQoF+5V507g/FeSb/ps3b9bGjZtMi6Imz05p+/adGnHy4plnn9Odd35DK06gwVfk6aw3TMjpin0jb5HPzEwnP7qwsGg5XdD+/Y87SbOU8MenMke3g/YHvAkF1xXTJCJMi7r4YI+KjokrlktwRu6zLBObOew8vugibzBvsoy86U1v1cWXXKFiuVcTPuDlrXTWyIYDfWZ8RIh77Bu6xppn5+YEzjwjZxyODDgRzrw8s6YZHyYQW6Nv/GwwcTK4cgUuegZuwKUv/hHcD9n/r3qDXrQ8FfKiZWK9tnhDfu0112nYNKxWulQslVRwOzLT7dgCneOlhhte+lLh44gbgLvJyUrwpZ1N9YppvH37DvOqZr4t2l+fdaJx2etrmtazLnNpw7zgxD64gRdvv5LIgNaUPM/EM3BnZ+esO2tCPiqmd57nTraOpNJtOScxAp9pWzGfkAtoSX/qKSWvhTbG0g8ecUhHwhJewTdksWM3sYOTk2f1yCOPOonZpVptQBxc8JOzy05WkqSHF/z0f5ftA/fAh+YtayJzslGljntkhjaeI6yjrsgsL76YLg0uYq3U0T/PMnVoA33AG5nBvl9//fXpwJSDhy7zBfkg1gAH+EtsxAE79fAHWnT6UQf8omWXA1T2Y9Br2YcHzE3fhx56KPEH2QEn8IjIEo7AZ+zs7GzCmzHoKrhRwJV21snc8Ces84tLi8qsx8VSSX21mgqlotj78ZNRkWVJJlYsj+AGnVgvCRlklGvTvnHJOHJfLJUk0zAy2z7THvlj7oSL5YN5O+uUP8SgxFqUx31Qw0HbF77wBUETvg3Az4JNW48OHz6U7BKJh+XlJR8QPia+tclPyz/yyMOG1HLy6EZt3rJJHIrM+PAFfFk/c0A76Iis4SfBh/aIsF22VHgN4EUBR9rok1ueKZ4g0RQ4ESHa6FMqltI94+QP9ImIpBOMY0760Y5sIwfoNzE9OnrYiSzqph2H8lNcxOPwDzvwrne9S+/wIQW0Qf7h3Q0+ZEB2KawLHu7de4Ft7UZNnjtnu7moG72PP/jMM+rywecpx82KTBs3bdEb3/gmDfTXbLd71G/fExHpwGa/44G8VLBMr6jRrAtcIyLteV68hjZf2/SCP+DD2ugDPaAN1+9+97v6+Mc/7gOXGeOzoFn7LXSXNZJcKVtGWCOyS74AeeQZWIzvXM2YZNOhaX2tjRe8wW9VvSfotn0pWG4j2jj19PSK8eDBGmgDLjJAf+hMe0TYd/foN3/zN9PfwYwInT59UidOHDe+84nPzAPNx8fH9XPvfa/QbeYDDvLMmpkDHrAO1sA98o79B/d1Ts4nGlkuliyzwAQGPrZkGmBXGdvjxHFECDx5Bjb6U7eTL1e7fUiw5raK46tj+tjHPiZkatIHI6wzy3OzJWyf8uQjwQO8oCGw8Os9PV2GseI+kWAwFl6gZ4/4MA58mXPZthPagnMWmQ80JL4pyE/njjkO2m5aEA/xAhS0RZ4rjtmMun7/939PX/riF/VXf/lXvv99nfa+jEMP9mrYa3iIzd+xfbtajguJO/H9DzzwgA/ljlj2Vr2OzD5p3v5oUdiTOR/MsPdbdMJ6Gftiu1R1bDa8cUyvfM3P6Bof2BY9/zonhVcd4N3+sldoqw/k5n0wuXV8u7K8YB3oFYdrHGbw91arpbKOHjqir3zpC3rskf16qQ/7brzxZpH8P3PmnJ46+Iz2+LD3+puu04494zp15qQ40Ab/sC2E5tCq4gOlUqGgv/iLv9Tf/d3H9dG//rAOOc6C9tCQ/uneCWz2pzzj95Ed2nt6utM+DDpil4E57ZwB9p6c3MMPP2w89qhmewwv2Zty/+d//ufpsBpbzwEjccU//dM/pT0zPvOaa66x6LVS/mCHD1GBz0vEFiXr46yIgS+97FK94Y1v1IR9aMn0k7L0YtnwulHLWVn9QzWhs4VSQRdfepGmpqd9KDWi177+DbrmJdenXyH4wC/+UpoTvix6jT22Nbt27xJ0rjj+jIgkp/fee0+yI2HanTs3ldZMfLLKN3l88P5yJ/BvvummtB//xV/8RfHtppPHT+jo8ePmX65nn302yQc+k3iA+ZDrhvff6BPy3mCv1pTmF5fFOtGxkvOUHITLn6WFecn98Zkc0CD/8CaibTegPTqIfCbZN67YCXKp4fHIOH2AUbC+Ib8mmLp9CF1zvNzy/n9pfs6Hb9PJN/PiCr80w0uCzz//nJ7yQTf4o+9T01Oq2A9iR7ABBcsQuLTsfxaMZ7Fo/+k5eR5zTrZYKiZ7hF9gLtbsZh/MvFq/4kNrcrrPPHNYcwtrzpLmeurpp/XDH96r//9/+1N98pN/5674toZ9w6TOmt98ieHvP/EJPWq9Z80F73mYq7u7x/Quad3wiOVub9KHnt5+5cZnxklv9gtlx51NE3jV+bOm80G5Y4eI8Nxz1l1pnfdJ2LYZx+95nlkOmyZZw4ejVf3kJ/cL2vPtzLLnHBi0H/IeZa2+qrXVJdv5JS3xjbips443pp2jOu5E+4TmZ6eFv+52LFEwLhXbw3XD6+3jd4iD+O7uXs+dqcf5nv7aoGnbpbxQVo/3VYNDrOUCXXrZPu3wQc6ll12ml9740hQjNLzvB99B49F0TnD63KTq5GZtm+DrQH+f6V43bqtanJvzAeiSn9dsn+Y0bR7in/fvf0TkAJFHnud9wMnLXMePH9Oic2Vl6xbywsE4OS7kEh2OCFHnwwHn4XOZUIbdEDYC2wCcFcfpxWLBNruj3d4mAAAQAElEQVSQ9MeMdLdWKtPWR/rRn3pkYsEH+ODBc0Qot5wWi8Wkb9wXLGfgg9+G3wW3watSqWT6Rdpzs5fY6rwg/Tr1zAN8YAOHep7lD/ct61VEJBhV+2Ti/V7zYuvWLUJmb7rxJv2bf/NvxEEdcTDz02fcvgT5AwbrqHs/iF4UjWcYNgeDvEAATHQHmPv27dNAbUDsD8gpEh+js4yjoNfHbTfw1SM+VAffiEi+pe78YEQk+4Ydoc+JEyeSbVl0Xoz92qz5jH1e8T4FP86eaXBwSPyZiOuvv0HYVgo2esS5R+IDCrjBV+Zb8J41w36Y/nXbpf7+Ac9ZMR+L2mafdMP1N2rU/mrc97t37zGfCt7fPqHPff6LeuTR/Vq2DPK37V/+ipdrzTg/9PBD+uKXvuh92mld773Fddddp927dnqPMaDNmzc6z9mjiYkzydZevHevbnPst8dnONB09wV79MqfebVl/kbbil8RdPvyV76qb37rW9qwaaPe9Oa3WBe26tDho7r/Jz/Rl77yJZ09dzb94gQvU21yrvRC2/SNPlidPndGs7PnTK9DziE/pP7+/rTne/7553XXXXfpnnvu0f7HHksyDE/gM3IEjylmaZLFdc7JQntoi0+77bbbBI/h3bTlOs8z60Ld+n9SxIzwA3llfNOy1rB+8pxB4yxP+sAzbRTaKU3nV+H5i9u4jwjzopBwAQZwbXrNh5xbz91IMCNC+CzGIPsU4NIpN2/RLdrxQ8je+PhWjVt3BgcHtdVX1sgVmkeEaTebeISsIV8KJRzQQfQO3M+l+H0hzc880BAfDq022hd0YCKDl19+uci9vepVr0o0v//++4Wugi8+EnpylnDq9Ckt2Zacdbx4yHso9u0HDx7Uo48+muwx+oLsM65iewWvwImCzYD++GAK8fHM7IzqtpfYbWwec1Hoh93ivrNGeEC/PM9M13qiMTIx7EN/5KBDzyzLtbK0ovpqXXKejrWDD4X7iEg8yyJMNde80ODeeSYV/D+aIiIRFcJRMC7u7skbRrrNWJ4jQhGZEBCYgdGp1fpFsBnuEJYIAlRO9/2YGEJf4BG8bPUJcY83HwR2DRuuiLCja6akB1/73W0FhIClUlGtrKXMyTV3SfOxWZYfcgtRlucOzFfTIS+Ew4ijuBCQawTYgIGUZZnC/7F2hIUrLQmO2zrXiEh98zxLBM/cRokI8WHc2tqq6lakkoPhipMUCPKLYdKPQl/quacAp2SHgWDkWU5Vog039JXxkz+M4TkiXsAhIhQR4hPx02tEJHyBTYmI1I97FIvCnBGR5kJogA0OKCH9dP7DfUS7X8tBGdXUdUpuelM6zxHxwtwR7XnlT8v8V0gRkdoj2jDlT0QoMpcIPynhxHqRjzUnSTr4gTeGDdyZL3X2/yJCnWfGGUKaB7xYU6cNHCgR7f6ZrxYyEXxyHxFJKXBEOCR+WxxnxBhwARbKBjzqmIurzn+4p1BPVUQkvMADnLlGtNcNPNZFX0pnHPXoD4qPgWQ+1gxf6EcdfXguFoovwKfNi1ae/VQHcbib7JQqDtyRf4wSBo1DqyEnVq+96mot2bmyOZpyAFaqFrVlfIt4O4efPoAGE052POlkBgHD/v37bQuKutobIt502bVrd9qwgEvZAXhTSklU6AM+0MtViZ+RZyo4QKo6QO3Ykcy4ZnmAth3u6eSQaWNedJfgDgONDmNUwROaMR/0ghazToTw5lDH0M/OzDq5O5wcBuvHcSI3EZHeiiVxjMFlbhIIBCzUQVP6wSe+WcAz8PMs15gTxBt9kABui4sLyenQjnEfsfOdc3KQsfCNdWO4bSBVKpTETypxWD3vpO6RQ4f0xOOPCz6wDuiBzVh2koBxyDpzlkpFwa9lb9BJ7kAD7B9BEfJQtI2Z8jq7neRANiLC0zWS0wIeSY6GNxUt23KIawqLD36g6QAKVcy8roigOslQlmUv3EMDyvnmNv/8AI7gTV8KPOjUUc9zAnL+f9CIQt+GAw36wrvcNmPWNJt2cBIRlqlScuboHW+PQUfkLsvZ8LRSe2b8gB8RaZ3AogCfuWkHbqdEhJq2V52EIM6bPtAUWYa+yAzfMgPueZTThX4RIWB18IWOnX4R4cd4gW4RP31mDOPBLSLSRgNaFvKCYAcwaOMaEep8GNMZyz0lIjxHu0+nfwefpjdbESH+kz8tM7Uzhvm4p64jUx3Y0AqaRYRHSfhUaALNkW/6IVPIIX+nEFxz477CV+NabX5kWa6ISDLXMo3bet5+zvM81UdE2gAxf0R7Lg7asGtMvOoNQbc3oARO3/72t1NyBT2HX8gF/D906LCeOL/Rp42f50HX0Yfx8XGxDurRYb6dRMDcMh342a/Xvu514qdCsCH3/uAHIvF9113fTPEE/ZmfpDfzg2PLvru+uqY8+yn+0AqdYx7kh3WWrXvMkWWZN9VzSTeYgzrWxpVAjHHwCjpCQ2AxnnGhUMEbdja0YdoueV6uEVniR0RbJ5CZdU549nvjvG6gX1s2bdC6oX4NDw1q2PVVJ8xa3uy3HHucPnUsHaSOuH5osN9xV0nN5ppkocvz3Fd5zmKy1709VW/qM6m5qlUngZccKOb2Jbk3in19vYlGbAqxn2wsic84PNnuRCOwqj4UlTIHxyspzlr0YQfJxQUnW0hWEWDXakNuW9OUD4fPnDnrTdCknjc/nz74nB5/4il97+7v65x9Dv512Ymrw0eP6TknEbHNrPnMyZP2CRPm8VqiCb9QAp/QWw7SDtmWYkOQA/zCzMxMWiN92OxBa3Bdq68J/PEDa6ZT1Qkm2rDR/IzRtBMxR44c1fe92UIuquVKms+ssJ1ZValcUt2JmdW1ZeFrlm2TscHwd9iJHfwpdgSbgt6d86bgyJEjhlFL+NAXnNnEIA8kzOvehPKMzwCv/v7+5FNYA3IPbOzg2YmzTio9lg4GmQf4nQ0c+sr6qGOOwaF1GtuwUeM+iBzw/Ukni5FDkGBzwKaSjQhzsgZklcJcbDqQb3CjP+0U5mBdrG/ByRBwoM/g0JDZn2vaSWSSWcsrq06GTesJ85W/fU5f5um33CI3W7x5Q+7RjaoTGtu2bdP73ve+tHlGdhad2OGbps8del6Tk1OKwMbXNWOfOekE51EnLyenpi1vy8l3Qk9sxIMPPugk2E/MpzVBB+SANVEiQsw5PLxOyHFECFlmHPzn2zP9pjs40V/+oKfco7PwonMfEQkn+MdGEfzRBb4RRkKFDTcbx7e85S3J5u3de7He+ta3aefOXTp65Ljn3aj7H3hQ99//oO3c0XTIylwkT+ER9GXOUqmkVdsC+Mrca459oeWKbSV4Mj+85p4+RjnhxTojItmiiFDTNhC5qjgmow17uWfPHstkv6A/8Q78xd7Df2IM5JEYB9qgV+CHzerMVbB9KNg+RISYG9zAB7lBh8ER2CTMV51w+eEPf+i1rCYe0Ff+gDvzAhe8WCM6xy/AAIdxESHw5WWYz3zmMyKunLPskSz1tlDe/Clse7GfJKPr3jiDF/znbyhFhA/julVwrEm/iuWNpA+F+Ic4hLZiybS2Hi6Ztqu+hm1k3T4A/MCX9YNTRKSkzFnrNXEbeOdZlnRyzsmtW265RdCNBBR0QEfyPDOv79e07Rsy10loIlPoD/E1tGMN0KLb+0U29pGFMsOmQHcK9/IHfCjURUTiQW6ceaZe/kSE/9/+FxHJD/NEO/Sh0J9xFHBlrZTDPjT9D//hP+gDH/iA+PuC6Bj4YqugTcH0Ou29wFknVI4cO6brfWiK3bj00ktTrEpihHluv/12cQUmc5GUtZBaR+s+KDuhVTOxy4nxt1g/fv4X3q8bnMy87rrr9Z3vfFeL8wuyu9JzPjBiLDLMiwrrfLA67STaErG3bYUFPa0tItKhNmtET6AVMsAVHIDBlbV2ZASYHPi++93vFn6BvvAA20jswXpr3hshy9CHengFnEUnNbnCT+wI4yisFT8DHvRFhqjnSh0wI8I8y9LLFegl7fJn2IkbnukbEckPAANdQKeQOXBgDTt37hD5k02OA3Lvm1gfcNAhcECX6cd8FPhNfa1WE7EX/SmsmZiFeSLCeOXpAAy/hQ3FrkInbCR9gUV/+QNNgMFc8J9+xVJJdcf3+POX3nhj4k2v4whoTpzFmKWlZfHc8P4DGjJ3xb4YfA1WFn3byiNqfzPoj9K3oEmQcRCHT2SdpVIxxVzAQ6+o55uGD9kPPPiTB3XxRRfrdic/53zAseSYBLjQ9qknnlSe5brzzq/rjA+l1xwHnD51ShUn535477167tnnjHPd3VtOxh4WsQUJX9ZGfIidRreJjaApa/jOd76T9pN8M/v3fvd39Z/+7/+gg08dSPMUbHuWHXc86ITgP93xGR0+etyHhNJtr3iFfvXXfl2/8Ru/rTe9+W16+SterRs5KHXua51jiZtvusUxxpym7POGfdCCTiJrr/ch4dve9g7detvt6efsge8UmEqeJ7MczHq9rZZ337b7d915pz784Q/rn//5n9UyTzZsGHPi91T6GUvWfO8Pvq+F+dm0xkd8YMU3puA38yxZt+A1MsDc6BQHTPCZtiXTFJ/Bt1Lpgx9hX4p/pZ6XK/7gD/4g6SR7OXziL/3SL6WDive///1e92+Ib/KTdMePIlsTJ4/5oKnfpU/XvuQ63XDDjbrq6mvFN5SWfAh6+vQZoWvdXb1acDwQ3tcyDhuSe/3DoyPCvkw6bqg5Lvntf/2vddU1LzG8fkyJm9r7EL41WPV+Iy8Ufai5oHNTU07KLwsbwD6g2aw7tpgQa12z3yVnsrK6aHu1kmKVw47p/ukf/1Gfv+Nz+urXvqrP3nFHgo2eQgsOWckXYX+WTMeGfQptwIKmisyHFmXnJtesK1KzFZaJpmPgacfG5wT9D3ivc9R2GLs76/0xMp/nufgAg4I8oztly25EaM2+VuZ7kX4h7wFKac/JWPDIrVhdjgN4eXtkZFij64cdly8neXjKeZ1TPtw55ENj5uVQFVmgwFtowZyUiHD8tZR8OvqLH6PccuutGt++zQelrXS4AD2J+bA5w7Zt8P23f/tf65WverUuveRKqVVQKPf+pMeHNPv16U9/yjHfWcdvRS0szKUDz+07tgu9/PpXv8bSLOcl4f8zj1vyXqXi/cfI6AYNWkd6enpVqXZ7/sz4rfiAp5lo22y2zP9myke1jHvLe9csyzVqeelx3gRbPurYcGRknfprfRq0j/n2dzh0uVsPP/KQfdpCwqWrq6zl5QWtriyml1TzvGVb1bLtyFV1Xg2b1O0+pWIu1tzFt73L3eruH1T/wJB6fWjqEerp6RMvRFSqXa6racOGTbro4ku1cfNWbd22U1dceYW2eX/FPpa/rUqM2dPTrfWjw+In54kVzF7TIpcXJuRrbtoHB96/FfJMs7NTckrcuDW0aj2dmDitFetP3fIREelFT/wb+vzcc8/ajs54L9ijquMjSn9fn/ki+5d6o7wEHAAAEABJREFUkh/kq2W5Qr7q9tkRoSzLzI+WebFmGVrxwe28y5xAqGlbg71AbombsB/Ed8g/dj/PMtNxOZW6dYP+wM8tt7RHhCJCyG3Rek3cwHy0AQPYnsh4zwkdGOXlGdMLG80Y8KUvbfTDb6KXXMGJOnwsOsF6mQOb1fShFn5ko/N7b33rW1P8QwyL/WJ+1gCe4Is+A4d75gTHrbbdxM8bNmzQtq3btNMHichBt88ywI2Dzq3e/xBzcNAI3uDJ3OAaESleBWZEJPoin9hU9AueEWeCC/OzBmjLYRP6yTPrYTx9wA9fBT7ghRwxFzDpB52KxbJpXTA/C6qdl9El+2ds6IMPPqxnvEdfdr6nu6tHe/ZcqB07dpnfq7rnB/fqqQNP215Nqdt6h23fbh50WabnnI/8A9v+Bx94wDI7ojXv6YveL5TLJctsQS3TGVxZ864dO7R7504hw+AceaYvffUrenT/YzqGPXKe4En70kHnVq99ybW66NKLrZ+D4ksuB556Svfc83191/73Tvu6o0ePpHzIRvu5sBWolgsq2ife98MfaNH5COZjD4ufvtd7EuR/cvKsGt43MD/06nJOulgs2H4smi5KOgDdaWPfBD/JO5H/Jh5AFtm3Ddt+DDkXgzwjo/SPaMtx0TJcdXxDvEB90/rR8P6CvjxHhJD9zHohf5Ax2ij0bZ2v437VtEQGiAehIbYLWHmWpZgKeWL8qnWdPrTJnw58cEPuuSLvwKta75Ex+EcMT75/YGBAyCdyu+KcNDCRMWiBHgCf+ZkDPNvwmsmH7vJZAPDGx8cFTOCs92E38Tv+Hj1ADrGX4AtfeOGAOl7iOXzksPprNV10ycVaZ79BfMkc09PT5kcj2aRiqeRVtf8xHh1jPOsExyeefELEsOgHfD7w9FO670c/1FNPPWkfM+k4Yib5r37v+xkHj4qW0cw+UjaqRctAd3eXZW0grQneb7BeQw/4XbWchzLb2YLyDJluCRpFtHme8QDDlIKxhiA2RIJoMBAiyh+EAqQj2gNd5flbkg1uBwaLL1qIIETZzh44MI4NAMyECc2mETDiEWEHWhIwV52MOTfpgMJJLYhBPxaLY2aTH1kmWUHqrbrWnNhqGtemYTS4WkiZPyKEYEa4r4mTm0g9dpooAmXYDOq2gQNHhI0xTY/tFAQFw4vwyB/aXyieKyIUhs0clIjw0lumV1N1K0nmpGjVm+Isz/XiOQzqf/kXEWJ8p0QAtw2LcR18oB0FvDr4RoT48Ex5Ab/zPIgIRUSiKQKb51l6jgjxoQ7+5MaRZ8Zz7dRnkaU1ARtcItp4JZwSrVupnTGdsVxfXDpt1JlsPP60tPQCPhGR7jPzNiKSLDEmzfUCXzxASv0iQuCJXMkf+kaEGC9/GOdL6pubF2mdWU5VKrRHROqfcVX4P6Xn3PSgAJ+r/GE8c0B/9IB7FDg8CvpE+M7FXRNNgN8p1FEi2n0igkeXVpIXxlOgMQ6ZK7xmjojM6yympBwbRpQYZZY/9ImIpDfgh06Cc0e38ixLxgJ4PZZ1aEOggCMolgrCMAzaYG7dvEUn7LQ+/4XP655779F37v6OlMlOc4edTEM4DJK2HE6w9q02kOghSaBLLrlU4IGxvOCCPdq0ebNGN2wQyfSOkY8IoX+Rhd1bS1khTxsJcAYn8Ea/i97YhFkMPOjBOoe8IYIOBesvdiQ3bxbsFMEH+qLTnXnoW3HyGzvRhllJgQn1EeHN0Vk7yCUH6QuJLhh7EgT7LtuniBBJeYImkv/YBmQLfvONEfBqOojkW/LgOm2jDi3kz4oT6t12RmxQwAubwQYIOhPAwVPsKG9PPe+Nysc/9jF9xwdGvOV8+eVX6P1OWF1z7bUCb3hFMgQ4zx96XqfPnNKcN7vgsW7dcNqYghvrK3tTVPR6oXVEpMAS3gPDCzKdi1KYkTI7s8xVue9aSQ1tIvycCb7kpmlEyBXi03Qj9AcONIb+9JFHUkfQQX1EiHoKfSIMQ/54fEQI3tImf5pOmmDHGYcviQhvKHo8ZSRe0A8eR0Ta2OH8eJ500pLrRge3eZan/jznxhlY4BMRSQc8TdIn2pGthhMYdSdKoB1wTp7gre3ZFCAQPDCevsgu7SRJ0GnWDu4RYd0rADbBpX/E+TW6ljX7knCiP/cU7sGP8i/veY4I5dYBX16gUUS84Cci3O71dfrqX3yYl0J7Sw1vwtdSD57DOsaVdUXEC7aIDsgM9YyFFxR0jWfkhrVDN4ILszptrJBJdAq/Pzoyoq5Kt01DJuAwfsVBNzzIz+PLFXj4eeiFDkVECn6Yi2fqGc9cXJH3M07MfunLX0pvoKHP4AocNh7oJDpHIEZ9RFvW0WvwY04OIPimFwk3kkLA5u3SzhgOcIglPmbdY61vectb04bg29/+lvig1yTRnnCibdUHGAXbooJtDmvrXJELnrFDC07oo//gSDv4IT/gsuoglgJ9qGfNDdsOxkeEMhdoAJ86cBS5CsVSe7Nv4sPHooO5LIske8xZcizVValqbP16bdyw3tdhZT5Eb9WdmMyaGqz1Krc8FHNpdHgolZ6usiolw85allOp7APXnv6e9IZob09VTcbmUmNtRYqmehw8DgzUtGFsvdYNDmp0ZFRj60e1y5vCi/depMsuu1zXvuR6bdq0WZVKl3GTN9AL6WAmJY5WljU55c2V/c3mLZtVctzHz+WueDM2MDAo/MOMD91m55e11ix42RUnlBrqcnKh5OCUwk8L822Nkz50PfjMc5r2IcSCbX7dB8WnT55yomA22YyZmWmRHOCKnZ3xAWqt5kSx7TFJN3ggf+D3/Py8cW2q5XizbJz6+nptV+d0dnLCNvZE+vby4cNHvKaK+IYbG88N9mMkVdYNDZhnSv1bjnvgxYpjVPhn8OI66s089fCVK7znwHLjpk3pDeFx+8y6bSA+DbyQky7Hhw3HirTt9GaSa9E8Bl9sPDgfOnTIm8V70i8Y4BOQOSmSz2W9zM216c1py7KCP6g4SThm3HmznXVAEzYU6AY6Dnzq0AfwrTuZgf5QnnBCDf9FP9pbtuXoI/3AnXGFQtH8HjCtulKJLFePk0bj27b5ueJSTQdObD44XLrYMQL2dvPmTSmRC13Y/B84cED8msX9P3lAX//GnZozj5EXPNSyD7XAY8l0np1fVLW7J/1tqVHL/tat4/brPYmf2JSSN1XQn+QlbfAefOEfGzdoDD+wJSQxsBs8Y/PhhfwpnNd15lywbtMGD9gDMB56MAc8GnDMBAzgY7tIUJAYWbbcYY+gF/DAbZ0TAMRKWRRULlWtSxu04o0pf1dreN2Iyvbf11x7leOlBZmM+vzn70g0Yr6IcIKrV9CJnwwEl9x2NqLNf3hDYa6IUESoc099RLuOMayXK+3IFbjyjOzMzs6IhDjPfU72IQ+d8ayHzXCeZ6Kut7c36V7dvjU3LtCZ5FSWZaaihAx9x4kNnqEb8szGnBda6AttkAVsJe0RkXyDxSz5G+ixzjSjQGt+SvYjH/mIeMEGvE6cPGFb0a1l2+imQstOHnIguuQEQ8NASJRWrVfwFT0Hx3A9eDCeNUCD/v5aohXtrVZ4baaVsnSdnZ33GuvKsoLQB5IvyD3wgIEuoa8kBPBNL3v5y51k2iPeXGdfyVys87777ksySmKKOn4BhnEXXniR+dqXSqPeVJ4XTLtwwnYpxdtr1kd5bZ39F3SLCOMDfq10hXasA/y5Qu8I1tFShNfiQh2FNUe023iWP4yDRhHtemBgF5D7uufnHhnZZPvFS0j8xBnyjj2hft3QOkETEljAevSxx6y/Czpw4KBKpYq2bduh97zn57yeZkqYrvlAomB54e9cEYc9+eRTXn9vah8YHNLr3vAG8TNuHKCMb9uuP/zDP/Sh1rPWlWXd87279Wd//CfiZ4RnbeOJs9H5snW2mGdaXTbd7L/O2ZaTMOsc3J05c9rx/mKyldAQvNED1scz9he+oMsc5kBTntF7eM0hAPJOP54ptBP7I8PcU7iH35l1ICK8/pIpLEEX9Jg+zEclusI8HTwy96edmIv+7M/gF8/Ul23bgMEctHf4xDP9KMBiXNMHQOVy0fRetIyEqIfHRfsUrqwbPLFx/f19iX8R8ULcSX/g5oVc2F/6z3ifw7cIsD08Qyt0l3mxg9g2cAI3ZKVDY659Tsjv3rNb233o2+v7OftgbA99mQc6rKLH3t+D16LtLrRnLUecFP3oR/86/S019p/UcaiDT2Jfhd0Cnx77BWSB+aBTrVZzvDCtl7zkJXqjZQqewT8SpGfPnknJ2SPHjgq7xk/7sqcm7vvmN7+pP/7jP9ZnP/tZfdwx4if/7hO6+7vfc5L2u/qD//Kfdccdn7WsNizT77Fsb0tzrDrOg+fINvrC30/jMJIDxV27dmnYdkwNe7N6y/FWTa9+9c/oda9/o177utc7yb7bMOa0ect4+vWG7Tt3+2D0Om3ZusN123XdddfroA91160b1b7Lr9Sb3vxWoRt9fTVNTU2rUCwLP/qjH/1YE2fOpD16RAibgQ3mpxX/03/8j/rQX31I997zA/ECIfvN173udeJnWPFbn/70p9Mh6+/68PfrX/uK/u7jf5u+lUgb3whBZh9++OH0jRBsGQlKXmBknXf48PDpgwdEPAIv3/SmNyWfzzjq4CfxCvRn7yZ/kBNeNHqFD5HxacTp9Mf3QDNouHD+cExZrslz02p5TWedC+w2nzd4D8h+nwLNQ5H2w132ofwMKV/UYO8678PLB3yg/tnP3uF8xg+d6O9Tqnd8ceLUyXTPXn91ZU2FvGQ+zJi3TfHNqP5avw4+c9BjulWploVMsZdhPg6iP/WP/6AP/fWHdPc9d+uHP/qR6N/b3y/kk/Vi34l5vNyk/3M+BIWO0APZn5g4o4kzEyLWfObZ5x1/Ttn3L2vN+4NV+wL8Gv6GF1SOHD2WYt2z5i+HY9gOYhPoiP7BJ3SW59y2FVlkLnDlmlmPVyyj3INPhOMGP/OCH/vx5cVF8ctZ6ZuOU5M66wO3adP68POHxC9otRyvTnju5559Nr0o8N3vfjclodEn5gcuelh1HgKb2OEpOGIX1vtA48DTT+shyxAv13CAEREpl0XuCFl4x9vfpXe842d9qP6zGh/frscff1J8A/2b37xL0GrAh5qbzPdbfUiLvNzxmc+IudkHRYQPSopyUkm12qC2bNmqgcFhy4R5571JgRddI1O4FB17FRy3ojfd3X2KvKDl1YaWl1edLB8SNoRflGBtpVJRqytLludenTG/Tp48rmeePuDYZtJ1PdrkvVdPd0XlSq6RdYNaPzJkOejRyOighgb7NeT9Qpf3Xb3eS415z9zrvUZvb02D1uVRH5putW/c6rWOjIxpg583O2fG83YfUg0MrDMuFfX58HXTlnFddPElvu93/NuV4p6S11Qpl9TT1Z3iplXbT+wm+6Dl5UUfHjynk46RjvgQ/on9j2py4pT936Iq5cfU23MAABAASURBVMx794qq1pWzp89ozoddyCM2FP2FZxxEnTp1wjRZ8phV60RDJrY6n4gQPCf2Q9YojEUfC/bFyCd+gkOm6alzHtYSMHkRjjZsNPJKKdgnlezb3CnNAx4ckGMDkF/gUejDPMwREaZNKRXqgHny5EmhBxPOH7AefBP6g76tWtZZF7qBH+ee+bhS+q23+BvsJTbLi00xSdG40Q484jviAOZ74IH704tlzAUd8F+sibay95RcmYcDVXSi6b0ic9et2+CD3NIPn8MVWaMdPCmsG9owfwdP5mCdjEcPLrn4YkWE+JUVxhMnQ6ND3icePHjQOjNhlrW8p16VOyYbVHc8x/rAGRyhK/PBO/At+5APXw0ccMitG8Mj69XfP+B9VrdtYFU/eeDBtAd97tlDyrOCbrnlNr30pTfru9+9W3/yJ3+qr37tTn3hS1/Rho2bxEs0b3j9G/QLP/fzmvHe/e///u9159e/pk/9wyf1zbu+obL5vnHjBg0OWK6dj5h1TNf0Ppgc6jrvrS684AIRW5MreNs73q7bX/4yEXtGhNCHV73q1c4jbNKeC3axRGGDsD3/8A//oE984hP63ve+Z/t6SJVSUVdfdbluuP4a7d45rnBu5NFHHlKlXNTNN79UF1+yV6dPn9ITTz6u6Zkp1R0/8UtT0KtSKQvaQuOS4UCfSecioduo9/ocsOOzwIv90U7v34n96Vc1PaV2HA5NI8wvyyJw4Tv0jwhxhR/wWP5wjzwwhivPrk760TAP4U160dhxEnIHPPpERIrhOs+MpwAjot3GWOZBBpBDrjxT3y6rWvUeijHoBHLB+gcHB0Vct2XLFtEG/sR9jEf3iCWhSYS9sQv4ghNX1kc/ruhvnmVpLUXrF3QFj1OnTieZRX7RY+ImXqwmL4/Mwte5+Tmter85OzcrdHvSh9+T5sXp06fTXvnUqVOOiaYSPcGTsnfvhUlmwJeYFXqgQ9gXYss7PvdZ3XXXnXr8icctK4eFvrM+8IWOFOix4nzWinMRMj9ZJ7SC9vg76umH3SLuKtu25lnO0pOdzPIsVCxkgi4sFoIzGIHFuLBA7kEK4LR3CsAJwkGo6sMFiA7haAeJVEyUhoNnCEwbpWwHwZjF+QWdOHZcvFmIQvDtsyzL2gqNgBo3fs5JPtlo2YM2vUBHjwr3SSs4/7+INmMjwjWtZFxyBxZ+SAIBI/M89xpDEBtcaAMHiANhWWNEpD6skzYKNGFarqnw4MHcLywuaXJqRssO0krnjSvwGOcuYi3/byWiPRd9V8w8xjEGuNCPZ648U0/hnnrw4/ri9ohI87FO5owISRSlT5iW3DAGvjScjOM5ot0HPOqNup3qmiIiOTBg0SeVVvp/+h94UIBFYSzPNEaEmJ8SnjOi45DriS/yh74U36Y67gEPHOCxNtoyjweHiBA8i2jjGhECvvxhDON9m+o6/ajDudFOG3DyLFMeIaAYhCIijQHWiws4MF7+UI9ick10N40igKA0Xuc/nf48RsR5uO1+8geYDQerrI17rujUvA0lcCMiySr6gYHGqeP8ee7ABgf5ExGJbsBBVxnPurmPiJSkQucwQBjKSy65xEHngIP4JT3y8CNpQ/XY44+JFxMuuPCClBQikQV8YACX5CdGC704evSo0O2NDnIjQuCNDs7MzanZaolgPcmUHST0ps5aaEPaTHwDbqcdPDFEdQeFdSdcaMORAXubk7PM09FX1gU86IATgyboLwafeowrtAFf1sl6GYPdwh5hVMEVWjMvDmPMhwbQlDkw5PTJLGfAAw7w2VBxDywCFn6uiJ+eWLODlG3ZKQd0bPBJLJH0BBbOA7w4mAU+NPvMZ/5Z3/7WtwQ/ccg//773OSDY4wD4iA8k5pOukTA4bQe/bdtWH2Zv86Z/fZId1sX84OHzACnL1fANDgJ7QX1ECD6QUM8cEDGGAk0pYVnhOSKUFwpJvqiXP6zXQiSe8yxzjd2HednpH9GWsdx2c+28Y4em0Ic+jLMCGIQ11315hsZNJxOWl1bt7JvnNzkVQRtownqYF5g8d+DBA5Ih0BFE4BdyiOxxZa2Mo75TgAEe9C87WMu92HaQ1hQBPj83iPzCc4ID8GZshDt6ELKEzIMzuAM/ot0GXOoi2jTo3Ee02yNMr1bmtUsRkegKPvTT+Q/3FOBSgElTRBtGy7yknXGUiLBoNVOhb6cwNrN8Rtaw51lL80Wch3GeX501dOAzFpgdu0V757nDCxKd0Bb5RlYnz016Q7mavqnu1aliH33wyae94Z6wHje07ARmG74sh2sJT2BSkEcKNEbP4TOFTQE85J6NMXN9//vfTwkDeE0AzZvqFAI5ZAL8uMcWAI+35tiMnD07kTY+yAIxSa1WSwdiJHz4dhjzMpYx6Pw9nodNOgEwNuXhhx8SCSC+TUYyB13asWO3A7CNThw8pK985Suanp5OayVYgnbQEZlhjeDAGlkL9KRs8gYBWaMeWaYfeDB/7viD5058xOahVCikjeDM9GzaELBe1gNdKfC55Q0ZtmLBgWRuOVtbW9WaA7xiFmo6gdzbXdG6gV7Jfmior0cbRofVWy2ru1hQT6WiQSeHeqpdqpYKpleXuqpVFbNMhUzq6/FzV1llH7YWjV9/f58Gh2oaMwzegB5dP6INLqPDI7ZDY0lvoV3RsjA7OycC+2pXVZu3btH49m3a643eXh+c7dxzgTZt3iJohB1ebxu7cdOYen3Y29XTre7emg9SjUOl1xuYkLKiFmwjjh4/ZR8kJ+WX9MDDj+rkxKSTdYt68CcPJR0+fuK4Dh0+pGefedoyM2O/s+zrbJJT9AI7z0YXPZp0wN2yPlC/Zr+yarq1HDOWvXk7fuKoJs9NOKbJDWPRtndBvP09NDSUbDO/ZmDyamRknYqmY29PT6Ib8gQ89IQrGwnkgStzkGQAB2QCu7zRG8v6WkMLc4vq6e7VpBMM9GMe5KnXB1OMxbfy83cc3KAf0IyNBbLERp81cY2IpO+FQiH5dGSqUMxVrhTV1V31Zmg1lX4nCYhhwYGxHC52dfeIDZ/8Oe1NCHPhs5iPDQpJ0orlBZqBF/rEwSPlqquuFm+akvjp7u61HPWlmBwZZy0WS5Ud7xq0eLv05ptvFsky2qEVm018YaVSFX6bxNhN7oO97enpFvLda1og+8hXtw/ix8bGxGEsY0e8secbrna15lWbXxOWDWjZ29tne1uwnMybNo7n7J+uuuoqMY4Y4lLHOq985SvtS3cIHLAVc9Yl+FcsFsUGGH3FN8C76elpw4m0kY6IROdOX/qD32Ynv9jscXj2xje+URykwhMODfEtwMRmsXZ0Hh6fOoW96teAD6FWvD/o6enzJvJsiqPg38jIsHgZDZrhi551ApPkAHLAOnhLHr5CI3gE3Iiwz2kpJEVEKsgjuMifTj/GgDtjkDv4Db2REeBff/0NSW7on1nwGY8OIT+MgT4TE2fTXLRhzww+PUMbYPLMHPAU3vHcKcgGvIqIpF/Ai2jHjdCccvfd30syBR2QH2Kkz/pgAx9Bf+Z51fmfiAIec4LjnGNOCTpIrZDtyKJWre8VyzJ90EVoSl/GdWCxzvZ6M9uBkqARa6MPfeUPfZFn6qArOgg85oQ2HN4fchKLfvgxfjL+6YNPp409+oWcMMf69et9WH2FXvva12iLE774+gfuf1C8ZIJMQ5u6E27QGpwjQuACHhHte+CAI8WoCfwjwtdMEaGm/QR9GA+OjOVZ/rz4CtyISAdtdcdxtOEzsQWMQdbow9r4ic7f+I3fSLqEfrB+dBObMb5tPOktCXFkneQS+oV/9ZTJLjcd01Ss8+fOzQj9vfMb39S99/5QtdqAOnKCHLLnya2L4ZiVw4R164at5/Mp5rj3nnv0yEMPaYt17rprX2I+1VUpllQIJR/GzxuSTGbNfOux6X3siv1ivVXX+o1jSd6gLzwslUopxm6a6B06zvqwg7FcwbsjKxXLD/0YS3tEOOZZVqlYSnJKXwpygF9g7TwzBvpBS+6hMbLc0RlojY2h7xkf9tKOHqID4LjOB3Dc0x/7/+P771du3wxe4Ew9sBlPQedIXv/Zn/1ZSizxzHwrjhHq9VWvd8UyEokfEZF8OHbpyBH7QCekjh8/nuwi+AN30nXVrq7k71n3WT/jA5ALcAA3eAYM2jvPEZF8AHSEJqyd/sjXivMZyM+RI4f1uS98Xk8eeCrhw/6XNfX31+yHl5zYPK3Pf/7z+v/8zv+lJ598Qh94//uTH8HusWdlL8W3G1kfiTxsw/TsjPoHauInYPtrtXRQ+PM///P6nd/5ncQn+Aid7vGBInNNnjvn/oPac+GFuvX2l+nd73mvenq79exzB3WhE3DIPfyBJ1/84hfFrzAdO3xUP/7x/eq3XwUecOAb9ILXrJGXDX7lV35FHFYSv37wgx9MPof2HvuzkmV7xQeF3ZVu24dpzVjueLFg2XvIMccJJSfiik7gDg2P6s1vfYcPTgbsK0Y0NTuvA888py9/5WvW2brIK1nh7YN7leVFcdhz59e/Lr6xSwzxYx/w/fjHP07x0pEjR9RyjqHlQ7qbnfheWFgy3eftgzcaRKhkfUDeiL3xW7fccouT2FekWBT/c5cT3+CPHWNvTH/2Bvwk/FccHzMPvGYe6IIMfepTnxK/IPCwD9CQE2wl++Inn3xSW7dudTxVtP7Xkn6/5jWvSXtf2sfs7y80TwacvB3x/aX7LlfN9/id0dH1sNC4z5kHNbX8X8FxWXd3lzikQwYrpl0hz9Sy/pdLRW3YtFHT9g2nHSccP3FK/OIAfIaH5LoKXvuy5bLka699cdM24bN3fFbEmFdceblGHAMPpW8ZralW69dJx57M9Wu/9mvJHm7cvFEVxy69lrlXex0f+OVfSjrDepmDwgE0+oUsocvYz9xy8Oxzz/qQa8I0mLU9a5hX5/Tc84eFbDbsB06cOqP7fEhOv56+Ph/6LTu+mbMNXXD/usC1xzEpfqXbshURiT7YD3hZLJUcVze1Sk7F/MeGoa+MW1xYFD+dOzMzbVgNrSwvq1IuCX9yxnHhc88/az08paOWnVW3rS4ta96y2rCv4IX7e++9V/B2enpGff19SefnnbMaNc+2+0AB+z/kOBqdAJ+xDWM6dvyYnn3+OevQj53AvkvIEPSJCAHnor2XOuf0Sv27f/d/m4ab9IAPbv7mb/5WH/nIh/XVr35ZT9leEPfz8gN/muXDH/6QfedJ8ZPemWEUfEiaKVOXD1Avv/xK7bngQnF4WvG+p6urV1mhZIkJFYrlRCdktum9ATI775zttPcyyG63aQqPqh5H/Fj1XkneM8zaxhy0X3/AunX86BF1eX81MjwkcgwZL7EO1XTB7l3aPr7V8e8Fqdx800t1ycV7tWPnNrGX2uAD2DHvD7ds264du/do554L1dNXs5xu8V5pq7q6uhM/BoeGtHV8XL19A67r0bAPXHPjzS8GpXVmRfOqoJWVVeeHv9htAAAQAElEQVRU6ok3s+blyRMnNDM9neTqzOmTmjPOJ32o+sT+/d4vHdTRZw7rqPdOyDEHrfCab3Y3zVfWidxio9vyOm8Za/iAYU741qbzeHmWacaHXvTD9iFTXJGpzG3FYtF6Uktlq/W84GdsCOUJH1igZ1t8INNl34L9pD/zUrgHhlkp5AbYHPLjN3hGdpkrz3PrylnbzylxDyxkrTMeXcBHUI+fhNnAgKfENyedp+PPFXTmn7Vcg3/RtoS1oRf0Ya6C91j0AxcKOjw0tE4bnPOkLzF0RCQ72unPWlgHcoV8A7diWenu6UpxPn6LdmCjG+BoEGktEaGiacZLR1wZT5/O+pn/0PPPJz/JmvtrtcR/5mZPhd/C3kYYjvVfIREHExMzJzThSuEeXMC3Uq2mefNCnnQZ3CNCq/ZLtF1+xVW69daXCVu9d+/FOn78hB57bL8OHnxWU+emNDa2QT/zM69zDDEkbNKp0xP67t33aNF244rLLxc/mzy+ZbNl8Blh5z9nG/tPn/6UPvM//0mPWzaRt+npc8ozea9VUUT4eKelknndZ31kz8rfY738qivTyy7oKTR63naKnB40hIfwCtzxRXfccYcon/vc5/TZz3xGcmx8+223qNbfo80bRzVm2x62CMDfvmNc6227kLGJiTO2yXOanZsWv1LItau7ojF012Vo3aCQmZppP+Z1b7QssPfDVuA/KcjbnP0OPF714eSKC7IKT6Ep8RVzderIx5Rtf5Ex7BJ9WE92XqeAw1iulDzLkp3An+D35A/twPNtaoMW3KNzxWKpzV/TE7iUCNP4fGGeCFPD9hBZWnOepO4zOlepYJkoWZaqlhF0l30pc3WeicmQI3iw5j0X+NEeEbZRmcCpM77s/ABzs/bp6WmxVuZGZpBxCms/Yfmiba9jAV7AhbbIyI9se5/3Xuvgs8/o7nu+n3zlqA+1mRcbc8ht6Dgv/k05z7LePIU/7NflD3JDDIPPZO9x2223Jf91t/ed9/zg+zr4zEFxcHvCdhR7MTExIa7wct6HueQ7C06aeWlJN1gL9ILf0Jvrmv1tluWOq8qmXUFZnmfKsjaxGcACGSR/IBYKC4FYBG0AgakICUSinn6MpZ4+HiqIxaTURyY1LeD0hbgzU9M6eOBp8XYgf1cGQwURttgoE+COe+NWssA17dgo/H58w8EPcCnB/86XiGgrpK/MyXwUDgAwLqyFQncYD67cZ1mWmM+120HS6OhIMoAwm7qW8W1Z4IDFOjqFw4I1B0DTDnpXTEz6dzvAASZ9uTI+z3NxpUT8FMeIoEuiD/2ZgwqubDZeXBcRCYb8abc30jg/pnpgcx8RL9CAZ/pSuI9ot2WRif7UM4dr0xj68EyJiKSI9OOZNdOfPhEe4cI9hfrWeRq1TCfqGMe6KdxT36E9dM/yjG5pDS3zk3bmoXD/L0tmHiF70Bje0Q48rp0xoEQ/4Ee0jQRt4M41IpRR5I/xZKzv0toj2muK+N+PA2ae5UlO8jxPChMRAm4HDrAoEZFgggslIrxOWiz7XitjeKIN3HCWrIVn1ojxKRYLKruUCoWkwOhaZxzXlukNToxhLLoELJwlNKKNzTvBK0YBBw3eBAMYnye9YUWXtu/arttfdrve+c53ioQgc6PLpx1cA4/7Td6crHdSCIPK5or5gAMetINblzc3PIM/c/FsIviwpZFoVPBaisVikjuu9mdadjA756AGGBhl7AXjKRhVbETFiQ1oxRz0iciEoSzY2GNISWKdOTOhiLAznE+baPCDpi3zGNhsAPnGBPYL3DC8fMNg1Tq76sCBuRgDzZpOArHuiEi8pm5ubj69mfU3H/2oMkk3vOQlTqwU0wEOdGAOaIzBpj9479ixI/HtBz/4gROnE7rVDn3f5fvSzyJfdfXViSYk0p93kMTa4N+FF+7R5VfsE04YR8VmF/7CU+DSr6u7O8ne1NSUkyVrKSFc8QaAn0zLvbEAd+ZvWs4Yg7w37CQbdpKrDsKhSQTy2Eo48OwlJfpxZRwwkBXmpi6i3R+nQjtt0At8wJt7klmMox1/QHC+4M0b7dBo8uxkCgbpwzjgsq5OO+PABX7ThzG0ISvMRxv3EZHoyjP4MTe87nagXuvr1fLSojcCCyLo5Bto6AK8uPbaa1NdZx5oExGJluBRKpYSvyMi0aXuAypKZx7menHJs4LyrCh8ADCxqayJ/hHBrXW+9UKJaNelBv+Pfr4owcwzsUaegUUbV54p6Tmaavi/Vlb3nM0El7ZOoQ90s8inKsZTl2VIrJKs8IzeUcd88CHJigcRPGAvCEiLtjm99mNVH5xR2HgNewM5vnVLog32urur4qBzMc1VLBXV4Q1wIwvBR2AzB3VcOdAkqKYe/MAXPhO8EC+gn8gOshIRKaA5c+ZMenuMILbqwI5+IyOjiV7ALds+IAPM9553/5wIlrBVrJE6dJPnC/fuFUlu9P4qHxCtc9J26/h2J+BXtOwDDmB1WYYI3iKylLBCRqQQV+Axz8r5JEzHz7MWky9tJlgPBbmlHh2IiBTkMrZUKAjaEkSz7nVOnua2Yx17hB2CLpSl5UUfXrfXXneMsWY7Vbf+5obH+G4fhPKW9I6tm7VlbCQdom5ZP6rNY6Ma6O/Vlk1jWjdU86a/oa5ybl+SKzdf1pxorfoAzrGhE9O5ODDd7kTAgJMjobrtZ1kDfT3aZl5v2rRBHKr2+9Bq2PQaGBhQoVhU/0BNI57rWtvB6264QZdefoX2XXGlttvmbd6yRb2G1eUEwaZNmxy09iovSuVq0dLb9H3RIpipUu1W38CQ63tUqvY5ebhex06e1dlz86p7F1gsVZxIWnPiccZ2fdYJgllZ6JP8IWvQQf70WuehOTxis0wb9gD/BT3xE61Ww5vFojegq960lcW3O1bXTJeeXuNRNew5Qcu1lSXzyjbVfFmzb+jr6/O4ssrWgyzPneDoUmZ9gvf4wWq14jix33Uy3Io3CUsaGlynQa+Lbz8cPXZUJ5zUgG4VHyzcddddKthGM//x4yeNj3GwzCEryAOyefDgQSE/yD0+hQ0cmydeIOAN2oXFOfvUNZXLrGdNfCJCEWE8spT06O3r15GjxxOd522DscO89c9mAflGh3KvJyK83oaTMytivqJ5i+x1my6RFazfq/ZFa95Ezon+bErQLw5POOxcs1+58sordbk3zuguunbk8JFkn2s1H5p7k8U3kiIifZMGGPjuISdKWddNN93sdZTT/GVvuI4cPeoD9YbmFxfFtzMi2jQnkVG1PI1v26HBoWGVnHxeWa5bHFppzehR1bYBHNC5SccDfLP66OHDmpub0c4d2zTiw/Eu26xyuZToyzoZQwFXDkjx3/iLLvOEuAAcM/ObvvCcb7Dt27dPbPKxA5OT53Ts2HHLwGCiI4kkZBFbivzBU/y7/IG2q9bfuhNYa9Zl2nInV0lWzcyc00nLya5dO5N8j3kzyCFn2TRBdgq2G+CD/QZ+xE/53TJsYNJGAV/oHBFuaSW8qJNCESFiJp4p8HDF9gBfia6AE3iu2MZ1YKEDJcsFeExOnk0HzdCDOYEB/RacUIVW1MNfcGS8zn/Ah2diUWADc8A2hMP0CScxPuUk/JplhSThtBO1ZfOSn479ZR9K/Oy73qVl45ObBj2WS77pCV3a84fp1bIcyLpUV6/b4R1rASfohryzUQanTgEHcKWdeVkzBT076aQbifAJb6iBAd78VOYDDzwg5IS5SXqiQ6Pe0CNvzIns0ca1zb/rE634mfLh4RFt4tv85apxDSeszyq3UWw42e0wzXzJxPwR4XbW03JdCPxYJziAL/SOCMt8/kI/1mRFNx2aqY4x9I9o85vnzth2/BxJJqALfOnv7zdum1Ry4gT42BzWgS2KCLG+Q05WwLMeJ7hYHzzHp3I/MjIi7tGJ4eFhH3j0p4Q5Ngx46+0nwAH9euUrX5V0hXHUMSc2hWT92lpdYxs2qmrdKxdLKel/0rr1c+9+j8bYe9gm882FJx9/TJ/65N87cXxGxCWjnh9eAYc54SFrgMesT/7wXCyV0hr96H8t06Ce6Fu1rEEvrgvz9j3WT+6pg7bQf/Z8goyf7wUu/eAX64Om3CNz0JnCuIg2nYEFHiXPj57RztqRO/SBNu6ZBzjQE3liLdiRB+5/wDasbX+RR+afnp5OfMHGwCtiNmSWuby4JAv0Yw2lUtG+qey6uuVGpv+AoD/9oNs9379H/EJAzfa6ZlkAJngQL99000266KKLPb5L3ba/hywH4MoBLvsacGat1IEbMsLaoiXHHZnW+yCMtQw4bmDPc9mll4k9Jgda5XLBfn3OcVOv4B20vMIHWSS64Bd0+uVf/mX93u/9nvh50He/+91O7N4q7HDFMR92AFy/8Y1vpBeCH33sUfFS12tf91qF4xzg1X0QwDo3bdqYfAzyu23bNvE3Cdf7ELPqGPeWW29Xfa0pDpb+1a99UL/w/vcZr3mGpQQbh4zve9/7tM3joCk0hjfwjQJfwadYLCR9B++IcOL5uPiFnX//7/99gkP8xPwRkfYnjIX+8KjhADIvlpwwvkBDjrNO269cfcNL9a9+/Tf1wV/7P/SOd/2s9viwt2DfxbiWFX7z5k26/bbbdf111+sGl6cPHEjzwYfnn3su8fniSy9JtHvwJw/6AOq0Dh06rL7emn72Xe/RNddcm/4G73ve8x7xbVF+kvvKK69KP7/7xje+UevXj+lq71M3OmlMwh4+8nIJLyfdfPPN6u+rmU4LaV/BS8AkXEnqI7PTls9PfOITwj4+4YPUj3/847rnnnuSvkWErnTMwNprtZo4rOc+Ihw31nTxJZeaz7fpHe/8WX3gl35ZYxs2aJ3tSpblSQ+KpZJ50/Lc8+KlTGQXW4zvYg9ac+xLwvwXP/B+XXrZpdoyPi7mqVrPsXWzPjxLts1+fb8PevjWC2vr6+vRrt07nPT/mn7wg3uUuR3fTV6yfbj3kRRbXXP1Nbr55lvEr3KtG1mv2sCgtm7e6vi7W0O+RxeAR4y0a9cuMWfuWOvYsWM+KHxAPd6rb9600boxquWlBZ3wYSNt+/c/oXvv+7EOHzmqx/Y/rlUfgh8/cdKHF487rlxMcu+Fa27OsfDcbIpFK9aDkukBrtgB5i3aVxcda0ZWEC+p5MVyiu0OHnxGvHRA3oCDo1kfjrGPg27EI08/fUBHjhwWvCM3hDwdtr5P+ICEfce86cZPAUPzx6xr9/7gXscsJ4Ut4WCdF/LOTU/rfvtJZBA6oDPIAL8StNMHjg898rD++q//Wl/4wueTj/iBcyPEu5Nnz+mRh/cLmfvgB39Vt9xyq+lfMC++oX/8x095/fOqN1atg+P63Gc/q//8+/9foYNDtYFEz6b3R8ViSQ37kE0btiSbNTQ0Yl/S7fiyqizP5bSOCqYNNEJHsVvQDFzBm+eurqpj3ekkZ7t27Ui8K5aKGvZBCkn1E+Yh3xReWVqyzaqZ35R+61qfcpx9SAAAEABJREFUNnm/NbxuyHutUjpw7e6p2Aa2rG9dkvdV9caa8Bv8usqI/dk6xw59/QO2Wds17kPWft93d/eazz3JJq56Lc1mOC4oGfdI8lD0PqRQKCnLclXM+8HBIeMxkHzZsnEqOkZaWV7RnHkLjqyJl/2PHDmkA089qe98+9uaPHtGdR/yUH/c/vXMyVNacH6L+BJ7Ch/Pnj1rmA0tWj5X3Rc7j45B88x6gc2KCO+jplJcj/5i+3t7e1OOB/pus73EXrzlLW/R+PhW9z2XcAZvYJgoXkeWSkTwKHwHhViPCmSIK3aXMUteIzaVvUoOT5vNNJ5+rBXY2KpN3nfSnzr0Hp/KlTr2QOj1tGUV2S9aboq23eDMXJOTk4IGHX/ONSLMh2LS2fHxcRHnl0ol+8UqQ4QMMZ45yN3xTAPwOZwqFHPHHsW0vojwfUnYhf7+muWznGI91lMplwUc6IuvoBCP3mUfR/xJzMZ+Ch+I7EIP8MDO4Fe5wivGN5uNhNey+bfkGD/Mt0KxKIWSzpY8V5bnKpZKKpVdKqWEHzSCBxGRZGDY8dVVV1+r62+4Ue973/vFT9Ef897yK1/5qn78o/udozhn2d+sa6+9Tjt27Eo8fuSRR/U9xxXYH2hS9z6xmGfKJN33wx/qG9+4U3/1l3+uv/3oR/Too48kPFeWl3x4P6cKuBgn5HnWOc5Fx2TkbX704x/bLj6mL37hcz6Ifcy41ZMNcNAraFD02tBtCjx8+KGHbD++rr/4i7/Q7//+7+vb3/qmjhx+3jZ3Xuzzp85NaObcOeuorHNdiQ/wAPod874dWYe+0LrPOYaRkWHtvegCr3Wjdnmfxt4JeYdHESHGUeA9MoPPIU+z5rUjh6VSUfBc/oAf9mR6ZjqNY1742Rm/5r0QPHTX9C8z75DtznwDjqci2nEEsBlPiYjUn7HAkuME6EKBp50+tNMxIpL+AJ+C7GEHKIxHhiizztEzP/E964Xe0GW97Rh7HZ4ZC1wK+sp44FBPO3xhjRRwiYikU9gNYDFuYXEhxbWT5gs0GHSegNzCRRddlGQTnYW+T9qW4bsL5jlxBzRAr/HrHIz++Mc/Sjn3iPYcrI3CXPgjYhpikHf6zIOYZdHzHjt+1PnGyWS/wJ0YFDtx6NAh+8/TbjunFetRd3fVuOSWmW518g6sqVgqytMluWz5bCaTP017naaNVMsBHgjACJjIwkAG5YAptEOsFW90WTh1tNGftohIjAIWi42IJLAQLi+0A6ODPkQlucqbvcDas2e3LnEASBB/uQ8eqj1dml2YVd2JbXAJC1VLesHgMA/wO4VnN6d25oQoFNqzPBerpV7+0JcC3n60TrbSOH7Wk0AdPBGAdnvQ5YU+6TA3cuVFGyAXhJuNUqc/a0GhgJ/w9toBwDPXTuH5xYX6zjNDGEvJjTvXiPASItGVOgr05kp7u7T7sGbW2oEnfyIijZU/1EdEMkQIN2MjQsAq2ZjxTB+K/sUnIlJNRPuaHtS+j4g0B+MjQtAf+eAKLOqZI8/MDynRVO5HW9NC2OnnptRGPWPAibXy/OK1RUSaLzeNcienIiKNow9yQ/+I8BTuJ38s19TRztU1qX/nSl2nUEfhGZ6yCeyM61wj2rAj/vdXxqcSSvIFrPBmjzpgRERyQBgp5KjbyYSS9aOQZS/whoQbNKTA04iw0jYTbTv0Ai7j4SWbdBwvfZkHw0CimTc8CF4JLjjYu/KqK3T99dcLI4njAD5yy1q5R6bZFHR5Iw2uGCscG8EW/GATQKKKDcejdqApePAGlr/1wMsLSzhIJ0aBzXgcVJ5l6Y1ZAksCe+rBmXUwBhgU5m/zNE/8aTugeWGDWM9+bzgw8q961asc3GwRfbFTrJk1sKaGA1hoMe4AiHV2mbbgwDOOgHUyP44PO0YwSTu0BB4OhDXf74TGls2b9Yf/5b+kt493eZNEG4EbSaRtDoZv9gbziiuuSJs85gdWy/LMZpG3buFDw8mzzprBC3vJhm+vnfSGjaMa2zAmaMHacRokspZ8OIhDW1iYd6A/a/hzDvbnUyDX1d2TEs/QrVqtMkWSCWBklpHMNVkoyT78Ska/WLLsNFJpWRd0/gNu8GDJASv6BoyISDILTcGpYTsMfeAPQXuEgXs846BX0UEpa6cduoJTw/KALHKAAM2Yk8Ic8BT6Mp7+zF2y7YG/wMAGgzOwcVyMBw/6ARcYeZalgMhClWgHbPoBc8FJ3oFaTbzhRF/4HcYXO8N81AGHMXIDV+opWZh6djYRkeQPeNS33LEVuenXTIkExgAny/JEq3YfKcIA5U9LaTz1zBXRro+I1Id6CnAi2nXcUzxa8voy24PM16KDh9z3dfOBMbRHRIJDe0S4yhPyf/OWPsBp2ae7Kv3DhoEHJbfNjIjkl9EXZBg9KXvTxgZrZXk5yRybBwo6srAwpzzPnFiY1sL8nAZr/So7kAA4P+nDG9x3fPYO/cEf/IGgf0SoZJ6iY9gS4PMNU+IJAiHoCp/ZDCBbJfetelMLn3Pjh65FRHoLnY1URIiACBmhL3/bh5clkBP+jgYw2NyxCWD99EUe+DlsYPGNsn4HowWvselDu8XFpZSYAAdwecUrXqGbb74p8Qz8gcu6mSszD4DJHNAVfvDMhonAmfWAF7TAdmKP13woh61jox8yrYtlUYctgibAmp6eTgdQEZFkKCJEgPflr3zZyZRHRHKZuUvFUhq76kO/Qm65z1riZ3y3j2/WyNCgRoYHtMWHq6PrhzXgpFKrvqyC1tTfU9K6WrcGvCno7+3SoNuGB/q1c9u4xrxJ2Gy7s2fnTm3bslk7tm3Vhg2jqvV2iwN1NhEDAzUn+YbSZoBN8qX79onN1ZZtO5ys2qbu3h5t2LxR/e630YmiocFh1foGLBdl47TOSaqdPpRdrwv2XqwdOy/QRRfv074rr9atL3uVautG1NXbr9MT06p09ana3eeD1VHzpE/Do2PWs5bYdERESjKULR95lrm9S7WBPq1f7/G269h+Dg0Jqrv8nOg6NSnsX9OHqcdPnNCskwbNVqZ+J2HmbBt4Xmu0VDDMiEiBdM0HqCQO+OnnkuWabxC1bMdbjok5GKlUyra9ZdTS14qw0Wy+uRbygk6eOplsMPaq4SQPdv6rX/2K5j3fZZdd4UTPpd6ATpnGG7yGbkQlbSrAFx2kgnvkrtVqOYBfSZvGlnFoeoNMO3YsMw1KxhuZXbBvWLSfyAsldXX3ev5GSlaRZN+/f78Pb077ALYpZBKbzPiKkzHoGD60t7dX1a4eKXIfnnKg3pN4TVICGb3kkouFD9tnvlPwc+jwRiekm7bv4Mpbuuj25VdcLmDiF9Fp5GWLD9gZ8xIfvi86HkDe0R10pd+6WHaCcdkHjPykD/rUdZ5/Dz/6qOl5RpPnpqyPSrQm9gD/pjeK8mfA4/lGSytC+BPig/7+QevJinq6u0SCFXvAISIHDvAJH8wc+AXWGBFpY0TiAtygG3RlHvwgvgh8T506renpWSeGZmz/5jzfOdP2jPmz4rKcfqIe2NgpaMucjKNQnxcyJyBPiE1jT2+XN3ynNDU9qVK5qH7rZsH+s2WeF4s818Tc3EMT+B0R1odGshH069TRLyJMo1bCgzZsJ+PgM+1Fw0Zebr311gQDm8Zm8d57f5jkjz7QBJism4QVtF4xX6Zsn7h/5plnE3z4RikaT9bJOOQKmkWE5a+ecGFucKEfuHBvlplzLctj3aWhJ558wvScsr1bVMk2ube3L43ttR6iQxXHNRyosudaWVnTGSd3+WZUyzpdKhXNjxmhFp1fN2EvSayL3hHrPv3MMyLWY27WCL4RoYhIdJSayvMwWi1fc5V94LnZyfFP+sDuW9/5jurW+97+fs06qUMi66gTqhXrjjxkk2PCISebLr/8cu2+YI/GHQeyht27dydYfV4Dfvaqq65MtqJhW7Np0xa99rWvM81LUitULlVULFTEBxpBf/BkHDziCi879fSL8OS+oT4i5H+JZp2+bkr/IiLJUEQknrB2KYxLVSRBgNntAyXW05kTG0R8NWAbCT4l25ibHdviR4lp8du0l52M6zddgIldQQ+Bhe265ZZbBExkhPH0ZT7GAZN6+UMbSbM1y1iYFut9OLF+bCwl+G7ynBwWbd26VcND64y1VLJ9/ZxjC/6O6sf/5m/1Iyfm7r//xxqo9Tup+6zW6qvyUg1ZOntuUuDW7RiZdc7OzCZ+g19EZn+7lmiDrQIPZLdqu8M9ALj29PSIsS3LAOOwD+BfsUyuOknGPbaTeeAFz/SXZcrmWeACHOCh/7QxHzaw4gMPxgAX/cDnwG9oBC+QfWIRkj0RkWwqe60DB55K+sJYYmfmf+9735vWiu9jPPNRwAf4wMKmVSy36I3NkPp6ugT//vRP/0T8rDKHXWXrH2sGZ+AjT0v2K0d8yIJtRs+xC4zDbjI3es+6IiLJIGOZB1s8ceaMVpaWVchyEUuS20nt5Yr3MHOJPo/7cPzTn/60k1VTyQbjR7BRwIYn6C10Z27qkDFksFwu+eDpSLK5HOZho1lvyXJJYQ+a+3AB3DZbT/FFyCm2AHrAs/S3OJ1sfv8v/5Iu9KHx8vJaOpz8z3/w+/qd3/m/9Ld/+zf6lV/5oDb6QBF64gtZL2tgPFd4BW7wDrvJ86lTp8TeGDoQP+V5nnyXTbvgNXgiD/ga7qljnTX7stMTE+ru63dMVdO0Y4YNmzZr9969fu5N8jswWDPdbDe8fuAT06Kfv/1bvy3kgL/XyTfKOcR47Wtfa/o8q0KxJGzikcNHkjy/+tU/o7e/450a27BRO5wYBgf0l29eLXn/x7drycFFhFgzB2gLxoXDkV/91V9Nf/d0x46djq1y7XNMMza2Ickf3wr+hV/4hXRo+Nhjj+mTn/ykqHvPz/2cxn24ElaKku0JPEGGiCmgI3wu2g7yQsWll+7TxNlJx0uLoj8yWLZNxv7Atzwy8Y1JchljthXQnANc4BTtj6BJ0b4ui5bj15JKpcy0P6n5+QUd8IHzhz70IU368G5wcF2KJxmnTLpw7wWm1TPqc2xMTIk8tWGVLJvnDKec1oXOIU/IKfwr2ActAPupA1KzlWJ1Yg5eQJy3z0AeoB303WQ68QIR3/o8ceywjh09rP37H9MzBw/o4NNPeR6v27D2XLBX119/g2OxFTXt3JD5RCOvDzlDp6FLRCR5igjEU9C16cWsOc/AHnXKscoZH4xlhVLyX/udM+EF7k//0z8J+hGrsk7gr64u20esmY8rjm2m07d0T5w4rhUnkNm7TFoun3/2OT3tw/HHzdvTlnEOsvkWOH4W+SIOLpZKWrAM4S/Bk/VT2HfxcgQH/OvYczgm/K3f+i2Ri0I/kLsf+TD5b//m45qcnPK6m/YhVeOzZj38W/33//7ffUhZ1S033aRv3nWXPvSXf5m+Od6ybS57zmKWq5gXje+KxrxvuNh7DWKJumlRrnTb53Wp7gNKKVS2je6vqfMAABAASURBVFhx3rrh2BW+cEWGoHG1WvH8ZzUzPa3bb7tNO3fsSLLT29OtKfuUYiHXBh8icFhZzDMn1StyQOUDyVk16isG37TNW1TT981m3bO11PS8vfazm2xHRoeHtdv5I2zKkO9rg0Ppp763jG9znmKHevtqPuzqN11GrbdFP/d7HzTquL5HDh9sB/ost33q7uq1rNZSGbMeFAsF5YkGuQ+V18QXFUxENVYbXnvVtCyLF0aJ13vt1/r6emyDHTtZvvDBHKq2TCt4Bh+JYblHtCKLlCOEVugE9KrX6/ahqz6AP+I4dkLYM+QcvefPMmRZJvYK26z3m3y42Xc+VqAeW8cVu8O9/IkI/1+J38CmjXnQT2QDXcPu12q1ZFupr9oP0w8Zxt/gJ+hHf+wMviy37cU+Y7v4BQHsJXsT2pkHOOz1iHuwJeDFPWsnTiF39a1vflPIOM+s8ax1inGUDnxgUR/mODQCTr/XzFVqqex9Y3dPl7qc2yhb/hjHfMBgnRRg8MwczA9N8bfHjh61TPSK/EnLVELvsEPAJpZAv5gTHCfOTiQ/TBtrhD7TPlw/54O72cV5kQchji2VSyoUchWKucrVsiqW+1K1pKyQCVwYB1xKBPwfOS9rG3XbbS/TRdav2dkF3X//T/Ttb39Xf/PRj4k/37C6WtfhQ4eFTz7kK2ck/Lmbi3wgdsMN12vvhRekfVnL+1l49u1v3qVPfPxv9cN7f2A7fcoytaId28c1OFBL+/GqY5awjE6cPiXyTZudZ0AnkdmQBH55lglZyIynq0zuVrKLMi+IiZBn8OEFkGcOHtS2rVs04nzJSR+aPvf005qdOuf0Yd12oSRyusgY+wd4Dw/gRbFYFDQeHR3WhXv3aItzJcViQfAKW0If+Fc2b+EhMUBqSzm0GSGXExNnLN+rGhtbb39SUtXxpvxJa7CcFj0HPGs5UIAHXIFFATY8QW6Yg/USD0VEsnngQD/6GKTgP+MZx5VxnUIbfehLiQhFtAvPyCU6xJoY2zT9OfwFPmMjQvQDRgdmRHs87dTRFtHuxzj6Qz9wRi/ZG6Ef0BofwLp5CQz/hJ9Gl5Ft9tDw4pKLL9EH3v8BXXPNNYnmB556SvxqwYGnD3gPPS18GLCYZ3p6SocPH9Kx48dS3AxtwAe8WNOEfRm+mf0M6ySWxSZEFpp3fpP9OTwBV8Y+/vgTevKJJ5MNuP/++/WUD3MP+2Ae/whdiOnn5mZVd16W9Zt9yloWcJBp+SkihMLBNBYK8IgQzIHRDKKNCXnbhgADAoFwRCSFbtpZvRheRLuejcihQ8/7xPeMHch23eoNPobutttvF4cLle5qWtSqA92wosiLZKERIebtzCF/gA9OXCngRoGBFHdJCld00IOwRrSFD6J2+mGwcAIQCqFnXcwDHYANDO4jMkVWUGanrWgLDzChDSUikiGiP/UR7fWCV6cAp1NeXMeYTj3XiFDmtUeE+EREeqauU5Q+LaPS7sNj0wEdODcdZACHusxjI9p9qKPQThuFewr3tvtW+LUXlCXV/W/+F9FeG02+TTh08Ipo0wFBBBf40LlnbsZw/ZclFGmN1Ef4yQVeU+QP9RTfpn5pvjBP3I862lgHfG1alg1BFkS1TAsvSLRT6MOVMZSI4NIurfaF/0eEIkLMA38Z8+KxIaX2CO6UPqmP5+70S8+en0AOWkS4r+egHZgYGPSGAKdatoPLswSHNUeEncuqFhcWhS5RR4GeGDxoGhFeWjPxDBnmbT/aMVhjDrKATWCEQdq9e5fYBNCG/J85M5G+qcBGG6eDcyPwIGhCBwgqeEaWmYuSWSYJBHEUZ7xZjgih+/TzshRZvEAT7AaLYQyJ5UzWveUVB6uTYu1sjpgH+GldTqowR0Sk4AGnwXjKDge1GD2M39zcnHgmSYuzYwxzwXeemQ/6Qgf6MA/tFgAHM13CkMIXgjMCsR86KYPxZk3wCNxwhvzcOIb+57wZZHMDzZmb8Rhv8GYT8fjj+8Uh8zEn2rAfHTjQEZwo9N28ZZNYA0Z/zA513+WXeaM+Jp6rTiiDA4ES8/JNpMy0BG/WwhojIm0o+vp6ffDQjaoqy/LkSKB/bodcwZl7AzSPca+vpeQnY1kTdKQAj/VzHxEmS8t2q57kqNOPdgp9oSNX8GEO+NLX3+e5M49r2CdgL+q+1lMQA82hG29j5g7yx32YzRpXOVjyphynExHixZUxyygbZXCEbgSkzEviAzltz5ulueA9/IkIZZIWfZhHwhz5vfPOb6SgHjpD7yxr42YDoIhIAQe65mEqFopc0noj2vKaKvy/iBBrZDwlIlK/NR+MNJzw4woOrUR9+dOm3eracqKjKxT+X0QknLFDrEf+RIQiflpcdZ5+dW5Tf/qura2pEcY/pDS+qQQbWkAnrvTrFAZHhPIsf6FfRAj8KTIcnf8wpungCBhU5ZYZ6lI/VwAfPS6WSoqIZH+gZ0RoxjJF/7ppcc4by34ni7u8Sej3YQzyut8HNxT0jQTzqvWZe8ZQOIDhmfkJpJBteA9f+NkW5obn8BAZQ2bQT2za448/ngJd4IAvfTm4RV4IsIARESkpX/dG75wDZObvzEOfy6+8UiTGqT9z5nT62SDkFDwIiLz8NAc6DAxgI5PgA70iQszPPQWadZ6hEffoPDqEvVu1rcuzTGUnKeUPNhd+wl9gLloX6H/11VeLxJK7JJoDp9eHCm944+u12RtRc98b9GUnA9Y8f6aS5bdkvpUKBamxpi7HNnxT1VNZL5rqc/zUqC/70LTH4zfogj27tW3LRu3culEvfclVunrfpbpg1w5ddOEubd68wQelNe3cuU27d27X1k0bDD+T91nq6+1Sd7XiQ7hB9fX1esPC/ZDKTgTLtikvFXzY0FCW54JmszNzWphfss1Zsb6tJXtQdyw5v7iiesOytNbUog9E5p1gffyJp/TgI48pdxItL1ZVKHVpamZRU96gnZua0wEnbvY7gJ2YnPRGp2l8CtbbXHzwhcgANCdZWyyW1Ofk/4ATE3xDf95JLHhcMJ0KplG3D2hzx2zgXbBc14aGVCxWVO3qsRZnmpmddyLrnKD7Bh8srywt6uDBp3XQG60Fw4JP8K5UKlofVpLOIpesuWx7C07YK2zZy25/mW53HEsS4aqrr9TNt9ykLd68vf71r9cVl1+pnzzwE5WMA8E78oWMU5BT5gAH1sZGAjlhHayzx8kY5sEGNhy0Uwre+Fa9EQYvNunAwIezAYEGbBbQNzaIyCoxAHMWvWmbnZ1NPpg5epxcYV7wwLezjn379iW/UjX/6U8b/Xqt6/gp8L/NyaYu+y02tvRBV5BnfDO4bvVBCDq/Z8+elLhPCbyTJ9NBL5tk5mY9xPmMn/GBB+smXjl06JCqla5kzxreR0Bn5gdPhdRj23PYSQaSBE97g0z8wpoZRwwwde6cnnTij3vGgj+4AQP6ErOAI/SCFvx8HfhzD15d3ujSj/H4eni2uLjEEMH7iEi25hkf1nGAR8L5acsLuBMHgAvwWN/KyqJGR9fZd5d9HVaP9QpeYWMiwgesJzU9OyXivE5d1YmiiLAeteWN+Vk7fASvTuGZehDjHloBg3sKMoXNCetrw3HpkpOIsqF4zvRtGf5WJ7sit15l7bK0sqpz0zMaXDcsue7A0wdTIp7DFmwl8xJTQhNkMyKs78tiLnjIfLnhsX7woI4x4MUasNnf/ta30t82oh15+o3f+HWhS+gqtMcXAJ82eMcVeMhybWBQHIhg/7HBEeGlt+NF+iF7yAN7OeDzDD70XfRBPnh6gOAN7bkNHbjhk0h073VSfdOmTdbRosbHx5OPIBHMAcOCx1+2b59WfJDGwUfRdn2t3lRP/4BqQ8NasL1fWFq1jxkQyezIM2W2P4vLq1LkiizTin0iyayenl7PUVbT+zXse5bliYa5aQcN5E9E2E4VBV0yj3VV0ofOPdeIUEQm7lkHtI6grl1YJ/AiIo1tWQaA1/SeBHq0bJ+hJbSAVx3+rXjvzTj0hliYbx/BA/Sj4gQXcTBXxjOmgxuygVwwR0SkfQm4sS5sy7wPC5iPOnSLxAbjGRcR1tmnBM0WnIRasW87Nzut8e3j6aci/+TP/jQdkp49e0azltFv3Hln0sXM44A3MzujhhPYswszynKlRArJDnAsFu0rjSQywjNyBZ7QAXyQTXCGDrRDN3QXuPRB9ujDmuftE/iWOeNoAxbySl9gehoBB742vIaiE5bcgwPzI+v0HbIfYix9iYVz8z4iUhIRXOhDG/M899yzaa3YSuwoNpqDVtpIFBNvdWz7Ge/rwKNp2WI8+KAzwKM/zxFhm9wrvol5/Q3XiYOV3DSKrC0nTcsHMJARCnzHriFjyAN6Be7UUwdcnpu21dgb5mKdrIm1pJjb+GD3oSP0gs4k3j/xyU/44O3vHd80nWjtVSjznmjA+lFK8k9faA5OAz5w5Mp61hzn4Qdy69jr7F+Zk/VCB/mD/FL3lA+68IV5Xki2Flzhrbtoy5at2mo932Uf1coyzdvGZ44VhkdGVSwX7QO7kg0GV9YC/KL9JwU8WAvXcrmUbEpEiH0l/AHHN7/5LSqXyylRzBrwF9CPPvAMuPiuc/ZXZ7yfJun7ile+Shy07LnwIskyseD9/7yTfPXmmojNl+1PphzfnnMM3jSfgAGN8GnYLr4FfKMPnfhG4Dvf9bP6L3/4B3rHO96ul770peqv1WxzmqZrSaxxcHBYvNB0bmrG/mzJ8c2q8KHAY63QEF/EM1d8Hy9PE69us+9Af5uNlvMT0vzcgjis+OAHP5i+DcSaoDOxBL4DPS+WSpJpxDpIVvONqx7HH8VSyXvjzeZ52c25D2mOWt7nUmwGvyIixV2dtRLPA/v6668XdEYGwY0XK59yopUX3+DXkg8QVuzTGj4o4tuku3ftSeskrkMXe3t7nCQvi5cA82LopltuNLzRZDuIAXpsp7H/v/AL77e+DBinWR9q7NNl+y5zzL7H95f6IGnShwpOsj75lOYdA5csZ7yfs33ruGx01e1YAvuxd++FKuaZTvqQkpfP+VlmviU14+QvuZaNjj03blivjRs2qK+/JilSviI3POIU6BcRiQ7cU1h3ybFsnhWTbMjyslpvaM17PEWmCR9Mzlt+Nm/eanC5Zubmk2166sDTAgd4PDs3rar3DPIBdNlyPDy8TnwDB39Ydw6BX0SRP2Oj631YXNZAf02DtZrWj42q1/sCZJ0XP8jjwg9kBj417FvWjYyo332xdeguuRR+wnHHzh3ihYfh0RHzvGRaXiheBICvF15wod74hjdroDaoiBB6go3zcsTP5f/Wb/wfetYx3//5b/9P/fi+H2mdD0awO3mWacj7AF7eYP902SX7tPeCi2SXZ7muq1gs+7rmlYR1smLfVE+0xPf0WAaxd1NTU6rV+i0j83ru+WeE7O67bJ8uuvhivfSGG1QuFcW3enu6qgpDyizItpgq2SaUiyX1W56kDRgnAAAQAElEQVTK5ULy2ZVSwX2aGhjo1/rRUe3xPgw6ZMYTmiET5AWR77xQVNWyVjOtCrZnJfZF5mXdNjPM/0KxbJyWfch9yjZqWbwMShzR3d1rfAe0zfmx7p5u+45l865b6Cq/8NTwXmFycsL45B6/4GumqelJTdnerDkWWXGuaNUH6fzqGHH87NS0jh05KmJ87Ch7iUXHPfATvNAp9II1lG3X0GvohxzRZ9gHxLRjb6mLCOO0ZB401TIjOjKL3aLQh2sH9oL3xPgUZMjk9ZhWkleewQP64feYo9d7Eei14piWNvABDnMAl/El2xX6gnfL8gje9O32for7paXFtPdjDczB/IxHHpBXeLRt+/Z0VsG3HTttvOy8tLRkeVpN8W/R/McOMSf1zIU8gY8sBcCmrmgfm3vfFvaz1IEnfSLC62xYRouWl4Gk90XDxF+CP/gcO35crLFhH/ud73xHFGwovAL28Mhw8kHQnnVQl1uWui2T+GTo1LSVyPLMZiL3PqRXBePTcIwS1v2q93oVl6yYqen/1qz78EbnP/iW3faTff01XXvdDbr66mssezVt3rRF+/ZdoZHhUY2t36ALrXNqZckfgPeu3XvS/rxQLHnM1Xr7296m17/2tXrda35GvGyEnP34R/fpwx/6S335S19MstfX16vhdYOq2B4NDa2z3SmqWV9VybEUXwLixdyq90jQDzrPTE8nXvAiC8/UR4RteyXRrGg61J1Xe8J5pE/83d/p6QMHNHHmlO3HvXpy/2Oas95TzjovNDgwoCudK8JHE/OQ2wVH5Oas8xHQH1uZ2cg3iTdnZ8y7epoLuer3ITrylFnPK8YRnsGPaeOIbyKWxlfNz81pzgW4xAaUxLM8T3aJ+wjkop50CDZQBx9ZH/LDHMCHT8gmskcb/Tr9uafwTP/c8COCx7Z+WZ4Y3+nDPTBYJzC5p6zYVsjyw3j6Qmfm48oYCrJcss5xpTAffV9cipZrYFDQse3WL/IJey64QBvs+1hXRCQ7Bi3Rc37l6/lDz4uYg1zKdts79tt3f//7euihB8X+mzxwm54LOnrkiB579BE988xBnfZBfId/4MG6nn/+eY97KI37/Oc/L+JQxqMPmXWz2WrY3/c5Ptws7M3A4ECSL9Z7xnEauYXjPqw9e3Yi2VNeYkAPiXnAP2vacLdscKByREC3RGwmX7HBohPtEIhJIRoL5VsZjKGNvp1SfxGTGI8wkdDBYfF3DW659RZdceUVutSByXYn8spWHP52Y8MLaXlBAgcAuwC76cDRt2J+CvedOq6dAp4wH2bRD3x4ZhOMA2JhFW8IEQKIioAj3DU7MtaDkjIfcBif29EV7dwK3jxHliWaMDdwO3NyT11nTsZFRApcaaMf7cCldJ6pizCtuXlR6fSJiLTeF8NlLOuhj9Qey3yUiHgBv86zXCd/6M9Y3yaYtAOXeuooLSsL9RHhYf9roZ1Cf+BwpUjtfvKHtVKoj4hkFKBjp456xr64vLgtIhLNGENfcDHYtCaeuY9ozxfhvnbQjKf8lCbC1smA5IHGTu1Pi0ev8MUy3m5J/we+W9N9+p/7RYRBtAyqma7UR7Tnl688M471cKVw3ymd54hQsVRMdI+IF64hyRIlxJ0xfkwOFUNkVnjehgp2vnmepTWxRoxvRFjZ+93eTIYWvULBMVTrHbjhgDtzX7z3Ir3uta+zodqYHD+yTsBCwmRhcSE5Aow9OoEzwCB16Ak88Nq4cWN6I5XgEv1l/FVXXZU2aLRh5MZ8QIgTKTvIoqBH2IZysaRgYS65Dfmo8aMNuJTMOsXc1OF8KfCfNgrt4IOxYvMWEWlzanCib0QbOjTDOINzbudZctK/4qAXnKBbywOAi45jpNF/nC9OE+cNzRiLreKepPiWLVvSZvr06dMpoAJ/jOmXv/zlZIAPHz6c6AftOfTBmAKbzRyGFzqcOHVKU7wd5k0TQevi0oI3S70OaLLED+aDpsxBsHilbSI4gSc2af369WmDHhFiY5bnWdIrxsHjiPDB5JKDjTU1HTznpjF04VqyY6MgM9CwZEfWsp3PTPOISDIdET+VR98DkxLRpmuEZdfjyuWKA72aN5TTOnDgKeO+JDnoyvPMV5kOa5bVQsINvlHPIQA05XnGCTBwKNuOwo8eB3msk7ngRUQIXlGgP7yi0EagwRgjrBknEo4cOSwCfX46E7rde++96ae1WCdjCAKgfcMJF+7BITddmtZp4IAPSFOXmRbcUzrP4AleCtO6ZTr4yjhoHhGopuoOQlf5G12+IlsUYFAYS0EmgRlhGDScL7RRwprB+ijArytXZl8TQYtsFzK5i5gQnCg8R4T+5adQLJg8LUVEKrRnXltE+zmic81SO23gAExwpD+yUioVlRdyEQjyohTt87YT0Iz1szlDBw4dei4FvmzGenq6xOEKP8nGG/EERQQw/O2pP/qjP7K8HBDJLy/IejQh5J0+JOXgDZsyeM5c4ATdlrxZYU420mzW0a3cPMQOhPlB8oh6+mI/uNac2EYG8OnPHzqUZAR5WliYT8HQww8/nAJY9Iw58f/IDuPph+1Dd8AJ/QMXCnQBlw5+XNccnEMzcIJ3Jr76fchTgOZuYDwyCCzGIsPQL9zGPKseD2zmxa4Bj2f6Mo6N6ejosPWp7hHtf8BmU9Cy32s5YcKmjo0QzqFULnoTXVbB/qJULKQkBTCw6SNDNW3bMuayQZvHhrVusFddlZLK7lvxBqVlOe6qWH6aKz5ALVkPezy+mOxJ1XBJHgz5sLJoO9BwYmp2fta+p64Z27RzZ8+mA8+6kzjYCOjX70TI2MbN9nlVTZ6b0ez8ohPh05p1Mge7vGV8m7Zu22nrkam7p1c9vTVt3LTVPmqLSuUuz9tK8lepdFv0w4mPFa06mG9Zf8P0XfAGf+LsOZ12WXJSYHp2TmGb39XdY1jY1lzQt2FbV/WBH2/Irhm/LCtYDpuqeS3MyzcmOnxiHceOHhP4V+3Dzjopjf299tprdYEDfWQEXlPgWYH5nChDbrFji7br49u8ho1jWjc8JPSLlwAWnCDAPyMzyB1B+2c/+1nBc+6nTMM5yyc+FdltOs6FzhFhH5GLzyHL8mlvCmZmpkz3hkWt6WtTddu3bicGKpWy/dSyNw6nNe1NGz4ZPezt7dHgQE1L1l9kGDzLXhu4sw7ue3t7ze8+RUTaxPNMPbTO84L4VikwwQm5BQ56g46d8Ab/2LHj3rQ8I3zhcT8vmjcRkRKMX//613Xfffelb3UwJ+OgV7eTV6z9kNfFGg54cwttoCvxAUlZ4ph+x+T0nTP+YZvU09+njZs3a8v4Vo063ihXKjpx4kSiA3RCh1Y4iPF+Bfpv9YEu8Q6xBbCXbFPAH/tDPTiQ3MaewR94j8/nfmxszP5uwPrXAHSiDTwDX/T40KHDbmtq4sxZAYt1EgfQGRqwjvX23b29PRoaGlC5WlTZOjbtZFajuWp+LdkWzaax5VJJPb1dMmOT3Mgf+MMaoDslIkRdRCRegUdL/vi5JSm3biLnynInU1tqur631i9ZXyLPVLBNgA74zUsuuUTICDZQ/iDb0IUXy4CLLBJLIYv03eMkCnEN9MJXtW1wiDFlyxN0Nxjr6ZqX0Er1uW01MgQM8GfuK6+8UvycJBtU6niB9gYnKbstw8CYnZsV/gKeIC/MRRuwoSnxBDEoMLGnwMy8PuZhPHHoW978JrHhRoaQNfqCC3gCiwNd+EX/LItEU/hZKBTFfPCY8du9yYcG8BR6YAsYHwon+9vf8qpWKyLBwjdWp2dm7Q95u37NsdGyqFuyLDZtgxrN8EGf6eIYKrJMJJJbzsTWW3XyTqZX2TLc9Pxr6eoh3geUTEuZfZkiIul7RKTnpm0ERf6w9ohI9fIH2WW9rAXbAz87NGKd1FetN/ShRESCj250+rFO2uAvOo1OYAfwb9ARWniqNCd0ZCw0imjDKtg2UrDB4AkM9OMTn/g73X333aLt2LFjQkeQPXhJcoQ6fkXgP/3u72p6dlZZnllPVtTd262t5kfR9NthWzxkvRrZsNE0hWar1q8h07CkuuNfZBo9hvfQgvmRtYhwQnkxJU+hSUSItdCHtbAO8MrMH8bmeWb9boi1QWNwBU6e53RPckP9ae8NgNGhGXDoByzmKVgvkRNPp56+XvXVamJ/MudDWfYM2D72hthWYlXkPDMOTALu4HL55Vdoq21ZrTbgA4XXJlsE3ehPO/MwHv6u2E/Cd+aDf8DC9gEXfHPjT398AXu4X/ylX9Tr3/A6cUhXsi7TznqYn/ihZnzRCerHx8eF3aAdnwCcgz7Y4Mq6sWMrC0vaummzZhzvg8eM9z7EgsADB3CGZsgD34B80xvflGjJoWFfX81y3tJztq3//Jk7VLfPhgbYIOw8MSBrwc+/5jWvEXL58+97n/ADjzz2mM5MTKjLtoR5whMyF3QARtH2D1yQNfR69+7d6cWnqveJ0CX18fpbkYlDjLoPCRuON8qua5zPZRXNyxX7FmgBLO4feughfe1rX0/+Dz/PnPAef2gUkm/FfiKXzE0fxvPyMzSLCMFLYmV+xeLb3/xGSiSXPFfV8QV+7+y5s7YHRR07dsQgm1q2jyUOnLXNISmLjFKqTt6CKzq+aF/X63iUOa++5mpt2DhmXHo9XslOsxfi5Y5SuSoOITnIRYbAm8M75IOx8JxfA4D22H9sN/hDM3gBrbmXQtNTsyK5PjAwmHIDHXphG5BF8GLNjAe3nbt2iTXO+8Cv6fEVr5f5sOP1ej3ZCfkTEYoIr/+YoPtDDz2c/D4vzfAcEWlPAS7AJ+5i7iEn4vFbYZ6ylv+Hrf+Atuu67nvh/9zlnNsbcNF7YQEbWEVSYpdoSrIo2VJiS89xd6zETmI7+TxGvi95HuPZyedk5NlDL3l5lmxFdiyrWL3YsipJiSIpNrGBJAASvVzgAri9nfr+v3VwIMrOIRf23qvMNfuca619zn3/+39W73vf+2zXrfTCNn1a3hBnPUkOhRx67NPX+6AQe+NlsXvuvk+33/4WvdnlLW+5Q9CCTeFj0OPx8TUpR8J/ffGLX9CM86+RkWHlmRF3js5h2rLpm/GG/TnncF/64uf0/e9914dWR/T0k0/qgA9/B/qqWpv+FEGfRkaGFGrpJ+5/m3l4u3jJDN2Ed5VKmeyDe/SMQlvmONZsohdzmp9fcB44qTOT51I8OXF6QoePWG/MA3Lv9Rs3OT9dk2IVtPDNsab9Zq1eU5WX86ql2BuqViueq+G9ltNi36Lq9UJfX4/QuzMTp1V1PvbWe+/W1m1bTGjbsaptXGeSH44Iz11Lvrth22k4XpWVSuqDbuBLi6I0rvPKDGds1Sp17ZF9F35OGp83N7vgPY8B/eqv/qo2b9mqNT7Qfcudd+rXfvVX0s91/vf/+7/pc5/5nKplRYPOKTPPy8FJOICy93SZD3JuuvEmbfd6AzuvOn60vZ7v6+sXelG3jmHD+OPS9hYRqT7MrgAAEABJREFUlu+M0v6Nc86HH35Y5IG7vHmPr0HWHLBVvYdRNT0Vz9tvm8u9Smn6sGfRvOflS1nu8G/Tpo3GedxltcgD0Rlkx5o5t4Kgc9hO/0CfhkdGVFi+RaWiLM/VYxwL+yxlmeur6rFfwx/xstuZs+d17PhJvfDiS8Z3XhG5Y+BqbXNeXKvVHeOmku8ELmvE8+fPadyH5GM+FMCOJyfPOK4tiD+zdez4MS0tL6aCDlhI6dvf7J1UTCd/5gqboqBrlMw4Ee/gCbLkvmK8r/ah8wMPPKCN3i9EN8l16N+0bmaZabqYd0AzJSJMXmZcG5J5iP+KiKQ7jKNUKqXgW6/38prWJUrm+ZFb23qFn4qIBKNw3tFnH2JgJqOtiI7foD9t2Dd48ky/Qa89h4eH7Q+awkcjW+wYWulPP+TPiwJvuvVWgV/N682iKJOeA2/ecZz4yDW33OiDLg16XVV17GA+6vGttXo9wcjzzHGq1/4tT3PDC2wMniW62m0NeDxrItYQ+Gle1MS/sWeCb4Qn8AL/N+EcpCjLpNMRYdkuiTgzPT2dch74WJg3yGO5tmJ7Xk52XBhf6hVSy+cuZaUQcPsH+lWxvedlBz9wOutDJOhE1vDpp376vfqX/+q3df/9DzgneZd+4ice0Ht+6qfFLxF86EMf0p133qWdO3br5ptu0YMPvlv4+8NHjymyXPfce6+I6bd5bX33nXeop1rREa8F/+5rf6uP/umH9fK+lwTveu2Lx1eP+r4UB65/633X1197TWvXrNEm+7G2+YSsIiLJH7lDK/xBf/m1qF7bZ6WsOPYNJb3iBR7iHS82HT16RMz5ve8+pNcP7NfBV17WM08+odNex+ZZlngB7bxMCj/JT8nZOGB94YUX9IQPgY8eO6JTp0/6IBs7jKTP8gc80A/0oGLbwO6I0fNe47x28ID2vfSC7W9G9KN4iLI853JJJ+BBZn7Rjt4hG/Q1dz9ohH5KRId+9Id+9AcQ/Qr714jgMdkEN5lpoy0iEy3AYAzXiFBE0E3YCDGevvCZkudZgkMX+sMf8jtiyRvnpi0BecM/ufHulsw4AC/LQqy12D/kZRxeAuMFGur48tett94m9l9GRkbSF7HQE2yel5zod8Fx9XnLgv2IHzz+hJ579rm0H7F//8G0J4xdNb1HC37YIPOu8/qBPANd3uq8mnwQGia95wMfoGnGh+Q91j/+1BV+nANf9hzxd2usf8iW0t8/IOwd2pEvYzOEAyCYQOGeOgyW54gQjEA4eZYnhtPnjYV+lIgQSHMPcAjB2XAfERpbNZYWFr39feLwtOGEphVtGai6H8ZSuvC79Vypf2OhDtiTk2cFU8CZceBPPXMveFMrLLiyrCRnA+EwY9OmTYJRJIk4L/qT2DccAFoKNR2Ym3bawIOmVCJT5sK8ESHq5A99KChJ044/IlJbRCiiU+RPRPhf/9+9+Dmi8xARqS8wKYWdIFfohR6P+jGYtFHyi4pKf+6pi4ik+ODEeMZGxKXxbdPW7as3fCI6OET86NptBg7woI8rBXop9InozMkzfcEDpwBe3NOHEtGBTR9gdQvP9AMv+vHMHFwjOmMigqYfKxGhcE3mwjWCf6WISEWh/+UH2BTgt7xJDY/TM73trLlQIkIRwW0qqT964TGpwv9EhPgP/P2YHDywIswT8xqeAN9C8QZ0wzmXCzBcgBcRycZCUr22rKaDL4EAXQNmYRljzMBkkwcHf9QHevDq3e9+dzrQsBV5bF3yfBUHfZzvqB3RaiesOEecO0kQDuryy68QiQ992GB86aWXRJAg0LChBa6XedGJjdBO4CY4gQNOFicyPj6eNh1rTuLAkTG8uc3f2UC/TErSN9q4rzkZgQ/IG52gUA8NXCkRkcZAJ+3nz59PiXfFQYl52SjjChz4lueZcIxFWdqvDDlwD6dkB+dJEkA/7Jq5gZllaIm0zhumOO2yrDig9ySnGBEpiHTg5k5WZzXtRSsOnGDFIhje45B505K3dHH057yQf/H55/XM00/rS1/6kg4cOOgEdVkcGvV6Q3/Dhk3asGmDeTWSaIMuZEHC0/Ri5sYbb9Add7xFOGxogWY2npgPOUeEJn1wUfOih4MFbKrHySl/A6PuBKlmvkIXARfYFfMK+UA7vo4EiOe2dU3+wAdKRCR8GEvJrWPyB/p96eij+/A850RgwRv/q7w5DAvpC0zGZe7T8iKCeYHLvFnW2SiAd4ODQ06KqilRgI+8MQxe9IVeeAHe6E/TvpP50DXgUdfrxLR0YoAvn/EGDQv7iBDBkG9AAZ/xzMtYxiBz8AMetFDyPHMSW4gP/WijgAeF+2ajpaYXXYpMJGS5eRIRyrJMrUbdieiK6WABILnSywBf3R5hO7fPaHiRRmVE5xmY7iHgM2e32FmkxFZ5VfV2RpdLfbIsh/cGnyku3kNfUSk6ddGBzSDgMUdE8JhKxI/uU4X/yYw/JSKMfzPBgT/gFRGKCPkfZeYzfK9dtGniX836xRtgTz31pJ544vG0ebHGGwDoQ9s6RTubpguOs1/+8pfSywbY6QNvf7v23nC9sjxL/vDlV18RnzzP02KbmEuJiEQvOsFGG34Iv8RPxEAbukAeIX8GBvqTjSJr2pi75XiNLzxvG2lZf55+6qnkA9C1udn5lEh3fRm+A/tiHjbpsEHsNCKELWNb2AvwyQW4Mgc4e/qEJ3XIuSiKJLOmZQ4OeZYnP0I9feFtlmUJF4NPbblpp53FEXMBKyJSXgKNk/YlyJQ5G04E6RsRiCaNj0zq7e9VjxfYi948RT7MQUFuXPENyJa5xsedb/kgpzY/rXZjST1lptK2ySHp2PCQBrxJEo5jPV7U9PaW6u+raNXocDqIAw4wsT/kXFo3Br34H/AY/lbQzp07nD/t1hWOJcQJvu3Q29uvyQvTml9YVl5U1D80oo2bt2iDD1hHR1dp9fham0eo8GI98ko6dF1w34MHD3lRdcz8lJizcPxqeEMVOoqiMP3hcfJhRCuVdparx3O5QdBc2P8XZUUNyx//0rRONCyXoqy6f1s93qBoOS5mHre0tKIpH/SeOHHKG6HHkp8/fOiQjh87JuIgtPIWPvER/4Us0DX5QxwlAR8dGdU2b/JMnDylK73Jj+zm5ubSIT4LL3QZHcYn44vgJRuF/d74GRoeNv2lao7xjMmsI9Ne/IIvfdEJ5gQG87bsW0voMx9yywC9Rn9om/Vh8tTUBe3duze99HTD9Xt1zIs83u6dnZ0SOXvLNorew0dslPmYizrw67cuYYfoHXjgj9FDbJ348/TTT4lYymLm9OnTaaECnLHRUcGfXi9awQd7hT88IyzycfqxKfHMM8+IOdnA6S4ud3qjioMa+FwxfSveBF6yDwnrZ3LBeWZ9aDllanvDaFWyvRkvdKBjwDhv3rJZg/YHbExlHtNDnDAcaCJOQA+yYNOfOeEreB44cEAsiojjxFzkCd7El4iwlOVYPZrmO3z4sBe/+7Qwv6iJ02d1+tQZZZFr0QcHpfXNrBX8ggb4yD34wReu/bYXYDNfURbKs8w5yoC2+XDi6qv32Jf1KzedeRGqOZa31TTNbdMsx4eafTVZHThlVvVcygv3CMcoWa9bUpYrXNyoVNT5QCc6BM0R4U22C8LfoUfoA71y+yJkxTOLV2jo1iMb5AYfaUd2EWF9KrzJOpH8Ff6LMuvDL/QbfgMfveS+C4s5eAYGfEA+fEOI9sz8oBBrmYc3hdGZSqWScOYeOrAF7uFvRJjUTqEfOAB71rYAzynAYk7GIhf4wNzInHbmxL+Cb6VSamRkxDxvphyMseS5rAvpBw+6Y5AlsYY68MfukHVEKLMOAgcc5U9EuC4z3LZl2ko4yx/gA1c2EuwdPJ06JN7Ch6Io3TdL9kLfLj/ph8yoo0TYJ3ogsCLC+lNLc0EzfIHvESH4ExEJXmG+AgN+AKOwT6HQH15AV55nKdbs8CEmPgu9aXkexiAH/A/rBOBDK9eIEB9wZX4jkjbY/+iP/ijpygc+8AHxcgr92dSCbvpDE3PjK4HDATvxl8OKx7xBsnXrdv38L/yi3vYTb9c/+pkP6B9/4Of0c7/wS7rxpptVOIYMDg6rp9IjhzCNDI9I9vHIO7dug+eUN1zeOEdEh09dntAnIgRt4IEeSx09J6ZRJ3/AF93BP9IHXWw41jzyyCOX7AHagANf4SW5OrxFZyYmzmjem69ZnjvmVXT5lVdqx65dKu2zsixT1fk8cBmLz2JMRIg6Nqq3b9+WciZyF/qzb4GOgiP6h7/Gp1AHztAcEQIeMmEM9/AF+WAvJivBnHZOTR0wZqamteQDoI/+2UfT3x2DnohIskS3oQGeMbbPMZU6eFFfqSceoitP/eAHetmb/VPnL4iDDOLXgg8b4Akyxg7B+bd+67fSNxl7vXEFH8m3OAR77fVD+u6j39eJUxOa8vrrO995SNM+oMXuTp46mfSJ3J+Dl4gQ69nRsTHJ95n1mbgKneR8xLiIcJ6yK22QUg9/kGdEpFwDetBr5FdWKirKig9VW6o5f8jy3P45T3zs8pQXOT/60Y8mfwoe/MII8LAd4NCPDXD5MzExkXiHvPAV4IOMkCu8Kx2vGP+//++/p6v2XKm61/4rPuCoLS9Jtjlg/uDJx/XIdx/WM888rXmvwQbM97rXgsiCw0PmID4z9ze+8Q198YtfFL8CwEEoB/bkGG37Gr5tyDe2a87nj3gDG36++S1vSRuayAOfDw/Qg6r1MiIEvD//8z/XZz/7WUETY1jj/tVf/ZW2b98ucECvsLkF683Kck1vueMOx7U+iyOS/4NGdDCio0e9zhdYH1TM60q1VLWnqobXwUuOf+BBPXZDnICXPMMrYvGKc15i1U033eTY2FnHgDebq/fcc0/y3/TP7Iu59vmABVgtO4jzFyZ9WLh8cVyuqg8QN/qgec2a8YRrn/m64gNzbAzd4f4rX/qKssgEffCxaTx5YQ6dBp88z3T33XeJA/7hkWFNT08nXekxXf3W66GhAetTqZf2vZwOCmamzzuPOCUObedmp8UmcJ/7Xetc4OabbjT+m7TBexNlWUmw5A9yPW9bYq6IUN1549LScrJdq4hy6xD8azUWVFueEfxteRy2MOuctO48ev36jVanzPJaMN19+v4TT6SNZ/SxaT+2vLysU6dP6TyH95VCZaU0nxqeY8m53xnvrU6Kw4PZuRk1W3Xnz+e0/+V9aT28srKU2smjCuen6DZlznNTWkaSX8YAlzAv8e8c1KHb89bnJcv0deff8JPnW265JeV7X/jCF/X//bf/zocpT+m8/fjkufN67oWXdIcPa6anp/SnH/5/9Fcf/0vvlTWSjFr1RqK9p1JV2zRDG3/7+fLLr9TaNeuT/Uv49or6+waUZbZtF+r6rCe5bR3fi39av269nnv+BU3PzEkeQ1/8XMVyQd/58wItz5Fn5pV9Tt16wzdXw/GHnHTZB7JFbr9uO8pz+3HrwyCkGOkAABAASURBVCofaFbR+bIQ+rTeG/vkrgvzc+Z1S8uGQcnzQrV607Ksm/91H4qtqCiq5rs0Mzevqek5y+KETjoXPX9hyntDU+rxxv6g91ng0fzifPKRYRuYm5/VkSOHddx7haNDg6p4btarszNTmr5w3vowrymvH3hJNi9zz1OkeHb48BEfzJ/x3ItCN9BBYkZEXHpGz+RPWaIrTXHFTqum2cqWYGG/7pL+z7JMFPp1CzAb5iP6Ajx0u4HfTX0tnzxXWZRpPPXoKv6r7ZrhoSGhS8gDHNE12uhDnbuk/5mrYr6DF/Mj57JSUcUH7DI99B1z/HiLfSF9WbdwRZ/ZG8C/MA/4RUSyb188NES8Yy/hoYvfGOXbh6yZ0BX2IpiP3KawjoBbRJbG57YTXoRueW0HbtCN32XuY5YVexkcGuEnG7ZP1izoM+uVz3zmM17jHUsynrG/IReLiLRmgY/gSz4B8cwLfeABPdAOHrnxqJqv6Wp5oYeVaqEe+0RiAN88H/PeAWVgEFvJBH6zzvXBkXVgT699vOU04zp+DnXRPumAY7dch9xXVmq6/LIrdPVV14iXlb/8la+InO7zjk/f+va30zds+Tb+jdfvVZ5ljm/P6LOf+et0qPrtb31T/KR43b4BW2Jt+NSTT+pb3/yWlhYXtXH9BsdHJfmvsx1xhLSyvJJ0k1/7WPQ6ctY5AzoDvfCY9QwHbNg4tKAvHMSxPgT2448+quOHD+mcD6hf96Fn3XGS/XLGERP27dsn5PuM17LksJ/+9Kf1cfufR773iM5OTgjfBZ+Z7/XXX0/7CsT6ce+Tnzx5QuyfzXr9Cn/Lski+U2oJGWWWHzyTP8umA/9O/erV40KmrOeQHfZF4R49ZwxXfCzzQm9ER0db9kX0o0SEIXf+jwiLKEQ9+L6xMBfzAovYvuy4AJ+Q+ZR9cMN7oC0veiNC8BS/SV/0Qv5EhCLCd0rwmYPCHGEZl/YVwI8AR6xYyWfDJ+S4ymcV5LTwnV90uPXWW0XeRB1zwYdl84dc970+1P/5f/JPxL5DYV1mTX7syHGdPH5CR+2/kDNxZmFhzoexk5p2zIAWYFSt8+wJDHg/5j3veU/6ZQ1wBFfa+aLFww8/rIOvHdS585Pez19KOQ2xYWRkRBWPxy6wKXDudU4TEbIcIzEg4sevAId4mJbb+CMyRYT9ZDsVveETEYl5jIno9JE/hZ0ITIBRKCUOQRkq5HAf7kBfX1AKhPTG4uo0n0RHpTlpR3noj+JM25mw8HK8TsESfCM689MXQXNFbDglmAgzEB4JLs4SnGmLLFdmobQ9H2OYhyJ/6JPbsWd5JngBXXmeJ5qNWHKQDSda7pr+746P+BHu4EyhQ3iOiOA2lSzL9PcLfSnUIwOuEaGIHy/0AQjtWWTcGqUfySgiRBv9oCcVO3FwpC4ixCci/gHsN9Zz3y0RkWiOiMSDiEhzAlv+IId+b3ixmOriDr/gG23gw/xNb3oyhgIuCg9+w/8RIWiK4OpiPkV0rsDLs0yFyxuHRYQiQt1Pgtt98JV5KdRTuG86oEdE4lOEx7pExCU49KPQl6v8catx87+e3wMVXF1PO/ShJ350otRw3GyrzDMnBrm6n+wN/UvsxIuKQ6+/lr6CjuNqOqmIkHGQx5UOLmec+Ewl54NDZkHBIqJp3C842ebvHbbt6OAxtqGLH+7hL3yHZ9w3rKssFrAPukWEsIvVq1dr69atKYn6zne+k4IH43Gy2A5OA/qAAbyIEAkiP1tCQLMSmBVZ0gnwADY8AwaFMcDhvjs/OMAL4EaE+dUUyRtjSURwpNgrizmCFIkHMIFVOnGecdLOgqHie/wBhzEsLucW5kUf4KKL8Iz7XicBjMexgmP/QH/qV6lUBG44WPgETgTChpMZ5EFiw9+luefuu0UiHQ6E/A5/tVo6oZ0U31o9dOiwoOfV/fv1d3/3DcPrEZuU+/a9or/+679OCQO0V6sVz1mkZIDnQ15M4PwnfZiCP6vaWXNddjAjgFUcfOF5xcEot07I9guOFBIh6CKgUQiC0Hfy5Mn0bQB+HuyIF8/0ZSh8pUR0nhhLoY5CEshc4MUVWPAJXnCF/zUvfGlnXJbnKopcPDMHhT6MI6mkT1lWEl+Qa5YF0yT/AXzkAM+QETC6Y6AFWBccBElY0UGCFzqP7qOvbDRBP3DRzdL8YV74hy0wNyUirJOF8Sysou20IGWulvmY2hWy1qpiHULuwGh5Ae5hgt9FJnEvf+ABfXhue2s7y6UszxI9wGwaZrpab9w9zccc3UJd0/+M+mAp98Ipzw3Amx3g4s4Kt8EXStsJkR8T/CzP3UtpnizLRAEm/ejTLdR177l2nyMijWE+xjIuIhQRXrStJJ7wVjtJMfGUZJh+2BRvr5NA8hMwx6xLJJ/LSwtqtxoa6O9LPqll39Myvvfed69ue/PtGls1JsYiC3jG5gvyY17kzRU9wQ+gA9g2siV5Ysyck3T4SFJDgsMbpDzLn4jwv7J9VXXk6JH0MzE7tu8QP830zne+UyyO0CM2CNArbB9fQkI8OXlWd955p26//c0+2BhKm13g0zL+jKMv+oRPYz7wgw/wrctL7JL+VetL23rC+CzP08EKOsgzCEI38LIs59GL2TLJD75wcAedzAUs5uK5DfNNHte2YVcK66xH1+yzlfnesMJzcZDKGEqbMe7DfDz71v6lTDZZreaWT0U5itxuqKeSiwPRgZ4eH66Wqlq5+3orGuzr1ejIsPp9WJpZ38uy8JhcYXstPHbUh6+rvSGwwZs9G9ZvcnI5kOIEcpybW9DKSk1nz55TUVTU0zeofi/u13vRM7ZqtYZGRtU3MJj0d9qLnFlvUkxOnrPfPKczZ85a9xqqelO86XyAONY0rVUvdvHFWVlRzXrVtIWGecG38FqmN0Ly/4mfS/b16FDDttdrfcRXwBM2Vme8Ict89VpTfb394i3EybNnlGdSxX44z3PPXxe5yhovXkiO7/DCepX1tzBvWJyS3K/3BsugN9zCuCx5sTY4MCB8bZ/51rSts6nJInPGm9PgwgKEFz849D7hTeDJ8+eEj0LnsYPMTEbeyIskHZ2hjYI+gH9hernKn9K+LYtMjKGePnVvqlZNw8033aA9V16u06dPamb6gmVfpIUlY8m96Qsv0UW+AcBboFsd52kDF3gADfj4bj9wB0f41+N4xJz0i4i02UVMxDYYA27EGDZbsbtzXoBUPQZ75sCU+eizc8fO9BN5b+Zn+tauTd+0qTnGjQwPG+cy2U/bOs+mAfn5DdffIO7Bv1IW6uvpNf0VhXWyarp7rcMoVdu2i01Oez0A76EFnwGO8LzPm2URkd7ghg58Qt2bkm3rEfgyFjkwV0THH8IbfM7w8Khxq6Q3nOEf44lNyBd+wCNkh9zRO2ISOpNyFi+q2XjL2tK0N77IkcaGRgxrxBv28uZuw7rXtB9tWpdbzhObfq7ZbptJr6GjZX1jDuaiwEfwjghRLz6GTx0FWqCdNu6hC5my2YyvgW6G8JY1OgsdEWEaS7FGY05oxBfCNzaMmLPhPJNn4MIH4FCoazhXpVQtc3CMiLSZQF/mJBehDfyIK8iEsfArz/I0L3qELiI/xjAWmGxksOHBz0zSxhoSfBiP7OgHjqu8EKcN2qhjLvrRp+Lcjr9dxnwt60pumwd2r31dab2iDniMLW1n8A0dASdsk/amx8ETeMtcPb29KVflGXryvBBjyKF5jogkH+AxF3zlPiLEh2fgRkTqB8/BS/6AC8W3og56IiL1y3wtjD/01Wp18QEudAKPe+TdtA+Fj7RHhP1yIVnfgdeyn4Qn4M68jMWX0bdhORdFnvQPewIWY2gDD2gkJwd2zRtO1DUsf/SAe/qCB7IEJv1k7QYWeQQ8pL1lvWbjsWnfSR0bhu9617uE3cE/DlbB7fSp0+nAZ82atRohjtgHrxlfk3hNOz6xp6xqcW5R9eW6IiL5WWDIH2gED3CLiNSOHlGoAy/oAA/owKd1eYNNMweygA5oBBb9mqaZObCj3/u93xOHAd2+wKtUqimvgh/wArnAZ2AZLVWsk8CsGc780qL49lHLOsb84Ix86d/tSxu2gM1Sj45eOH9e+Bn8FvC7sKELeoCF3TEXz+ACjsiU/szRYx9KHS+KcgDHBuPtt92mt9x6u5rWryNe0+DvwIMcCnjY26IPDKhnrhX7cGyFOfgGB9dxryWb9rFV5wNHDh8WB5Dgj6zBA5/A3GNjq0RuCC+A/bu/+7u67bbbreu514ErGh5dJWW5D3iqevrpZ5L84Ds8oiAT6GZOxue2DegFL+poi4i0KUluTt2w4w3zs8aCrmnHDcqA9yzgc0Qke8mLQks+5MD2q+YT/OTl5fvvv98bcLvEwQ8xj8291c4dwIuXEChj3qCHPuansL5Dn/Cd6Ad4gCOyGHZuhd6DCy8MYheLPoAeX7XGPkbCd23dulnIGzyROXSzkU7cnTw3qceeeFz7Xn5ZfNP1k5/8pPhWDTznIBSakDXf3q07Z2D9hi2y1sNnLjh/qltW4DwyMpJsHxre//73p/Ur9L7tbfeLXCDLchFL4DF0Mz+05eY78yw4N+IeWqARuaKr8AL+ZFmmVEpy0tz34VyyT72O7YyHLtrBJyIcC2u2+xHxtwPB48or94g4xd4dvgi7Y83/kY98JO2PYJ/Mx7o5z7MkR/kTEfallFx8pqdmzduW4Td5VNN+j3HI5rwP7h5//Alt2LjRsXooHTxO+dBpeHhQFcc41vRr165xrK6ndS0yXZhftL3XLv3pn17ry4j17Iknn9KLr7yqrKyqt29A6735f+P112nL5o164vHHdPTIIRXGs2Yb6vfB6iuvvKy//du/1SuvvCL4Bd/Ai78tC38orE2og7cWlvp6+8R8FefQJ48f0fnJM87Nl9ILV3X72R7nPxu3bNGyDxxXXJAx67zNW7ZpdHQsvbiUZVmSQ5/z5zNnJxS5BP8WrBvYOt9ibLebQt9P+HBgYXHOOeaiyjxT2+tAbKNin8cmNThnhofOtTw/V36tgb+pmtumyI+WvSl+3Bvfw8MjWrturc6iw489rjVr1ogXJPqMM/siHKr+8R99yAf739Kzz/1Qz7/4olY7FjQcNz71qU/qQ3/8f4qDQXQhj0x5RJIRew6NRksbNmxMP9m4fdtO07pKZVE6h+yxTo2Z3n7fV5Vlufj2acU++fTpCfHLies3rE/7XzOzcwrTEpEl+Q4ODKUxBXBM71D/kNYa5w1r16nHusF6gPygalgN75O07dNz20alUqZ16YDXDfAjz0KZQgvz81q0zWCL0/ZDU97La9Ya9r0NcTC0vFzTtNfCS74uLq4oc57BGuiC11Bnz13QiZOn9eKLr2jZ65vV3lOY8vqKl1Dgd0RoaXnJB68nvPf0tGYNf9GHrayBFzxns4n+rmjqwgUfGpzT/NK8TnkNwTpibm5WUz5AoZw9e9YHEuc15702+YOfZTz+Fx3AQciTAAAQAElEQVQEb3wb99TnxhH5wc+ISHbSusgHD7fKtoRvoB1eUIeu4/sK6wc8Qoe4p+CXkC/9gMNYfPKk98uIh/gf5gdXYpLTHNt9qYgfzc1YYAEXeXTgtDTrA+oFH9CVlUrCq4sP8xHnoZFrRAh8I8K4t4QNUZiPvYuvf/3rIvbx5z/Axym5gAWuxFp4VmXN4ryxaj1JsKwDyytLCl/BKyI0YxnBT17a2bhpU4ox8JL1GF/g2LZtm5iDGLHkw0bmOH36dPqVAcaw9zjnA3rqmZsCb85OnHE8XUr+KrM+4+datiF5zd10DoLuoqNZLhVlrtw6S7/xtePatnObeHkVOZDLICt04siRY9ab817LNHX+wgUh+5ft6z7+yU/p05/5bHoJp7Cd3HPPfXrTLbcm+8EesaklH7biC3gpiheJhmwX5Ans93z5S1/Uf/iD39fffPUrtoEl+81ejTu+IhP4wK9CZObVniuuTD/DzX4OB7O66GsiIuWHyA1eLlm+6GZuvVy2n0X2PGPrHI5SiCP8QsSBV1/WTq+N13o9sdX8L62PhXnBOPIe/DLjif3EyAnzHpywmRMnj6nl3Bp5wXPqsyy0adPGFEfAhbHIhusZy+Sb3/i6HvHBHfLotR+vOw6jU8wHP+FRj2MjsmBcRAh9qtj3RISQE/hVrL8U+UM/5F5z/sY9fbrjmbejm0r2QVthGrm2baPyhzHMD77YFLwCL2ACJ88zQRfPPY5z5BAR4brM9HdsO6LzHIG9NFVzHlXzeoH5I8Jxt6GTJ0+J/IH1HTbEy1/Mh9zoR0wBF/SNeSq2Gw9NeKML7MuwZvj1D35Q9953n/hyzdYtWzVvm37huRf1qnVx//4DKTdHX2u1Ze/ZzOnAgf3pxXe+tPThD3/YeeXTyS76B/o17sNvXqbCRskrOAd56SXD2v+Kfe3x5E+rtmNoB8/culE1Xsgk44GSJQZlSTg0IBjqI0L8J38gDCIBxJXn/1VhHAoFYhSSDSakPiIMScnRdMd24XVhpg7+h3b3TH27bVwhggKTCXoYOfN1lSLLOnQwJ3RwLcrCEDv/RzjILC2JhKLm5KLtsKbIFBFpLpwxPTMbAlfwaNtQuY+I1I97cGn7Js2X5amevtS7OikW9xTooO6NJaIDK+IfXvM8F/QAuzO+MzIiOjf+l7l+rLCz5Hr+j4iED/eMv1S8WdUdQxslIrikEhFpXMSPrjRERNINcIr40T34AQ8ZRkQKON0+Lc+FnGjrzo9BYahca042uu3yxzMqzHNgUuABzxGWi9uZJyKUUSSFzNWusHzf/T+Clu7T/+LqZuBH+MbN3FMiQhHhms7/EZ7X8Lu4Mz8tEa43r0nDkX9qd7+IMI+yjrNzEAnqXIoiTwkYc0ATV0qlLFIyWnNQxKETFOEHOhsRajrBl9FhETg4NJgO30g2V3uhWrdjWvKCy80igcRm4Tvwmw6QJAHwOc/y5CjYNGPxOO/kDSfNAgx6CI6X7b5MvCG71hucLKaff/55Eax5ph36wBfnBhyeca4k+PV6U61m23TnSV/Bg77ARu7Qwz11jKfQh5Jbx+UPTptEDaeNXpBMuVoR4YS3T9CyYcOGtLCLCM9TKrJcJI7LTsqBTxIPTvgbNooJdDhgfA8w55wc0o9FFnzCJ4ADY6g/dOj15FShn8AaEekFDfzDOi+A8DFlwrdleuta7cXy6OiIrnRAT/Pt3CHmPHL0uBccx8UYcGFBwDdy5p28kqzMO9GBhySCTz31lA9d/y4derKA+o//8T9eel7lzfwNG9Y5AR8Vi9hzPnxYdiIArvAJnsg6iCzgMbzGB1K4J8Cx6ENXwANaM/MsIhJfgQOPGU+JiOT7SFLhCW256Y3o9EcmWZY5IVpJ+kQf5unC4Uo74yJTCpb4Z/DJs1y0AYNn+J9fhI0cuIeeuYvJOrCRw8c+9jEd8mYONDAOGNDCXIyDx4zFXhgDPtBCaTupoR+86bZxT5+2/VIW5p4Xh21vOs74wHbJh4OKFpUJ95YXGuF+Jl9NJ51t23GEB0GgD9Lbbmu7LsH2XBGRbAAcqY/oPLecoPBMaXk4PiPLszRPsMsuydXK/G+e+V+PSzA9Z2esHEfCOLSVF7kiws/WQcOl/Uc0tVO9/KE++SW+4uVn/o+INDbCV8+TuSAH+kIfOnX06FGdOnNa4Nl2u6fwAnRUDz74k+LnQ2++8Sbt2rVTO6zryLbtwzne9qv2VEV8/bVf/6e6cs+etBHAgoI5kCtl8+bNpqGZbJmEibkpJJxPP/10OqBBpiRJ2GvNSSU/P0kbfpGki8ULBXyxpRMnjjkhOy7e4sTOgbfKSTD8o7DwQHdITtl4YjNv82YOAvuSXbGAwC4YN+yND3hAwpz0yQsM6inwKM/ztCgExy5d0Ew9BZyRBe2Mpw94Ap/xtCEH6qGHOhI85sQnMg4dp75SVpQFupCpneWq2cdmlj3ibFnnwCk3PoylMAb9Ajb1PAMvze3+vb1V5T4YxLYzK37Lmx/8THBfT0X9fb3qcTI94I3EIs9AUQP9A45XPSmWsznQ542NipP1vr5+ZVmuBccd5m04PtWdsC/bB1fKqn11v1a8oT3v9vnFJR147XW9bvvd/+p+vbxvn15+aZ/OTEw4oV2wT5tR3TGs7bwqi0LEOjaJisg0MjikYTb1FOrx4pO5a/UVj5vXsOXU29vjmCfBB3wKOoH8V42tVsWJbVGU6jU9fb0DspmmzabS/Ht534uep6613giD3pMnTiQ9AD4HBNded4327r3WC+UhzzWntuMoi83dPgTsNx4RoSzL0oYPY9b7YPnokSNp0wF9HzHO1F95xRXJbkZHR8VPTKMHvR5P7JY/0FC3fvHTtT1ejKDz6C0yo5+7pDmYC7qKokg5BTKmyIpg12UeFLrm6qscq4/q3Lmz2r//VdMzlmyMGE/MQk7YwLJjB/ieOHFSO3fthizLuKKI8LWa5gNfYjH6c91116U5uX/O+QDz9lkPgAd+O3ZuT/ynjniZWx+hg59x6vHij1yjMM+PHz+qy3bvVGn9O3HssNab97l1cMX4EAeBD18iQvBuZGQ4bUpVK4Xs9dRq1NRv/T17ZsJ0zVs3+9OmztLCYtoE5BsBbDqBH3hVrKdcgYs8MssL/nNPfY/5Pe8ciIPSWW9SFUXhTcHlRAu00Z928glogG/4xYblNTDQL8Zzj5/gnhjE3GudOxFvOTBGt+BHbXFZP3zqab128DWdPHZcuSnqq/Z4rop1ZlbYMvNg/1JbWR6+tFP8AQ/mho4I1xt56rBpcObKs6sNp2WYheibWw7oF+0U+kAPi3v4TX98FQcY6Bq6AT3oHrxjTp6RKf26vMPfAo+5yVWZq24fHRECDvrGWN7ext9HhKiDR3scE+B/w/6CeAFM8EhXkwYsfuaXw3d4+frrhwRs6OClkz//8z9PBy60UaAJ3MhxuO/1JkTD8oGP0NCFfcL2/ZWvfEWMIZ7MWt74C/pm1kFo4QUhdJj8kn7gQkEu4Ac8eMo46MIeEx/MZ/pBH7yjL8/A5kqJMHFGhj7AoA94Q5urU75APTTwzPy0c0+J6IynngJMua4oS0Fr3Qcj3XrGob/QxH3d61rg1i0j5n3Zm/PfeehhnfNm7dmzk4m/6ASHgdDGZgZxCdpYPwzZzzKeWI0cgUkbV/gFXHAHT+bFHjgQhdYuDv/m3/wb4Q+q3nxggxz74GUn4JIHb/WmVUSHRjYw4DW47ty5M/mkiNDq8dXCN/c59sB7hwv7rqaAgTzACb/TdrLCvIwHH2Ahi6rjAf2og3/gFxHJVqhnLHoUESnmMof8AT7wGAMs+BARgn78FXZzhXN/dJb8gz707Y4DD/iDnICJ/lMiOn4O3GhnXFgX89J+yPFw3H4EGMzDWGyLZ3w5/hlZGb3kA9EFdJy+lIhIcqWdMegGc3TnAj9ooh564F1ElnhxhWMWm5LIoc/2xKHPVT64+s43v6VoSwPmf55lPtjblOY+74Nc5gEmsuebGuD4cz/3c4lH/KQesQ8atmzarA0bNwj9Yt2DzuErwP2sN+rxodDVwSeS//vEJz4hDsiIi88++0PlRUX8lCT8grfINbcNAgc8uIdm6OM5IpJ90Z96+VMxDOTPGOhnTESkWP21r31NrInRE3QbnWceDxN+enpmRiu2JbMi6fQJx9GHvQmKL0SPiFvQClz8Fv6jOw+08Q0KrtALnegd86NHzEc9c+Kj4A/fdooIry/3+OD2CsfnDbrppptVdfxa9FoSXrMW6nNM/sIXv5h88GWXXybiGt98BCfmZ6PyhP0gfAnrGTjC79tuuzXlJhy6NuyXgYPPBwdkim+444479Gu/9mum99pkg/Cjg/O4Y3VVLRsjeQJ4MJ/RdX1FfOgL3yPCeWFf8sHwHlugHR0EFn0a9t3gVvc6at6H9NRFdPwCvII/4MV1xXsl6B6HKMQz+AjNHPBix/AeWhnHHE2v7yI6NoeuN72ukjIN9A+rt2dIWVak+F91XB5z/rh+/QaF81HyRngMrJbzZdYNrE8XfIjYbNXFy6LYY8t+B3qQO7/m8Yd/+If6kz/5sDeJj6osKyIfuOWWN2ndhk2qOZ8sq32Oi0sa9OFBpqZeeuEFNezHeyqlc4Lzzi8q2rZtu8s2kYshQ2TDPNj4ijelG5YXz9Cy6DwbHzE6PKr+nl71OjcunP/2eO6qD1cXfZCgLNeic/RdzvvIq8lVgAn80pvyPb39zq2W0mELutewPKAp8lBPX1W9XiO0zJAzZ8+kby5iI5VKRZO2XfrxgqW9iHnalw4NwBHeIYOK4ed56W5hv1D34dWczvnwbp1z5xtvvFH027PnKuFHL7/ick3NTCvsZ9AB8tWyLIRN8BPP5yYv6Kz3Qca8xmtHrlmvMybOnNUZ54ZT5yfF4SXztS3jwnldxThGZOKQeYMPVdnnQsbVaq/9ZMM6KRX2CfSBF1II/8Sh1OrVY7rvrfeo6thFW80yKn3fMOzcfgdbRvfC8HusO+vWrBW2XDG+ff09WrV61GuVIcPPxVqrZZ4uWRZFlqunUvX6Yj6tgZAhMkanp30QesoHLJOT53XePMJfUmg7eeqUOFSd9EH/kg9V6XvYh1nnz0/ZXzbFn6QbGRvRGu9VXfB+xtzCog+52srNh16vPdrOLxeXFlVx7tC0TZzzgTv7jnmeKbeDX/YhKzk2cbnhnHvJzwvzs+Jv52J36Bs+AVnAI2SMDqGT2MWiaevqjTzXrA+h6Q9tEWFbKJVZrvShrmk+dmWUm5/4hqIoUz/gYe/oGf0iwjwM0a8wPcChYOvgAX7UI2/6Nxp1zxXivluYl3uuzA++4C5/IjL7gBWxRzc1NW1bWHSO0XKL7ONa1pV6gsWcVecT+BXG4vf2OLflBcq77rrLfvIa61Q7/cofMivNa+aBDuZlHDRQDxwKPKzY9ivV0n6yV7e86RbdYLu4bu9e621F6Dr7ilXPC33EQPKPfS/vyrEdRAAAEABJREFUSziRcwGbg6X9+/frD/7DH4gvH5DPEVMiQqyr4SnygE/yB7uDhunpaa0sLavO4ab5AH4eoqLMrFOFlu1vqVuzbo34purwyHA6cEL/oWvKOnvgwEEdfO01cZB6yoeL6Mr+Awf0ze88pFeMEzHirrvu1j1336vbbn2z3vLmt5jWPj319DP6n3/5cQGjaZ2cm53RqtERmekaHhxIB3DT9gfp7/o6dwdXZL5r1y7LaCG9OHTKB3K8ePfm29+cfE/iU1lRJuucdWWV92mrfs79zHq+yAsRg4iBQ0PDKY9mDDjzreBv+FD8Tz/yYT36vUf0mg/QFr1vfOstt+gn3/F27fa86AA2SVwty1LInfiDDCi517n9A73q6+81/3KVXgNX7Yf4hcj9Xp/jW8gZnn322fSCQtMxgVj/X/+v/0v8fV7i2n7zjHiCnrbcHpZLRK48L5Ubf2/pCDli1xTwqHgO5FTY//AcEZLtELoofhC4c207ZrXtz9sGRKGOMfgKaEAvgLfBe+7oWn9/P12SvoETNkd/9oZqPsNB17FXdB0dQ06X8Pdc9GcNSh9sFWD0ffHFF9ILCPxZoE996lMih+RFMPSXnBJeEOMZg4ygCPxMln1eAzBJlqxl+QnpX/ilX9SD73633mz9usoxZbB/QLIZN7x/xsE537iXB2/YsF4j1uPM+RA6zHkHudw+709BH3GdtQo5Gwe0zI2893kPi/XtQ877OGidmuq8QNC0L6NPFhGKiMRohJFnWXruMvmNV4TCc1uyvrcuFepoA6ibBKNxjggEoSNEy42m5GwiIt0zhpIe/E9EpLl9m/oBF5gU+sFI7oGHEiFkEn/mox2mc40IQFwqjFvxQmVxecmJzIJmbJgXpmbsPBftNNtpTsZRuoOYI8ty5Xb0EWEROByZCOZnHgr3XRxJNtLYi1NHRIJLO6XlxLNlxeLekFLXN/4TEUkG8At6MsuB/pQ0xnPLH+59ucQfninUdUuE51akx7/fZkJSfcSP2rt9Ijp1ET9+TQP8T7cfOMIXV13CIyIu8QqcMUgKvIdXGB2Ki7JSTx38kz/Agl5KGO+ISLyQP8xJPxxA+DnMB+59m+ZmLvpQqHtjoa5buvU8h+dgXIJreBHRbU4w6UNFRLe+oyPg13ZD3cbTtDx9m/5P9YbTcD38DTsqEmSCOrAiIhk/dIM7P+0y2N8nG1+iE56gywREkkqA4kjSWy9Hj6U3Umcc5IFVZHkKfotOloC1srQkxkd0cCVoLjlpYi6cHIdSR48cEc4JesEVp8amM8kfDhN95K0qnDr9CJRsEJAscKhKHVdgsrjtt5MiCTXJyQfktpGurUdEqkPu4Mt8lIhIAQDdoQ35o+eMo0A/8+KUcLQ4UXgAruBJEOX39wccAAsHDmwYGeIHgM84FgkkN2xa4MCZB97QXpaVJFvGwAfmjggxLwtfnC1XxtEfGRAAeGuPBNMxUvPzMzrkpOHIkcNOAGa9CF+VFrj8bYBf+IVfTIH13e95t1iEEmAJitNOVq7wIvcfve99aUHK/M/48Ogb3/hGenOLAyOcOXOPjo44OPRrz54rnIgP65wT5+dfeEn7XnlVJ5xMT3rBgCy6OGZZLpKDivlBAWd4Di/YgOKnSwiG8JqCPkaE0FH6URgDTpTMPofShUVbRCgiuE38yy1reJfnWXpmHPxseSHMHBGR+mduzwyP9kZa/LVTMEaH8jxPusA9OHSv6FtEJpINYJKo7LnqKm3dts3J06KgBX1Ax5kL+A0vUoABT5iLe+opwKAffRpO1vBBLSfaJDi5o+yQN8dzC7bhxXJeZonGpvuVXkSGnygkYA1vTDa8kSKPYWEEzDwLZaYPfcZ+uvNHdOqhEVwiOnrfsO9vmg9t+4am4dVry2oad5lvzEN/rsCWP1meKS+okZr2K5nnatngmAedph/0Qhvt3LfdTh9FLkrnPlNEpCJ/InzvK/8zNiK8YKwKOvAFbHoRu8PzZXkukm5+Lun22293Mnx3+ntT6NeCF09N01Rlc8c+iPgKjJrjLLjxcgYbVJ/wphi6DW7Mh+5gp+fOnRO+icSWb69RBx0nT55Mi3oW0iTNHOLy02LdNwIz871leR07dtQbB73i5wPZsI2IxCfgwiOSIcpzzz2XNuVIhLr9wIG56DfhxWuXF+gWBTypZwHNYocEMTcvGEcbPofx9EUuvd7AgP9L5gP11FEiIukttDM+i0z4g23WZxZI9B31gRs+iAI+2F5bIblv4UV3w7JvWWeAB28pEZHkBT7ApTC/R4l+8gcZ+JJsFFkWpWXsRDtMR54XKnzPuN5qKbNUZVEoL0oXL0TcDpxuAQ64yod4amdqNlppY2TemxkXLkxryYdGx3xYxFu18MD5q2NAW8SvM6cn1LRN9XqjZ6OT2F07tqWFEnIkd4O/A154jK8aUdX6PuT7ap6px/gSD2hn/iU2jXxo37L99tjfMU+orarpyLLM84FTTTKOmWkpTEuPD4vnZqe9AXRKL3vxOeeF0eTZ09r34vOiPjPh01NTmjhzSmdcj39gAbrvpZe04vlYxDVso8eOHUtxAn/OXMhobm4u1TF+yjDmfUBHP2xj1m2zzjGBtW37NrFBzeIN3o+sGrMvP62a/Ql9iFXYGAtyFgW55YP9Ee8K07Fl8xb19vRZIzJlylVkpUrTxjzABA/4g33gP4HZ680TFgEJVy/Cj1o2dS8oMi/GXnjxJRUejx4tLCwmfenqNzRs9nzQjF4CB5/LQoJNNugELzYuL3dMIy7Th7eL6Y9ec1i+ZfMmbVy/Vge9eHzx+eesB6f0+msHBa77XccY6MQuwL3wgrPf+RDl3LlJvfrKPhF32bQhh+n6BMZQ17JNoFNt+x/qkEdhvvX39wscm24HT+rxI/A3IgTNwEN3kBX9sJsNXjTCN/wU48k/4G9EWMZ9jsmDadGNT2AM/IEGG5dzswsqbS9L5iXfQuXtahb4h19/Xcg4skynTp+SrGsD3iBo2pZr3riIiJQTJhlZn6EDXMCZurIsFRGwx9O0L23otOzjaYd3XCPcx3XgRB0DwA0aeQYOsnnooYeS74EubIor43vsv+EbdOEz4BF+CNlu3rxZyDTCluY5gEeBX/RnLgpzUPgVDBabZ86c8WJ1xBvDPda1IukYtBXWZ/w9mxHMxdzMRdu08yRwWuvD9qv2XCnkxtv+5DH/7v/374R9dOfC77adf0MHOssY8OnSDT3cgwd8YC7mRvbQjJ2XZZFwK41TrbbkjatCpXkOLoxHDsBkLPNSqCNHR1Zd2NSTE0d05EkbMJjHgku00we+wVvkxHNEiL7Uc2UM929s55l62iM6MqAuonMP/8CJOEo+CXz5ExFp3ohObCe/xD987M//XPM+iKk5D+GbAUePnxD5dGZ/sNEHXiOORVmep3ygbdsCPjyOCMFP5qaOecBpdnbeG9ln0gb0Rz7yEf2n//SfRJwlP6Hf3r170wYXfJQ/0Ia8fZvwQ5eJg+gn9grPmA/Y9EFXIqzffuCC3JkbmTBH2LbgD4X5KO4q+sCXoaEhHtNLkeRvxKWqfSMxdfOWLcm+wG1mZtaiaov/gMUg7mljLuCCC/GIgr/EX7CZxPP997815UnoLzTCJ2jhHp2KiBSfElzbEf4FuOBI39L8J6+fmJhIeFBP3zwysdFZ2L9QBx7wCf5AGzhERLIz8KMN2pkbOugHfJ4Ziw2Y6IQLOo4/hkb68M0PbA16xn2ADd6HDh3SVddek3wPNBODG7W6du3YKX41AJzMNMf3ptcq58RGGHLZ781A6MFvg+fA4KDeet9b00+yXX755Uk+0N+VJ7hwmMsc4Age/CkVNkl5XusDZmIjV+aEHvQIvOETugndPAO320a/iK7++Or/8RfIiQN7eBQRiR/kihXnW12e4f/gQcW+ecX+ussnXoKa9EHyLbe+SRxwgCM6Cyz8Iv0jIq3JgcW3aNgsBE/64SvQd3gPfHAkB0jjrM/wn19yoC6iI9tlH4Q1bLPnLkxp2DY66DUwuTd5xe7du8U3lsi33/XuB/Ub/+I39fu///v6l//yN/Urv/LLgo/MBy7QAHxg42/xYfjiz3zmM/r4xz8ufpYbO8afgA+4f/jDH/EB1tkks1u8qfwzP/MzyT8wDnqa3uwty0qysR7nwREdP8hczElBJjwjo+Vlb9w792k4r4J2+BBhwUjJ/xb4YD86jUu2wFg3ibm4IjvqwB2dHx8fT/Sz8Uk7tgVc9IZn7gHf8jpreHgozcE98zd5CTxKnTh2UnPeyEc3ZqdnPVevbjatvASFLrEOYd3XajdFH3BuGn9iFLxE9sz7/UcfT4fZ1123Vxz+8c3snc713/n2t+v+++7T/W/7Cb3zJx/U6TPn7BdHffg4pO898oj+5itfMtwZsS+ELpO7IVtohQb8E3NiH9DOXOAFT3PHr/nZBbUabW3duk07tm0XL2xBNzSOr16ndqsQvnLZerzgPGXW/o5Do6WlFdt2w7lNLe2D1p3XAw+aGAtd8HFhcV4Xps6LfGadD+vADd2dm5tPeo6fIHciX+5zPlHmmUrjhe1HRIqzuX1YX1+/86nBNN/0zIw4HFz2ejEivDeyORVyjr3X71Xdawa+JfvP//lv6Ld/+3f0wQ9+ULfeeqtufdNtmp2Z9z7uojZu2qTBkRFFlvuweFmLC/PKIsSaNCIEjlXnv/i+qg88h33gvMsHyuv5lZmBIfU6r2Yva2BgUKtWjSs3jiMjwzp54pi+6w3zs2cnlHt/oNcHykveU8Nfte3wwG3JNokssiyXXbr5WHcOURHzyX3aruzxeqXfB9F0IOeo++BhaWnBa8L55DOxhRUfjkeEavary7T78Ir1w7zXVHwTddaHkvTJslCWZ2q7b8W0bHL8GhgcVkNS5rUS9U3fl27r6x3QoteiLeea/aaNb7Ku8+H12Niopn0AMHXhvLIsE7Iq8rAMl5TnuVZ7bVL6amXS8tK8Jk3/snnasizQS/wyPOXFZOL8Wed5g/bto6MjifaIji+FLuDNeb1FzgWf4Af6GhFpbuZHvygRYXkuJD8cESl3pD9t0I7N8Sx/mB85ABecttm+8N3Dw8Pqtf/hytxdG2EcYyIi5dvgAD7AAD7yqtjHQ8eQ/Sp8O3N2Mh10IzdPmfBiDLhAG/fkExFhOx4SseSmm24S+xhc57z+++xnPyv2HpijA6OZZN61K/CKiMQL5u/32qVwTjptP7TO6+QNGzeKz7nJSYfsji4zLzJ48MEHhe5D54PvelfyOcTPd7zznXr/Bz6QDjvh7wUfyLN2Q07T09OJprNnz6ZYzYszlC984QvpW63Ea9ZcLe9Nybk166lKpbS99qooc9tSYf72KqwvuZ/XrF+nK67ao/E1a+wbZnTgwOs64sN9fMJdd9+j+3/iASGLV17dr6ee/aH4tjRy6Ded119/o3m2W1LHVtH3sdWr1T8woBdffFHYWqUs1WPbHXYOh19FNCgAABAASURBVA/qdd6G7Ka81oZ3a9asFd/8/+bXv6Ff/uVf1rPPPK3bbnmTdm7frqHBgTS25Zh5wXuoyA2+I7OxkRHvPwwle4uIpLfAZY4e+y7Wl88995y+9c1v6q8//Wl95ctf0lNPPq7zXpdutA293/GPl6XhFy/6883Gz3/+88n+0Tl4Co8z2yt2MToypLfcfqvuvusOXWN+yTHkuPeuyI0WbFvbt281L3aYd0d8sPio/Zd0mWN6X1/nBST5UxS5/5XtdCX5zob9NHrV4z2VkZFRx6s+8VyzL12xX4LWiEi6Ba9oo+gNH+p5RIciOrbBPfKh9JgX4EB8xcbIh9Ap+D89PS1ojYgk42HH1aZ9BHLDz5HHkh8Qr7AX5mEsOESE4PWAZc1Zx8jISHrGBrBzeE+BP+gv83GlDTiMldpqOv4CGz/Anh/16MTlV1yhO+66S/e+9a2659779ID18Ebr20Z8fv+Ax7XEyyrg02t/kdu/t+0noemY93mQH2cdwGZ/ao31m9zqHe94h/f7R50LTYqX01jnfvazn7PMvi9wZXwWEYnpYcWGWJI0rpS2A4L86V4jIvXNs0wwHoS6RRc/PEMY1whDdaGpbYTbhtct1LlVEf6XYpjUUejD/E1vivBM4RkloXTbufKMk6Evfbg2LVjuaedK+4IXkc1my0G3puWVukgaem2gGHhE2G9aQJ6P/swXEVxSiYhEN/CYb8UBsHmxL1f5k0Xmfy1mOyJgUOhPZfca0YEZCqrTnNxEhCIi8TR3MIN38odxlIhOe0Tn6qYf+z/i79W33RxKMCN8o84nIlId8CkR0Wm4+C9zccuV0qWB+26hnfpuoR55YwxZniWjhifUc63X63ZcNTubRgpmjAMGY7qBDBl06Y7o4EQ/eN0yn3PX5Zn5+wb9oZ3CPBRguhuXxNduHckP9xGRaOcefaAk+N40oI4CPAr33RLBONNlyCzGDUSZcYkI11jexgk624YDri3rHk4N+BGRnHVEmP6ayjxTpSzUMk1LTnYwQBwF9/CPMSSm8CMivDF4QTPTF7TiJIs5OIRZ8iHGojduW3YmzAMSRZ4bbpnwgqfgTlBgUcSb/Wxk47jYVMT5MCeOsupkj7mZk7dBqGPBxJtEOBGcIY4K2bCQ7e3tM/m5ZdxOsowIgSslwjwyD8CT+SNCmfkkf6iDr8DhiqOiQC/44qiHHDRpp27WG9HTM9PmWT0FcHAMJ7o2LTEOunHGOH1wjgjjlKQj5vKUae6yWkn4oWvUYbfMwYIWflOHX+CeRT4/I0Qy3+tAcs5Jx+TEKY07GFaLXFNOQAmwBM5HH300vWXNuK3btqWEAn6RkE06wSTZfPzxx5ycjmrN6rEkmwsez9zIYO/116efJCBI4aj5aatf+ZVf0q//+j/V+3/2A7rv3rd6E6WmaS/s2EiBn4VxYPzIqJMBJ46FFyvob9tE0A6vCYDwD5q4wjfqwRMZtc1A+K/wIP9PG4Xx8I0SEZfsJ/V1v4jOAPoiL+BFdPqBAzIpyyLJgDHAaXnx2rl25MIctAGDMQRj6KEOWkonT8jn4YcfEnRwIL1r1y4dPXJEh48cTYGMsXxLiABLwsq8EaHueHCjQDtzt40D87KwKyJXmP7wgShvYuZ5JvxKRHhR25/slJdteAu3bT2ue3FDsYWr7cO7um2Qt/d4UwydW/JhC3Q0be9zXjQsLC4km2jats0yRWC/U8n3gScwaQNmy2OYH1y68NvNuqj3P/6/LtroT3ue504wlzTvGAZtLeMHXfg25uoUj2iH04xMDeMAbozLslwRkQr9GEvhHhgRkWwFe8IG4f1KvZY2R5Kd2BZa9nHwOLM9Ly0tS8pVVnqVFU7irIDofW4cgYcMgYMOout79uwRm0wepL6B/gQX2b/wwgtJzlu3bk24QSt2w6Yv/MXvsEECDj//8z+va6652oca/d68nUh/b4PFHDSiN/CX+YHLM/fwCZ/Gz3RwIPvmN7856Qk0ZFkkueDfjh8/prTgsL0Dj3Z0aM3acc3PLaSkEbj0hb6Ijk+HX9BKAXfGYBddGOABz7iCT0QkPrMZga9hHhLVC17w0IdxjKcvOVjdC4Gak2PmRM7QyFzU0Vf+gAOyhFZwsCgSjfQB59Qvy9SwXpjJKrzQLrBTy5P+TetcZrvL8lK1lKBLzGfQ6X/uIyLBBMdQqOF+S96Eqdk+rGxp8wA/PGDZIrdKmYufLGMTeMf2Hbrxhuu1dfMmbd+6OS1ymj4MrVZLb/ps0ZVX7tbundu0dnxYaq94E8hja4uezzg7vjXMg4b7h3NH4uaQF+7QO2z/B+8GvDBbWV7SojcowLWbcNet/xwQ1Jyn5Zb1nA9U+3ywasPyYiWELRJDA4Zl0ujYWNKHs164ov+DjkUHDhwQb4+S2KOT6BIywM8zFzo+6ziVmb/Qjy8ndrDYTTCMK7F0nRdg/ETzrBdOU9MzyUcyDjlHhIZGhtMb7Zt8mAFMaOOAgWtp2Zh0x4+KN4oWk0yAjV9kAc+mKzkEhYSe8eCCvVEXEY6f/bK4leV5+hMC6Aq2x4Lv+PHjKY6h2ywOO4cu+9JiAfrJH47Y/6Ir6CY5xVbbKzDwnWu8kckGWsN6yt95e/6Hz3qja1rETw6/Vq9eZXs9I+aa8wYD46D97NkzevLJH3hRP+l4vpR8G/ZDbrJoP1ozPPCHz9g/hG/csF4cQjaSXjTUtG7I+tjb22P/3Wv9aXmhuWJ4y8mvoAvEiSXnWciNcWzAQgvw4Rft4EQd7egvPEe3wAdbRa+heZM37vBnLP6wWWCesc9Ax8CRcfShHVhlpaLJ8+eEL73gDSx06vTkWfX40Pj0mQnreCE+yCwiuBV4tCxw6Eav4Dn6TgHPcPxqe7MjN91t08+Vgh4zJ7AYg+9FTxgDHfwsGLyFDmgHV/owH34CP8V88Az9gQ+Mox0YwOYKbOrxO91n2uAj+sxGEjYwPDScZAre1NMXAoHNXF/+8pdVWLe5Z+Ed4RjsxXWv12MybazNkBu5EfGjxzJGH8Cb+aDtwMEDPrz7zyK/pU3+QJMvSQ+gF3ls8EE5sQQ6aWOOunkI/JbjOr4V+4CmWfsJ5NfFGxmjr8hjzrYOf7AdcAD2qA824EnbMgN2payknJV7+JnlebJ3eF633lIHDRT6UJiLeq7wqnsfEWlsRIh68bG/oj3dGumIEHbFpj5XbBjcgMWc3EeEN2t26sYbb9K//bf/Vmt9MIUeI1t8GRuR0LnKm1lVb85YxWRn4c1s521ZbjlVVBSlMt/DN8ahH8wBrzL7P2CyZsBu+CZw4dwUfgOXmFWxLYBPxI9ook/beQw4UqCJvrl5NtA/aC3I1PJhR6VSFbAYj+zohw5S+qwv6ALjKMgHfICNTvICCD4L/9NHrHAOB05lpaI51lDmITCNlhjbdF6GrrZdn2e5Fr2Bzj11wF12PGF+6pA/OoR+NB1v4AewaafQn2uPecq1+wxuXZyo44AiN81Dg0MpluI7eSbPZTMTXbkwNe11TNUbzoua8UEI8oMfjz/+uDc7+wV/uGcjEpkwHzgCB9x5pg/28fhjjyX7iIjkb6A7IrTiQy5wiwjhTzikYw5iGDYNfcCcda6b7Ng417xxh//fsm2r/sW/+BfiRQPWcvwU7nvf+17xE2z1el3POi5go9gkPorYFREiZqIz4IcOQBf34M2LoO/05vC9994r1q6T9p3gRz/wAB8Kz1y7OoksunXwDh4Dk8I9dt4dj85Qjw7wLTn6d8djT/CO59I506DjOX0ZA369Xgu/7f6f0Oiq1Zrwmg8fQxtxm/npj+6CO4dA0BYRSV78ItGRI0dSXMT/oZ/IbZXzkIhwnjuYfimKeSJC2HdEqOL1bMtJV82+xNaprV579ttvvt2HdZFnyReccD4L7qM+OCF2FZXcelU6B2BE2/ozk2Lkdh+6cdAKj/ED2NMDDzyQ4jV5Afk18lmzZlwrjscnT5/yhvi0sAHk0NWJiNClj2/hF/KgDn7Aa/ibZZnxqCoiUnwuy9K5ZCNtBEd0dJExFMbxsuay1yEtRdJvdBHYwMLvXnPNNaapnXwj/dFj+N6VGf0pzBsRwjZpW3AeRr+KfQB15895j8UHe/Tt834I+SQvdK34UItvarMmmZ9fEP6En8HmG9fJ5r22BFdkBNwer5O4okfkZfw89umTp/Q//uxPNel852YftuzetVMN03TXXffo+htuVrV3wHGyru986yEBm7/V1vQeJZu1rEmwM+BWfahAHflZw3Ef3s3bf+F/aks15VmmiPCewbJz6TVi/u1bt2rAG/Kl9w2AU18JNZqFtm7ZrF7Xr/hglfrh4RHnvvVUItzH+X3m9cCK83tsFj+E7wAHbIx5F7wObVgHe3v7hDzQXWwbXtVqy4lXcz4UyqyrFa8HStsPOoHeMGdZVhxTKmZf2K9VdMZ5d9ifAPuFF170GnEw+ZP3vu994mBp67Yt6cCIvJd54cmb3nSr1xMj4lcsPulDj099+jPpl3AOHNwvfj64LKueo/QccuzKPE/nvt8b6tu27dD69RtcV1G10qOeal+KtRXHGnDo7e3R8RNHfdD9sPa9+IKYc9j7QG3HeX5ZIyJMWcsxsuFrW4yrWEbtaKlSLVVxvAzHkLrtpuH1S9V1ff09qljn0MdM8ryVdBDXdj/WIoXH9A8Ma3BoJL3ghF/ZYvvevnOntmzdps1eP+3YtUOXXXmZc8heTbKfZBsaHhkzDmEente89ySUFebZJm3YvNkH5KHRsVUpJ5mzDk/4kPCcD5fIZfpNI3iQv2ZeI/X39ajdahqzdooL0z60WlyYS3Vt50nYBfqG/77LhxXkDbPO6fE1fX39qpp+2vusW/jYBetI3XkWhyroBjqEfXgC871M/KYOu8OuJ60D5OTUwW/gtZwf0MY1IhJezAHsro8qiiL5VK55XiQ7KM2XCMvIvI2IJH/4Dq/RHXwzfpr7uvUc2yKnpx6/QnzKslzoZK9zDHABfkQkP4JvcCqWaECm0Cx/wNOXhA95KeunWeeN0N1yYtUyPdBG4Z6+4MQ9a/7IsuQbFVKP5dFjGZFbgdcWH56DC/pJ3S/+4i8KGfBCT0Qk/q+5mNuxboEHwOXbjocPHUrf7mY+fB600g7u5BMveC+GPc1z584JOvMsUx6ZKuanEg+llg8B2947y7IQv+aS55ntdECbt2xNB6cbvH6d9sH/yOgq+5KG88x1uvmWW1POwstVfNOaX9katL/ZsGGj3v3gu7Vp42avNU9plXWUbxO+6dbbdMWeq9RwPgUurEub9oeFbQMej4yMJF1GV+CpkVJp+W+yLT//3PPpZa6DBw4mP4gesQb97d/+7fQiJnqKrpEjz3gdPmdc4QX6hS+Er/CLOTZ4zQCv6PuDJ57Q17/2d/rbr3zFB7ZPafrCOb3p5pv0r3/7d3TN1Vebvnnhtz/0oQ/pv//3/64/+7M/0//8n/8zfTv59YMHxcu16H+0fCM+AAAQAElEQVS/80/2l3/Wh7Fvve9e7b32WlXKSorHrJt+67d+K72Qx58z4VvFPfZFfc4d0XdKy7ZZFDniSHbQdG6MfbWsVxX62u5y+1B0C96sOFfl2rLOtS1Dyhvvu8/QD61Zlhk2tt9K8CPi4nMz5RX0Hx0dE7kC85z12hceAxNdgm/kOOR/u3fvSgf64AJs7AyfAA+wpYr9IHXoNT6dHAP5st/HlyPoC+8ZSwwiryX2sZd33AeeLevEqNdetD/19NPeS3hSP3z2WaFn4AR+rMm32n9u27FDVztXeMc73qk73nKHbr/1dt19x53aZb+a6BlfK3KZzZs3mv+j1q+aS13QNe9cAR3hfmhoWLt2X6YOvmsEvcxz9OhR8RLxQcs6AyEY2rACM6hbqO+WiBDMZjAlIsQHBlMPc2Bol1HURXT6tBCkBU5fCuMiQsDJrRz0TcV1ER0B0o8S0Xl+I06MiwhFRBJ6tx/1hQ1L/njKBB+8KlY0ytDgiBO3geToECIF4YK3hyTmyWGJ+4iL8zp4NrzAYg7quYIrdPIM37hSF3FxzEXlpb7t8W0jE9HBN6JzTW0X5+Ie3CtlKfCnP0YAbO4TbDuwdPV4+r+xRHRgRkSSUYSf3T/CVxdd/ER0nrtwIiK1MAc33Su87s7draOdEvGjMfQDb3gB3sB9A0lJNhgTtODEgEU/jAi+Exi4h//Up/FMcrHQH+XMsyzJmmrquoX5uaee0rmP1DciqErOAJwiOs9UMk9E5zkiEs908dOBoR+Dgf6yOSt/GOtLgsv80Ney3bhChR0ZdLBpgkHDQ+ij/8z0lJacXODQMU6SARwsDo++1LPRB3wWX6OjIx7W8gHSiMYcnM5MnHXQOZECBxvKFTujiEjJGbxEDsxHgQbq4CuO76d/+qfTwV2eZYaplAzguMCVt4iYm3E4ehaw2AUwJiYmEh9463WLA+bQ0Ih5lV9yNODaLYzHsTMuTXLxH/iD/LmCI+2MgXfghw7AA55JjngzhP703eAAySKypVBeVkR/xldMO/cRYdHi/JuKiGS/Ee5rOdAPnOA1V/lDHfJY9gYAgXrZmwfoJbhFRPIL9Gl6kdCs1bXWm0vbt2xWfXlRU+cn9ej3HtXRo51vKPV4EQEPgcObLCSMBH6CHoem25z4vuud7xBvw6zyorbPi7TR4WGxmKp6QQz+bFJwyHPFFZfbV4UuXJjSxOkJPfLQIzp39pz46RzKqlVj2rJlkxOnDQ5k4xoZHVHLfgXcwRc5QhcFmRGE4KdJTjY47ySavvAhwnxyIEIGlIhIvOO+OwaYjH3jNd3bj0khPt2+3DO26kS6Owfz0D+zDwI3SkSoLEpFhE2lbXrzVBiTW14EJsZxcLFu/Trt3s1ba9L09LRtYNSJ2dq02ZWSDC9a4TPjep3oAp975FHa/wOHdnDLMycIpnd+Zk7Ltr/Bvl41nDxXrUMsjuHVihfNWZ55Ubtk3a6lOeHZsjfSkFuv5VUtS9W9MAIu+tFdgJRlkTYfJp2EyqwBD2g/fuiILnjR0vbc/HRIRChzqXszr+HFZp6ZH3nmhFXyjqGAySETb9bKWg1+FfOrUhSCHnQU+ZbGI3PM7M7TTnFVavhKaVlGEUbEYPk/9zwtDszMh4hOPfghP66UJv7LnTP38UXMleeZsEPa8jw3Rkpya3oe5YVakYkDuqKspLamEz3GkgSVxjH3GHwQi3r8WVdGtM17E+CCDxBvuflm6/TGlKhFRLoO+RCLxJK3vsCNQpLDN7VX+2AmIpLesMEO3Mw4U4CLT61ZRtwzHwkOm6kPPvgucThFHfCgCxrBDx/AYodx3EeEBgYH0qFvj3UrDB+7rlgHVpycAhudAwY0ovfcs2AGtvyBt8CHd+DGvBEh6lvmE+O4d9e0EQHPuKe0bNfdcfQBDnDDysVzRCT65Q9wUpvruFLAJSLEvPTnGZG1PL7h0nZptKXCMmKeBR+M47eblmKWZ4oI8YmIBCMz/RGdOuDDA+rAGf5xhSdN61jLi62adbvlfIlYODoypFWjwz4AW9aF8+d1+tRJnT55QnmWuX5MvFW64kPQudkp52UVrd+wVuvWr/G8oYXFeeVFqGYfzaZEr2XBPNADz2fsF4inddsuP/Na98bQku21x36WfiYnLVJm5+e0Zny1+Hss4/bnV1x2mYa9Kbpjx3ahZxt9yDsyOpbkwGKPl4rwMS+88Hxa1G7fvl0UDr/p/573vEfoHYvtin3IqlWr0lhwQofQJRbQ+GF8F4tUDiV5pv+YN0vbtlF4CE1sVsLH3ZddrpV6XSdPTei229/ipH61GD/qBQN9gS1/GM+4HvtA9Ir5iJnYFPpPLkFekee5Y8Wa5DfZoGDMVm+u8WsTb/eigo2aRfNsYvJcyisMOm3sEsdee+31lCPMmMfAhjboZfFEjEaHX3/9oF55+WU9/tj3xTdOn3rqScE3+pNPvPbaazp16pTj5VHBU+yZer7p8vDDD4sDF+qBjS/g2mffjM5m5k/F+jk/Nys2mfCPbetUm7zapWKfu9kHq2NjIxoc7PeibXXCt2rZEwPgC3pKHhMRgh/U4e/hJffwg2fohlfwDxz4ueB+L0r5pikHCrNedE9PX/Dm4AUh19PeUN738kuO1eeEfuZ5luSfWaeRLzQzHz6jZTp6TFNeKdVnnSt8tXJ702vS6tlO/iAiE39qhI3L5RUv4NqhLMtTXoeeyB/slAJvcsuV+4hwP8ePi8/UE/tW7KO6PgPdwBaow//xjSL6ZcaVOvJNntEZchiuhfmOH6QwH3oGPPgKTfAMm6dd/qCX9PviF78ofC185QC0zwfG1DM+ItxTQp/59RP4eNttt6W4hu6DG3kU/Me+6QxcNvNZ5HJPHe3ggvzQdXDgAImXHJgH/jMHfZd8gA7tjNniTSj6UocO8i2xRfsX+qOn087Nv/nNbwgbZSz8hS/MBT3YOLKw29SkN/zwBcBmPHhE4NvbighleabM/KVd/oA78CLi0voA/OENBTlwBTfGUdqOAR4q2trWIXABBv2Is9TRTqE+IpIOIl/y/ba1C9wiIsVsaH7xxZfUP9Av8iyeoYPx8Ned0viIsD0N+rGd5gYXeJBnue1rxfnRsnODpuXW9tURJXL3bXnMQNoU5tDr3//7fy8O0SIi6TAwoBf9YT74Al15ntnn9yWe0RYRaTMQeUETeoBM0ckBb343vcE/PTWjleVaygPxGcuODfgQZJ5lWRpPf2yZOYHFpqInsT8dM65ty6AQ89MOj5AvY5mPeaVI7fPeJKbf6MioNwZ9WJHnprkhXt6B/2xmYuvMgVwiOrxmTESk3Am4PPPSCHrAs/zBfvD70AesQecbyJ9NevpjC/iQHufUeV6Y98tJNzu6Bt/6kwwGffj61re+LdEGDsBivdTw+sXTpI06+AHsiEj+Brj8HU02TuE7G8rru+ss+1bG4mdz04v/gH8cGhOHgA/PsAf6MSc8IybJ8Fd8aHCVN62w/63e/E/1RoRNsE/7sIM/Y0L5y7/8y7T5BHxwQ45c4U9h387cyIeCLGmD3xxwsUF9/vy5JMuISNcuH+FdKLdeDRidzCWSLdJOQVbMwbUoyqQvwC2cY6MHXXrIQbETnuUPdKO3XbzgG/ripgQD/Kre9OQnRynUA5N5mJeNWXgIfvhQrrykhf4wL/oAL4jTp0+fTusJfDM6A5/pHxEGGwIeNAwODQp8lmwD7DdwIF+xvnAo8MlPfkJ//dd/LWIZuKIDL770or7/+Pf1kY98WA899J0Uy04cP56+UTHo2MRalLzmuuuuTXx70vEcf/7II4/o69/4Rvq2OYe/+A72w5acdy27gB/4QCu60HKy2bIeQT+4RkSyH+roRx/Kig8EwZ/c6LxzQ9oo0Eo7PDfB1vNmsiXgQwsFvgCf8fAPmuEX8yG74eHBpOv0oT85PHgCA7joFLYm+0muJ04eS3JENnmWmf+nlWfSoP3l4cOHdOTIYe8N9KX1yfETx1WWuUthf7iomg9GwRP94EqedN1117ttSUd8gPGVL31B+1/epw97k/3I4dc10Nsj1oP8eZLllSWtGh/Xam/mrtuwxboc2uxYxd+R4+Un8ITf8APeECuZ5+yZyQQfu5n32h5dJE9ZXlhU22s59LFRX9FuH7ztufIKDTlHyhxT1q0b16rVY+odXqXLr7tB5LW5/UvDsoBv1WqPch+itp2DLHuPhPrevgHTPpDWROhww76FHACe0wcew9Np54oV77Ny/9BDD4sDAXQHWz9+7KiWFhdEzGVvZN7rP3wZ8XbJ64/cOPB37cgJl71+I2dCxnv3Xq877rxTa9euU1vSnDe2p2emxdrvnc5hP/CBD4iYs3bNOvX3DaY+f/4Xf6FPffKT+su/+Ji++sUviF/FqfiwtIVemjfoC7wE740bN+myy65Qv+ML8/X09JlXAz7YGXPsKs2frc7Jl/W9Rx/RM0//wAc0ixoY6E0+pW65F16HU1pe99SbNSmkLM9V8xq/7lyeeaz+1t+ai3M77wX4dFO8hNhut8Wa34qqSlEa9xC0h8cP2K+Pr1mr4eERH6wOCx89ODysLCuch05bH4/o5MRJLXjtdN656bJxqfb1a3j1sFYzbmRUgyMj2n3Zldq4eYuanmt0bLX1Syl2zpr/sozlz4ptmHVUhbzPORMvOdasly2vU1u2Y2STrraLzHsJ6BU0gT/fTkbf0VH8FnpHXGaNsOhDXfos2z8N2r/AX0pXl5vmBfYbEUIW6FWEeeD+8I6xFHhIO1ejK2yYe3SRuYlP9EMngQF8xjNXpVJxLOhjmCLCMq0k/0kbNAEXeAFd1mv23hYXFwX8fh98jds2i6JUzQfCbUWSIbSuOMdGb7kHFs8U/Bgv3eKHbr/9dpGPcTDb5/VEURQCNwpzg3MYM3hQtd1w9WP6H/sAbkQoyzPLryniInTBS3jKiybYEHaLTjM/sNeuW5teOlht3LET9tHuveder5HG03qYPsQ2cMS/E4NuvPEGAZdDKuQHfPpxBc88jIN5wPpi0LlKT281+b8F2/TU9LTgRd/AoN7sg6qf+Zmf1U03v0l7rr7G+eaAOPyaOHNWTz/zQ33/scfTYRcvoE56/4dvUP/TX/91/e7/53e1bt0G+8UTxnON1q1fbzn32letkcz36ZkZ6+2C+df2vFXbw0jCt20dQn74xIhw/bDIZ5teK874AHvB/pDc47uOYffcfY/+y3/5L7r77rttwwPJl/R4T6FpnxAR1pNeRYTnaKYr8qKdF2DlD7LFx+1/5RX97Ve/qicee8wHq08a3zHddONNCSY6A89YUxw+fFhf+9rf6itf/nL61u9f/dVf6RHjccwHgRHh/fjrdOubbtXVe/Zou9flVetqROhqH85SZszX7z36vfTy86kTJ8Ve4qL3L8E3yzJRuG/Zr6EXK17LN+3HS+vroO0NniA7+mAXlJbtmUK9Sbr0P7Aiwq6olejP80x5ngsdpC/3FWAZiQAAEABJREFUXJmHfS7gY3+sq7AxdI82+jAvfMBnrfc+Ln8rdmBgQImf3rOgP/fARHb0BdZbrDs3ez+QcdCPnMhHeFmAL0FQgMOe0aJ9C3xG7zm4veLyy9OLAt956KGkX/gCfBH2QYxBbuRJc+bf2KrV4oUD8tlrr75WP/n2n9Tdd96lt7/9AT3wwNvVyYP2aufO7WJuaAQnmAXe1IEfB6rbt23TDh/U0ge6mTPzx462rbaZzaCISArFfbdE/MM6BEOBiQgNODCJa0TIQEQbcFsO5rr4iQg3/Xihib7AAxale0897RGRlIg5KBGRFIB+PENsd26uZVnx4qlUWVSUZ0VSFGAhBEphByd/qKNEhLIsF/W5lSkiEv4tG20Hn6bbs6RkCAinh5LKn4jwv0r9IyL1iwjTmbn86Fn+mNMJ77YNASHgbFGsLM9TPTBRTujKbDgRoSw6cORPBHB/vLg6zf0jOjr9ef77hb4RHdpo45krhTl5jgguCfeQ//MzuHRLnmWqmL880xF8MaoOn1qJDu6BWbGjwGjgeZdW6uBzRCgiAHGpZH7O/JT7GvGjNmC5+hKd3L+xgEtE/Bi8iNAb65ErBacD78GBZwr9uiUi1LQ9cIjKVf5AD3RypbTdHk5UwLdqGhlL+8zsnJOeqWTgE95A5qfu9r/6atpc7M6D4RlkogWeLzqIS20v5Jd1+vRJ69iKA8NW8ZM+824bGRnRVXa8lbJMSX2PHRN1BEPexgBeGCAFHuPwSJb56Qd4zebJ9NS06j5IwiGwYOfbAXxjIndSSBC64YYbHFT60uIdWoC/3gvtoaFhbyQ0jVvN10bCGTrgnacUNENDBDplKswTdJg6+gELfJEfBXxYxJKQf/Ob3xQbrCwe6L/egRQ9IRmILFc7MgfWakqCmI/x6BnwKW3bUEQot+0wB2OBz3NEJF2IPEv6yLgjR454Q+ys4BewMusxtpc7oed52Qnl0NCAVq0aNZ9nBJ9Icg3Iif0dTt7v07btO73gOis28r78lS/ru9/7rvis9sb6yMiwOBzdsG6dfU+YZ0uan53R6Migxny4cO7shF7e95IT4sPWj2nryXlxgPjUk0978XVEZyYmU5AFpxdffEEH9u83z+saN2wOCk6cPK6zkxPm+YrwI9CJLqI/FHSaAEMdwSQinESWhtFIcqUdfWUc9HYDZkRAQpJtROeeCvhLv1RcgYyAzbMfE1ySSgIYhWBLG3xlDmtD6vNGHZn0hiQJBzJApsgLXJEfCSw/QcTbPvQjgBL4gPnD555T2iy0fhHA8CnowJAP4CJCzMehJpv6Z89M6PDrr+mhb35dx70g5iB7zgkWG7SLTrJe3rdPvbYhdOKZp54SBwWVSpl42nKCNT8/qz4vfJd8QHP2zJl0IJBnWTqIabUajiWNjk55MQgNw5Z7+PCn9CLl5JFjVpfw+N7UZ4sXNHmWmQ812UIsj4qqTqArRanC9XUn5xwY1HwdciLUxq9InsOJnUf0eJOEt0LZcPGjWqaf0rTut5SpMKzCsFoeB5+IVy0vhsKLvMyiLIpCyCMiFBFChvKnfbF/RPjJkjLcdON/kDH9mCc8B/eKTOF5FLl9Y9uw/Bwh5sSfcu3qE3OS8CBXrsBDp+e8kCNubtiwQQNOzNEdFqT4K/wW/dgw63Oia9YknskfNuFJaJE3cPBh3KNXZywf5IiuoAvowZgPrdCr9/jwq1rtFX2AbVDpf6Nt2I10z4KHRG6dfU/DfIPWKW+ww+8hL2LRuX4vVtlsiQjBS2iFjq6/4bkLv9vefYYX1MmfiEw804b+cg890EGfPMuVrvZnuQv3uvjhGZqSDWdZqmUsMNLDxX/gC3XgBi3IpNmWwvDaCvHrBoymD/DCsOgHDcwX0ZGp/KEe3LqFb6/gZ5iDwoZQo7GiPA9Vq6UXQKNOQtdp/dpx4Q8veOPztA9Ql73waltfN23abBte54XPqLCB0ZERb8T3q+EF0En7tjkffuLnjJJ99KL4igw4lY578GzOvrTuDQA5n6x7EwH9oU3W3bb1edjy2rZtu3bs3Ok5hrXR8+32/Q4fiqJTxLvVPlxd8aZNrw98SIrnfGhX9+ZHRCR/L3+GHPPW2YejGyxIt3s8STRzsSCi4J+IYeSCLJ7YIMWXwx9kBf+JoWw6MBb+AmfI/qrfGzjE3J07dmpkeFR155j8raTdl18hZDq2aszxZ86LyHmx4YgM8esRkdqXHKeYl/j/m7/5m8ZYiggv7sbNzyHxwaclW/JivsSHeLGVlRW13e+73/teirscbOETiXMspCcmJsRmCPifOHky+SBg4dfr3qA7cuSQ/uZvvuoN2Ye8OHwoxS5sC3zgAbaOL2STkgPpOR9KwDNsd8ALbubBVlcsQ+RKf8au2PctewMPW4Nnw0ODWrd2bcqDGI8egkdEaKPtFHjY46L1amrqguPsivvWUo7FePrSB52JCOtnnviGnOEvbRXnbMQc5MXPuGMXHKJMXZgSfos+4Fvaf0Ym6+iKTlhHTzmnazoGzM3N2Jc2E4+gAbjAHPDikTxm/doNWrduvdY5h1q1elzX7r1B111/g66+bq83uq5QT2+/irJi3ArU17BaSYbwJSLU4/gEbtjpsjeZeu0TsTl0HF2iX82LaOIGMauSYOWXYDA2IsQY+AoPkQfjuMdHch8RtrUlcT/gTSTmQ/7oA7rA4Yn82WCfzTgKMMEBGcBjcHvMGwz0778IY8h6jlxpZwz90WP8fFcOvGxAPTTRh/7oO7rNfDwDj3kYC24RkXBlwc1bzMQCXfyQV05NTYl+62y/6Cbzw0tkhI3y5jiHOsyLDQ5YLzdv2Ww55JcK4JiPccDgrWOExEEqdbTDX2BQ4B2FeuiAPq48Uw8/waksS1HgH31op4AjdZ0xHdlT13m27nmzb8YbLNR1x0VEkjW6ys+NEY/gLfEf/0QehE4il2nHMzal4TP5FDbCPbhlee6N7sVkP9ACPuAIzsxXViqJL8gYePSBN9wbBcsiPHbZelazLdQ1Ojri/lnSZ3CDX/SHFuZjPPf4GuQcEY4JazwmT7zJsjzlqhXPmzkQsFGLLpFvIzdyw1nncrQN2NbwcYcPHRa+GJ1Bb1uONcyz3r6CDRhwQDeNlKa9kXfCm1rwadg6Cm65eUBBBthIn3UY+OCA3OreTMyzjp0OWF/gNfOgG+Qu6AK8Yk4KPAQWY/ucO6DH2DA4cAUf4gdwKPAbeTDf5NmziRdskH3VG3dHfRjBxiiwMvMK2rGHC/ZTvb19TJUOVK+77rrk46gDJjGVvtDXxa3lGMkmFXwBZ3QJewEn5gZPK5VlOJpiIe2bN20Sc4MfPImItDELzvQHDvJhHnw/f/fyhNewDc9F/oRMfvb97xdx6l/9q38lXqRg04p6+ADMPscocMMPw7+IsC41hX4wD3NAC2vF0dGxRDPzISvG0SfPC2V5lnSoUqkq98GQhB466zE85Ms8mXWKnJO50WGu0J/leZoPuQEzN7yIEP3lD31oa6udcgtXeR1W52KWhdZ78xA8VqwrxPMe+2togXfMTUHm+KGKdRta4H2/85CaD2BYE7E+5WcX0RPiN/Sj/8gBHgMfnJE/egds+qw4dh47fNSxcYO2e32KzbO2ZnO/37oM/z72sY+lXOKrX/2yN2l/KPwjsKAPP8jaa8OGjekbgb/8S78s/vbtW9/6Vu3evSvpF7kSeTK8Yd62KV9xDtYyP8Cvmg7jsqQr0Eof6ET3aOfKXNTJH+rwQwO2YXhLf1fbRFtifI/jH/QSf+ueB1+CDjA//YBHO3jh9+ErOlF3Llf6wDN3TirjRmxkDG3Mw3zVnmrKGbIsNDI6muI9uhR+XvChXaNRU7VS6OzEKb12YL8OHjzgDdad+sVf/EXx7RnyG/zXivMYcMHfgg+53mpv2JZ5RfwM9qQPEnos6/PnzvqA7y/0nW9/W3Oz0yqLzBvq1+gn3/lOsV+AfNg32r1zV3q+7777BF3EaOiKCG3z5i17NMiz4VwOOo8cOZrslJ8tJBecn5sXv7rEt1/7+3t8WLjTeFynbds3adXYiHq9xp2fmRZ2tnbLDu3Yc7XW20du9MHiKuM9Pr5G5JnL1qeITCMjoyKH3u48lXrkgh/YvXu3tjvPxp6QU1eu6NFWHw7Qp7D90B9dzc3XttfVrUZd6PlLPtzHR9G+4tzvRh9IXHXVNTpjfpEb3/ymNynLc50+dTr5gdywiL38jOlb73+bbrjpBm2yXyL+c3AF/595+lntP3Ag/ezi0UOv6/Of+bT+5stf0tS5SQ1ZxzL7g5bjQlEUiggxNzq/w7Rt3rzV8q6I/K+nWtGw889Zx5ge581rvZY5cOBV8TP6ZyZOa2x02Mv1ptCXPM8MJ3Nq0FLdMlG7UJ5VULtLvoF1Tpa5j+dWSNznps3u0XF3SfyJlLYbeCEDPZhf8J7R4rLQh5Oe78ix43rx5Zf1xJNP6sDBg6rZv/TY77OGqXqPghdieR53vtzjWDMytlocoK7U6uk6ceacZq0XDS8C86LiON30vtOUpi5M68L5KUEjNsKf52B+5GGzETjyywzwgQOtZeegMp5t01H3+mnRhxryZ8gxtGnZ0o4uRERat2Cb2Bq2OTIyomnnLws+0EBvG9YD9Jr7bsEXkacyDlgU/Cf8onDfcB7EPWPGvMYn96vYvvCFXNFH5Es7OHFPYRz2zxU4wIiI5AP67R+Bs37D+kQz82d5nvSuZSEBC55k1sF543/KOsnaAPyBCX/oU3FuRz9eVOLFAObd4JwZ3LgHP+YGptmmsE5EhLI8E3NaiSybRvKf4An9wI2I1Ce3T+vt69Weq/ao3zFD/vQbd/wEely1v0RmyAO+M98aH6ru9IEPucGtt96a1ofgC5+oG7XvA2fsedZrNV56Je7AO/Sb/CYibA9Dalm/a97v6rGf7+8ftJ9uS25btv2eS18mCK2y/9i5a5cPBa/RVT6sev//9vPpkJWfLc+yXJ/45Kf0Jx/+sD77uc/pSz5oPOaDQr7RepsPn7HjlnX02JHjlkOR7IeXCsaszz09fYLX4Aqc3LLocXyFRmhFF6AJPvbZNljrV+3rmtaXF198Mb1E9Kcf+YhYy/ArgNffcKN9zZlkw/ADetFdrugoBb+16L33PM+TTJAdOlpWKnp1/yv6xtf/To/4AO/7331EdceBwj69cN9NGzcm3Tlz+rRe9eHrc9635MV+ctfuS2Uf/eif6dFHvytgr1u7Tps9Zq33JfjyDLnRdXuv0/XX79XQ8JCI/6dOnbKfWEr7hRyqXnAOC24LjlUrXgPiz8kBuCKnPMutI/2qGNcsyyymEJ+IUPc5ItL8uXGGtq5ecqUOWrmHp/hzrvCHOmAAmwLfeEZX0Vv5ExGJZ4zJ7Ptb3lerO4a3vW8DbOyBMYxHbtj9jTfemH7JBF3ZyZ6N9RbZ0ocYxZe6trtutfnUa/1v20n1Om8EVtv7P+CIzCgRkWI6+ovfwR4tQ9kAABAASURBVJbQHw5Vh7xHxHp80f6Ldta8/LpDzXxEd4AFbuPjq8RcG+wX1nsN32dbgx5sDj0ase2wD01ORE5LXVYWZSIcpAAS0WE8QGHcpaudKM8U6iJCZVkkgcH4fzDejqjbLyKE8wC+eS02aREMBXgUBEHhnkI/+kcEt/Y17aSk9GEclcDnnivPl8ZFLsvNBtlICzPGRITohxNctJEwjnrGUM945oMOCvch/3dxXMPOZMHOlASYjfm6k7aISLwDBvCAExFJYRlPQXm4RkTCv+WNMxQEp4dzLO2ERZvhAxNYjKEwjqK/96EPJSIutTA3dd3Cc7dQ173vXhkYEQnXiFD6j+vfLzYGcIhwj4vFbtSBuulkYFEz0zN2dJ1FhS5+6I9OYCi9dnoYXESoi0fDTq57f3GI55fyLFPmftSBZ0Rw+6PiianvVkSEIjqFOtq6sOFfnuVUX5qXB3DL7UAo8J4rdam43lOIhSA6Co7IlSuwuVqJlBlQuDAGXYkI86CWEgYCLQeXk97k7y6KIsLD2ukNYxI/YMEXSkSYBqXSec7NWxmHtgYGhryYuUwkkqNOHkikBgcH07cAWBxxCEkw6PI6IsQzeoqe87brUz4sAiccMIU3kk6eOJEWSMinZbuOiPSWKg4HelZW6sYnd6J+3psUJxPuOER4xVz0adm+0Vf4Az2d54Ztrp76R0S6ouu0YzczTqgYS0LNWILgRgcSvvWDM6o5AbRCyiiprFSSbTE2omM7jEG+6EhEZxOw5sSOeuaPiDQ/tPPMWPDr8DXSYTHJ3WpvbkIP7fKn5c38hp1pD4vwyFIymDtg87OPTz/7rLiyiUMQ5ZsQLKROeVN1uxcU97/tbdq2dYuaThCB07RfGBzs16kTx/Wtb/5dSuYXvPFK0H3oW9/Qow6++199xQd0h/XSvle0Z89VTj6u1a233qYH7r9f1153jb7rPvyc8MMPP6THH/u+Hn/8MT395A/EOBYh6Gjb/EfO/K1XEiCTIQIKdEMzsuIe2pFBRIc3chCqO7C1nAAzhhIRXJK8IsKyD6HbbfcFRpdPET9qkz9N8y0iUuAmoSsdDxjnJjGu5nlq3iio+8Cl5cM9EgM2vWgv7fcITOgDY9hcOOjFArqKjuEf0RPgQNfb3nZ/om/EiTl2hT4xjmDJhhobpUePHNbLXqh9wQupP/t//quOHT6YvpG6zwnVi8+/oONHj+nQ66+r1wnXUR+s862B0dEhrRodUdsBv7T9n/aGOXRNOIH58he/pEFvnt3sQG9ttm7Vkk7Cd/AkscG3NS4sanFiWhwogN+WLVtEXB0Y6PeYFdWcbFVMbxWdznLB++8/+j1904e9fb1V69ucjh4+bP9wynwPJf0279F1FjLwED6Z+2KRxKKorUg8blqO9Xo93bcsj1bTOGYh+At/GMe17YQDeJSmx7QlRYRSvRdoXOmn9GmrxwlLGI67pD5N6xtNLV8ZDxzmpY57fElu/kVEwgV49EX3SLZJaPqd/JA4Mc/MzKzWecO76uScNvQaWa5ePaYbbrw+2Sqw2YB6yEkrV+ZgLP3Ro6997WtpAUIdMgEGCTcbySRlq1evNv9rydehU/g/cI+I9K05Eq+t27fJDFfNh0Wpjzfjm47FyJG+0NCyQ8KOWHxAK3oLbsxFwtcyTyi0UR8RibfUwQf4Ao7IomXeA5exXd/V5S319AcGfSkRHVhFkQsYtAGXwnzURYSYA/wZT0H+EaH0seyjZcv33BdrkkzpQztjuXZhMR5cIiLBBQ/6AN9QjIcsnx6NjAxr0+aN2rp1s7Zt26yNG9drxAuAkZEh9XojIrcPHRwc0Tono9t37NKa9Ob0sPi55yzPdHbyrPI8E4v2in3vnA82FxbmRJvUTHaC7s/4MIC9sZBnNy3gnWVZoqHqzY9R48EbiqsdI2d94Ipc0ZdpH7TBo5p98w+ff04XLNsVxwv0iHp0ZtkbR9AHvciY3BA5c89iuMeLVOaDJ8BlDDKvmj6e0Vn8FPiwEOLAFN1hQcBhLNctW7aKRRNz8tNG9eW6VhZreu7p5+wbamKzY2LijPj5d/o0rH8RIfw6uDHfyMjIJbuq2I8Qx9Dnhx9+WMQ78GRxsN6bY+QY2EfHHpZ1xH4PG8Rv4isnfGgaEfaDvYJu+h89elTwjA2Daed0LOA4IJ+dnXYOvZT0mTkYS47RcA53+eWXae26tZr0ZuHAYL8Xf4Np4/GcD9EjsoQvuIF/jzcw8zxP6wXiPvyE18DEXqcsqwlvHnGlDlzgMWOYa+LMRNIV8gR4Ag+Ay0EH/flZ6Qg0pKMj2Ad2iqyRmfwBDmOwPeJV3X4TuXEFz4hQxI98J2OhdXJywovak/bTM45BAyK+b9q0wb6nnmLfmjVrtMU+n0PzvXv3ipxmg/Oa225/sxeID+onHnhA+KMtzhP6vbFXVirJPwMf3LlSIjy/8QQfcI3oLAqRD/EGGR14db9mpqa9sM5Vd2zNszzpEL4VniJPCvrBNSKSHCIiHZJAD7HI0yQfCG/QGfgZ0dEJYm9EZxz9wQX9IfdkHLya8+YLPF72Jtt1110nNnVyy5d28KANuzl58oTCcYRYCJ+Adfnll9vlhpgHWrvjkBcxAdujDfkjH3CjjTkjwr6nL9F09913i29bg1tEB1/sBL2CX2y4Agd9QW+QDzaKT0Gv0WUOb8Gnx3EYvOEZ9J08eVJHnCOQK8AffAL14EQ/8AY35uIK3YyFPp7Jz3iGBxFBcyqMhd4I6tpJ3yIi2SH9aQcGfSjQ9pgPqg85P4CWiBBzRoTABb7s2bMn8ZK50G9st2Y/B7/Irdl0Pn36lLo4w2P6UpAT81DgU0LS/0RE2mwEDv1cZT+wnPCljnGUbht4ILd+5w1slpZl7iEtb1jNeA1xTOftE1rOsfq9KYHfxAYjIuEEPdAC3zzIdPWqVmvYH53XBR8afulLX0obYfDngjeSsBnGoxds4D/19FNCT9FF6Ee+8BF6oYmybeu2ZDdsduKvJ8+eYapEDzQwNxsq6AlzMBd4Uo+N9fT0W2dLqZ2rXmtqp+MZB9TwDVyAEREJHoCpjwixAQS/sLOtPmgA54hI6zro4NsP4Mkc+CR0EV8wan/PNyv+5E8+bL8zbz7OKcvzBJ92bJG8mHvGgwPzGEGv284lWcFT8EKHoAd74BtdvGQLfvAIfNCTVY6d9OcZOOCGnqxYj+ouyBa60E3sgD4U4gxz0x84xJdPfOITxmFSdeeja3zIeOONN9h/nhZ9urrK3MCCv8BFRjx36puiHvp4Bie+ncDPB58/fz4dmFCP/iFzrllkjg95siN4Qh3wwvVOz9Rw7kPdGwt8Yx76rdiPQRcxE9hN405fcOOK3oLjkjfhmJNn5gEGsurp6U2xgPrUz3lFtbfXWbyEHgGze8DJGOIE/pA5161bL3IN+P+AYwXxY4c3DvH3xEZwAiYxkSt8h9fEBXBDF/iW9nPPPacbb7pJ93mtdMqbud/45jf02c9+NvGdP5Xxe7/3e/rAB/63FIumvRbHn0A7cLFBbGidc3L0pKuvH/xn/0z83C2biitex6BP4AkNTfM0ImTDUFEplGV5kgG00tb0XldEKCJEXbcgT/hKHpBbp7mHJuACnzr6ghsvv0ZkaXzhgzD6dmA37SNqSc/pyzgK9/RjrKd1nGh6bMs+pZr8GbJYsWwiQvgp5AVMZHrs+HGxSQpf+fbRvpde0vlz57U0v5jWXcw7PDziODom4gb8yBzbsA3ixWWXXe6cql8cet1xx12qW/E4EEN++JsDB1+171g2LqUeefg7xn1R9731Xm3evCnpyOc+/3k9/NB3NNDf6xjXa/waXm+WKVdY8aHFgNeiyIw5z5+/oFPeY/rh888bznKKVQdfO2i7O+e8uS5eYKzXlpxzez11/XW64fprtHHTWq+FhjXrXOv48aM+LD6jwdVrte2KPULu+AVowE9x5ZD1mmuvMYxx41xNfdBNcKh5rwYe80LehHNX9KHfvh3defvb364777pT2C+yhL8nvB/ymvErykw7dmyz7DqxJCJMYyEOqdfZDrKssK+bV8X5dVGpaHpmJtn0wsKieduX7hvWu/nFhdSH2Ebei0/H2ArryAkfeGEfjz7ykP7rH/+RXn7xBfVVS2Weq9UOVbzWoB/yhJZt27Z5DbNNHITUTRdrtCGv3cObyPCa3HXizCl9+9vf0ne+8y3rVF19vRUtGQf+lq48MTghI+JDf/+I+dWnPMulVluZQhwuZ5nvjEPyVW5rNlrWh5r4dt+C96ThKbZ4zHp43AdNJ0+c1qTlzC/I2ZTsT9veF2xpYWnR+2NVjY6t1uatW1T2VC3z3LJd4zx0q6648mpdfuVVutxyXe8DvUn7zOMnTiX+9XAwZWCleUDOOjI86rEty6PuQ/Z68mF8833VqlWub6rudfG0fQV+F9tZNJ7wD1ryvHBcXi1yDGwAno+NrUow6NflMTbJWL7Z3YWDvgCDKz6MvuhPWZZJn+Fl0/lCbv9AHYU+XKljDKXH67MRx0rmr1Qq5ns1lbb5jnwjIukMfcEjIpIfQCeBV3NsKzwnutrwmoYx6AlX2qjjyth16Kfx6bcdVr1vQRv4QAOHNOgieHCA95//83/WH//xH6eXU5mbAn7AATbzU7hv+4bDGsb6VvAF3GiD9/gPxjcck6ZnphVZiD4R4dzqhE44V/3Epz4p9oNP2+8vWUZpjOUMjgNec5C/widsm3ngIQdU5M8U/gQE3/Se8NqQ/Cci0oEUuSTP+GbGrCwtaWlx3muOFeMQ1qleX7OUo4Cv2Z50tuG5iY9XXLlHv/br/0zvevA9eu/73ue97Cvtq46Kn2clNv2Pj31MX/7q3+gjf/ZRcSD8r//1v9Z73vNTes9PvTetnd7+jnfopptv1sZNW9zeK2xlxXu1/KLPkmVX8xoO3iCHmn1kRNh39qUCzfCcuHbEuTy/2PB//tEfef02KH7+F3mBIzEYGSIbXfwAk1vi4KL5SXyg1L2n2W8/B08XfR5UOs9dWV7UnOXSdFvmQaPDQ1q7ZlzrvDbu8wH4lPcd+OnxunGFv+xVPvPsM3r8ie+LfeSI0Lq1a9NLH22v/dd6Pbnae9SbNm4StsUha4/1PCJsozWdtH84cviID8fX2P5WOT4U9mmVJIdG8in2/z74duRVFT9qn4jsugXdovDcpZl7o64Ij7pYeIY30E17RCdfhydLzoPQLcaji/A/wvhdtCHqu6V7lgK8tmNi2341InhMOEMbOsk88Ii5qIsIx4K5RAO+ipyIQowZ8DkIPzd9/sL51IcYwP7GCZ9tkO9GRPJDyJFn6tFj7KOsVLT3hhu0a/du865iPKzrcwt67cBr5u1JnT0zqfPnp0SegO+dnp62f6zZF9pHmj54Sq6O7gATfpCDZSDkbOMSE9verOqWLhNACMfmWdP/MA+ALDS5Qjx1NHbHcuU5IpTafdXFD8Gq6YBIH2AjFJ65pwt57a3jAAAQAElEQVSwKNxTRzsGhFPjnkI9fYCdZ5nxzxywSlXKHkmRiJc/GBN9EBSE49Rx+ggtIkx6Ozlb5qd4iICdhO4gCY7UUyIcFK2YZaVyyYkAB7wo9KE/MCjcdwsw4dXIyEgy9Nybowaf8MQJwN+ISMoFXRGhiFD3AxxgdOeJ6LRF+Gpv3G3n2i3dsREdOrv1XCMiwY+ITjdfmLfz8A//jXAHVzM2FXvNiFClWlGlUgrjpGBU8JzCvYckJQT3bmmbcOZCLqGQGS4LIgVveEg/xtFO4T4Vd43wP36I+NE1IhQRrlXiH2PAEZ6iKxRgUugUDkb0AYeIoEpsaDeskwbk/zv8on/ERZk7iOa+Ry+oZzz0AQMd4Gd1WIyH7Scz/DEvTtlYxejojxGTeGLYc940xkk1m3VlmVLSyZuBJD0H0s/srSR+DjhoA4eFEod4JCOPfPe7whnv2/dy2myFzyQeOBN+8hD+AZsgCGF79+71oexA0nEoXWNHfettt+k973mPFwWjytFDdxwaGrZTmnegO+ZNtiNpDhKfLo1d2bprSnawpy5fufLM3BFZsnf0NCIEf+a88YY81jhgwIvVPuTgbSg24TZv3iyCaM1Oyp09thAfeMo1N9+BDzyeodfqLmjmGdg4yjcGPMbQLyIUEWlRAh0kiLQtLMyLv6GZR6YlJ+l8K4UA6c6amppOvJo8N2nbrOsKb1Q95wXLF7/4BXEQvXr1KrHg/dVf/VX95Lve4YXGavNtRucnz4g3Wc9MnNQPHv++vvDZz+iVl17QD37wuP7sI3+qr3z5Czq4f79uv/VW/fR736dKb6/4eccrr7paBF0Khwr/7b/9N73kcSTpfX091sum8al7g3aD7r//bVq7do3yItNJH+aiEy/58DA3j8AfPlUdPNE1FuHPPPNMOuCDF6Xl3GM7rZTmr3W0bftFFpR2CnBtm2ErlYgO3yJCyA/Zc42g3gqrzoe5Vq0aS0EL+SITd0mNyK/p5I9vl8F7FqjgyIKNYEggAu+GDzqwCfBgw5mfpV5rPUGfuTZtkyxUkTnzYU9sONHGHBzC8gbYYR+S8nNG571JtuwDma3WK2T7yCPf0fe/96jOeuH5xONP6Mihw/reI4/oMR9S77nyCh9m71FhIzztw9PHvvs9tx/S2PCIXrcdslm7f/+r4qcBeUHi3OQ58e1lcCfBaS43pYWG+Mblshc4PY4L2EG9UVPGN1XNa2gET94aIzgfO3pEH/3Tjygzo66/dq+a1vu2aez3JuSC7aSnrAh+LzhRQ+crRZHiRcWw4VGW5aqbZ9wDl1Lktrloi6vBJhvKrRO0pdjiJA/diIgkT8YiL/mDzPCTEeEnpblJbEgMS+uZtcJm0WmLiKQfWZYlOMDgviyKNJb58iy3K28LuTEPST31yC7C49VK7RUv5qAPH4MObPRB3GYfzJEsRUSi2Wrq2FIRm9nIGzsHXw5Xn3766bQAJ4kBBhtV4E2fN87NIol6cEFu9M+9CFzrTaNr916n3HzCh0x4QwAc6T80NJTqJ7ywIFk/c3ZCzIdd0Re8B7xAIUkHLvDhBXQyN/fdwnNEqKwWprypLI/ET3Ir2sCp4sUcY4EbEUkGjI+IxFf+gRfwmnvG0Z+SG3/qKLQzjmtECLtDl0r3adsWK0Wh0oW+9KMAKxSJXvkDPdRRgE0BRo+Teejs8+KAwyQOTcfHx7yAH00b+aOjYynOkA8w/6Q3AWYXlrRSb9pXN8TPSx09fkxs8h08eFAcDrSdB0z5oLTPfq5t7rCgrFlXC9tOZFJZZmrbNnjTFJn0exGD/CM6Pr1im+Allt7enrSZfsQLJhLqpfl5jdsv8bYnf5/y1MlTaUMR+RIbkSGyza0He/de70XJeNIzYi3+BVvBR5FE45vY1CS+sDgDB9rRo4hIif7Q0KA4qKE9L3LBr4hIizb0f8bJOG+/b9+2Q9dcdU1aAI0Mj3hTZCn9/SrwZpMKXkMTto9+wXPwBR714Id84AFXcEDf2YCBJsadPXs2fesU3WR804vaddZ1xkALOsNc6Dm0XubFbv/AUPp7SyteyBW2SxYQg4NDiohLdoxfAx70I194OeOD67P2t+BS8wbltA8+mt6MqhalNUmWX5l4QX90mys0wkvy8OXlJfuThhfICzp27Kj1p1+HDr2e8o8550irx1ep4RxpZHTYBytnRU6DXkLvpOlEDvhP4mZYZ9goQAbgic8g14ZHLMSgG6TwFeDBPTwFn9Gx0eRj6I/NbNu2LckO21zwxsEFL9iIc+OrxxwvLtdPvedBvfMdD+jee+5yDN8tFuXkMfQnv2JjcMfOHQkG8zJfWa0kWcMz/HdZVoxC2BfKVhCO8/bfZVV5USSeudH86ORtyAl5Vq3v8JErejFJPPIhADTSzlwApA/jc9s999DU63yDe+yIA5KKYeFT4Rd0w0v8AQX5MJ4cDX4DBxkjM3QIfUUWVW8oEdf37LlKV155pYDDuGe9UXDMtv6qY2ef/QW5zJI3HMD51Vf2y2tpNaxr6FSlUtg2K0nXeIb3hW1I/qDP6Ei1WjoXW1aWyTnvhFta1su6tm/flngFftAPTeSWjIPnPCMPcEcnwJG/EXjTTTd7XJk2unp6Ksal7kO788IXYa/wiXHYSKVSpljE+qCwbGgDd/jJHNiB/GEOCvzjmuV58ik8yx+uFN8KfCPCNGemKUt2QlvLjAFm11aJafAffSJvog88Yjy4IAtoRO74C3I+vs1IH/QffaQe/UFW6AmwaadERJobWkrHIGhD/xrOSWinNLwBBI3QxJzMhw6BA/fdenSDe/kDDegH+TJr7mn7P+x52r6+UimUl4VWex3SsG+HpuIiX4EBvegJsLlfs2atdu26zD56rfhZxj3OxxlDH3I/cL3jjjuE3iBjxjEnMGlDnuAy79wK+Pfcdbeuv/76xHd0JrecgBURSX/hBXBy6yDtjBl1bKvVVhzHlpPshoZG7LNWtLS44jzxkNcMUykHBlZEWFdr5oISb8/aRrt8Ae+IsL413L8vtYMn/IX/8I1n+mGbH/zgB3XvffemvQZkRz20cY2ItK5mTsYha/iFzPBFXOFFpdKjwv4Y+BHoXKQDF56hG1iMOzvJeqdmW+yxLz6W5hzw+jMilOW5+ND/sA/1IyLhDo74D/QGGBEhcmYOU8a8GQ8OwC8t75GRoeTrIyKtHxlXWO7AZTwFGNDSdK4SEcn/QQM0dnUcOvHn6DF8w1cxtmY9jYjE+6b1KgLf2hbzw/9Q5vlbaW5gME83ltEHvgKv13kO66GWN/LRH/pRoEX+IAfyQPIM5uEQtOXkDBzBifgbEaraN4KzjVz9g4PpZzzZvMN2+BYOOBC7OTCHp2tsD/hPZFdetEVy4W3btnlWpY1t9g8ozEsleMNH8IEWfB+2zs8n/sZv/kv9k1/4JbEZ/cqrr4q1Nu2sXdetXW+0OrxCx9F3/AXt8AC5DAwMJF5CV2n5RXT4SSzct+8lrysPJd7Ce/qDSyutKaUsy0HP7a105R/aKS2vNcEfP8MzL9kwnhIRdL1U4D99wQkcGQuPGUd9RCQ6IiLZQq22nPJAZEUhDiz6wEuOsDMzU5qYOC14ThvzgTs+dJX3I5AH/Fco/Q02XkJHxsw35Y3yJx7/gcqix3tUoZM+mOIbKeBw8OBrjkPb02FcabmdOTMh9jkKx5W3/cQDyuxHepyfrl49Zn+x6LX983rs0e+ln4lkbZploQ/+8w/qXd6Puevue9LfGVz2ocApr++hE30jDkF73bkVc2RZ5jVgw/Jp6OVXXtHrRw7r7LlzOu1DRNbK0AVucjxZdv5ScR69fftm3XTjdbrt1pt19VVXabcP67f5IO6qPVdq795rdY0P4XOvQUdGRnTnnXfptttuFzphEIm36MMq2zT6Wa1UhS+gYH/ki+ggeJGjMndpXgCLcdCAnp6ZPKvXX3/NOL+sU6dPWlbT9qlLQkYnvAmOP7nsssvsGwftsyq21RVxUPS6fc7M7Kz7z9p3NmVzc2nrwtR58cLGP/6ZnxG6i0zHfJgHnivmFWuQR83r//8f/L6efOwxTZtHvZZHxbjhF8ExIjxfnzZt3CBiLPYW9hXYL3jnvs+tFOT4da/rX3jxubQWRDbkDivpBYPcuiHrfds+ppn4lWWFpNKalwkeNp2HMwbedPYClrXi3A1ZQxvfDOXgfsWyX/LhDXY5b92tOxaPjq3Wps1btHb9OvX09WvL1h2+DihsZy0fDiOHWq2hlZWGFpfqls2KcWiYPzM6d35ax30oO+H17dT0rCIvO3mJMin3mtTMnJuZNe6R1nFbvG8y6INk1v891R65WewrzM9OWx7Lhr1kvVtxfcuyaAj5nzbs3LA4MMI/EUOhE7vFL3HFv2WROY+fTPES34iemkkJTmY7gHZsnvHofFmYf0YAvqH/EWH+tkxb/eKYTMi8245dA1f+hOGBAwW4XF2d/mcMdVM+5OLKGoJ58TFcmSvP8wSbK/CBGxEpz2VtiI0PeI2E36APMuCe2PeHf/iHeu973yv0C98Oj5gf/JgDeNDOPGakaWommsBrzPvGwGE++gEjIhK9b4yFS95valux4G9unb7J9gtxbfvXSlnRrGW67INP9IgcHVqZf9q5GNeIoHuSZ8LDT+T7xCZiCDIDl0HHLuTBGHjTtjwG+gc07n3QXq9phhwnOAgkzyeG0g/ceUE4Nx6Z9Y0/j9bT26cbbrxF73jnu/Qbv/Gb+umffq/95HrbR+iC143YwQsv7dPhY8e1Y+cugce11+3V+973j3XvvW8VOdtm20BmPZv3vgJ4FNaPhuldtM3I9BRlaSqUeDXnfA8eI5uIUFmpCN7XbSe8JPPtb3876TtxkZiMjOADcOe999br9RK0AxAdAU7L/MZWyQmBhR7QD072OW8YwH8OD2h4cECrvKaknZepuS7alvklHmBRhz5gk6++ul+vOj7zcg6yYh7W0jXLru7DYuaCNnzrstfYXIHBnufHPvo/xN/EpV/X7+OnKqa1hb9peU2ZFcqzXOH/oCUilFu3gRMR4sMzekahnrrCuRn1PMMX6qCVOnBfMW4L5hNyS3rhDhGRYMuf7hjG51mmiEhyWXEevWy/t2K/CRz6oS/MjQ/nSs6O7JgP/U4wjDM+gT7EFa5jtpXV4+Paddlubdy0UUPDQ8m/AJM+/GknZEhf4hAyZm74zJ4OvpUX3igjo6NC7/E5U9bH6QvTXmM2TU9hHVXXPhMdS5YN9gTdwAZn8ois7UWtzHQKSKBMFPNDGDr3ENNlLgMxNJ4jwl3aaVLGMob+lIgQ47oloiM42hAIAo+IxGCYGtHpH9HpRx1MXrGhcG05uWUshbkghPtQmNCmT+ybxqNlR99ZyCAIFJ75Gd+FA94EdtppAwbtFGAiRO5ZPKOQ4MF89KP09vSmJB849EdAwKYf7ZTuvfzhuTue+aCd5xUbBoIlsNInIhK/Ijo8lT8RkerkD30YJBiYzgAAEABJREFUF2GKXQhMwKOYBe7R+Z9+EZEeIiKNjwhF/OiePhT5w5XSNH+Bj+bw3C3u8g//DyW46AEFnYAucKFEhIAFHxhMW2njpG/nvlSeZXIntT1vd67ulTERwSXhHRGXrlRGBJcfKy071W5hXuSIXBro98WeXfhcI0JZnnsLV+ltrzA+yDSiAzsiBK6F+xRui4ikq8xBPbRQ8swwPEeeZeq1Qx0ZGdX1N9ygURs6QYKNPzaPJ7wxjz4ajGmR2u2mMo8laSPoTM3MaX5+Mc3x7LM/TBuibBZ87nOfS0kkjkP+AAMDXuXNYpI/6o94E/nZZ581O1vqqVaFbpOUbnZihI5ha0M+LIU+NqZxGmwqwh8cA7reOURsiT69DnwbnVySTOPAMtMGHJwQhXHwMDdvaGs44YuINJakEWcIfBaWFy5cSAtB7lmcAAceMs7kCNcz7wPNLMttv81EK/D6vXHOHOC3lDZdW+ZXJsYiX/DknkISjtOMiCSzinlAPSUiLON24uuSk9S5mRm1je+KHXrdvmXIyQI4PffiCzrnTVMDkCdSmLbjJ0/osz4UPeoDMOxj65ZN3kC924uS68XPR7a9aCfo5SEt+gDv+Wef1mPfe0R/9zdf1blzZ8R8DS/wNm1cr6uvuVZvvf/tunbvTYqs0OYtW7V9x3ZVvej6xre+KTbBXtr3ohOwXA8++KBuueVmvePtD+iuO96id77zHWkBlCmcvC6kDeeHHvqOlpxQ8U0LgrX8gS8sSnD03KMb/d7MrDjZyiLsJ+tqm+GZ5Qlv4C/9Wk6Quvc8G5QiwmzwjL7SFuo85+YLYynyB11YcnBBZgQs2umPfNDDo0ePir+dgDyRUdWyoY0rNoq+oCPIkP7A6RZoIUk4ffq0Ey70aNHiyb346VdECFvgrToOqAf6+vSCD72fswyQ58aNG1O/m2680fz8Sb3t3vt0rxerPFecdLGgvHz3ZVqxH3766af0rA/nps6d1/VO4A46weFbbXx79Auf/7yeevJJ8dMtTz31pDhQffaZ5/XSi68kfn7fB+df+tIXrJdNRdbRgzzPLMfSh+xzhr+cAnxp/7fshGrW+vfuB9+tW2662bJocdas0ZFh220pFn781MrExW+RcBCaGWgWhepeHMLzM247fOiQ+GQhlXloYX7OerEo+IodLyzMe8F/QhXLveWNKfrKMs4sd+7hO3LjHt+NLIBNoU9uGYdh8xwRiefAjujYOGMiQvSlNGwHtHNf90Ev8TMi0qItIjTkw8lz5yaTDZZlJW1Ol96gadsHjvvAZHx8dYqpyB3diejo+ZwPVEZGRvSBD3xA6Dhw8KU7duxMf5OE+aCl4uTxzjvvFPPiG0dHR5MPpH9pWVPQrY0bN5mW0jlCXau8GIA+dCUi0lhg0a9bT5vZJg7jgBvRoQl9px86Pe3FCfzq84Gg/IEGxkNHZgG11HR8sd0ZEP0iwqJop0N5cgdwpj+0QEe3D3bYMC8jIsk1IqxjhmZeexpFROK/Ln5ajqMLTm6Bx9zggUy4BxaFe+biynzda8uLhItgHJh0SW4RkXClX7dUq6WKMlPhw6ucw3aPXXFiPG9fdMSL9qdf2KcfvviyZuYWleWllr3JuWI6SFzbWSbi7OCw9d32yksIc5bxmTNnlJlXC9ZbEyb0CV4s2F+DLwXZQNOCaeQe2uDP1NSFZF/HvQiTfVsRxtk6H+b3jBfL4J3lWbJHxgCX2Lh9+3bT1nJp+0B4TOgZsY5FP4kxcmU+4jd6FBEp2Sb+zXmhhuywG3QEe3zuueeEv+KlC/wg89K3rdCKF3C5F4H9Xniu8cFm2VPVnH3BkPnAN3eyLHPsn08vMAEDGvvMH3AFB/BG17p40B+eMAd6Cd7ozbgXFvhb+q7yxlfqn1mk5gV9qQcmbevXrdfuXZebL1UV3jQZHV1lH9Rr26gJWDUvlhizYJmAA3WMh2boo/20D6kPvPKqzp+dFDxY8CE2fIkIyzNL8TwiEjzmBUZECN7Ozc3YP84m/kfY2UiOZ0si51jnTaPC/mHa8pufnUsvt1y+a7dYuKPfvd6cHLfPWHDMtUWor7/XPF7xYctlAlfm6vViGD8QEUmfDT4dboIDNPBM/FiwPpGvYNPwGV6e9QExOr1SW1LVGwbr163R3uuu0d133yV+9nKTF26M2bVrpzobCX0adn61a9euFHOYP9rSieMndH7ygl4/eMgbtE/r9Okz9jNNVbyGKL0hqcicbodxbrq+AUoK15Wl8+M8FzqAPhLHkfOI/dqWLVuUF0WKh9QhI/IqYiS00AYd0LPi/IY6eCKFZV2KzR3GQDtyZC70VP5AU9XxGf2iDRnTD3jgAE+J1Tc6pn7mM5/XgvO2Z599zrhMJf2FbsaCA7HywIH96umtmr66Wq16+kbUPffcI/TP04m+FOZhXmI9eeP09EzSBWSdmw9T1gNw3LdvX/p5LvBH/8GLPuDYY53gGf0Ddwo+j3Z+DgpdIB/m8GPLlq2Gv2yZXif8wIr9V2l9g9fg0e/ck/7YDzRRGt5IbfpgX84mK5XcuIfpqpmupg/COwW8wBeauGf+FcsgIhQRyR6op9CHvhFhWFkq7pVkBB1HjxxNMQx9pFCHHLmCH+PxPciXly3ZqIHWRfsVaCfXon9ZlAkmspt2rKIN3kWEcW+JDzDpC15swEVE8gPwgL7Q0Cm1SxuhpXU0ImwfyLeRdJXxzEO+9xd/8RfOgc8l34oPBZ+IEHDKsuLN73FFXmhppaaa109N2wvY+GKbaKeDbn4ejY1AfAI6s9m6jy4wD/ldVz74a76ZdOTIEYEzfdF/cIc/8IVf/mh7Hr7BXmR58jvocsPrxsh5VpoX2NBQFqW2eD5gAWefD5COHDnsja+XzZtly6ZHzPehD31In/70p/T88891ZBiZ/V1h3Wgo8zzoGzzHluExuKBj6Ab3XJEBesvc3NMXWTH2Xe96l9BvxuaGhw7TLzfO6AX9acuyLMkZnLAh9GGf7YV115B909LSStL5fm+EDjkfw9bHfPCAXVUrFfGZdx756U99SnyDo6MTdXWujaS/4MvmHjC5hy/jjjkjI6NJt+EbOsnLjhGR/C7P2Dc0RYRxWHB9Yd2zzTiXAQ64ICfoiAjzLxcfeIMcwRH6Wt4gRO/gC1f4WjHu9GMe4KRnr++oAzYw4VdEJByBRz3jqWce+IGOMUdZMS/c1yGTJsswS1fgQl9EJPwYz5zkAoxHr9E9bJM5ms5BmqYPupgHmd97333avnOnxn1wCq74bw76eSmWDdV1zg14BjawkDUb3LxojX5c5k1DaIYm8MFfoQfIiPz4mmuuSTpAPMAforvr1m3Qu971bucmJ83zVtLL9Y794Mw8Y96ngB/giJ5RIjq8yvLs0hjmgUbGMDc/e/rEE48n/ZA/jM+sg+iEFMajajk7t3Csop528C4d+6CFAwz4uWL7J17QDmxoiYjkV8ARPsA72rhSgIdOyR9gUtARDqPQ/ccffzzlUryMwgvF+AzGrXdece21V4tv2S45X0VW+BF+rQhZUgadozHXqjXj4kAEHPAv8451L3mz/+Mf/7h1eEW9Pf32IUoHa8teQ6LfI16rwDP+FmrpvaBdl1+mn3zwPeLPNS0sLlmXlPg1OTnh9U6/9wT2OKdcpfG143rTbbdp6/adad9o167LdNNNtyQe5Hlmn7lsfhb2sf2GkSl3rFq7YaPIk/oHBtPLD+e9z9K0B3MHx+IFrwcXHJ/n7DuqUrshDsdGR4bEwel9996pe+6+U+Q0a7wOKiy3Vd5Puvbaa3TLXW/RZdddnWL09u07tNH7QBu9lkbXOGjsMV2FfSP+HD2g4ANoX/aeCnIcgQ+GSZ6Av0Af9+/fn76Nhj9Hh9FVFr9zzuGyImSVsV9dcc50POWFS95T4IW+bdt2OG8bEjoCH1lH8JLOM888q4ceejjFiW3bt+ma667Vdl//0T96n37nd37HeybvFD60dJ51xvnpH/zB/6H/8H/8nr72N1/RU48/pla9ps7POob56zhuW0Ufdu7c7b2XW7RmfI3XaCsqrL/QnNkhVMsy5XfHjh3R3xjOSe8PrRobsV+puawYR6WysrKoJa9d8jxXUVbV9IFny+MjQhklyy3PMhV8RITrzS8v5ZU5v1htmWzdulW8cAlOMz4YWzQ/LlyY1nlv9J88PSG+mXf46DEfSp9OORE/YTnrdcnc3IJmpud07OhJ7xMdcc45YX9Vqtrbp2nDWVpa1sDgiDUldOj1Q3rt0BGdOjOR/MJu56+syfBNpz0HNjrMGsX+aqfz73Hn3L3O5/ADyAdbp3gJ6PWT9z2vvz7xZ9p5Br4tM03oSWm+Ycf4t6rzS/gZ0aF5wXwCXr3eMJ65dXZBEWHbaif9Zyz2DSz8FLkEOezz3uvhFzuI4egcfJQ/EWETyITcGJtbBvgZrvKHvtxjr9AGXIqb/l/C3jvasqu+8/z+zjk3vBwrS6pXOUpVEgglFMEGLNkgYYIAYxusAWxwr1ndM/94La9ZA+2eBe3pXsvdYEPbMhgPI8yMCQYlsCSEUEI5VZBKpVLlqlf18nv3vRvm+9m3riR7ZlZfadc5Z4ff/uX927997n2JB7QDizr0FP53aGAcONCHdkrDe86KfZoUYl3Et1FPzuJzn/ucsBnmAh/ooB040Mw8hXmTZXmil3bg58YZGyI3Ce7wCz8EDGiKiOSXGV+yLxi0jDigw974pYtSuZR8XGb+r1ixIvHjueeeS/tk+M88rFvYq/xZsi3QF1mCH1doZp1FbowBB/rIdDKeOUcdPwwPDmjZ6LD48sKFO3cmfwN/KOzreclpfmFR447hefmzKJW146JdKRf6B39wm2677TZ97OMf1+/9/qe8f9vivcQZPfDgg/rLr39D9/z0p7rnnnvFAea69Rv1tre9XZdddrn7bVZ3T5/l1TQf5E9o2v5Zjicbfmq5RIQmJyeTPsFrcmnwkDV1xHtj8GPPxHpbLpeFrPucC0YniPvQVcZBK225c2m99rXwAftAx2nv9XoRwYHwGc17TWlYj5uOP844l1j3HvqG667TrR/9iIiJ5M8rr7ziPN8vxHkAOZv9+/fpG9/4hv7yL//Scdcduvfeu/Wac6bMW/Kc3c4VzHmPSn7hscce9Tp+WAMD/eru7tLExBk96jX4S1/6UvoW9F/91V+lPCWyRWbAmLffaDjuRVea9nHIlvuIMDZSRAi9ouTWO/jCuCXnbejLOjvr+eElcOmDbjI/91ZcpY/9G1fGU7iPCOWmAVxyw45oz8n8wK/Xlzy/XMJgWklP4W/JNkEf9JO5FziAtY4iV/CkDzjCf+Ked77znfqt97/fB/U36oZ3v0trzjsv+Y4ey2bAtoENocc93tehw+CDrIGBjuJT0FNsp6u7x7ztUdl+KiJT1XkE+tMX+js8YQy5GuTJPbhkEMkEeZYpzzJxT4kIgTiAuFJHXwr38gfAEB0Roj4iFBFvwLvFTa8AABAASURBVKBfRJtR8ieiDTMitGRFA0H6oMxcWWgQBIwGOa7MEdEeBx4GYwNqevFqammpkQwKOdKPNvDgyjOwuPIMHRjR0PCQmdWdaKOdNuZmHFfqKIxrl1aaj7qIUJZnyswnBI2iUc9YaEAJuAfPiH9JN2PgFcqBw4I+6G+xrLmv/AGWL4mHXJm/w4NOG/XAiize4Hl6NoyIEB/6RoSop4AP9INbRLwBP6J9HxEOuNSm0/jo3CfC9b4Phf9t/x8Rfor0EBGKiHTPnJ0C3lRGRMIRvoR5Bv22GqURCE1SRKQCnp0SEeIDHAr3Ee26iEh4Uk+BhxRgc0Umb5VNYWNGNvAA+ODIuIY30QRmPMMX5uA+IhLfSnbM5aIQswKXIn/gIw6UzXYemYo8TwEE9eBAMH/XXXfr+eefT4mHiPAi8DaRiNuxY7vW+wBtYGAwGSlJtd7+AS1fvkJr146pt6/XAdCBtOhBBwHJ9U4+jY2NOaDsE45h5apVDsIvFAduLAwEE/KHN3doB58Bb5Y7DgeacRzD1nscymoH4egURQ4Eqg42OWBd7oAJ+1i9erUX4tVasWKlcELQxGbiwIFXUuAKj4ANTyPC4mwlW4J+o5EWL3hAO4sXCw+8YNHCscPHLM8leOe5cWJshEiGsKnkG2CMhy7q+ZmfjL6WBTaDbJEl8w17I0iwAN3QCW7yB9+CjH2b8IOXc9MzstPQYH+vKg42woIFBovEER9Q4ShL5bJIWMq6Ou7NCc53167dkju3mnXLuVtVH35WK2U1nFzr84LWWFoQ12eeftIHqT934nSv9y6L6uvpVpcXQn6e4rIrrta1N7xHa9dvduKoKXjB30Pdu3ePvv71r+ulvS9pbN0FlutOXX/9dQ6yC11yycXWlfVGJXMCZ28KMiacZJzyoTvfSl65arXe//4PaK2DbvgKr+ALOsPCvWH9eifLN2h4aMg+sp7gyJ+m9b5luaPzEWbCuTrqmz6Q4Qof/3WRu8LjiEjyZnynD/pQdUBp0Gkjh8wjIr3JSFDCW7xl85Yx4Mg4AuIIrwNetDubNewqIpJ/xmcgX+ghuOm3nVS7qgI//CelxwvdzNSkN3xrtH371jQfgeuu3RfrkBPZfQODQq9XO3mwedMWYX+9XlDXnn+BNm7YKPT7eR+iT5wd1/jpk9q0ab3Ojp/SuA93OHzdunmLNvjgDt6ygStVe3TSGxp01iqiuYVZjfgwEP7f8Q936OhhAp0BsSijc9CZ5ZlWrV6pV2w/9913X9rAgQOBN7ZQN/3f+MbXxd904NsTL/hA/aRxSXw654vhG5sz3lhDT/FpPscS+gUM7IUrwSF/n/nhh37hedq8gl/gUrbOc0+/hJcJAO5b6yIsZOsDNka/sNDpQ3F14n3mcRGRdAo4Ee7lwhjakDO40x++VL35BhabOOwNG15cXFC5XCSdnPDGizqu+B9gYJNsIHlmDubv8IvgCTkiD3wGetJlPaAAnyvzMX/Nm3toBwaxwrR9AP6MOfj7QtAOvhXbaWccczGWZ3wL14ucpNq+fbs3+4vJnwAfHLt84EV/fBVzQ2uay75BWcuHqHVzsM0f/G1EpPWQvmleB2zgQhu4QEthP8d9RJg/eZoTGsCbevozZ0QkebxZnyfcaAMHcKQtIsQnot2fuSjAooAHMDtjjLAi2jZOXaeNvsDBF3PPN8bgJ29/v/TyQT36q2f19PMv6oQPj2YdwLNJZn5s1oRIWYifqecQkb+NOuMAPYvcB+0D1oWKEwInnVhfkF1TSm6gO1IbZ3QL/cAOoa9Wm1fT/rhlf1UqldMaXCnlKpl32FbLu3vkA9/wE+ABzfCEZ3SJwjP2hL8iqGaDg07hn0lEgwNvPiJfXmz63ve+p06Smg0P6yLzDHgTVioV6QWGkuONzLQyH8kNEtTMf/DQa+JvOr1onw+MvS+/LL7xwJwRoQnbATiQeMKewRO7gP/4NGiRP6zPy5zALnnDMT09nXwx/MFWwJ152VhzZdyAfSDrGO2Dg4M+bBj2mjDitazf/rKmyHLPPfmGPaPvzDkyMprqcsdBzM0c4AWvoBn4Q4YHHugsxeipo9uy72J+niPa+tTx78zR7xiFl8GwGWAhC/wXic8Xn3teZc+7wgmtnba7jU5A89NHYz4E6+vpM+imcVsSfEB+8ISx0M94cGFu6llb8jxPawpXxsBXZEKyasvmzXrHpZdqdNmwMW4obLe5neuu3RcJ+wfPsbG16vLaU7WfKIpcEfLco1o2OupxI96HGBcnX+nLHPCPsnXTVuGDoHF4cEhL3vOUvQ7Gudi3yYJppjEGnFuubzgJz5XS8OYX/jKeceDNBg7dhQ7moM83fXDFQfaZ8TNaXFwyfplaNqQsMg0ODAlbPHXqZOIB/IDf8Ik5oIVn5kBW6CBzgg/z0Yc5uIIDMef+/ft19dXvFHHXlU4CR0RKXoMbY0m0XHXVO50QfrvttCnGok/gfcKJO+Yz2YIG5IfsuQI7IoSeYF8R9hnm2eteV8EPPvEiBDoIfhGRfAd48csw0ITt9tkesd0FH5JCwyNOrt99991OVNzrhMe8Gj6Uicgt78x20KdabckJ3Fnbw4KYA3wjIuGNjCjUv7VYCSHBxVt8Ts5d8lImSlMNtcL/Ookd1uO6ZdGyLFoKJ1ZbyrJceVEooj1Hy/4KerLMcrMO5Hmmq6+5Wtdcc43xmhY8hcZF8wIZkZDGF2XuDy8pjz/+uHlR1pVXXpX+Lh39gCnrKvLDn+AHsOMI42HdiggxFntupXlz86KW5oPftLEngX7mz+zXgIWPQmYRIf4uIy+aMZ75kCNtN910k2PZ61OCEX3BNvFBZljaI4APsSljoIv63LySYVK6HD8Pec8yNT2lqtd3+hR5rkH7HGTLfPiPE47VOIiCFyQ2kD+080wf5E9cNT01LdYGElPwgIIM8O20Lzphwxi1JGhnHHh3fDzrAXqJ/YA7/OBbdVu2bkpJu2EnFvGPWZYn+S7W6uKbq9NTUzp96lTyi/COEmGhmOCISPz2bbITcgO5aYRW1jrWBPDkmfqK/Q/f+KQ/88M74IEvMqIeG8MXEq+Mja1LvEYmhdcLbNBiVrXabX/WI+hAl5iHsUNDw+IbUrwEkV7ONZqZcWQO5of+Ye+5sC90Kc8zIQt3SbaSG3d4j/zxv/Af3LjywiIxPzpF4VuCc3Mzpruubu8doIex9AUXrtCEv5WFUrMt86IePIoIMRd9GAc8xkIPYyLLxAe8wYUCnrTTlz6MzdyP+7qTjXUnQKGPK2PBm/G1Wk34UvSDMRGRdBA9xN8DD9i0YUeMgzeMRT7Ajwj7nEayNfBk//CBW24Rh0O7dl2ka6+9NtlsRKT1GdqQIf4MfIDBuG4n+tA/5qUP80A/dfhS6tjvUMdBA/tp8Edem72XybJChQ/CGo6bwHNgYMDPRdrvwwto6RToaZnv6B4w8EHAZ8713lt++tOfTniTVCUpSn9gUMAXOOialCd7YF7a0EXwpz/9CvvBJfs16ITv4E4/2vLIkt10nhkDLvQDF670Yyxwjxw+qv17Xxbf0MR+qAMPbAheYp/gPzk5oYGhAfHrNMh8+44dSabYzlnHYXYBgLYbCn3sYx/TDe96t/jGNS+tMB9+B78wPTUrcCM2QAdYVwYHh1Xt6dGJM+Pqsz2978Yb9T/+u/9J11x3nQa9Fwcf4oidO7fr8sveofPOX6OaE/DHfeB3+OhRRZar5jUcvuS2J2gGdqJnbtpHbU1leZ72mMtWLNeIY5CjPvja//Ir9iWLXpMHVfOecsqHavCKsVkejpdqajp53TTsaqWkUeNy/nlrtH3bFm3ZtEGbNqzXzq3bNOYYq9v7mj7HQ/0uHOyhP+ADDolHZycSf8BtYGBQ7NHxC+go/MjBz2sw6/kVV1ye9P4fv/99xyaLSd9WOYdFjgIbQr+Qz1K9psilopyb7620BgELO1ru/Bg+i74V7yePnzypY8ePa9269fZj3cLPve2St2njps3q9oEHLyuQF1mXXpj0emt8ONA5cPA1ffNv/1b/6c+/ov/s8tgvH9Lo4IB6Ta8nVVtfwwfJy7Rt2w7nAzY5Pujxulq1HlZVtg/trlRVKZXSi0IPPHC/7rv/p17TF1Wp5vIJrVr8mZ0i1Gwt2b/OqGlbQz+yPNeS11xFlnjA3hG+kR9Z4UPKYR+Q9DifhI86c/qUFnwgK9sfeyx0Dh3v8jpYFBXXZs4jNbx36hdr2tDIMpWNVwTryaKKUjk9d3f3quqyevV52rJ1q1b52jc4KHSUXwGanV/UmSTLSHEG62fDfhAd7evv1eo1q7TKeSbkUAGm6S75il6xZnBF1k3vxRqOWzc4Tqdg313GlYK/xtdAw4D9DbJnD9/b2+t1qKoRryfoDrzolJLnYaz8Qe+Yg/nKjp3xPbRjz6wnxBXoITjCIw8R/ZmP+4hIukQfbAH+ghN9Wf+B37BcKNR1CjwgzkQ3T3n9bv9S3WKCBfyIAHx6xj6wbWRATpk58D3QwB5icnJSwAE2c3Nf8d4fHBdtq+DWgUkduKDrpXI55a/gW91rFBMW5g30Qy/P9OW65FxH2W34N2AUWZ5wgwbWfb50AZ+ZF95HhKCdsXleWE+baY3CxsEdXeAAj/gK/IEDXCmUW5fBmbXZS6iKPFPYeBYX5jVsexoeHNLQ0GDyC/BxYnLC9jKukz5gxMe9+uprto15heH0eX/ytre/Q9dff4M4VP3E73xSm7dsEXbOSxCvHDwofrHxpGUw5BjrssuvEIWDYw7Nql3darYiwcMnL9QWfb+gknPLyzhI9hzgjZ6f9vxzxrHHugcPoJNYFvoiQhFhu6kI/bzyyivF3wxf7Xw4MeXMzKxYN7us1932F4w97H0J/KpYlvC95liBZ14C5pfwiPueevIJ+6iKfus3b0r7zJBSvIgfpf+Klcu1afNG++e6+CLFww8/kn6u+cknn0w2abaq5DWyXBR69cABfe1rX9N3vvMdlUqFtmzerEHbM3/+ALu75557RF6MXwYCN3gP7U3vL2SvERECFgU8aEOORin9zz35SHQPHe0UaAVfbG5mZibpCXyAh9g291yxTwABB9iUkP9jXutml2VFH/Tnrf3c7DViUeyVO7EEuglt+Kksz5POKTP+joHRjcL0A4vC/PgFfnlobGxM7Fk4DM29V2cu+iAzZARPkCc2Df9pgz74xq88zNmOer12ZVZs8KcPV2RMX+wNWOxlgA0/2Kuy//KYLCHqGxuFkTaQiEh1EeEFpqWI9jME0k/nPhGhTl1Em2nnmtIFpqYb/8M9iMCwhKC1BFgRIZCt24nXzzk1nunvYSpZCB1CuM+y3DzNFcpUKkpW1C5RTx/5gyLAMAowIyI5bRhAn3KpnGhCUcCHeSJCEeHRVjnjxfwU2lyT6iMi9cnMn9zC7cyJI0WpyuVy4gVtEW/2fWt/7pkTvIAdEQn2v/6HNuandNqoo3SeuXaeI0JBfgdoAAAQAElEQVTApkT8S5gR7Tb502mPiESLGeFapftOm/yJaLdHtK8tG2JnLjen/hHtNp47bRHtOmB1Cu3QnOaCt8jYsu7QRj90CL5xHxEMcffWG1fgU+AbugM8xlOo50od7dwDB3jARS4UniPCDrGZghoWMXSFMRTGAytzn5Ll60vSS+pAhPE4jB47UjZ/JK8mJs4mx4IuYFAkbHA627Ztt0H3qdsJAQLvsbELUuJoZGRY/QOD6uruVSty8bZZRJZorXmzWFuopQQemyvetmDxIwBAlyOsx3bavV4IoBF8cSIstGvWrElBH8/oY7dxBG9ooS8bMxwIOs/mnoW21xsz+lOgy+Df0F/4wrzwhcUBmjgMIdiBl7QBi4IzIUBgHgrwxsbWJXq5Bx8cHYe9a9euVd2JrNm5efEGHE4M2CSUWbg5dMVhY6c4vjS+vw/2iwAFvCIiBeUN6xHzRUTiH/fICO3pyD8iBA28kZP7AHTAvIMnmSFmWShclGVafd55uuRtl6rfB3azc7PesEjnnX++F+3LxKL9kQ9/VJ/0Iv+hD96sFaPDqpYLH5y9pvt/+lPddeeP9Rf/6c/TT/csLS1q184LfVC3Qa1mS1le1sz8UionT5+xzOVNwFEdPPiqysbn9cOHVJQyvfe979GqNavV3V31RqimosgFDSzy+DgOu7Mo1N/br2knhWZn5vTrv/7ryfedPn066SkyRw8pHKg9cP/9euZpvjVyxoHcfEqqNI1TRKaGAzPwKxxEMQ+6QpHMkwjxaTrRS2nXS/SLCEWEmyNdqSuXq77PnVRZMG5TQi6MQScIgElCsXAt92E99HiwkNMKBzrIuXCQQEG2jOMeuCQHCGTQzZGREdPYEPZSFGVNmQccjh05cjQFaeVSSdyTeLvh3b8mI6tVDoKuu+56XfL2S8Vh+aOPPCTZpSxzgh6c7rn3Hv37f/8lBx8v6Omnn9IBb0bv+9nP9M2/uV0c0h4/ekznrzlPF124U5++7bO69eOfdKLySm3btlXrN4wlOx31RpZN4dDIoMa8cbvQG+RGY0n8ZAcwD772qg4fOZwOYBa9SO/evVscDLMBmHaSjb/zyNutzD04OKCP3nqr+HZTkZfFz6F2eDHtA2OCnKrtf72DhZXmHbyCj/Ab/lTKJXGwzAYZW4Nv8oeA5Cg/qeSAFnkyBr6jJ25O9gHvaaMAd8kBPkUhRfgfSdRHhML24sf0f4SfXZAXYyMi1fMPdRFhUWRpfU4/i2y9c87ZOtJKcIEpf0ha1hyI8gx+PKf53cYVn0A9tjzkJAD9mO/DH/6wyl53uaeNOXnGR3KfWb8jctPYFIkU5gBe6mvc4AH8w+8Cd8oywc8wF3PQzjpRKpdFndFx0LeU/A9w+BYP/AXupGVU6aqIQ1SSftQxD4FsRJjmhnW4qYhQ4fWly0E5cqAPfhAakDc2gl9NeJkn3NPWnt8rsddQ2qgDnzzP2jBtR7nhgndmGUXEG7yXP4x5s9QTLjwje8aAB1d3Nb/qatn+ee6UiEjzuNo+aklnpmb0wt4DevngYdUsVxI4eVby5nhUK1eulvc3KqyTyc87AJ+dm0trYk9frwrba8UJ1IHBQc3Yly14Ux9ZYT+16Lkb5lXLPCp8bQgZvFkK49DmQWZ88shUKFPLawq0lMol+9BukUzhZ9PhMfoAX7gHDjzHF+FbBuzvM/MKfUH+/T7g45kx6AsHFk8+8USCeeTIEbHOwidkxJqFXrJOUexV1XQi5Zj7HTr0utjo792zL70I8+xzz/qguKbJ6WlFnmn3JZeInwWGR7y0g+/GH2LH4MCaOWjeUEi2jNnmucffEBOge8eOHRM0oQcNr4UU6ARHYoK1a8fU19evPieXRr1mbdi4UTucNBwdHTGfFyS1XJQ2vMCELnSBSuCgk+gj95l5VHUSC76g1+gEegkO4E59loWyTN4QzWlq8qxYs8A5IpIMwQkcmQe4m32Iyc+64xPhBQW6gN1wfIhPfOapp/WaE2CUZqOVEgsXrD0/2SCbRdYVYDJu06ZNiS54B1/gI3OCW0R4zZjSouOrBccec94Yr3SCbnJiQrysNevEI/JmzUEG8HzGOgsseI7Ppq5pPV82skzloqT+nj5rXlhH23gxH2sx9EEDB+Y2MvGmMr92gL+fmpxSnuXJZ4F3R3byB57wHBHiPj9ny9SRfIUWeM0b+cxD3ATd6HJag5yUKjuB0PIaz7rOvRSJJxxER7R5AAzoROeZo2o77O3t8fo9n/gK78rlsu2wnvZNxHr0Y3OPzpO8Q2YrnMjFlvibauD2u7/7u4ku/iYlMDc7sclam+cls6GZ1mns78SJk9aTTBEhPszXprGa6ukD79E5bJJkx+WXXZZ8LnEk/hndhH9V62SpVKQ2eN407X19fSkWph1+g899992XXlA85QPljv4CH9jE7dCBDZTslzLrMWO5Bz/gUpp2fJS6k4ZcqQNGRJsOZEaJCDEHMCLejE3pj8U1jWPL9XX7rLoTrS0PX7S+LzlukOduYpdZlpKlr9mP5NY1fOjs7JwTn2eTjMD3+uuvT/xCF5iXeGuDk5nwhP0DtoeskSV0oJ/Q1DQd4I3uUPBh2D32TEHWDfsT8KUfyVzgQxOyAhY8Rs/xeybFPm5P0hfkgm9Ev2gHHna+bdu25HuAAe4U8GUe8ImIpH+0o2+Miwj9mmNc1o2HH3lY/Fx7Xsq9jp+27khzjtOBgV0S72D/JO8Zf8qJN2gDB+ipONFcc/wFfHgwbx+wfNmypN/Mjy2AEzTPzc8l+U3YNwAfetERfBX90HXoBD5JLb6d/sd//Mcp8R4Rxi0YYn40bQ8VzXvd67KeVmxTJdt04QJ90O6VLMmQeeEtsuMlJeIQnsENfDtX5gY6/SLCdtUQ9NIfeNgNP/eHnSAz5Id/4MD4mA9qkDU6wXwgWSmVdPGuizQ8NJhgMebf/PG/0Ze//JX0IgT8qhh35gcWPFrh2BN/CH/K9jfgwrxl0wcOaYzjVHDi/sCBV5LO/uxn/2yZzQndgTZ0BP0BH16+6O/pVW9Xt/IsT/4P/JBfqVT2c27/PS34jq7Ce3BhPgpJuogQvII25MaVZ+BEhP103aWh3PwHLqVsnGnP80z05x5aacvdD9wiQmG7pA25MS80M29EeM/Yb7rmk8/JsizRSj/kAj+ZA7zhBWPpA/3wDJ3YsGGjLnE8cPPNN6c9c5/jI8bAH2yYebAp6IYeZAkseAD8Tp3sN4BLf/SEF1jxEcCBJnCGxizLVVjuWZEn3aGNeujjynjqIsL8qptfYZ1Wugev3HyhL7xhbuigLiKsQ02a1MErPRivhn1dRKaK7RBbIFGP/kAHvAYO+DE3hXHgQBxAO/3QXfiA/8e+4Qd2Ca8pjMPfw3d+Sr6x1PRea63wD9jp97//fe/znk57MxLSX/zSl3T46BF1ee0jFgQe6w2HPRwgsDb88tFH9JB9z733/jQlwK+44opkF6yDyLTbh18k3lmLC/PTLHB+qaGzPjx57PEndHp8XHv27xe/QPKhj3xYn/ns5+wnNlqXp9TX26tSkZlXuWbsj6pdPfZxJzXpvS3fMkQWrMvgBX/gd8u+e96HAfAbMfR7rVu5epU2+6Ds0ne8Q1leaM6x9BHvXZ9/4QVNTM+Ib2wd9OEF8RK2uLAwp6YPVa3xGrSurVq5wgepG7TNBxgrvKZXrRu5pEHHwkOOQas9fRocGBXrDDLpfkveqKury4cmw0n30Q1khazpFxGKCLf1injh3/67fysOplkLiLGw0ap9C+uSp0treG1xQZFJjVZDM7NTaTxynXbcDD9mZ+cth2ldfPElutyyuNRxwaD3g+gHfyv4yiuv8nw9hpE73l4UMS92gj3gd+uO3xZ9cL24WNe9Pnj40v/6v+jvvnW7981n2y+/2//g49EhbHXr1u1a5wPbnp5erxVdyZ+XSmXH3VUN9PXY1he8t39ae156wbpfV6lsrvoQNdRQpVQoy1qanpl07mXG7U3bkjkbUjOaJrmlzPLv7qna/w6IF/OW+VB1uYt8+DFrPSiVcsMpJR3JssxrSl0N6wC8qDpum52vKS+VtNKH0xU/F5VKeq57/W44zuDLGv19AxoYHNKa884X34pf45xG1fnBqvUtL4oUH8Jf/Erdccjw0JBW2ccTD/G85LwkLyBha1MTk14b2y8UL/pQHltEPhFhGmfFfiAi7CvYwzUED+mD3S4uLoocJLKKCPOynPgBr4HBesG+n77yJyLM36UEq9v4rjBOjAVPdOi6665LOTDyJYzPbRD4nap1CrzxF+gsfgYdgGfgwD0l3Rsn6ikRYRlXE86ePv0PHOYEPj/9Ca6MnXMsxnjsEl0HZ67gyVpUtR5FhHV1Ug3rXEQkX0v/LM8Sz4HNvPguYDI+IqwzWdJ72pkP/kVE0rnMOpD5HjrLXrugmbqQ0riW5c6hqpUtyaMDN88z9Xkv2OFNZjjgChzqIsLtfYl29H9gYCDxgj3s7bffnr7tyP4XeOAMrtyjN+BPbqpcLjQ02K9ey2pooM+5yh6tWrlSyI09KXZO3/n5BfHyB7Ht6dNndfbspE6eOq0l82nJPrvp/Ma7nMP7guOQd73rXcl3bNi4SetdhpwHZG+/ZctW6/MFWm1dHnUcBy/KXlsGBu2LvN8N+2J+BWvGcrIpqce+tqenx/KYSvsA9BAfD3/hxezsbJLJgvMt+H3yc+gN6wJ5+Fs++EHnFJYlH4UudNnvwackT/OSOotAo8aP9Q3eyOte0/H9iRPH9bLXgH17XlLTe4dB8wgbm/X+8tChQ4nnF/DlDu/PefljcbHmOKft+w567/vss8/YTrL0bfldF12k7fb15J2+9tX/qm//3bd06sQJH2Q3dfMH3q8f/vCHgmf8gsvw8JBttaamGdCyz8jyXB3Z5VlmmLnXn0JhxJFnp63hvjxTqHOzuOeKLVCglwLv4D3Xwr4EfmDzPDOWcegx19zzVyrlpFfoHOOooy8lwpjwv68RYX0O68SSInOlpAhfXbC7Ra9f+L2yD1bJozO3/EG/IkLgIXfHvxXlkqpd1UQvY9nn8y1tDk9PmHf4COQPPfgMXqyMiNS/q6s7yQf8oCMi0jO4r/VZBrzmFxa2eO0khss6RKergx4YD/EMpg6CQQ6EARoRFore+NCHAjKMi6C9ldoj2vfUo2AUHD3PFMZAIMQQlHEfEYkQ5mNe5mde64QaTqhkkUvmVEQkITOG+YENPO4pOvfpzMNjRHsM7cCPaD/TRt1bC3WdEhGdW9Pepq3ihQuDAg6N4NjBlfuIENdOnfwBvi/K8kwRkQrP1L+1UPf/VehDPVfoQkZcKdRHhDIbSkSIT6cf7dxTIiLNy33TjosrfRnXKRHtPoyjdPrQLyK4/IsSEf+veRnDWHqX8tx5glBIclfLsZFkJ38iQuHrW/+PiAQPfOCf/IFW5Au/O4V2NyVYtDNnycaDs0M+tEe0obecxfcSr6YVCdHWjQAAEABJREFUCbwojO30oVdh3lnAKWgBHn2YH3gnjp/Q668d0vjp8fQWKUbJwoABY5RMwxsibOr5diWBPQklAnTwBdZSvaVJB7gHXn1VrztR0rS9EZjzFikGzib4fe97nwjoWUSxCRw+Y8GzcOCEM+v2wrDCQTAbBfp2nBP6yKKFo2bchIN6FgYCaRwFMLCpToF+7IYrbVyhBz7CP/CGfubhUJgFuGNvEZH4xDzAQDbAZRxwqPN6koImgr0zExMaPzsheRwLVQcnFm54xAadt6c+6IWLZ/iP04L2zpzQBz7MBY7cE4QRzDAf9SwGtDGeUimVlWe5k/zD1rulhE/Del/3QtdUU4PDg1q5amV6w3PRweTxk6eM57iq3ijhjOHnlk0bxUJ2+PXX9b1/uENf/Yv/rDt//E966Bc/12uvHNDZM2d0vjc1fMNllQ/xKt5w1LOy1m7cop0X7Vb/4IDOu+A8HfHm7cUXX9DYurVavXqFzr/g/HMB4XoHyXWxuEILMkYO6F3dQYZaWQos+ZmMRr2pqgMHFs6nnn7K7HzThzV8CEbZvWuXkFlRlLywlL2oLjlYqJn+RiroOG9ZFV4A4S8F+efYaZbprZ+ISHPAUwp9KUvelJiNxqsu9LRu3lUcyPb19aXADFjQQTKaIIG3erEZ6EJOtHfGoevoDTgQUNMHeOgWc/GMjaHDhw6/ruMnTiUb/OGPfiR+xomD+IaDgN/9vd/Xjb/5m7rpN9+v99/y2+b7kJ597jk99qvHtO+Vl9ObX3fdfZeeeupp8SYRmzfeIivbrthU5qb1xt/4DV177TVaP7ZOz7/8smYWlpxc+rK6vHC3WnUROLLpWajN25Ynvck86UOiXlWrZf23v/5rb86+qf/6X/5C9z9wf0oykswlsQ6vV65YqV88+GD61nrDgdXjjz8mbH90dJlWrFzlA+Ejia7HXL9h/XoVlgf6fWb8tGamJ3XGm/Oq152h/r4UmC3WFoVv7TZuvfYJyHzt2rVpQwn/6k7QvnLg5QQzc1DStM4jQ/hMOzLgntJwII68qC+Xy8lO6BsRVodI/jgi1LCcqWdsBG1K+pH5nrHYYUR4A1ikwnMPQYkTb03PwVzI8cyZcZGEQOeRP8EucNksUU+SgqCX4BYfweaOObEP9OLyyy9P/ocx8ge4ntb6uOSNxJyDni41vaGMiMRj5mjbU929JWCBW4dWxsMDaIiI1I4/ox/xCUFXRIgPuso4ZBoRGhoZ1qQPYnmrDh9JPbAj2v0ZE9G2U/DF9jp1PFOYmyQReHTmBQ4+j7kY0/B6AX6MzXPstGlTprRMazPhnFtnIiLJBLgRYTfcEvA7fnTKG3V8cNM204GXZdkbY6hv2rgj4hyPZU+Z+dC05SQ/VycN8or6vEkvShVvFGvWRxmXSPenvUbWgW19S3+PwpsM5IsdI9uOHzhtv5kXJXVZP3q6+3wA16NKuZrK0lJDeVZ4YzFtuA0VTjygY6WibBt0ki+ytLmJPLPvbAqZMAf+p2k+sfmrebNctS+u2i/RDg9I5GSmFV2PLBLNs950IS/oph55Mz4iBO/R19HRUbFm9TixwiausI3U7Ysrla6UHJv1AV3FuEMjfD/PG73Nm7bo8suv1OVO8qxdN2Z/f4GWOWG16+Ld6nYSj7frwfG4N1zIgzm7vBlF5vVztoLuo7fQAO+gEVzY6KFr4Ip/ZdP63ve+18m6LUImPd5UDg2PCLrph5/Dtkr2dcBCT5Z5I2rmJpuBb+gV+gCPItq8gVfQQ3/aeYZXwMnzUKtZV80JupqTfPyUEu1Ny54CL4AHT6GP8RGRZApd4IOeYdO051lmHegSPg4cCq9PbOj5hs3LL+9PPvvxx38l5BERAgY6DV+IH8CROmIwDpawJ3hKjEUbm3/GIlO+UcdLL8DnsIb5oBMbnp2dMU9qqjmRZJQ0fvK0mtbHbuspiZT6ubVv0Um5PDL3XfJG3UmBkycF/dDJIcbRI0c1600zPnrN6jVeI7q0mjf9I0/2CI/QSfjUTL4qU2S51+zcIJrusyT0Hr/dNJ97err0gQ98IP10KnEJdCBLYsbRkdHEO2iYdXKAa57nHl+kBAKynrbdnz59WvAa3iIbSpblaQ0HHgU+oTNGIv3ftB3jf9E91tkT3oSWyyX7nLrbW7b5WTEffdANfDY/W5VnmeOOBdPRSDIbHBhUbpyg2QMT35DRn/3ZnyWdAEbNCQ3a8f+sjegGsQ5yZQzJBmTKOMqU/W5Hx+d9EIbtRER6AQI7Iab80z/9U33kIx/RjTfeJNqBxTwcspIkbNlDov/hCeAFug0dEdQo+YiIc/eKN2Qc0b6PaLc1z+k9vJU/PEMThXszSazp6d7tEZH4QX/mlT+ZeQaPIkIV+63cNjDhQ/jMV+yZWLDlfUR3tVs/+sGPtG/vPidjh/WZz3zGmCnFXiNej9BzaMQ+IsI6VVJE+9qZn7nQH+RacVwBnhRoRwbp3j4UfoAjsGg7ePBgenuePctFF+3Sn/zJnyQZ46eAyT6GJAM6unfvXnElNgGfSe9JmI8XjsAD2BFhXWqaeiXe0h95gBvr/Ac/eEuia3z8jAYHBzTueKinp9v2VNbYmJNqjr3DfFu7bqN97Jh6e/qsk/MJJvpM3EHsTlI4y0KDA/3CRuBtv5OMHLRCHzEC/aF9cHBQ7EPAcf36ddrlmBpd46fU4AG6CW49jrsiwnHgaeNTTToNLHgBbdANT4gbqS/b/5aLQuw1oyWrREsNx1QRIeaNyDTi9RId7fEaAVMiItnRxMREulIHXsgDfImjwY16fEmfY3DkWSqVRTyNnRBL0X9+fl7gQ1/oBQ70FEVuXQxFEVq9ZrX5PJh8B/J66KGHkn0CExjMgYzQMeDwDA6sj5Rxx6n4FeQ3NNSGc9ttt7VfIDoXV6Dj8ANcJmemHV+0lOW5E4Nmitdvn0OolXyicTL99GVO/BJ4wyt4zxzQADzwAx74lL0+o7/0pZ3xyIP+1NEHfaQ/uNK37Bg1z0v2Hb2WRVN8gMu15DgHPjFv2bC5P+F1G/6gU8gGmUeE4+9edZKqzMmBOnCYB1yYm5+wJp7n+YT9KfNzpY2+4MVcRVFKtgvfO/Xgw30HHvOCD7KlnnHwBl7h7wrrG/CpZz7uueYl62G5lJKWPEdEmiuirYv0iwh1dVXli+2prpbzJ+BGAR7XlmUKTp3CM7hxpZ3CfcNyDY9n//LM00+n7sxLX/DnyjOF53app7UDP91e59emmAa+s/fryBAb7rdd822ij370o+lb/ZfsvkQ7tl2o3bsvFjiwrrH+7dq9K720CoyG99fwdsD2jq3SBzgcABBPbdu2TW+/9FLrRHfyQfgBXkrDx0WEeFkEPLFZ1qay7ai5tKgLd17ow9ET+vGdd+pHP7lTsz4w3eA8wkc/eqvWeo92/Ngx9TrWAy/iX3yqFKrZ3zL/mbNn9d07/k8tep/Z39+b4vDhoQE17SuaXo9D0rAT83yr9KqrrhQvDQ8MDae9Za1W1yrHnzXvXflVhz1eI55/7vmUX2C/Bc8Wl2qSZXHWvrThvEGv8x3Ll404PlmhVctXaMSx/bDXaxL/rOsX7rxYgz5UPd+HcsscN+KfBtyOjqHj6B3ya3hf23DsigyNYvKH1HPY+573vEc33HCD3pqzwh77HKvS99SpkwIvDuVe9n796PEjKkq5bbEhZATeyK+wTYyOLjdPGsqt2132wYxfc955Wr5ilfW5kXzxZh+63PLbH9LYunXpQCUikv+sG79e+/3CNs3PtH/ly1/W8WNHlWeR/NyMY/np6VnrWVVjY+sdU28Wv9RWeC5ZRrl9RNWHl4PWt76+bvvYPdq7d4/m5maNT6jlw+CWD1ULwyu5EANOTk44nqw50jCELBP5SA4FWLfwWwOWMfBWLFsuYh/8ZtX+aNiHIqNez5dZNv0DA8apotx+ElyGfPA5aDlxEKUwzGaoKMq205ZL0/0Klb2uV7u6fV8yT7pFDNHd06tlnmfr1m3W303avn2bePkCeF0+KCp73k0bNmjH9h1pDez3wfrZiTPaYxrlT5/Xl2H8uvFAJqVSSYODg2nOJesSts6Vgh9Cdozx0MR/7BgfnMEH+w76QQ/rCXaOvnTamNuKalnXjX81zQN8dIg9EHE2/GAs8zQND5+HXkILV2BVHUt1CnXgDBwK7VyBQz0lIizzFcnu8QX4AewA3Ba8L2AuxiA7xvNMoY4+FesHv1BmdRG2Akxsote8L3v9oC/9qMNeuG/YroEFL8CFevgLf4BLHYX2LMuVmX+UiLB828+5ZZJnme1uMekb45lr//596ddjyEftdUw2430Jvo41g1iIPdLCwoJ1eE6sQ9AFbvCVP9vA4dORw0eTHGiLCEW0D9ET7rYp5srzzGtIropp7Ld/w0ehK2ucF8VXsk9FV9hHHPd+6Zjz6kfsC/nJ6tP2eRPsURznodNb7Ht3XniRVq9ZI/a4K1etUZ99zkrvpXbav/LyxFVXXa1d9vO8lIT/HnPejueNPnzlFwfWb9qkkmVRNS59gwPC3lir0T/4Co3wE14To6Ej8IOfiv/5z3/uWHNcXfaNwH4rnZl5jBwjIq0L/HoSX7w4//w1jt+GxRqxdu0FyZZfcR7xnnvu1sGDByT73LLXCMbC++Omf7XpgT5scOfOnfZ1NfHLHcPDg+KgDjxff/2QiEP5xZcbrr9Ot9x8s9DLu+66M31b9bt33KHb//q/pb9Jja85+NpB7du/V+kXQQ6+qnHv+5gPepe8hiBr9rrhILTwPj6zn4oIgRcFGcMLbAjbZS+F3LBn+YM+wgN4R+EZPOFjjg66uFvy3R2+0Yc2bIE5KNwznsJ9u65I+hwAcKGNcYVhcg884l3oYF9EwSbRadroAyxoAN+qfVqvc6YjoyPiZUn2j+Qe0Ff0kYKfYQ1nftYYcjLHjh8TugI84MCz130GgP9iPHbCuK0+4Oab/xmTU2CC8VYWmfIss0GUbBCVdIWQiEjOEoZYI8SVgnAoESEWtvwcwRHt/sDtwKef/GEc9RCDofPMOITDFeQpPDccgNUcFNhHijeuw0I3iCSkiBB9GC9/GAMzYCR1wGae8JiISMYfEQl3cKKAU6fQl3vGUiLaYww6/U8dJSK8aBUJTkQInMFD/niE/1WaS+c+jAFuBz59Itp4nOvy370AnxIRqW8HXoeGVPn/809nXvCgMJby1vqIUAc+fWjjqpbSJyLeoCnizXsa6UcBJleKmaOcfu6Qnn1t/x+eJ9T50IZj7YylHjzgKXUYKH2oQ7YU2qhr2jHRTuGZ+jzLk24ge8YbBSmaRofSEjNHRJIZ+gJcSm69jWjLpEM79cft6O+56269+MILYpPIPPKH/vA+ItJiecEFa5NTLeWFLtm9W7ucZCgVJc8rNTkM88Zwdm5O/A0wghYcE4dAJApZ3DFI6nB4Bq8INmU9KXjAqeEYKDh1jH65A17wW/ACCL7YEvjhKMbHx8fR00cAABAASURBVMWbyLRRv9bB+4UXXphggTe8YQz8oZ0xhw695gTEnPFtpaAF3kAruBFEcMWu4D9XcOG+z0Ep9IAjeMOTJScbmafuwPqEF8xHH3vcMLvSt2BwTjjCHi9ujMMZrfZCe9VVV4lvgXZkCfyIEDgCi/mBT6ENXvJtCQ7pwJ85oYv2lnktl0xhmuatb74zrIblgcOtenPIInHs5AkdcGKIpP7UzJQWjS8L54gPtwYGB1Uql1OiHqdN4vXvvvlN7X3xpSTDmhN3/O20UpGLbwOucpJ0Zn5BP7jzbj38qyfVPzAkFnMOUYccEIPXiAPiq665Ssx/6tQpb7q7VfEh3LgPlo57Q83GB/w4BB8fP+vNzxHLQ6ot1Jw041DsFUFbV7XbdC0k/NCBRevAvBOoOHiCH+YicNm4cWPyUzyzGCDTiFDFATZ2wreimI924MBnrh2b555CO7qALEhMcd9qGa/aktAf2qsOVoHLPQX+Ll++XAQItCG/jo4zD7C4ghPjjh8/LgI2Fjb60wZskkCnT59S08lkgtJ58/18H0yje1UHScDcedGFuuLKK7V8+UrNzS6o25srFrpnnn1OZycm9WvexLHYHfZhdm55rTp/tTZt3gSaKbi/7ppr9Rs+iPjwhz6k37rpJv3gn+/Td378I2+Q9nlzNak//MPPasfO7cnOV61akRJxLTOpr6/HG7dFVXyYSZD6zHPP6uCBA0IWw97oEKzCKzbg2C1Jqdm5Ga01/j/5yU90xx3/4E3cSQdJm7Rt6w4nLbpUNR8vvfTt6YCGTWXDOokd8/dNmvUlNf2MjOFHo75o/OcVEanAH8YcOXpYi94sw7vJiQm9bffFqnqD1LBdwm8IJ2Bc8sYHW4bX1FesF+AbEclmaKPej6Je/nSu6EVEpPpU53vqKL5N9V0+9Gde4BOggE9ECJuvuG2Ng2QKGxXG0Q8cLnXyIiLSRo5vm9AGrtBNIIPuAaPhAJ65I8L60TTOuTcRS+ru7jFfFsR8804e7tixw0nW85PcsIOItg2w7pgkQSNwgMlGDDyoj4i0TgwMDCackQ39wIdSKpd10roJXsgI3yZ/0E1f0joELHwi/SMi1dEGHApzcwj1wAMPWNemhQ8j0Jf1q9NO/6XFpcTTSqXkgLcwrUH1OXitdM9cwOOBscwL3wwq0Ug7BRrx6eDJc0Qk2BFhuFnSJXjbcOxVb7S0sNR0EFo3blKDtWyxYZCZ+Ebp1NSM8qzwmDxdm/a7NcdrwM+LQrntjXXp8GF0ctGy6dYy+1cO2Mulqv3Hkrj29g6oWunVmTOTPpiCD0uGmVmedcty0f6ulvqGQpn/Q67QB71NH2Jw5UBv0sl6fkaY4J/5sb1Vq1Yl24oIw6ildZw1CHnRDx1DtvhPcMXvYB8RYb1qaWBwyGVYTdPOizK515HIcsuhbJ4siuTSunUbhI1v3rxF27ft0HKvz+gyB2oRuelY0oIPiuDDER+yMQc6MeOkzcTZMwkv+s/Yjy/Yn5eKclov2WQhL/zi2NhY0kPakd3AwIA3biOq2A+WfJA7v7CoqjcO8IO1lTiBPjxDF3pasY0TZ/T0dIv50ZOG7YhSclIkdxxEXUSIZ8bC54hIula1f6JvYdk2vClDDuis/IEmCs/oMHi6WsBkHPWsC/AJGPydXeyHMfRlHmxw0IkarhyIIhtkCO3w+eSJk4kv0AD+8IEDUZIw0AcsnkkAsGaTPESuwKZ06OEeHEh6r3eyjfvx8VOamDhr/TidDiCXnBSFf7ljuomJKfOjYnLgg23Ca/KibbLsZDS6Ah7gCq3AIiG25rw1es5JzIceftS+bFRPPfmMnnnmOS3VGsrzkm3O2hy5+dpSRGb4ZfU5sdhZk+VPRLhfK+kHcMGfeGnRSVd4Ch3wYsGH2dyDC3wBD2TAPbixFk1NQ0PJ9jWZYC4kGhbTQRBzLljvOHBCtsgVeNDPS4PQxj02g2y279iucqXkQ7Wfp78BBHwp03XX3aANGzaJnxmt1RYFvmEaiUG5Bw50NLyOgRuF+bBDcEb3SIpypS84XX311elFIzb1uWWBDSFjkgvoSs12FRGJR7Sx9uMHKtZ1dAY+QR9rEElrkknQwJ/KAM+q1yKzWpFlCV/wAFczKT1zDy8athPu6UufiFAH/4hIfemjcx9oOHeb2uoez5oDDNqAyX1E29boy/OS12X4jw/FjsEVuNBTN98qjjd4sY5D/ZL1iG9LV4qKD6RCyvLkm0te7/FTwIuI5KeA24HT4xipZHvvdhwO/2nDJ8I/7Cgi7HPn1datBUUE6CX/DV78ugfxDL/GA//RR2AgR+wb2MCBxq1ONqCLFPQnt48ZHhoW81LAER3lHn5CO7B4RuZzPoggll3ueFLKjEOvD//nLO8lr+lzAt6SD0VOnjmjMz54np6dV82+MCI068T4rBOHr+5/xTp01HRkyrLcom2l9ZZDXXxSZtkjEwr3uXGElohQ/0Cf47yar73W7XVJ7+mH7mzevNm+fnnCAXwp0AwMeAJvKtZD6OZn3DgAwh9B3+TEhDKvl6UsV6ko1OV+8GLSMWvu+bMsF5+Itm4plOaBr+x9/v7vv51smYMd5kVPuCJj5oUuYp+xsTHhM8AL2MCkX5eThMxHWbDtgyNj532AU6vXVOkq6/kXntPtt9+eXkRkH4JskBX0Mwa7Yi72sd/65rc05z1uxXSgt+gAehYRyWczhrERbXoy87zhGIP+XdbD6dkZEVnI7amveTLhBGvLCINjbp4Ak/7Mw/zQ6GbrfCvxhnvsHTqAz3xcM+eAEsxyOSWEGcszsIDLPWMpjJX1LMuKpCuM7zavIiLRR1/4cPToMevhTPKfPJOA/eIXv6gf/vAHPjybSzYPfoPeC8DvDmx8E7oMTtBDH+6Zp3C8hJzgK3iUSkXCl/uIEPRQ13nmCv4UxsEnSerQVbddMG9EpLqSbZ55IiLZAP1L5bI4WM3yTB08l7y3kD/QCq8iwmIJlYwPe4+Wcy/gwjytViv5CmBlWduHcg9udccItFOWvCfhmTGXeY9TNazMcNttS2/AiAjx4g/znvQe/d57703+64ILLtCPf/xPlkkm9Bk/g42B8+DAYMofIHv2FOAGLg37y+uuuU6f+8wf6rprr0/+7PIrrhQvILG+lCtlJ+j7k6yOHj2q73//++lPLfFnHe6//36RvMYHIiNyDfg97A95U1hLeFmW+ZBr3THDHq/529av09t37dJnP/MZ3ffPP9N/+A//m474MIJ8yaqVq4RfGxkdFb6q4XUBX/Poow/rpZde1OlTp61X006oH9ff/M1f66f33q2R4QHVzT9ewq75MOfQa69Z3zP12Y+PDg+q5b3hqlUrtdqHnSWvZ1lWSt94PXzkmI46Yb9kPSAGPOw4nPm4h6Zux4tTkxM642Q7v9pRKTnuHBlSqZSry2vIspFR4VcGHGuudtK/v3/IeYu+pIfEpXmeJ50pW4coyKIje67IFvvlWrcuQHfJOoicCl8Z39Pb4/hoUMRwR21TrC/IbtJ4TU5NaG5+Nh3wsK4DAz81730dviP3+ocvJaE+ZV9vVXSsXddWx+Dbt+/UzTffotv+h8/o9z/1aW3bvt1tS2JO8IQHI8PL9Mgjj+rLX/6PYj07ZX079Nqr5r/3NY41irysVc7tbPThDHHN8NDIOXtsmu5SkiOwnnn6Kf3yoQfFz3tiH4XtOMulXucI+vu6VTE/5527ID6DF4VpL1dKyooQ31TN3b+vr1e9vd1a4cPqMR/EjHqN7LJ+Uvp6ezXkw9sBwyu5LzK0pSU8j1pvyRnVvQ+qWf+youTD4750cDpk+VUt46woK8tz495Urw9HR70/2X3xxSLvdu01V+tdN1wvvoU35sMofPeiY1tyaiXjGQpd5EMtdOCI84ToODTnWaZpr7f8nCmxVc1xGHLDPnjGfnnmEAOa1znOZk+C7PHfk96rAQe9YZ0gTli5cqXQS+Q8bxmTF1o4F6cuOualDr0izwEPqIswD0078QvxK7CZj3n6fPCLTtCv4nWJ+aCJQh9gUYC14DUQXWJu6jpwWLehKTf/wBU+AJsx1PFMPfCBCc0RIZlvXt416QPCBfOGmBW8mQc9WLI9dPoyX8M2ytzA6OApf3j2RfQFb9rK5ZKKUkG1miYQvMEnIpJ+I8Mu5znpV3I/vpVO7HHfffcl/8a+CDtCZoyDvpPO1fIMjg899JD3QeOOtboFH/7xH7+vH/3TP+l73/ue81Z3+NDuQMIny7OUq0Iu4AUe8Dq8Is8vzEleJwrjVC4K+40uIX/0gMIa2Gv5zM0t6PSZszrmHOCh14/o6LETOmw/cHZy2nPkKtkPRZar23tWxnfb5/UNDqrbe6Xtzu3wyySr15yn0WUrxJcSStbZoeERfeDmD4pfN0HHdzr/zaFs4TZicHiKvOAT17J1IzeOyAV+IE/u8UnoYESIl3RZC4j52N8BA1qxv8XFmm2uR6udy4bv5NMj2msuPCEOGx0ZMTuaapknC/Zp+NznnnlaTzzxuHW+KujgFwe/8IUvpMPYffv2p1+4Qtfwwfv27dOdd/5E7LU4ZOXg9ZZbbkk5Vg75Hn/8cd3lvOL//pX/qDt9xb6QKbJ85JFHUpxCHbIuWScsHEWEoLXs52ql5PuSmI9CPbzBhpifNQp+lczDiNBbP+gtvIB3ESF0Ic/z1CXpttc42rhvWV9pyOw/KPSjP3ApzEtdRKhwn9ydiRPoS1uP9QA50DcilNsfZpZdeD7WGnSR+AldZkxEWIfnnQueUMX5i63bt6Ur/oJ24vhrr7027Vk5g+DXgvbs3av7vf5jM/gy8M4Nnzm5Bz76AQx4XPeeLX0zlU4UAFMI7CvlspW4lJgNoygAoegtn4hIxpvG+z4inBxopOAHYnAcKBMMjGgLABiUNJcFg+B6bCBFUbKitZRFJilz4tj/Rp6EW5hZwLCNWuBlLzq9og44wEdQ8ieiPT+wKzYQmJ9nuXhmPH2hhXt3T/MxtlOAR1tEJNoj2lf6AgNmUpibK3URdh1WEMa1QNCdI9rjUt25Nle/AbNzz7VTIqJzm/q98XDuJssz5VacPM9TTQd2xJvjUsO5fyLa9dDUaDbElTFcO/Ry5ZnCPe3nhrcvbRDt+3/1b0QkPCMitfBvnmUqGT+UH1YAjyJ/IuJc/8xPSrxnXtpbXnW40kAdesMVPkeEg4B60ivqkF8qPhxgTEQInmSem7ct0LuSnUN3d9Vyt2yA7cLbruBVGL8iy5Ohyh9g+uK+WSq5248fO66XXnhRL/nwjMUFHR3zppTkwzIHOwSSFOSNc2p5U0jwc54PCHija5UTuM3IVDOOZ71p5m86gXOpXBa0EdQCE+PlK+IkS6EF3DFQcCrZNtBf9JjCM3hyz0JMP2CB3/79+xNv6Q/+4AkOwCc4BTYOn4URntIHW2A+nmnnnjnQA5wum37wiIikO517xtKfufr7+1KwDQzG0QaMsp3WoBcq3C7mAAANt0lEQVS0/nObHIIknA99hhwkjpqHyItnYOGcIiLZdqce/CgtLz44agrwwaPmwKfLQSIy4aC46gQTPivMIGQMDPCAx/CLeaanZ8Si2eWAtWGbnPUi3rRewCvk2HJdX/+ANy11HxTMq1xYVk4OHD92VHNOyKx0ANp0ADTlIHDe9UeOvK4uH9y07Jue27tP+189qHJXt3Y48HznNe/U+d78RYTyUq6iUqjujR2lb6BXq9es0rJlo4l3y5YtT5s8fqomy3IHHMu0dctWL7BdKoqyNxIn1fC8vT29wk5w/rfeeqt2794t5IT+5dZZ5NXml32obYFFBZ5FhOBF0wEngdesD335GyszPghBhozN3J8if5rmN7yIiKRTrhLP8LATiEQE1QkusHkAPv3QBWBiH+gbdegi/bAB+qILXCNCzDs0NJTewiLAkj9N+6tGY0m8nVUUuQheVqxYLhLsLOxbnKD7nU9+Mi2AFqHtv0i40tZqhRYdmF5wwdr08xirbJOjHvvu9/y6uL/2umu1dds2w9qUvhk8MjysZcuX6a4HH9b//MU/S99kvOiii/TRj92qzVs2i43NyMiwlhzMk4yd8cH7lq2bE08OWObw5dd9YEvSf3Rkud7/W+/X5ZddLvTySh/yQve4D8zfefWVet9736cFH0JPOFDs7xuw3IcdZPaqu7tHBGIf//gntNKbbWASuJAkuHDHTh/QbLM+VDXrhHjLejTgQLLbCSjkh4zh9959e/TMs09rm2nLFFq9YqU2rFufNlXo+pyTkvgKZMDYmgN85MBcZrkiItEU0ZYtMOnbbBGi0EPmc576tZ/e/DcikhwjfPXazfwRbXgEf+gldlh4je+y3XIPX9AR5sGPyR82JiMOOudsXxGR5mM8G2nwpO+TT/wqfUsNfUN3qOceWhgvfwhwuI+IFCvM2PYZGxHmY5eDqzljqUQL9eDClaJzH2hPsE0/OFft04pSoVPjpx38j2vf/n3JLxa2/8HBQdEXHHgGHuOBB260RUSihzWKPsDkOmpfyM/zscHo0HPCh0Zs9ifta5BvuVzy2BAf4GFTXOFrw/rAM22dEhGJtsa5IBZ5w3PwYU7GRthOrNPwnvHM3RkP7lPTc5rwYd+pk+OasL6+duiw9tnPve7DwP17X3ZwPu45Ms05eT3lDeOk+3DP4cuxw8fTN4/ZsFHQ07Aa1eZraTPQsi8Cp3XrNqpet7+KQlleiM1VDq2lSko0zXojvXCuzM7Npo0bb+8DE/82NTUleLDoJALr7PT0tNDrU04OIRNeWsGnLDOPt27dlvwt9OMnkCdxJ1fgRETS/47uJbzykuZ9+DU1M5d8SsvOpss+Hv4xLzxb6QTA6dNntOAEfq/tEh7yMgy6MG96jziBxcEH8mYe4Dfsn3jZ4JQ3sOCAXKiv+mAUXvX02tdb7+ARdLI+Qs/TTz9tX9HttWOZmBfaQvKaMeJk5FziD7KjIHtggiMbItaJQ4cOpU3ypPWKTSLtzE08gQ4wBn1jDM/wCnzoU7X+l8sVlR3DoEsWvv+PVKCVesbQxvgOf6qOwwuvT1wrHsu36MEPfhj1ZEPAZwx4Pv/8c8k+4TGyBA4wh3zI2t3TnQ4vWE9IbmIj4MvaxxW9YAOMnyPGgmZohQ7matkewnztMk4krfgJ3JpjCeCAE3Pif9g4Mid48ZP/8Doi89wr1e11uKenT0WpLOIbdIt+rI0LTnTOOmm2ZJusus+tn/ik0Ouf3HmX+VbRiy+8pPStJB/8RETSXWQMftB/5MgR8feBiOfYpKPP4FU23+At/KAe/R1ykh55QXPT8WefExMLpgU60ZmS40fakQ3wGb/oTT91+Efu0St4Bd2UPifaGA8cxsAD5kZWEfGG7yTegmdNxwp8GyiiHaNDGwmbfU4EQFd9qQE4ZVnhxN9sihciwr6yaX+WpzXv85//gm1nIfGi13rPyyXErCR6oRdZIFuKQuLw6Nvf/rbuuuvuFKthF7xoC/4PPvhg2gSDMwdO/CwyNII/sJHtstHlKnkdGhkeTeMb5p0MOFyQQUQk3OrWFWBSqO8U+AJv5Q889SX5Da4RkfS5c8+1U4DTKRHtfp1n+nRgIW/mQE579+4x77JUsFXqWx67fuMGfeq2P9AtH/ptrfKhfWGfmeV56heO5ZrW8QWv7/M+0F4yfcACbkQkXHlmTmiCx+CBLyHpQz24MBe842ABHULHkQu2x88687ONxDiMxzfQDhyu2CwHD8Sq+GCeWY9XrFihiBDwmAOZggu4MY7x1HGPfmF3vGjEvVVNs/bDgwNDhpEJ/Tp8+IhzDUv2ezMaPz2eEvLQfdwHCA8/9Ii+9l++qm/d/rfWrUWxN8PW0QUOMjq4YEszju/BD72nwGvqIkL8+RG+XUC/a669xjZQ1Y6d27xWdXvtqic8oAdbAe+IELwrHCvAF+iERsaju0lfHTNUHQehp9DLfoJ+4IBuQRu+jjpgwx90nHvmYFyPcybIjDrmgy7kib9D17lnfvwTc4MfPoP5oI01CFkzHp/yR3/0R8k3AYtxzLll6xZduGunnnjqCe3Z+xLdzftIayy4ggdw8T0DgwNpbQcPdAKZMyDL2n4OeBRoYz0gpkNHOvyGR8i/Tuzv5EEzJHS5VC6p5XvqIyKtdeCHj5M//d6zkTNiTuAzPzTCB2ijHlyYF97BX/qxZnCFx+2iZBvULTmeAEbN9tNotKw/9aRnTeMGnCUnz8Ab+tFR9OW73/2uY/metH/gJQPW1MNe+/HP8KjfvpW5uYI/MBgHHU3HFcAte32F/xRwbZ6Lk5BbluVeQ8ouleRjOm1Zlgm4jIlo2zdt8qdkHSx5HcjtG+AvdLo6yZBxEW1dhea6/R08zvJMMr8ZA07AAkfgMAd4E8O2Wg3r/1Kam7aISHgxj/yJMBBfGQ9sxnbmL5fLaVymlgp3q1bKyXcxln68HEQSmHl5uXLjxo3p4Ip8BroNvuRN8EeeQmu8x0Ne4Ix9cY8eMB919OeXgfh1ibLnQveow69gV9hSl/dT6Ar7uOt8uMQa/IJzQMBAhu94x2Xe0+1Mtg0PLvD+nkQ9ezzs56WXXrKO1PTUk7/Sk796XD/xofrf+TC07jUXXeQXGPg2/1NPPi3+jvfL+15Rd1ePbWlBa89fo9/7nU+qt7fH/ua55FM+/vGP61nHe3/u5PiDD9yvwnIm99Bru4c2+MqLxvzsY6VS0sEDr3iNndR2x7nHvH945cCrOnb0pE6ePCVevllwHA3e/FoZeS1+QQ39Qx+hu+69AC+eEKf3O8ZBR7HrUR/64mcGbd/0xZ8Me+3sqnTB+nRIj8zQ8ZJ1LcICdQt8A8dO7hE50A6vW25nbl+S3OfmZnXFFVeYvxclvcBPctjN/EPDg8qsJDUfJiNb8GIsto0fO2H6aj78w58uWYebVl7mRp7HvA4UpbJuvOkm3fLB3xbfVP39T31Kn/3sZ/Xud/+aNm7aojNnp/Tzn/9CX/GB6rjj+E2bNiq82OT2W13OIZY9vqe7T2svGPMhx05t3rTVh7/DWvD6urhYV6momgfVxOdf+hCK/en09KRjiEwLPlCKiKS7vd3ml22Gn5IE/zzPBC1l20JTTdUbi2lt6fIh2JD3kxxC9jumy7NMS9ahzLaCPfZZR6rlQugB/GEdwxcjp7Lj2qr3JwODQ9alXnE/Qn7JsSJxaOZ1Z8h5uSQDC2F02Ur36dGi4zT2Jtg1MRIvpD78yEOm6aQWrRfIiZdgkXHZh/WlUknd1kP0waGGCsONiPQCAHuUr371qz6kfkTEs2d9UIYdo2OZaWEeZIf9RYSgiTb4gJ4hO9roh60zF+Mo+Aeu6EGe56KNuXmGB7QBp8trK3jDZ/pExBt9qUcvI8IyyhURSQeZlxIR4kMfYONb2EckX2E6qe+0A2vBMTd4QWMHJ+hBN5kfmPCox7HthPddPKOrHRhcwZsrdAMTO6Vf2XyOCFFPYW7qI0L4LWjNs8zxdMN+pAaItIbRD12Adirf8Y53aOfOHSmPxvPY2Jh1rSt96x+ZokPIkjbGsKYRu9144426+eab00sl7373u5N/P+299QP2Rxw2zTunBO4nvY/d58M+eIHM4L9RVJ5llm9VFpVazmGWqLRt9fX1Cv+JvDdt3my8zld3T58Uuaacq8Gmj9uHHTp8VBPe4884HzTtXARtfGufw8Mnn3pKP/3n+/SLXz6sE54fXk/6cD8vynppzx7xYhN7KfzoJz7xCX3+85/Xrc6bkkPkyzjIC78MztCA7OBBRFgf8qQX5BXgJX2IF5AL64L8gTf4rOHhIfPxjHip5nWv9/ATu4Yf2MLc/LzgGbLavXu3c5pDWvQ+cW52WmfPnNZTjq2e+NVj2rvnJZ09eybJb/PmLeq88ANdzA9+fdahF194Qd/5P/7euZg9SS82bdqcfpnmc5/7rK51fEoece9Le/SD//v/0uuHXrPvWNTBg6/6EP1l7d+/V88996zLc0KfgTs7O5vgoHd1xz15HqLIn4i2LTA3+MMLipvUtFKjizxT4CHPCY5lzTO6xDWiDYd+2ErnSv+ISLyOePNK/VtLeK7ck2Yuvk08Ah/8GLzGh3Q7N5A5V9ywn6yZjjPmJfKl33Lnd6EBmwS/VatXafclFwsbYf9LgReHjxxWy7EYOLPms3c5ePBgyrOj1+x9iDkG7Z+Zu2ld7tjl/wMAAP//M4r/JQAAAAZJREFUAwCCi6DMIIfTzQ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4102" name="Picture 6" descr="D:\brauzer\фы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0034" y="785794"/>
            <a:ext cx="8143932" cy="400052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54032"/>
          </a:xfrm>
        </p:spPr>
        <p:txBody>
          <a:bodyPr>
            <a:normAutofit fontScale="90000"/>
          </a:bodyPr>
          <a:lstStyle/>
          <a:p>
            <a:r>
              <a:rPr lang="ru-RU" i="1" dirty="0" smtClean="0">
                <a:latin typeface="Bookman Old Style" pitchFamily="18" charset="0"/>
              </a:rPr>
              <a:t>Особые черты озера </a:t>
            </a:r>
            <a:endParaRPr lang="ru-RU" i="1" dirty="0">
              <a:latin typeface="Bookman Old Style" pitchFamily="18" charset="0"/>
            </a:endParaRPr>
          </a:p>
        </p:txBody>
      </p:sp>
      <p:sp>
        <p:nvSpPr>
          <p:cNvPr id="5124" name="AutoShape 4" descr="data:image/png;base64,iVBORw0KGgoAAAANSUhEUgAAB1MAAALWCAYAAAATa7rBAAAQAElEQVR4Aey9iYLkOHJley8YWS39/2+90S69J42WGbU0mq5ea1/D8c4FCDpJpy8RGZlVPdNMHjeDwWAwLKTT3Suzyreff16v8c1nn9WPBnl806DPzztfI39qvvni87rQ8qPc5Bf1m8/hs4/Lt39gvX5/hdTBN42e17eff8n6voQv8Cc+Y/yW8V3yklgfyvcrctzzNbbX8c1nX7HPw5dtTb9m3F9//lm9xzfz3vgaufDl5/Vr+GrFt20uPye/z+knfDbL6OGLuRz5Rf36s8/hS/qf5WfRgTy/fiFf/eHL+lq+pO3giz98VQefo+/57Pdf1ti+IL8vyPfzP3xBeUVs1H0On9H+/fi6fvaHr+sffv/VHeLzDT7f1N//Hn73Tf3d776uv/vt1/W34Tez/O03lDu/wbbm0998VX/922/hu/rpb75t/Ao5+N/oj/Bfv/6mHrFue1S/tv2KPAb/G721Rf5Xcvjtd/W/rvC/qG/g+58H/Afj/4/ffFN/ydh/+euva0h5z1HbYUv8a/0P+8j9Y8tPWffX8uvff1uvsY659vnNH7672iZ+vyFmfI5I/TWO/GP7Lf39/vffsccH36Kv+YZy5w9/+LZu+Oyb+ofPvr7JZ59/U9d8/sW39Rprv7X+OTG+uMGXxAxfffldHXz91dfcS7+qX3/1Vf3mqy87XyNv8P3XX9Uf8D/i+y+/rGHU/fj11zV8//U39cy3i/7D19/VH775tkZ+/9V3zf7dV9/Wb7B/TZuv0b+CL7/8uib3L7/8tn5F3VdffV+/QP/8i2/avP3+82/rbz//vv76sx/qp599V/836/9fv/u2/i/uRf/ZrrmvuOa+rP/+6Zf1f/7qi/pv4dOvkd/Uf/0UftX5l199Xf8V/V92/POn39Z//tV39b+HT5HwTzP//dff1zX/TPlff/1t/R/c/27zDT7AfeF/cl+5xb9TP4jf//jddzX8G/ea8K/EiIxtz/+k7t+Zg/BL7kP3+F/jXraS4x60l/v7V8p7n2vl/yD3/6CP8Ev0M9/V//jd9w/zS+bmAtr/csWYu3/H9ghpe5TDRT/0/R+/Id8GOf+m80vknv/4LXX0fxR3bfsla/uf+D7Gd/U/mbs9/4sY4b9+/30dpLxn1K3l2mfEXdcP/T9//2P9z9891//47Y8Lv/zNDzX8O3LwP5iLf7vgu/pvzNm//vq7+q9cK/8y88+f/sC1dJ9/JP5dfv1D/adPn+s//erHDf/861Pd84+f/lj3/NOvn+sxxPt1IH6Twy+20Mv/SPt7/H+fnuo/kOMR/y95/sNc//e/eq5/t+Pvqdvzd9guqfXvPq13+dtfneqev//1ut1l/fD/G/p9hL/F72+J2X2fa+Tfflrr38a+4m9+XevfMP41f01957n+Nev118zb3/zmuYa/Zh3CX80y+pq/xf8t+SvW4q+WfE7kc5WLurRr7RPjNXCN/GX41ff1r5AZZ+Sev2Dfr/lvzEH4f5i3/4e9Ofhv6H/xKJ/W+hfw39grg5QvOIj3l7851fBwXxcx6PvXZ/6S/fEXG57rX1y0Odv+6reneqaiH5Mc/5I4TZLzX838JXvrr37zY/0r9lz4m8SLbcVfz3V/Gb/fPte/mol9T/bt3+L3t7QJf4e+5++xrfk77mmP0tv9UP+ee2X4B2Tn+/oP3I/X/D334X/gfvz/8r4Tol/jH8k35N74j59+z33z+/pPyDwD/TPyXwL383+G/07Mf/rtD/W/w5BNp/9/pM+0Gfwz+f1L4D31X8jjX2jzL7P8V95n/vV3P9bOc/2333f+9Xc/YLvk33hvOuJ/8n4Y/v0PP9Rb/PIz3tP+8GP93zxP/go9fPr5cw2//uJUUz6EZ9Bfff5d/fSL7xd+/eUP9Tdf/Vh/+/VpgY9L9XffnOrvv/5x4Q/fPNfw+Tc/1C++/XHDV9/9WAdffvdcjxht1nVffX+i3al+/d3LaO3S9gV8SY5h5LmWX3//XMOh7cE+vv6h1sG3tPlux/eUw3eM9fv35Ifvax18/0Ot31L+pnFa5jJz9CV9frlajy8oN3441S/gK/JofPtcv3qUFu9Uv/iuVrbSi/ni21P9nL0UPvv6uemfsc8GsR/xGW2y/35PnoOU16zbfUk/fDRjXLXDWL9suT+3/Zn5WZO1++bHWkP0wfBZt81e/oz4o+92neR6+bZWPtot5Br6Lfawth/pPBLXW6QNH93rZ/Txek60f0++q/XzHx7js+9r3XO3LW24TdWF7+qL99hr9uXPuc0XzEn4Etk51S+5lsPYn5Fjz16TX/1Q65c/dr54rvXNmGOO2G8l3ze/t8rj5xDnK9brQ8ItuN37cv/jVlu5zS5w26xHsAVr4K2k/kh+9zixT25RibHnlv++7pn2z/TxI/v8h4D+A+Q9cs931PMYUwdH4xu29Vzs9TZf9BFZXKuCkKrSAqptXj/OmZ461vhT0NYMu0kpID7umU4XmCxD2YGthmUiqX/DLCtzcjVcpQbovq2pT1VhnWKvk5qUdtGq+gZAtHOU1/JEzZp13dBx+WBnAo9+1nKdU/R13dDT9hLbsmc0S7Pzhg152epsMeoCXWVu13NeU4lPzoSyLc4VddYjqwqO1mleI2TTnxWbfKK2Ql+paKEZDl7s9HWbg2bNZF4Hhf08mNAHiw3H6KaOZrIxRJlJKXWBm472mElr0D6+c7MrIiOuKsUbbLd+EUhBhW4rGDnpl3IxUrQFC51Y9J+cJia/DGgwuaiP6yRU4sVfTbaxSBqSZvhSL2HbYR0elfvuwLbsS0bD4RfZ7tfMVWT6b1RyvKC2nAgrE2idY/RuswoOhQFG2m6+NnKFbhzZ44/QA98I9AGqTtwHT6cTU1UbL+kic31I5n4VKD6juNaHbS0rhfgcQdX1Mw0PamM+eV2RwpqsdKeySGeYDxakrlhHGXMWueeluVcCH7W5bZtoxTiWnLkSGWgFVcZzgXOnVGXPijF1dHGMPseYXE86w322lZPxM/uFfaNnydFjO2milyduErlXhKdiRU7c9AttC/VTOemJFN8xhE8a1i+epD/D8c+p+PN31p8/TfpzHP4chz9796TwC8p/9vTU2k7Em1w1MQWF+35RxW4Q1yt2xkjXKqLMy0SBUxP2jla6m16oU+anzZ15EwGdsS07CAklLuwTR2o5MPd+sZCm1kyxhcSJFI2RORlOxJlz1dn2Qs3ELyvSxzWYQtZaG3RwuNkqrxXfNSfp9HwHfNgHAtNhYg0ISKbEQxm2wjwFV+w7xH3rAnzGHl5LQt44K3WdnlOd8+hSxLw2Z2t7qcmaUG9wJvc3CEPq7E/yT7yBGZ1tFa5TmxI0nXLmejC5cO3umVSwl7SJTCwoVr+Gqjb7vezK6/m6qktEBPqwLbsz8l9Lu9fZZ6nDg33HflMjDiTGvUiN6CE+kqX70N/E+I8otJ7mejOnxm9wLXLBf89RHjo4bMveEjdM2AVWKdbRcbQGyX+LiFFl5qrQIKEizX3XlNcIm7BtYV4Xe4+l+RhZFcrR92B+09M243hlSK6jV7ZUOrV7331PWJeHZVtFHftctrFZ1HXEYXjstGjeXO3onWZYv7BGpryFdWfc7f7LtePctwNrvF73l+hKB8TSAp2Os3YlLqGQ7+KWOp5XBXTftljBfZBrrrgwR26YjkzjxGh2YkW3qZ/wm5kmygQpgcBmnw/EnGSvNxIrY+c9zsxJnjmCJXrqcMNlWLnn8myEb53RC47edyVmh4C0rnB5MhTZySB1HdvNZlvLeGUlTvIW46PQzhE1b115dHzG70S7imxjyVxD5jwwPSqpa637S2UuRBvxDiBqJUuLRG1lR4FIEzpzdAkOrz7txJaKBWRJ2bbsTgIXFjnYFhUgZexm39iTvEIqChlekJI3/mnQ6iQRp6ofVdZzFfg8Pmx1Rki94PALfN/HNf2EfQy7W9v67ivnsdiWvWW4GoUqMRsLBUOhtMaUQ+pstAMIJfu4zu72UiKF34zUdMyiRq2ewtJ3Kdg6EzGCbXaxVZDBhZbodiQtm4x+jOip6vIwpvU8mPuCK1fbivU80w0tVueF4Vx31N+5VmSk89HiJJtuSpGrsBd2r7ZlW0yTxkGxqetcm4GX2JJLkyiRmOU2h9EGVKLaavFzOd1CN47cjwijcMPtTapsy75Bud8NzZvTkK3Ay6ac6eGRqd2m1zL2NbT7v+I0o2xU5n+GDxaGvP+G87UlNVetj1jW5QP9AZd9q7b3qnRT6gMd9LuOnPT3ZDtey23d9k/69RnInHL7Uq7Pxso1daviosZvKezWabGvlGtxVi4Xan8euTDfNIxbSVJK+3DY4MGEEuewfYxzZUKFXKMSxr4hKxfNDA+XhiJrTRqt0Rsd403pVrhzvyYrqCLf62Rces/jkbw2XTilnlj7UZWJrXxYuSRv7/glydYm7R4AX9uyj7kXwTgs0D3prb4YSg0OLzoJkjFsGFt6Lfd+L+rkFc77/lJe5xM9tjWjm2EbZR3Otz7UwTKwvPSpFUavXIu1SXGsH85Olva0+vjNIA5P28S8zWFDjN7R7hVVbU9Ncntoj8w+a0hYdXEYS4OXfGnRPtjTYC1jb7DXcKMFHfE6ToahjpGDit7JA3Pq88ZReAn28DvLgi2kr/Q/ZH5EmSzW4BlYC/IbdTRRHnxs0Z9UrAVbavOiyC3GNkA9PG0T062u3TV4h8h9aU1+GGoOFy8VS+U+OTih5wNOl4VYhQ89JZJ5LfSVMVr5QxtaF4tSRzeO5HOjWiJ2HRC07hl19KeB3v+wLduHgexj+6Hz2ljXha7vx78vd6/Xv15b+/STdPbXf8qV4TXoNj4BdT7H2//5Mf3ETh2oPKnyxUt1/EL347FArU/2zFpmD67Le912Wwd7K5PM8B0xzjb6ZQC1RgZyaHqkyGPI6KlHMoYKJ/qpI3/GoDLpTJHcqTo6sDI+ryA6UbHrJJ1+bNdR4YuCZuc9PpJsZOr5DCS2dyM/iD5he+J+8UQFv6XqHZWfcKF98mT9GYY/e1f0Z/mBlR9T//yTwg+vkz5B/wU/uMbv3VT0CX7pI/ckmhL7pMIPvRM5JHb6ib1BPzShvjZMflYlN6iaDyOB+dUCc8L8agUeSp92VYhOQ8Ueml7FfIDEvb/3mVwZXvvxl9Sxn1SYB0PkxH3H+JtIRqrm5TVsG9qWbZVSZObZ7mUbG9jnso1NZyz1cRCS1ovO0A/145xpzL5hcxKZeDh5piDVfiB9Zg9tSV0YvpFFEilu0B/5Ma71tTwaUu4FDfbJ8D3yO7I5+z0TR6Vt5s9oUkHPvlhju9Xbx7L5UtfaWpqKGwV5AX62b8azr9fr4Mje25vtfQy9uk97H2uUE3OLDo7sU5NkYFOTRz1E2fsXnIi4g7XTQ1SJfte0ZzDuffekLuITSzl6LhlLEPeqPYTnXqYNk7w860YvlBe/WU+qzZ7yCtuyt+gnOuxtHvZLymrjmKaJ66M03d63/mCVIQAAEABJREFU1+bInAzDWo+t8OINVW2vsYeGzP1yEFvem8yaDVLeQASv2nedTrAJ0l9KjcrrBgrzfb3d2ykm56AThR2FvsLkohC9bTvCpo2pH9B1uu9Q3xVibip4Amz3wvyImf+4a1CV/b7saTZe5bkg+3dAV2oQz6bXHSP/PO/QXC1XfMVcHlF55qhLLrlmCL+Lae/6IYHEDfau7kZZHMkpc4barrs2j1WKrelJgXLLCUNNRZEiw8nSoNJXJRfV3l67w7bsS3Zud4v2OUZ/nygqhaQOWmYfHpg3JtutbPEH/cQAQjVjm/V1OXZ2DDWtmWw3emn7am/rKKq1d64uK/u9sveryLSmyMscotmp68WzvZfPrzZxzsUPqtmWfZ8kkfzXMnrDUrHEiC+IPdAFdVoO3NueXAxRHsRO60vnmAf72sx2WoXkk/ro1/xT364llOFjRmDz2pDsoXdZKIdpltJJZaZ/5qjc36r6fVbIDu6bWETW/hhzH7vz8gYkTtiHsr3kkzrbEdiaWGQr1fYqIZMjgjtqriYx8uwI6tM8MQrl+V6Y2k4lHhCAWpyPz9ym7pGW6Sry1RDANjnd5tXxVw1zKxiszLmFdE5YK/xfcWagM8tCMwHoec9eSLnBpHgGkWsVcfdkae/7kEZCD0e6a/eqm5IGiX2LEe+1ki60gUL647JS3i0HmLd+r+3wj7Rd3o+vpc7SKvXhms+Hsmdd7sZOgjecst43qm9WZcyNeN3pJy5h7fY+fa/Hzj5N2EG62cFdMQ0Ghe28ZqIc1rZCiOEfSfGDnPbt6Kk9ulEUcvaC0Dp6o8P2A5GYc5LLg37l7bl9Qsidc0Dd9k63Ckl427K3xMO+tMX+KM6ufNT5RX6MV2t4Q8m4N6zrh/6iTl7oPPpYS7Vp18/46A9nteVp8gyIi7NiyXIOxofJtRx1zTf+cHTavthv9qVNrDFmfLdRTDHk2mvQ4djqQxrbwuyPWM60b/DSviRIX+wfX0Ag6pJLZwnR8hr5Reaz7RG9ziq8o0+QMt1K6YtC77PyZn8CwTOXcMpIfPqHjar4FVqVcmqxCoO1rfYQZYnQZ+J3gLF1zIeWQpxL7HhItm/DvFiSF3madfLjA0H7cERdfgSZkJPEuE5qcpSRDEMF2dZrkSKWrh71as1cYWSD7BhHDUxQBYFt2WfwfvA8t7Hd2rQPSLy35cv6oV+TrcGVl9aG8V+p5sNDfYhr7R+2M5Yj38x5g2HXmc31T2UbA+2HzHC2sWiYeTM7eeaksuzytV7F2u1YYpW0H7EiU9Nl+k4pRN8i5jBkLolfo4eCnfbkokbqzPeC5oMvkjxODPo5EmqdyNkMz1L0jCntGBNueggSNP0TAG2cNdEb/QuFqibprTSqJr7g6/pJT6rUn7BVtR8U648qp+emF/3YZH5gbX9LNT+ofvKkPwvvnhRbflT9ZCrtB9knrouJ4YzYU+vvpMIMxNZ/ZD1pos+h00S2D9Hh4WbNK83UZUXOMCHtfows9NOceYkfop1U4d9U5d6Rckrx6bjVxx4KpYl12WPjt6LHcMQFtlVCQc4QVrcO42Dz+iAFv+Q6SO53IYHhs5ourP00YgGlUN5SlXl+hLEua7nduwT/YKczmzvojHsNFy52MkHPtY71+lkf9FtHoI34wt9cD2Gtp7zQrstKLluKpZK1bXTdtuwz53qffUt0Ub7PxCZYU8j1AvJzoG7J+VBP/pLZUPc54bcn7S/JOq3Zx2ZlGKtViNhgfiItnW1znZF74rvGdmu38cNmY9kjEfGVXMQyQ2FOauK5xV3ntdZt6nfo4LC7X6psR3wUbMt+JXOG+3W+XT6xZkF64p79RN/vuA6iTzLvPQfMez/Pwe29krKhsH8HKW/7FdG26NZBHrY3Hvt7Tcr7Z8DWgHZpuYVSpXaAOk7ctafyPM2m4vLhJy7uRfkBUlzLyvXLWCNDs2OLfoZnHeZCULlHjn6iV+JWbAv4ZAyN2E/pr6qV0deytSFYk/iSnHSq7cfvqZQu+TH86WlSYQ0ZsRYYoO1WLmX2nWXBmiFtqVrK5Jj1pGupzYHU+h45ID0gZ68oeTA7SYnFxyh6Kuw38xzRSUbpPxBUR8cY71ratDzgqH2PW6laQ1K7detj7Hb7HF9krVccdo+R+bbNmjBK1mU9jrUujlFGld3bI5juekj8RpsuGS17ouu9zUnzlcgaxR+PFit6/IaMPojtGravVb3ablt251aQkd+Qdm8z5th2a95fm/rwy602CXuNhzs4cMySDAr1Sw5s1VwzmG6ebCcN8lliz6hL7oRs12EC2ktPKV5gu63HRcULDekzTYaMvh+XY7yB3T1st5xKJP4eJDgkbgN7kZmXeBSucvZ/LXyqQooj5gHFe2eLuY4/63fb0bDfU657MhTd5Xrzw5prxrHP7slr7WPPtEW+lLRb89L2b+7P2uRiaN/ho9f25nSS8v62MC809blndnDJQPTxD7JpnbZ0mnb8MvbTce3Zmn1wLl1qGeagUD2Y0AfDFjl8qX7ovNf/Q0F+rk5jMpB5BMraNTnKKyn0lwwj7tkDhaCZ96O28Tm0ryoS48hnb1s12VcdlklL18a6tydAfy8fV1csNyCZsb8jb3her0qCu9qizMbClRvBrtFRkfzaenbpTdi2YHQ+5NIdtqYT0MDTWV4/CumvY/LuMBnakxqRZ+MFmdm0vMHdUMZjA0kwge2NNZPG27sWqCNButMZo3eI9Edy9nGIsZxhTy7jHPre7/Hh2X1O7LO8bO1L03tacgOw3dbkPUO15ua1wVRkO7A1+HCpDbEv4H900rzPtpnxmfWPLUNP/ovvUaBhI8b54me9loeK6ERIQvTIVDAXAi/kAXcQt3BzXJLib3uJYUcXdimPvffQlYMwWjMVa+JTxtPgqehpKs2G4EOulb7UDsbJGMW+jc15BOddf2IuaK72t9MITgilbcMi5wpIBk218kWTbWLHjmRCCuX4jy+ghmy2IuX+YElBF0eVXWT7OrSxU7/tM/0k9yEncpkYY2xD5iNHof3EuBmCCvWRbQ4qFcwBr+10e338Jc333ravj2NTp42fOGzz+tjZ36j7lwp73bbyJ5FSt/7iKrZHSdvB7TZHMyFm+narl9QyUt6KeWW9Rk7X5D5uZTb2nNgJ4Yfnqh/4kuz5WXrmyxqK9JPcrco8nghWzQsx+DrwXBfjjpob02yLXmlMurRxvhvs4JM+TpGB0HXO5Zn+KtfCydmt1nNNu4FUm2+XqOeT/HAlwwqnG6S+0i6cmmzXA5Gd+wCycJ1EL+gT5Np6Iv47mPDJj5+5V7ybqt5N0ieT9AmVv+DGkb/J+otP3H5cjZ4vr98Viep2f3lX3HRGpNFHYZLSR+uLjOhGA4rttC17S6Em1zFptPcXLv12i8fczpSbMr/Q+iKGjfUFzKHuCtvDp0nbS9+Z186JVRdUvtivyhwwPbNMWbIkZyBB8xE9zMUxaNu0Nf6XFL5cXmMf+LDv7G4vyCLizaS7R9B7HHSpjHXPe4S82tTUbLHWf8bYj8Y8MU971n5LW/oY+pBcTly8tZF7Fy79bDeJrua1xcPZO4rFGmdvhLO+n7OjcuG6foSjPic6HhT0wmIVEn0Ii5x9E9uyjxD2LdxMxQRuoOnGr1hquVnqupEg80cbmp+ktTTlNbnPhLWtrRFLeSGJ7h2FPfMIl7GkwuBsE1FgXTvSdl9nW/aW4YO1qTbaEcIOZUX6eC2P7L1rPp73rnfXw+1yG54KguGpWGoSw7KHMWRfF2SwrBzmOSDkGo092HMdax6f1A3yfDX0IeOzxrZsmI2eZUSu1/W+xq3lW3Dq5HoH5kG8B18jz+bnuiR6SeX9NuQaqrnvkIDtlhvq/ZM2o13k4LLh+VktYxt+R7K1JW5k9hfLHJVmVSmTXcuvzHmWUrSALfZWRrfxXqA9c+YVmz3GXLTnj9SfTlIeApHLD6jkZDJpLDGt/Cl5jS2ygePhWRer7abbXbZCe4lPJUona9MhJ3LTFXqYSoQ1FG+cR/Mf23GTxJXsnq/tpttdaj7SPmheONtzTRepCyklYohumSbHnJ6rtpx04rpkSdq+SLzBCWNl3VI+8SA8SHmQ/taMHNa2N9XpoO3dW3I1TzbzMCdgn/XZ9F7CzMkjAZhG5pYlIefoSeMaqb/Fvj9CNtOyHqeqCifWbSACjmsv+kJreX4ZMSKz9s2vWLbPTmipD6jtjF655it9nmWrev3LtsurcY7cYnMmhnmITLkQIaScy2l57sAv9oBLqiKkNNL2sA+MuNiW3ZGsi4NO8150j7RLa0LpGvH5GDy4tV+VShsjLYfM3O8ZdUPi/mHO0QFr1D7wZmNAfizdQH1+SO1vnGyaD5PNRVTb7IUtF04HhrfO0PQR1us0YVuzrovvALfDM/WHFfeNG4/EaTBolqkt0cbhpy605EhiLdeTFX1VxzBw5v2C1+gB9VVnC0uAyFcFWDV6JEZ81vcOulbKA+Ew9EXOfVTepx4h7oQRl0aDx1aeW7Uw7JFyvO+TPO97nT2yZOfShZZwg4vKmwb7esap2UAXY8M7b3YDJvL8hk93+CmgjtNOpFF6UBL3Qc827+mhQd9Lnlf0h+OSt23ZnUfbZbOd3C+qcxuSaROzlkcfDtb1Qz9HiWb1P9F/vozch3zdWMf4bMa8oyh/sM/zYZwHqO912pZ9hzs99Icw3/RK7QJTxfPA+tmg6Zv9TLT4Iy5Omit7b5A9uKfVKRGsirS7PoK1Ymqauaq9wx1+YVEV3zOmfKZQEUbu18ZVZFZRKpZsH5N87nC+2qqG3kZotdiFDqaCDvn/HPYv6yt1Z7JeaWsipG30EL3BYNLOfJg3H0LaFxE76ZbnSYlRGE+jsE9npoKOPX2FxNsicpImfIqF7oZt2R1x2Ged4uY0pQYvtmlfocsWl/yZBvrATr7pPz/eTPg3iS2yIEPXpbSx1LeEpKarH2u9W176uo1gpyzZXYrDPusUX3XabjHtLl8V5E6jvHVde7i40/RKta/YHzMf5XK7ZVG7b8g6ccP4EWe+y5H4UbOaOnbCqWF2iHXi9cS1wdcB6jJXDZD26Ds+fV6wVxEXdIVRH3kyP6JW/AlGPpjoTUC/5Jb8wjP6hsSmw9F/k9jSHjGfKdUW1YnItZzrek+hLteAuQ8WnRi5FH3Ss0Khnwl7pyo/sL7jYnnHBZW/ofpn7yb9+S+eYNIvniZ9wq+xmJrfxLy9I+47+ngiXoHp9Mx9/5nr7KSWF3Xt/hnZUMuBLhZpPIvzKjSIfgNx0DV96CH0hkfWYoSrTemvYg7F+EIfdx9/sZR7VIP6KZB85q7pxGCqNcrdP22EbWBidCbmpYDdy7py2Ja9Ja721ma/Z5mgDOehddj7MRW0/unOrOWew2xY4gs/rpuWP3XrcXVbPc+HzNoV1nJL2pTUDdp7a8XvTNszOO4llyB+Im4wOiQOa5m9USwVSfYay95SKAdx+ATU0K4AABAASURBVBGqzuO6ordrnbnJfeUuB2Mz19EFzY++mdzMReoj98S+Z++Tcn6oatcbcW/JQi6v5Tiu+1ox72aOQq7nNVmPhswaniHV63MvXa/LOklE08/2sC3bF/nZbna7y+bAl+en55N4U21jniw98RKm4pVemOuytJ/k5m+ChILvNBUhFL1JKiYUzm5n0tt+YR+YvecmT0TqLHX4jbr2Y0Dzq3MMtfiifYcEbpy2Zbt52G66W+nyxXarT41thFvZ7hLDQ2fubcPR7m3ts1zXRbd7XfQ9ibUm85F9fuK54FSfdTr9qOfTD/rh+Qf00yGVa6PR5qz3UBDndVGbW9uMVzPRg5hv1rV0bFPf0e6wj+07N5k8Akrrd6z7kG7rfaL6NNdLhN7R+7KPpV54tPkZ87SSCZO6yIFtrotJ0zS1ubE9qi5k2jZw4bGUkfH8yvh5lFV4Rg/RT+iDeqos9TH5ga3FnPNMp5UXmuhEJycKqc+PabgQlSsltuaDgqXXRU/dVtIxno+fDE2hMA+DadYThcu53yvopukx3iJOt+rfqC45h2vh2tyRc+Q1n5faM7RB2iZ2yixJimdWiaU+13zWdE2c1+WLfZHg5L8KxTphwG46DJX7SBCfdyrvBXUlE/810APRb7QkoeETecI1+56tKxJUJT82clQVScXSIq1mF0faNddZf6bQ4lAW+y9ikRRsGs+yoHeKiovMn7wGM+EX0O7x04+7XvHMHIR9NWkr7O0fulzoYE1GuIbqm2fW+abDUeW6g/4gLD4MS/mvhNcsdQRxhzsnyutP28zzmRHJKIMia81E2bbsLXrt4ccaxm2BiWb7tmlapgVb9GYn5OKL/iYn8a/FWfrCJ/2H5LIn9gaB0gbxcc50tqfQ9Z69T8q47U+GeXjvu+Le3hf3Mdbl1i5BZyNba9a2ovltTRelR3zWjXI/Dto33JW57bZ79rhf2ZZ9H1nCraHVkXijmKGHUX6tHP2sJY+03lzA1vqPKIlj1T2lj3am25m8+S/wdLf90VVtEz168SSkPtDRcqCDW/Lw6nhhPm1TvrANj7m0ILmWwJB5hFiDfb37aPHHeTKOzThTXo8zemx7tqM1xY65FjoFbc16rVuXtHnvk6vUpr+r0ANflNu3fOY68sX78DTWBaYiY9m/MaUc+8LcBrE5ad6Gf6K/CifuLJUHy2q+loZWbvbsxDx6dzZBWqHqfEFHP1HeU0Vo7BV0cSxjoib3jcJD/Z5mp74EGhSwLXtLs+uknu1e1tle1b7o4Y46TQW9qNCwlFkSk6LGQ3U+6O9JHe60k1JHE5l+SY/zhF6ZuJPEBxbzxYcZk6OvaGNkFQqYVgPU+azEFl9kGdDxY3W0JjHMPeDevNjW0WFbnPRjqLIEJ4g8k/ipS65n8GNcPYcTD3EpV2Tt7dmEJmcmQf04ddFsUWteDtja7fQs2V7oa1WWsn2us8+6PvCRh4hr3Oo6bW7VX6tLu0e41v797X1FJUvQ39uKTsx5pSyOE1W1yYodWO980H1mP0SG9iUS+/bE/jnxQT6sx5XyqdXTfi2JW9NX+rgGPstZk2+uGJHFDPHSV+InzwuIu7RfKTHb5joZCB2IXLjGCz+A5lpv14NOXAf5MXTI6P2H0SeJH1NhKmr/RDC/6HxSpHeT2w+sv3gqTb6bxA+tJ+UH2XzB/dT6Vu/TIn5lxk8dxiTm0o3YhT1EP7O9V2NnTfq9Dl/PSLJ9SJE1oOk+3KZciDGwRMuO3vuoqwjRg0R3UCG6lftyYV62edY2b90+6239qpj+DYWkL0lcyzo+bMvecux5aaXVRVsb6wH71sawHafaWugFR4uB/y1JtVIfuSbX0551/VqvzPe6nKuSO4juIa4xt/19Ymysc1vbs0ycYOyFDpg2dayCckTGEl8uNU3kVYDLctFTF1tiJnbnJHF9H9Ha0mgt2z5kce5JE/O10KUewYyvQT7jGSZyT2Fi9ux9Um5zM2IOyfxnvu6xxGc2W060X2yr/g/j4LvYo0Puf+K9ZIG9orZnct89U5jnW4wfb498jtZ8eQ5kAYYevzY/s23i5jLq1tI2e3QL0/HQabz2iLkPbT7RHZibJpkPr6jz3zis7QdV9jSf1UlXpNrgbUgNLo7k/MTiFGIh5DaHlWdngRuFigkiBwxPHSM7unLYbjW2Z99WFAXdOuzhv5Wjje2hKrFsI7aUUniWX3Ou11scJgjQtQovqApZq1Ao7RlrlTnPXsq6mPmnOcFyFwXWN/ddDIenbdkgL/WXY6VnfBaHlXLpa+bJinuxGEvgHsx+MLm0/JLjirOfaOcO9Wpoc6z7s2df5MbphQXbhy0ybyGVtnteKxn7ESeukxP3mZD2g5QXuKaGnvo8a4ZKwJQDKkt/XsPYmg/zGP2ItFlP29rnRF7r8tDTJnokLjQvUVvfTdm9eClXZT3V7hno5JU1TutBfEvmjDbRA+qbnrZlrk8beYV7HRqHRhXPDh3dODJf17jRbKkabRfDDSV5TRnX7MNbswozH5m6EStydlH0NcO+kUUirLKGIf7jmtvvFc2HbdmeS2fB0rNv5tbUM42tfMIl+jOy65RozscuLPNZMMxYlmgf8NTmaFWWWevUizbxSazEXsA48kn7Pq45t2aQLPGcD2gF2lzSrukpN8RrR290+I3i/BzC5LvE8spEmOrWMjK0Ql4yQYPWAbWR6x9Io8c2GP6RifFKbMue0SznckE2Yiel7Jd0P1EeFPSByWENxTc/1/EL0QcT+iC25NrAnjaIj3amv/SdudoTeyPZZE4jHyFBH/G75pP2ezJRe/Y+KV+L+YHtmafD+XuPftnS59bM/7nweq3dd4k1ZCLZlt1J+R40v+fS693Fvddb8a6FyFbYxI3jGav/EbJC5CW6cviK/a3N6ScDicwGCvtNlHLsg7xrx/+tc3kkXvodedySV2PVqzXvXcFjuNpCiwcJEs1Dx03w+7mf6/zGQ1K3ZSL3jMer2LvXS16ZsuXBer+2275fEvXYN32JH1RZKRxu5Iujbdm3IcjV09Qs0FXGlmtqT+wLtNmfVXkE33JS4WPzltr85tbpeFbPoqJ28qVA/jbDBSSSOkLhe3lusuBO3j7U8SGv7CAMGUpM38wJaagQ+1kWSw1uSFPDfCkk9R9Y1b40aPUEi7Q9x3BvR2cFWynWFCar/egxy2bDbtMuN7EB+Wd/BUsKhbpBvtQNpNTq+tjxw5FQ6hjZoYuej6Tr83JS4jUspY1tbQ8vMW1vq3al1JZSiOPWpuDfEeVQqRNzqDY3T5OYmwIpq9cxfzTD/yQrx4kX7mqr+cHQTtuyL0kO9qXd7rbUB9stzs/lJV+aPPOFzJoT5dgH2R/hNTmn3VvBJ/dNCkdx41DzcoW8L42qoQ+52Ffrnj7afDAn0Qcnvg3iklc9cbXUjpBSIcwMa13XULOpX/vK1K6hyLWY1yNsy97S9j1tCnfGaabww+qaqZVP9Pw8c+K6qI13XEe/ePekX/CL6idPRfl/rH7y5PaD6i9SLtInFj+qWrh0neS4zSj/T9d89pzm/s3kkJ5aGX3cH306tXuDmeMG/oRUIFST0Ru89HtOxb6FIBq4oM709zVtjuxjQhFDanNEYk3iRTOtMbZHT/sF3rjaln2dorlul4ApX9Lno1CR+X8I4kxQgDQuxk2o9sVPJC4PnsljuNahvJdM//fIGAqDmHY8sYf3tqNy2pbMN5lu+3Kz9lehn2Grtu1VxMH+7feCkyr7O7RKnNq+pv5SZu8fU2i3x8SNbbmG4sPD0/iR7Zq892Pppp6hFEYZjB7a3DCvWykVq0GVbB/SfYzfGUvawzCU+drbL8oY6EobaIlZ90j8R1jioHBejXsYi3Ue9k1bCiPnQr6FqLZlvwJZaT+wrUcP27J91z177UVkL84c3aOzD7o9Xee+UNWzqDGsqM3e6pjLXEeN/AgEau+ztU3xVMT7lJkLqTAmSyq0tt3khJ59ZVs5bMt21A22m90+lnG2HdGw3f1b6fxiz/ZZnmsuNTyb0bxa/KlG62e0kJJtaqWMr5XzssJ2Lw3ZS9yDmCPWY/15RvmcB2tbPts0unubV5o16QtblVkT27LdesocR0l+wXariz7qUr/G9rrY9OyNSuzKPU47zLPLfciNxAuhE77jlot9LFvHBy92/NXaaj7s2C6Zqx8StptfZZy2l/i2m729RJ2x3XzsrYyf7YiG3fXKvFViH3HiOasx+2j2awF4WbeJHyZc+mee6GvWvtFTZ5MD59BtsxqjfWU/QSoXUk8hfjN0yGn2GFcxz86GiYc5SgrUKK1Ms+UkLKf2nHDI3wrck2c/ql58ZpzBtuxO4dmioO+DGUODpHINhdyHjkhdY26DuHnaXvq3z3opvtnuqJLmzPe2puVC3hsrjuvotuWNw7ZgW/Z1hrftoZJH3ysx2T5sL/ZCbpPV7IIFQkRn/Fnb5T+GZUdk7YnK3YNXswUB73baq0KznF9syxTtvKK0kxhcM1EjBlxWCimnLmSfhKbnBRKqRdvNrW3ZxoMTEXUPmVP5yJngVczOzAkZ6iONb/qM8dx0ulP5/ln0DpimruxeR/whT9RHX6BhHRQq2wdUaiPXFyc+TJwaervDtuwdokwK47pbpxF92E0aA9QPfpKmjsi0rRk5RX7wpOhgmY/VnK1tuCznW+dEl0vsjZKO9qwnaeh7n5Q3gT5MYd9NymHd29EcNtva6QPo+zyOunjE56jdkS1reI0j/71ttN3b36qcrfLesTJhh3BFF7DNxQ305BnE256jjxuy5UKvySEDz4bLTW9P7AuzP+LFZ97E9vDk8XCcJQd2wUafI2CetbcVI276vBuZyVze5G7pdwP98TrYDPyN0x/75nbYeaWyUA0eQfjArQvit+Y4qu1+nd6Rx6271YgFutxfWym3VKlrcvZHbM6qPFbyKEou+f8SVBpeQIDUnfojN4/gdRODEArtCweSIpRsX0VXjmRi6iLJCC39MNf0qw2V2Gs0l632pWcZUrNd3W6tZOrU6yWlTytHzYtIv0Eo5UPYhNKYzI+KnYmbWwk0pLr5t3aJwJxlf7TyqGfmej8nmfFsqeQmDf8uTdnYg5CQGHwqyQ8t+cJ4kC+QB46P8LVae9sXUhyF5I+wTW3moVP5ckHEDKka69zmGtfCnpmYh4lJmErhy7vCnBVRJds3KfgX43vDLz727Tgk/JOebaZYlzrzzJzlx9Yfn581OPEl54lPlWH4Dfmhkt/nlf72fcVG2rxl9g/DvXxd37d/SZnhtw/Wp2epcZrlKD8bO5ysCie+LKo672zJEmVeOMuMZ9nL194nT+zho7H1/XxSl1WF+3rh+m29RkK/zk780Hnisv6RpH+U6zM/pA1O/DgqfjSV+A0VWdR+WJ2M7LzjR9Z3lN9NRe8mdb8hi/Qu108lPnkW5ah5IS+J2ThTq1pu+Jk9tYfLkbzUIHXyJA5tLBFDl0erwKc7iwZVJPJmAAAQAElEQVQd4uthdPPIvN90eM9KMzKb14eQxlqfpTiYg814JUuNrEf7PkFi7s+wfGLZGiyt9jxRuYfln/1ql8TscSpxgBxamTVTe5+obUmEXZSFzFJFhnx5T4j3OkvuwzMm56NgxliY3z2xnzHzdUYZQ8g+Tfs7mPqcGd9dNj25lZJb18RcWjZUydIFWh1H9ddtXmIVtOuIHDp9X1TWu9PuL7nPsJ792j4R6Uzq3erOtmyCwly+huynNYWxMzVLfsV6lW72YtpGHpG6S0xfWywxfi1225StwuurSPsVLcaqbBP/CiV2iZ477RqTlrKlpmtzWPYdNv7HBdutwnaL1wq7l+Q3FYuzIw7eWE+8oVbkM88cJ35UbZzInmsPj8uTvZT7clhXjrLdc7C9rt7oqVlTqM11G1m4n9hWkZX3KM15WGrvTQVp6vJ+lXtrg3wn3vefoJV5LpgaVdm/JfEC7aaZ3P9afMbcJHEzhoDaTjs9SbY1DtubMltZyf0ao7+17L6VdgOi8x7Oa4udfO25H0uczIcalkRVG9ckbeT+Gk99kbOYjUofg8SwLXtHFXk9hm4cpm6BAXfdxA5iLNZksrvSnw4OUiVfnSnoIfFDNgX3R80c/riNn150kOAV/8q1cFHlbkndntQM21rPj1XtOZO26+dQG0McES556RTsE+N+4g0i/yFw4ZoJRiqYyiD8A/p+2JWOQsI3KDc5v2TUg+Q39Ln6RcJOHsdNUtOgg+RYyLctI+XINalvEKq1Qd46x1xH5jq95fuCuquudrK6Wt0qkn9TeClgW7bRxllb2XaTsaKiC1J3A0kWR8UnoNpW2y/sgakU2d6BLXbAUSFbYSCO6AgNKac06IX1uEZNpN3ro6+JOe/9WZtKRZPkHHninh8ZqJofB+OVErey+Klu0+hV7dXufUY0mvX4JZ7jeT7PT2u8PEulr0qAASqnr2ZA5QtP2y9ssXJ/j6arKIxWjdh4K2WGKSc2ZO0HKnjEhuSjtmLPVDRJ1Yc+s9fuskuCdHeWXrQt+0y3vu6VMMTSTfSxD7bs3bnC515aiXHP51X1VpsvIdu+Yk8tMrY9+vhHxr5mncE6vbU9etpEvobspaN26e/Qvqp4n373sbM1HmHf7pEyt/Gz2yr/s/FSSy6X1m5JiMF6Gw29e919TRfhruOFw+jctuxO3nz32L3ORBigvulpu+VwK6ipXGDI2Th54MoHog2sVD4w9XdiGuHL63LaibIUmxKXvIFfozk9+nIZ/tGWV/0SMuO96vDaCgKv3wjTR+Z0kPICfeDO6097Jofkt+TF4sX2MbO6tk9iz75LbiKv2znhEMeFk8aHwbOcfVow9CZ1eNhu15B9Wx42xug1dJW0Ms97Fj82TnSabc8YZ048ooVnbf/EFioffgdKhyFjbJKwSNuMSxB5gKzcsyyhdbQ58kPPiWXpKPHJSyuWh2oG23WJbrfgb9r2+kpdpd+B0DtLO0nW9kh51BcKDe74E0bjjdCgUGljPUTNDxe1nJJXy+9EeU33I4Q6PV6hMEjf+bEl98zCly5HpM7UMYlq0J/mg1CzJhFdtrU+zsU6m4c8UQ5SWtjuUlpk64v7+UbSt6XukzYH5AsG/REdZjQ2ryu01jdjyX6+jk2cxf+stHvTufjRtPQ7uNfp2BnDj1Gy9LyyBxIjH7YDRVx8hntRnTnxKe+E3qTKfFUU/cinxB/ZbuEZ/bn5rGIoOiHns/XHXuOuQQxyoHrkV2rlC95watKUjZe5RnCTua/1+xn1rMeEsX3BicyH9om45p4oSIYTbSfaPHH/yY9p+aH0HfeFd8X6BXxCgPZjK7E+IdAnKWOfKBfyReULSsnECekjUsQMlX5CbG59Vwl5hiIn6TUTt10NSIkx6irDj4WiLXE5W2jiHZ8+Nr/Aalv2FlmyfYgOjpH3kTxw35nGINfydNi33XMqs7R72b6Uu05aMfOfNWvrjCVrG9gGalhqZUtPxJyQE4PqUuqyKr7dryrvLS0f4iW22b+l6ZKlhbamun0Yb9uHTrZlbzlytL0x59rbGK4U0ipNbV/0Y+9sxPAFZu5CkfmT1z43BfuWyUVrCmU3aLnva10ul/U6OmhzZI7NvFj8wces7RGlSBsslQlW9vYjw5X2RzGHLfvmiInYe4782h7jppC66EwJ88s+JJfYbsLY6UZrGJbCch8mtrnXeb7/vYVMTv06qropSSy+A/MeMPS1tC17wKBecNqj3VmO5raHeihHba6pwd4x9ryv9h9UTzrxI2uufXNfsN3eC/LDSuwh/okxZHQbvzXy8r89yz93H7Jm7UdP4k5B4p4lTfFd8cTGfQdPLnpi5SfkhHzC512T3f4O+zv6nEQMbsWRBd0gfNleLXdx8HbPa06r0qYWvMA2nrpKoT4g8Kn07g4Gm7YXSJiUwyRwH2uiQRGxLTEklUipxUHVQFcO27Q5M/wTdyLgGlJqc7KXOjhanMSmLvM6uHU9rPd8/G23/AkxnywUY+VhQedETui3oM064aW9NILbVg67y+gfCtuyt6SvXA8h+jVSPzgxQdmHA80305RZUNGJJLczc2Wj6/KwLfsApk2ik1WT9J25j9yTa3zYRpNr5WGPHL4vkVnOIvNHKsl9adySXkprJX0dsfbZ694bbpS3sZklUuE2lVvhhhEidUN/RDJMhbWvbWwd5f2Lick9I+/lVFEnWf2IDIVil6bOmnhtcK0/eVLun0/oExSCmHrb2hwUK/a6MV4v2JZ9Rr7uO2psy15DjdXmEq0p2znnc9Y8qbHj0Nzy0svRAkEiwO56XhcYFNOYS+aCduugMnM8/AlzeNre5d/Lh84XRpJonSHpryeyusdd+HcDXTZlnoamv/7luGX6WKNsKKjGHyq6ImeGTq2aT5Q9GePe9mA5TR/hkXC2ZXeKurQv5a1YpnJPiQ0jobSHqo93rrfTLf2NMrq63lfi7+fmqCzmcYmLfiXUhzPfmrdV3T6B7NG9bZRTNxi2tcwww9q21+/V7/1fW2aIusdrY7+0XfJ4aZu1f+as7TGM7RpFNtssSzZaoPyTn0tiZGxbtpU36D12r7OkwfldUx/ssNPbKnxWB/rGrryHwWlLIcOO0M7oDY76BjGOQmSUZQ6esR35vNaWvZb4YR0j5QX6Tr/JYU1sG9YBXqBvH5auNySNVrnkRSn9r3Na9Lku9cMf00c4a99XVey/27S7mq4dBIhDGwB6k6sHMr5AUmOui+/CcUzbsu9w3LRZnc3Ck54pmW6XuV7psYd2jdFX7hW2l37lNOZRGafa4AscPkic/KwT5S5PjOSk9ocxVrQGOi3Vxi1pPBSnj0H/EsEactgj2z2J/COz5waaD9LsMcmjxb6Qp1Yv8ulNGHjTI6V5aOpxxL3ymFFvSZ3eXqtj8cHhml6KZV9DS/98hSST5xGEUBsrfRv2p1mJzJf5orDBl20+PbME4aS2zjQyaxPfjogZjiJqddSV/kJ1XsfktqeMOSFkMgioP8nZLhkSaJIMMuKAeuOkwWFttzO8w9pmpNI287+l1b3wZX99jOZVHurbyaznKppt2ZesXC7UhBg5n3jf7ww3o+RrS7FdrBML0v1TpoqdrBnzpcSZQqUlcqlpg08FDJK8/VOxwPiiv/2AwU2yy5NcAg78wKl2PUY/qen1mS+gT0QG7juTpXw5mS8vnyy+JBH3NKStlN8VNdtTwQ75GwtPxbSRcl8o+NmWvUaU1X2sWVZkFTPSZPqMnpw6Vco9AAilM8a/Y40/QgOaFLQBw9FgrM9aisO2hHzr0ya3FzByHtIk9BCMeYxxLWn+0Glb9uvIWi8Us09CYX1ETDU5ybIheUqyBHlFYi+Q0oZaWbf7FEl7fNTWEt1s6Hsrds92K7b1/oiO8fKM63qyr+i5lq6RO0LqIs0eF9flPYxPaXDt0KZcoHk+qLdUrAv28/BIueBkm3lacTkr8rBFGcQ29BfKI/fk8hgiH/aQ1ObAzJXR9zwWy7K3FG3L9vuVlfZ6LAbDkO2IF1Cb7xhvmnfcYtlb2Zx3L7Z3litFuuIybJWRVWkX2LF5L1uQfsThhGcl9gK2XHvjsqK6vXfW2mNIBVMRj4SN2IOoL1Z7n5rwGBTVuYWWTMSR+FSJZh1sdMQV1p76m6zKH/HaOeET6jpfdN78VOl7A74pbzrFljN5bsDY7gfEKOjJOfm7NU6Pt6i0qElBNi1WFPRSCnVnpoJOi+JI/Gk+yQoF2dqk3YwlrJdodzQ/2tgW5zLnT9PEM0NRk0MfOUiL30Sj1jc228Q4g+nxk88EGrRnH4mh8sJANdDFYWvpU3cOG+eVj+2lrX1bXzXbqCY3+7LtcLK3dW2uMo9gn+vin+snckt66Pt4Pwsn+h6+fcefS9GO46mNWfMxrieMRMsOVr+GfJa5HhrqucxNm9j3kXJole/x0mLUKptE5jjNNuskO7QLabu1s5Eye7WTsV5DHIn/CLi+8Kxbf4rJY2u8LJE+2Xd7QWR12DaaSlH20cQFUnCa8Iosa4me0cdm2rqVUVZ973PIHsr48XrRaffora85/j72UUDvjCkTqlmbjmZbdociZ9dto59PuuVtIK9S9uqoKSgTriGfeaZi5k4N3Tx6rFsutltut3zIRspkNE7oe+in1SE1UD9S7NrbvlrkfR9dOdbze8XlZWbGOabglnxZ0O5tm7Fe0mtvv+5zyV5aY5rvwfTBz31eh+UPnsWH7SB7LKSXIaMvvI/y4H7L2r6mG8IfNss6HVbMxvQX5qKih/Wei94qhtMLZeKFFzb76O689S99XpvPxeGKknEOMm98vXZ16lLfwmSz3ae9VeKf1AYUP/I5Bmdb9gry8BUw/zQnK9pzsorO5OFlsLbnS6Hl/TBTrNvHAy63A9yoTd6pzgV8RMszDi/ktTknnw0EyuYO6xSWfbw2vlKni4damrU1ng0aZb6S1x6dqMTv3mkn0j2v1CfentgvScTkdY/b6zr3tQmyf7hLGb/4tGDoTV7mJMZpG3Edybp2pGaBbtLlfs5Tjn0hSgLmg/csa2x8AM+D6wl7gx8h+Mm1vebvu1Z+4BMfE3ni5tmWztqYhkwgtUxHPoVxDSb0QZG4F2jja6mVxWFb9plSoldst1HLhwC705QbvBCWOBYhoW4wc9CQhKuOjt5eelTq4mAM2Fo/9JcfUy5ggnp+Ij+t+kpbflSlnSXlY3n3YxyMvbA2+TFozRKb+vj3dnrzo8VlUmzLNnl38sFrYjyhIHu+wmdGb39UQjbMjpg5IY/IvRL3O6fJ95I7ja5W25ex7LOtNeR9sz5A832jF/ucg33Wj/JIl0f2tS0+a7Imo7z22+qsGY4MHdfCru2c+MqzU9jll+QKwJnGnHXA81oPRCyMOPDdiRqWzJ0tFH5YbVAusFw/3A+fuNaydyc27lQmvoSZ9NRk0TStaPVWKZKttv8nmawvKbG7KNKSbKuAbXQtiHzPnCRG3uD+rD3UGER9/QAAEABJREFU1Q3zeFvMxF1DKE6721DbafeyfZat4uBl9KVNjgeOLzTZ577trh+FsHudvZWZ0z0soR5iF8vusR/tv2RN2QBlRVtMAtg9lv0ySdPLM4PZzHtf674Wl+57Cym0tGyrlJ5P5JrKe/2ezb9Kw3Ncynm22GP3mPZZaj7sbstcTTL7Xh2Ja0UqyIDborcydksK6zJmolTWN4xrhPdI8s9nicI8mWulBPSJBu0/vogMVee/CZ5ymG15v4z/mkJik6WOkVaxlJwGExllTtL/IOWQpVvb4htG20Jb27LvoyuH7aXGPuuL8ZqS5FodE9D0Sh5akbLbWG2v7Jr12MIoR6Ycog9SDlLmLvOc7tq8sEa9TF8Vf+7fvYyvAFufI3RyKLGBV/S1EWtTiR9OMvfGwp7IfijRQeyJ+gjkQPh22pYNpXDtbKnY41qr8bXyR7xqd+Q5ZGe6WvSVGvtcU2b9hO81mDZmljsEzeb08O5npSb1vZTXUYrstZUFCmbCG5PkMG9qU/8Qtaqt85D0TUoirAoKZ5uxMttTLlj2TNgG8dnT7sE2Mc9QlG1ZapShYyh7JNqKPbTF7KE1hX1UyLXEv2HZnYIMxm58upQiz/6ZjxNzcoyIYRtxn8LCtHFnb6Lb99vYlhTUDtuyj2kOvNjm9c7JfugeVeIaUzsqsRkndSXwfBV5LdoYi23arWnBLl5sK23sta8lTt04KntxVEdfE/soRx8MW5OsbaXPpY5y9NRF6iKBJBS0HGffxbQoFS0g+OjN9Ui+8Q+xhdPppBDbIPZVWimSSe+X6dfDtJYf/mXkPSR3K8Z73C9TcFyBNWNejy3X2sSwI3M95r5RmImAuc0DzS5kbPcY63LPL/UjJ/HsFEZ5kXE6IPVnczJelTLYc5FR9cIw25bdQZG5N7hYgmpx96oLlX0bW5ijdHHl9dYapAnhFaKvia1BAM8U5AVplMEHclMjxsepIwOnx8faxXWNirQuN10f6ahq+zJTcBN9mMNezRu5tCVAjnXLZ4AwPwZc5PqarM777zWtL9sczdul14e3ZFy3+PAZ3O/haK4ObfdDvZdH23Xss1tBRl7ZexOOgUtVaZtt28CeMuKh85pvYi0B7uS1+P2clGsD2+UYtzOV67mTe3PsO/dNMXO/MdwtsIL5UHHmpMrD4hbelvDrN/9KyAof57Qte0t6Ni+PgNvN006Umy4vrkzEM14WsN2wefDIzXqBN91mR+pDT+ud+GakWeZ7rPOML83e/EwuF0ExXrt5s2tJi326vPbduo+xbr+ve02ZlF7T7E6bLNSaE/571vVDx+3gTI5Zp6vQxsof8drRxTH3sQlCTtwrtAG/+LAOfQUoL7E8a2vbbHqhSKQFwuUN6Ij45KbY4FrP/3fTthxn0ylt88VAch3XYZcnefdFg7lGQ/9ERMM2RmLMZ8Ltaf1Sv5bxKbbOSLYvKCW2iv02LXdysbZHyg3WI18M5YP+Ealr0Dz+iIvTNnlYyekIu9fbkcJXy2G0dZuJcXHO4y/Ms6CqSE1mjtNmoNUxbHSjNhbGnS9/JuSa2AZZ39FuFeq91RaTl56LyAcYxLSjUO7jVZuX+Ac9ctTrTraJtwWDajqb6+Tr7fc1+dC/t71Zec7HtuzrjP6Sy55R94i8nLZzn0ftubSPzN02B9vnw/c93Ap4z6Hxvm6Ue4D1qymsYXNoz7yTKzt4/YZFmcWVNS2k3MCS66b9iJr7Fl8pmB9SzQ+rjs49ujQ715mfNVF+otsn9soTGzRMpfDDatG7adIEhXLH83VfkGdsy6YOLKkgJ1Mvy3Yrl5W0pCN0dMSRa1oLeYc/HXmK6T+0v8yYRWYtmas6I+Yo7xN7Jlfmr9PuQZQXSb5JvYH98RzS/2PetmXvkC8a25Z9SV9T1mlZX3RZ5QEsyfZCYtm9rAcOu/vaaymxba5Q6avicNL7HPa6v64nnu2I94cwCTXJalDI3p+Q4Sn2WU958DTb1jJ6vy7d/nZeylMR16bUZexQ1G0Wa1cXcvfgzkGPB7bsafZ36gsXTpPs2SEnbBP1fY+fGEttPJm+As9N0VMfmf84o/8T4/ix36cWi3bR6SvliXtYKGQUmv5cubyq8iVsyOehHk+arDPEazGsxTZyvS9POl+XK91a7Lm280w4SWq0vDMW8aN0Bdrlvsl9tPWHXgJzVBqzT9PxbRIbMnPUcs8YWtyTFhtzU+iT5ScXaWJuJgqODVK3QNs+DmnYTExhjzT+kYiL07ZsK3txYHebvZK6PGyLhmL5FlmtVo5tcNny2EK6qgdVtps1ryUvzF2PXVVpdIb3AOatrmAD0fZ0lfZcm5jE0Tx57V6DLd3Sgxrs+/N7drK8pMeqzOcMLfu6VB1JM46zXSpywxLaFq0OEzfv5YNCbhP1l7hd/09Fmixin/A6KXOIaduHhd2y3WSZ5VQK95QzhclpbdnjPqLldmLrVbU8KRdLhJsx0jo8cCpgu/nYt6W8jdKKVc0cPUs60AuPrHWa2IkUTW1ejFroYQN9lnb9P6td88xL4dkq8/5UzNxXtXWWaHmS7QsK86wXHvZlHNsPRcn4Qpx7CwZBYdhQ23NT/nnePMc2cDlx4QX1RnGTeO5kyPhzpeDDdpz1lFfgTbVaW+aFUApctVwJdaFq/kOgdT564EhappMF2kRHvPf50lyudZg44bI+2XerbdnuhbxGLcJ2iQ6OMeZcgwfV72Ficlett6VRQbLHFc3BNuO4Ah7ZE0v+xrA+57ht/ub9cTpVPfO8EJm2C2MfRc6+61B7nbT2pk059YfgFTsXQrvv5X68xvTdwK/gGGxfzME8NLxef5qmhNYiUVoZSVU7R3nIZvzQLwwua3qXfR5psLe9QTnT0Zjz4rGVZzkpz5kLY93iw4w6MGm29cjxoNsjoX5WPsv1xTTc0j920uutEv0RPnaOoz+mjt00Sl02W/bail6j5tvqdf3IeK/Xvr4m/b6+9U/XMnnzltnnjmt5fU8eersvU5f3ydwD0iY8knViP+L3Qh9WP29YrGZdOKmuPtR0nYek1Kv7582n88Lu7rjbln3Mvqkx3CWxVn6oH+9cTVUWnqdUTuaRDZAHijXvm1Tm4X1jpH3isMwKKYcMI/LNeEXANDnDHLIP2aU6qS4P8psyAziR8DMDWtqhY1LeRIQ+7LF9LEirzS3dJ4Ur3Y7M1jKj2bOuH/ouJObel+mvU9D2jLyE/y7CqphKGM5NkhP3CoWV5z3VJhe453er3lQuzGnlphpiZ5h4PHoSgMHnxpxrtcPY5t3V/vYrY6yMuYFvnVn3kH739Ju/2gNfcguE0bIGzMO1h/RSzDDcfCe0PSOGJWo7Wh2LnQ7zhVH7YgB9Lc0YzVhCv6dnLs5BSE9njG4lryCOyqfxNZjauW7TDPOLkQvcC/tcV11IcjrnU2nVz6UtxdKozE/VhP+egm2wbkezNzlbTF4yVpZKg4nEBpu5Zu6zDgEXDQjR9keSwoVhV8UWYtvSrcbD5vVBtjE+TKlnfTu2vc35tnevZZt0ZX6tGM6cdOIbozBXH4j0WWQX6rxQ0Y7O2OniqGqxnfuvyhdXS8VOWfud9Z3TvSL3nuyZUNALm2RiGIVrr/DlX/8i/6TIJ/b85B/Rf+QHmx/1jh9Y39Hmiev8Cd9PkJ8wDe9o/461KNSV6aSCrVM1EZwqsqqKtHGmlFfb2M5g3pTtc5291+P94bB7f2/RgwmygUJh3hsy12uF04Ypc7+jMN/BSFN3Cx0d9Gtb9gr8WK7l/nFLx/Wh07OX7W1flAsb4youzX9u/jJhtba231yKwz7HpbjtQ6zEvYs8jV6I8Q+I5Uw5LAaUlAfc8MlGvAeC1PRhY3ZZZ6swllSkzXiGiC6OSLZmqilVJRCja+VWx77rtlTVqNRVKXuShgWn1k8k9PuM1Gx4pr75Eqe/TwvrSebeYYlroGP0nIQ82+gm9lCoXGA8BaYV8Xkc+k8+xOxjrXLGM9tyb2yxkiMJmdoGa+6ULSxqY7Qk0ujI8x+pWOr5GmlNUiPzfw3jQ/hl/MNvIuqe+AXeQNqaRBb81thudU7cAzDdPN3mI3NzpmLLcyyD0lpGb5B0hcxT3lPuwS2AeakXZA0m5jsUpJ1RnMi37qD4wLm+B9mWDYWGmcQrVPbEoM1F8lDvP3t5SnPImRAMO9MiY0joBfoqsN6v0TGp4Lym9UMfF5JucW2xI+ni8Ey77IUG+RKq7wHaL/nQcq8n5mAqRVPZUkjWtuxLCLfYox9y0M62aKjLo2I+ZpLZK2cK5cx75j80XcKqiyNzk33Z2cVnotI28SPz5Xpki080MuVVC8Jf7ai8BkSzDT3lM/aIcLblme5celstvSVi6yP7IIWZ2JJlVSHjPRaPxMpzafPhJf58AdWGTJE2qHRQGdOJGM/ED9EHteDAWfEOLR5+iRXmVB4WNL3qm3W/WnmlwrbsY640uTBnHI8gWbqK3vxIb+8TdD/XdRVsrS9m5nHRX6Cc87TsM/sQY4739lFOfT7Dhehrhs916U1V9tJD0CrvAYibp72Nf9P5SqXtzfzY18pXAry1mU3w6By9ddf7eMYwGPfqyHEfb/dw8o1sOcsqzF+wLfsa2hxpuzH8H1KoHvfy2/LnOlyW9idPjSlUg2SyT0L2257YBw8lTbzhxzYd6vI8l1iLcadkXXemVkyeTdm9bOLv6n7OxeQ9KCQaMsbcmyMxHZ6p28+fHeuh+2JM/KXw8ZXsCCDz9mFrkSdVPqye4ZErdcJ3w/tnbN+fpH0vaWFbdic33z12r/O+8QNl+zWtHgj8Chem/RWtHmjyxkNMuNyg0vNb5zx23Yng7ER2YNUznZzQnmeip14kkpvVYPyTVpEjTvvwQax7p02we05zfTxJqd1MMw9HjPom53aXYmS5lhnZEWuf6JfRYlnn1vrGdSOZNDfEa0fvcdhEO+I9Yr5l0zb2VcCxpyoVCyxgvnjaMNe3Reb+KH7QEF/qiD0o6ozsCJcKuvjyjbDNxvTItJGlhs7HMBUqBnkA3TPqhn/kOUq0ykslyuCEfo3afDOWlhel7dnrKz/0tNwZSP6WyEBtPojd7FLzIaFIbY6qPkdD0oY59CGVlmsochKWGGqsv27Y/+jR6+KXFomjNztsy+5s3nuK1PutfLFUlR9pxpeW0UddZPI1GU2kFon6f9nJlce3A3XmdYPPzJm1KBukQrg96ruM+T5t2OYx8ol8Zr/395ZK2zPj/WWR9JaTsNwFoj2Cj51yXxg1TScq11chg6L8bYtn9taznvQjP6ryA2v9oemfIH/BD65/Vn7UL/ghdSrPekKfwoRfyhNtnwB94v5VkI5knGqZn+i5MpcG1GaLDDUv7f7FZb6SJh/g2/dppnBtBDtxLtErDnsdRy0/TIvUGxw93rqf23rGWCwNzHzt6et20lq6PmuP2hpk/geVEd0DlxunqRtXQX4kGAzbVUnD+BYm5AKZsXRwo6Sr6IJOmLsAABAASURBVIEjW3xPIeLedlS+8KO/CxtTeNS25+70dICwPYZeeHjnb3qyed3RxrGz2Zd+9hvbkg8X+HhvvyZ3w7havNg/5Ps+NkabDGeEhDmmJdnuSLJ0gTg29uYvFes6tCn4ncG3XGG+BxQ2XbvmkeMZYMiCT4P3vvwguSY/UoZhm7jvdyr32Q5da8Fqentx7uLZ8Ge5TABjyIlLxBUq7p30n3tZz/PE/f5EHZLxFHLq1Ga7EuzQvO4/+phT21p0oqYu/R8xUbkgqelDWtxbyZVfnso8z5OkxtzHNMtlDqmP3vpqayIy6BS0NRPlNSPntbSE15Y8T6wR/aQcX80HU0vuc+FRQQDbsrekue2Ixjq/tT5RWw5Iy3wW2ILjxVmxdLJngrM/eD/Lvs11kH1fsLVyk5V8zyidJco8J5mXAUtIzUvO+hJn9R96eMrb9f2iIHec7XmAzW+lk2rG2czzy1Ke61LuOVbZbsTVnnXkCcNJmXVgHPmBFNPhybLo9FzZfpccNtgYvSn1Qu3iBa8Z0wvcb7omIzuvW7f0kXnbWj9Q6QOHraztI11kzGu/Pivn12iFl9z/plIUee3ab3HwbfIVL8kl8x95CDFroI98jsp3dAPM7Rz3w8hmuPGSLTB4cLquRCOhBCCYbdnXuRLgg5gzB3f5ID1vg5rioMgaTOhrhj1y+EeKw7bsHdh/6jP78C1zyHrt46WPR9i3+6Mr++0zTsgN3EAyx4GPLDyjakPsDVLxDOLqGZ+rlauKl/jFN6yav15lvK9vfL/luE/f93ydR+K/ruX9VuW+y8/BIysI7Mrlx4am8wDKl3x1xYkH5bpQeQ6mHa8fexTZvI3csOm86TckVW9+vsXGSd7jJsGUtw9aiyTj1CNefGZVXtzogQbJLW6RIfpbkjehEW/okRlPZB7GhjzhOPTIQXycTxR86MhXDmdo8IozcR9plrVaIOGxrnuZeVsgcNogNmffWwRp19aQGfGZfAg+j234RG5CKfE7Ru8UtDOlPTD1mryKWr384Fp8pJFNHyseafMan1vzzifNyzGaXiDrTXpcixWfUydfjrMW5scOPs52G2VRViT3SFpLQ3KPxElZowbJHH5pyUZIvei3ofMxTOd1siac9pzrRe0ZbY6M5Uy+ADki427j2Vw7m0CKD7+paFAmaeCiXu+z1NXjnI+ZQzNnx3S/lhd+XUp00cg4TCHzeJfWXncP27KPKQzSPtcVucVjKZuWUsESOdFfz0myrbTd/00NfaDj5xa2vjCh+Oc+OLhojsOo69Jc1lXbH1JF2eysfNV3SeXNgu9k1amqNG6w/3tMbNFZxxPQZXuNfh/6bt7EIPneFuWFZ/aRiRPyRWaD+06p3JvyQymYEZofWvPj6UR5mn9UfUI+8cNr4f6TLzwngmVPFu5nhRhPbNRmY/OmvtCPaK/cxwJxM4pQ8Bn0NpLjv6A3PsaMDXki/qOMNmuZtoT4yc7ksu485WOyDmbfmXW6RdYlVPxOp2f28bMq+0LLmqzjr/vuOtuBNdSK00qXCqWrcD+bHsC27C3isLc2+7KM2+tPhm5aH2M9+ufq+IlwWMf7w6F952/78P18wm+NOLj09BoO86DfQzv93rMf5kA8m9l8I3IfOqJwLxr2tT5sXUr554mnIi2Q9GQpXzLfpsr4diRLtPElBOHsdr6wLsu4JdRG64+6/HPtT8XkAhhRRWqypHEvdfTGuf/C9TvIPTY5Fe4Hua7Tx1pG39PaEONS0tF8pi4x230GW/KYkBPZJU/baGLfJS+kz6R+4uWIJ9o1Uo+ePi5YcpMyH5PU+5K4JtRssZtyZP6DtMzHxBxEhokYT5B1L+yNYGSDe2AJKXNv5NclxsG9DZtD8qLHAuljDV1i1QrGTz+eKchDCFJWcUvuA+wBzMrB1opo2JY9ELpULJaRvhijGz3fzE2h6h5pXoi5h6bbk0SynxqZnzsUAqfvlkd0mGTyBcb3lHGmjJ4xGynysI3YooPD3vrY5/KB+0VMu/sf+cZWmcs9sR9Tj81Y9zFGmardyfMefdo9L9u7+iwzPuyjVCROZDjRLiSL51lvZZ5Lzz9csROp6+1YGZzPdcSlvOmS7vOZtmKs6Dzyak/6DrhEPAShHvK76cQ4eGDJhDQKCQymUrhvFhWk7bbu+1i296aHy7uu12k8HONDOrKMm/Apr+fCPo+9oA4s/lDnTeuXF7hNbBrt41Ucru2n7K/UNYiS3BHnM/ldGDfVwmXDubZtlVUxmRnfQUEv1PsKtKfmvc8M7r2DiPeljt742Idbz8bYK5ETFQuyygqqKKmhj3CwpZb5GPoj3WavrP3WeQ+9rB3eSM8W2PNGoX/2YW5cvhe5jzWIzDqsmfAeDPtY+/gPcHvv85Gc0/foqPVNo9jC2p5cWz3GSIRyoSy6XnakXXhZq/veeU7I80GInhZDRv+psR8bdeb7p871jfvnYY2HwP7av048KX+eeR2c8DjT7o5Y3ugt7FXjyXKtKSzgGtuygeieQXzUc/S7yPki5nvQ5b/GaB+yeLBucnkaJE18ed2cB6ZN/WsKyW3dLjeYR1i3eTN9TiZvZokZGaJnr5kd6XxwXtj/bRE+rLIvvSLtevsP95q0F1ikzN96jYce+wLppA1idxKA/HveQz/hc8SoHxK35bSM3jG6Nw9VJRaaLfmgt271/odNfyuE/t5Rk98uiCkvUJ+xjLneS1xJI97RcI5gPzXRZGzsJybBlNs+48eJs6SeL7fF3utQHtdrD9Jf0wW0LzZI6PAHV5Ib9e1ein9v3F9T7HizZpPMF1Nbso6D3kZ4aTnOtkpXgxP6NSpbD5gHFGJFX8I1Jcs5KMV8OL7EtuwgpHZHYlaZPs6QT+Yd0m+hhQ/AtD1xGnN5SyYm6WiLKUMbQ2Ecl2w7uyzlffPSqh6XzmzrvY/68ghVb9Dv3W7rXY8XOZCybdn3yYNkyEPkBbyf1ob4Maqjyo7aI5NeoG7RU16Dy3xmtBW/E+Xz01DlLlGVLxv2VPwePbkl9GudN7wC+bK5QX/5cjNMBMuX2u2DMilP2bek2r7Ep1zavIl9XNWvha73a7Q2eyHouCcpP67uKDrJjKhfl0N/pucKJyk/zOKjdmCjfffF4JSreh6WrZnox9Dq4iTKhU3cKy4R8fEmh6OxXNha3iepSdptYmJ+xTkPWfdkQrM85Hs8D/aRXfiLY59rL5tO9/SxjTFG0ryNM/pr6H2pxeh61lt571vbrJarbeRAh4c96s/y0PFnZLTPudrHehH2W8ztJnxyjbwGMycbKLANiKi7rNdw6KSkC1hmwuplVPxfRqGDwh4KuadFXnIiLvDc1Z7FHpVc47kv5oe5NSX2He1HPHJJDiE/lrYf7tjjBTyTuo75gdftWSz1hTEkRqnqn+skcu50W6UcqLdoJxVJuXZ7PCmy5UvFNPOEDK1sNZ/4XaUUfqywnpjYTqEcrMIiE478qpqkPMl6ggk99Zao72RPJXfeLrpt1A1Z8UM3xC/zMDGvoSAL6xT9iUBtXDhOK0r0ue+J/qfoN2j+JD6lv5C49DMx93k/Sx/XyPwxNbz/SYlT6G+NbSJenqa/QlVrS8eJn70k+jXjixykfKbyflCVe2S7V5IjhaUD2+K8oBIziPiD0+lHnmG2pK7llPwCwewRM/I2ScS8BMTmtE1eVqEDu+u2JU5xRCwwxELFYEIPRuL63qeJsAeTbK8oS66p2+O94YGyfb3VUc0J/yPy1PTMHJ3oc/1DavZF5Z6CGbV2KORH1hN74EQnNTHZNyeoKbMR64A6JkCKXccH3V5U2DRYWe1dmbr0hegn9YnTbfHdYioCA9BCb9le7fg39eqLjU86wcNGRz5+puGj7KOu2hm9wUqtniUdfd/sTjnr2j+X9CnZuDM8m5dhXKnDpCyqXn4wAnYKfRIzQ3l5BNrSKHEQF6dN4Avr44bE7bDfyTSv2duDDNu2bO4mTZrgA9R7Z1zv+fyx1TNhWcsjCmPhdjC/n0kZ/kAf+riR10WuJMVyarBOjSrtaePCaS8xNd/IAVfrUP8k33MGWNIWYbMeGMd69mc89WdB7Ov1MS3XUBxnk/NbXdPf/CUdz0GjJt99rrHPLhd76JqdIY6qQ7mOuXbIPl/KN4JkTsLi+2qlZ2J3+eowBw3fJr+DwLMpe2hW/28Seevbwa7t/yUTb4c8dNQN+KaeN83bb9Efbg6ztRpsMtuyzRvPGds6PD70Dtp1arlbcuEB09Y+iJk8zBfCa/pcdve3fJ0zeFHInqfI9TZtC+j9j2cesu5HqczmlkIChQ+nez7UXN7KMfO8UNXmbn/jT3kztxJj0ubIA3s3EITx9bFEz+PFIOXu9ehry41mm/4Pyq3LR4PGL4Ej34M3CNF6ty37Hs2VFwbP63l+KXBd9g+OzDMffBXyIysYfQvt498mDL1JtXWXkZJIBaryhZC4hx5Tdc4hOsX5JIwGBW0woW+wz/c/6kabJqmzLTsIP5BkcneuHTZEvkhaY2wd/DzwHMMqPOl3yIi4XV/bu26PNqLtjPphxJ6C7Yi9X8q4rs7M2x7WkPEJ+lgqOXQKnXSM7ZgEtx1xE9tXY9jHdeuAlfxqfVZlfw3U9lJdu310/eP0bkZqxjZA5bTd5hS1SdvsORYNqfmwu49NDPZyXdFc+DIIU1MlS4cQUwN8aKNK+YK5bhNDh4dt2ZeML65Nq0I/wUzy5KKJcmSh3fhBtf3t1GJNE/WRpDXRuDBjFFvW7RpmkIkzwK3VDUkT8lGj7Xn6yLXer4nZzr0pttaGQIUfXAu2SeJL/gonTezTib71/KN0+kGVL4KV+yJU9i6ub39a5O0H2PulvKYS4+WIOdhSCTqTubhAdw+mV3uKzJpt2fukvPdjZsRyAhqKPUtJli7QxcFYdmPgalKhs7bPqNvKkwr7oJN9cUmvOzHG5+abHyju0fqjT7OP7pL+8S3JjUHmWmDYjLUeIGxrjnU9eNDd9XhVjDlUfLYkx1chKXOXNblLuw/Q7x2Zebsbi7nd+ogxvQ5x+AIT7wospk3dHlqs9/82P8ZNzoV+zlT2H7BXct9qRId3T0WfcF99x6IEisoPg/EZf3sy5XfccJ9WPhRFs8bYs1Srk77U9Ph5lQtDIXudv6xijUS+Rjair+jx8LdavFamfqxd5JTrYL5exo+b2Svpe/yIOtFx0+k97zclEqaZlJue95/Z1spr3WIPgopK3qtUKBc9zXJqNmuiTX/vqsrchZ5PVeS5TCxL5/mr6KI1WE0v5F14s7ItG9SPaDavK3pNf3UXD70237yEuUVt0joRX/QfjGR61C7uggfk+5AsZmSIHtpzvk7K2u5JyI77mCjYXc+8ZrzBNu3f77wVobLnQnqIDGMfRC6QR1uHWdruedPQjUp5BeNm5nSJsF2iwyOR1xVVyS8W27K3xP4iaP8S/3rDuefV8+s6zmnAZqnKLFBndkGgLPquceFl8aeXp/6sAAAQAElEQVTMADnxndeF6qWc6kdp7bhHrP0LhTDRt52cIBJEXg18rp7xuVr5YAUxbF7obOxv27IvYbYI2keC8tCZ51g99Jx2GS7rcI/RKn5ddxcPvtpn/4zsarNRieQtShtotApD6fZ57rH7VYLZPpxz293pxms8EuMq7Dt2MK/nFbwR7sVVTMmL23zsBpmjPbn29rAUfW1vJPjAktxofVy19Mtk3tILg0j/j7DvaT1WwrTqIVOg67ZHoo93ySFTd8I5kluoQvz+xOMzwFsI7x1cg0ziWmda83jS9x11bf0JG3tA/UnOlsfIZyfXCSXH5rs27vT47EyteM3eKnmhW16l+A20OoatSZxbHvOmXc/xWl81f7E63mdsi/Nq+/gNrjrdrGAwN+vfrzL3gveL8CFa/+xiZhGAXXV+c330R1fafYTx+EofH6f3K53fM3+o5D5UXMaTeWYbbG/S9Le3CRvuH+9MAh+vt4d7si3jvcC8JFU+n7c3u71M3QLt3vq0k8k2aixLn+Sn/OiPXNuGvm3505Ze8vBlW/YDrIaUN65VEbXKbOz2ZRjvpG7/9uizxI8LfkbyA5mxDUp8GjTlzBwiuHaqeGmxInXxwZB3bmz50DjAmTbqxxzIlBq8FMa2gD0fptekbiqFLwXLEopmePYzeqdSPzihX1JwDHSpMxgJtS7bpt4qyFKQO+xer4PD2PYUbNfY++J6eNIlOTE+5nDM7VqymHO9kB29wWEnwxHIxA5CdsS+arCHxJdUe/LB9cReCtmXVRot0H7CMxfhAnmsdYr7s8qY2lVE/pH5mphV9US56ydiVBVuQ9QzbzXQrtKyIhEXZ5sT5qeeqk5cg3uW+vgsZA4r/UbuQ/Y8VZEDctLFj67kvrGd/dHSot3no4flfs+YoudH1SZVlRnIF/th4vqfaPBEWpGTqac80V1+dC20nyDStiKDPevMUwHDVPp1/4QcpO2GYrWypLJgYZbJpZBfcNubzzJf6udT3H5ej2w8KfJTbV04ESuMaa3q8x9JFaWf05msZlgDBq7ANDMvqLG1pE9Sm5sDyfzpEOKmfWgxKF+VhOc0vo7cQ0K2yWmFrPIA1uOHbdmXJILd7dHvYRyCDsZLGPrQGXFwzTY7/oa+F6uir9n+YFOVcq6ZC5jHfk1V9v3jpN/COq+ZuEieykQcrjMV/jAy7kPaQZfaUxjBnsxJmcc45ETIPU+r63noE5O0plC23XLa9/M+5Ym8Lyn8qDbpKXOxopeLplKUfPb5JY9pFS/l3BOLpGBkmzdks1fhPajM6Yz6Ed9oabf4VywB0exEmNAnCk2iZ65zD15gz+UHwdj3pF1suQ8GsScMZcD9sQTWMfEyjpC+Cn3uMX4LKz1tAk3IsJJ1ZU4qe01ax0jbQr5unHjPOeETv8qadDn2e7smmKTkFVqZPqN3pKlK6XfIzGNyn8igvSeRzTTgRl6wTwF9Ci70D9FjZw/alr2lsCemUlSwh6mU1g4vJabpg1RZYzGmM/nnhIOpT7tG9ECsJ+Ls0eZ9ujDiGXIV1JlTIQjrqASPCiu1mVMOVL3ozHiDi2V3XhTgwNnucexLGffS7JIlRQ+Y0FO+zVSs9p7jipQsLWh3sPV2lsvi+nlh1NqWfUnq1/7RcbvqG/9Hsf2o66Gf3duzvVt9ilbZ5Fa5/iuTEiSuUJwp8ohUdeK9IfYGz6t5bu11Es0amMVHy4Y4aM6upC07N3qNxH50Ju76s0J8lvg1pUsSk94vK15osS3bKuwdHR5JIBxWbowZxx554/J44UaX6ePxQFtPm4TCymxbNjCpXDrt/nUh8W825NF5I90jd3ZDX719u5TP9F1DWrrGYfA/NmMG9wY5mxihIPfEvge3F59skxe1aXuGBb0nrwVNf2uu+T1iP+EUSKftJzEhmfrg1YQ1n9Thn7pwokyxtUv76H/i+gys799Dv+79eE32wsPeRwuF7d5eHPU3+xlx4oQe8RYkVMjeTLxsu2zN5JTn2j2xD5SGIQ0/AHnfsS3bLbrtRW+G+SV+s/pRhe2H+8ucPuz8J8d7M5BdB+zE84+uvHnzRVK9IHZ8l90a/V782/WPL/vtONdqEz9cq/+52JMjS9Af4EgqZcQHPffB0+eSA0t7pO/b/LGVP8QNrs0bE9Ek87a/0Y/yZj5nf8RDp+12w7a38pHGS7+7tvY2lh8Jdsfnkfm1vYzlTrjHqlfxbN9uQ33WI14N1qt/mVW59iqfbCpfAFX0kwqfjM2n5CGj8/Gaj9+zDz0tsSoFzsQUL5xavtDAiW6pzRnHE8og5QHm1dliUI4sBCgyfVsTcg3hFZZ1lvDQ7uh9JP8zJ/yOmH0jdlFIQ/fIB/JgG98gZCf7Y6DxdDlLI6/Rxk+8SEtawKblSMJVMWXuxdcYt6m0XCO1uAmgftixdP3aa4tA7mNca6m0hxoIkLp8YXJCD/mnxwYp832NTtUzesN3Wjo8OEl7ZWWs9K0dTnnldU+tshqM+RQ9kk9pp6vEP1+SRq457qlyFfAkQh+VFT7zzLW658Q1nDkftD13EZZxk6fAtmwr+2yNxcFkNYkamS/CJ/RCFoaCMbbCc1P/ElztS/F8uZ8v8p+ojwzNxgjaF+Guin/7QTY2yofXAX0RQmswyfZCQS8y+ZdO9IHFfU3tXpH7xcKo38vEAts07FTNe5JiHcR44uUK9fkkNnTvm7GVmVyjoRAnrLohEzr6gGfvy7JfimgzU6Q2KMazlmxzdSqySqxph3lgn+gW7B3dhHjpb4lJ+aZO91dO25sa24ztMSRrHPZZH7Yhx3UXGZtt2Vtif0syPRsITo/aIsq1g3Pfk+Ka2cHc9rpK3THrPZx9fBMR/x6WCv36DUickHvORL9hnV/uP6lv9y36i54fvFJucralvICt3cvmeC22pcRt8dd2ZnhivRvRoUArY2865ciBKTeq0KTYWSKFopQlmmKXJhkJGGwrcQuWgr6hYMU2lS4TJ/Ha39zEf4L8M+5hImYD/yf0Ece27DM6OMaaZR47InLH+IcWj7G1+WQuIyfKrU98SkiZG+y0R1bzix39aZYFfSJ41nOBASaHlIukYqn7CL02vTCeZpt9PfsV7lEZy0Q59Xm/ypqHHu9E+/zoK97jpHf4fcJYwi+Qv6AcPkF2avN5qsK/kK069C+OvN9V3r8X2vv2qeU5rr+8R4bkFoYeOREtY/Esm05sJza89Wn6sXndsfSLPXoD30ICgyl6e5ao1FySH0NLMfNbFNmQ8NXFYV/mECf70m7PtjlS98vrFlNcqFLyZnsgTUvPtYjdmWetUBnbmp3b2xeT0pWotmVvmdTLWqRWh9H3tBnAG7n6cb9y7bFl1WCeKrD1aX8+YxqlMSdrn2FL2+j5bBD/6MLYZAxvTM+L1yxs4yQ99Nyhu4dt2VvuNmoO5NMmZy1bxYte2pzR/91G1pKnbhzJZlS32KNwRWY6l6pVY7rDjAGHCqfGSZV5P5WTWln980xFnhElmt44HxnujebvXcWo3jvGWwTIHA/eJ17m8yYJzqBZQj1C3D8GpNT2ylpyZWsNty0FMVGRg1FukmRjR3TfKH/izWbgaG8dBmeNHvZl0Y/2oo7sh529wkh+adX6jXKDuIbFJYWZ7LX8UD9IOftwrj5fY0vjt1Eyt+8TyU6G9yPYj/mtIz3yXrP2f43OE81rmv2pzfvPAFclV2blyjlzUuVhYAuPAfFR9++PAtEPMriyyd56I2Ur36KQh+1cvwsH2TbTW+fWgvLiAVPF9F1+6Yk9X4CmbmFug/go54mPVG/bUX3bcA9Ey/qtadv0gXbv67KsL4HG+mU994y6JuML107bsjvXfB62z3HsHs++lEXYGuK1o/c4bOI9iKT36OmxpsbNdtvlTZeWcWad8qVPZJG0fNnIh958wTQobKjoTVKXL6XyhRlhibXf7yl38qXsI/QnCxIwzKdt5R7WoJeWI2Gvyba3qDe+lnjV6qiUK+Xau6q6kAWPYGQHH20PUlIHDxTb5y+HyqVOdfPXwWFsg4LjYIpOXYHoIXojdTts08dA6GfUPnIwWORYh9jOug4P24f2QyO+dvfPPWjtkzLvnOwezZjfoM4884R5BO/A+PeW/XW0X0c/64Q5F95Ts80cdlr+7PfIa2FbXaZ442DyT86RZ04kmvGeVFiRQerTuK0wSqSRR0h5OKdyOStacrgK9UdnviRc7IwxeuuRL337PaEq/9FF4Zu1Qn1hRLk/jPvA8kNp7Fx8EwHaF9MEmeCJ8sRchieZPxh2Z6xj3w8ZfxFzD6EU2hexxf26w9D2Mv6WFNSO2vSUN1S16359D/Gpak/vWxeHnWiS3aV2R6wNXuJCmhokz/El+j0Z33u0HFmXJhn/We6S+gBF28yBIPIe9/xSD0wUYYmJ7jPncVV1/YTPWZdO2E+z7VKO+lsyc93+pjWXXoGUb/mL+e4+I4+tfGwclZy1wuiPUejAki6pbb8Ne0HZQ9ODdttYTIEyxsfA9c7J7UEN/Ejpbv+3fAjRzsRrCi/t/sS1EJm7acj9KuWQ8iDlXP8pNx/WMveuiU4nBt5AfyJuu9fR0XK9zr64KbR2zU+tvLFZ/Hh0TPpNf20tqvrcrOREtMmF9kUFWXCcSnS3v1k7lUKdl3lMfZltRWr2yIyzIXUbfZzLFRswvuzlUCz6C9lHHeNlHR+2ZXcKjd+Ra3687X8bc2o5FppOUGQVSeazdeGajdzAl++84Sh0+7MUP+Y8axWEXnk/qqdnDU7RsfX6U2sj2glfUlPWzm2Mou+qJ5J4slpuk4WUCr6YkfigJxbDoa7wQ6mZ8yDkGqv5ZHD012NUDZkYeR9dSFz2KKnIUkMcTSdR282W1/gIX6qFOeImvlJrm/aXDPeWY/IKdLopY2tzSB79mmGvoLfxUGeCDFDbabv1l4Lddds68UxRaStLtht64WH8F4iVPMaaZR2fiJul6FiTzhT0Bfyc8iwR7frTCw+bKDteGKK5u71uX+q2SLbaMMbCkinXc4uRAlT2YuZ6MFqaa3Po4jA7VQeH5QNrTC0y27JuaDWsR340TZ9UKvqJa/KUSog9pByiN651RZtxZi4eoS0i48+e7Ui2G1oddrfZ9+Wq2Vm11P9ZbXEks4zoGqnfQ7PzeVPLHJ0d6PhcONTS06iwZ/+1cVQe2UbdLOPCSjOtVW7X+4m9Bty/zR4LQuKgmnlfEOU5yGtFFWHn/PUTHT9x92PUb5HGsjRtXsXcHiCxzvo4B4MiFa15iyuIj9eb/MclsDH+qfBeM5A5PWIf9Min2Vj0h/Zj/PZBP2KZLdquhyZ5abkj88w3iO3sdD+5zbjvu39UD9uyfdhn3odCKoeM/qGxfTWna32XaxV/sv9cZoArO7d+roY8OJzha18eLuqKvFPlw1ukTP4B8VOc6dq27E5BHmH7p0hv6TO9LzDVTDMPbrogdtMqF0zkANPP50xSP3E2eQjOTW/NIynF/xG/PfaEVgAAEABJREFUl/pkShbure9cP/xf2tdr/Htf1vhT0Na0fTfyQuZWsO4npnX5Ud2mxwd4NN5Nvxv97Nt5NmTcUfOBfcjUTQy4YAguRfki74jspwHum7PfIzERkNSUcoPO2odV7qlaQ2cOi79o44XlviapyI0JOYjNtuwzOjiMrWPlT2vHeDMXt9jvCcIsJ11qDx85qSdwa7iV8aWS7yWGXbQ3Tap43VAkxnoFAnEu/rjKdkTDdivbSLnZxott2ZdIw+NYjvWOjMeQ0R+F72Z2s9LuaNiq8jc1T2iDfIC6gPpKZwHxotP2hf+9MbTsSDp+nSwV1o2tlxO8+/QyLqzz3j/lI5LbzRUnfHxW3JiEkYftZa3z5fMgX1JOdGfms32hiow+0Qvm876jj5Q928/3h8qXmlWJNxXvvowW5V6X+ktEO5HXHmM7U8i9FKuQQJgiJZkveh6j4tthxnUG9eC03ax2l63wwIv9Mv97IXu4SrqnHc+M53SBmI89ud/GVvniM1Lz+rrJEaMSa3C23cvvXF9RB6jtHOXIZnjxS8ZvW3bnKIDd6+zb8uVtNfcbeUnm8eWcpIM1arb1++A1nTUjQDsZ7pyfW/k1L+16Z1+Um1RxuT2Ebfzejva393hDjuTy18sgb6aGlJgnqe/3yBXUFxzWTJRty95DOz8Aa9T6Iu/I/PA20e4CJjW2UZ/7WvQF1sQrYs8Pv/3eV7X5D13os9WtZPzpgnGQsyRSaAifzsrW9hvXaZMnKqIPnin3d2Kzdx0fYYMKAoOok7FT74ydNxA3qvKsdwyhbdk7irnXb7HXPlraFHwdVvU6OOx1+7Oe/8DCTJQ9bFIvIz0jK2uVuW8wvkVGX1GIVWwV2gyMjosa0SXZWDHYSElpY2SDBwavKENn7fwgYu+EStsB4S9O23MuW1kYiH22jYZ2t5VM0mxMfNujhGTNKWYfrN/zcx1fhXEVWi4QL3MysAlIve05X81ylI9lKd2OM2fX7esy4w629ZIj3iFtxhhSZonbuse+ZpK1plBe09pKWNWPGLr24Gu96sdTqbJml6jZT6zFM+Q/6kuU5kd5tDtlTxF9qUs5xBYJ8bF70nl2p2pztrZYIhHL6fOIm631TbxIsmu29UvswablzLr+rKcnGAvCfUpweF+KD+NV7mlNnqPc13zfBQ/7Mb8+d7XNSrueaJv7wWCinEj9viD8KvcSabJUSiftxJgSaw3OOdXeK5hjPpa3Mq5dioM8bVOeib4Cj6un7XNdVVI4IxFTP+lBSj9p/+l8NUMpbiHBthYPyG3Dy9J6KS5r95Y75SS9hn3GJtIaUm5XzlreiXq3+tYY2L532/8cHZL3mp9jjtdyuro3rzV40J75eND12M2YZ7JnGuxRz/BIoNDs+DV5boL2f95pM9Arw8r7Z6oiQ/T3wbbsx3hNP7z38SjCLkmy9+CJ5jV9/KnNR5sB3iIsNkyoSOBJJA9m4gFtS8UJ3vytRS86SPdF/j+Vc/JsN2lZZcWEvmbUnf2Fhz7SkfX8SF39kXdjW/aZgr4g7Ewll87Fj+rDlr3wU0yB6TR9Dz70PdlOj3R65cyHoCtV723O+9GtIJmDa/X2Oe/E2dM+qHHvi+wf+CqrHoTU7qiUIR0unLS9n550vs/iS2zNJJPeh5bDtuzHWBpdUYx9SYuu7+ktLdpcPwmCU+ZsGUM6wTbKW3kZKe7hfE2J+6b4MO0m86VckZpeLBXmYo/t4zmi3b2z5x6vPpaeb8q3ad5XnofS8hyXiPjFtqa1Z554qlKujSPW/pe6L00/E0vGfpvMyR5mgnlat1sPJ/ZRrkxWUCZxNvbZiOFMv5as/Cm83oSY+WcVpyKtKRZ77gxbTbZnhNSmvvtXmS+yFtz9aKaB9ralbNl7zu17fMqymMELaNpsQx75XLdJtl+NDg7CHcY7cD00Zd1Dch4yX651ROzAfHMz29vGXD0il7XiS3yHsX6V2ClDCfST94KB2YRLfKnthTZm7KnrUMFpKFRG2iZ3Y3nstN387bM8ammf6+2uv7Wf3ePaZ1lkraFmU06dJTF9jZSDd+1iexS6l02Em9Dnzfpze/2RHf16OEiaz3AO2cNINdjHTH7bj0iBqS+BPd72Nrr4YTH7v/3HJrFbzPHctulSfmCKn/BnamX2+iQpP4jmb981+Cb8XZFyT32yqAtVidu+KLeIcwXiFfqeimm/g37yN3Kf6HWi8zOJZRXaTE6/UqSNzVJys3JkLF32/HvZmY/GKZVQZxDzaVv2Dh708zw3KJM00XHZYXuOchaXll4Xu7X9UyjvMXOkyg/AK8z6tTVlLFmnwto3iphvN+wuy14Wi7TxqQv7Hw8TO7ZIhs7nHnwltlOXdEOmlKVFisMNy96C+fC0t372o2XRhzjIx2I/dLIm2U9izzaYl7HmDJs2+JM83aDTPHuQQllhm3mxqJphj2QNTnl20d3Dpu3sZRfZPiQu1Cx1KDEdUFsVkchLDZZdbmM8cMdkW6bvUorW2NakTouHHmn9dEfub0dczyjr0InPUVse81LFx+Hux6tia4hS1hOPCjnXMnpgamS7EZ81RDjHnmOt67ueKEecqD6AvcoFpgY59s2nD3Jk/1wLnPm0fVwdc/JMfitp5iD7MYjnJwf2Z8qDQsRC+0LnkSZGrk3MSp+RTHbOpq5fWltZ9pYiyo3u7S62r8mNZaDbNrU35bYlkXeGP8ZiNv1b5H1tDl8Qm+XTLW6Font2TL8qMqR7KJthza3gf6prM8ClwrXIHDPZa71V/pG8bPbXnZw3vtkrd/zvVifGzCZ2kRzW4OeZZa/qwx902br7kD1lXB8yfmLblu2oL8Z+XbuXdMRSP+7O9caFx2MFV13eDG+B4+OB/+T5E8xAW01dPm3w0JeHpg348kTCyovb7grUNzg//DZ/gyQfDJGxhCLzR8v09g+o4kPqGaaUy6TobQ/W6m0D/qyi2ZbduUiM+9KF7ZUG2zdbpjbrd9PpZ1J56z496tiIr8w2M3G7qe1lzeyu325xvzbXk++7PeSROGeq8qGv8Bh/ROrMPgt9zip9BMRyUs7mWDgR80QtbO6rKQ9fqpMEYn/alv04+/b7sjEsqY3ub0imgha3Tho3p0tZ+ZAd1u8bdjLYxotlUKgvPIlOyD25W/Z68yXTDr5Isr2Zq3W/4sP+beZ3ONZXN466ql/r+yapW7Ov35fjqzaPWsaQL8YoxNBYzzAGve9R5c2sVAIegbmdz27ioZejOM3G/GWs0RMoeuSgklPlk3MDXWqrTvVKXlxHq2upzWHFv9I6CNnJfaPhlCvvx6lH0qYwE/lC+RHypVAhRmDLaZCyDo+KdctocyHxJLSOoKqddmqb+sDLtt++xx63pasjjjq2Lfs+Y80jB0fx3tdmz7mwdbilnHMb5VkWWQXfQe47RVLDanKinPv+mRP758QzXqdkD3G/04kfQg7350na23V55JrfY1t2Z7Swe9k+y8oe3qP1zZ4c2/qT53kcFVMntjUiXof61pYxHNmWcT2T56lTkCu0+JzU9BaPuC2/s82Sgjgi12BqZ7PNY+j5nXSUt+mjrQsy16zJwfTXbaKfKjfbiTWuIKhn2+KbusoPEyeJWAu1bstzXfo9hHjeIebTK/qXz1V7mR8Ok3e7P9FPygvEHPoTN7j80NkkGzg/fL6brHeT9ATvqMw/OZtYvY8TfZ3aOExct1zmdUSnqVqf6QMKnhN7brKavVhNTrL2tH96lwuv2SOh4LdAnNIomlLXdJMPSCowAUNquqNDfrxdbBhppi2mvKWUbdm2CtjdHv1MaflM5BSK8D2CtmWHbbVnw+yNFaa9JV7PiGNvmxjYVKTIsYYpd72SV1XWL7betxjHimJlrAvkU+jVEq9XoNJt7WuLNZWC9MJUip6maWEqhfzCpEIihfIa27K3aDkqdWfEHttjbFvwn/MTMvNr4pXWB8p8xmb1P6W45c+W5d6ghjhsq+AzmBwtbYQ1RAf8eNX+WNvW713R974XZZ8t8Tf3nvwHBoV7Wadq/C8N2jXHWNt1zSCS5bn1VrMtzo3RlNhKvErR9QGO18WtL8zk7J85C/t+Y6vMVcjfPm2Mf+I512DpLWzrR+zjn3+O/2AklVhDj0zvPI7qmFaL2wmGvpdUXZzlwrI32Ja9RUrsvecjZd9xSlxmgn1YQVx/wfRnyqZ8KWmTOua31TVZuc4qfQEnyubcm5z4pGZ7M9ZNo33BW0OKXB6KFHEIuXX4gCWGzK0o89Z536728/O+8V7bfpnP1wagXZYCcfVs1xO1+RvnRzCjLCUz0hYWxxvnvb7SNGsV+aF5JJcPncMj8W/NR8aw5pF4H8yH9V/nstfX/e7r9uW1763xL370rRkeE3QBdZ4Zfk0uAX4GCpfQ22WRYEe8XQ8jkm3Z1niutK2f83H/Hf2V2bfpZrfWK7wy7LVmf7J/0BloqymeklR5lz3DWyAfBuoG3gLjo7nNIvWTHLn8HuWRBLOfH/F7xGfk9Yjvwz4J+rDzz8vxkbm95dN23Hy/uTeyW3HutX3L+ixXPvAOuHRymXXoKPWID36u5y5zs+Zm53cSTJyj9rbbG+VR3cM2kt7MF+V2u3kgQFwfcLtwcbOkdVX7IMh+c+PEml0D3/jkbxfw4TNrbaRja5J2fFgt0P8mBGWcul4l7q+d6NAGOaQuDtuyX4C8xLAte0uhXISNTz/7+T4qt/SWiEdKFSGPKla2utLpuzXwYou2ppgv9vCZdhRaDNb+ax2X+UyfQZsPyNnDa+I8ymt92IZM3ZphvybXvg/pbRC8MOY2obO0TfGSdcxtDufxti+h2Jd7+RwbAdIudZG3GHvg0DdxQmJCZrz5KVdUoekRqesIPzJWB7GciQS7TZnrjN901Jirubw0naTI4Z76oQ9JMkv0tdL2FLknh55VJSug4WSp/0hRH5Dx7bBs6hjpdXetbFvGmusx8iWkzRG2Za8QOn14Berh2b6sLtZaZj4egS519kPNRGO0LftMav7YMAmzDfQIuL7xWYm3helkTtVh47Jk5IYP7z2aMTJX3WYvtzXBL5L3JkGrJ0aPWYk573HqCiSOVn+jbqNTnxgL432N98W1zbIKTBAZxlzmeg2tTDxD/xHihPczRJ64rjsml3EtTvhOjGVCdtuJH6ag2aoK+QymYWu+p6XO6Zi50oD66MZ/jSgfYYkcL9EDx2g7XPfl2JutRsvLQKy35qPb4jexiJnjW2Tu54aLsM01X3ZMm/I0TQrji5ChT6Uw51b+BmqYmI3wDvs7F0XmB9josTdIdpp5kmgrYsxQLjbrYyKpyUJ+xr6m7MqjDnNrl3L0wb4cu23ZIKvcIFtkXz/RIvt2T8ZXNrGkqRi6ZFqUf/I34y/pm+ApF0sh9gn7ZNHGesLYdOs8R5ZctPEvtkoB5AQFbMrJpRTZBp2RVDZwvWSPc80o18COXCdrCEmsOkOgg9PYBqiH53jmSOXQ64m4VUbBIeoAABAASURBVG2PW1bG0inoRTbWQfyGPktx2GY+8CfRAtNUNLGHMW/bN4M0+lY7CIpMn/0ecJKZj6DcJ5inNCvFokIVmX+q1jRr/1EACqZ5vSo5S0XCtUJk6LpectSXOH8k35bT/8/euyhIivNKmApqzr7/8+7+hfcLG4MBQ5K3quruYggky5IsyxdI6O7Jl12DNac7Sv5408SVd0uTlf+534qqzzRABwUBTmlmKHFSblv2MyfS+bT33A5m/NSJijwIs1bLJKpSK3gJLykkPenL9gsS89AI5mVFuz4j3I8W2+ZdZ9mWWtaB1ZjX+xqFEGYMA7zKukW3xENljsU0Sp21yIeELgggFV5qaMC73XjsEGaEEYnn+h6ojpFJNvIxvtaXvLnmNfCce42n57w4F3d5sMEG7ssZsn9sJIV0jKz3Qy+E/UMjux2WYz/Cbeuv09CFprxuM27p2tk9uOXvD6h3d8/D9KZ5Feee/uXaod4UerS5p708R27v5U5/Hf6ADEyLkp0trcBjKj+80oTylIQuOjOfJxyyb+qFN50r+KbwLjb7ffm7GODb1CSP3nX33oPOcMvTfa31vW1Hyz5nUOnlsX0BU8uuM/Ky6bv/Gil5l7R/IL7QuqQLWn2VnqVlzskt3P0jqB/CTur2d0IGSGCgYjBlD8x/6pwgPyrPj1yBgR+9BbxUgRc/7DDjZDJgG37xjF1gt+AzFn7c8NhZP9vCZxrrg6AlzeO3rlxKqMw60qIvrfmB8hDihRBymnTzt7AKa+5zTAevObIsrV54DfwYr6DJkDTXS7Q9IaZD0B4G5C2O9gTU8un6zHAxTxfh9qfr9lJLHIXpGsf6a73bpb7/1k5SzpdkOsB/3MCAuSKh7xeBSRGmhvtvVB7F4G4fflnV6rm+wi/CdjyG1c62xpITGoyCBE3B5w4mVX2eOKNEylwcM+gBNPGxJQVdyfigXcPz9iMU0gLLhhD6ETSHLXWp8H7584FwBzbojyGihdttEYGT8GFaMNdP7Q/N/K55kGSju1Htt4b2tgIFSSEtyDmgvKXC2RY7HewkLf6qDbJZd5jqqfu2k3HMA9xQQiTu2CEU0UXcfxy5ekyetl3olu+OchuMHWxl2/I8v61c0KR2isvxGjGVTSnH/pAUUg+xkbtstLouG7dkrt/qWXYb8dBx2690v86VUHBL3mKFgQFa9iDGgbJlbGXsewGSd90u8l6I4seEbFftN5SdO2r9hyIMPxfZh2muZ/5Y/p8ivCf/F8r0g8CNtkyTeX/ONAKeOFOgH1FkKcvkOvwMDQgtuFFtMDbzMWZ+1uNZxPupEc1h/8bHMLD3t1B8UOH+VdT+96j83Ef/57GAjwm4IfoI0pD7Zn8lX0GZuLnzOocFY5a5/iMix8BWG6WcqEuR7134/s/1hoJcYUcfB8ozFLlNt1sgysJHodJEA5oRXEEqcO4GJGeolplWfzdoHgNiDQ5JXMspKSTlglSoC5KQB6g0wUc4L+1H6pr7Af3enP6PAV0whPkPZAPP55jEPF5MMPtCkE9x1RTvQGHgMmBgSCIWobE/0150U9L3dGzW13fLZzj25xqp9ZronyHodfgZ0r4SF4F6Str4qTVkf2izThljfkXwoWzMShSZ9ZZbCkXquVRB8dpJDMX6mvozWo4tQhEzhog4gqib4M7S2xwq0q873bDzbZRWPSpGEEyOznRC0YjcI0moTKCCZcS1nDxes0cVfned1pbl4qIo/w3QAZ8fGvCv+KC8hXWcYyM2h7C1yESS2b8S7tlAz+qag2XmMMMZgNSAJMYKQnMLRP/y2UzFfzkNj/XdWweWeUpVHsoURBp5/QvO+DCFYWkHy/oc8fcepGDpPpPPzxkDlNVLp0leWckdHtGdp6SQFtxp/leqe9887JgfM3xjuYpDR78VvxnYZMBzK4RwAusy5l+tqw8FPIjNZTaEvJtC540hvvyYQm7D7/O5UxfCS6fL8IKDrYrzs5Xty5JCWrDX+JXcykB9sPe0nIGRwLtPt1FwPt6Std4dTcc/7Ur8dOKGfnYP6VjOItvNhVcy5yl7vCX6K2m1rqSpjFcZ5KPMlTRteaaJB0RjbCg8L8f+4wVNfukGXyh67InZFzIyHAVjpoGMZqYzQUFpMEqDI/QIKfyCruhFhBuJxw9JId3GgM4Q6KXwtTRvfoPkPxU8g7vICMhnbA5JWSIpOLtIvLQ0YnMvkbDJ1psLsVRJatokAl7ScEVm+aOovnu057OnZ1kN0/zrIFyVWRaw/hDqH9zGOES4nD+EMs8+G4woVyT4AlyZT5Ez71LuHyVEYZ8V2e/U3i2+2mSK0+wLmieTaUaVJkewwYjGyPrrIBIvYFKu+4D3y2oGPbumu0tH8CAp8nxe0UC2gPeuMQTt9MC8HDYQZTG/diCWMiopVkFQ2p45x/h4F92257K4rEBOJEXOzzDEYFD+GODpy7bfT5ftMyKYon0oYlAAZUgKqSAU0QPV0QWNqALbrs5OnvC1RjAnHoP9EPKmjSAHW/RimydzndCZxkOHJPq1AYnWFSh2tvHlR6LFBb4nGs6j6R5BzEaCXsUY8fBYn9km/LYIYtogIuq+MVPyPjA+GYzfABA1etEcrf/EvpiYPhsw71gOs3xwmf3H++cM9rUP0FvnVec/7OpHvypr6YBP+/4gusIHaxlQtuyDHgyK8N8CFLLaX+/fttviA53cHvO/pf/RmR1w6A++hvd0Y+sPMyKIFaI5cLHUpSi8Kai/L3qUxHJPGtEfY2AeDeRpcC4zb1lCnnJ9yZfQVwyM6wfIH1ChHu8PgnAfyvMlOhGM6Q3gWVIM0BmUFRxpAsSn0DE1xEVSSIK7dRZHDEVY+2NQ/lA9hI8xt203Ge4/Snl8yUOkT1I0gk/0rAtPbsTztFyX+SIL+LANdZEx0gD2tCcpJMUwDJlKiu7BPLRc+MHMbEGjLymE1BjM3wHMHjwTdhfgoMhhrIDpwUno1FS/ztceiTyHc5uRct8xeuiUFPnZjjglePJ9+iwTiVYBvxf8twk/P/1H+BxNCts5iBzxxo/ltd78MZ7rz5Fft91D0afzOYumRXL7mm6rvFxjG59jMEpDA9VGKQVrNFijAnH5yHsCLjOdrFih4X/ZwPjQEB/ME2OAuk7oGZDuKSkkreqktqxcLwkdA/Kik64878kL5NSLWykQ875gJP8Fwd4VrBujfjyl8tTjd1fmobgRBF29oXF/9VG7bsu43+NrLR715n5VPOrjql1du15JfsbJFOMBxjGYVnwg4xbMmo6osgFdTYBcPv+U8al9y5Sgy3pNPJvtUesyJRO2gVw7SbakeW+TzvlrTv8tLc/Fl/W49wBwLGO7ZnK8rPFfR/9ABspDQL65512YMh8VogvX8dCc9UiNwItOz+krrtzkVVzxd1mHRiXNG+NVO2mxkc75qz7v1ruwJ9T8Szp2f8HPsfH9NY5kRpl63PCiizwlJx3zsPc32Fo87aB1dj9/8/n9fpeXLZw/HWhLRzUHBhfF0nv8rpsvg5ofjGAzpbO5Ze93KAsqyzJG1nvKKC/Exsgv1/hh1FJeQUQFd2C8pAmQfFKmEXdx9s1Tbv0nh7s0t287AyfYc33olG4Y0wRdmkKn4HXOB1X/zQfCiDPMdlNkfjlmSArJiBh4Sjc0DPBriDpJk64mL68jdV+76vFe/at+H9IjHVK+BAniVEY0B6M1DQEzEN1khHjhVZHgP7twzYKEH7xxwpS5QDttMQnxBKo4xx3m+c2kqbzXTuUrzZNqaoiQ8RNEHflHnaSQFIMRUIC7bNLSAfkWHxrwMWDboviTNjQCD2kP5n/eG6BDxsg95zFUPytKvwUGBXESwzauphx3HJ67RjUxn1LU4k1a9BODfK4qqh3/IchZ6W/kMWOrI3/xNBTBWF1BQu82SkdTLBT24ikppDVCGG8gKaQJDLg08S+jgf+rSOi+Br7/1bV8na7jjOkgFcS1z8uVcRE+ngLGpf0ghhNEBKoLKHAu5eDgpWnaYOlDskKG2/Oe2ELs0GJPaGHbtpx51pZfzmYe/aBc8h9hvzMiYokvwQM2z9wmdh6/D2z9YTPzVTbpfAzBB7YC/w1BI9tSrxyr9/6U9y/bl/VOGT+KoL0NLIz1kUUJGcBt3isyReS6WyDE3Z7yQcveb7Kf6ncTE+4PTuEPRNAv92WM/MFUEX7p2IKlHJKKHo05N/M45PZSePwMwUnK+tINim7vlBRD8/z08THE8BH4NMQlOEaQglKUWBLxBUiMZQqPk/vjWDPvuBnL4EPnwAe6Ab70McV/tPUfnfwAnGEQQogWMuUiKSTggUCeB5C+m3W/C0qpvQ62mWC5hI9DRGmD+uAYFLls6n7EdEhi7OKuA1foky/WgedvudeTJ8pHfOlTwu7WqRznkZZU6qUNzQb2b+TC7iJplkkLPwtvMH7SyyqTraQcq5/vspxL+4fsKEatc1SGZSUXhavXRO5mPmhpKrfyWt+nnkxLC9axbYXLPwLrEFchOdaV4EWF2qTwV5DClGJICpkBsFyX02XXGc6uqWM0/BvP95Cq7bqKNAldntiniaSQNPuRFIMXc5SDYmGmq7ToTqL7yKPm7nxGYlurGOF7qPWJ2Cpgf9jpVBrfEZbbvYLviO1VbZ7171Vt2I+n9AyY2q6XkeF7uKnXeqboZB5j/+E384jm+yWPAcxrKjkzD/VpHdM/AY51Bvcc38+N3n3c8hl0rtrB3jwl5f1LukBveqsKdc+AegCq+DX0j/biufpNHSgPL/kmeWcEtrmCO93+qn91BthI2ibVFp7mWew8IOeHaC96w79ct7C8RbV5uv3vdOC+L+1L6m6qi8b9nNT3Ke3l93hfR36PZdFVIXkUJ/bHEce4xY8L8g8JKOeRSbNd1nM5FMOErBtBqSDedEgKacErmhnw5354q5r71ul3efCKECtAvHBSrA+XZ7D/Fv3EA+ryw2vAtoUoLwh8x/qYHBJi1Bdj3Y+uBJ7ldMK6ayfvK0kiLkXOIbzzWPGhgZePQ9QyoQXaIXGdQCEePY6eUx71d81O19R+nNZx3DwtMgvrNf8d2BBv0WZ8KgSGkbHcIPK//DDQW0PQAqZ/fjxAwGkZhNOcEb6AbAUNpTCU6RjBi91gjW3hv42xgFj5aBFEn+2gGK7O7BpJoQrpfaCZw1PEtgNJWvaIxI/a8RR+Ad5Du5+0vIhmRs4rggunpJyn0LmypJC+AUGbOwSSPeLCIXTWSPjqIZDfBlsx4xgXMKJzP3pz4CMiPojuJhThlyyvwKAItvgwfRXWayTRI9YF7dzyL3SeQgRtnaN92RzTQbMTtyUl9tqf8D61wmckylv0+uCPRWIvPMMHG6lzpO0+w7ofXJehGFAaaMTzxHQGvTcvoWNQlsR13Y/if4yBeMoHWPMpfIhL9gGtvMstshyvQwPBa7KBdM6ERoPNvpljwoHvARVBfHtU1yjjMSZIRLOCgq6HIgpciPUhKSQ9thsAAAAQAElEQVSF+xadIxFjRxzlHgfRBmwahJB94jb8LOdxH9ArdKQtrwXD/Mg6hme861h4PFr89xF8DC34wH+dI9axT6rx4TjwQzsfoZBcjhgi4BOIy4fvZUfKoiIjhVMQPhLzP8aRYfqcIWRD7lMihgXZluAkxQAU/AeNfJjPTLmokHuvNjPutWv1JYXUoq1teMEb9DUnhHUaGmOG5bE/JM3+XUspl+NA3zqHEDX44xo4ie2h4D/qpUJJfGgYYmjA13lkyrLwwfiatHDX2rL5xPrgZA8kcmzMB+0tsJxnUiqKLkpRDkmF6V49c7sVbxIucdUGpLP4qtYz1G22sK9E9pg/0zxwBM6EQ6lwleWGLQxpVYreWLF18Jxi7TuQIvuyPyMPdERIyojpkEoZkiVSKefCCy+EU7yZmSDmVsaYQkeoOsnmvhjm3wNJL3FsN0d4SQONk6N2evLG7JfdZMAj3+ZsQHCGVhfVMOpaNbV7rz3LK296L947429H4/hnzOsxsSftkddz1cF1tYO9eUoK6RpuOpsVnL0JeTDgMx2DTWeDWgf1Zh3/4lH7Xmh+ticXvpd1syGdD1iE4rsO6Vrb9QHnCq030u/q05e2+0Ma81RchXJxXFc2VwpsXIdqnkoN6j9tkfjR0AcPz2w0iR/CiQVk8Eh97P5in5Rf+B66eaBil90HfLzGRFJIBa/xeOKFdk5q/9qq1YM289037LyneRoA/bU9P++Y+10xhKIFyzi+4pAUUsGz7UnFj7TQ1qcotBjQG5D18OG6FujZFrI6LVuQwg8PvZdJrcw6FWV/TIvP7CyFX8YJfoFCKliU15ykteDJUn02qG5czuumCqBuUdIcm3Sdx/yu0+33cJeTv0zZ+bjapdu6wtUCZiHDXcvTKuFe7Puxpo+ymU+KQnlRR/1gsJt4ztd5PlMFcwVEhGXt/GfqRH2ZfkyxQ1ESugviBYe0+JOu8882LRz04PxVKPiPTTnvC/zSfgUNnuP6SBG0NSMo7xC7Q3KMt+G9dY+BDwMtRDnC/7xmi/6HyBRbeWtT+Q9yeAXty+bKS7f7JV3TiYOjTfkRv6yXZUyO10qKszp/kDmrf6SO9/S8mI+b6PmOGMnM+yCJfKxBg7vTsQ0KdM+g6OlEs068vxVE1rX+EYpeitb+lD+aII28+tzSoeaB1swPCtZPlBiRfSjC8HOyMfgDWQX1A+N0CdVmeua2rwxy1Ma09BPnB6eQZzT3GnGf6UOR/6OfmOVT0kylwmdBvnjOmUkRUcbAKp4HhUYUmsL9LrGPofgEpoC+KrlsjBHkSBmlLPwql0dsUoZ1CiKq/0KVy4FNvORIeJmwGgtiyXGPNAXQ4tbCS87YYZ5W6MhgHAJfGFJaTolaIIk+LCgfgFu9IJeOybIUoq+SXMjws0pFaSMh38IxF0gK6V4ENhMGKCj3PHxu7o27+y0JyfMDG5qd/LTt409bOH58Mw8C2D7cjnn6H/ce+LeJpJAZICkG8PHxEcPHEAMbslHKH5GpZaIOPesO8BIegAbohDzEjstyDRG5FUaKbnjoPT5xeKB0WPd3VzgvZ/AeGM5rxjYX5L+Ru2TM2WcsqsUsRyYpj06t61KGhGkbl7B1YP+gFUtqi7EpUl7Xr5TvLMzvcJh4zp+R00Sf7nTVVyd4STlm6ZhGHNdJiq86SMNhUw6j4lDpt6KbAeetW2Gh59oEj/QHi7IF2yp7b8ywL8OmV5DX5RVFdO7x630ck0vn2byqDgQzAwOvRWOA78F1Mxpb2JunpJCu4aazrDANoDePnHDKmXJf9r14h1oPtc2M7OzkopO6P6lq3W/u/rFghN8iIVtQ73MslYNOpwP5JGbsQ9IGQyg+JphfEEj3IAwmZ3lgjW893N2zh4Nt3bcG+9v4XRnw2N5lcKpsb/6EaoxsOyM/E4xPaIsx1yWkCY6ZjtdiC/Mlp9Sszy9p8X2NbD3X9biV/5bJwDTN8v2T/bXc5GP38sAvFYpOlB8fEXmXjgcON/mA2TUT+nBN8WdoeW7+jEhKFJJC2sO14jIDncFANtzAbINe5WHns8oyZfzKHOShZHqxpUw/eShPGX7pIh7yMtgv/TCz3jM9wwqGQWFIWvUrDg9FcM6I9eHxqnCNedNXQFJIe7zCt3041ntgm3dB2vdT0l3NrfYjhruWY6QwIUHv6XOre/SsaZ0aqO/Xvnt7/pk3XDfHQkGhfLWO52qLD6oyWET+Ifof1Ni9rMwb8BjBvC+gjzSi/ALbL6gboFPWxkjL42LD8wXNRbBmsg/oXIbPcmqfPSWF9CRCN8Og+3EFA762sF3u8s1WrECus/IxHYZgn1kjyPcVCL3bSPQiwHgHbHMbcaNvx/XRHGPDP8/m8bnpJqHRA+IfcSbG6jacXzEGWwzI/IH3WfjDTRf4335075W99QzM0VvI92l8bvtRy+7ngt4AJYQLyl66lLOtJ8YOnnvXwDKNQ3jPIgLXwxY9BWNYwKNEGJJCqnB80Rxq+MfYAd8DbhYohKuaR/M5F+S6pYkxMixL1C1/wDeXuJ2tY5WKJ1x3TufT+i0ibGK4jZiPqmtB1TdvlLJbkoT9NdjyNlIsObnCR9b3+M4QshkKqWCAxh2HJPb/odhzMxgmSPiL/SEhVzCfFKUPRWdg3KgKyfKR+lQwBP4LqKLe+olLC4r5VAia/bJWBLyH5DJzRB0EzwyB3gziKGNs/zh7+rSfLRankiOOEvfEx92Hc6UongJfCn90Gnh7PlCqbxtNB0IxXJ+Rf3dggzymw3NA0lSaCGXhS+LawaS1IQkLi5IvPxfkwMFJMlmhfeZdVTxRkBRSgcenIKKsAZW6PFeXRgRrQOZTWktcMqpCnda1bJplZl4EaWnRrFFdt7mTlPtV676Olnali/RCYJJ9XVB8UoVmbnqwzhFuGv8qzBkQXIvVbcDbVwt0f8Lpcb8ah8O/optzgHKhKcTe2PswapnrZuA820CvnJLyfiBdo1d8Lvdt4mYANWMM5f20pUWHDuI6NYB95WnXr/T3Ml8ObIHmXKVOrpw3yxe0ub4npOFI2Y/qR3XH8kSVASHsaCBup3v4EYifeolb7UiXDR6SUkY82icM33/6ZnoV/OJ5f0B/aAvOYRu6pLb4Mt7tXMHLGmQBew0Z3tQST3oLeFXLD520Ql03r4kgt9u6Iq+SQlqjVfkKXlq3L+3Lz8YhFZ/P+vkX7EUnZzAFmabdj675R+pUb50MbOfTTubCaxmaPXXopns4NaLSNpC3nCkltn1WYVrj4cb4gCRpt36lIjv2eyt7x5ZnNaJyC0TdU9Iq7rXSSHEMtQ+E7IsCw4Tyz7+lGJh0i14pD4qQ5ZnCs+9GPtxvg0KuT5MelMlcP2wFbVTedPiI+PgY0NVdQJmG7jn7/u/x8F26ZPC7ms7tiitDyvX6mVA1RujImmyRnwuQVwqbT+uvQMM8mkZFVnrppbTmOT7wQXXBGAPrwx9P/mPuZpCA/4xI8eG6DPMTqBuY2x+5PjE9UwSyGcjNszSpo4q+RUW86cC/pJCeRy9CSTEYAZ3QdvmUj8Dihdike9V2RNPW2PBFnvtAP6RentBRwfoHEg0yppiEMaBTIcs36NkW2RjBXCqAZQ7FC+F5fI4Ujvdr2xzjPKa2PuX4HOMZBvJd819p1mdcOPERTyGePMQYr+ZkiuiWiZIt5/CZsNaJ/pY5M2KRotyTTfFLhz0nZwzIWmzrc1n4OAaVEU4sThURWwzIDcszpSwpOMOHqRE57hRt5y2XrFsRJwe21cdEnYs16u89ngVZS/V33zqpYwQ5sWxkbEb2f+vVuAqPztRGifskrE2VJPq+xkblyWKKdZ/X5fAfniP2M51SV8KQ1rFKR+Wg3bh+pGNVUbVA+EXZfxPXsY//Yyg+MwbGx/D9uIWk8FwbWEiDYnNYgL+NtFeUFNIWgSwBaEQo6pEqs6J+RlkJbhQkhdRHNZX69VJfbjtJgePIRz9UqnWIIeQlEQNT3ygfSYPpjzOe4/Iz24ZS2z0lzXJJIRUM+SN54aU1nQ26DDF05d8j7Oci5X5uI7LuVnZPWVrnSSrlcx+JaoPhYy8I1lFking6WTqssVKQik8JWkRvu5aoiAbGuTHGkZ14RorPzxQjv8NddyGQB1Top/t6GQ80cWIi6aT2sSq77OExb/+2lUdnBkzNq+81BqLo4dGs2f8VW7bf22oExsn9McJ+byHuPOq+YVqfSbfUdY4hfyTFv3nIpVMScV/DJYd532OzmWh59kkh9sQ+XFfALkUTaQKkc957/++4uCES9Qbk7Wfta6EiZwvGTs4SsgVX8vWKLvARPoVvDldAH263+Wx+E01kkC5mRKrwh9YGwQfYoG4FUhgz4sccuTvpjjz/mMh/A/m6DHiWXG9NUkjg0MT+jEOFXCEp09/LbwZuZcAzZQWmV31gEfwt+6+uX8VK49syoodPyd4eNn/MkHtIOM9G40E6iyWxTxwhqNtCyBTvPCTlNiTFENFBCv/NvoHOlh8JxA/vF7R+UYUJZ5owBk8KwBQwEa1TgG+XbYs6bP6hvqNYCwzEI8ERlH3mhzDsMJ/agpycErZ34MTVC6r0gI/nTI6eIZ/zOll77k/sLdLGcUvX9XmI8d9SHopd9RDc/kOG1Wg3dInZWZDnJBPS89MoJq6LMrepC/8goz/em60jl5EzNWOG5zjtyHQC7xQj4yNi2CD4CHAFibaiXWC0GxmsTeoEb8Tkz7yCAxtRD3fpdI63uGR4h9I4v0gbo/5t6Kvm7tMhUgTdvQmP3ztwGFdE7OouxnqlP1d1PF+u6l7Rix9ySM7utWCsKSmkr0DQzg1Me4Sgy8QdMSqw+CMUhvmjeavw6N4GarH9ed+WacoqMdPYHkzcWKDMf6I0YvIJTBv4g9mMRBfXyH3Cekfp0LABQxZroJDbT3iop3kj0NWE2B1SqdtVHAqKvrSme3XazouHmkxr+TqliVj6vm5Pulam9d0paSc7FihEZYslpijxkXs/SzKolBUDFj0I+QLmKPfQMLCP5qj3Hd8fKm9a5tii6GfQKhNzy24kLQodrlSn8LNui45qFklC9zqy0R0XafG9Mst5QZJaiKSJNBtk2O/oeGcXE5yjCqzyKSnTo4v3kTw9UbCmAZvP6usqzUabi6TQRlaLtYu13Ke23mJA9QxUv/Cs/e+5dGQ9+ZfLnOccTL40za/LqEVGo2FWWutZZnhumJ6hvW8c8ixO55EJfObqrXUHXXyiTZHL63iioZWp+1GxqvgtnGZA1PZQ72c1p5k2urDlNmXmGSiYLwvi4pHjIfBTii9UuL7+tN8WV1qQRF+v44rPsneUG6Lv+wua58yofIqlPuG+AvZPOB3uw3HauKDNQeFrflqaDnKVHo7gHYa+4x/6LTeXpTpNNxzLT9HoLdbv4ITTBqs7JV3zw9wK6LY6DFHMiB9znOb22hPej+nLlUDc3yt6vzqdDJzcFJzXHjpefkX/QAZ6CJRUawAAEABJREFUc+FM9pontPcn9plbqn+svz/CF7Xgjnr/N0YKDQbuYy1E2eBWfNi4H17aB8DCj+ifgXaz05Ziwilw72kvZzb2WTGgmHkukkI6Qkx1wXHegoQPtATyB5NPPpwAv/wSD74DMDUG8m6akfkUIhf+QW9a8ocjZL4WpEI6V0khrdFRe0h01KrX+0MOG6Mj343KU6zX5BZkiZd0McN7k/vSQzRHr34rq+qWZ56xdR9dbpHrnrhs++SyPz60GCL3NCQouNWcVPSkGxRH0l4H8YvPnDl8TjQvjhQfvEweZnzGwIfKjCxzGWR+jEWv8Br5+LHBrNPYCJ953SJbaGLOTGBdep22WNbs5xTzCDUS1KcpewL7gOeCJcXGcqNI+rJad4u6vQXtS/QzPohpjTTPG2kZ623rHpKt7CvKutiI10UwVn86tmPn/mxlR2UmLdla5kTsxvqoDrN8pnxdXywzLDWtPswfwJPF6I5HhMfUcLylL2NIAP28zszPSHzISuwFLUbKBf+xbiu8foM138KyAb9biPi2SPgyAv0FXuOAeGKC/zWKLYJDEv24DVQvndKxr54DST3xTdmRmeX+EL6g+Le8dWrpjBRBalfw2qxQKJ497EH4MXzvGwgoU2Sm7b2xz0cMihVEUCvgE1Huh+lVSAppj+TnA2A/C0+yELgMCQzDh9TYMxc9hyXLEio9RAx0SBL1t+E2noVEO6F5mWzH/Kgc/kjavk9LRAIkRs4+DfdlQvkboE2d69HFanMqJCMman6NmA5pLZc01eyJP34bHiPDGqb5uZ/xzDzUOkZiD7FOhbT17fIRqtVCE76NRVI4SbmfpfRnXKUSs3SR0i3PI0g+xdWYJ53LzB1IPl1n5EJzyTIuNDtL7ddYTUV0anlW/NMZOi0pzxXpCn1Nh2mKNiMjfo/zDHgO9zBi1kAUt0C0O537nfAOge0vo/Frm6b4ELvqHzlx+SFHLzaSrkZC0NyzvUflZ1n4QsdQ9JCQF9hmwYs7cMOd970bKi+obnOY8FegOUeJXPRyZJnrCpYcpckH5J7zB+kOr4+FpPDQUP364eEeVLv3UE+ABp51M0jF6sOry+jO9fBMj8iI3+PFGWjnyItd/7vu/ITZ6X2ba/OSQuqjY/60SOq3JS3ypxv5dbDLgKSd7EzATs43i7TCmf476zxPb4IAHDPk0lmzcbBMLvn4qUru2wyS4j7uEMovmHZy67uOzgmsTyp5YFo/BI2ojFiMMfCQuYUfsHifEi0khaTgEkeHRD2VklATXGRauLh0SCo2B7R1Iq11P7j3O+byt2Rdl4KnggKSNpAH9028mM00l8cQOWjhv6FgZD3slPUSTVfATqekiXsf6a2j+1p7X4wie71YhLDFgJ6kkPbo9c//rO8nea+YPo8xUik+eWnm+pH6Ed6jQnMXT13Uu6Zmb0bVltTto1TkVe8WHazQ/OELNnWWcJrXP123xhcg5TbE1SAIuBSFh33qTLhbo661TPldog0GygNjLn+I9T/lyAec+vF2SP7Aa4zTB97P0KzzP3iXjcpXyizDNuG3RTDbIic60UtjhPp07xcQUh2eom6VnKFFJw7L8Zcczs+LQEI97iWZi88so24rf115PRSeg5Y8hSX84FayB/NLzLMC5uYRz1SSFNI5fI/bwvfDCt8fM+Z2U8i874mG+Rkj8SbWUougXND2J+9XTyRKUki3UT/wtFTSScuJugKejOF9lvL5vLHebUgKxyIpxx+nx7rdnHfnmkQK+JnDyDx+6kfQM4oZYxQFEaGIFaI5CLHUEcbKjvK2jf6HUMV/wwcYMj6GIT40xIDjCknBeQAaiv4hKbJRlEMSxTvhXF4Go89e4jFwi+Ii5StcOaVaPo67aD5wra4xPfPuubWFhDGx+6YDh4fbp9vg8Ti2YPCiRdbDnSmEJgqX3J4FkTrjkitChXSvkkJSt+5IWD6QpqjUMRgExZlmbO0TAmMkZqPYIDw4HZakVXzZZtJveYtcNsz/CZB0GKbn/5DvOc7YoVrYQwH3AubAAMqmMxajfO+I8H3AzRmDIgzzRWm5eh4upfs5SSEd436P91lIx21LU90Fl0zReR57TrW4YL5Toemd7Exwr/6Zrx9V5+lc4Sl6hKqzpW/ujPPewyubFc5m0L96z9/e62u51meK7fefBO19BnifWjCG8p61pQl5AXd3wk8TIP/ImceObu/oKl/pn8+Tp4PvVaaH8GZ8WHlU4cwf1d2Qu717wJ3jhsdnquetAyfwvmNnkLbdh1fLWh14plhkxEsP5+elDm87+2s0nLtb+DM6m14WpvNx5ExSSBO4S27/FPdcZs37R3t+IOZmtdx89p7P2qvakir7T9G21zlPfjr+pzLwWGe9Gpwvwz94z2CdCrfW5tzlnwrH/Ehsyf//rYyRlVmwrE9nbu/VOVGU/wboGYqWr3s/lohWtxh4GKsI+D0c1xqS7I5oIiTtEA8ceDm0EjVsa3lLY+ubX/q2/AchZlgXA8Ka4gqogZD+BzCX84BT75WZz/L1Q7xfgLbIuisb/Matw63d0vk76yWR+zWGjQyFaJEf6yLyTPxkzz3bP9o6THCzbkuSxV8CNyVpH8Ot1pm3TL1ZS3BMsTzX30Fx//Apad+/I9nDrWwNNwnKyaoyU+ubjjCmBmzWs6zylldsZS4b4tJHCnYJT05obCA+PKxhH3Hp8AfkKxAf4Ldo97+F5yMIv4mGBhoVLSIU+W3ooKjUXdsiOFo/R7zvh1tguj9pIMfxqTmeYSzxfjheeEGvAR8p4soaCXK3wkW7U98RzmJGdI9PpJ5/NBaGecN8C9S++RTtS77CdE5JIa2xV1vXS6W817tDIvK1wfw7Z4hg2RVEEJ9R2pR61PWRpzvVk34pN8uA+rSCuBMZkRhPYH6PFGKMK8K8aC8CeSxHWlhzkkJSbD+qfXx87GSTTtaX1jbzPI0IRcwY0JMUnCdI1KUI+nkb1usB884pKUt9lXzNRS4tT/HGKYkYz1HzY1fei0yX8Yh5TC03cMne4b641MKyDWqCrTYocHYMHGdroWxAvvR0mxmJLe8z45N5O/K7w0jmR3578GzlPLU4itPuap2k1Vi09ld4f0C1L+uaGuaNkZiM/NxHxdjgf8TsuhWoL6czXrh8dREkHIyfKQzziftgcH/JyIrBa0sUJ/5dRO9yfMNvirICemoDe5RRNFIs/Ih6ApzeeyFhapifMGngZRL8BUR6fqQ8j50bu5IU0h5tqrI+876lbX2PR70n/jNlJEv3wL1E/+rEI/2MQRwiftqhmGPNtxr6OmywyldEYJIRF452nnkvbstb/oK7SYUA84Ak4mgxUu5h0WEHxkeaAPlHztUY0v1b5X8kLS/p5rCdyLm8cZ1l7KRX6GLKSC2Ft3Fu5UpcVYenmLfFEizhFfgRHxkDa7cHtqNcP9HZPn6PN2VAUkhnYKiY629q/mVur4foFfKqZnXsyFWA1EasduiRcg/EZb2AzogXHn+oq5zAJXZnp5YkElwLD9K6D27pg+7+SDPndMa0kLYPjm3Z03QGPa6joBClrz3buLb8HCOdc2RGjs73mMJwpZL1xk99rl6XlP2D9RTWAViwO84+YPLpdgoUUh/tfMtG00VCH14TINNZ2qOacsIvZH7x9smP8HEPEpB/COCspfYhCR97hCIkLvH1Rzt+hL5sm4TSRmR+Bkz9uNp+cO3xknLfpIXiunt6fLoV3yAUbV4Bau853fhFz85bDz3z1RinWMa7w8fV4yjWZswl5Xkw8Ai6Rcxrir3glCfIud78LVztwIv1pr5Kpc9H3iXqm0qJ8pvRNHc3e3WO3e34Cw3cB79IafEVzXufdTviMq9B+HpaXnWq7Je+JwOS8l4kKWDiXYck3PcQyBfk9wGJva8B2yTPFmkFUb8Dz0NiTzxHor0UkXVTaKIur4EKp7SP2R/spL0c9d3pNbYFTc56krr8OpYlzhrvB0kx2ueMoO9b+NlkkSXaOgJVLzglhbSG3UoyyZAaHslAucUH5S2GxQSL9SlpbrPWOOcRinKYVhTJQK4M8VExeNZOfGRcY4yYNydyZj4PXOVjddRq0x3QlBTSgoEbvyRqOmf+DUQ7tb0VJS5iX8Z0KnvDbDEFMbJOKhJ8wndF27KkHJ9lUuGlLY2sIynao/praa2XNNmsqftfIamqZ2o/I3G6YL6FZWtMtugnPpKuwO+sBMaRX1cTEmm1v7WPUrLcKKXHruf2NH7illBz7Y4itWViHlSM8IZ1TxFlx8DFi86S77mfpRiE8yL/x24khaRjhQdqJGWf0kIfcLMzkfC3ky4C56/FUvOXcEzYaQvabaNd+QPdJsWMXVxCnB06q1zq3N5Sup+z/WW07sllW+zxnks9+ZHM+hVHOnlRe7C8uE1ncM/hnhk7pCi7TcJlC4r/8DmnjZRs+X84LW/vOo/InTZ4AqgT37SjcSiyfgYLItONr50MvUNnb6hgfsUuhhsxviGMyaV31QbzUwrDUv8k24qiO+kQMj4os53A/J4vy4BC0su8fbuji125siZeu1TzSoxY7fbrm+b8p8HR8Y90o+hHxMV+xT98tGM6+k/YAkkh7eE0tfpnvHX/JYjOzmDaMh3L31JE/hGKLQZkFbNdBNI4P56sXbXVxgnfvvfY8u7PDGKwH0hz4sCLf1ainPn1eg0/7K5evKBnO8CUw5/LkM0pMlNR81ZpbsZmvJwwb7l1Ny5yUVzrw3VLB9ofiKuHD5xanikO/BKtwjEXKKRj0Gw+la/XL+5W1bbtDCoIq8wx+DpeVfcZKumwL701f9QWYZHV8qrlSOcReQpdNruuubicHp+iSxe1SPAG5PxEqe6tif21l8MrsvNGzmoJwOvuAuo8WlHy7TW1RiDdgGRzZnn+0TtniPa7PHsDay5mxMOHpJA6eNCjpGIJlZR9F8HvdZsBqeRHWuhW56gsLTYSfOhI9SG5pJDW6DmS1jqSemq/sm/LwH4P8RDV+3ChiY+b4w6+b2/h+/kWYh8qH0NTiB/PFZHGCMor5P1snQzv4a3EZcfYgu9VzEf8c/P2b5UZrWHDS0J/jVotFbk/AFXZQlOJ2XESe+1LoSP9WwNB5P47B4dI6CygAZpLGYQC7Z9SiVMqtK/Vl0rFRnqcBv05gvNf68yXeURbhKMGsJylr0FOPbYIQtIprFOhgV8BeQIMgVEG5pEPxijT5iLtfTfVa5aHFaaUh3FGVtj5LX3AdQ1hopaPmJzBOj1g9oJzICjPZanfb+e8Yn6eon9V1lKHI639WPYQ3OXJsLYxFbuEZrOcIcm0d7GfrdyyFm295W35Zbwi+N7LjDZN4Y+hGUymTKmp9LORJeQFAVfwspgOHDXDsNLYyrfllfKDBUmskz2uuJP2dtKx7NTnN1ZKerr1F7hYYmCgmZLzfneTXyy/l3Mab+HhCEnKvCIX3nnv4fFmWP0He6/3KuO27yW+YOdZBpJ7UB5M00D7uWQAABAASURBVC2wyXXQVT/7rVm1X/Mr/c3A12eAZxzlG8lZ09cWz9ZDXRBb+aaMmv3fg8gLbePnjcV7YrPu+8ITvZzgp7kZPMCvPrq2ZfRnPczJd47PlOLv+bdn4HUDzf2Vdw6vuNGygu3sauqZwjGhPDSk8I/j+WMrb4dXPHfZXA8tN3Easj3kjz7vyRkdlZZOSxN/4kMSeT0HbldzwOU/Hd6zt3imT8K4YghFC1655I+v8cXHtn+1zGASYSxI8IAltfuY18rmpYVu5qMc7nfhfKVyvtlUngdoP1xPSNOf1I/5YxB6drizs7+CdRtF9oqraLNFOI4MYp7j2/Nl74kYFDtIyrl9TXyv8HKfD8+TvQX3AIRJKYyR3JwhGGvx0rogkdYCz70g5wU4nM400WeIRN4beGCktUzalJsBrI9Mfhl1CzVOx+18GVV2ldrmFq76OtbLEVJdaeS5qYgNVbR7lvm8b2mID/DfDXzgbQtJIW0QiqeOrb9Oueu/cw+UFNILMc9r57pGYX6LWndOe3Pj3GKplbb9ist9jc4hbf2po9URXVSLuKwY20NSSGtsdX7L35eB+lze0rL/b9dFivZerIOQvZS3a+NAtSuWFNIaXcVJKGniArs1gsO1W7h/ItA9Ru6Fj6DkZqC9gcYcUgWip05J9GuNbX5rWdKuLUk7e6kv2xk/IBA2kuY2h4nPzxbOuesrch2FZm9OPJeUpxnLC1CLULztuOQ6BXOjwPMneIa6DYzom/uT++W+ZSAhF9Ec+bEWdVNMmpqFlS5FOhngDEc2qfC35Y8PxX//DaSz+JIUkrJNmmJqqXkjj1/Weu+FzBB1RH3eI7iZr7ItvRWRVPq30+M5ucpyH2vhMi05JlosCp/y+H6Srj38odT9GxnkrE1YuS+2hofkvppWuL7yRzQxbo/gyF+RTwGVQnPtyN2ZRmNTbGpew0piWvTxmha+wMtJHyR1AzgQd3VvCpkzTNJwSzfBgFrnps+vUHAgVzFEOGe30K7fhR8jdns8iYgWqGxOycGthdmCfLdrdK1xUrJxt9oVBe1zmYi5jxQidsNxBHxBRCfkqIdClf2lvxn4ozLA8i/xSgrpGEXrzqvu1L+ozj7BvsxjAowX6k3khXzR+QvUiOyu+FB+qFX3+7ahB6Eg8aS0Am8JUw+zHt5TA9jf8+dk4Nr4O14Poukr4Ln0Cj9v9OEQJ7Clsa+lAr4GlQ8flFueHxv15U75BUtstod89ekxlUrjUqGWOY7ERSoy2NPTNkarJGFrtMInebdxD55s7svM7+lT1b0nOEbiHvVZl5/M8z8Q5h/LFfmeg5bniAHbnMet7XUbsxPWHlfAEUsqW6zkSGrZL7qMWqaqc+LI92vWZFmLlDPPjw2/jKggC8GD/AL0bLdDp4mNSBL7wx5DaP6oRC0lXwO6IOajtO8fDy3y35Ah/kyJt6WqfckUe/RiFf/svDCoFOa7r7orAB4xGn13oiDnKSWG2RihI3rGOgsJ6RGounTm1KJpWjGnGvnjZz8XdU9YURpsy4+3+aBl7fhMyXWee89SRqf6pI/90evETOokhXSOjuVlkbTzHTQYbz8UuRmah6aMfl5SvPZgLNln4hRu07itK8Z1i3Pfi8+9Xcp5aOV9X+lSSiThb42eYdte5fvt9qx/Za/MQLv/VV5aj6GkbpNVv6WR95uiXuWtrPCeTyny/Qb9Ph251x+j/u1X378XPrBZQ4TSQxvHwqN84ZQU0hpHZtJaT9KR6mW5pF37ki7Zt1rmjzAwLobXZ/tPCZ/zEf7bjn6mrJBEetOl2KwkKWRmg+seNoYXi2yrPO/EMaI9ehG29Rt+JPoO2jY3FrlIKqDYMhYkkWv9dWG6/PIYefb2H4JcA53kvT+Rz5T9OGpJ4bGJk0NSSAs8php0aFHX+ZYeGpxUSAq3JUEN2pUKf2QmKhT8N+lJa97xG5LQLKdjLVy5lqopTx4Ysh2n9+yS28h6xc68/UgKaY/S0tddczcebM49umVadSqd9TVzM2Md59yQ1M2PVOSz0R/K0A36F6dgWp/Wx42Dn2lZQ1wzuNR27dvI77GtuIVtUJYwgj89PXCnCkvltpltedGcODd/L6opdg7/FJPubeJObrG2kmiwEUli/Pbw/N4ij0Nju2fXbSf27Ypgbw/2Ie2QQuw9RkAX7L3vJWkv+pX8ZuB7MvC2Voe3ec6OE8sOsMulBrnqKy+s5bb9SzyRf1WIhMf+t8/TWZw1tjOdbV21uUlzQGjNH1XZQs3zVjT1QF20YNuNjPg93pyB7RjX8iPNVttzym2UtfyI/x9rIyKbwDNL+Ad9Bl+Huh9fLeeXQ9aBxmSLlx9xevx+RCCdIBzbvei4+ZGie/r1ig7M2zTO/FOb1xk8AqeM5dVH4vHYsgH5gsSk3QNHT55eDpddeB+ZwJK6/jdhacBLLhLMfLrQQ8lM0Ptz7G1T04DbKxCZWzBQaiFRd4I53B0zte8EziD25mOX4JcRHMO86JeIc4tAtmvihkDqx37D7EdW99biBzmpL8JN/yPPplnuugrmpF8ODPSMlJDnyHPTf7MIUX4B6vkqCpmiJCmkBVTtzoSEJrO9aXReeCZkvdirDBed055vw20+ClLTabeKmraPGqiqfyn1+NSumTdquVJpmR/S83z1+xj1mD1mecVKHSW6vFojknK5o/qDRcRMdDKm+CXlfkj3U9xcONnN2ZM8p1pcMvxxSp53oLtPNPc77mtxCfja6bUy8ym298d9uU1UorBGSiO/0QvGkacryr34RL/2iJD2cyOeOKS9P0kXPLpfVc18Wu5HeZNPU6Up40FuJUW+H9K38nGTcgR9SjFgM8P1lH0/LXqlfi5TN+tueEdeEU8ekohtj+pWUmXfShNrttsA7UvaxdjVvSz0eEUoOHxhLFbzMD+ojBE8Q25Rf+MGNiswRjEj5sPuXTCtsPv8vESF3Qzun3k/z3zSLnzvlOyh1EgKSbkwQCTlsrRQVzqvPUhy9V2QNLdRP4BKRWZHkkxWsGgvJVMWgvoqLNyJCfoYaCfNQBs+MiIfKV/vuTgHR/qO4aju5XKHDjjZI/nVxLx3bC0ea5NkzobwJF5S5P9MN5hVzRCDiSSTfxpOwRlKchJ5XYPBZJqmjGkax+wHI2fWgM2nJOo7yLW3L3m+oOahuwJUD09CiVDECvHYkX09ZrqzSvm5IULSXYibB+M079Ut773Xzy1+ZqlweQEDjPcUfibyPi5Kt07pipY9sx/ccjbVS9d8Wt33GNNf/Gbgp2RgkBTSNTwWNIuJnTFlFA+Fb+Ubvqh97zWxEeSYN7GdyLD4sphrDr+swbOGyFWEIir8JJcxkJI9fD9ZwfYt4vd4NgN1fmTKD+Ir/iSP4Q1NjxMq2e/pWkDpxmkfN1R+brVTNWH+0cqTSP1h2qU8AVTdulS+qoM5VMZXMvdVrb6mHc+TK3imtSv+q84z7VRbpkJlv4UmJuAeAzvFGkm8CpsxRNKElf3ShbPZJSkkLcoTlyZ6Rmw1AwN/2MrlzMfqHZBze4Q4PHAUG9gJGYmb2NjNfvaNSco5kCaKqZu5gux241KU/SNoC0YpBuK+iq19LUevUdr8I89Ortmy84fSFaVzHwbJ/W+ivAuLj1xO0BTzy2IGbghFD0JeEPP89GNRnByiDpdZH/bHnG1cNb576I/pyFcGsnpx3Zl8TuBXxjO3RSwz/xpGUkgLKFx2LC120nX+cgMdRel6O1KrizPK9/QPi9+zZsBz3sj3Fc/DFlWpT6UyDry0iAq7uoK+x560jWfhEz9YK3xPNF+sFx3Le0ihovrmq1up9+2WDvEZH+TbzwLyM0EqZf9BooE9yvgwpU7oZtBf6xquF/Ui0QWf4RuU75mlTYoRFs09VSrlmA5MJ+67iEIqcATSnpeKTJJVLoOuXtY9U3SrM3BacybGToxNMG4tLFuQws8o/qd1CxQaGgj+AGcx9eocVx77KUaXsx5l/wExURAfUY008tL+0xUIO2favEOwiqSQmQNICmnBQIeNA/WbYlzhz2qOM4XMknPSB+/ygmBduNrPcVtkuS9/MNqxNL+Fx3cHxjAqLvR9O+Y27ZmlRugxYjBoppUGo1SU7LNwi6yW/2aa89LpoOdwRU6S03aI5NR2vLxW5DE6Q24t5evzF3f+eS8v9yApJF3w60Tw7YHBS+w5C+oH0ULD94WMoh/or3GhqTeqbNe2dKXvbwzo1/VvBt6UgSEx26/ikRi8dJb1w+Zwsb1H2vpuG7qWb/ZX82m9Z2N+hY9nY7C946hw+RwiT2z57P85Z6N5yyaM0AYx//9gmU3tE2xQzjhv7bfWGSDZJjcgKaQbiFJ/5spz4az+J9a9PSbRwoTyUiJF76Nr4oVG8PLCqHqsEIzZP/2wZB+Uzk7n36g6qTJQ6YID9P60s+1vL3bXH8EZMXp2W9mRjzP51sefWXaGFiT2gQK/pluw7NcD07bCezpF79/YBRAwjQcOPWBjE6WIe7B9aeR2K2I+cOp1CeQbGpSeUsuNLf/QOaZ1fZsWG8wOTrd7UMX9lL2Bts/mYK3r+WB0GI20w0BfBvqwR+w/QqbY5zYiy+KOAzd3aF9XJUPdPF33sNb0PFpL1iVRLPCVwnR6CbQYyfEWVh0YjRa5PV5S5pdZjDWdYcqQLU5cwGO15RH9nj8hA9uBmcp5UF8Z3/FeE6zjAtp2u9MzRryCzr6vtH9Lh/hemZIr/Xtle2/wJSmkNd7QzI9xKSI5AlVffkpa5b98vPE89lw9A6F6/kHKmeLoXrvIx2jvtx+s1SsQa1DcCLYYaFjUDdTxwmdqfww/q+TnG+QBZL3czwhhJCkkheu4rM+0Ln5PybHtW5aU45YWigBFB51g08STA3Ib5GYPVC6fOtWUlnpJ4Y+MPQwhxr1AEZQiP2NhEpLCc05S5qU9jTccNEN7sUP+w2YRfKRf4Lll+WA5hoJ6jkEOz/pMamolU8N8D5Ji+PiIjwbOixEXD0n0pyD4UBHTs9RMWQuZP/CnA/lXiyXN/ZDWfBuLp/jdaB2c8NLS7olarvK4GrnQXLwam2LDquGDIVk07cdAyLnIbWArydfI+Yk/+kgh5uMxgvo94sWHc32GFzf3Y9xN0+iF8SR8VYzwfST2JSOgzHz0qg3si87skb0vTfAe8SLXjRu30hQP2LJaS6XjuIWi+Xv9zcDPyQDPP7ximhZTXVRdSsxd+S1bbgTBjiQJchFTW5AfeUrrfjwT5N05dT43DV7xsTF5a/FWPI83LkwbzG8kB+43PaA760x8QDNw9Q+drPIX9tY5jJB0ivg9HsqApMXObAYPJX7CqD/8/YLmAPkDLbrLBxps875hurj+5ZYM5MyQd8nJXuSv4np74gt8v8RFL7absrtbdl6BE1335PnVEa9g5j8ws93HbdMg4DPuDuBhg9pipsTP0grDLyJbWOZGTLcYiFkG80uCm2D9CkThNfsYAtstlnakhY8tpE7NAAAQAElEQVQ3HsL3Cs4Xsh9xet79iEDWQUhi7NZYa3RK5HXe0s/45rd6VhOPShcgoUSz7T5A8ff8pgxIun+OnMbq2XCq8G9V+lnq3+rxH9db6fE14Ptxv8NeBylE5QwYSSEt+BiGGCi3iBiwugXlD2IDz+0FbusW4qWHpFVfJPX9H4j7yn+WtHQtEbQByTdP0z2sISnnbF+7l7T3yJZvNSW1xcIjk5TbkRbqSqmUqeQsvNTQkNVO4Q+ZN0EecBtH2DbgdeRn3lbuSIyPYYj/+Mj5f//9F4Z5Q3JtdI+aL1ea5+kk/OHI5UMcvHM81D+s8EgfVq4qJIVUsKq4WFD876Lma9Q8ThVXPEqlbx6DI1Q/UtGVlEVSobnQuUjn9dFUH7U9MubZNUNmncxzoci1f0qN477K10oJto5Jpl57N3Ea4sOVzmHFw046htVnj3bU16Ibv896PreyIJ/tfFo38OoSA+r2LuOTAFobil9wbnNUy1HXFDF4pRiwN0/pmqbbCQZDEwZTup/n/pY2dfF7/GbgD8zApY+puV/Nwsvluy4pJJbUHbjL/TcrS+d9e2l4idsFY+GNquKK/6prekX/y3Xo01GbjrmHI/1FLtgNfMPOGEhkD+jn+okGNANXf/TJ51Ry3MvjVtbeZPtddk76NfdKt233yvf6/NUnAx6iDDaM6ekl8UInxSePfjzU+eXhCpMetSwMHPx9p9NxpVc9PUkh3Y/T9qb1eHu9nXr5KyqZfQf9EPIG89488EHz8wAjrznHEPNdzOc1AnlBvPioUR65zfUpiHkBvSgvW5H7JdUW09ItNhGZRvfAAX0ta7fyI5r3oNptKW5edl5w5ERdULtXJffqm9ecpJDWuLcfD+tPfd/eY3v+rNPKt+VaNy9HMfNOEKt7DXPycplRWy0Cyrt53pPVCH86dew/Pcbf+L47A5K+b994R+eZ9mLzuBfDqBhGPmxOaP/G5n9DhNHKzA9K4T9gaNpC7fOBdTIiyDQwXRD/2CGRhQl/Q9dTvmcsPZFK/xZJy6ktPMxLaz9SKUsKCWw8+x6bRiL1fdp05D4Jnz+ImgeqSGPw8m4N+ih8DhMklXZOKKp3ndpot+X/+Ijqj6f/aYj/QmCID/gP2v8gqIH4Bq+5tDy3u9xC9EvoxVccad+IVHokKaQFVVOVeZJKr/J0fyCSVn2TVJyQD0mruoFyhdBiGKNS8x5bU8skhbQHZqcnU5yfwGXeL4pa2InL64MYXSw8NsyVylveQtr7aOuf5bldxF14tsED+9r/e+iBq4fFbntkbzLtYeu4p3Mqw4GkPL+GQXEEyTpx8fBk6oF9l30qMnr1VXaxmQfUcgssjKOcXHVp+56uJqGp4TU8iW4S+7wCO7LvCpcjfq+/Gfg7M3BpDW0Xzv2pYGtgRUnKm6F0Rot3SZnZtn2rnI1+2EUqfbknLEm7XB3ZOydHdV8u5wZwpU1JKzVmyKp8peB+34vbfh1XA37wRwZL5Qf/7anb/bLGtSxb63ZeY34Ati4FN/AW2P+9eEsgf7XTPOox/zoIl+PvOjZ7zmHnruodOlgqJO8lS3nFTSn2n7r1D5EWnu8r3TcX3J6xbcayI2x1nyqfpOnY75FRSaxr/WKmRfsy1S9aK9oXOi3v9aBh5F6Mz/zLeQzLCuDzOnGd+WBTBAenJPysEYqQdIiBuhmBHhgm5HDcNLCsLR/xOdw4OnCUFbbUfevhyM9ebo97aV9yVVciH6Dv5VzqNuq8Ptd8f61U+qH3N3V3CzUmqXJ3u3jSII8UPhp6NLlXcubr5Q+2N3Q3fj71GWPGCC1IAy/2aD+BGNgGXOZZ2HMsPxvB04nO6X59IieGee2Z38qsZ7lhHpOs77JRZZb/+XBvKtreVJlpK3+a9zP+007e6cA93qO9tz3Gj0zXL8T0EXTgt5TI+b0I7n1x5/Genes9Xu/s2k11SSHt0TVs9Lr1N4SSbmisq703brHWKKWqU0qPXlOUZ7ZK2TM3+3rM5Xj+mHIhKee/OqQUqiFsaBCS7xW53gauzxSmpfASnrYIhc+455hc5zYbfvDaxNkAPtghBg3542jQ5kgzaeACho+P/E/u+kPqgL1TmP83BHwMFvc8ywZs3C/uilEPSbhaUOVfSwn4zgaJ+E6Lx9Q95x+zJMvk/cjW8dex3tPESMcKwlELiuGyaYv7M9la7/mtvzE/6xS9K7mRelEW+7/peiUX7+6vY/C7C9NLICBJId0BbHxiYnIBnkHGiO4RXN8DJt901vyV/fJaEJrUWlr5gTrzRuU/JtkQYq0XCD5+j98M/GZgn4Hm3sPdlfqUn+FaPj/rRBqQGYI2yIuL8kzx8cSZErdDbvLpFmhDUkiCu/+86b/X/p3NtG3cafqUuqScF2lP25hW/GoilOZdX7jXXxMu7f8KUP3y80pcW53bQQqVBvwQiQyvqyOgn3UmGtAMXL3rdBOv8u2Bbny5uM3brfI9DwxNU5fYW21v698Zy6WAX6wkPTnY8oi+OKgvcOdxfUsz3DfO/LrdIxzZeYQkxTAMGZJCKohvOnp9+IpQHpltZGrOl0Rpwivj9Qvq7I/1UP753aDNNAGe7V28MaLpMGUo4yOUMUBb4AJJZMR8KKYns4mmKIepUUr1inZlQ9IMC6WlLPV5v9hyTDkW3D9DA3u3ewm6pPV2JUlzzqTC9+b8Vvaq+4NU2pQWOne6kUmaxa9k2n7VPrWyHU/jknLOYH9PMiApSAiICNgKf0itsExSSEJnQhwceRHywocPtJFhnsXlN9Mz+Lg6867flpEFsoMmHhbPvw8Hfh+e4OEG9obO4TiMMUPwFZM8UbYlW2/cQlzpQwg/4w4aP6PFMFon0AvkKaPXvvwxYYOeXr1XtLSnJ34/bzGwAfv+1MN1WXzhoS9s671Npfe6//HeJYW0xj1B+z5zj/6zuokvlYk1tCBx++uPYpWmG8/8NSZpnQeJMpWSuJZTKryJpF3uJPFRcsi/A+rvAVMNioG6DB4uLTMUVw9rLpCGUIsQe5m4FvrBOwmiiA90/oshPsBAreUBDQ5UuPqULxmakrZIspgditsGrKSQBBeZSorcD6hU5PGDDklznFLDvyhGz60zPNOMx+IQJ451UlerpL6WpH6+kFfbHp2mTa8qy2qOcoGLy5DVKUoKcY3I/Q4O33txnssHFK3HT3w+boylA4P89NP5vgX3QVJez17TPUgKaUJ0jmVT6VROIk30jGQdD07FmfJ5nZSdnStdrvXz+W3l2qKpYYvBF+ByhWXmW5qfG61H12vdEIqBfnyYAlNBszwCriC+8ZD0ja3/Nv1vZoBFwtNJ2YYXXvmZb+Q+koAzA5/1XDYPqg7PlOV31hjB79Eh5sMTuoE3txVQnX6UplHBb8zgd2Uk/KyQeHhqQBxTC354HeN0Y7ZmtrUujMtfAZJzGlenvoZ11a7qX6cv6j9uejH6TxJt0dOz7HrMT2nmuXHkwXFsgcGR+kvl23avlG8H0Kw139Lmtbass2jWW2LNJXQW0AJjm9eXKcXb52XF265eoOForuSy1XnXmLexbNdFW05seqt4XpCHngvJ86NX82/ImO7RgqkfGXQ/j9VEIa87kz333bmmHffKhyv6JndLJYW04G4HTxhIS7vSmn/C7ZtN1fUvqcljV+Wy8PbwthrmeSCSaYQi9qDK1fmHD7xfiGcgnKn5DOyh4kFNmabINE+6FO0hubVW8n7eLRJWXMX7I3pfC8621/yjLUhi7NQ1l/ryrvILhad9OtkLXxjCr6ubGcijtNGqMtNaBe+FmPeGKvszKT1ZBZ7v+ywR01ph3ntoLX8ZndZquxeY36IXz1bnqNyz/ZX9mxmYptt559mrPZck5XuMtFAbum4LadGRCm/db0SE4occrwtEWnxJ8N7c8j49ddU8+I8Ppf9R/X8fQ/w/Hx9h+n8fgh/yP139H5vdf+ztH4x1pM8oz4oRflGuiDl1ypwiZhqnx4Deh4YwBmIY4AfHeWLlekm0HbvD88zCNXWnLY2QFG5HcoyRy8EhlTLsLDP/akhLO/YtrcuW/WQ4r7fwcPzkQlLOv7SmZz6X0T3T6tfl6cxl3ye/Ry6e89U3fCCt4/L8RRLCPcuIK2c2gL7xdHtd9w7iCrrGrxfu81rerVt+pTVJIV3DFX/P6OiW8U2FWw7eV19DMzXc0sDFfKWV9/46hML4gAp8MAbmXWeap1jE6rd3cGzliLKO6S9+M/C3ZsDzvvbNvLEqTwVxr1HiHV2MrAvfKKDmJ4TftfGcpYxPVh71tqE+12U+LXLKQZ2gw9VNdYplTVLkbxv4WeiIrAHfHsqH10/kWX/ZzN12RXaMo1quNMt/4MXx3RuWbUjBJTNSQU6bXDG4Z4aSzqov1eX4aHhL/TFpKzsqX2roASVp3z/n8iiOM/kDzd9tctb+Ud1RI5JCAtGAB8vUIKYPr3sqFl4Dz6NE5sBRHFt5Py589iveKiXy9bq42I9XBVXbL/5I7cX225zSgWr+w6l7+zNCdCQZTDumfVS0H1x7fNXL1F2xvWkH9t8Rz6J2DCs/cmP2/jgr/UNMzYFp222JJLeCb+UV0oKjUKRFR2r5I4szOTOJhzI/fN0GutlVpS5UPkV5qIuJJn5gFVl+mcZD3NCg/pPFLR0C/RTxAXgfF5qof6gpIiwzBG9Afs9vyICkkB6Dw/Ua3MLyR8E0WZlKWpX/5YLXyxX8yzn6V/ruNfev9PXpfm43lacd/gsOyr7reWbUHpufUYVfRktMX9Zct6F7YmjeozS/17puXyTM0dFWfn6j4NuneT+P8dKN57gRpPigPX8klZ/jBsX/gfz//UX+AQbL8zNcCv8vKvjFiY1C1EW92nk8dtQPm5JCWrD1Jon2p/pYaEyHoJ6PEH7ekm8YlxN2Cb6ekjUjpEKjHpQdi1FFr6SSdm1KKrEyTo61bc/lila+5q+VFP+7prjRqu23dKPy0qIe9GY7o5h7tBeI38eetxX+bVLm9Ii69SDNmQJPjIsEneUtPwufYtJNl47kGPmHlH9MbfFUVPcZt/Nix0+uJIXUx6TyF5L0bX1iR4kuCGkgKv9uENS/x/PUgc/U9UBYVx25roI62DztTA3bmf7iNwN/Uwbaeb3la1ncszP8bLSD7y0jK2nk/Vah4eco7kWCGn4GU7XLvpxBdDOfKIwgTestNTwsdr4WuK5wXt+Fu/MqeanfZ+QN/8jCdUc4svkj5QzWUT+38lX/GLNt/ba80v+DCu5HTBM08+ToneG7jXvxzniq76OYav2Ksv4khVSwqlsVRGkNSdlugB5BKjqSGJo8+Wa6xGkRP5wYr0W2lGn4x5y9+I5k7w6abK5+xB3FsZVj9O7Qfox/Zt1LYsm5xlOmOE3M5wTtfXi17JN9yLDOjGqf6TK/t+NTy3eNE2sHt193vqulph/Ow1kzru/izOigTlLey6Q1PVB/QKwHbH6OCWmJ+pDnnpiv9CMU8/4Pn8ssSM+1NgAAEABJREFUFP+YO4MfaDMisNoj/uKjO2+buX+r68/a3/J/q15SSGv0YpI0u3K9/8CI6RZsl7Pev8JI2uWw13dpryftZT3bf12W9xf2ojP6HTmq89/3ePOOwXQLy7fY6hyVt3a/5aMMMEGOqhr5UZ6r3Kot7/Jt6LbKCzSk97RT+9vSF4T7pIs39fUoKk+fCb6FJx74Ez8Cak62ZlXeUuvML+W4GVaeX8ZU2XmEe2VEPqaXdAgGHsY8vBIF26blt0Wxzwbzxe1K1o2QlBHTISk/y0mFts91Q6BLKL1nujg4JGwaVDWpyGt5S2kmixxr6Wku5oukmbq+wkLXSApJLma4PjMPXCRlX1KhWxcep50M3TOZtpUvKLuPR3iB+8su9n1jJJmPvs9FGsP5yjDfICV+LYMAykC3qS//kk5gXxDtwc1d1EhcJwyyQr6YySCSTO+54G5Rp538VryhuS9ec4dYzH8qJymkAxwF/Su/lAHSGkdzpP5hgB7t2ZQPN5GnYHB4GkLyWXnl0r93kf7Vnv8bY13nt3u75ee1wn1GhvdiqJ99cp3vI9PHT000xP0l8ymvz6xbbaD2k9vism0vsAvaoGo6E9SArOQu34/BJtWd+Z+IR+JLfjA+wws66oege9xI920c9/p3LLaZYcHL8Mgo3G6cnw9ZKeG+xj1S8Mu7LbLiN11qbPfQoB+vCFdSSH28wn/PhxDO2LQ9UM6IIZT/nKxfwxsuL3D312C0EZzlcL3ZxY89jvrwqjHvdZwlgvt1Dnt6VSZ5BGvpAdrejR4wf8rEnX3QgcfmQdPZzM3PII3cSiIGRfgNyMcQsUGirmIk7yOeRm7QjBbXk1lNI+0+59hb4OZHn47VAdKNPDfNPwrn6m5bN3y30b9mUGZj5IfJPu+HVdfnlx+se9OAssFHRiyHYDPI/UDlDsjl/2fRBr2XebkJ7gn5IRhaFwsuMktT8UrY7yv9vcqX15HBIrrbpSS2pWENZPElx0/N6NJ553WLpfaX+83A/Rmos97z6n7rv9Mi3xO4SAppjxD95mVIPIgUvLgHi30dBfw2p8ekRVP1R7NO39s6cI/zftqfD+00hlppqvxs0I5xfmfA80OX8hwSaYgtEg/1FQEfN/olKaQ12hhafpsM11k28PvBkOQiPylMDcJLPAE3CJVyVmwuUtG3SFr4FLLJGlbCp0wP4NhaHKhl8Qdt1Oc4C6pf27tMdSblkgrZXK1rtGKX/TvocxzD1HC95ab3QKpRXbeSLtj0u3O9kRdrOjdb3JrDW/2lzO+C/P9u+4zIlDIvsyMj5WHtZYgpeqNXPavJxGvuVsCo2oMRjJEkiBEhlvQRQhHzQojf40dnIM+D8wjl8dyoZBEXzsjjnecS8zbaI1FY4DtHRe9j6CJLuOwDh7/nmzLg/Wjr+rf8jRlIS9vtXl95rz2/u6lrassHa1K8dxq4j5galc91+dkklbW240vbbstwydQwb7S8y8dIx1UvquF2hCc6wfVLzocWywPx5ZeBZz1iA08bRDgdWwgvx0iMkft0FTj7upPgrsa11dsGiavY6vTKXiBb27OyWEZn9W2d22vLP51nalzKmfvVYtsv/7Bo61u+6kqq7DdSx7BArKc1/FOsh4FZUBD86C1zjZlEAgtfflS2/d7y8UMOQn5ozN2fbRck53Ir/TfKz/bc+TzC2zPo4DMUiTFM8MYI3cJySSEV1Nhq7LX8k2kba4+vskpf2Revt1f6+xN8MasI0z2/CtQvnrKeL4ApybxMBbxBUwfReTHuZ69FNyK/8MBfdA6LFeW/6Q7AXYO9H12vjfL6PPEKvaBdP7Wuldlmhn1sQPHps87jlt7jtLWrfLVPMFsZopunRA5b8NJW2si25cmrtNebqv4KIp33r+Zb2utJe1n45fwGYuDK/BXzV+Fy9XuLxisPN9yB12QOKgg045WNvtaXXuvucW9++OxYezyrWPox0daQHqLuhaSQFvQcSUu9tOYxxkTg6PTcO6p7n/x7Wn1Df8j3K7x6/u5xj+ezMT72o+C/qQ9S4aWFBjtnOoTYdo2ABr+xAE15bA3Yl5yJGF/iCCeSuC7numR5lSy/b/1b38jjYxVgHhJS0Zc081UuFZm0p9bJoC7T5lJ9N6JT1vpCowI2n2mwhDFhzxy5v5RnMMYLPitsLpJyH6QNnfQkTdzfS9LcNYXzFQEFpsHhXBc4rw3QSSDyg/VHhAoEfTRrPNqHD9tLCmkN13WhrvSaMFnNF8N8QcnCOMfgqUU4sWpqVSh2b7s6vAn+WPC2dv5Vx9Pzqod0BeQDOfGza6bwpkOkfJew7sB+47k7+GPNOPKIa3xCK1xugG2ZXx5QHP6e35qBsr8t979vDeYvb5zlNPdwy3st5XXBesrU66ThB/jgo6jA4LUGNa/Mey0l1hyodujLvJHmZtHp84v0z+W8N03R308kD8H9do9YtIvuEfsrNm5jr+c+HkM80MgPMSsMoSxfaMTWR1w6+jFdMn1Kye1uccUha4gfOsvmuPXRK1/x+06dXkw92TtjaH332r4l8w+w1scZ772t4kzv6+rWa0M8Kq3xwerZgrXV6CV+jSQ6tcb5PGSixk86emN8Kz7b3NJ5rp6kPufg1/qBDEgKiccRJrTH+B5817x2jLWrLV9lt+hDMw0jt9XDrfbeV09QPETGDv0WE+Pcr/keqR+070HuZhuq2sKUCzvcKbZ6a766kJTXgVToWmtfmlrLLSUxAlsEgr0ZS8aWpUJSSCqFi9c6/3B00eK1arX9lt5sgT5K9/Vz55O0tW1Wfqf3K/jCDDAoZQXQZmIuQ/Iwp8i/ZvNajB97OLzygizijD7TgTpPW7r1R7a2olyWRE4XZOEffknBXrl51uh1qc1X5Xt63yajD9/W9hc17Lw/35Rn9wJ+KXHr4jMYL8dS+oSvsKzypuNh045rC6lZJyqm0sSUYr76Xp2ZBy/bdtvygy6vm9EfSbf3BOZmG1ci1/7dnpC7MdOKUnbuPUYuGaUNcykW3uUVEqUZyZoZ3ku9t1a0bUnFnySMj850VJHlriViXrOmGbnizot0FsOdzk7UHe9J9a5qG1W1b2nl/Qf8zGdKfxLvKjIPTbwbNAJ+HIYI3h0aaaLm17BOA0YTo4hMYz7c3ly4l7F7KcKIzWHZFv7CCe5t03Nu9o5PSTQ5AFMjMs8l+PUb3JVAwAfZchYL4pmDoMWamzGm0BnQHWjPUI6EQvdMSHsYkbeg+I+eot8tBvI5ICsfSCMGjfHhMptUpjzHui6PFbtKoQmrACNIMAut8yU2h6SQtJH2i9I1vb71Wko31oLf0m8GLmeAuT3rtnyE55URHKYG7CS3boKfwBryuvHaUF5DXi8F9cNoZDn66AawvkwN9r8so4HaDiz+fS1o5UXyk66JYAzIG0/vY9n96iaXJe+7PNuW7a/AE+B9vSieHUfh2qs34zXEA1RFhOuc+h5ct4bn8oLED51jxF9+ON8zSAqZeLrHkvN9243bva21aEjX/C4Wx5zbvolxPHZwUOMt5hEcuPtCsXO7QKwpxcC1xQflgkH/RQFlfrRYN4LHNDrPNGJNsVtknhmFwLmOP+RwrEf4Q7rQDVNd6a/wVgaYxsznZR5v58aZfdU90zmrs32tN99DrX8N/YpZ8qo28sjQ7R5FfM/5qpA6bUoK6RpsLi5+mG6xfXGX66x3AajE7NOFF8KZP3Lnueq6Qs80rbWGbYyRe4dfkJ5BUkhrrL2VEiuYnzK+cm9CdBaR294Ck0untI5FUgRn/GPHNn9H5X8sLf9Md7fj/c90/Ms66h3sldgHbu976Z8kcQ8acD/x7j+/2OKOUPiRLdpIMXBzFS/Dgo+gWyRkW4R18RMNErLEx72CND8/Fp02f46tLZ/zifh7OLdaanu2s6zxvVg8ya3ue4kcF/DdKAZcr5HiA/3/yOPHBn5JuUXk/La5xWFz1n5ZRNeilruU9iy37gw+CDGMxBwNFAP3c0NSSHvEdNifMRV3REgMyO70884n/RsJvAJ2p3dLIGkX41lMt/yd1t8Z4KiICn/8r7zpJ+PhD8mmhnNg6r9G/YnymPGB/RBjTOCdYIRlwnqIRN+NEXoa90GlvRxUXRInBTHsEch3uOTxmpKYN0aQmdkij02ai69kSndElyaQbwl+RgTsChGOxSM8RuQ4e9Q6PWDyF56iTzPoNreh/IHFv/0qeNvGDNeMIcTsX+A5y8xHFiE+pNpfZIpD5xynRZai0shHytf2IimkPlq9X/7nZkDSzw3uocjaeVp50xRMbTymjIUfkacQe4yY/2IfVOar3HXGGJHXyZh1W162a5F92AYkzKIcpc1zvtT+Xq9kYLiidKYj/eTJz8w5C75T5we3HoLJ2VHPop5+KzuzzQ5WF+fzDB6yHs5sXLdq5KGC+/SQ4TuNGGLHdTdOxvMsXLdzVr+tkxTS/dj6uVImFfkH2BXdZ3VyW886+UL7ZdwYixAtF4jHuDWWx79IrLMVsFn94mBlkwjuVTnvbuMW4k87RAe/K+Ynmj4bBwbru3r0x7R7lr+2rtch1/fkVXZW/8iQ2989+NPHX+xfYl0u/5RuinM+Qloj3n3QoCTabdFvVGp1FH7xNyNUfoinOP1bavXHe6WkJ47QmysxHa4z6z3d9DvhGOg2Tyq8gJ2u5XVO4ufVGqvbkrgvHWAgn1s4T3lN5AZp0fQ7O/7itiWFtMaLm/hB7hg/5gozgJjOeKp/8CliuwVUfs8XZcD73hY911sdl3t6P0nmebSLZ9rjpKV24Yq2yztkO9YV1PfgAQXT8AcBdmVN8AdOo5av0ODDZ/GTQqxhI7I/yrQTyBZMMWZ54b/q6jHv4dn204EDSSGtcaD6tFiM6/IRNPEM0YD8e0wWRH5WkbSKrwbR5sgyqa/nOkMq9ebLOBeuXomkslCBWNoNhWTE5cP/71ZD0mUbPysYrYH72ZZn/sStpCnePp19vIERPiXN7Z/lwH2bgV2aMEJ95jJzJlMLgHlIPv1cFsGMUeSjvcx+bd8g4Fu9y3zb8GWjYA5HSDoEFVboI44PSceVrnG1Yd4g/pKTmt0IMgeWcnCgxvXWaa0exsnfiIMj9Owsw+Tps+3w085e4sARzaCbXt/eB8/+tq5/ZxW9YI8EEeS1IKZDstepcEA8vgdVd4nLOrvL5Ff5NwMPZIAFMltV3nQs6yDv3RPP84Lv43ktTc9xA/XKPDo7+skaSmCkhRF/E+9nyxRZrsyP4aOuvy1fy6a/cAZInsmbMbT+y40scS9fo9V5Fe+2XuXr3M9rEska2OXFfTDO22c5EYL1Km7pP1bvG9cZPNRHOLNz3RJR7cMRXTR/OPclY/J4DiSFdD/c4nZsLPvXUHPQ9tuyWlZl7qK2ajGEomL5CKvy+p+6Kqs6A5uB2Ecgef5Vut5vHWdFVo5/83CmH+25pJD6oOJRt3+FXZ1bphc69JDKLd+u78F/ojuDB1FWxXR9KPf+hbYAABAASURBVIRDI5beYd3LKsQDb33aNaUnrHbcu3UD9qvO3P66MZYGAsdR4LKRXw4TK7tUXIIibAeJLeKVB41IbuGaU2v2cGRd56LrzZu+C/Z/hlft+W0bZe5FeG218soz5LHDxQR4em1BQ3EJ5cE6cp8P+YuBPKlWc1FpjunA57a/Lrf5y+UD2/eKPevf28K7vX9XD+q4V/rufl737z36uvZfq0ka8rqa9gnzWwzchbbwbeODpLQYprJfblW5ZS5XiHZ2wC6/SKbhMk8TLSLMi9/05yD9gFDqWmrpNqxn4mSI2KZ5UoRp22j5bXsuSwppD39Yq5B4AsKv/9al/dluBnXmLe/BdWeQNm3Hpryt35RjKp+1cVqHfa2XVNlTmuc9GlttSYSzoOYvQtE7pL681ZUmHfLfyguf8FxQyutrHQ9JIfVQ9KVSV0q3r9XvlraW27parjoum6/U/BbMuq3oWpk9qafoD01n6NlckjVjI5VcSgt1H7eY/SoYG49hLEf2lygbkNVp2YTcT35f8TEiDjHp5n154Wl25fXuwtMO7m4x3KTnhOmZtetn0GWnqcJr9whVJ1MaKD4UUkaXovbDTjrcRCTtY2+qu2zpv7p1jwjt7xG7X5uvyECdL6aJD5duM3FJEz9CzSdkPR4Ze4+fFQUV+4ygwXsfVT4+o9Z7n/KzZKV9PqLIEzQ4UkaZkYUPfEcUSfweFzLgvF1Qe4GKfz/cdLO9IW7LNx28UGHb9q1ymXwvDKDjyjF0xH+QyIvzDJ4mR1jb+XlowfmPHOet4g9K1uVQa98qzfvgZevHFWt7lfrH4A5pZOtPO3jr2eLxSN5jWft1RmvLVWdbdh+r7Bk6+/ekP3S0XiOaP8AO3BaND2gfgW5sfwmhHRmRjxrDEc1KT11ela2ngvg1fkMGtnPmDU3c5TJFKnsS6+lzxhj/Y7/awv+M1oi+WCNriNWhcuv/1qnrxif4l9UKYwQP3jPikcO+H7ErNpJCKrDEc8Ef28xfhVDM4IIr/MUMf5jdwv8s3hZibBekEOPuwfOPEtMWbiNuHo8rOAe2NjXMfzUSDea2yYPpFlTffeJqfum8fRa429krDXJncXhKE3MiHkbvo267FH0HLgh2kgWKoE23vYbnY8LBDuxFCbi+IH6P3wz80Awk4lrgfXUHNg3vxbeQ2L+vQBL3hjUIYneytFh3sUdMRw17Kn41cfNuM5Gfira85V2+BftpddyG4fvxFpZfQevvfr6MU4QiVhjm+4hjroiDY/vTpVfO7stl5cW+JYVUsKqkICkGHjDqx7uPj4/oQSr20m0a81EyjAnts5t7jo88cU5/ezjgI/OfVK7hv5Hcg7S072bky4SWLyK3X7i7rk0bkoi9j61PSeRyyPrRObSR+cNMlUnKdlKhVdXruPIryrphEpE3+khe4wB+/sNlMMSRee6tha68dQuSuvJHhUR6aOp5WnGk5PpaV3nTHqreI7S7vm44ck7bOMLj09q43AM6kkIS3L2n+NAQ7PEpBn7xBb+F8r+uQ6LLvBmDCQLK6RhL2U9YKBXx/deOqaTcB+k27ZjfHwP99fqJDVUup1ioP8aQh/S/kNfIOEJTzpvtt3DeZhCVGsD+wDO9JiY6KikkEGI+QXE95+IiHz7kyy++IwPS1eQzoHOAiTXhQuKSJt60wGtM7F3GzLPO5HuJ5eahuW7ixUdQmbdOpiOzyvhk7eG3yqoddOWfclgnERI+AngumhZY/iiu5uhR/3+TnQfA+Jo+DV/TTL+V9gZ+xPctr0vt95EJbDvjakvW3YFFdNX+z9Xz4j7CEJIu4d4pv8r1FyfPbT/SZH4MZKO1/T3YPdw+0vjWhoRz5hnaUn+caPHJQ9z2I4bLlhck3lUmQrSXbSPfV675rRFsy5ZX2RG1zlW496/ws29PiDaYfzENbG1DaPc3YeuHWdcN6GBfbdCOjPgjDiL/I+L8DfJ7MpDXHU2LOb1goFQQnvejIjbYflCq5e0ajnALNPDuszxtX2ylxmQ6YnMD9UUFbfifJFwQwe05Sh/tC5aT3Zzr150S4zM35zgSP4oSkhQi/3uMyO/F4oubFSe9bO7FNPZl53aOuUxAX9R+2rWT299Jf5bAMV7B90bt3DKvmLPedvwD+zKYi6/TjfxCyTsgSz54QMsw38Npfdy7zp7XJ1iGcbwJvSi2mD6KbD+A9PwHe+mjyC+LeQN6i+79e16Rjpedr/Z3LbDe+r1m+T4tZ+IQ3JfSBmMts17bj5xhOWHal+WmzwBXB6eQ38KAzhBJQ4wXEewYayj7iDBtEU8f9VmrpZ98KGjL5rfzpW1Yckyt5DX8suYTPV+QP+jRJGe46QLB7/FIJNLaD4451zLppByKD+o/InYjWWbDWq7gPsUc5opFBKZAIDgS8JnCeoLNFKboRZg6J25PfFjeIu+p3GyyHW21NCgviO4hiTaeQ9fxk8KE/dm8pPrwtF2tbPkqq1SVuYs6srsMZmW/72nj2XpyeQbBpYrZw55p/e1rkXjugTIPKPvEsYRzn27QsgaIm9Jj7IB/Sau5ddWTQ9IFZesw9WMGNkMor8+Buf+Bgp81PlAYeJ6o1HWKkQ82I9qmifR84sfUMvj4Mw6JTt4I9bbGDQdTtcgpqSRPQd7i7kNSSAV3G/8aPJEB5vVsDc/JhEeS8lgGa0HsEcbMW5bHGx3z1Oe6LY9OsLby3Mj88iE062OnyUbUa+bHVfvhuoQI6mtBFhR2JZ9Ev+SFGXCuz+DxOoLtXhjKDVfDjfrT6q+o9E25xSNt2v4RO9vY9gqsuwNjeWa70/+HBaLvZ7na1kniBjhkYJrfRbI/big/FRBubVdlG/9wMI3o14W+TH293B07vqEsqath04LEbSjlW8oqr1MsV2XdRg6EUj+mVl0qOrX9WrctV3mPVt0z2rP7OTLnYAN+sETGwHPCGbDLelA6VMYaE/gvPd3wSYNnY3NUx2I68fhb9adlwFPEeEfcbGNMF/Y3Gig8a6DhI7w+OkAHw7VylkX3oIXww3/kY6vocq547rIL063yIDr/EjUPwu2ZXoX1z/Bc2K+xbuLj3iAppB48ZOSFwfb+4Ze6W7wmnrWXHN3Upts9w9ryuNT1caz+V9S4z39FR3478ZuBL8yA180Wt5qv9Vu7o3LVP6eKxL58DezVuoBQjPjs4bQdAs37ckNh85nwyXadb/EBb7hsaphPieCmurj0iYvn8Y2efawRHLoBqjkTePl5h9Pc/ZMA7Mo6xolat+pojvXkPQc9vSrb6vtvvkoKU0NSSK9FbA9tBedlRc4mSqaQuRzEmiYsPE84sXzICRbRZ6Txf2E/A8+DBRHlD96N6JrfIHwkX1aQFPk/0wexcnhScLz34sTdYdU8N9K+v7VuSwPdKquOXa58j5IuzFKMI584G3vbnSEPd8/hRubovd4qGPhsOirYIxcwG8LIcjSIJjKIyX9YxCBQztTFptmbxYHA5FmTE1DVVZkVZXquyo8UqucetawL+u62HauhMfGTbYFlhnVICr2JjIFr/oibIvIHU/yQ6ch65Ham4QMlE+QmkkwmmDem4hcSSSEVnDfr+AvW63IMMYNaxNTHc3+vq5VK/NKavq6FX0/LmE5zwCSPc2K+JxLkeZCYCwX1n8HN66LOj7w+/AcHim7MH0XHYk+951FkffsZwx9cRTuyjPpcB7W88JhSH6CuN/OWLrSUfvZVPzu8XXQJyRlG6s9wZus6zH/A6fvp8APi+IIQ+jf804cTlvs9gdnXPfr/im7yLLvYWen6RpHyOrK+GKkhpB4+QmoxhDZ6Ds2+Klx+LfZz78ds3nTa8/YMV3NBL6+qdvXOYujVdZ2cCO2jrd6W27p7efs6wr2+fo6+CGWBl3FF/oFF1Rmtul6mBs4eOmnmIbszI8fj8TrT+VfqnIcWf1K/HbfjrePpH/iG5RWufyfcjn8479pIA9s8szcHR22mXNhz/TC/AyoYRPDDYY3PjYxyRJQfCfH04fgNO5IUkiI4466DfvEjJcffpc3D8q7j2B7Jdr7uCupuZUkhng/8wrRCsqzB3V5fb5ASr7WYR+kGjlqWmv5M/JHuj5Hf6GvNheOt/Bm13i9+M/BvZkB0+zYSe8MVRNz2ZR2WcL5VttTyNeLlR3J4L/Sapv7WfgRl8y01H/lw4wZ3R5SO9iRJIRVkMy7WhZye1jG2SmkruFkWGg2ctB3KK08UL53VnLsVrzjTjCoPNzd7WhVmqfvWw6xwH3NDu2TN7VVFqR+XJOZy6qLarmnfT9Xxbym3Xp6U7NfzxW0oRhJmtHENPAO0KB89IwpNDbXHFHgDWx5RPi03U/W2fMRZ9JJCWhD5UL6+8iJp1Y50XH5lu2e+2jHZ6klLfG2dbSpauaQ8TK5r5Zd4nqGZJnELQRNH/nrt9mRH9tflnt/sCuyHK5v8JbLOxeA3zpgR24M+cGYp3c70ysXuWbDkmHnutkEaU/ijaKYpwv56CA6quT5z3vYg1Z4t7UiTrNKl6uWcW3IzLQaEisTUMRgTdnIdwjoFJJr40gTIjVNSSPfihtOD6u0YW81rx/QVsP9X+PluH3M/GMbKm4rADK+pTJkf5ekg5T8wYD4D5YF3Gh+uz3ytH9ELxruU7SPPKdZkpuijHuF5ZhmIWZaQp7xWLaMwnWmifytxlr6jb87rGUaCOsKZnesw/SvOlOfzX9GV2524d+ASC1134XYMa433PKis2/h7S34ga8BGe7uvQmUNsQTEC9SKoHwORYTmZ7K4eVh/reT7gsf+Eaw9PVeqkfkh4gj+OPFcK99nLSmkBd8RSR3jx9v+GZa6M4yEfgaGnlsUf88fmAFJ375GXp2WPO9wekbjYFJ6vWJ615nbYVO37YxAynmXI9vw46H8QLDxiLmpYd6Alz+opvxjwj84riClT+5Zhl9iLOBORhs+E5cU4sqU4PquM1127FjWyrZ9BdZe7yq9NzmXQmGqMZbNsw+Ced5d4HuN+G9CbNHz2bP9EtnFvDvmS/GQp0t6v0q/GfgHMuB1s8XVbm/tjspX/b1Cr94luNPl22ktVxr5TjdA/MrPd0HAM0EC4y2MKbZ7pcufn59h/O9//8v1zoPlFS7fBWJMHYy9+PjdOjZI8IkvdFvdLHfdBoHPFdxuInUruBDd46xfXYM3CHsxHDXT062yaiOVJ5AqX2gwvol7cMwYSY3h+WOM5HMN69pmwZhSVNi352oK/4cuQeCSEszl0xZWrtT8Hm5rL32xZMpd9SoppFuI8IebGRizQsPIL+PTmP8J1PoRmRWLxutP56fi1tp9pnVJO/N9n3YqfcHeVV9vJ2W+MQ/LjOMKX/u+U20FqRSq7paW2v6VJnYV0tSBye+sgNw1BYk5FCH+G4wUeW74g04L/x6KzWGZkGWKnRdW5pH5dJ0pyzZ6cN3zcMO3vUgKSStFyWVjJb5RcHsFnlcLxhC/M7sgKYpE/QJmBe2kCZCTU1JIOtHZsK1mAAAQAElEQVQoVZKynrTQUnP/lZDv+i1s/V4rR/Ke7k+X1b5U6ngrbyoEhteNqVGfhEwr/IdzBgz8T1FX3uXMe55QZ90yZ0bWYwrluWWaaIW5ZoKu5xHqyLJgoi2P6Pd8Qwac4zOMtHmGM1vXYf4Pn6lMaub+P5yEW13/immyfQhx2ZvOrdj+pPrew9NR/JK39aParbwZIVjn7ghby8fLjm9B4snrFh5va2951L+efG+9lvBbuwjIXWE6V7pKF+MmMD1zQ/WPPCWFdI5buZV02jfbnyr8CZU/dHAlnY7fn5Davy7Gb+iQ11gP3xDK1KSgoN04g/IMqnen63fCFwu8kBvQpH8YlWcOXqzwQyjx0sqyHoL6PV4cYuOO8OaM3cM3Ljqs+98R/4q+JQMpMe82uBqIpJDW2Prr+cozgDZ7db+y3wz8ZqBkwOtkBgxnpNAKQXmH9r438QmawQ+PdIJP9C6BKD43+F8aw/iEGvljFfHldvE7U8si5o9hKcG7DG6eWl4fJvzMH814nTLOEHfK4S5s+zym4GPbGon2EgHuQAfafc8fgegumuuz1bnFry1/RinHzJib+uOjYd75YEpRExmV30addcmVtL5nSEJV2DJmJO6Td4vGCJ8YU8N8QeRxSXksbFNsI5cDH/G2o8b/FHV0ub9miJd8FO7+q6SQOsDVMKH3IbR+EF1TMkos/ldXMshkyW7CU+dE7PeYLfxx4AwdLyuR87oSUKAZrv1T6vR9kvUtbuT7pDHp/raOYpjl5Nu8ybbvLh/BG6frbHsEdyVFHcGGev8UswI6srYM732JRZtYb1LTT5wvloE3YRHQguAQWJ07QWT94MB9HCIS3SrwfcP9aynmT5zpbltp3RGXSi5G+nMFCb0CZh3tpwmQJ05JIfWR3Z5eXhNDbcL7ROUfpZ4Pj9p+hZ33N7djasw8jBp43/P8GJjH/u3uj54zkM08TnI9MlMj2+DLe3brM/MeMupW/CRDzOmCAft7vjkDznMPI+0eoaffyjD9Y0/6wXze/WmKb+iP1843NPsdTZJ0No+7Wk62ucviJcpu1jfyh3BvH18S8S0n3oZv6fzN9T+z/96D8nRhwt2aa7dGxw8kPIbeUvtx9W2/7wlua1f/Wcgj2upveZ7g72n6W3SfncG3dtJtTtqy89OWzVt2JRGSTh/87csvnlpY1uJqW1fi+dV5bQbmcdL652Kdb67vt4hBv+JuqdvooThyOxPyJgmfKY9e+Z8CrhR5GJTz64KFJvS3KL6vXyX7vq7f649lfQ812/3atdS6+4f+NP/NWV6Pz7xflfbHde1zX3Jvz7C1cNn9uwrr/6no9bHXl55eT/bT90fH3O0fQtctQPCXnLVPx93xOiy13hq8Vkrp37tKCkkPd1xStpcW+rCzFxvWebCifmm9QazuRdx7KP+PbdoflGYwZRL3phR+ZbdAyLYIdHZIUTZzyI85E79a7oX7xoeABDVG7I11n5SLq7yjd1bOBjcutreK6RmOdCzfQmkrea68xMVw47uU4ZlzwbNM9m7KHHM5jcy3LCyXot8fF2uMXOyqxSefrf3x/DNS+X89mtKxrS9Mv+T8rnavdS6Vd48oe5ZmpGA2A1PgF/Mt4s5j2R1wdqftVXURsVBuQXE63W4PU/UPI5J74aAcs+n7wLIo479pSqoxlLZdqvAKHcj3BzpGsOePN5CoT9hsEcgWxNNH2njYll3tvcLyihGh+R1VsJNEeHvKdVMZ9dXp9d0KJBQngeukUpYUknDo1iaFAyKp6Db1kpqS2dt+rNWDpOxfOqY9u73MMUzgnuYPmgtG5tYZEvVp7/IHSDzmrwjD62vrZ5bR9crPFGVNGDJNeeX4A6eRP3ai7I+hYlO2LPOWxaKb9bJ9RPZHW8GBWi7DkntfY6bB4XrIP33+GZ33gB7hz+jBPkr64wn4MPYev1ZC/FODXrsT+0v+igwwtr6ZV9zfJxzcb/RNFvsfXEeBOB9HdX+r3H3ughuw+5xvuDCmkHyD9Z5W+ZZeeWH6qocRt/sd6OaKh8VbsVS7q3pVv1K/iGk/5vX4qlvpNIS3mvwx9Z4b9UVHpSOdqHC9d54Wc/AWzoXCWFRz8Qy1N6muAJf2uLst+sXOtLnyewrX9gX5PV+cAec1zyGGslL/gD7DUQh1Pl3Z84583C8n8DuMEp28F8FPtAWitVtA5eLpnDHhL2pfVfOodnS9XjtI/GS8io7XRZRYvRNwGRnxexxlIFHh8X8UmP+Y82offkDALwyBfcDr6YUef7orSSEt+Onx/knxeQ1djde670B+pmYPNz31fzXQRq8+n0vKUvvPzOZyJN+o5aJ1r8DK1jOtoJs8qiz3LNdTmqodozEVwzyfuiA8QiBceJeN+sxUn9MLDT5SLs+wCT8VY6KuwUidkf+mGR9K/bE08zgfcT5+KsYxJmgXO0F1T5oIzAM3GVUpl2uBftF8LR3SnCMSV8fS9FD5zgr7vtPkbnW38SiCRPrFn3/rzyACkThlyuXbToJzgBOYHUSVJozQBcwgohwPkJD3gPji6fxeVA1Ja1w1PNCTdFBTxLXWNOeIrs5jueVJ0dAixC8BgB7fZqLC/+/QiiyrelBlREzDkgml7impKz8TOtc30TiwblO8xHrvqPCeYX5H8WQZqYktpepbTsn5NF7ZfO4hDhPv/VqMlG+h0Y+UfcwTg9LNM/fnptYFBbd9Qe1JFa+r2cXUZJWZFiTyllBLrKfEail04B6jGCkXfJjXyPoDGPqjaP44Sh5NlWmgv0GKfGCS61wwb/r9mIL7/kB+I/jqDHgSPoU3BOyN+w1uuy7ZljlzlZ+pMnN08U1rhyPlm/LvVrh/0bvv3x31M+3fGz97/+7HjX30cE9c9ntVX6rT86rFoteLs8oWra/mHu/PWyJlGcw5YWC8F/ph21H6ITqX0TGtMu7x4QdtJsdEI3I9erluovkBNf6uQ3IWbvep5rRHb1ufa9hnq+GXJZY9Co9j6+8Kfy0LVzwVnWnKePpk1A+rpu6f55LxlfdGR+acmj4MOsaZ+7RQ96jA/buCot1ey0+Wh+P6NbwrA3ns2B89HyruWTe2j/zTZ71ycBndw39To1vxDqFjOoZjTyw8I3JcflQ8gv1MPwWzDfMUB+kQzGkqa05N39HDh32y30sKCYQioDH/j7wow9PNuIq61rv68fWH873F1Shau3vWwlX/v3q/GfhbM9CunZ/GH+WcLXy1z9W9rNJeP458Rdyu2bbX3TPZgrMcd1m/QxF1z6rvj6xbcFfiVWc6hT8s+sOb+10bkAioFja0tremKfJ/vgcWrlxdBjW31VXuK01kijCFIj8XQ1P4vgv8N2WN+MCXMaADcv0H/Ed8Ul/+trHiEwf/M1LE/9fg/534/9FOBn37H+D7Jz5oN7cp2ogVUN+f2OWYaTdlYGfZMPBIYVD2vRSM9O8W7GvfyLEEl91Kj11FV+GHCmvMpldDlBTSHtW+9aUq3FDpqGaj2BQZ2Vgwwl9FQnfBhVnWtHrO2uu5xn21kkIquM/yQJu1H4E/UKmY9BmWmd8tEjSxUwo+4hwgkPeAkaSQFtR/WUsSFv2TpvoVk9Rz6l5MpjfIcUzV8FZsVe8Kbftwu+XFo7Ro24fvF2UeLzo9zrpGry5i8Rn5cE8n5PFPvI+rYK2lW6i6CW8tKL793PblsQaZvo8ZbqwWP6nJYcNHyeXgnMJXqqkcyOa9zmPBnVGVwud3qrRpCqGNYDRLDpa2I/LvKeweoph/z5m+p9nfVl+TAU/AZ/CaKP5cL9yTAwj47dhpRySFpOAS88GC96Z/iFnxJzK/i/9sVCTG+kyhqfP4N8UbrGIcExh3sJ8tbjibq/1PG8yFG4zbuKGyr36Z5HpeX9bkHY4cnaalUW/6ppYZMz9GfhgYGMsA/sCaHxzg/RAwjmP4n1vy/7fIMF+QkCdMQCT+49khFsB+2+l5cQT36Upgtr+i94zOK9vwUNvfo7ial0f7+2x87te7Y3y0b1ftcg5QXqjXTeLRfQ/u5XET+PqbzxT+b7+neC70ge70LHN1ruQXsOxx3ucqruU077ComrrdHoiflyVpg2BgZ5n5DFwtEwNnlN90EhXp4UqurjXhPp7Bj51rSB+4XsuCF8EIu2dvPLuKP10ohu4E7wif6eMpVUADnkaQ3cmIz+M+5zsWbXOznLnxKL9r+BsFV/rwjeH9Nv2mDEgKaY03NfVHuOUWFN4nQl8bbm7zUpPsTps9x/fmvCdN9uZHOvAJU+GfKQX8HqWxscEn95uU+MgHRvgMeMvGxAdJf6iE2r3wG0B8JNzD9zJFCsCcSiAy8B3id1CBYxuT+E2kSL7/DdgZ5sGIbyMRS8UIbyTiMB3xl/CdkGeYByO2tTwqIqEX1sl1tUy7yJMoT6DobqGPLEBKXKFcvTc6xxWf1GWeuhGL/KF5kplPtBUZKOA/Kii2Jyb7+4yFrdLEJ/uY+EeJpJD26Pq7U+hsOU9b3Ommmw9pH7N0LrvarlA8AlWn566vidmwwrJWTx3dVelo7zJ4ubJ0OwZJq7lGgbPIVgEx3wcm98AazYCXEeiCLINKigFIphGQqE/NiogjRPdQ2Ff9gGoqKaQ1YjqWcZ4EX02I62aTuqnRVVj65hVcVCTNuSiS5SotdZKWig53Xtsx6IjEeloj8R5uAnvvtENjmcAPP2/k63r0bV+d5SPUFdKjtomcy4E1ON0Ro6XBUbQCecxHT/YxhVTrZuUtQ1ts8gwbBpXf6txTrj5u0Xt8/ur+8Awwd/QkfngP7w6PdOzWVV0Tdzu7z8C7ywUL5U1Egl4BHqW+LlWHp6TwDb0Hqe9PWuRx6XC2LynOSvdbzKY/guFR9kfEcRRE+yDzCM8UCKnMg9BRK3+O/GoOvqNHbXor7/3csZga5iu8dgo8C1P5EMTmxs+twvMgaN4/vrfwS4Bch/4nD5MVlhWfPIvQkHnIw6dUe7J3Yd8ej33NXmK9LfLGvld9q+RdztuxrXnZ9ves7LXJ70NG/F0Rrv1ejXFt9ReXmOY5/xeo19gWiZHLOfVArvAzclZiK1H6WuM/7HMTdrZlnzmbv65rTGbW8i5mjasMA9NVbeQ5UJToVNqCDTOdYPxkv6Q+eEFsFF1kKz/2De4c327/E6NwB9zqM7gnhnvaqX7/pr187r+nFmAKxBbh++JAZYuOTBIvI+Jh5LwyT1pac97S+CGHY/ohofyG8QdlwPPmq/Hq9OzijzQ/x9e6fN8V95Wmce8t+daD3GLfxkYYP/Nb37aZ4s/8ZjuYt4YRw4IhPvm4aYx8WPwEI+XRHyGhuYws5fJAjGuEP1rO+C9C//FR86P4xM4+M+I/ZNThs5Q/2Bat71cn7kyBNIRmFFliX8RxRLSvZktdKwvsEuLxAmwXF4+Sx0TuFlw0Xdn4D43Zl8dnVCKXiZwA+Dp+PFqE4y9/gzUyv23LPnoIxnyr+4qynNSOI0kh7dFRvSHarKBbDwAAEABJREFU+xAWknb+EV8+naPLyg8oCpstEB2ejucMh4ZvrEiP+HanT+zcx7ZaKga+9sAiYeoSSUqxq8dWsrT1CI8u1/2ZIvwXA7xTRHhnvAWvOIw6aydODmmJKbP5cmLQVEkiRiExIG8+PR4zDtpyBtqqbbmtO+Ml5b5J2qnpUaezp72DuV/Mhyv87OpBRtr360FXz5l143B+ztBbC9YfiKXC/TsCaoen/VBpU8ifdnruXI65m/vL1geKU/4Oag/FzPt2/1zxh0b/aIU3oC7+gnx4+tzCdvn7ue4Q35cT70Q3W/calDTfbKTb/JFT6dj2yMZy6dhOKnW9j7CtTCp6+aHFk/Pqg4gXvoP4U+HJekfsUs3TbXqH2zx/7tG/qtveUIg4tyPBbXDV33v09B63P8zrK3vpcc1TF6em+U9BsxYzZe2ODfyj/gitXuXtr8W70pjbIGb35V1t/DF+nQwH6/HsIAaER9isZTTt6WWQXu3xZaFdcuT5dYQzB1ubU10q8xCSq7TCECm/EDym41RfqGLE3kiFYq8JNPLi033suUwPDLmk7v2l639a927/Fcg/OHoN3SlzLNWEECM8qDMYBxKTQIQiMvyYWDDyYNtDWP8morQF+RPPnKKUGAZz9/egzfv91j/XojvshHs5S1bcwLnaApe70y/6t9jaucyXktjCPwG2GGL/n+jgFkyCeAi7HvwK/oUM5Dn4VEfrXnxME3v1FiNzd0Te4pkwJIW0gEIkntl2UMTILcMf14yRRscQH+EU5Z+NVX4GSPW5wP/0K/zI+iugHv1aX2mgYyQpErrGiMz1wYfT4KOnZS5nJILooPxBInyMRuSlHLSXIUVUPvbHmIKtRBmfSflvmo7EsoC6bE/byGOGQsQ68BG3RdBeopkK2KdP++o58Ty8F/ZTbfzby7+z8u8o7oX+pDM6fiMUCeqyyPmVfbn4xRu+Cl/ur+bd7j2QtFJfl5Yq++5h0bjNSQrO24poSOL675yMIOuJ62ZMb2eg5snUc8kWLe/fF8hZTylMIxIqBjMotvA8beF12xv3KsPVQ6fkGK+aFl1JIS0Y4EtvRhy5R4Z5ijKtZfMgy6A5A+i8+Kw5Md26diRb2bZsu0fAxJldSUt+4Kha5tSs9AWMnm5jibvm5B6XupLwexy+WTeRsEMwX1NiVa4wMras3lRQ1oE7XbEP+DU5sf/qu+Wr7P20zodH6fsjPGiBvZ1BY6jI2yP8gdtf8TYD5Hcr+illh3YLvkWd4Za966/21/PwSJd7yVHVq+R+2n+Vr50fSfmBgcuu7jsEUolHUm7epH5YvUXZNehG2iE7+r1czIDI321cdPaQmm9aDxm+xEgv8fKdTpy/Q9TAUmWOac/HsfZzNQ5nCx7bVj++eLzjRU/qYuQBcAsej5F6V1jwXJR/hvW3zeBtw2zeki7tJ9KxXs46N2HPx8zXC7LKPkQ94R4y/F4j58E4joKZT26scwutD6fDz1SF+kVIwRiFJqj5kRclIy8cjQQ9B7aMbTKwZ5RpUhMgzdmPlbWbCsoPAwwocz08+35uGB1661XU+Pc00UdSX0JNjvv6WDhut7alln0dSp+S+3EVdNgxb7GLOe0kbxb8G+5r3vOkm7pcZS2dqhZShjoStMWi8P3c9mX/tpxG7vrgpZEyn0kJsz/uRh4D7Fva89XWb3lhb1ieppdXZ5RdJh7F3q8XqX9y3gJNhnXfh21sjHT+ODYyWSsS96I1nO3rMdU2xpGnS3LNbSpauJeXwIepIK5bSMH9cINwg+G4W1xq9W6lGuLKcGo2rYSlkJiLxgitcPkSiovutdrnShqu5ZbmuuaCGkvi2v2U0Vz9dsh/W5PxHYH/9Zz/RWIupa6/psmZRfOy7mz0AOM+ds3y/GJNNjSNzCUQyMwHfIIfWRMVZW2IvsYOba6P+SBTgDlS505LncuKvD7R7vlynwY+xksKqYErvhCO7Qub+7Km3K+74HEiOo8lJEwNBsfTKBJCY4SOwfwBn2BE6ZP59Wk5c+3TQJ6peeqLTkSdD5Xa3xa4efqUmvm04R9xjouQ1DElE3wg1ZBCg3lTo/LQXGcZwIUoD0qTL9MjjOjscWVMMcynpBy3pFy+dZE060vXeYy6rhn6rrwVuvdt+YjXVFFTVynpzDUtrXyu+Isvzt2CfEdinabVOvMYXMHXpKmO4itac8+f93N1rrTr7vlWH/DA8xYPHPEUcrOvyVt2VS/sFZX92fSLonvlNG9D9tDdwv6WEWwIC27Zu75t8y/neYK+3UMv/ttaxxqeD5K4T97GsZfvrunPjFsfYa/UP9czx2XYi6lhfo1nx3Dt7ZmSbhpLujRXpKpnl/1+u+YnwuOxRY1TUmVPqe1PFb66kpt0jmmi5s+wDa+nax3LTSXleWHeMmPF067Lj0AnRp5ZW5T7zPph0y9ZjjD/6KOh/EBKe1ufiG6etc83Fd+l4KDf5fsb/EriR8O+YXez5lpSnnfSMd160Fbw5rJjPcKbmz50fxRPTz6ydqvcvFHLpv1GnOUJjE3wIkYsroIhxAuYMwT1FQm+gPngF4fjEH6JmFjoKfNB2aCeyUG4lM2n2PFTfWRqnXtgfwX9PrdSUbgfjjfCMUU+XN6DGEZAhfNfkQ2evZCX6y7cvwvaqOUp0FGVFNIatT9XaMclY77kplf/t8k8ZDVX39W32n5L3xlL7vMbGmjjN3+1CetucZcta9n7qmE/V21fp+eMsqGufpH3ytZ7XauXPfEyO07xTXFd7sBPVtSl4Dwvjarc8lV2Rlt98+zSXfVcx3qotKt0IOQRI3hEyDDvWeG/fWtYXsvbP5xxVE52wrNLXMJBUBtx7VdLuWlttI6Lklb3TArHyp0a56CH7AffhXYMHxC1fWz5B1zdNLF/K5luYfmfAI9LjbPypoblpoZ5784huAmeqonxW2HgWbKF/4Y4SBNioiOOxqT4hBq5jOuReZ/AKPxQV3gqMo/MbZuHJmhkxF9x0CV6Q69ErxOUHxz+w06KMQQ/JH9eTjFkftzRsqZHcpFOQNXJuZ3HLksKSbOVZYafHWbhlzJLLPc2a0vSS+6CnEam/vA1xMRPVB2K6MnT43KfC+e5xT3Wbo0lFi0YyFW5rZv58J2yIigV1LYlZ6eW/haasxV5UsSfc0hiSBdcjpz9pewXly1uKDp/N1TeUe1+vMPvn+LTab8F3xLOcMve9T8xH8z9u8N6xObuRoInmAeMrpr4hnBV90jvXXJJ73J9t98rH1yPdYKNlVXjpwV3yXS+FSJf8cHhVWLAznVbnjK+JOH7/2fvTxjctpVuXbgW1W0ne5/z/f9/9N177j3DO+z97ilznNiJ59luibjPAgmJpEiJUkvtttMKl6pQKBQKBRAcyursB9oHHDpA90tT3Yxd2vBllN3zRdIZYl96Op5K2tt4v8ZeE2uFbkwslJTjYt7o1ntVuzwG6+4EdnfWX7My+4aNNRU3qwPUlI2phKzlTsquuJkw/GCTwXlcboNtn27OduDi2Wx/KsOS8pqS+vQQf6R+W+m48iF9dnUldYs93udDT9ApsJTy/XWfspp2LCTb66Jj7mxst79JnvPgcAccN8OP1oV2+QUmi9w8dSRew/DtkymQOnLKvPuImpPZ5+eWv1h0eAsodg6FH3AtcDuf76bMSBTkOn8dAdtysw11aQweM7AzA3hsQ4xZsMz9DMHOtx5LiYGp9ediaLOUx9qXui4d0ztW1rU7xnftjtUfI8snbdfwHX9wBPxrpjk42PCBDebOv6SQ+jiwq406djaFO06HbkCfcci4LMU+fKrhSc36dv/Shne5D/WLlHweQdgauVL6hoaCieVdIN46uvW7eF/POQljiLE262s3TpT6aD9ebhs0/hYd95HrOu2yjLKfAYYYm0tJuLgfKLUe9YnUtI3oyNXhbxErjTtW4jmHTg1n2NZ6lpneJKTxMU75YB+nkNeP15LBnZifJb3eyjry7V6XT/RdkNeLXelixInkeuSmtg1LT/7+VGgdOrB7SQx5G40Zj2wbIq5Tyc8FUeiiolygqEOUN2h6UUP43vTFjoGmy4gPOMqa2NVE2vQ41Eue0KHwE5WHox9zzdf1kjj1qHhKy96aNzNKMew23XrzRyExUwdCUkgNfH8alcLw+LqwzOjJNOLlmGxE7bMRecAHOcuEcrb4ubMPjHiBQG7q8Pk3py9J6zUg9fk57c+v45ieoRfOFW7gmCbsT/Hu1nWmnzs8jl2oGeAQhGZ0OXflNPtDHY7hJx5wubbsdcObwCEoBg9pU3RL23NTqb9JSbvL5/bnKPu+GCjYeOvIN2GU/ec/cvKVO4IuH7EKdqkImdbR8KaGz8RC4fPihK7PWtQnDgkHJurGxJJC2o0IxWEf+zqvhdfZPM1zaB06rnP4MG3TselhWnVnzZxRup+dRtrKoidtrEoNX+pa1Ybc4u/r+utVzu05Z2Xi0asF56ofiBvUnOVpJ2paD5GQNbbzrnC2CLI90VPTx6H9HXwP3RmF4z4Fq0kKqQ8/yEji3o7oEOOp9nPkzYjd025IfR+k48q7e+nWisIQvi2wzHQMNOkcs8Z/QPyKaa+Pwl+XTvrIaix1u/twPIqGecNlx8drZMNHuK7IqYtm9j2ejEEs/KJ0g8j/D7by/2IrtCZB63+jblpjxFfqTOHL1TyX6cvntsdkapgvoHrrWNcljG3VzhM0TT3uMfRtuJcNOLc8BwZNfY4P0W99V3IEcvwIepm7Q6ltDDFmQ1JIfQzbuZz9MXNGjPl3ne7G7I3JrtPHWNthH83uMKbZl0n9eZDUV9hR8rWshwPa7jD7RVX53mQfvqgB7xiMz+cd1SepkrS9t7Qyr1Vpu15qZHMdEIoK/mvbSULSPRSSgi8O9RAjH8fF19shamx0EaGIIE2iPlYYMPK1Gr6hKTbX/5TvN/niitjsDKhhq+EzM/ga7idT5UGzg4vFjzkNrTtEEKPutb1WxKEY6/tc4x3rayjr9j2sG5aH8XDZ92dbGIlLToCyIoa023+XH/Zdyo63+TIPWzwC+wWhN3/fRhQPJ3w7ldgXg8h32lgco/ZjG9oRubE5Yro5NepgqxhFwocGCcsNAs5HUIdzg2Pbp8jKRV4P9KeLXX8zP616xhpH6DjzpaWncjaO6Mr9jAKhJOZ3HMOuJA1FuezYZ+YMX+e0fai70vj4u3YaDa9lr+M5sO4UupZ3847TFMSFfKquK9/dw13t7AjMWCezbd2UIs/rvq/r4ab6/hL6OWbOj2lzZKz8xm920+6mMMm31rr1rWg2cdvZyn94RV8k2iD4biGzyMZ4y/xnrKxj6rJvsgrvsvl8g8YtfuqC2/g0xKa+f7NG/7bbgztt4D2l4aa/fQ5ImrwJkbbrGh+mbd7VHBEBJsvnYxdzrUjNHDGJk026dqf4qcZSY9/tpnSKfI5O0f3c6b6xjp2dzS1p4sxvoQg/eI/B9qcwN3Z+mA/6KHSsn/E6K6UAABAASURBVKFsru0xPYnOxiqQeSyQsx6cRtxDpUnYhznAwCw/JYXUwA2mbEuNjtRQ6+6DpH0q16qf8nWO/NCO87pnOF5rXN2CK9oGTFr3Jaf5XT6Uvq1T+MjXwE1pH+dz0zo+L4wxvib+KRSmRuZL2ZSXuDVvZmrTgracXE60beFyQdbP8uDlLqDz2kiRlx3hyDToI0Y/BDLXDalvM/sQyeGYg9F+GqHjPERT0/8e6pRyX+uPVSox6NJrRaCdcpZPnAJjvkgKqY/r6HXHvouXmj7H+jqFzOfVHDtjfyZ0TjvrpJqdzcj39Inzm5PaFXe4i8BYBDQmbGUs2F3ny1hd23I26dqY3ahVdCLWkMR+UYUq0ym0jQ4g4tTZhwPMjarSBdfa1AMFjr7McRo1MCG0fhcYRFOzULGxzwWq49cBespjgx562MtD2rgf65vaH/OGecsKX2PYZcO873kyH4l7LO59qLd8VTW82/te0bB8H6xnsAPHEO5nCPt1h2FUhuVDI8QkHthkVwtJ7C0NDjQ7ou6xDcQWeaGtqTaLL8spr5t4xXaRG1E7RTdtvReg2DssK+hVfKKCh3tM15tRdlsTE1dkmN8gsakn3n8WBGerW2ZVmF2U6qMOSXkdSQ0tcS90yqikXGW9zPyhvpgz9ua5Q3aMRoGNUfnE/c3c/q6rJzVze107523vOThvD5/EOnOf74nm0E/i4F2nWxHwXG0Jb15QSept5tJ02Q8ohjSto84YvFG5aHoI3OYOcyPQjfjcNkWvuyEWHspNRf478qZFdZSiywUpZqF/szdrPYz2OS1kWU5X3pqazXxJG76457gU/lNQSZP7QfFHmtaRmroqVNQzJymk47E2BiNhB9o9HLdd6OpO8ZKmqu7knQhI03HaNQelzv+KL2OVItO6oZUpF8YsSxHefgoqysHn2AcrmnKPlCZRXlQXH4+h7qOH1uee7JoFm5zy7TjTtuiWzZwq5MJeSAppG1MNNVWxQ14826GyVbWrTYkbi2CrXRG4/Ro47fXWxZwXZ0XHL9CaX7AkHss7YI07MdtF17fC76K7xuCxeAymRvYfxhQy42DgIa7qDQ3mOW2hiqTur27UH2M0402YGKJxoA6hU5DvIUj0ZIp8TfNAMNI0+jTf2YdP0/Wn7nXXGjxV3aceY7d/SSFNoFX0uFu2Ryw3ilCFGVBJW30MVEaL0nY79zfEROOg04hQ+NN8m9uNoe1DymOWD2l/Tt1t3xKR2Y1mT9puOSax70UuKSSV4k7qdkPsbHBE5XA/HiuPmV37NVZ5Rtm6X66bhT9jdztNexbnoDEyrZlXGmvCsY/gKghf70GKZgWOUoRj9xMlXoVionck+u4JdhTKvfgcusPMoCoNyttFR9FSpr97ZzB6v1GSlR7vCkd9D2aZ6ZLyknuMlWEeazWGPQdZF5l1a6jLNR27rlBUI/Nm7nDCCHgWhvC6mMJ01573U2G6l25N38eKRcrZzFmVWtTQfUA3cW7XHbiMLY5uZx2exdkpfels4lztI5+pSDdUacU7gw2CcgRBBSVBmji3UYoGEUzOBliLk36YxD32pPPOo3R9+9L1bewJw7p677nLO6K9Opw0XZ218S1m//xsNbkTEIEcN+gnOm5uOe4eIOssDsFua3e1uyJwg3vQLjd21VW7KqfqJIW0HyXxOmVnSt7dCNf8lPI15dL+cUgbnWt2d/rmZ93Xzmp8fyzYqDz/+xW7GvZ5Pw632+3juryua+CTtJeUz3t3LjW8tINa8USQtLbkufMMWyApvM9Mgnpp0zZuw4d1vcsN6dP7m2OMn126y+dD6/xM4zaZMplryrOP+ZxQ5ca50IA37M/m8Sn5MamHxAPRNgIpvc0Iq+0PQctZx1a7QfyG9bvKszocKO2yt6su/MYog+RYSyPB5zdH3CLAu9zDoO9SlGYEuSifhbKY9ti1xq54XKeudG0bhTfNfcJkSohymDvUoS5Abe+R7Vxjfdm/XcgPCXu9uK5CHgVGUvgFVD5LedEZPaTILz8Z66oDtolg49/CMK4uB2vSdA169JH46oLi+KFx8ecsHZv764ynrN0uXceb+PX4QUfNfp1nPzwfg+qDi2Nja2T0xBoq/CGGc5tDGqB7irFg5gs7HJV9uPkhs0RndSq7PkvzOCVJbFd9HGdpfqu8tjvnxVR5vsUvWZO54X5IM5CYyykwyQRJoArvmbuW1dR8WI6BMGVnM/tp4GEMIE6UIUJctbewa+TNcKxRxlhHioIsR2WU2h/XQROAzYd56+eC5UYu3H197hHwGjn9GFizrLgYQSJZl7hX7SIG5TSyrxYfXRfUs6QjWJiasadsdLxwjWJtPpXmtSvnialRx7x28z2Zp5kcU+K/OfO9A9ijIbbtXc/j67Xe9qYvkXjq8fy34tThLZLO27/7GPZp2Slgu13MsdnVn+Kn7QzWAtef6KGOGF574jSf8g/9T2Ptc7DiWB/op9fyLhxk7kznxeD8O8ilO+WbjYDnqmBXz0UnU9ZtobvaHFnHm9IjWx7QTDp88W9tpnUd5ddDU9RtDnArqx7aRjp8LLmjs33ZH+NcHbAAz2V6pt3D5sj+zgEXV27QYi8S97t1HzG0P3MgfzC1c67K2aHkfJUUkmY1kZR1pR10lqVpJa+e6drbW+PzsOBTeen74119O7bb4Bz2OcucRqUYA8+ysRN0aruQGzlKnA+hxznmUTUPde7LNkyvA9v4VPBoxny3P/4HF5LMZkgiH1dNzntYdYjY/3H/XS2XrwsuQF2TR/OOz5zG1rPPNTefQ1h+fQRDoheOOf5cS8dz2DVAOZ/r0ewL5ZurPHcDaQseq3/ZMkT+lQs2inzfS/GuC+Y99CEsv03w2I/FcN2UciJm3Vg3MbC0gevm9nnqWI316+cNy7t9ubwLLO6svkvn0Lps8O7rjxWBu9FyKrEvcB3qni+fKiziwuGXp/twXf/2jbXZM7mG0tGQR8QOu11X9t8uFY2HiPYfLg4pQ+9dG13O99LcR8UW8ILrbHSB6KYO5Y7He5M0XtGVjsSlxKmr9in5GaPouceQeuXrFCSFtI0pm9313OWn9Bu5PR5DUzv/W/NV15rchTiJN9h35vu+NrTFFBuuwHzw9BVeWy5vYJ+nUF7bOjabFoVrpLZqSUMTvQRIzJlpuVdNdJGi2SvyGzEKK8p5C4CuKBc5xRs/6D736fgcg9x4xpfnZIbagSrF+/Fm6z6tBpgKZiiA1gg+az14H5JMbgzu/1CcyzkNE6LrsgPYwdYV8FwendaudLNz2/ee+G3FbSjzbtBvNVnyWAomle4q7iIwIwK+UHYxo8lRKt0+hvweg+WqvEft86j2hl9efJgfw9hI3GaIsbZFNmbjk8q8353LgSP29nO4UmK/j56+bwfXD/Pl5hpa8/o032jDZ+pyg+BxcxyNncgXq42X0naAPcaNxu3k5vm4PbbbOZoDvWLOJIV0PBy/Lg70YK+6be9VulOYHwGhCvLD5wGUVjd6eN7noOtUYg8r5eQbiFLYSQnCzvrtysNbbNu4jmRsbGOydR+c35zk0QPJ+Kk1wNWA3Z9rBQPt6/BCYyiL4ZUAwY4jXz2YG/t7LXD9GWt/iDfZF3y9Fm3j4T+pV+LWo4zVL33tK2/TOYgrMpePAe6e5cClo+32xsu85DJx8YuuLriziLnotuvy/fXo2WZNxhCW9xHoxIwPbs/QGlfxfA5rvLaGsttSlvaMlkVh/8fGdVvG8Mn8WL/84qXMFM+5cPP+4Q+7d+yC/T2zY5JC6uPMXeZoe63uw7n9OLf9vAcOOskyDYQTxXxOEy2uRLu/eetvnUBrg13ra6LDViwpr4mc5EBWU067gM6nPOrKnl7fA2GiByaA0ObEU5dOJba7Ogfz9H3QwXwcpH8KZeJxkBkHc6LB6Lk/oWvxqD7XPdcdhunzIvFcsg3OLPpJIzis313ahwZ229aYf5Z1NV1upqRip+jC92XtzsG62j7XqVOjn/eC6PKLsH5tGTpN/SJM64CCJSFfgWWKWCVxbwmgdSjrpQ5N7p+yaUDjyI/HOoXdJtPu6k6tpJD66FRnVlKm87526dqvDcR67INoUr1r31n/YxXa8oATWv8XUdlP7fbS8dytEZidPl/mtN9n/ybr94TjJl25ZX2x0GIXavydg102Sh2m5h7tumYReiHuxlybPi/m6k7pTfk1pT8ln7IzlE+1v5N/uggM56iUpzyasfncWDJVmuHN1EAOlPsiMYVh0tTlMfNT7Yt8rM0uWWlX6C7dw+vOGVtvood79Dm08FzM8VM6RXwdxy42PUsKqY9N7c1zjsvByBfzvq+iaEBu+/HJ/RvG+5M7hANDn4ZlVO6Oa0RgGM9u+XizPuMKpq30+/K+NK7b1evzvjfuP6iNW7iedNqz69l1a4/HdAr76qfazZK3U5SgQ8xqf6TSVDybe8n+fHr8J0e5Tkw5UsZFXAI4NsG1sYhvH+0PxKXxmOG5KyGHHhKBOLTRQN9d9yFmoo+aYA8RyCLxmLAHqquoZkATdlKNL/SVCmJQxvk0BGO0LNDtArWt5/ecqI4UheY5CvYwQkuX1FDgaOSNXkKay3RiWtqihn1qW7nrDMsN929qWH5K2OYd7iJwbAS81jnVogv/f+S6ZfOH2Pd6L3ZNcxkDprbl13jmC1w2umWn37oy17lsBEmBglSRODDoaLhXOUGwBfywDdtfYTRTZGtqWUYisdCH23WBWjhWexFoCpiuQadjB/vPmLjIpI2CBG+Uyina0aFFSP6eUt6WS8ptpD7taioXmjGyU0cPiKcSnIfIHcIe6NP9DoH4kx/2aY4TY9eCOe1OocO0HGZmcH0b893vzwrG6ovssI65LtP3oW2uoT/aNKV69Dqf8G0fRg0idDvI+uAuIvdBT+w/dQNqa869DPNTQCeRHM167JEpKvZ1n4mLSLmuCsvMB3VJGOIoFHZztHUbwem44ZgPssw4JIW0H/vt+gzYwJHqow5FB8y/JpFCrIMCVizdpw5gdxyOiTQ9Jje1jmG+C8uMruxz52eNxxeDWzZQX8+OcSlxZg6xvYZqTM9Bd92N8Zj5Ug7OOTZMQsU4j+WvG4vS73Xt3LX/jCKgvb7ylmSvzmenICmkPnYNYtZGvsvAEXXucx8OM6vD1A/SZuM6SP/LU5bmxddz+rmPXpo/Vo83o07hh6rMc7EplHuGk4TD9k5i6JYYkebF+Ja4e+fGGSIgTa+B/et93CHxUL3BIqT9CLvhX93wsKIWPCnGBhFZJzqfkUuCfTY6Wj3W3fQEn6BQ/OvSXX5Zb4hzuz36suPcnU7YrwlOF/ZtC7T1cugC0fiB0jCec8pjxva3oxX98X3tww/NszDZU+JSCDrXRk61zSmGny4H19EM9MpDo8c5aXZQYd05GDSbLOLWZN3JK9xZBx2W2GkbLMTExjRE8OIw2Af7WESwFxakyi8c25eN6Cf0Myr6AWEsKtTRUUTa5OcUAAAQAElEQVRdRdBdhl98ZqYIWqqo8KZBqe/KCl/qDqXNkuivobG5jrvPERFgkkdbWd5AzHOyjr+6sKwL15Wy+QFEOQOdbJkvtRidz6xcGvVp4uVvAea2jqG9mndzNZnELiItWLcLFniVkWphtdqCf9E0xIo1X3Pu1NAETFdYK6iTbQHGh9kwEOWlX35t7/MpRQrTmrYFCT6D4KQWgcxIMe9jvRpVU0g+zBdkwQ19SQqpjwjF1KfUmFZuh6L58gJ/jFZsEsxiSMrgi1YBUYx+RCRmQsxRAQslbNEY2h2TDXU+VXntm4eNEx46w2I4CIhdP6YRw2t+1qfd8BieZ1PlYbvrlHWdxjPaTo2hK59h5haoHBop1sLaa7HOO0jwA1SpYp1UcWHN9ryT0JtAdD7uyfuT90LvjQbmYw6C/iJ/lL9jXY7Jj+dusnJGhdsfihlmJ1V8PnJyUu9IJUY4RI1sLvptu3Ybnm7K4QkofEu747ZIUkgyu4WubpcvipJyW2lDS51pimSyA59PlaSTOHsaK9dxxXPSh+ep5s5lG6vY9d9QP6Uax/q2Edwdf5QIcO+Rn/f/KOP9XMbpeZnpq++7Z6p+XmqSeherquKGZwcOHV06IMi2LcnkfPA+fC7rU08Q5+pvwq5jPhcTJrbEx9pzuy1jX5BAUu/8keaVHQIvRcfHcFn+usNnFwFJO9fAvgF5/rvYpz+73gtstvKd4vwIEFihDZh65j5aJCjgzZI6iIlPd86H/ESTSXGarDmior1m2ye3LvT8z60E1B1+AfB8bIHh+d1DF34ptAX0NjLxsJkmUTMpXTh0uV/m0PNmWLYbftQFtNmtd9pa+7bBtG3CEZNgsL7tMjjleFkXNwL318O0+7eiZhPnZp6vU85/VppR2QaEZ1tsKsLr2uUCl3uggukKA/aMB/6wlu1fwVhnpW4fZYAMDq+xeQhPSKbXLQ7trOfFs/YB6ztt7OvjiPqgzyAZuA1F5LqWjsSqd74QzqxpakR0W2c+yicrlkKhNIpjUWwcTr1WDm9FC48Bcs7Dvg0xt79hu6nyXHun1nNyMidAWVdduqAjv5wp1EkFlzO4OXNy1XD4u6DZtQ9JIfUxNCppKDptuT0FuueWx1uRuDcWUKNb3+PrFALl2rkIhVFBLXM8s35ErPkU7IcbjI5wVEibIw/pxAaP9GOsmaSQtjGme4xMI43WMs4HX5N8vpoWNOLNdbDIPXFuu0GKigk2mvmtuX+ai0DXqKBifXQQ8AOMDOMgEaPZ0s/j3pJ+OgGhJNTpKAc8B0MsMFiw/c926rBMqoPgE+20hue5j+h9RKkAdutwXMewpYig6MHmQ1JIG2ThyFfe09GrRiD0K7BwHdT8EIjvjq0IpC3JfIHb9pFIXm5jxRrfBZ5IB+1qEqk+f7ex7Z3nfohm7hVeK5Jr48v4NBs1pypxL/wU/VxH7OnynO2CxzY17q7cenc4fwS6MZ/DH+CRz+UD1K+nKnn1Xc/GnNaJIK0xpwE60uG+rfvo9reDp5szHof7f4gz+WKxY2xTsTikjzvdLyMCXomSmhtPhsR9Mw8lMRvW78E2gN8xyfQOsyLgc3KW4g0p2Z9T4Ibc/Uy74QH0M/V8am0cOhwnOkbbsCeNya3PLT+PRXE03H4fxvqekk3FYkq+085U5Qz5KfbbQ322W8NYWmZfJDXXFWjXrut3oat7DM9Tdvj604VKh3YW3nYhg4M7p4n7poHiumg7Q6wr9zDDdttlDGR/8xeF/uExddGv/XxK2+MeH+++EdnOPp1oA8ZMs3+kHtx+iL32JhRERxLfHYypdvtr1i1jZw02C3isxZ3sLgLHRaC71go/ZqnUdemY3pcsk/rnrqSdw5V21081lhRSH2O6GhMi685R4a3rZ7IqFEbm2VacsDScoCzIf1mBROY+mm209myzwPLcX/Q/QleIDEhzMM6GiZDUIFpKOfhI4rs5pIaXGtpIt7+l8XqGvK38hUokhbQbTgIYkri8EB2uM14zXhPl2uN1QW0Yha+IWcXNVJZlPlhXABOuW5AsvzCqKjKFX1TwVF50sIDPUEQ/YRe5P0VAE4hb/3Hcbr2TBzrYxD9y/Lt87PhICgmEomqxgA7htTRE3jtSOAdLi5j1cfKzB9awaFnxlcEdXXUAGluR+8fEFg0+nutd4NRA60s6mJQ8nC41b/idxW4q4p8Gicym3E9+BnrbsO0N3C5ygDeyppwd7H2NzZ9lZV126XB9Dstd3cKL1aFej3+wAuf5Zzdi+2wwd5+d739kh9nXDx1+nuI816XlcM/YlCvpyzyVE4HLqOvwnx/dB+uWcN0WerBPfit8JueVLz6HG/cY9mGuVWn+WvUSn2v31Hoe76lt/pHseZZ7YDKbm+SUb5KHN9C7yk27yO16fETeJ+Pu8/lFgL39Ok77/JzCdezetb09EfClcApRsbu0sI69RhIVjGG+B6+3IbgeFh23oWk+LEuZa77MGy6VX2W6z8KP0aLvNtfB2g6+d9f7QTYxYn9ng7jQhO/m8dT8uTZaydE+aDTHK3sgxLG8IGxo5OtK5tuXx8n/077Y/kgKqY9uu2jbm1Yh1iK60PU3/fv6tQ5s8EG2Lhce8e4j0cTKu7U+p9ru2i78mP+l7hBqO3P1rXvb4JleA6Y7ltvm6xfjj/eJTzeYdc+e63XhM2Y8jj7mDYblPk/xU2rhpOh/iHxt8DoySj3Xj2oGUN86JEVFMqoLUZYUUh8l1tH55GsSet3+KaLBALiibK72acue1LcvNWUajx5SUy/16ZiyEErKfcLmg2Km/pJkMgpJuZ20TUcbfAFCPyuLcRjjfAr/Qtrve/yLzsyTxBCoeJdmumC+M7ghqTr8BUYzqogFMG/qJGfWR7fwbif8yD6kyPdRmAt/TF1XeFPDctODgO2D9G9YuZxrpqXrLl9kny/dPQGSts7BMlbBFMB2DtvcIK9V1lah0SbUvFYrr9s9EHtsDx1bttnpeCZrr2eqDtQ8qoHoMyna8z4cOyPSKoI5aKh5Y9nKGirmTDnudSjzfYoycejbb2SI20Nq4u7vHmjmvaOgooeCYcJzWC56Q9qzT/8uQ44+rtv+6I7P0ZDz6RxmPzubh8ahXb+f3Thvq8Oc92wpzTbhuXA5+wrDkevyFwWOVjFr9PkaWYEVQd7PkHVoddMXbul2bhs3HQdm5wzHGWN7RtMR80MhKaQZmG9ytqaknu6XsWZ6Q/riCp6xUbAf+ubKD3Nj8L+sHQWbskAY14yWZM+uaeQWN5fOOD7m7xYPfbZr0nSMbvv+Ik37PhWAfO5MVU7Ib3qqPaoeGGf3JWLmcariRsoQ1A+Aha94GDSfAb+gfr3HcP/lv161LmOnuw+Zd98ToThIPGWHLmfbcRJ1tjKKtt2k67rfQRTSBjhmu41ulNvZSYrZT37Y19M7QSB2GHVtQVErZa+TfA3ydagDy+dgrO2krHTeod6bhuhUf3JWUu8+cbZD7UR7bG5TqPnbAGn/uKS+jjRevg3jufPh846Az48hxkY01HF5TO/UMvdjNHvbYdbdbg6k8fNL6sv9D7ptz16YGqj09ilJru6hSBrqDWofes13FGyHGxKuzDGAfBFpZV2+q5e4rwmu2o3LtpUYy47uBlWS0Df6GKg1RXQbZuY3+pKysqR1PxZI/bJltwU57Dhj6ntEmQddfpEiFr7mO/ZbqMP3okPkJCZGM6WNaYZ55lnclFaZj6gUsXCflAWqzEcQtjCviMjAD9Pgg2m+m2OKb2pv9jtlT2+2z2N6S3k+OZtaeoyNXW1s39ilc446r5nGboJMoaZuG/K6HIP3HSDWpkHUaL+xXdYkwiOP3RakTf1YTCWFNI05Tvn5aI7e8TqbeJX4OZZ91KGx+I/KErp9NHZrXOwitWUIdvzd6FleYKn5DfX+Nxfef3rAjCaA+EYPSSFtA+GN+nHWzhhfHs8celZH7ozf/ggIFw1ImBotnzfBttzjqff24GtlhssIerz3HGRcI8L7jOtQi1zOTKz/BZfVyoYR7cfdWpbbYovrTXSR7bjhBtXYxaA1d8sITntwXYwMqBssSVv/GrOqqp5MUkgN4oiP4zcbR9g/vIkObzKzBWFax0rSLH6Oacdvjt5t0CnrR6wjqR+D2+DfnQ+niQBTO26IbcjbjkzHNXpSr+1d6G5nax4L6gD2+GN9ETnexO1sOXMCDnTec3Vgk1nqkmeUqxPz0e1D0s59dJbxL1ypG6/bOlSfu8W3XbxQymD5Ws/wQ6KpseYn1kW5/mxRbvqqAfwgnF+YYbhQlc0rO1GcgU4ca3/wt6hgrrDH0cE5sM+IuzZ26e2r39V2Vp3jNUvxAKVr2pS0c++QdtXHjLYRofgsP94zuvAgJIXUh+VTKO3H6v1stwYKXn+Jc2sOUD/rIfXHKI2Xz+rEH9i418LnNHyv866/EleJdo92XUFXZxdf9Lt0TL9b3/Cb+6OmzNmEH2NthzLrD2UuS83a58SPUBz0kRTSfhxktKu8Hhsva7h2xyx4de1Dt5NpXhNVUlMjKY9/Qi3XScrVknI5FwZfUlMn9anVPG9DSBu9Cj4DZRkM3fcfBVUoChbwhsvWDT5S4ShMHJJC6mNCNb9/y/dEKAj0eJfXwFGuB9FDM8/C+YLozPn6/o2XduZFnal/1en7N1PDbQO7AqZ94MDEQbfrmsJ7DIryX8DFrf34enuwc56G0Uau2IZjukFNPCbA3KgDz89oNzOFEnPQojQp54X/EUYXRT5Gi95YXbF7czQRP/dW85VGkVjriX1wJzp/tcV/ucXL3ut3CnR0rUPazIW0ze83rhEVj99iU1/X6mjG3Kc1sbDWNpp23XNdBKKPmnjPRUK3j67tht/24nBJOrzJoMVYNAcqZysy/SHpZDibo8ca9nqbg2Pt37WbFwHW2DzFz0TLF2vD7pqmCk4NRvgUrmt0Uo4FvKown7jDC3gKbEvo5fVawxuY5BoSGQkZ4LqMFN7fLhu0KxcMiynmm7kEI2DZGtY31oIOY91x4DF94pw39k6Ls7KSQjoGQbuIUPBhsCU4W5Qgi4tUrLj2LgewbIPIgUc/sDcLdN05pOxMR7KDPSLOB8+Lh7HDhWtVHTDU0o+kkPaj6H8uVDgq+RumPSStx2qR584wP4TlBaWulLu01N3REoHTLPBujHt83gOi/S59TtATuCJMbwG73S3ND+xT8MuD9f9ThgvOIkOxYC1WQFIoYhTxOX+I0efovuTZOLfnvp5t93EnOWEEbmIar+muXRyiQpAfwNlg/FJuDTYYTWCBrl8WGX6Zl8vskBX3TgtuYisgeFOjubGtQ+2fhXPZN5oG3ee9qMsX2S66NxTcW+3V+YQKvsZ8wu6P7FrMlUbbSgqpj1HFL0C4d+7EIDP4IiYEJnbBz29DxIyPl3h5WVroWDP7OwdjbefI5tg+RGdOn2M6Y31s6RG0EqtCZ7XD0Fy9YrfQsXZTMrphqbBuYKwjSKuYdgAAEABJREFUKZel3RT1fEgbPbfvIit8kV+aOaq5ejPNnVht1y2sdBO+T3sgNf1LmlyPJRySMisp6/qZpAtuK2IORNJkqMetR/RAT5oA4vbwuDrg/sT3IOKeZX2/g1FxzzJEpBWqyxjKS7nivZJ53/sYtpfvibBddUAoeAXY8YG61rlRksdkdWrNQ/IhPMnMmb4kejgAZ3JjllmmrL8WiNde2cgce/7EfIyhefLHMPVDp6TpWA1155a7/yhS2tg/5T5uW3P9GdNzjMfke2W5YcorWCgfjBTNfMfhH/d1eKvS4nqtE++dG9SsIvYT1mC9xgqOZCobXcqoo0v9DBbtHiM0N0jEsY/+Wk3F+Ul68xUn8mmGGWnenEkKaT4iFLfmw71szMFch21rru6d3mER+MPF1ueJIvH+OXHnE+KuyDxoeEUthesSdMgHbRLnWg0SydYN37Zx9OWv5C9gmgXwPswDWU45mYfmo+Uhgf2g/xjyfjGGD5H9pdLU5S1Qlxs3NGXeb7Mq7nGZdF9sT404+cfON0bNSQppP5oW3e9EYQMua0ywv7moxRys0O/DF78+sO9JLaDF9oUPHTw5/aHTm1xbPJfPMWsuJWU9vuJTfXyeHNr3WBtJW2akbdlY262GfyAB29V5R8sSzzGH7uvI2/w+nX31M7phuWsSXfui0EDh/yq+d2FBveHxHoN8Y0efn9sh6ZO77Hh/cifO7ICkkDY4trs558hc25J2qLonY4fKumqXnbXSyRmvmzFEnNcfW+fZf91LFRG+vQk+3TrzC2SG70+tZ/6CwhawdrFGxAXtMpijiwZRaEWd2PyHqNArcN9G1dOLUT+Dj3U9hmYfT3gCEhVGvmeLTVtkWXcmjQM+++xOmRIeS3yfA1OdfvFyHT3CsfNyTHZ0ByMNbX9EfCdqI8Dp2nK3l9zkHEoKqY/bEpn5c8XzOnu841ZwU2MQHSn4rxNDREceHrHRNBekwJefzFO96/rga3IXgW9xzY/kniOkhsaOj9TotIRHAhxG39IeKFQDoIxmBOKMykaY1ywf0DLPQxpjn07yNMw7mC1KX6ZuanumBZJC2oFo60wzSstt2kRiWz4m8RyPye3fGMZ0j5GN2d4lO6aPT9lGauerpd3k5aG81LclbcrHjFHSMc0+kzYpv4Y+doRT58O+wfsdunUOOfesX2B/E3vGNnjn639oMUDwzriLRLleY9VyK3afGpjiGcnSoBTUNv3WDcll6tvSHWki4DlpuOt9S6eyNMcP5nFwDYvrlud0ew6dXWHrjun0ff/xLLJs8tZQRu7ykLfMKPJCLZtC0TkjTdwPJTbgxM5f009TrtpdjUXUJkktjzVPKaGcj4SFyAiC4PcytKJseQrL+GoPvxEy0PB5XYB20H+UcqboQVOItvDUm08kTBs0PZmv0TNcH1nfbbbh+qxnG9irY8F3bD5pw16bSymxd0zjqA6YqKPa3XgjR7IDwXeQvLxymSXnC+seJP9Lp/VFvCauLbBjWw0Sy69BnDFOrLWQdBBQ3jsDXi97lVoFQSVh9rTA7N3xB4mApOuPlNP6ukbmnKqS+mv9up0O2mtQnlv08H3eFgzbSQo/sErK/scf+cP1cGz4jt2Y/EuUSe06IBYe9xC7xjzUnSrvsrG/Lq9o1Lguc22NvUD1lhz2/Da4IikqVfl8l5r5lhTlY87IZeTmGyjW/zGYfHvUpbnB9pcQDRHY9YvZBoE/wa1uRGVdRaZO8Lpc0VEVifqU5S4vuB9by9r6ShEVDRaK6KKbIF6gZDQJ4CARbAh9I/wvF4GpQX+cB1XwkVEGC++DfnMmF8pR2B7lRrBXntI7Sh4iHgpJMfaRlOukDR3T+1JlzFbUYofYQl/m6/s+OEZT+1lPzjq17hA9HdbUH6U8jIPLw7FbNgfDdi7PaXcdHfdh2IYpU8cpzTMcTFOe5t2mi5UXWVdwx0+cLfMCI2lrf5MUCEEc9aF1GKWxef/Dn5IM7e7Tvi7kMsrWmwLVvSO3Y+R+PWTbpgUu+7qmqNnb/Q7B64sX/Ot3Cw3PDoZN168yzfo442vjEKVOuU/stnr+xWYXXBpjHT4GYx7jARuSMnIZ3vS6kLQ2IWltfy1smXKeuSg1epUv9BZcE1JjT+rTa5r9wzaXlMc+nLMsnPiSlOdeamhfLVHso1nHKTa0ht8PDN0d3Qgo8r1psC/ExKfM4xjlQkjT1Ee2hay150veEG0VcxZHIfLHfQyRK/Z+2Z+9Sn8QheYcis08EFIuD3ldFFqufbtonPrD/dVwfW2vQa5/9TSG7bfLp3b6BPaG455rknnbHh9C25tr44+kR1yIznq3KnwJgcuZZ49cnxwW1nzRlk2Pw3zWgofWwAfisN4oMDh8KL2RDYl+GUjzHXAp319W7X3mbpqyfrNXTPNNMNseuJZHBne7mVoOH1CX6T0yFJEpHiBPqjBj0BvlmrohEjYaVFGjP4WNraqxiT17EEGX+cgTmbmzf3nzOnsndCCJ78//4LGHSfM3G3y06P0LquZBKPnBiPruiB3r2eg2HOHtwYh4p8gzICmk3dhp5AYqpd3+SU39XFckzVL13MxSvFPKEThmDeaG5/hKu41K89bALitb6wObktbnk+uvAyzt6v5kdZIOtiVpPU5pwBP7clM+RrdvAOmeNmykMDd7uFtNdClN1Uw0uEVi6XDfD28xf8BzzoP51hpN6ZweN318Ud+ES9L0ebun7tPFwmepEaHwx3yCTxTq/BIAZvJwmwInaxukuGDD8S9uF9AF92YNUiwo+896aZFCKBcE5U3Wle5408B9fcxFdnSwIfba4qQy6Be97kvv5skt0WkD/xLYDwmoE4foIGU+2o/rW/YPS+bsPdYZBijNDV4atrwrfwkR2KyJ806wrZc/Rdyl8ZkF0a8pHLMuxobg1xy8Ngnvh3mPY78dylw2cn27F7pcsU8XmROI3qtDNbYKiCb6kTGUUeY5XPUqtAK8lBX2nKOr8GHBAGzvgvPeibsxSAqpQfCRGl7aQ9HNSVP6EH0V3tTlvJ8X1/Fd2raHiXxIyvRcX5LyGIf2pUYu7adTbS2XmvbmpyA1OpKmVNZySdlfqU/XCh2G0HZKEYqYRLm+xif4dM+hm+SPGmpZt6YYcIx3weeaOO+mkZiTPob3P3Tz2R2SV9sp3U4YK4D1PgiJNaVuPRHsfebZe5SpFcchKaRxpEqxBXRTBrOkcZvXlTKS65q4ZvszDWyPV+61BwKhAXgM2TyWULe7nGLYvmcff1yGHHS4zRi23/UkFkkfietwBtfG4V633X7aLckeTNd/8hrGtz0eYvHJHft8HUjBftRBDV+zDjZgubEsaqO3dyHnAp8AubswLcBEE5AE8ZxB1jLzXWB3XTRvFIF5fMlthbEtFMXz0xKl43rCd64bRIzmHb7EBml4kHmsfmHCwM07sLw8Sdxg1/lFB3fXyGuDuhqkDix3OZDZXsJmcjto5I/y964vt4nSXo1mJSmkDRrxzXwPN7TJ8todNXFel++YsQiUOI7VdWVFz3QtZ+G6PA0SuTmJS0oL3e5DeeGn2q77OAHzuZlwTIY+S6zngVDalo21HTT7YxUT2wBrz3E5BrRex2tf+7XiJIMzk3XzKvZZuL6P8/z44rQc2B4osG58o7l1v0FVkcXov/pCwXLaF71C8/V/TvBGzu05zb44nSPiQPRvKAzuyeh3J/X3ZYkyR1/rZkpj+4GX5s30flwvYz5PyY7rod9KUu++VlJfoVdy3Rh6SgcVxsY2ZaDsIw1NvIQwAmrA5w0mxdjnkH7W7ctQ14Iu43768AOSX0x24Zfy4j6wamE+J4Z5w/JJKMHzy7tdyAFdx7IdI+2ixKPQbjgmeKsOq5QNDaXnL4+tgfky/GtDsQ4Nops85vvaPHMU/TEfS12XjukNZV39wg91bqJc+t5Hj/FFNPI/thX3MMF5m2KFZMWq9auFlKlIPvj+2Lrt+x/ksUaRmYY/ia8MvrLdA6kvXAX4ZL+CRGSBz2cnM7uwj3NQ8bLff2VgwZgyKIsxV2BBHxXIZeSLokNdpVXktvALUAFZ5vGtT5KagRcw5ixvykKPVz3ELMXaf2QVUKvXUEzc0kPyCmicq2LDN5LTfkuNfUkhaZZxK0nK+tKGWm5IMsmQNnwWdL4krW1Y7PPOVNrIpYa3fC4SigJVC/NTQGXysD9jkLT2W9rwU4bGbFg2pX/b5LJDnD8mGQ5wZnZ85UY76k9UVacb6gh/pem+ds2nNN0Os5NH3qfYHyPfJ60izLNXBvthsJepqlmHCRRqvkH8wT7phsbrmeyBjvP0dCi34QckPiOG7Xv2I8LlmPzQMWvB66GPyQazK9xvF7Mb3imeLwLsw95rejhfb9ezPOYrskOM1uydW6gURZaoTyzSGph20e2npuAzBbJ90DafZD2Kdj4xUS9yn2eFbylaSHk2Ym9O6Ncd2Bda38DReNE//y3zqOfC+iPwOBlhHgSxjvBdlZAoavgG9OzBkql2b8nBhA9TBR9/KaxCoT0SFLgqoBnhFuGP7+ONiueSLizDEnp1D/bK7XronSQsvMlyr9VxhUnbpV+bLXymDhoLJ/PzqE3cNnjch/gk5Rk/pMnZdIn6TttTY7P8VNjpwF3lXQR2RICtI7wOrSIppGlYZxe4bmVbxd4O3ekqTVfNrXH/k2gvElO2TtB9Nu3+M3PCr3PYvJZ7vuYODDh+Xgf74CStdaoQtwBaP8AUueuG2DN1Mf2pp6tuqGZq7nRD/R/WTZlYU8Pxa5C4mQpu27ZhvcN6OYW2pJC2cYjtxCa4C8evu1jvh+P28fIGwjbWNz2PHEI2hYq6LigODvczELXFbrtpvuLuXrsQyv+1Ro8m9nMOxjrAvZiDsbY3JhM97UOw8NQHp1EIWR9C1gfWt45FKHrA2IWq6GLsV2cx8pH6/Unj5RiZCOWrSYU3hyHwNcRj4RCB7EzY9p/9wttsO6681TJF23pCsY+x9RwjHw3iM2Z7qOOy9exPgct2dYg0jN/McmW/krgPaODyOOxNHyxZ2kUHK/jdCJKHFQ0rXrosgH8xv4hEuyWxddsl/IqXsMbGdpUCWQOao9PUVRGskgLBHwFiJdFuDeyteeSx/ZGQD7CtZQmOe3yAASJIQbMtlLqGojZxCHn5owGmGaH+HkDZevEZf6RmBJJC0rVHIo3bsNhw3DfUc7SNioU3hLgnG0VjLPstjfedK/ny/iz1dbyvUHW9o2/yaFuS8hxIfTpm8CR+jxm+FTL1vJD65V7lJy+k1oMuTXnfzGs9i/1lWNVXFPMt5YLTrOuIhqYo9ydu38C6fWx0tuVx1CfRqsA2KXLO+ds+NFNQ6i0139DbPDv28Nzw+HsgNGxheQ0U2r2uNrzW19mmHKPl0n5NI0IRPcToByc610LP4Tg814dgzO6oA1+WcGzYh8rOGBFfD6Ywt9vR9iONvf5GxCOiiQDxPoIXByxH6rv8rPXatPJavx4AABAASURBVJnr64hToyKsRk6Q5jML1xgkt+thrM89K+Fvt1z4CrnvkceAqXWftldQR4o+olde0XAI+9hFsWW3UV/3cz4mBwHzYxTxtQ/bHRqxLDHEBhVRKvA1M3i+WYM6ywqCGAeyAvl6C1wWdUZF2dQY9mxZ5blNEZ7raD+e55btEy/MvmSkhEHrYZPzIB2JmG7nLksfa4p+fXhfNvVHgueljFcaP6WkjbyrX9rNodLGxhz9U+kc62+3f9vYi26DI3hpXnzsxxHm75rcogh4Dsewz0Xvn3t11vvf+N63sz0djPnVle1sf2Sl7bupNO8csO4p8Wl6PeUIgpuFOPpTbhK2aeImoAEXXy6oiT6GQBS3B/buvN6U1VJot7fp3qdruu0/P55dhqXB9459x6PyOT6E5WNo9OqouVE91V+xsM3pvvr+j+kdIus+sBTeDy7mTbuouSnPIH51C6+VLpq+xTm+AxgVqECj3//2+LugW85nzUPf1F3pLgKfIAKs1UGvnC4DyXWK2/YPttY6NHEKHmzuHA0khbQb1bo+RnS7si6/22b8gT4SsQhFiWNlng1dRgT3VJFffksKfySFJLNrmgtn+8KR5gJAD+O8XwQZdnaBbx6LYb6gorV5U6MZAcKTH2M+nraTcm2cslrqTa0j6fRz1Q4zrxP4Mer+x2CfhpA0FH3x5ckRE8+bHTwd+nrQQcU5J17OVhmJ9VOH/5FKhbwK/8OUFDLN9XXDswgsa2CZ0eiVpKi0ioZ3XYPAZoObGHU6uhOGd3Tbz7Wh12hFyAyPvwcG5fouEE0cGFnP8y6+pv0h2GWrW4fZfHwBXwyrNw/XLQcziI08PbcsPMPrx5R7EmOYqizyomPVFpnw5SqjUS3BgPJcH3thvRHkgCIf0s4+Gzt4t2z82f8tMYj9atHc7290u+uo21wx3vumZVd7w7tVfkdA+w2N8PuEDRLlDfzL0zkIbO7rf+PJqThGtGOOds3f7rrWP09AbPY7wRd4vEHZsKxiHRp+95llpYyO65Xjk6K5Rm9okfs03w3G2trK/dRc51s3t4g0MRXIJYXUAa3Lv/CTOvJZfPRtddtE/7PeLBCveSZvLk+zW3XY70McknSIOuvTE35Qk5nKtmtMqx86tmlLn7jmgPXlMY+hjKBfV6TzqNvO0/wytDzeQ/ApR33YWfnpPJW0tdeGGn9a0hTO+C3dVE8M4ib7orvP5/De3aDcPIh9zghuMhrUDGcehjckLhe7wU3MBvRJPwGKTkMjL8Py4s4rxHzwMV9A8XYddoyxjO1Tt8nRMf+mZIf6LSmkPqZsSH09SVOqo3JJvb5CERJf0fm0LCttvZILX5Ka2zRI8IaX5TSwy1RTn/rI8kT7tNVf7hf3/FA2Bj8wWQcTJzsaL7bNTc33UL7d8gDJqQdzQNe3VbXEl0WzWWC31dlb5FeJW6HHu8YZwYlb7BxF6by0gz3r4VPoGEjKe6G0m85zXrPUHJNZijOV5vUao+OMrY+juCU8oK3b9+GX5L4vyZQ15Xsc378seMmzYPc39a8nLc9JkPKyhXq1fI9Oycd0Z8lSCD92gU2IoDR6MOhHRhzxkRSS9rb0OpmC/1FVqbOhwnep5bcV9nPMN6Y21kBhV5QmbcyILab/UMcwVuzujD9tQ3Ub/wTtwy8/D4V4WdrAdvuoODd9/lece5X5FCGoePZR3ifq/I8sIssSdSkCXb44zENyuctbdirsWn37+ig+7dPr11+nx76lmysdN9JT+mcPagyazgGqX8DhtTIGX2fXeyjhOIq/zfHxoK/rn68RY8AuIcu7CmxEq6OKO5g5KPpQSaHgk7+g68M9rAufjOl50fHC7koKqQ9fQ/bB7wisEzy40xqr6qFXsg6oMiLv9ZWdouz2kXmad6mLXBvyOwBxNZgJmu09fJ40ShjNjOkcsDZiLmwvG8d5BsZY8jhb0cmI7WbD9NGlXFujwPLNoIMJB8EnwSZGBLUOEKg6kK/JLRhIbuO5r+sUdV33saLcBb6tUuTWsbigH5oPD0k4oeArtj4Y2JIhyAsPeughiW7mwQnbDC0iUzaFKSrqpI3dQ/360vQlnXRIiQV5UoNHGDt2zZWupNPGpNidR4ng4FzyeIyp9q6bhSkDX7B8VlyI9zF6e8PGhrpXZ4/CCUzs6WG8WsF/nAd8h8T3Doxb2EglbQot53i37BdDbnpM3fuEswfxiIXoe8ahX14JRnDObVBHtDdAfslQUdfQmhvQmpcegFuTCh2BqstTtmwUXIu0hQj3XxAn/tz0GpjjfsojnqM5reNxTYIYD1tKCqmPoU4pS309SUHjOPaj0LFNR9slpAVRfCs06IsDld7RjVX35pvlWpZ6j4ZPlg44BbhhT1tYcdNeUOy64+JfofnGHyOma18i8R+nGg2KXtj/OO9nJDzn7fAzsC41USnzYDp0+658ugiszwHOiYa/vm3bKVbMD1HqDqU1Z+kQPnOPwnq8tN7BSwppHwKd/agUcT0k2qdYJyG50XEysgtxD7AFNtfR+4CePIWIr8ba75WVtn3a9auMm1DSD7GKWNMqIvPBRxLf48dUjaSQ+hizMFyHLo/pjcoS14eRdVJ0baugyE5LE2NsEMxHSqswzA9xyBwe6mMZ47H0FP1N2ZD6a0BqylP6n1ae6L4GPgpfqOXmV1Saeo9i5+N8TVto1oHXQhd1WnI2054kaYAU6K1RU9eHWNvNukkharvAic/00A36neirAHZw2JNR0CQnEgb6n7zIekh78Ml9vMUOdM+f/Xxwzs1HfG4fL3z7XGiXLzJTY1hn2RqOZLA7NahZnwanUJa5qfnlahXGysmdjk5wPehCsmG3auw1HN+tXNrUI9190M/aSuan1aUD7E6b2arZd7663rt+hELirmuARA4o4VsXdYi7DXHl2A3rRf5/bmI3Yb+H4CMQISZI2DQoRcDH1kdIDEiuV57fmiLNM18oougJSgU09zWD2obox4jAf/iYhTjgI3TB6Nrw9X0EtAjmZI3FItZ8kTNfVvPcckNotgUD516BFyURNfcB5jPg62XECphmXNEG/XKTbrpQrENRAkx795PhFozF71pKOTcQ8SPfqGoRwl+RNNXFRejikvJlVNBqAU89mliZOIRcUkh9pJQY50iwcIYmN3RoZz+uldTzfWeDiUqpb0PaXabDCUs3L94sium+Ja0rrb8u7GVYrHlRBkPe2Ii7z6ePAOeh5/Js+PQjvFEP9sWRzfDa/nCtvraN6xg45xk8jN+hfg7bd8uH2rrT3x2BXeugG/cu7/U/LO/uZbrWN4yltvC7fMq67HfW6SOFuD4VVPBdiBupbQQ3xwLVFnjXF+GTFKiFy5teqI4Ngt7jlny6czOHn3Q7MT5i3bXhm88huvXH8pM+jFSM9TGidgKRVxMxwBKhiF3wQ94sKKKusOv7MJA6CHijDuUHwPygPYg/rqyP4k8NM0RjlzOAh4PUoqbl0McV58VQluOLn2mAoZ7LmNw6cvuB30PZVqM/mIAp+4ONeHq4kkLqY1r7fDVljbqHLu/ybUPxbx+d77dX5CQw09SJXfB4RCiaT6FNaff32BjHW9jH8ZquVFJI++E2wmQX0dloLSccVsv2/A+9pWm7WXHnF51lg+MU08Glo4fNXNSh5qoxSgO79ncOdrp4ZKV9l3Rk6+lmY2tjSjZt5WZrJIW0jY0Xnn+XTI0u77JRIzSFeN653goEfDDXDeoQfAPzRkIGlWG+gDJt1UH/HxMk1l2DEC80aR8ZXb6ORmZqeaIMxYfGH8pbfJzkQzh32yE2U+tiTD5lTNJU1S2TJ+Z5iBrZFFI4KToJRje6dyA/6pg5H7tsj83bWrar4RdRN5zb05Y/hxD5+eRUfpLdiO0/p+pdixqv1Uhc+hPfiR0SdGScVMitC9geEk7Zt0zNF7iN4SQpKGvVz9Pm/byHalyQvDG69xOuzyCxVJNsTbS37izQp9/Z7MQeQ+57j8rO6iYWIk7j8G1VIpC7UdEHyM+z2GEvTl2MtmdOaLX7YNJoG9gN0x6CD/WpgXp1+JLLUCdiu+jK4XnMxhENgOnWLoGhLjaXzwQPsBzzYC3sR/kkpnsaXnNTGJ9rbLHmXLeN0mefeo0ur67Iey4bwOe1y/oNbGV4bdJMwvcCyxwwU862HJgSIHTzUXShifjWqzrq5WqNRDk1iwp12yY+JEBzcnRxEaouwknRxcX9WFzeJ0l6P3RxLyhEqi5Ivl/EMhZxxfx8XCk+rCLeL1O8fvcxnjx/Fb8/fcn1Ege3gkF3PiSFJLM9SNsyKxQ75s+OdPYejurAkZGU4ybtp+6kxG0Otf5BYH4P0j+hssdzQnPXNHXX/GQRYE15bo/FHD8kzVH7onT2xXPfYCfbtw0n62fOZ2vmKHKu2fSYdjkkaedevKvt517Hdf9GhjC8FLvseTFuxIGb6iQPzJ2JL0BZlUJVBRZrwESSQLWFOsTt4Db850KMbn1Oes08Nx3rlBQJ+8k38dAwMl9F/lDPnWFmw3Vx/U/TLzfWqY8xy2M3624/pmv5XIy1r4nEdbCaaD/W11AmsSYmMNQtZU9NLR4TWgTrKrUwb4zFr7TfR8diOdVmS5dYbMmY76n2x8ht/5h2U20khXQcpmwO5fZ5Dua0C23m3mvBmLt+rXsUmMOh/0NfXR7qXKuMwTRAHnsrC+ZsWN+U2V+8DnsgZm27RodCEMgM8w38UupglH4w59japD1oLPa/u/Eo56hlhV/xsqCuE+8KjBragj7qAbzvdJHr8cF7wxq06eqY73s0XbJfQwy1WRY7X7yU9kFQJIW0Qcz8FBtdKm3sSA0/01yr1qyCfBUksSOkmSdemTIwJ5j2g6swL3e0xoqXWkQ5rbh295HopwsUwxCa10cKFd8n6PYZkKKRQXYejs5OhbNWlnk/ayc949cvFJ83tG6NOubmTVvRCHG7ETEit6uZa9ZZnueGD9ZbgyVTugI1WHJuGt4ZoLzma3RWuX1FOf9lF1PWIHeg3DrUIGWI9doghWTUDS39Uk8n+DTvSLRr9FPbwNRwsVDzx+Oolcq57nhP4nh3rt+SAXFEBiFiGmKIYRKz6VRNGwo6CIl2iRZDINpxeO+Zqia8rENmH2YYYyo4xuuGuuty29G6jN1WtJeUNnsVP7HC7jlLeY4c8+PwiQe37t6jXBeuxfi+qwsCFN3yhqdP7hfC4Jkp3ydFYvdLkTixjkFgcuh8QtAFxXDZ1DAvefZc2g9JIQHeH1QTkDRqSCpyNTYo+zwYKksaigZl1w9RVCz37u4xXQ9cZYiVr0ZiXmzXfGM7QuG5zLTlpUUEMTHM+1k4xHsM5MlyaFQL2hm2pYgosN4IopGJdiJBthfuY23TtoMPvq5l7tewrKER9GFI0aiZglxAB3lisDke0PBiTbQxb7hcB4FRVPAVtgyZp14GMuFbz3+XVYXyf1UEfEjhj9dl8pcLBa7rQMS0oFosolq0IJFDsx20AAAQAElEQVQv+KC+ixS23UHHVqiKAsGvQdwr/5JzjXtRkbAUCGSRKQlM08VFREW8glBkOMaGZS0YcyqIVgZlUdACXSkio/WH/m0zTIWsUGzUsYhlXcXHVcT7j3W8/bCMV++u4sWbq3j++kM8ffUunrx4G4+fv4nfn72K30iePnr6PH757Vn8+uRFPHxCMjXGPkTeJ6YxVr1LdkybXfam6whUGNMap6i5ufGcwtttG/a/YLu2kUgKqUGWwGe65ytFWmtIWvM3yXhs1+lP+jR+X8fnz73t3DmTtF6X0ul4jJ4+hOyZJzd6oEFJ4y3wzTE3xhUaqTancyM48Nv2J3GgrduuPjlOYn3bfT/WP2lifR1r8ITtds3HWN11uu7Z4yV5r9zO/1BWypLYfrZR/LHeGF9khVpviDrVUXNjXodiBc2AT9w41tws1r5pLDw3nfUEVsnt+7BN6yfbm4XIdwcJhw3I6OE6uqNOgDYNYRxpNnLDwVeFjwPR7qKdKHDbGl88t12kNOslUc1LeFpv9ef52hIiqNl46S4/V9WM31gRvRqYGuaDFwVDFJd7lHY1vg7h/nugb0aEdve78TzPS67fUaaPnr2zlfGhOIRPc47r+DXH/ql1PAMsrmagxDHzp+7kNthjffv06gMhR1+Gsx1Zmf4uRWP7WLeBYa/dZXNnHZbdFyQfmc9fubj11V1vrhyWmVjEfQMuDYFS78j1rIeuPct6Stcs9GzTV/ZV7EhzEOidCE4CzQL9VaNIUbGb8RqlTU7U0LQBdcE1cj8SEe2CIkdXUvi8x2LXZe/RBqo3erDSQ1LGjXZ8jc7KmismpFP5X7cmTQ0Xm9nJ64K5EmtHiBsfmDGvCWSxB+J8ULUizgnUoarGygpAqQv/QpMk5pQdcZ0fBW3sU+BbwEf2IzV2Mw+bKf2YxU64P/O5jXVzIcT567EZkesaeZ8vsm1K821hK2nixZUKpS7fVn855MzjU/AfU5ankahpBIgiOl9OrnZjfgjfMfPZs2PjPsmg5FmYtjTWb1fm1vswbf1T1zSeJ9blIajR72KVy81Ok8qQHNcOLD8E2QztJUUCYSC0jcxTVvtc5FFYLsEVoHuqQxJd7sbcviRNq1Lncfjewn/ad8UzqPlm/FWEAImmAEnwRtgevO+A0oYPyhk8+2dKOQHzpim3I7ZQ8yk8f+Lbsg5vUUcnsFHLas0dVy0XqjBNWa/wUHQT9e6vqW9kG959WbZo20OxUYPEe4xGbxEpv8NodBPjqbEb0C4sT8QjUTdEIBcJtCYJuaDYILINYkd9dFAzvJph1fiRQV1irYm4FwTlWNAWWUhhvVUdJOZSXK1SfFymTJeWJfFeJjISiTtFFWJMlaEFpQtgagm0ogwanSqC9mGHVhGx5OvjVaQPHxuY/7iMmo7qhCoq3p8y7zIwn0FdpsgSHmQe/2qQfcfvZUYdS/q5ulrFBktky7Dt8JiJZxj4H8JHxhKMIiR6UST4OhRGgk+MIa/lGh/peJV/WV1nv5fLq8i/XGUcS+PKfa1ihWM1uhzYox22E331gC8JP4wgMStjQWIWpMVF86vSWvnXpG/JmL7+cBWv3n6Il28+xLNX7+OXx8/ih4e/g8fx46Mn8RNJ0p9/fxq/gF+pe/jkOQnTF/HoKYnU56/j9xdv4vGLd/HqwyrerbCbFoyOIU8dDpgxVi85WP0aSSGpCXS/6jyldB6zQ6uOwWwMG88oS5qhdXMq9kZSnktpF7VPm0mQtnWtcYe7CNymCAhnJM1Y3/N1qkCXUyE/IJm6jwEo7jy4zuyuTxjeqXG9Sl2v+d7W+/bQvQYmFPbZ3VU/YfJaYvd3LQMnbGxfpsCF+uCepmwlbnNcd94VerC7kw2yr5xPc+nQ0LodN3rL5TLfYA7parWKHtB1uYYO0Y2bbZf+LHd5jVIxQYd2m7KtdM9u8wUThgZiQsVySSQ4o4fEvjeGms2si5XL3G7WI1ilileI4oZXYT2Xa+xyj9rchFNfyitumjNw3/Ur9vGrFHGFgw3MB7bsq/BV+D0AtlMHtl1jZw3qzC9TRMEK3g8aNXFpgH3WfN0FPpR5qmvqUWSqI8PjB9lGR+7yqva4g7FH7q/05b4z776xnR9CoKWPQsfkuLl1YAZvYwMEHJsyLRKlLdCn//zvELgdQ2DiDEfjZfYLX8q499EzOHI+kwyRg+hv5mduZ/viMFU/Zn9Md0xvKJMUUh9DnT9OWXmoUkNz4dgvFsVwTo41NdVuaN/lKd2evD0X2WBZtNnR8IiPhfsdotffDRaGfrjc2+s5U11mS4eLyDz+EQW+b+aQFJKCrzjFR8LWqCGPynClKRewPOqxsmWG9RrY6gYpRNumnCKcyDSIoCYQyOei+VO0dTQ0QTe8SEA2SCESn+JhzUM27PFO0DbQzzo9PsVaHnyyDjLYcxyHWj78mumZOcDzA9UjDm4Qx3x8vh6NYzps23T7bEVbpKszl/c93pahGQJHW/l8S0S+Bft2TroP6PAfsswwfzYV+3024yc2fC5fE36mzawNZ7FXDvQifxpvcrsUkbhAJdNc77ruaqh6NvKzBnq1ExUkJoIkhOEEhWF5D+gm67ZQtQg65KBDfGm+YdrDa92spJDmAUUOBV+x/rRt1+XCIDdb+jF/KnhsknCjAUyMIUUbX3TTADVxaqD8nOfnuyFWtPc81FDD8Q2eeTMV89Xa5PEyVnyteLisI7hC0q9gOGpogmIizJtNyLIei6GhbgNQxExYRhVUoGpAX7WfvaEpOjISZjXGE9So7Vdbn5DXJNbqVub6lNsvoobWllOf4MPtKdceX+YViXKiPqpFNLgIr72GX+R6+7QkSB9JHL4jifjm3ft49eZdvHj9Jp6/fB3Pnr+MJ89exO9PnsVvj5/Go9+fxMPfHsdD0w5+o/4xes9evabtu3j59n3GK+irN+/jNfQ19NXbtyTe3uXy23cf4+37j/HuwzLek+z7gA+QcAzzmEisVpeLWFxexsX9e3H5lellLi8Wi6iqi1B1Cb2EXkAvQh4vyTgGyrmjqGvx3khBHjOWXiCqQgv0aBsVcVEVkbGAXIZIGOryq9A9cHmf9omk5DKu8G25qiMDB1eAg/qgn+CjTFOiTAnCd3NICtGHUTE/BQv7oUXUSbGioVHXEbbNlCCHR74Eq6zjMmh1au71rO/2iT6CeZcuIqpFODYLxlJdXsaC2FWMZ3H/66ju/wlA730dBDTi4n4k9Fa0u4pFfEyKDyvlROm7qzreMDev3l/Fy3cf4jnr4unLt/Hk5at4zLr4/dnL+O3pi/jtyQsSo89zgvSX35/FQ5KkT16+j6evPsSz17Qj0foCG06WvvkY8fZKJE2reF9X8SFd0OdFrKp7sVrcB1/FqrofVRO66W9vTFOQFNI4pi2eskanNHYaWyyiqXjtkp+m83Er7ne85gTSWzAFHt8+nGCkdybuIrAzAj4V1uDKpAH8r0t3IhTSbux0YEblvvNkXT/D1p3KdATWcRxcD6Zb7K7xWtqtcXgty5ObqbSNekTWjkMaX58RrTw+j4+kgx2V+m08xxEpJG0hQlFz19gDyVWXV9CMTn2Ctz0j+JgasP2jnQfXjSHwpd+gKY3pHiqz7z20vjQ9XO875ebiW8G9caSAT1WmPFtkGpRZmrFKQfK1ImEqELFEdcm4GzTlK9rXWb9Cv0DwAIOrDZDRJmoecPtAJQq4V8/8ErtLvGygWHILvSwy/LjCjw1SLAXwfslDRMEVfIFlK+ozUooa5AcUbPH8EQbDharxk7Zus0SvoC7t8WsFis9bFD3rdpFjTV+Z0jb3hW370QVVs46xNTWrIUpjbfsyK7WA7Dv6bdP2Psc4x3T22T1HvePfnRfzlp0T5xjHPptzxuOxDzHWbqjj8pjeKWX7xud6toCQOKkoSFrzFNeHz7NZUHDW7sfa8BGMpOyjtKFzzWiu4i3RGzvfx2RDd6fmyntkqSv8sO05y33f6WlysfOqh+thtJA0c84ZXVqyALmyrKl5w3Kj4ZWvUnU0NEFbCLpGBF1HoBvdlc1ejPBER+rYMW90RGdndb4eJkz318HmWnc+RxrLTVIucj6ZKZ5HI8LDmIs48KO8rppGXmuSQtqgqsSL26oHaVMv9fnY8RnGfYfqtarwKHa+O2CJj9YTi2aOEnPTwrIRHOKgUJ4CVUcdjuW6IXOw5lvG9VNoVc5AympqRksE6cOyphwBlZ9Tgu2slbMHZ72WpiHlmcH1qaU1Y62xUVNedZBIWgRJhiSeXzC/oq8uchvqMk3i2WGDdZ+0CXQCu5nCK2MR6tAUihAIhpFS+Dlvlf+R8FXUq2WYz8+oPKdSiVIdYg0FzyO5XK8iodedH0xFt2zesp2gb+sZRc+84bJpF2OyhLDoBF5G55PrkKUD0Y27eY++hxRc0YgIMUzGiP3ihoh7VVWxjUUoy6Hieg2sizAEb2qkoB8jmTZ69iVxbff6SeH1WEXN+jFfqOtr7Lh9oV5btWxH6LsNa8A6WbaIBN/oNrzL2SZ+hu1DLSt8OOHXyhuZsEFbkl4JuRNn1aKiijEuFlHBV6zxagF/ARYXsVhUEYaqSPznRN2SxODbDx9y0vTZi1fx+NlzEmJNkvRXEqUZjx7HL49+j1/aspOnj5xMJWnqxOlD/8rwtyfoPI4HD3+Pn355FD8+eBg//PRLfP/Tg/juxwfx/Y/mf4mffn0YP//6WzzA3q+0efTkafz+1H2+gJKQIwn721Pok5fxhCTdE/v0/FU8ffGGZNz7ePn2Kl6/W8bbj3W8IyH6npcWH+qU/9E3JGoWQ54HqO8ba8bZyBBUVYhrlFG1caiTIqMW7wFSrFBuUEd+l0RGdwlqMrAL5qCqFlFhZwhJjVxVSIry2ZwvjaSUC22k0Tuf6+RyxVgUCVupXXdh28y3aeCD7MtiEdXC8PxeRMVcW66K9rhhWx7PFe/GPjKO9x9XJKvrnCB97wQp5dckN1/nP73rhOe7ePbyDfF+TZL0dZQk6cPHz8K/JDXMP3z8nITpcxKoL+P356/jiefn1dtwkvUFWdKXJMffLBV19XWkCydrvw7d+xOAXjbICVwSuyKZm0HiOkjorkjmLqOKBoKL/R8HdExrSi4RnbEG55ClG+zrHP7fQpue14xZvnFGzdL7tEp5PFyox7yQlDcWqU/HdKdkkqaq7uQjEfB8jIjvRNeMgKTRtSzNk1chLgqA07r7cByUuZJSGz3E4ON5ncJA9Q9ZnIrNOeTHBljHNDyq0TEdjbcZi58fCMfkRTZuab+02968pJD6qHwzPJBJ6hvneuT2BaXS5TVfmLkUm3NVr61HX/b1RlEe5qFq78BNK/anIbb98og9B32s9zmq+zURLkf7oYtmG0TaPDioKTOvSVU0QJbLPGjQ2EnYVRWxC3UkHkimsaLeqLFb009B4iElUV4lRRdL/LV+F7kP/KkH4Bk11mCAPPeRqMYeY1x1UNNHRk8WPOA1/CW1rAAAEABJREFUWNG2NqivrYsPFPG8qa8pjCNxWWlBm90HeljM3zPW3m5bt6vWa3W+R31Ntz0GfStNacxOU7P7+9h2u61+3rUSJ9vEEDhFJmq2xZJC2mBb49NITj3nc+yxjUwPVlR1QXF9tA0l5Viu5TAJ2RB5v2SvMfU+mhSx+bUjuz8XjVIWu3cBb5TZz2iR5oCdbLCP4c7sw/HqKecxCtEYEB9xiBg0zWy8wJIu7/I07OcQkvI8dF/2TVu4Ts12jBtfgnnarrtOT8e1dRyPazlsxZIcig4oN7GYatDErNHp8lP603JNV52oxj1IyusrQtH9SC4bXent5yWFNI5zeC+M7gLVX8Ths4/dPO/gKzZ5o44qai2iJiHge2DXN/fai0jcb9fdehJYwUv1WFxEkMSomSPXr4hOvq/2/o6+y7ZTh3dUYVvsP+JeO7iHFgju4SMS7VJSpjXUiSSXhT/CjqL5zwqp5nwEwbOQWyqC2hSSgHngTSFZbxk5KUrCc0WSdLX8GF34ulV+mbwgQbrAw4UiLivFBbikcNFiQRmW6AQJ/oRXNUg5WR8TH1zINYnvnDxCUKj/8eiKiowQPTdwzGrKqxHUngcwWpf1iQhxqN0f5YSHNRSPIwkhPF1GylTRyDzvrqsoI8t1VdTo4y7zhc00AuvhSzJdo4pEn+NwdKuo6bRm/aygKzpZpYhVHc3zGIUV8Bry9NatraAfeS2w1rS4jAok19lHVYGpCClS1fAp1K6xQNbIVS1CzGGgIxCLKgIZQtpWkCosq5BViwVVF7G4oI1RQWmbpPC90ZLk1xUJvA8fr8LJzjdv35PwfBsvSVi9ePUmnPh8SrLx6fMX8cQgCfn70xeR4V8Hkvx6+NvTnLT86Zff4qcHj+L7nx+2Sc1fM/8j5R9/eRgPHv4Wv5Iwffj4CcmxZ9h+Q9LyA0lL972Md1erIOcWyyTGvGC89xjH/RCJL118taYVybCCWNwjkXYZK13EKhYkxhZxxVz4/5tpe29J7L1hbK/ff6Svd/HiDYk4xvWU5GmTRGUsz15GTtoxlgckXp2EdTL2J/x9gL+PSOg9zom8t/Hq7UcShMt4z3n4nvPwI7G7YoKXKehfkRYVPhPjy0VUwOWkiKgixEmnywo58+5fbt6/DN27jLhknBcX6FQZdfCRQhJMc0jKZUmtoCWUJUVVYddQtdaTGrnUtgk+8Av6urh3Ly7pd8GaMKrqImwjFuiqYh0yFtRrj4vxeY3kJOmHq3j77kO8fv02XvpXxKyHJyS7f//9STz67Xfm97d48OgRiexH8SPJ7h+8Hh48DNMfXCbB/TOJcMfVsf6VmPtP8D7ymiKZ/ez1O+aINUicX5N89a9U313V+ZerH5nXK4K5jAWxZs79y9LqfjP/rOuVge/LUPi8y+diSrFkP1wxBmMJ9Xx5z6IqGB5IQFFJCmk/ujdQXX7sheWYLNFzt13m4xQfncLInY2xCIzN2ais5kLDghqtmykf6/8MMq+7M5jNJiXtPZey4t3XXQRuaQSEX2OokFchbpijh2ECY4HOHNjWEOLKlBGBlT5iz8fn9V7ssfGlVed46Esb1fh4pP5APXZrFmp+LkobSSEpN+vKsoAvywzY0UNSbi9BfaPaQqI8gq6tDc9N6ch11R1aJ8OFFokbvzSh36p0iDr858WWMdrrwg+p64YY6uTyUGlQdpR2ouxbI3S4P84t532QJxF1wNM3e69aBBQE5TVcBvYjAmmsP4i44Y8tBOvQSNAk6vfAD2rFVk2bggSfwmsVG/SaknC3QZa7bhQVD+UtaLMaIHjZMAv0OTzy3Kbu/Se+1Yq0B/Uq4mAQGJ6zoouELIMxpX0gNrgVTr6bZjBb3FnHCmqY3x5TGg57dtkth8CNWCM+/09igDmWZV0zJETBdMSYnCnry2nneFjflOY7D0nBsVPHld4HBFN14HIDRRXikV/QgGtQReRyxaAEokXmI48Kjd3UbbtwW7Fou2jq6QtT9tNQZx8qPJ3NOvKaxdcuHWuYKs5NUObF1Ou+i+78uL4gtyXwqYB4dPtjF8hdSupR668D7KoWDB0LkZEbfMZfvTgM5qFbtz1ER2FbOiXp2ir8lK6kkDRV3ZMXW8fRnql14cCRrdvNYTyqQzDH5pSOOgMZC2c3ZlM2Grl2zofU1Et92rQ9zbcw0wNjcxnx6Y/BeXD6DqYtekyHIoK9ceBzmdu49R8mcuBj2Y9Tu4CLRpea34AWbdBSS2vauv1Gp2K/HkdNIyNxBe0iOmXzId5eAPOEO3z/Zj5oH8yB0Bcv3BfAyQNjSWLECcraN400kiJcf0Gi4YJnvoQRX2dtTPD5Oq6IqlIsQCKhEiSlFhFBCiicj6jQE/aUVvSIx4VGncsLxm69QjET7jdfsWgbwP0mru2hiIX/dCa4MO5dxoUTIRmXuc6+FDQ2iDf91/i1Bsmf2mC8WUZ97oMxJwP/k4h/xShADV/g5F7mcaYeIFFObttB5MEoTCVoNB8J3ggoEH2oqkKmLQJaVRdM2SJqcd5EoVXUUWBZFcll9OtEOVpdywrfthfjETbXIHmuglae6GeDxnaKhnrtLVcp3n9YxsvXb+KFE0kk5J460UhC6fHTZ1H+JO2vj34LJw4fPHwUD34FJOV+ffR7/rO1z168Jnn4gaRhYizi2UDhuIb9Y0FosYC9iCAmeaxJ4QRQ8jjU+sLYlsnyiI9kjfwrwHckud6QMHzx8k3+c7i/PnyCD7/HTySvfiKZ9d1PvzYJzh9/DfM/mBr5V53U/fxr/Ejiywmwn/D5Z+C2P+O3f9n5K8myhyQaf/39KYnHZ/GIJNgjkmgPSTQ+8i8+SYb5z68+JiH2hDE+ffk2noHnJMdevv0Qr95d5V95vl+mcEJsJea3umScl5EW4MIJxfuhQi8LTx31NUgX6Jt2Yf3FvdxOOel6Lyq3vXc/grpsu7ogxgsSrVX4L14ZPitXWoTxMUV84Dx7x3nsPzv8+sNH/P1AUu9d+E8IP37xkuTxs4yHj5/GzySPf/n9eTx88jIePnsVj0i0+leTj1kTj4n/E1Ni8AT+FYnHV9hzQtfJ3Q+soSv6WzGHNfMZnu+LCp8XwPOuoCrKR1JIKsVMpaYsKddVFe1bhLJK+Hx2Hq/8r6uurq7i48eP8f79h3jz9h3J0HfxirkxnDh/SYLZa+c5fj8zGNNT5vIpiebfPNfM+6MCkuGPiIPxG3P/mPX/hBg9Y9zPnYR//YHE9VU4Gfqadfn2Qx3vGTQkrmqBRVylKpasgVVcMjeXkVgLImEeGfcjMZdp8VWkBfMIEolT69Qied4ixUUkLYAHnRh6HcG+Gey1ig3vcnivYy9MUPPer80bYu5Fm6oJ3fW+HfijgBP1ALZzsDeJYBQQkphEXOtj30YR6Vp2b6Kx/T5bP4T/2rZTCvs4xCF2h22vW75234cYuNO9i8BnEoFd59XcIXjLmATbqQaoKO8Ee76kkHZgxDnMjkhPI8pxOo2pOysHRkDSgS366nnu2mtSqcn3KshKudDEDVhCPkSpz7RT73JXN9vlPsiywpuuuHkzLN8J2lrfsJ7tD2H5dSFp9PyatDt04gRlPFj7ABOhmPyM+zWifs5NYKS7oWjMTw+r+5BjXrJ02Hp32S3mwA8CFcGcQtmPd+3B7me3N4fXjsVmTDbP8hkn2qYH4JTnnhbPBvL8uDCQlSLa62oe5/xI1ysfP/YIST1wx43t/jcKVmxQKWImyuNXl9ZYH2LM/6EsZn+EZh8l5oXWVJfY5nhStsx8V77CVyP7S2P/aiIRL6NuqXk6HD0kEboGHg9P5eglZDGJRSi655vLDQJ5UAsSfItyDuJq/ocU5Vy0PI79MNZjm566nccjJsb0ECza+HTbTMWkmZvGc0k5xk2p/y1RN0Bfgxm+RbFrfFNDOt/d8XbEB7AE9wDtoar73wZnGbHL8s69y7Dtpy5ft/88vjLOCcoqGu1mqu2oMkJJrGVg2iJaKjVy1PYc2lM/rE7RPeeuy/uc7WHY3dzyZKyJdqmba+vEeodGuHTv9VD4/dTnbMF+7TGN0trU9V2aQlyCtlGj6ORmXXF+M5E1m3kut7zL67qOTp3ruQ+pMAB4Tx6l3YYydwTP1+AEzddk1Gv7wvqOfMVEMHLsi52by+uiXkZaXUW9vIoEYLjOrsLU8qivMp/Ly4+RVh+pX4YTmhXtLfdL9hobCZhmW7RLPMul/GfS66jpJ3gpn5CL/e/eZRWXlxdBPiMkgQRfxYLk2KIiIPkuMIIOQQI1gAag31Wd8i8aawdGVVQkfyoSRot7X8Xi/tdoVbEkaVawIiHlNnWd8KU1RTKOjumEAx9CVWixiIoEVEXSNVP4xQAV/QhZWpCYoN9wux1w/TQWEVqEsLONS+TGRVTVZYj+KrCtdxGWJeykqCJTVVED83VVRcQCOeu3lSVoMH4nfMPt0EliPPBuF/RHyEg8rqJJOn6I12/fkxR9G04Y/UZi6OdfHsa3P/wY//ru+/jHN9/G3/7xz/jr3//RAP5v//xX/B256775/sf47sef44eff4mffvk1/wrvl5x0fEwi82n89uR55AQTyagnJFzNW+akpBOV35HA/Mc339PP9/GQxOtvJCp/f/IinpDAevHqfU7kvSMB98HJr6uP8eFqGU5SPSFx+zu2ndD85dFj+v0tfsTvH0mE2pcffn5A+bf41f8PSRJg/sXfQ+gjbPvPqD7G/hMSXk9JnD17/TYnC1+8+RAvnfB7f5WTX/4l4NuPq/CvAZ34/LCKyH/iFvqhVvjXgRkJHixVkZC8yAiSlyKRaRqsKSMnQOHlOlBRbyTWnRNqV7Zh1EHSOCIn2+jrIxP2gTX/4aqOkix+lxNzV3kOP1ytiMsq/39FrzgPKOb2NAvbNJYJ3wx8rL0+6DP7w/lgPwWtK/te5fUVTsri34JEbHX/fujyknFV8XGV4j1z8IZE5LPXr0mwvsp44v+P58sX8fjFi/j9+fP47dmzeERS/SFJZieaHxF7z9MD5vgB6+Nn6M+/PYoHv/0WLv/y++P4hbn/hfX38MmTeP7yZbx79y7ekux8+/YtSc+38fqN8SZevXmT+VeUX5LMN15AXX7x6nU8tS/PX8Rv7p9k5y+//R4/k8z/8deH8cMDEuis1W9Zd/nXob/8Fj+wbiw3vIZ+ctK9/cXoL06aZ5+ekTB+zthexxOSpE9fv4/nbz/Gi3fLePWhjjdsp2+Xind1FR/SRXyIe3Gl+3FV3Y8lCdAlCdAVic+lLuMqLpiXFpy/lq2oW1WXUWfcjyU6y7SIJbYa6vlbxApZQY1OTfs6xJwp7wNsCDynJ1DDGglqdHhFiBscRe2WFKCU/ddpFInrQOJeiM3YF5tdiFv/YaQMMQxOrJgEG2k6BtjHpticuwjK0fZJGJmM2AFP1m7ELfvkNRFphldzdGaYuSEVj+tGumJRuK8ubqTfz6STblzW/Gfi+y1185O75Xnc5Tc1ST0AABAASURBVITrd2FXW9dttbXwGtA12u5rKslXhy21rTGM7BPX09nq8k5wRAQ8B262phQSD7+lLCmqqmKOmWd4qU9jx0dqdK0ibXiXzwGp6UPq0zIW9yk1dXlMLS81MklWOQwj63rMgO8e7McclPaSiHsAKHzM/ri32cq3SlHSyf2RsFlwcut3Bh2BWet65FwZtssPFzY4wFBvu9w28NIvaEVzyLa97eeYOXY+iY7He6qO59iyTgdMa5627Rj6WXE7jkO9U7l+mB32hMManFDbwTvQnPevA5sUdR7rC3sSKs2N3Vy9Q9xy7ADJCd7uhCH4LfASSO1Lod0UW7Oe/yN/hmvX5Vwx8uW6jJG6U4tyP5yIfTrv/HObOtUkHbbhul04dhy2OdXWdbPB3I3pTtk+VM7SOrTJwfr11rxt9syDjX2mDfJZmFZcR2pg6hiQMUAWAeVcrkDEijeSK+6Ja7BitHXUrN1VDyteNq9oRR0TWBKZfRpRs48lrNWyZWC6hnK9dbpIbGk1vdrf2msP3nZddl3CKzwP6yjzwRal8AdXgiagAsh4TysaCVr1qHhpXYFC4fEzjvwoEq1rsAonRS/o/mIRcXmhuCSZeYlgUUVAYlEpLpBZzy/RXXb7IL44HQwpCFtU6FVVFYsFIKFyAZwsXSwW1LtFIudag1UsSbJekWjxr76uPl6F4f/34Qp5k+xMwSkQEcREi4hqEVqQMFw0CUXl5M3XcXH/q6ja5A65LJJZK5Ip70n4vSF5tAwnuV6/+xgv3n4IJ8KevHgTvz97RfLkBfRlPHn2kgTeq3DC7OnLd/GcxMcr/38f3y/DvwxbBgkNkhQf6osw3teLMD6SnLhCXkODxJKAfcRJfL3ISPhthC5CBjrWa8A4qgLqqUuxIAGiWNaJhNcS/z/Gm3cey9t4TjLvOYmf5yQZn8E7IeTE5ruPy3BSrK4q+qxYY4paChGv6uIiFiTkLi5N6WOxoK5qZz6FE8tXS/oh/t1+npDgekzy0Ykr/+rSSczvfnoQ35NU+t6/1Mz4Jb4n0fTr70/jOQmjl2/ex2vi7Hi/+1gzD3W8h74FLi9TRd8Xa6x0EStdZtTQmrJ/QWeYX6H/sVa8JzH49sMS21fxijl0Hy/evCOp5qToo/j5l0ckZh/GjyS+frBfPz+KH34m6fXgt/gR+oBE1y8PH4cTsv6F6G8kTJ1YfUrC9gV+v8Lvt8y1+1syXyvmoQZBArPB/ciUhGF0IOpFWXk9XkZAN7iIqC6Yg8to6i8oLyJhH0F4nhtULG/knvfa8x7MvZiXBstWdlUHcxwkJyPsZ6qqSNgygn7cr9dULC4iVdhDZuq+Fz5PLr+KC7BwspNzZXFxHzfs20W4XaqqWAVItg8CCB8CJOTQOsFnP1L4T/R+XNb4yhqiXePHgjE29oQPFfGo8CdM/adxv/o6Fpyrov90sYgVfV5xgvuXre+Xq3DS1Xjrtfj+Y7wiUe259rp6/vpdPHv5lnP1FefsC5LuL+LR4+c5Af/ro6fx/Y+/xt+//TH++f1P8S/W6bckyb930tOJTpLnP5Hk/Jl1+oBE5wMnalnbP0MfkCz/Bfz69GX+lexv9PGY8/8p5/+L96t4eZXC/1/Rd3ER79JlvI/L+EDS80P1VXxc/KnF13G1KEDuuqopry7+FA2+jtXiq4xlmyxdkjBdOnkKVuaJU11drs+Pmvk1VqqijkWsKBvm66iQGYuWmm+QqOtD0ZRNgYIyIPa+R4JjtjcHYgooMeeREfkjKaQGWRCCGEGPsLfp8MCOwlkHIaxvQwRShHAeFmjvRiQxp2wsmZqfAJZiEjH5cVwnK6cqEi6xstx2N2ou+uk06PjiPjvFk7G2W3AyozMNlX7PQmf6cGvVZq21E60z+rq1cfiMHdu1rk8+LObQ/bHxcJxuXdjmTlxjIBL7+hHtxV48DyjWG/TGMbdfms9VHeodNrph69tRdszsSaHmWWCZlC9JISkqIDW81KVVrpe6MgXCKB+JcluQRNU22uotIm3rItrSs8DjGIMkV2e43ozpIXCb68AeSBoduzSQu6N2be89F4Zt27JNbKG1ydunyGBfyfO9k2LF58kYqLrO4fjXJO6HuI7NqbaiIqONj6StuUDlkxyOwxxcx7kx+3PsjbUbk82xZR3xtQtUH3m018WAFrCux3wdkx3Z6WizMfvnlO0/hzl5icVY3LfaOnbo7vTXOh0EfINhOOh3KLornzUCZd5KJ5J4mR9b4KrNaxv1EJ/Dp1wQ12uONSYcHwJRiUWhiPJRyrtoVhz52kra4k8i4bON8XcFw2udyyPdHCgiBge22Fafb0O8u6lQn4uxOG/3f5wENw5s6IVySJNDezjU/rQv0rgtXpNONhqLdZZxvjBtUVBj2pg0FFVb5fEbNeVCN7x9aVBHQ61zONy2wqcNUph3CBBn277GWM9XePFqWWEuwSU41xbqFkGbCpgK2kUVEQYWBMvhuECyHdMpCEsVylVdbZKdBLJKlDNVuM7nSKAT6GYKTw2tF6Bq0fDBLtygih7FZlOWB0ddE1e8pn1aI4iA1rC8pq4DmiuQc133r0sFNfxLUv8p2/yPZ3Ni023oxkE3MRaLiGrBcRkVybqKxNICVCQEgpf+tccHTJfQVfDSn0RBOPl076vQva9p5yToV4icEAU52YL88usIkj1B0sF/rrIuyQYSGVf1RXwkZh+WVbx4cxW/kRB78Pvz+OHXx/EdibN/kUz75/cP4u/Gdw/ir9/8GH8jyfK3736OfyD75w+/kGz5Nb4h4fbtg0fxLfqW/536//r2p/jLv36I//jHd/Fvf/s2/u2/von/89d/xv/z73+N//WXf8S///0b6r/Ptv/108P4l238/DB++vX3/Cdpf3n0W/jPeT55/iKc+HztX8l9+BjvSHaupFgRffJP0fxabxWv33+IF6/frH8Z99C/tPvt9/iJJND3JC2/+/FBfPP9z/HtDz/lX3Na9u0PlJGb/4GEkfE9yaNvkP+TcRoPf3scv5MoekTS0AlEJ5t+fvgkfsbPn0gu/Qzc7tvcxy/xzY+/0MeD+Ba732Er237wED8ekax6Fr8/fUEi6028JJHpRKmTm05yrnQRnqMausFlJObYv55MzPequohcB18b6LrdyslTl13fwZJ1kmE96sNryknAr/4Ul1//Oe79+b/HvT/9GfH9WOQ1cg/7C2IaOc5vSMI5wfzq7XuSrx/inZP1q5QTkcsU6Fb4t4jq8l44sehE/MXXfwon+dLiIpxYNAKfNmjWOos9ktc2e8RqC6xv161xEXVchMeSf0XKmr3KUHxYiTXcxxJ7xorxr7CxBJl32XVJJC7F43kViXKtKozsD7xlK6HjMSaRcE2st3yiokcZtmb9EQrsBPGo4yrVsUTgRLyT9x63Li4ZdpNkDewGfiT6S7T1ubzKtiNStYjFJXroux1bB7YCEGsW+XKl1ldix1zaRo0d28ioq0hGot4gVonzu7auLiPpXkadZfcYw33Gcz+W+iqWAUz1NVvo17EkeXl18VWsLv8US3BFYvMje4aTnu/iXrxlz3izquINPr1eKl5fRbz8UMerjwk+xdtlxDvq36dFfMSPK/peOrkJVuxBNeuspo8Vfi2pN1bQVZ6bBX71USOvPdYpJIXrE/WJuBq1FE25gpovYOKyDjF3kF28FtKg9bA8qN5V7DStdul16yR1i2flfYNzcAcE2e1uFgd7uadBibHpDrAQYxJMaZpGqlmgY8BeGiBYwLkf00lE87G7cJhumhQe6vVmOWyYpxuzDZ85ThLau87F4RxaNhfDtlPlrr0pnSLv6u7ii/4+usvGtetSin39n7z+2k5/OgMnj8We+H+6kZ62511x29fTrrb76vbZvrH6dp539bdrLLvanbWu9XuXb65jEwnuBA9CbreqI4y6DtUpw3bMF5p5/Mj0rINtjGe/GnbWt8TFaKA5ZqPI2HEJF9+MybKCyFe4gSGKti4pJFGKTKWGj9HPrrrRBgcI+7Y3vh9g4gDVYv869IDujldNNJ3CWg7DnDP5TPWAZ+17vQ8h1IaoQjxSzEO3bbHdlRW+1GXa+ljqunTb99gei9sj3joYy5bsTnBrIzA858YczVPtee1g2G6sPGbrs5f1YjA8Lbb3+7G4TMtsb7+Nzz6GswfQvw5NN5ur58nbYaW93traGKZbbmqkTUtJIWlTuZezfzXb7yojeLV0feztdK0gKfsrNdQVXqumnyemzqWbHY3O2J1XjOdoDCwijqkY9OWncvGcY53ro7jH7oIgcDTjDer22XFMV9wQrTj/Cmr4mrarDHELJWx2gdVUY34FsJB5l+mXtjku+Ys6bPhP1dIi/N7Lkghs5fqGJpcNzsXgTrCGFlnDV9FQZVpbd4AsczvDNniZ7Q5zIpP3gRUvyXOiM/PccUJ5Cx8bqOXxjnvXsTU2Lqsj8vhThFlIYqCpLvYKrahvIOpEEiFT/FDGIjbUvCgXWsEbLptWEfSh3A698CfliHgGqIxCG971QC71seJZ9Qqs3NpJUBJXUUBZJBFWJFOcNFgS049ko16/v4pX4C1wcuhDvYj3yypev1/F01fv49cnr+KnR8/iWxKbf/nnD/HXf/0Yf//2Qfzz+1/iXyQyv/nxIUm7h/HdT4/iweMX8Yv/34lPX8Wvz17HL49fxY8Pn+W2/0D/P9vE5v8mofm//vPv8f/+x9/if5DY/B//9tf4v//tLyQ8v4m/fvNT/AO73/pXiP7/MT59GQ9fvI3Hrz/Eiw+reL0KkigVCZUq3rEO3pGceU9S5CMJvysSJB+cOHHCxAnce38K3f9zBLQmgbfMOpfxgcTJW+y8eL+MJ6/f51+w/Yrfv+L/r4+fx4OHv8dP/v9k/vIo/1Lzm+9/in9++0P87Z/fxX/949v4r7//K/79L3+Pf//r3+PfWvof//UP5N/E37/5If713Y85afo9yVEnOh+SBH1Mkvj563fx5sMV8U1t8i0aii/vr2rqlvHyzYd49updPH3xOv+p28fPXsUPJEK/J8mbAe/yj/j3M37+Qowekmj9jTg9ef6aOXsbL968Z/6umv8vJ7avWF9L5jsRk7q6iMRaSHld3I+4uE/5Xli+BvUr9GqSn1kXan5FYsxrx2uo9jpqYb4mUVfnc7UiGWUsMmWJBUPLCT9ycuE/QevyRwofYPz/XX3/cRWJ/tJiEVEt4BsIP8LJPXytLu+HSPaRGQz3tVIFXUSmjG1J38sk+lKQ6w5MEtsAlDlHr4xUxXII2q0YR91BYpzuJwpl/C6nqopEvwU155mRoEZQZzgZaTT8IirGlLFYIFpE0JdUQRUpgldMKVYpBUcuJyEMfykkA90Kiq9530LLJVrApRDqqEEVFQxHiD6CT7ZZowGSDTN+Bf/By7wp5agj6lWKeokvzI2Tsrz2ipp2dV21VJkmZCyYIPiRVsrI5ZqxpQt6vWwBTzmlS8xfZCRdRuIcbags95twAAAQAElEQVT5Li5ixblZE/faiU/ivuoBG1UH1jOQJVAz5oJEzBPlBhV9NgjiblmdFHWKJuYpQfeDQfWOPBe07QkpYLa1F/TR2EU8etjGaMUsYe6po+lyhL/tVoHEfI8hKmbeWEABsZEa3cqOzUXHgzs2R6CZ9LnxO5le7vvEX3k1YbNHhQBwEsUkKlaiwYlmVVrUUMNN6qYqN1/LBvVZTjvrF6xllrPCt2NHxeCQMDyQTRVtb6ruJuTu36G+ib7O3sfo/Jz/3Dj7uM7QQZ73brxG+tjS6eofy4/0cxtFHvsuv1w/Ba7GHNdYd7s6vqubFYGyA8ubG2uVCeFBmAK8gMuGyl0ZD7Iud+fUv0gwurIu77oxDB2UFFKDYV0pd+1mvq3IvP1tyyaWSX17ltl/35AbkqJQSbHvI/V1JK19lho+NG1FotKYVlnX2NcxFIWxur2y0vgGKSPOIRnSbRd42tkWflLJ3niy5orOyRzl9AtjzKDlPbB/cm6mAXw+D+F1z5NPdFF879Kxbk8t6/a3ix/rV1JIfYzpDe2O6YzJhu3Gynl+mPsc0110pIMxe0OZy8Omlg0ROMIK6H0P212nPOzvtpTHxtSNg+PSx1iLQ2Q+6Q7RP4+uxLqPFubBWE8SOgOM6Y3JpO220lAWeBH52unrp6GILOvTGtl+xI6P11y5fxhTc/0UhvoMI4yh/NOUa7rdjyrVMRcY/KTH1Dxsy6/vpuSVdk07foEx00TeX9jrh2OZam79qbqbkye6AvgNs3UMx9ItN/vn/vUZvEIuWHAlGkNZv36m6AGPJHFOyhzYc1gNFU9bF3SLNPKzi3IhhWmDGolixYvUFIG3VdT0mQKagRbGVsjqXLZc3CYBrNRGqmLV0lyGX7mN7WWqtp422Em209IErem7D/RIkDT9XeDfAksL/DeqAe3KRJ3rjQVtKkBvs/eIRPuCji18CcYUa2q7imAcDdTyprBruXnLGmCZsahFbFPUapAcD2zgOXNRoUd8s2yRyzV1jlfCn9oJg0wvyGfcB1/FkmSFk6KvP9Qk197FIxKFv5Ao/OHX30lsPiIR+iD+8o/v4n/++3/F//jf/xn/t/G//jP+/+D/gndy83/+5R/xf/72Tf7lpn8F+s0DkqX5z2e+Cv8pzZ9JOhb8RLLwx0dPw78G/du3P8Vf//VTOPH6FxKvbvvPH38N1//+/E088Z/dfXsVL0nWvvmY4u1S7a/ILsJ/cvMjSZQrkqFLJ/6cBAUJ1GC5+IpE6L34SELmI2P8SCL1I8kU0w9pER+Jy5VlJG8+xr240n1wL5bV/VhlfBU1Noy0+DqCPoTdCpiKhGsFLu5/HQtoTiBi98NK8WEVGU7SkYMlUbnKeE/y6SP1y1TFsswD/gWJW9tzsjJIBJr6F541dSsSRkt8rRlr0E+uzzr3okly3gvrxwVJqcvLqPzL30vLKC8uwwlO2zd0YXkH1ON8BEmoVC1YOwvOvQqIBGNaJzOd1GwSmqtwMvMDCbSPjMVy2FjVIvFoREPriFUyBFXHboXtFsRg5XFBa86XVRL7xCKv2ZRjYx6gs/J6dj16PJ7FRzr+uKrxT7m/Gp06t6nWfdXMRZZRF8x7Yu2bRnXBeBfoXUSux3bjh5B10PaX6DNhI7H30HCts+aR15y6RrJeosAh+quqKoR9o+EXYVoRa8skhf/bXCtoyCEQiW/2Ij8X+ZnUVNZW0EuDYASq60j1Kvhq9iNkVcITYJl5724XleIe/V7i0wX8haLRdx+0X10tY0VcExPq/lQrDMxFwDf+KPPJ3RnIU11FMIddiLnI+uEPbdYeo8sYLB2Hdbs1w3Ib3DBt4O9uizm8493Vc3kbDAvjDk9Xdw4vbfzO0+CvtiEmN95T4KCsqKlvePfLHQ9t7BPi3mHZ0aCnYVtEa/vSxu+1MDOWF2RB78uz2hPclkJKKYYD7pVvi6Ofwo92gfXicYDsHC6zn2SzXmpmvAeaGoU3NYpsyLtsO6aG9yeX2SZH1kIddb0N256LnfHrGBnqdap6rFRG3xNPFw6Ys6EPR5envfnsao6OwXXifqIorX0fWcO+mJyom42ZA8c8dm4VmX3fGN7m9tVvtziR5LqBOzBGHqexy3vXj2FXm8+57qgp6DRyrI4d/zFt3aaH9nyUmr281NknqZEVXlJIDRI34gFkrFbcgK/C5QX2Ku5EBao1n0KstTW4k1OGLSe+hhCysaOR+1vS2pcxzWmZelXd8fYqpgqMw95OVY/JSx/HUtHhGCrkQ4z1PyYTNxzDtseUhQ+zgBOO/BioOssxN95jnbvtmHyOjJDMUbsRHY9jiDkdu80cPUnr81A6gMd4FeJxezdi5CPN62fYVNpuN9Rx2WMvcHkMpb5Lx/Sk7T6l88kqbC+I6z6MnevDNp6f4Zik432fY2uo47K03aflR0O0NCC36AhJs3CTPnt9n6s/SecyfQN2vcvPxbndmX4Jd6qep2ZqSt7tl1uNXHS0MrPnyzYN71GmhvkM2npfUvAf60fa0FxPJ0Mq3sSPYxX5/tX3sJOo0QHcz/pcGAJ3rnFs5s12r2FoflPiw613dO/ZqjqIJqDO9+VhhQwqWur3UmhETbyTwZXbfJhGRI2FOomkScSa5roKmaivtpDaetProKbvRN8ikWJ/GgivFsC0ammXr4LoIy/fQblBjbTG5i6ssk4wJiNBx7HC6hCOW+32uFMfiKQqahI2NYmLTOGTk0YLkkXQIGlUkSwTSTZBV7GId2T2nr58Ew8ePom/ffdT/Ps/vs2/+HRS1EnS//ff/9YmRX+If3z/IH5Az78gffTsTf6zmPXlnyPu//f8/wp0MvM9ib532P0AvSKpuSLhmO7/OfT1f4/q6/8fun+O+vLrWF2QtCVBeUVC0FjCp8s/RQMnKv8UuvfnqL76b7FwO+qss0R/BUyNhr8fK/pyeUmyseAKHzJPYnDJ+JvyRZhe4aOxtA68Y3GVKhJxgLW3alHi2FDqktAR65ZY067GboNFlvnPo74n+WTbItG58J+j/dN/i4uvGMu9r8LJzkT8g2RpXLRJTObCiVInOWvmyFgxd0t8yKgVyxb+laixxNerOkgepnWdZTXtEjaCMYuYGOa9Dmr7ynit04xvEbkN4yj1K/gM7KzQX2GrxlZNzAUNfF9cfIX793EfShK3IlG7uLiP7F5ocRGpWjRgPa4YQ50q1mUV7iMq1iI6K86hldd5EnED0LrIaLN0HbSuaAcCmwFVpougowjzEnyrg88JnYSdOiqStil4/UCMVnG1XMWSZOsSASRWvH9I6Bl1BO/UvQ+h3+7lVDEGbMMk6oN+JEXivwjL4VyR/NVIMBJYCja5SLYP6uUy6pXBmQ5t3o3U7LEAW3geKAdKLZDjg4B3pgr75m0z6yDPNqBBe8NeCb2EzDTgI+oIyoblgSwhy//7gewl9W17nEHSHAyR0VUhVZGfFxCoUkgGOmK8MjXMJ6w0tLFjHtsaQ4rSFOcwgA4+NXyifAxohgf+zv3TgaTgAKa74XZ17THgBd0TJocqAzGWc3TXdC2jg7QGs6jdqEOMtEHTrtG3PFG3BjaDcoMY/SQ7OVpzqFAMGuRmKX9H7jsmPtYVGqwPviV19MxXlBlXUpiLz/JDcB3gT4LPMmDnddr7zVl6YL2yTs9ieqfRHeur9gVjFDUbEpvUjrZlve7s+5yVM3wrPp6ennNgN2T7JuLH2hqL/Q2N8OzdSAppGrsckKbbVdTtanuOOs/TlF1JU1V5n5is/MwrfIsyB2WYZX/vxtL8FEq7MbrVZkzpDLKKAfsaaNi8qWVd3quhkaPMrSp3dVSnyHI4IfODwRaQR75V8+1ac+OWCFpKEWwVW0CKtXomMNLaFjfH4uHMiFDEbAQf60P+4IejsA+c/EwRcfdTygiEzPD6mQPrDjGn3aE6wz5cDnztgUW5dQ6ySLdkY3pjshOvp2P9OLEbI+a8akbEd6LbEwFO2dvjzB/TE9/jDeEzZ40D52jdjnBO8VSxZTfPdYU3vR5sz9doO3wqXM+jYWt7NZQdUvZee4j+qC7XBIIfDYiXy77mmOYXpyl8HeojYte1Tdw7NXdS6HFvxR0Vd0CJNmNYhRJ69Ffuy5qXvQi5rgn4H8k1tMbPVQ8prbg8rnh5vo3Eq8ZdfpY6929U3I8t8N0wbwiZCJwBudWH18Nu3Lz7jpscQ+KqFhXUa8Iv4T35+b6cdRLMV0FqVgzSCqezNnzRFLINhP0Atl+oWD7BZ0MTXQGseH1FSxvLNWuzxkKCppbW0BYpaEsvhUZQZ19sZYM6Yj0C/4nMIXh7xVr1qhTrlcQMY1yBmmRTnWlF+3Ek1yuoD9qmyLYZA/mwSJVIYNUZNRoZSlEb4VKKFYkIzpTwWbJMy7iqr+LD8kN8BJbV1CejSoE7oYsqdEkS6wI4AYZwSfJ4Bb2iU//Z0rcfV/Hs5dt4/Px1PHz8PL7/6WH87Zvvwn9e9v/85e/x9x9+iV9JkD5++SFefkjxvr6MK/8K8/K/kfz8c8Tlf4/lxZ+iXvw58q8+4VckOOuLP5MY/VPU98G9r2NFAnFFss2JVCdJr0gaXi0u4yN+vcef99CPJOUKruBXuowgGVej66SdYdkK3WVc5F9seiwuGzX6iXYbXMSKZ7WVHG/PlYg5POFZMft5i4SKZ7qoFOrQJBYCX6iG+C/8nsL1IIVYA5GxwkiTjKtJ0AH2uhXovf8kUVezN9a0W2LzapXio7E0reEjnBStiUONv4mxJaj5OryWFqyARVgWjC+ImxOYIoEp+FyGmjcaHZKTxClViwhT28PWKimW+OL//2VJvq4sZ1ymdfaBPilf1fYriJkioRPYsv0Fyd4LkqWXTgKjv2JcNVilyLadOL4iBo7LVb1inaZIqvCjimS9iCZ2lGp4y2rkhJK+qKvV0mj0EjTLsGOKIkOIZB6GrprYkw2twYo+c/xzXYoa/Rql2tSy3GfQO0yeVxHfCM/RinonVrvwfKKJh5FRYUfJHmfH8IMIIEv062Sp6wLrmdJvYF3YzdRyg/M6d225QXshj5YP28d8uNyixn7ttWRkvo4sa/lEXw0SzWpganR5l7dRuy39bF177FP4w1lQAZyWqaczjyE7icIUpSofrs/MyFeNzPWFUtxzMAI8o41QBAlfhvCSzTJU0EQ/gNfgftScJyEGiZHErBu5jEwggk6B4CWFoNYhhMSdfpKBlwi2YtrKYuRTdEeq8B2bYxUdWW7fKR/L4jnjYBAhTBiQ9pC6ZXhiJeIUHV0Jeacc7ccRbdk7MjsC7YLJk/sp+NmOjiva7/Ga46VeXr7PMeXcP97QSEtCnE+2kao7URsBSSHtR6v+iQjbGJPp9fcp8IkGfVS3js+woWUnx8R8DPv+UsrS4eeIYy5Nt/PNmm9WrTfElxK32ePQbM31nl5iVlq6bL5Q80djYn3btnGoXbcZxaGGJvRHbTOGrrq0O8iJG8Cu/m7eN5VFsIyLsQAAEABJREFUQ51riG8NRUUf4sZ6C+ubTbfZD/HwawTt7KtRhXh0nYc44OMHPT/ITWH/LfwBnZ1ItTsjJzJ5NjPCchfrkxr53XFYBHzfvA+HWbzTdgT2xXRuvW3d4TwR8LPjEIuRawJv2GKIvMenREIB5A3I9LR+eo3Yoq/PXWr+9iLh2hARvj1I3EPwvjYMlK59JOaqAfaxZj64vsda3rzkCz6Kei1t+KZcIa+iee1dRSJxVAPKvHx1gqkBZesx3025zrZ4BxpjEHb6sFcJu7ZtmG8g+tkGDmMjklhfcgGo5W2Z8VIX9gKq2P1BJSuYer3nwhm+yjodmpb2eThs8enKHsMYTulRwpgjkkGhmRMYDp/zBjOMVg18UAFRXoM1sw5YN5XLYAHvOq+jCr4gl722Sa6rUPjKIGGQ69EX5cxnGWsd2QKZ7Td0Ff5rN/a38RVn8oFfnBNhRAqf1zXOF6zgEw2MWjX1NV6sYpm/V7GSkaCLqLkTTyBIVDmx5QTTggSTk01RXYRlprGAbxHVIpIYeYUzC7wj2RkLvK4YLX3rkt2c5KcuL6O6dy9knkRoUBblIHmWKCfsmbfO4quvorr/VdTYvkoR78lovSVL+vLd+3j+5k08ffkqfn74OL578Cj+RWL079/+GP/592/j//z1n/E//+Nv8f/8n7/E//zPv8X//s9/xL//7dv8K9NfH7+MNxjzr0GvqvvxPl3EUvdJnn4dce/PUZMUXeleXJG8zIiLho/LDUX2UYu4SspwsvCqFsm2FubBKjH+qCKtsYigXUZ1EeTG8qVsVSf4FJCGwtQgsbpoEGEqYmoKpCoqkKzDOiHbFvXqKtJyGWm1jIBGvQyRRJLXTqbLqEhUyXLrpCv2wBV2IqpKUYUi8DRskzaJNrVtU7ZcXlesxTVF17zbXjB3wXhqxvsR/atliitojdVg7gzzK/owlvTk8rItOyFcE5eaMdKMOEZ8pH8nZj/g88dlHZkSsKtWvqbIPi5XcYXOFbp1YhzYCoO+E7Sgdn/Ur4B9cjLWfqzw82oV8YGv96yvt+8/xpv3HyKIi6oISeHEVaQUNf0n4tLsS3UkyjnB6b5BUIcS8lV4LlaeFxAJc7EfC/qiy+jBsg4kYQmD7be5DPxD1BxZh5lrZY2/Kbq0UeQbnSxnLIk5roHHZX6IGp2aMWaKnmlq22Np8rBOqTRvDMuW7QWB7OrYRrc85FG3SjvuJh5FJ9c5cI0G81wKpttIjLcg2CUNl02HyP8QJ+tgnOny+pmLQN9gtsI09nxSG/+5VFJIXVSDclMXYVpFQOMan+LX0ESRT9Ghfi63Y838UV+e16ah+224zTfmo1kXggKq3MJyo66TT2/WE9UIbAOClvI5Gzf1cce7+pIUUgOYXap/7Dpmz7G8Ds4WQK88jHP/FCcD9nysx+vCHXoRcGx6grvCVgQco0+GLW++bME54jwnYpqjNKFTfO5WW+ay6RRc76vrWH2um/jK+rvqTrDP5z5sZ6KfU4tTHD4D3Rb2t+uTy0O43NW5Fs/9xrXat439fMbjU4yhZoBDHLNe2q5mkIT5bUw1dDzHMKafxoQHykpfbiYpJJk9C3gM5j4kTaLi3Kh4SLLeXAckZZ+lDZ1qW8bapWO6vfXB84vL/pfEXk+8IsnrqsbXrh2K+b5/zJ71puSu24dj27LwOAZrD2P7+pusnxwhRo84pM2cSQ0/2TcB7tYd0d1dk08cAT+DnM6FdDpTn7ml2xwJz/mp/buuPTHfG7TWLEDePyzkApBfzVRctxRCoYuK8jj8WrimZQKm2+AVEK/4KrBgZzXgeWPs600BnUYGWvK1EVRoFxRZlyZugBqgxUv1zOO5PQm8wWAEZcMvFe1H8KFZGLCRqK/Zk2u1tfCBLPikDF+lB8i6Axn9ud9E24Y242zK1m3sp2yz4Wv4HrDrsl/0pxwfRQ1N2K6xu2r55DJ8DU34m7CzdWBrKPMaHcq+5HL3OjqXv4l4eGo8Fxl0mMsthbTHcFYXnm0QpBy9AkBKnDI1SCSpamjd0hV8gk/hREtFMkIkqzhLYuHzio7z6lS9scWZkGXUB4kvJ2XCiRqQSGQk2ieSYjV1lifLsJvQZwlGkAQyEgnNdLGIIHFZ3SOJef9eLMDFV/fjEtz709dxH1x8/VVU9+5HkMisabtUxAfsvf5wFc/fvo/fX7yOR09fxI+//pbx/S8P4/sH4OeH8e3Pv8Y3Pz6IXx8/iadvXsfbqyuSjlWsFotYVlVcEcEPKeIdSa93+P/qw8d49vZtPHn5On57/oJ2T+ObH36Kf37/Q/z9m+/iv/5V8H387V/gm+/jv/75bfz1H9/GX/7xL5KlDf7jb/+Kf/uvf8V/feu2D+Lbn36NH/Dvwe/P4tGzV9h/S/K1inpxnwTp/UgXxleZ+v//uVp8jY9fxaq6JJm6IPknEnZ1fFgG7VI4UfoxicReBR8tFVRNmZfqVyTxVgaxSsw/Q10fkkLSpgznBIslYn6DuUotwuUC1sO67PqoaZmobSiLiWqXV1HxVJDXUCxjwRpYuGxoFRfYcblirVRpSbNVCD3BV1lGGfsB73UZtBO86E/0VkEr1cESikWVYoHjoizkhustD8b98WoZV8zvyp6yF0a1iMTYEWW5E51LYkTIwkjJrRUSa1NVSE4sp1iuEsnkoIcIxSK0qMKJ2gXr9/KC9ct6UlWFES0fVURIgUmgWDGmJbEwNWrKCYsZSpHgCUamDV/Tvg4xRtwOY3GhWCwUjktizRrmxVgrbFRSZBqBKdrSBx5EYNXxCPpwGQuRKYyQobDjSNTNR8IXd0ej3pHlrcR8gUWFNx2WLeui9nwN0K0f40sb13miTQ33ZZg3unztcVgwQD8SYqgEkWhGgnZA6MOI3KBfF+jZvOsbMOOssYanQ+rDNiMiN7cy85RQGEOr1WpD8uGWmdnxNUdnu7nEeLbFIW3k2eVw+TpgZLhoW0as7VmeopHF7I9kX0pbDI+0zNKsZ12jUZI2vHUSnXdhLUkhsSaoy2sOah2vpVxu1+2Kc9ewzPVua9A0t5caG67LqPEZ0DzqOoGasadICJoyPE5l3bZP86XOW5Ht3xjcuTHWYVcuFCR/w9wdJ49AN9anNH6uGcv7XnG0s5A9jk+C4stnRqVzzdD1AiFpvcFJx/PX8+KMrQdr1j1Ju8d5jnXtfj9XzImH74rm6I3pDONinSIzX+eLap0vsr5wW1ZQ9A6huW3XZoc/xM4s3cH6y30PZRjiXoHv5rBOb8z/H3v/od7GrnTrwqPQTSrYnnOt/e1z/uc5938T++zz7ZVmdM4555ytQHY3/neg2RIlS7Jke6a1ZpuDBRQKhUIhdBNlUnP27crnQbQLaR7eu42OwdkOt4cZfYPb3t3+NtYns65zEGi3xj/Z0hcKsPZ30rCb7cJ3O8nvzGMAdi74ci7+2s3Gg/KLMfghgodaga+ou9hSGvj6b0X3Nlu/pBWvAdf3GjGGdMcHd68XHuFl6m8X8Kzv4hmoiR2zzEdkJzsjQhGfxkfKYER8ul5EqMLuLcB6H58MPB/QGEN+oP0BRTdXX+XQIlN/Hpxg0Ie8BdrnxSzTFoQrZt6yfMg/AMZnvezzz6r4Z6U/PfAH8kC/hsRa2opyP2VP8sHjbkjU2o7+/tavwyGdeZYw+meNlueuFvWsU/TnPYAQLYi9IzYQUuFtpzvp0Q5XSq65WRCxNT+UJGUCJ+rh9Axsid62sCEDpMvBdCiihxSSKpB65D4d5LYD1i4v10U6U1xuJKSL3k0a5keG24Geiv2VGsU+zpSdPDACHfuBFWcldWHEzDt9usMXLjOcbsm3yDko08sntanHRp5yyzhv2iOK/jYqtaU8ZtR5p4WevAUdHZ9HO+SpnxmXjK7sdKGV+nSCbqbdtwGZhAEpfsXlTm5JF8afbwf2wPyana9svvcKU2N72cCLCCXmUVVVqgjkBJEY4kjESzr2mE6KVJCZpwVzY+55FnwOCgI2iT2IadJLMdiJ/UooCqJIQTqxwuoqERCqNaKtUV2rhtboH1akfGjLoa+oI66KthK2BTKKUCYteFmkA7i1UlapGi0W1ARCR4uLqheWpDQWITB1Va2GeuvoLwHM9yt69uqtHjx9oRv3Huq6ceeBrt6+p8s37ugiActzV27o9MXrOn3BuEb6qs5cvKpzl66VIOaVm3d09dY9Xb9zXzfuPpT13Lz3uHwz9PS5S/r5+Bl9//NJfffjiUJ/On5Wx09fhH9WPx3rcezUeZ04c1mn/W3RSzdo9w4B2Se68/CZ7j95KQdDHzx7rftPX+keePzynZ6+WdGL92t6vdLo3XqnlSYI9o7o36JyvSyNlxULh1UtfiP/rdF6Rrt6iTW+QFAXhDHWRCOt51oTxrzN7AVt1rRpNJm20FYd/sr4OeE7QVV8nUgCxiLIRwpGihEJZkeE+udWycHGiqKSZ25kAt6eKyKAKeaL85kAuNERdO78jcWSJ+Q8UIKzKvUITZa5BCWfPOfIJ/RgtZJa1SkDMYezqmQqgqhGFGpe/5zd52tstX0V1OmwToO5GiBJsu1VoUJHok+Ze1nIG1fKoZCclDIv+iiuhF/KvK4S9lTYEtgU6FKhI4yoKatC1O+o30r0ybBPuo7+R6dsMHs7+tniswaZBh8ZU2hHWQZURhEG4H8UKhLZohuePkbGzgHiGtJ70UQdFV1U2KBOb0VEKGKA5tI9T+WK8q7B9h3px3artLudD7fYBnW5i2faBzL0azOP7KzOPG9IS+wr6LHIAPNEv7ZA9GODZ6cbIZbMFrTsZeZl5I3t6SFv6nYssx3mBwPbIxQRsIA+viLMNzbLIqKvM2PN+2RID7Rj7nesgwGZvOE8nkNDPhBoekO+T5P9hV6ZATsIOpzezeqYFsBrZ3C506awGNdglgVUW6Eo/AxlRYtttPxniIZKnZJysIukutAhzc1KUY16UBZAqUKmn0cR/ZhF9NTP8e5bNzc2TrfcLxv2bFPn+2BnJ9NBfqNs1lfzM+OKaiX2KyNi1k4Zm+DdkHKpYyp19IesIvoyhHg5Tf+zkDUyNLNPWpLiX/vVG4w12xrejb9N7D8ia19s6eiWAd1S8rvKeKr9Igb9Yoo/w1rWjcfni/AZze5VZb+27KXjz7Kv4wHvbK0yj7xZHfN2C+B3e8B1ja9jyVYt+50jltta8+A569gNB9e2vxq4en+Ce0gNNg8i2/OF/xXWv/UMur+IWtEXYKNtHlr8QNJBDfO/QO1GVc/l3eB1kFkLbsvYqEQiYvfRtOxOoNqBXxFRHpYiekpmTx07tWvenpX2WRgR+5TcW8z27ISdazECw3zeWeCrciMCF0evc9Zun/nK7zlrJx98KW83K3fSu5vsPH/miXnWHmmvpD2K/wBF9tNOZm73A9OkzJOeivQmZOF5aH9XMN/4+IOw/Qj4gMXpjgZkDmgM7fNyX7bDe+c8cnkKGJ4G9qD0h/Mq7YV9msq4AXcAABAASURBVLUvscCJEbx/AvPKhr7O85we+J+ilt2OT9Vx+fY6+813ytoPtswJ6jifmRvz4BMz0yRvAZ+2tR2ZObYfaNbOQPO29g6Sj+BAQoFb5j/kozlvgsKPXnkHW6mBHBW32beVL45MtsJra4B91WMnVeim3b58lkZs9xcyuxd+ssR9/KTQHgJBGdsChyUqqPAz59glvZ3Ki5dyJHEXY8KhvYzBW04jkwxmJsdOsxIfxnQznaRdZh/R9r5eRW9Fm0AzOCC7wa8pq3vLmGfDt5MG3UHCQIjU8F6S+3pj1qE7F/R9ch8+Bt1Wxr5Mr3eHtfVaOg7lMvId87uDOp2pW/KzsuwyYJrZy4yuUPoRWZmO5Y28eZ+GO5156+dzx5o3MtRooUO+Y8xa0OczdQzIlhcmILOF9YfMeC3thZ06ZXkfXhoRoYjYSazwI6LQDdkdJId7q/U6bWoM6e3UZYMap33Q6sPYKQGtxkEsZbm9qmLdpIqD4czqCylYLxz45jRCAn5XadqGylxiDvpOzllrkS1BT+SCw2IRyMyR1LB+p03W+rTROkGy9abThFPnhjXZeu4S+FQ9VhAUFeiqMU8KtRrmeaNarduHF9UCMkuAoOEISgCxibHerqzr8bM3un3/qa7dfKgLV2/r1MVrOnb2kn48cVY/Edx0QPPoyXM6duaCTp67LH+b88rNewRF7+sawdSb957o7uPnevj8jZ68/KAXb1f16sNEb9darbapBB/balFttaQ88s/gEqAk3aRFTQlQTrHDtoy/+S+NDv2XtPANdRYJeNZ6Pwn0ZK21Y3gLyC+piSX6BSp0pUNqtKhppgxayrS0wWvM78aadpSDSTvSujGttdbg3xipJTg6ZZ8zJh32Mj5rbUZO6EEGP3bIdYxjiz8bfD/txBiL208W78w3qUoBkqoKkE5GSJAd0f8HQMkBQnZ5hWdBmQwo5/NzdtCTvGl2cIkAQMcc6GY02Jdct1AaSShxwLEugccKfZk9Js/ajpJHBBoyrZhfRiJnWkWl5LWj5C4pu+02qwMl3cHurMdABrmET4J6Up/POaRZ2tRlPWgFuZQqBe0aUtAGUiGlKDkayICGlCmFBz9RGBElLy6vvw7/DGuwnQVFWnjmd9ybLLMB+BkEdRN6jIgo+gLePMiWV4S5JbnxZn1FP7o2mLslMgXAdfYCUlteEaGI+CRvi8CWDI3iO5wId5d0Nt9t9HDOLEPqeR9TcW0ti5jLOz2HSEkFs7GOgZo/pMP1sdQGoN2vwVfSULZZuFnmOlnOa3ZFhCI+xqz4IxKxVdYCER/zzI8Ikw243e3o51ynjiB+x7r1PMnFoVvt3FAyS/Qys8w+iT3SA93U6dP4pKQzNszAPOiwYUBL2ujMN+hWn6cuYyLWp1ifYk07ncl3SjItPPMLKg3lhRaZBK9Hjp5GVStxL6vqEbSW6TwiejlBvS/4G+QLi4sajcZlbO1Dr3FT+6lQ1p6pMfCcpgeKCKWUCuq61oDRaITO0UZ+4FdVpXnM850e6pmOx2MZti2iorm0gVClHkkRUdqv6Lt11PTdSAmZWZnTLjdcZp3WvbCwgCeFXgbKnfulQVMfvYY2txfsxt8u9++etx+GPrJ+yoA7b36BMyAiSlnE/ihVyqQvOj53/K1kJ2SYBuRrvrLia6r77XXh99/eiN+HBZ89D38f5n9kxV4zNSO9F4YbZnm2RfZLXh2G7Abrz+wXu8F27GXnfNlBbfzs8WbNfKruXrbsWHdWYSibZQsxryR+5bcDtbsPn1jfbnDX9ipz+UGwoYtKniOQ3/Vrw96ZH7kxfpa9XmeZ9bZf7NZIRChiK7L4N7PP9s7Xdf5L/IzaTXVkij7oJnNraij/XLpVW5+z/Z+r76N6vcpf7P2j9vCVeV/aIOcrHKBoT+g/8IrYuhbsAvv7U4jYWi8iXHV3eBLuXvpRidv/iPnljF9NwwG7+wm7PuHbT9T+s/jLPPCLzUVPkhnY5rg1br0Pud0B++2BD1C2Y9AxT/er79eR653Qz/IsjpJ3gNi7OXjhwD54CIhCOaThsP/jtGUNdOHYyOIghoNoDvQ0D9hC16cQyERpL7DBbRq2xXDacDoI6nXYbmRVHF5z5EYeAwKQErqyqfZ/BaID6Ai5vCP8jZ+gTSNBE31PhXbFrj6dS9rmBOUbcMBiI9/RTyPPaAsFhFfCwIeB3ih14Jc81Hm5jpAHXY8E/QhZHLV1xUcV9QfU6K3J9xjKu/15DPtZROLUVL7m57vTO/HM98Gk4XXjvGHZg8L1NtHJ+vbCpmy/7j/V3nb5IT+04frmmRpOG1vTfVvmZxfMwTxnI8JkCyJCET2GAsvPw/w0O7Q1jSRmQ9aU8fTfaSQGpUgjTSadVidTAqFS0wSB0Rq5EWUL6ghudmlBLYHEKcG8RmMCd6OCaR5p6jyBRv+crBz8HC8qjZeV/M3R8RKByUWCi2Otovf9RHq3nvV2tdO7tY4gZFDOwezigmIBOQKB7ydZT1+v6PbD57p8877OXLmpE+ev6viF6zp16YbO3birK3ef6PaTV3r46oNerjQliPmeYOZKU2k9j7FtUU1awvZldWlZTSxip7GghgBm5zL3yaDN1iAQ2YIpq6ABHbxMANiQg8A1NhoEV1sCn5lAaRAkTfVhpfqQojos0VZLoLQDrWgLucb2EGCdgjYvsiIX8e2iOsoydgW2VNSvR0eUqmU5HwRvA34MtFpUsS1naKgLKUdSTklR1Ur1SOIQPEdQLoKnsSETdaXKqCrVCdS1KtIphZSZIejcpLnfJzL8LisTEMgERKOToqO9QqnXUrWRWiK1HQF0dfBAsCcn9v+E/yrVHLhXCtIZfo5KSrVMCyhN8ArgJ1AZM14oUTdoKFRMtE1wBF9bqMtDKryeRlAXX6jIUkI6IhTRQ7Nrfq0M6VkRbZYGhyx1MQVDLLfBJDGfd9pr35Qi6oRSSgURc21bj327HeYDcVnPXkCk6DfdACa7baswJPvGds+BMWRL1wao4yCW5feCyhW8fwoo1H6Aqk+8mIHq+2N9W4XN38rpcxG2bzMd8XE+IhTRo5fc+d1tDLBERF8nIsqYemxJFhvFNcjOU9gb5REeD3qFo+dltqddJ6Jvy+kBER/zpE0eamlrbqxxm3niGtoQ8uKiliK8TlLJSSEBy3VdVo8O2sN6Blgu5uqWNPNcFXsE+0qHqgLmQctEa6nYkTYyZT1IIBvUCeqa5/LW8gR524JO/o8HbWuaS98wDU3iCkUA6kaEEtS2+7nBEJf3uYr9sWZ/dKDRcNq8lCrqVOjAZvzUsRYb/wcQqNPW1TSN1tfXtba2VjCZTLAhq2L/dFDRWCSoaiwtLWl5eVkDdfrQoUOF5/IFApBuP9FnTCt63MbQlnlGRBT9bmMeNfv2gHn+9nRKiX71cHsDbKthW5aw2fbZVufH4wVZzrqkfo7aLvvdPvB/xDLc/8Efycbri6+DKXCbxnwt54153pA2/7cDC3Ew5FemEfHpFlmUnxb6hSRoe6dxYVUoKAtW+X6QWLh7ISgv+IW68afaP7AHmGfzc/D31JPdVm9EX2K797KXab9X8ReXFf02ZVeEfDPfD1pu59tRHh7QfVDqh4gdQY9t826guH9tmxP28zx6obn3mfwcpyRdpyRmbxGhiJ0xEzkwifhYH40cWM/vqcLG2DEnMhjmzwY/uKfO4zc23uN8EOxq7mwebdflh7CdsJue7fWd9z11J/lS5oJtbZu1Eyy/HYzGTqI0yeht0+u6OwrvwowIpvNWWDQiTAqs0yiZr/G2g83W/zWxk5k76d9Jbifepjd2Kt3kee/bzP17p+xP9/Aga8fyA4b6Q/5LqfXN40v1ba8/r3tIb5f5uvmd1/fQ9kB3anMoG+hue8hOdf/k/TIeGMbCdKcWzN+OT8px/2aWlPfdx3gnLb8d75fYI70/G/ZBT3frn1s3hnKnOzLGkM6yjuCBaBPiM7NBGfcvf352W9rv5dN9hw2CU32e2rWBjAYDwigGSJT1MD/Trm1zeY/ckwO9Bwd+m8jo3BkJuSEY6UDuJtpZ0LLrKXYG/ent7LRB6WefbpVIVwVZA7V+/xSm83WS/POYlh85Tb87Dv+izUq4qSagUYtDtg45xiIB1MkQMsGBZZ1V7Cl6CbjZ3sT4WGeiL26rUOz1od2UA88G/nDPMi8iFBHFn4G+AnJei5B9vSKi6IiIIh/R06Gd7bQIbXtze1uxKRARG/ojNtObEvtLBWIR8ZGujE8yfrOdiJRXRBTqN5eZGoh9VD8iNnjzPg0q9HXzRjmsLa+ImJWpHIT7MNSHoJPpVP14ZSGgFLVE8KpjXiwsHdbi8iFV45Ey9f03IVfXp3q/OtGD52917+lr3X70QjcfPNO1e491+fZDnbp4QycuXtNpApxnr9zW+et3deH6fagDoHd08sIt/Xzmin44cUHfnzgDzhX8cPIcvHP6Dt53x8/qn0fP6F8/I3Pskn46eUHHqOMA6uXbD3SLNu89e6u361lr3UjT0SHl0TfqRocL8viwRDBTCb6WmfEEHdsFOXA5bUYK+OGAJ4HOBBXBzkygc9qN1JVAaR/c6yKx+oIgcohloIY14hihQbwQv2mGoI0KH9XIJNrp+S0BRPsyqjFkBMa07faNGj9XICmqqkC0l0En6wv0Be126OzU5kwbuafMoz7QBY+1JmVqGOJybaezStCza0pZxYKrq1DNoX0FyCpY3xWldUrCCtY8deho0FbJQ4tcDqRQTV4GZ5qYoEwgFYcpmCtyXwsS5iR4VaEqZWlrGm0R6ARo3XhZtTKiJLxG+jktua8FXSfzjRJUIaDrg33nDcvPw4oj+nYiwllFxAYKg7ehjnVsx1A2UMR3fWH2lrK+DvYXu/EtfZNCKVVKkWRaEdQJ8lKSip+TJXZAJQ/1p5A75g0Y/F7y6DW1/k3QHPbkDmo4PYckMtrPFRtCfX/dz8265m0IfKXEvJ930m+eERGK6OGmIz5OR4SLZPn9wPPDcqXS7C0CHSAiFKyliH4MJcYCY3kVb9orTpe5TCI87sg6ny1rBHWA4BdYH3KWNSRGhvFkSrEWslrWcMPG5LzLIioFQD3ljC2ytiPQ5/k2j0Au4CtCvoJ0j1Ci3Yp9qSZY54DaaDTWZuCvoryHZQa4TkSvS1z2Uy6UN14RoYiQ5a23JphZo98wr2ItmPb5WhX5Ghm3PR6PS/sLC4taKFjQAnRxYUkLYDxaUF2PCf4ZC1qAt7x8WIcOHdGRI9/q8OFvKFvQ+/crevPmnV6/fqNXr17rxYtXBc+fv9DTp8/05MlTPXr0WA8fPtL9+w90+/YdcHsDN27c0PXr13Xt2rVCnb5165Zu3rxZcPXqVV25ckWXL1/WxYsXdeHCBZ07d05nz57V6dOndfLkSR07dqzg6NGjMn788Qf961//0k8//aTjx48XOdezjkH/nTt3dO/ePWy6X/Dw4UPsfYq9T/T4se1WLLngAAAQAElEQVR9WPiWuXv3brF3sMs6bO92u86fP19sO3PmjE6dOq0TJ0/T/skZTkCP68SJE8hc0NWr1+jzjRlI00/rNK7O0qZJXB54yK/+crvGfMPOD9jgMwk30r96giXB6hxs+rWpu+s2BzqknR9gnjHk/2j0U7YHHRpA8uu8PlNLRJRNMWJvitBntvDl1ezPDXy5uv9IDaz6Tz5kfMoxzJAi4rEoid/gLX6DNr+0yeJ7lHxE6Yyfj3aDn6MNr72IgOwMVO/rFbG1/qcqeZwPip10BswIHiz3c99B9mu8ImJHf32O7vDAHaRi7C18UJ/uJr9XKzvV2U1+J1nz2DB49R+onP9c+EPLTtjJnojdnLcbfyctBx2wnXQcjGffDDUiosy9If9HoBG9zRH7o3Rw724xBIGEAdl4bc9vFPwHJSIC922F589+sH0d4WYOuz7PeVva+zwVf9b60wO/iAc8N614oE7/XhGxdS1HxO/G1IiPbSkH7Gwc6RPg+E6c0gNOaB3ULBjSmzSiYw8Kbf6jiqRE20ZElLS2XFFyPBJu0GGsI1zWqUQIHXaIhvdGmfY7Neo4Nc7QNk/ht+QDGqI7ikjKwEojQh0n1uEHOKh5mQZ9yGca4fIOmR4ujwg5ONUpih5TQ6nayBf9ziNDa3LwMbApCE4G7Thvfgl6hFQDamtAGuRsNfJBkMRlhH2ktlE7WZP/BmFupsoN/Z2a5/QUP2MNARARfOCoVYvjRY2qkQLtHYexuQRQklSCI1EsDIIgifIAJZDDaW2LXIcv7DPThroNOq06U0uRNJlO5KvmkDSNavmA1fcf+85wmcfXCGcOgIhQRJQa1mW9RkQUfsQmtZDLtsP8iE25iD3SFv4M2De2z9haPUo2IjbsLQzeInoeyY2y7bYPeesd0oUyJoUyED3tZJl5WK8RwahySO4Dcn/7pB6NVM3yFQfXrbLW1tf19sMHPeBQ+eat+7p0+aZOn7mso8fP6adjZ/UDwc3ybdArd3Thxr0SRL16+7Gu3H1EgPVNH2h99lp3n7zSzYfPCbY+162HL8i/1sPn7/T83RqB0Fb+xuharjXRWJMYq0mLYEnrGmllGnqz1ha590ypVebmFL5l2rQgVYsEUiu1saAYLYNF0pUmbSrBTH+rdur5mcWKYaXQx0gjBfOygdfijA6ftwoClB11ulnQUur4cN2CjjWQmf8K6kcNP+Ed0jNewEupltF1mWBXI7GmlTNrLpd0Zq0aYv2KNeT//OCAZl2FTCuWHYJKJKo6iRiGyt6D1Rldjf9OJjpEHpNVuR59WFgcqxpVRTawSnNwvT7fuQrImGR0hQpdKWCH31RqUsALm2H7lenDAO+Hrdc59pvncm+PoXAS9DQiFHQgzRBBfkdQhRdFvNM+bXVFN/aSdhsD3G4Be1qh2GFqmwaZvm7GvUP/ilpFRJ8Y3rfn4VsH5KPXwDcd8JFQYbgND6LBSDBvMpCcNwKpnmbca3TMldZgP22B8xFJsQdQUsZnsGUnOsgM1DJOzyPC9tjncLGH9x1frvspuOJ+ZGZNWvyLYf99SklEKPClFOqvUErVBiJYx/TduhgGdYxXFmMHnGZIyn4wIUg5NdrM3iCtT1uZB4s9IwrP+cLnfut0CWxmKWOD75tULWnRpmG+qYGYerht6giYgR2KUJR1hN0V65x0Qxue+4ixD1Sq65G8j9fsB+b5W4L+tqS/JdiV9ZTLnHGZERHqdSYl9FXorapaFfVHo3HRV6NzQMUzQkV5SjXyRiWXOVA5YFy+vbiAHQuUWcdYFfVS6u227kRbEQkT6Cf985xv7MvJRKura/rwYZUg5we9e/deHwh2rqysarI+4XGF/aDUCoX6+l2X5brr602hk0lT6j5//rwEE69du16CmA4QOjDpAOX333+v7777rgQszXNA8zSBTcs4yOlgpwOLDn46gOkAoQOQDpA6MHn//v2ie6APHz0qQcxnz54RiH0ht/306dPCe/DgAYHYhwRkH5Ug55MnTwrfspZ78eKFXr58WfDq1SsCu6/lMfM68vitrq7Ce1MCpdZ1+/ZtDQFcBysH28ybT9tWyxrzgVcHXR9hrwOupobT87DtTwkk20bjKX0xNZx2gNaB2UG3fXKXwK75hu003JZHSb/1ZWca2+0wz2BVbC/6j8rbB8b2TrM2cU2/abj8N8V24w6Y36/tB1T71cV9E9qP0kAoIhSxNxA78GsnX80riZhrc1awfa7M2H+SXTwQu/C/NnunsZznzX84ned/cZqObJ8TO+lE7M/XPj0QEZ9c7xFbZfZSHbFVNmIzL38iNIKHUJSUsdyRcn/gsXXXdzY0jztVv+rLOjeAZtsH2fX1qfJdK/6CBRv2z3w05HdvMnYc/93kf4993s3Wz+UPPttOu9kHns/V+3usF/Hx+A92BomIKPOD5EevgFMOaZgUWw7tFRxfbYW+4No+Drvlv6CJHatGuIebRW53M7eZithDzmXGpvieKbexHd4tcfGe9fZVONsT9iX7Oxba7p+d8juZv11uJ5k/eb8vD2wfM+d3stD8z8FOuvbL297ex/W27gsfl29ytuqSIkLD/Sai1xMRhe/DroqDtYg+77R5ljesq+FeNR+EyByQdQq1khyUMJwmq45/LYHLzCbuv73cIdVFp5xI5aaUdgjmVKnjkM16jSkHZdZj+CCyUHg5B5/xDSmi4tBupIoDOx/smbp8ykFjFw1PeS06W1qf0mqjjvZyZHW07S9OLSwuSPRVHBJGPUa20pS++YAv6FPOWcEzZUQoIpRIz/vCh5kRQ5kPZdFN/YqgFBVoT8qUK5JKHyPIOx2lzG0oqtKfLsNTiBbVcOpqQDYOaf23JUVAx7bRhIRsKPFOfajrZ2gqvlhQVW2iHi1qPF7a4ClqDohFO5IPi103olJKY6V6QSMCrJFqRRqBWqmCj77AT03QHjKBvlwTtLIM6WrxkNLSYWXamsZI653QVePainYa+ZuPLYb789swj+g4r9xDB7s8NtuBt3tdjNt8WUQopf7QeJ6Ky7bshHYWqNmg2I74gV7zNsxXjIhiT5V6myJCESFfti8iSvn2tPMfo1JVVUpVj7BO0qY94HNAnjgYr0ZjGcE4UkEtc85BxtVJW75h+vr9GgHO17p0446Onj6v74+e1L+OntKPx8/o9MUrunjtlm7df6Jnb1c0EWO7fFhTxr/8zO94UbFwWIl5EKBePKL6MFj+Bt5haeGQNF5WN1pQJviperHMlcy8apgvDfo6dLVBoNL5qFizPRp4xrQN5m1iTcDPlTpVypQZ4bTHnXHj5F0Jd9ZJqkJSlSXSqpghifkWWS37Q8eq7NTihxadTaGdkEU+Va6APFkpmFdS12VUU8NtSPDyVlCePU8IlnrsiaKKoZQp0sh26mlWh4zn1rSZqCE46HzC6AqDc9sQHFgnIDtV7hyUbUu6BGGp1xFUbafraiZraqCT9VW16Mj0nwY+epkfEYXfYZ/zhhkRof4fllHf9g9lLh/Spq5rOG243IgIky2ICCUj9X7UHpddnPF7Rk1najtAS9pw1YhQRA8SMgLdEVHStsfQ3OX8bhD6hzJXiQgl9O2Eqqpojna0efV1h3xf1vPcm4Hf04E/X2Kefdkyl0ydN1zD9FOw3Kcwr2NeNiI2+jMvs1t6vu7H6X5t4E67dAs61oPhMinwb9+u23G/jY75GBGyj+37iJCviEA+FUT0PKYD+nsvRsSsTiXJcywpolKAkvdkgu+82++wJZtHdacN30sHNOXnWzPrMqvhpjjhGWKdAN9kyrMD+Q47h3tXw1qbhwNfXflPDphSXiHLu+779++1srJS8i5yPcsblhl8Yb7zLfNhHuYPGPgNNlnWfN9XHYBbW1stPzdrntup61r+DzILCwsagqzzPs74IdMn63Qd65lMJ9ynp7Og5orevnlPoO+Vnj17oSePn+jhg0e6f++B7t29p5s3bxOovKLz5y/o3NlzOn36rE6ePK0TJ07q2NHjOvrzUf3448/6+aej+pn0iROnderkGeTO6OyZc9S5UOpeOH8JPZd1+dJlXbl8TVevXNP1azd05/Zd3b17n7bAvYek7+k2vJs375RvRF65fFWXuCdduHBZFy9c0rlzF3Tq1ClsOFmog6L+9qUDfw7sOXj59u3bMhbuq7jso3mfwCqviCjzzmWWsf/Gs2/DOm2+56ppzd4wyDgvLvvUQWzTnLuNOUtR0TvUtfwA6619j67SFpmacfQYeiz9s7v+WeDDhw/ryJEjBbbLc8l9Mt0Oj61hWwzPGyN7AtggEBGKiI1202wftG1u37B9S0vL+vbbb/WXb/9SqNPffPONjGIP9/vDhw7rkLF8hNWn/nJjvzhoijnN+84vt79zyZ9c+8bY4om5CWL+R+Vm/lrAFrf/uTiImQdvgwengzSwp2wum8XBbZiv92X2RMRHFu61rizsGhFRNpGIMOt3iS/z66aPf43O2da92vkqXv5CJXyO2tlE1isTmdenZs7O1f/k/o484DmyKyjwet8NiXJQnrtJfi2a+CSfVPGAUSlxKJZQHHtACj47GP3e6Fk5wGWb0Gdfu63XiFBEiDft97Ku7WAxiS6qQ9U8sv27HW5Pm/vVvK6IwJTYrym7yH1p/V3UfkX20OevqPJXUzXY/jn0VzPy362h2T3L3YqIskYiNqn52xGxWR7R7y9lnaJrGLuhTgyJXWhEfNSmdQziEX35kB+oZfaDQX6e7qfel8hE9DZH7E7n7RnSEVvlB/4vRXfqo9ua5zv/uZjXM6Q/V9dvWS+iH5edbIjoyyI26X7lIjbrROyc3knXfnkRW3XO14twmcra034u5AcxJyNi4+BEXMP4+pClgMNDtgNvC/LhjA9hhgOWiFBFMCZzYzcUBDa4uTsw08HreEihOoeHift+FLQKAhWZgEWnCYeWUwTMC/RUHCA1bdbaOkGDqFXXC4o0AjVPA+hAZ+apqYMGbYlr3l4fFPngarCTYqUqqQ2pJWN0on3SDToyOnIkOTi5sj5VVEtyQGfaBUFX2iOoE9UI+3NB4mApIhQRxR+oKWkfMBk+cBpkTPv8mH5jAz3IM9vpsjoqZ9p2XzrRXk4lKBUEoTRaVktgSQScqqVvZF5bY9toSWnhiGoCVEHAqoKOOKgy7QhydvivUGxu8VuDDx3QqghsdvWy/O29Ji2he0mvVhq9We3UxILqpSOK8SHaH2lKnRY901RpPYdWO8aqqjQFE+xdzVkrHBa/nWS9m4TergtdnZ68WtXdp2905vJtnbl0Sxeu3dPdJ2/0bj3UxliZuuOFBS0AHwbW45ESfozAn/jiS18R6AEVdhop8WzNeKVt2K2diNB22YSOiKRAx3ZkhT6JQGaGwK5Uj9VjQVEvKBFs1gjfwPd4Nx6zVDMGI8ai1hr+X2lC76cZX3d6s9bh64ler6zr9XvwYU1vV6f6wFisMrlXkFuZSmtM+GkeKTNnPJe68aLaVk2B7QAAEABJREFUhSU10JWc9IxA6c3Hz3Tx1n2dvHRDP5y6pL/9fFr/+4eT+u8fTum/fzqr//3zJX135o7O3n6pO6+mejFd0Er6RtOFv6pd+i91y/9DzeI3mjBXV1gnb2mzYQ4aUwKgE1Va61KZQ+v0wzatd6Ep/IZ110TN3KvVkS7An1P64G9xGevTTp0Se0UU6nRBDtZewKtA0pT5afkplZumk/cAoyUQ4QCB94fIQjtgLAQ6DrVLOTQiVDE2EYHezDrv5LKWIKb3P9ffAAGHj3isB/MGZOxxuvxnAWxwmokiXxFhstGOywbdThstdQzzOwdKsUPuaQpVQCgzGY9q1USI/U3WquITZdWXO00D8mUd8zAvYtMG54dyp43Qph9cVnhzdcwb4DIjIkwU0dOS4W2QMyWLWXlP4F7KGXd8Wuowbq4nWW/wDlIiG0rQlCpVvm8YpFNVSZaKpIhKwfwR82VAJl3Q0cc5sJ0pb8ubN8BlYt3sVNd8o28rMTzo3rCbbJ7LaO7KWS4q/ZyxE32q6IODFePxWNrmT1mVIQlPbCDRX6Pw6KNplSrVqZZpUO4abq+nvY1dmatZYT+BQC4Cv82QqD/kpaRxXSvNeFU1UkXaYyYlJdIR3DPRObTj/AAppA3YLyprbb7/TnfcHFvWgNMRIftEXM5vQXGGdWTWfFfgdhN1ItyW8C99Ix2JcUGH9UaEItz/rI4KHR0wrBuR0l7FGLiO+a5juKyuK3lcfP9a4D7mtOny0lIJVnrc/ByQUlX0RMzaoQ1xLVLHdRP2eH/wPtXM+uq2nHcgzHRKkNTUbW+H+ZZz4LTlGaq3nf7QjvV0jEFH2nxTwzqmDgqvr5cgogO7b968kb8F+fy5f8b2SfnWpL9J6G9a3iFIets/ZXvrjm7dvKubt27r9ix9m0DmnTv3dM/BVPDw4WO9fPFKr1+90RuCru/evteH9x+08mFda2sOyjZqm6yWZzu6S6B3gg2rWl1Zg67L30JdW50U2bU115kWmfV1y61h4xv5Z3efP3+p8nO7D5/owf1HevDgITY/hve8BHrdn/dul4C1/eN+e0zscwcfDY9ZxfjaN/aJZTxmlqvrkWrmuMsNj1OqKlXeX0CqKsa1kkJyPY+h4XkkxrpifozG6BixNtDjOWS+aVRJkSolUzBQ85VQOEPM0cQ8mUfE5nyy7Q2BfPfTz7xra2vl+byXp51St6cRSclt74DtZRHDGjelH/Tb/U+pVmWQd7pjv5xOWtpsNJ00mvDMPnUeNNy7G+7FHm/voS3zMenXvFjYrP49W/QE2E3AZb8KdjPgd8B3/3cyYzf+TrK/Jo8lpP3A82I/ckWGBXewPmRZv330NXCwtneS/kx7dlI18Ly2Zukv6uNMxx+dfJEP8KXrfw0feL5az3Z9EUOJS3cHM2X3wn/zEvfdftsN/+bd37N7YefsKfF7K/R83x3BXcJdyoXyQDVPWSt5A0k5Ph+dMh/bP0YO/GXMHvQ0UNg7vSJCET1IbIgEihKgREmhCpR0FkFlkQNOy1f4bVdEhCI2wU1sV9k/csHG+lb8Drrx25ng3u8Hv52Fn9/yxhjP7q2/RP7zrfvPrbl9HP6InnAf/oh2fz2bvWt8PW2/F00e1+3Yl23cMy03Xzdx8BIRiujh/Mahkg+IRrXqKskHTglZHyS5fvCsUdULKiBQ03Lg7EOWIJgSaSxVY0XBSHI+LShVi/B6LC5/q3p8WOvT0Nv363r5ZkWtalWjJeRH6qKSopZ1WXerUAk8cjjDVilfKUIR8DueXmBWFXUosH0pJSXsVxqrxwJ0UTkWtbj8V2Utog9b0rLWm6TbHNI9e/1Bk1wp6kVVowXq19ThaQW97nczWVf2CdGsDR9qdbTtgy0fBDttuH3DAWPxpFOPen2jBdrjIDrhlxE+Gy8uaUSgqyYwutpWuv34pR6+/ECgM+vJm1XdfPhCV+8+0cVrd+W/NXn26m2dvXxTF67e0o17j/Tw+Rs9xWbjycv3evF2VS/erevBs9e6fveRjp25qu+PXdB3BMv++eNp/eOHE/o/3x3T8TOXdeLsVR0HR09f0Q/HLxAIvaIL16/r0s0bunL7pq7fu0v7D3ThxjXKLunombP6/vgx/f3HH9F5Uj8eP6d/HTurfx09ox9OnKOty3rw/J3uPH6lq3ce6fTlG/JPvx47fU43OIy9w8HrI4J4r96808rquqIaqSKQmKDBQV14rKNSjtgBfq4NdZR1kaCbyFWtjD+FLjEfjcDfmXTH2DfMR4/pOsG9qWo1Bm01mTTUcm2MCfTVBP8S41+rZa6K8cnYJusegM40XlKPRSXaqRaWNWL8xkuHZHgsxfxptYBO9MYiQeesZ4zn7UfPdfH6XZ04j89PXiCAeUr/iwDm//rxpP7fH073aYKa/++Pp/S/fzqj/4OP/87Y/OPkRX13+pJ+OHVBP508p59PX9RR8j11Gpy5VPg/n76go2cuInde3584q38cPal//HxCf/8J/Hyy8I6dvaJzV+/o+v1nzLf3BGpF3xcJuC+rGR1WWvpWQbBUrM8YH5FGh5Tdp+LPWg6ItqlSy3gV8EQvxiUrlFkbPmDuIXUw+nQm3cNrw7yWYIDXTgP1WqJqeUWgh/VsuR6depqhRUQd69B1DK85w2nD6QHOt8g6bx2uHRGKCCcLzDcsYzhtuLDh0NpoWedDmfkR223McjulPaIGmTYtp1kz1rcd3md9wG9UVaWUklCroG6FJ8d1aHFcF4xHlcbkc9eoma6Vn+/uCLhmYGo0zYRawkc4XVuv+baHkoigvc1+mL+T3AbPg4lQRMxs7euLK4BfbnlDfjaG3ZzvtpcN+S532I3tHfYYGTqbVxGJfoUa2keVDFT38jTYkbGehFxQJxTSdiCHEup4DvXQ7HJdw+NstIyfMdjttOeqqXmWjXAbKvrMM8xPqVLFfpaC+wi2iPtiqFKCV9djjdhDqjSSyzP9dFnN/lL47EcMvdoma4RMRb1ARq0U+MMo/wFbaSNv3gboc6JMnVTuRwQnu+Iz9xdeSXf4bzM/ZX53OLSblbmPhgN6ph1lESHnHbwxz2jwkcvElZi37ntE7xNYWCKZPxqNyn+iWSCY6Hle1yNVzPXRaKxF7n/Ly4e0sLiouqoV6KmgC9wn/e03U8sleBGVKuiI+/J4vKDRaCzrqtHvNhbRUfTUdWnXbSzM2nTattjeedhmeVJgcETwzgsaEXIdw7prdEoh99s+cADLaPCd9wXzrdfUPMN5t2kbHEhNVSX7ekKg1O2OxmP6v6jReKxUVQVj+jC2zWCRIO3S8rKWDx0qWIIuwBtRNvR5sG9pabl8K/Cbb77RMnVss8fr3bt35edm/ROsV65c1pUrV+SfhR1+rtbf1nSZf5bV39p8/PhJ+fbpq1dv9eb1O719+6H8XO7a6prW16fsO1N84LljX4UiKsZtVMZiNFrQeLygBcZugXviErbariXui0N6TFlVxt9jZFSKSJKijEIu1OmAlZRSrXo0VsW4S4n9NRM4b/Fjq4a5zavIRVRFdsp9ZHUI4LIGFOioRqpApJpsjXylCEBe0MZBXmSZ/upYY5l2DJdl8l0WfICc57zbmLYNtrTwKRRXhERbPUIRMyT3xXU7eT606OiA50yH8W0JOrYqewvpBl7DnGoIfDf0pSXP8qOuuBJ6KyXsDuweILE3YqfU9ymlSqJckQoN8kainuF67l/HvtLOoesq9jJjpIiRpHnU6nheskzThCYETafFXuGHYOySVNq0f2vyVeE39LVBjlL97i4vwp3wqxmaMw7//cD99nS2T0oa+0wjwuR3ZattLCiWiQk3S+yDlHr07VOUDu9D2y8nYvt+Oe17aMY3Lh3aNx0wz4/o54V5BwZtDDp/C3pge3/jCp/y0fwC2C67X9O99vcru5Pcp2bDdru253fS+WvwPmX3r2HDn218rge+dNZ+bru/fj3P04jg4QywfwZIPJ0G4OlMJY07AqROSlCn44Cm5txx62s/gvypcgdUCj96KkHnUdoebJhRlY2KzD6pHy2Nvp72uHZ+jkp8oIzoPZDxlx/CkdxDz++ryDZ/Ln5fPdnZms/t2271dm7ll+d+ZE+Z35/X7ke6mLfzmrx65vO/WvorNvRLr8FP+fAgXRl0uY7tHvLz1GV/4j/LAx7/ocdO+95iDGnTAS2HpYbLp01TDlOdjwgFBzURwZ011HCQw7mP1icNZ75JPvDm/ERtSxmHwFPu6y9ererpsw96/OSt7j94pbv3XujY8Uv6ngDS3/72k/73f/+o/++/f9L/+l9/089Hj+nJ0+f6sDoB62q8eUStEUGsMYevIx8mLviAjbs490rfL8ccSI44VK04lDSNCH348EHPnr/SYwKUDx690P2Hz3Wf4NH9+0918fINHSMo9dNPp2UcPX5W127d05kLl3X81FldvHJNDzlYXOEQ0Qda1unDXh+M1uMF+XB1aMs8l1cEbp32oW5EcOA0Kf6Y0P+nz18XnccJLJ6/dFXX/G2Puw90/dZdXbl+W6fPX9VPBMhOXbquk6QdJDsBvXjjrq7efqRb2H/nyUv5703efvxC1+4/Kd8sPHvlpk5dvKaTF65Cr+v4uSs6fvayzl25pesEYR8+f6sXBKrft0kTfDiNsaaxoK5eVlsv6t16p5fvJ3rPIDmQ/ODFW92krev46Aa4ho5bj17p4Yv38rdZV7ox9Q5rWh1SUy2hZ0lp8bAWjvyXlv/yf1NGfukbLRz+H6qX/0L5ol6vh64//qAzN57p5NXHOnHpno5euKWj52/qwq1HevBqRStdrW68LBGUrDiI7YEuAs2JcQ8OartqpC6N1DL3psy5dQ4CPzSifxPse6f7T98QBH4oBwp/JPj444kL+u74ef3zp7MEfM/JAeO//3hc3zPWxj+PntJ3BIN/PHle9ttRAsz2u+GxMP/Y2UsEni8SpDyvn06d01EHM6E/F1zQz2cuEES+oOPIHSOY+RO6fjh2Rtb99x+P6m/fHwNH9T0B5+PnLsvjefPhM4LObwmWr+jDJGm1qbQG1rtKk26kaR7Tx0W1WtS0HZWyVeRW1jNrYaQmwU8LWsVnb9c7vfwwAQ0B0aaM0cv3Uz0lcPv41Qc9evVeL9+7fKLXK035m6Met2rpL6qWAbRe+itj+C1jtVz+LumEucIZqLzuDa/5hvVvOD/A+4TTLjc1nLac4XRLZMhyO2Fe3mmWjLyWva4iYqN9l3V8Xhh08JBfyoZHjIjYqCeuiEAkFxnb0HDwPdjTdZ0ioshHxIbMoDtvewYy3zZFhIbLPOux7oFnar6p4c83rmHeANdxupQr5H4OcBsDqsQnEio7X1ekkc3YTaeUIunQ8pK+PfKNvjlyWIcPHZa/GbcwGsuyLvdnrNI+PjP1Z6oBzhvOs3v2n4HYX52PTjSBB2aOxQT5ss0bmPknYeOAiF4yIhQRVlL0DP3dqIveIe2yeZjfMVccFDUcbIHC/bcAABAASURBVDDMR1kZJweHHGQo9yLGdNpMNYxr23YlbRmPi+tFRG8PnXB+aM/piM0yit2ESRmToV+mEVvlLGT+MG6mvhcY4/FY3v9H9Ug1GI3GJbhUE4hzHbtuOpmW+4Lttj3W57S/Wea/izgE2twP/ySsA3aWc/2+rUpOR0Sx1TxxzffJ/R/qKBKlKrJDvYjYkrcO22ikKinNxtZ8pyNCvpw3LGcaEfSzLroiehn3f4wfIkLui/vggJ5/VvX169d6+eKlnj59qrt374N7BQ7o3bh+U9eu3yDQd63/6dYrVwn8XdN1+C6/e+ee/HcmX716o/fv3mtlZVWrq+uFrnxYIb1a7vduy+24PfvTGHxrH9l236ttp+/TxgIBPudtt8uC/g/9Nc8+8HhYt38i1nY8fvy42DNQ8w3/PUmXm/pbn67j5xD74vWbN3rw8KFu3b6tO3fv6v6DByX/6MkTvcI36/4pYfDu/XsNeEsw1HBd6/Pf1nz+7LmePnsm+8V/z/PChQs6f/68zpw5C87o7NlzOnfuvC5duoQvrxU527PKs8za2np5jmt4YPMckUIRqYxjPZuz9WisKlWquN8a5ptWFXsMZc6nVCuiUgCWNetTBS03jgEOom2ildet2229VpFrwBQ7JsaUcrAp37GeO+q0PEd26M4sn97WwLY0h9I+b94vzB/xHDgajzUGFUHYCPZ5ypvZPazQ1npb2mjQ3xZ4fvQQ+0GW9yHnTYvN7MGoUeAvt5OiVgr7ICSFOIKSA6QF7KWIk5daHmBb9mKj8Ej3NGR9rpf9Hy7QZX0Vzzj1iDGoxgrSWYnApPBFV9DgP17YR33KRL0B1tPxbGT9GZqtV7aR8cJn1tXB73h2akHXJWWeOzKB0pwrSTWoNOTNy+gocqUe8tCgTUPo7mF+UtdpRyS0/iav33ujEaGI/ePA/TmA7gjs2KWBCMpm2EXkt2HnzGTlCWZGvWA/hQMZegC9n2oXKw/UtIU/qfNr2efG5uB257IbSfPdj0Jpe6Pgz8Rv6oH4Gq1/qRJPjC+wY5hTX41+gS3zVb+wW/Oq/kx/ZQ/wLPKVNf6p7nM94O3j0/Bq2h/8eFsOM7jPpIKOAPFuyDyKfozgUCHlvg6Ptaox8I/1MJoZjnmQ3efL++g+Rf+gYgzmH9TyLzKbtbBjfT6o7cj/HTA9F+fBp/ny3D7P2ym9H9O/Zr29dLnMdu/Hpt1krGM7tstuL3d+u8yf+f154JeWSimp5oC3qnx4Io18+AQGnpdqOUDiZMTpQD4iyfIVh1Op8l0pEzyd6sWrtzrN4d0/v/tB//jX9/rbP/+lv/3rO/39n9/J6b87/Y/vCJye1YkTF3Xy1GWdPXdV5y5cp+6KONvTaPyNvv3L/0//43/+P/rmL/9Tb96v6fS5S/rn9z/p5+OnCXqCUxwSXrysc5eu6fzl67pz75GeEih9835FzwgAXiPoeJaA4smzF/X9zyf19+9+0j9+OKqjBLfOX76tC1dv6+LVO7p47Y4uX7+nm3cf6zVBp9UmCDCJgBaYZq1zwPRutdGdh090ksDkP38+RRDtEgG1qzp58YbOXbuvs5duyT9ne/bKXZ2/eq/wTl26rR/9Dc9T1/TdiSsF35P+59Fz+uHEZZ2+fFc3Hr3Ww5fruvdsRdcfviYY+pRg4rOCG4/e6M261FTLmqQlAmUjrWYCaRoTBF1Uk5bV1MuaEkhr60PSwhECl8taJ/A2ITjqei7rRoeUKe+xrI4gZJNqdCRNGTujSZXWuD1/4BBztct9GQeDTXVYjZaVqyNK47+ihwBbOqwYfQPvG7XRl0+1RHoBOOg3ps4I1D04kGvAFJi2go8966NvNamPaJ0A7AcCsu8IDjrgd+3uIx0/fYGA53H9C1//zHgdY+wdmCxBzVPn8f8FlSAlwe8fCIR+R2DynwRC/8k4/3jygo4SxHQA+szlm7p+54kev1zREwK0L95N9Ha10wpjvNbWWiP4mEeHtYZP/S1gByM/NEkvP0xL0PH5u/U+GLkyldNPCUY+fv1BT16v6tnbdXiT8q3f5+j1t4bdxqOX7xnPt+XbuHeevNYDgs7PmVfEL0s7Dlw6eD0hiN3EoqaM7Trjtc7YrjN2nRakQsfqulFBw8Fmg10tNrfl2yE+VF1QVIulD6v4z3PDejwX8sI3qDisKXNnin8ntDFhnhgN6Wl4vADpNi0zbthBuw12TPHFBFvW2koT2m0J0uY0UkQolXXfP69E9LSZHUi3s8No08LjmXVIt8wrH9T7HrAXUpYq9hK3o3JFeXcAdq/6Rcg3NcQjBbaak9XxzBxJJW9z4cBr5SBdxr5MnUDGJ9y5bdQRjBP9cDoo9zN3JcnP297hnDcqBc/pPWzzAPOH9DyNjo5p88rkO7fjzXTGtq0d+6t95kDNhCCK00wGXlhKWQYOHq6vrWltdbV8K6xrOzkg5zr2u/W6Xq+rcw/l/do+jbBvojyzlGZp33IeE+edNvUYmA6ImNWDYVkjIshJEVFgntu1DYZ1tYy7eU67XFymBsky1hG9PZYxhjJ6bBHlkFrGqGE83H+Xt/YD864IUK6CUGKw3U/DfRix140JoAz3sQhkmMPOj0ZjOWC2QODMadcJ6hspVbJMxf7ovIGr1HncCsQViqgKnRL0+fBhVa9fv9XLlwQIX76Cvirf6Lt585ZOnjihkydP6vTp0xs4deqUjh8/zj3wROE5+OVglzEExEyvX7+u2wTbjPv37+shwTcH7ByAfPnypd6+fVcCh54vEYGNHTZJY/rtb/+5j76fV6wr85YPLct885x38NA0IpTwjfOW7fBxmVPTpswX8wxxeXzdnsfC8Bg770Cl4WChf2LVwb579+4RAL2uy5cvl2Ce+zTAfb10+ZJu3LihR48e6cGDR7p396Ee3H+kx4+fyT/jan8+f/ZST58+18MHj2d/l/Mh9KHuEFC9eeO2rl67rksXr+rChUvl72teJwh788bNEjj0Ny+v40O3cfPmzWLLtWvXik/9E7b+FuadO3dKgNEy/pam7fLf1TzNeJ1g7H766ScdO3asjJXzHsuTjN+ZM2do8wJB3iulD9fpx3XavkE7N2/dkukN7PBP4jp/6zbtMJZ3797D9rvUual79+4ThH1K/57R56e6f/+BHCi+dZN+Xb2uS5cu6yr0CsFkpy9evESg9CLtGpfK3xS9dPlK+Xuir1681trahIDyGvPiPXgH3hNUXtGEoD1DqmDO1vWYMQ1QthZon3Z5V+Z3Zhsc0LHPtPIcnzIXPNYOJFrOY29qOG043aOT96ZevkVfWwKVnjuGg6aG9z2vraGuKcsdmzIQ8zkXFD7baERSGKlSGkCfnDZfCgkUnabMa6+IlrpGB6+DlyMpWN8CA3XayKlSRzkxT/XIal3PgO+6mbUi0lJS2aQy1GlkMuncRbG796nTiGGD7bJ9m3VCol4AUbdHpUB3iH+mwDq7HPgkJGQDXtBvQ9yNBC9T7vZaOmp4HHJpM0odIRPU6+0O7Av4oYCX0GVE0UX7hbpPIcmw/Zn2jSHdU5cHOnoMskJ/9xE8juJKTnwxUPTv9mK8ftkueUYcoIWIUETsWCMiSllE7Fj+WzLtR2M/Nnge7keuyHzNvjIWbvsTmC06L7z99qhY+mVv222babOts+QmQXbIuPxXx9D4n3SLB750VX7pbPvS9rd05mtkmKf7nZt7NvcJPXvV3av9ver9WbZfDxx81v7u5qm7+rs0yoZ9GrvN8R1rHmC4DiC6Y1P/FkzPi8ATG+gk/7f3naCPr53GpuPjzXa0ueHgpdHAz+jv4BkZecPtmm6H+V8H8/3cR1rIbOty/sRevXe5ePYKYDqPDG8T25os2Y/1Ut9jJ78ZfLjiA1sRLm/w+OBYktvePtblfhozwTIXPA/MM+b4s6TcrtsznNZw0e6Q/AQNfGnQE7nJ3cX3r3N3HV+zBHvslu0ofqBsRqPQ+XaDzACSs1c/Hs5Qhk7ny9QjvYVa5HeHTC/nkFXG0uM5D7gSkrExX+grefOMwt8o02dcW/V9hoK5Ktt1OU+x11PBLA9LtrnwWH/OG/jApIA5XsZTZnasc9ZVKfCsZ82TdokPhIyOg5NcjaV6UWm8rClBk5cEju4/eaVb95/p9MWbOnHuhn48cUl//+G0/s/3J/Xf/zymf/1wSt/9fAacJZh1UT9TfufBSz148k7nLt8laHlOx89c0ROCV1Mtyt9wEwGzIPgm/zQo6UyATgSw8mhRsbik4DA7jwgMkW7rWhMOZQasYfdqV0kEh9p6SRofJrC4QLCrJaC1pmt3nunKrSe6fveFTly4pX+evKT//umMfsCGi3eflmDl3Rerer6etFp9o3zo/5IO/U+Cjt+oJUDYVofkYFoeH4K3BMYEoCo1VVXSOUbKBL1E20Ef0tJfCFL9RW8mte6/nujeq6luPF3R7eeruvP0g+48+aAbj9/p2oPXuvt8TU/eZT16O9Hjd51eT8f6kJcJ5I30nsDhal7AhsNq6sNqR0e0rkNgmf4va+oAF4GyjvZbgpot41WoanXkOw77WuB0i7+CYJeQzZQ3HJg1bajlMC9zIGbaOZ2TcqqV6pGirvFsQiaraTv5myCmbZfFq/D7g84gn+T6XXbaejXLS7msLWju0XUdZSB3zEF0kfe8HOByp2mc9UslElF0hOQzCvq0uHxYS9/8VWm0qLcr63pagpdrevp2jQDmhADmVM+JTL5cafWGCfJ2GlohyDhhvk0JHjpI2hIszARsW4KFHt9q8RslEAScRXC5Q86BzAlj+6Gp9N46CEi6/pQ6DfNCzLmO+ZYZ98zcNbT4F+brN8ro6ZjDrYFMQ52WwHaLbtcL/ySu4TYXv5XnV0NQc51A5SrtOWg7IbjZt7VEgHsZmSOK0bI6xrJTzRgkTRm3SSNNplnrppzsOk/sRlPGeNIlTQiurudKq+SNta4ioO580lqbCIhWapgbXbWgXC+if6wO/R22ZPOp3+cr2hGgrWmnKW0xNbAjNsayJQA4jKHH0ekBzs9DXVa2AigKGG+pYq7WzOVg6HdColxc1gMpL6czOgqd7XPzaetWdHLVsFJ61+UWu6cc4E/RgR3wMpBnbGg21ZIS6cwcbQnMNdMph/8t6tClzSsFQmTzRttCbyv327yIUEpJFXtGKKifP0Iv22m4HEBo3S7+nPep0xOCqIYDDs43BHin8Jzv9eTSnnX5W4pra6sEOqZyueUN21VQ+pssqogo1G8R0eehRY6+RYSLSt8GHS3jN+h12xaIiNK++2sM/nG56xlODyj5WT9Lmn7Pl7n9iCj+K/rwZYDeRxl7Mr4W9uLj8VgLS8s6dOiIDh/5VsuHjmhp6bAWF5Y1Hi0qESTijZEOOQDr9iYsmNXVdb1/v6J37z5s4P37DwSZVgk2vdOLFy8JaD0jUPmoBLfu3Lmr2w583bqtmwRDDQfFHCi7evVaCZ5dJoB1nSDdgwcPdffu3RIkSAUHAAAQAElEQVSM8zcDHZgb6t8mcOZvJ3b41/00xBURxYc1+7CDmqbue0Q/Bpq7HND0T6p6TjiA/vbtW714/pzA22OCjvex915p/x423CaAd5/gpctXPnzQ+3fv9PzZsyLnspu3bpZ6Nwn2OXB4D1nDdpvnfjio6UCtA7ZD2kHbAS4z//mTRwQE75S23WfruE1/nbYe502tx3VXVlbKunDgdnl5WUeOHNG3334L/qIjh7/R0uJhxnFJDuYuMJ7LjPOyfw52cVmuM6oXtMCzwni8qBHPC1VVywGrCUFC/33NVX/L0iCY6L+9Wb7J+fY94/5Bzq8Q7Pa3WF88f4n/jFcELe8DApu38SGBWQcx7919UAK1Dtw+IaD7wgHK9anWCSSuQVfXJyWduR9Wo7EWsbHMw+VDWsDWRexeWFiSA5Z1PVJVUDPedZnHU/R4HnrOOT2q0MGzz4i5G+j0mmubVu6Xg9Jr3APX19a1Tr8ma9hB+w1zum06eT757+AuYscCmHofA55vEUGbFUhi8dB2V/YIt2m5zB7csa8aTVnnrRrWaUPbxhTag3qUd7N12yKzHQ1tDmjbhjXblva63Gn+ighM6UGCF7apUiQQFbYa9lWfj0gKIHlfdb25PKpb7Gqw03tpN+uL+1XkqdOSaeEbdFcdeVOXK9Cp/sLtfeKA77Eh75RhhqmxPS3Ga+DNU2GK5Q1xxSzvJDZisO13/zDfzIKY+SvwjyH1spYz7BtTqit2kfH8cT2Xq/ijbzsiNH9ZzjDPdB7mRQTVw0n6mNXN5orpIOvCiChygT3JjC8GHhkaOCj94rZ/KQUH7NPnmHFQX30k/zmN/kZ1vAD2A28O+4F98Rt15bdtlnk5b4D9MMB8p00jwuTXBba5/S/Fr2v0r9CaJ/6v0MzHTfxncz7X7Z6/v4TnrPdzsKstdHBf+nZV8Hsr+DX2rIO2cVD5349PmR77NuaP28t9d/HfRjBif6PlveHrdNoz6SDYu9WIUMT+kfmgkvmglaNWjwQ1Kgl++MMrkIJPd8BU/RURCuqHkgIqBR+wpbYLdTmBUKYsc4hrBIe1QVnm0+h2hNvagoS6TP0WNHzoatV1rUROgb+ikwyOwkRbYRs5JBa06DItqKmCLon6PlCgHjpy+eBu/egiLxDwAn1G5gN/pj3XNKgsw4eBmT60tNkj5HyxAVUxh0T78wjqbMd8+ZAW+rcCO7NtN+0R+DXQvwn6ycF4zCBogX0+h9xgbxv0JXCfW6w1IkiQ8F2e8WsOzxP1q+xUTSuA8oT9qdBKibLg4EEc0kSbNaDGrorxNT9PWyXcndWpy01BJGTBkB9oVqvtSFUoJRW+5dqOw+4sWggFdACKN/JJoYoCZh88dHJYk7sGbke9Dl6Hwk7ZNtPH1NXwsNp0O+ijVCGfwEBTGe+cs7YCkTwHxrBtsjp86rkv/CYsEJYYVKf+nPx83e1pdHVM/W6my/qMhG0JfT0S2qsC4f+Ab4juJtKet/ZTbmHIV2aIOrUZHyHU4CeaUHDoGBzU5TTWiAPLenxEjRb07OV7Xbl+V98fPaV//XxCPx0/I/+07MUb9/To+TuCWOt6vZIJ0iyoTYckgn4dASH/7OiH9Szj7Vqr63ce6syFa7r78JkcyGns84qgjUbYUmNJzeFjJjgT2JcKqMbskJh+whUFSkFZS51OnXJB23VqAz7da0Rd0ILkw1QOVWsOLSuo+7d85C9aPvytFpa+Ub1wSGm01PeXtDiwdP1Jk3BZpRxQfGiq1Ocz7RiKpKgq1Rx0RyJNvowtNmTXAUGdAaLc6Y69LlPPOo1OqW+HTnaZPjBMHirrrZBDzWy+ZHX0c5h7NFNemfeBN1DLNexjLQea5VsfHCR2XYsedGzfTyLQoFLm+s7QGxOYPZEbQczEnIhQRDhZitxet4PeiF7G5S2dsj1DG64cYk+y00KKiALNLsu5Xpm31KXrjHmApAY/rRE4XCOYt95VEmPYMJfWmUtreUSQcBOTWNCUgODEIF1oHjNXCU4yT9u0SCBxpFX2xxUwpb4xQdc0RsgtqkkLaioAbdNYDXCZqeH0RJUa5Dvm0DRX2FAXTJjnE+ex03ob9lzLTeGvNdLKpGONtFphz1xtMsHQUNMl2q3RV5X+rndZq/R1ddLKmLD3TtnH1oHpBGq0OSlXtXIyKnRUrI+EjmBttSXo2mFnLvf8Sl2OgpY5t5nOarssUSZIh+6Gthvsa2k3k0/M5Yp5XKVKFeOGEva7KXW6Mo9mQ1jGMyKG7Ja8x9eIiA1+RMgBRyMiNFyWczqi53kuD3PJZUaZK55LCObZXCRZXhm+4TqG0y5wOxX+isAPTLCBHxHFplJOHy0bEcW20WikyutS/eV2+5TktOHyiF5HxCYd5LIdS8btGRFRdC4sLGjEfqJtl2XMsm7bbzSz9e2yiCi2jccj1aNKkULi5TLTVCXywbi2WltfB2s8r7USciPqjMbMbeuboSv7BvsFPmFAVSXq48MU0dtHeoKehsCyy92OoblryNtW291RZ+BFhCKil97CT0q0Zf8N8D5o2DcOoC0tLcl0PB6rrisCpof1DcE2813XQSAHQF+9fKnHT57o/n0CYQQQHby7TRDvJoFEBwQdJHTg8+aNW3LaPMPBPcPpAS43z7r8U6z+ydTXr1/L36p00PI16ffv32t1dYXg1qTAwc1hjNbW1uQ6ll3Hb/ZHRMh9dN9MxZywf1xmn7mu0+ZFRPGLuMxzOcnCc333u/DZ4z1GEcHQ9v7N8GyLA6wfsNHfAn38+LEMB0j9jUx/w9LfwnT//DOwLwka371zp3wL1EFR99nypu6Hg57+5qv96UCov7npwOkAl7me5fyN0VcvX+vtm3cF7whcrqysaY2g3zpwgDNUMa8WtDBeKjTYLyfrjd69/aCXBCn9jVPrePduhcD2SvlGpXU4MNrTdXy/XnSurKz2gVECpg40ej403P98/+nY15hukhLzj/2PfNuwGtnr6mqkkZ8XoKFgWvMelkvIB0iKqJRSpQqZMWtmiYDoYQK8DvgePvKNlgmSLtRjVeyvzGQhKQcxx8iPKvPhRK0x6Ro9CYmELXBVpxH8kUbQKipFFwr2c6dH3G9G6KijpkalFKnIjWIkl9c8t7vNOpGCZ2o9tdPUMU34NNNPQ0rKBnnv/Q1vU/b2xmB/7+CLNjL7v8sG2Ie+N8zDPu28T6i/PF8/Rlf2xnm+62zHfLnTLXqLDNYySowJBtGMy8w3JVv4Q3rIu7xgdi9w+QDLbKLX6XyEx73PD7KmLivoi0ryQG/Us579YtAdEYoIyS9T9VcEjD5Z3nu9QiwUsRXicjlk4xURSuyzAz+CfKSNuuJyWfEfY+D0ADE3grkjhYaL7n00vhvyg9CMDvx5OitSRBTYNqOqq9LSUP4n/aN5gB1kfqC3p/9o3fm92BvRL5SI3elBbN0+Ll8ljwHWA9l4Oe/NolDmxkbBr5go7c/aYy8rKfOcMDWG9E605w1Szv3xEV+hC1/qka9hw1foxq+rgjUwrIXt9FOGbJf/GvlPtfmLle/hh/32ay/bdtOxV52dysoc3angt+T9Lo3ap0P+yLbvs4u/mdiXbshf2fCIf9/B7nvWKXzcygdO4lwqUC48RYc3M2c8lqygCZjOQU7Dp0bvKteZAZ1U6HXQhvYN2qSWsKOQ2Zv1b0Wo8T+Cda1addhrtPBa8i3Uz0odtvlwgHMC+eB5yuFJy0FFx0FFxv7MwYU4cGg4RJhwYBypVnDQkYN+g+BDp+EDqQ6WZnZFMTNb+8zCDDUgRcbp3ZHxz3b0uufrWJcx8CxRjhXKAULXZT7EtrTWqqPPRoYagT/KGM4oXVKVAnvRQdutg2gEG20D3aQRanHwJjoWaKSBwsukDdGCeUFdClTqBCng8kxwTsgmtwE65DuKZX/iX/scF0s2pAA/ww8OjwxBxYGRaUvFLofkcniJAypD6MpivgUHYdAO6sCB+ZZvCYZwDoyZlQLZoLyaUUWoyxl0WNmqzdMNZOZQ9nyZoYMK+4VkD3ExBvYlqZ5HfqN8SFOI/1IlNyfLZfzVcSDhAIBh3r6BrhKExhVDnYyfm26iJq9voiMNr9WEOb6G5RN5Mft/3Df0OaekIGjQKtTik+AwL+ol3LuoeuEwPqn05u2K7tx/pCvXbunY8dP61/c/6Z/f/ajTZy/q9t0HHFQ2yl3SiMDk4qEjOrR8RDnj0y4XSoNQDuki5GBNRzvC90bHWmtARUCz4sByymK0x8SVc1bXdWoZuKqq5G/gGBFR+ClhO+mIQLp/mWdZHyRH9Hzr2Y6G4IB5ljcs2rYNbXVFt9u1zISggNe30w4euRUf5DnfYpflTK3LcNplA8yzjOG0YZn5vNNizkby5KBP+Cailudzx8Zi/7A1MSfFuAob2wLrsj3GkDY1zNsNEbFRFNGnG/reebxo1YURUfywXVfX4R8WYYa6pn1XYXdCPsIc15YiQimSXD7QiCj8iGA+5A1Yp7iKbOrrRESpSw35sh3zCJgFgb+AsMFzK3NInDlgbjTShCDlKkHJhr285VC5xadGh0yXRmpnfPt3yhyctKEJjl7lIN+YTDuJuRqMR2Z+t5Q3lDfTLNwl3IW3Qi5P1Yi1lQhEZSj9U1XKUABN8Dt5LnnudKht21x4Lfpa/DnlUH/KPaZh/jfkW8pbGuicNn/SyAEql9lfkd2GlJFJpCsljaoEQ9jVYIPR0jaNpazMPtY062q8F7QTdd1UOVoJL4yq0Ai/j6heR1bFugv2f+/nlcijLcFL7FdG+F5Au0FHnE/sO+Zl+LlFL21k2sjWQV3/RxahJwJfzeCx7KiPAUq0HRFOlvnhtet1Xhi8RUThRwT9yGpb241GbLKeiCg6nE6RVLFXDIjoy5x3OylVW8orZFPVyyTsGBAR8hUR6nmBDeLKBRlfdPSvc5+ByGeo+U63xQ8NScYAuYyPhC8yfc6MbWZcB3SMvdFOGxlOz5c1k6nWCQCtEXjzHGrYu+wDo0Of8xgl+y0inFSe+cYyLfq9h02p15Buab9zuZAN+4v7LX0Xec+5qWVAx94j1oX1Vvgpove/2zSs21RcEaHJxPOq05hgZoTzzAW3Ayxn+QYbbItl3R8HEM2zvRGhhD29v5OWCUg5EGp9VV2VPvlvmrre6uoqQbJVgmcrciDSQcunT5/JwToHAm8T8Ltw8aLOnT8v//zthQsXys/E+pug1/2tyls3i6yDgE+fPdXzly/0+tWrosvBz5WVFe5rq7J9ttf228YBzpvv8sF+cUXgU6jl3F+SigilVBUa0ZeLKyLgJ3muu48OCjtdpaThSinKfE0pIbtZ1/p3gmZXL5822rSN9rltiojS5sLCohYI0rtdt3/o0CEdPnxY9rnrW9b9HMoOLS8X7RGhpcWlErgORRkzB7GXuP/bJvMW0V1koBVzJzPnSvvsZWwFpU+ZfUuyjZWEnsxc8/gHvK5TP97I28dra+uMx7pWznt1tQAAEABJREFUWQPr69OyB6RUM9cW0TVW7rzHiUpbkfvlWvgV8qN6pLqqVUWlxL+Yg8vrNJJttT55/gOWtYzA3iqoj0wK1gxBSOtIsi7Dekey7opy8wMZL/2is5VEvxI6XZbcNn02z4+PAT8oF/eZcrPHZ06bF9x/3L7TQk7uL/eOzD7SITfAbbnc/XY60c8qVdiEbab4oNiWaJ0y3hURCmwpY0dac5d5QzYihiQ0FLEVMCX7uyT6N2f9rLkTvAdhutzlAQ0DPy9rvvPmz8N1GXHZPsPz1HB6/+hwY7eh46N6fRe2vH8kg6PN2yK0z0zsU24vsVBsKR5sGago91o2IkIRsz2c+9XgL80uyxgRUThDOqLPW+cA190KRoPBHso3KOO5kd7DV5ZxowN1GmN5xQZsT48KXsXHmJlCV5oHI8pExJqi5Zd7c5u/nPb/bM1/+vbfc/zLuLJud+wdfJf/FvANhVuBusgqlDtZC5xvB94uNM/kys2Kju1EzTO8K/n+vRPl+UIGKv69XvGF3bGzvlDFn9V/Gw/stpbLPfpXMmk3G8zfzQSv6Z3KXGc37CT/dXkfL6TBloO2M9T7EnrQNg8i7yW/k20H0fGn7G4e2JxHu0kcnP9L6Dy4Fb+3GsHTRDL4wOX0BnjW4XHCMTXZc8FBwM4IZIwEBSEFFTM6DUEpgMmKgb//tJ9G9NHVcbCwHRWHb5FoOFEH+OeaOS9QdnsJFRwwi4ORVC2qHh1SPT6sanwIyzhk5xCe8xoObjp9WO/UpAVptAwdc7ZRE5SS1jnI4LyRD+OhhcVD9C9AVkJ/Qnck2hD9K3BaipIeeF+Dasvlz7wppIgAkjh5iapTov+mUbWKulWXpuqCg14Cg/ROmfKMzcQbVHGinuqQ+YKfKinB49xFXcBNjRrq8q6Wf+a18NvUqgGZuqrpPMgp0C2tTCda53CZ8yB0VYq61gifJQJoIoCWOHBLoyXlaqycjJG6aqQ2gSBtEBxxEGSSk/yTlBOUrTeh1an06s2KXr5d1ev363q31mgNvgMja9OsSZvUxph2l2h3uejv0NXS2VUGcJ3DqEYhVZXSuAZZNK2qhjUKxaiT8FsGpvaJ5scxKI+sLbz58i1pKSKAJNcxRH3LOA28TjbKyO+Ytjwo9xrqd5yadRzYd2qVPQaMW55BVabvNAd1WRsN53QdgaZMYCWQr5XrkcbL32jEGljDnw8fv9KFy7f1//3tO/39Xz/r5xPndePmfQ6c3xFYXdOU9TFaOKTxEmuGdSFVygH4INCyLqbTTqka08+kSBXpEQbM2oqqrBlczzrK6iJpMm1BBz8pVSMes/IWiGs42CWpmvnjw9sauyvGLSKUUtJwZfapjkOcAc4PUFbR7TLzXMd1U6oKPyKpYvAr9BoJvTlcZ0BWBAwqRkRJW8aI6PMUFV2mEWFS5KzPcLtu33A6IkpgrSGQ5mCygxlTnzJiS06VqNxDoXC/tvQva9BjXZq7IktGgg6o0GHU6B5Q0X7IF4J+od+6DHMjQhGMH3w6JuuC46ICy0WEOpw7oPiMUttm9OPXlkNwByH6fFf09r5Lpcz8ebjuPFpOtZ0Xe/7MHJtEy1LGhpY21wg8rk1oK4eqekHqsJaCMKV/AT86iYUg00pJNRgz7v65w6XFRS0wx2p3lLUlIqdYp2B9BfnABoHcTKjfgRY0+CWDVoF8N11XO1lXs76mZmI4va4pwYBmnTRlXTNVx944Jd9CW4JRphl+MM6VJAciK3Vyu8M92fbYhkQ75qNEIoDZESwN1jczQh12dgRQMzZjEL5BR9B5dAnK8CtMyVtHEPwseqlXw0vKCgKu1ewZIKHLgdOKfKK8przGeTWDUJGuaGfkuuaRri0TrWrXI52R87htB12Uy0wHOG9gHv6UNihjHsDBxo7Ao9i7nTdt1if4eyoHbDy/prOgXQMdYP72tOdaSNjQFrTcpxrGdcr4GcL2HtlSBRkfiD4XSppphy8pghcgpVC9sX8EZaGEkNExbzzfq43yJOcjejlxOe/ymjlo6rx1KtTrSX0d8yNCEUEtLMLHESHXcV2XZ3hTNtt1wDbL3p3VMP+n+HHSZK3jxzXQsDa6YBRzsC93WkN4rfA9b6zf0MZlvYb9GREyddDLbS4QoHN+iu+n5T+jTMrPCPfpaZG13z0XBoXWZV7DnHbdNdaJvxXpIOhFgqKmzl+5fEVXr14tf8vy2rVr5e9X+lui/ibk/fv3yjcmnz17plevX2llfVXrrCnri4hy33CwckBEFN/Z5sFn9tt4PNZ4NNoYQ5cNcPmQdj8dePS9yHXMd3/cF/fNNKJvw3n3zzDfbaaq2mjfedd1uf1mm13HsLzLpF6X55ERERquiFBElKzlrWfQEQot0Cf3e7DR5VOC9MbElLGeeA2xplIkjUb4YLxQaMW+yDRSS1lm3qSolFSJZU7gUT2YS23Tkc5iybPnNep4Dujgq7GM+RleVsvcatbaIjNdb7T6Ya3AaWOy1lDGPsqzXuY+aB083ojthb2gUp1qMFYVPKQxbxPW2CYvVZajjJjxXCbmdA/s6Hp09MN9cn/E0k702bDvoqRrBVQKKhgQ9JQ6yLsNlSvxTjnvfRmFtC3Xk+sIm42ABiVQvyMW6DMSsi6xHYZt6uH6CPple7fBfTBss+tpdjlveE4ZEbQ5w0xELp9Hx/1mKIuIIfkRjaDML9OPSnvGvF77pMPuDv3zsIzPr037Wn1f5/MDfzsd8riF+1wn63W9nTDIDnSrDFwrgWx/mW0M/K315kuQmPkjIhRxAFD1oK+IXv9+6tnmiK3y5hUwJqbWYxoRThb7h3xEz3N+i4+ZbBGbZS73evBYW0nJk9lSh/zAt8x2RPT6IqLY4Hk77HFOR/T8oZ51pyGznXp4CuYaHRr/2nR727+n/EH7elDbD6r/I/mDNvin/Cc98JGPP7UGPqWRhfcpkX+H8ph1wvsGzxRscdyQYDpfMEsPZfPUaZ4r1EWmXua5KMv5Fp0DdboAZTzTqOPhIoOOh/mBdjwYmH8QtAra+xgdfKPFBv9vpO3wzXdH0INuG8ii5fNf+fOrlpq4vtD/tLe91vJevrC/96q7pQxFlof8+ZrzwBYfze2hFtmrzOV/YmcPRIQiPsbO0jqQrA5w/TnfD+CsrywaEVs0ei1tYfybZXgk4IP/Xp0a/OFZOaCjgtOQjVdWtigoVORnEPTgmCnOFQl/lEKxgJVn8obzlK5xiOfnh+B5xRDPLOLwKnFIFlBXaZF/8WZVV2/c08nTF3T0+Fn947ujBf/8/qj++f0xcFR/M/35lI6dOqd7j59rytH7aOmIlg5/qyBotOrIK20Wp9l5Tpf+keBwWdFJ0Az20+fMJ9Pt2F7P9lvnBmiv46C25dSp4zQr84RlbzfqOMtqZyCN7tay2NISLOiA81PqTjnwKP8pnj6kEYdJdaVcJeUIdVUoLYzAWAE1NK7Jm7eJ4NBOHMKJw7hYQJZ0vbhEAFR6+f6D7j99qmu37+rMhas6fvK8fjx6Sj/8dFLf/3xSP+DjH5w/6vTJMh4/MybGT8fPlJ+RdR2P08/HyB87LVPrOnP+sk6dvaSTpy5S7wx6T+tHl584y9he1LNXH/SKYOuHifDFSPLfR1s4rHr5iGoCu10al4PmKQeGU3zU4LcJwQT7pFHvzbZQ5nkwzwfIF3mT2FY2yJi6nPplHMnjUvVIiiTSASSFuKxvDyDj0g1d1FeCCVolRn4OOQgod4Xnb46mekG5GilMGaMP650ePnmlcxev6djp8zp24pzOXbqhOw+eIbekeuGIFpa+lQh2+1t+US9pQrB6hcNQ08BvmTYzaynnWkHgO9KIPoRjHBx0qRzCNhzm++B+lYPbdQ7Ze7QE2Tupph5rsqHWpG057MdexsD+7ugWXcDeij7kAs/NMfMsUiilRPW6YMTaFlfm2ceHLaZky8GhqdGh19T1TC3ng2WDakXW9VqvBeZChA1Iko2gQkTQp25DzrJGQ5+sKyLYZqpiV6Yt84xs5RL+iQLNLtthKJKyXJZU0hESfeNNA1ye3GfKIgI+ZqF30D3QUuA3yjCUV96A2YZlDdtGwwrrTUkR6M0qfYyIkk+RZBsrxsg0Aj5KHMjqGC/7Do/AkVXJY+axQ02pHxGlfkSvJ4L6M4grIvwO+ldEKCJKxu0lbHMmIjTYUuxWf0Ugy/jgboUq1ew5FXMh096UMaxCcDOBuZbtEjBWImgT7JUBJbrDQf1EmYBmR+Czc1CSXb5iHw32RSIA1JuKKICcTnlKHnkCmJP1D5qsftD62gqB0g+arq6WdCYYZ32Z4JwIjibaSbTnUa4Yl0qdCp1Le9WYn+DVoCJ6kJjxyZTOJVCBgReF3yhhY6KfiTwdwcZGpYzRSLQT1OkIEGZsEDIuE7Z02OX+VbQVyARz3v7obDOyzsu6zafcaVG/SvgzshyM9X/UKW3QTmL/6yHGqaO8U+L+YjlmoPa6PBfnyysFOkBKhUaEfFluzNjW7BnJZSAiaCeVPcBztAD+fLlmV0QoIkouIqjHsDKHPZ8McUVEWcPW087K3K4hroi+/iAPSy4zhrTrGQ1zzTDf6BinCYF0BxZdbp4REdiStEAg0na7bLItEOiAmPc973OG0w7kOaDntH1imwdYj7hSVdGfEf2unOttVSrtVfUYv41J15QnRYKCjvU0IcBm21v2bjGXIgK5hK6qICLky/0efBERsu3uX0RyMejlSJRXRCgxPkeOHJHHcn19Xc+fPS9/u9OBUf907p3bd0oA1u1bd0TI/XM/F/GR+x8RigDqr4godlmuSrWqqEBS+U8jqdKo4j4BTUKX+x/J7+RC6rI6g/Fp6XfH/C/9Yvzdn3lk5EoZ66JzOf6xjzryOFcJO0ow3W3RhuU97obT/VLKygQfg9aHfNdm1q1tqpRUCZcrs/4yet2OaQHr1e2HJLcVUEPwTc1z+yPWiGmFHbmjhHt0oDdFTb1aFc8BtccfOoI6H2I1d2Kp54IWG40MT8wJoaOZtJqsTWTauRx/NZNGLUFS8QDZkG8JpJZ69Kmvq9I3280WImVe1ifsKkiKCFCBkBR0x+jlSr1SJ5dxoquUc9dxQv0VEeIFojD6OlQquY/fXD5wO/sYOB8RRUdEOFtg2QGWHdIDLUKzt4FnalZEbNEXsZmPCIsUWN4oGd6cHkB24xURRZ/XkFGV9V3JtOaZvfa4A5cN9U1t927IHpCNFj5ORMQGMxQlHRGKiJIe3tzOkDb18Fh3AaIe8u1gFLl75AIlxhy5gVrW6XmYV9ArdzMFbtsomR3eXDZgh+ItLJtgzDNdd8jPp0MxsPdPPS2NfdWw/lBEIG1ANFCn54H/NvQ6jV+Z17Z3Hq4xnx/mhfc5p11uagw8y0cEQ5EUEQXiGobB5ZY3/QjI+RXR14voqeeoEREyNSL6soieanYNOksb9CnN+L8psVGfNuCPIXHQvkTEl3WMmeM298KXNfDb1OVwn/kAABAASURBVN6rP1vKfhvztrb6iTHgLrtV/t8459kcbJ6/JOw+6/c8+OieawMQKDe3WZrsZ73oxob6TGo75m+6W9LMh24HZIzaC+zHPJhpVzQYdFDw7KgBkh3iLd/0Y+xsm+h5j77+x/V6vv5wF+7c1Wb3ctfC7QUZTcDz8VPYXnU/ebSzhTD7dmijDM5+lPwWMns4MSIU8TF+CzOHNj81dtvLh3q/JrUNv2Z7f7b1y3gg4uO5D2fHxiJig+/xNyI2eS40z3Q/sOx2aKu6/aj51WT4CIZ5eRN5vunN+1nmoSCnqXJqQAtMh/xA4UVi20x8WE7Q4P4YJd0pzajz+0WlLgCHQl1BLVVjMOrhQA5YWCQAlBb1frXT42dvdfPWI125ekdXr93V5St3dOHSTf1MoO3chSu6++CxXr9dlf/mXEXQaLRwSAvL3+jQkb9o+Zv/0sjBpGpR71ZbXbt5TydOnddPR0/o1LnzevnmnToOmDJ9FDDNPhBI9C1EfxOIAtmj5m1DR97I0O0w39jOz5K6Df8ldW47VYwB/qD/gU+qegGT7JtFBfarYEFKBNSAEmXA3wZtRTCxTVpvklYJsL3CH89evtODxy915/5T3bn3VFdu3NWV63cKLl+7Db2rq/hjHmcvXCN4eRkfXdLPx/HTsXP68ehZ/QQ9ffaqrly7r5t3HuG3D7TTqlNdkGOEjQsK24ydqV5U29Vq/TcMCxZIL6jpxvgS+2ORfixLlbFIvWWlepn+0yfXHy2rGh1SQ4Dv/cpUxwmy/nz8XAnY/vMHAuT/+lE/MYYnz1zQ9Vv39OLte33gQPD96lSTNtRqxLiiCz8lAoixgWXsjU2E1AV50zIepBnnrozPkPb4kEaunfEz46XEwWGdFBxmBge9ecu8rtSV+W1K/aLT1AjloMGK+qlGzUhVDQgQVwtLqsbLqseHChLpCeP6+t0KQdMXunSFeU9g+h/f/aj//ts/9a8ff5Z98OjpK716s6pJh076msaH8eUiAea6fNO3Ywysc9qF0miM7mWekSrGsFHXJeUCcYUigvhUx6F6p4bDZn/TZp3D6bbL9EnYjnwkIUjdTusEWFc4ULeseWWvFHI5884LfeY1BCZ88O6fYFxZXdk4bPdhj8uNqqo0IKWEukDB1pcPYwzrcx1jSGMcfaFt29p12CfQoSehlznR9bpcxzqMFjlzB57tMd/mR4RqDjYH2CbD8paxrOtVVS3b7bKEb0wdTOmww2kjIootHe25jmE9ESG35fxQFmFehj/zoQXnELHVL667WdzXsS7btwEO9m2H7XTtjTpkLNtl/IUh5hudAxOMv+vbv4bTEYE/ozRnOaNkdnhzncbBipke12+YS26vpCmbcnjfzAJP5rXkM213lGUChplAopg7RhBETMxCBytNRV6WmXK/IojYWbadKDsNXLcluNoh40BqLm03QkDCH0FkIOh3BUxTZHa0TFGjTDmLgCBCCzoxIgRQu7JLJPzk9gNbnPY3UIe0+UIvCuSywrecMjo6eDgK3cVvzI9M27QoVGJTRibRBnOf9zByqGaPqTzHooJTISeasCzjkEkXZKEK9FTUs07znBYy4sq00PfGloYy45mZs50p2jurNJB1uoPu9so0YLjc1HDa49gxzw3zDKcHNB5b6kbQEBU8Jw3PzwERfVlET82vqqSIUGJvqNgrvC5Ho7qsUfPcjttumC+m5hkRUeppdpk3Ho9ljAjuWpdhfQO1jPVFRGkvIqRw+0kuiwi5Pw1zysHHV69flb/jedt/v/PmzfKty+vXrmv4Jqb/NucQbLxx/Xopv3njpm4he/vWbbncf6fy8aNH/d/hfPNWHz58KH+P8uWr13r+/GWB/1al/+bk6sq6Vj6s6vXrN8i/1Lt3H5gIkn+udXG8qBH3FNtZVUkORI7Yxwo8j+y/mf3BOJR+K1hKU7Xs5/bJ8sKiFscLGqOnoiwzZg1l0/WJXr94qauXLusG/bt35w7B1Gdaef+BJdaU+V2hG2/J1HBANMGrJDRJNe2P61qjVKlKiTUXvSyllq+yyg9JVNzL65w0ysi1kiZZMe0U8BOTM1FWGaKcuet0gkZmbBwoxOayj7CfRBbrOLO2W3l/cT57/TFPMxBpIWOE7Ug170lC14CwbrgZWdymdtZGSzs9zwpUrpLHRs+hjyF16LBgxTxOgdXA7cr6UWP9RscbLw06Omx12tRw2nPdaGbz3unt8D478fgZ7JfOe96aNtjfzOoOOgcqrg5bO9o13B6sLa8ILAcD0zI9tGF3n6djCPVpEnOvCOtIiojC7WV6+YieVwpmb0P5QLfbZv5MdAuJ2FmXhVxnHuZth8s/xdtJxnUiQon5HtHT7WkpFNFD+73CgrnUc2rAdhsiiuBQvDEuZgyyEVH0eMp3LiAvBS+g/orYTPecnd8jerlBt6lhac9n03lEhCI+htdGRMh0AFIaoCwm2SYG3UEngjKD2y9rnxp0yvlUykLMNvYrKHnz9g23HtTeF2gX+wNZlSvKu2S6HZpdUcZnfg1vn9+ubn8a83LOG5Y333SmVBEhzzkjwvZXCvZO0X/XEZfpALLlVaykbsnM3iLM7TMRoYgomYgo6Ygo+UGXacc+YuqC5LfdEBEbSiJ+ubTbt0G/K9iofwPYp/8G3di9C8NOs7vEb1fyB2qZvcf7z1ZgP3u3DoIiTL0vf7nVT2jx2BtsaNoFnv/WZHxC2x7F0ZeF71xfgOIcW/K10Zu30/uWlpwpQu7PTiiF296QGyaHSO+KxM3SN8zdsU3xlmwZJ8ZyN7pF+ACZ8A3WD3szCFoQSRH0ZzeIsgO080uK7m3JxqD+kiYU3Qcfm8yc2BlWGBGK2AYX/OKIg7VwQPGDKd9dejd/78TfXcv+Sw7UzQMJ79+Gf0/Jj9eox/B31dePTdxx7X4Nm933vdB9dMgR8sFVuX2K+wx7d/Y9KQh8RUVQK6mDqubeU0ld4hAdcF6llk+ajVoZLdTdDB8q1WMlAmWJIFkaLZS00kjikFcVAbKSHiuqBRU5AkOBfI5aBZRPW9pTrZYDJs5uNOVwrCG9ujbV+w9rek1A7NXrd3r1+j1Bo3v6+dh5/fDjaZ27cEP3HrzU0+cf9PjpOz1/uaq37zkQj5Fqgk/jxUNK2BTYIexp6XPLAdsU3ROec1o61hBkqv1NxsUj9GqkSRN68fI9uq/qx2MnaOuEHj15jg0fFOiqgfV0fNBMHCbmVClXNX5JBKhCtts+NIoc/uzoq+UztMnCr4m2RP+TlKiLPe5zx3gIOztsrLB5vEDwDH8t+mdXya+tT/X27Qe9fPVOL16tlD7fe/BC128+0Lnz13X85MWCU2eu6vTZazp+4hK4qBMnL+sYAVDTM2ev6/zF27p+44Fu332qu/ee6xG+e/zsvTbxTvcfvda9h68KHj55qzfvW3FGW34eeWU9a2UiOeBZj79hmI8ojQ6rXrAPK/rWo6Nv7nsr52vmFkgjZYLhOUbkZ1CNrgX8MqZsXOZKVAvoQZ6yXI1Lect4TduQg6INaRrUwqFvNF46gg1LijIHFzWl7NW7VV27fZ/A7yn97Z8/6u//Oqq//f0n/f0fR/X9j6fwxwX8cglclOfR3XvPGDsp1WNVowUnsGOkjO0oFhnSSR1zyLzMuCpVKmuAMbPM2rTVqzfvy3y5fuOe7j94oifPXjFe77W23mrSZPQvUG1BOWroIu2MFNQ3zGsZ+5W1Rk84IL/38Klu33uk67ce6OLlOzp/6aauXr+vs4z1dz+c1A8/ndaxk5d09uJNPXj0SitrHfrGGi8eLlg+8hfZ/x22tl2UPtjeHJ53iXZrtTnkn6DtFLJM03bK9HFMIIEK7F3iI0FWMwt6sWyQlKgmxFRz8J3wg2H5DgG2HeqFgnaqirFF0Hxxbd+vOgvP+E63tOPDW8PpAS5DDL15AxFu42OklCxa4CCBckmWt1zSUdKSKXsPzIie2j5xFQrf7TptwFZEAKcklxm21bCtLhnhO9vgfDNloRC1SuGGO4IKE7zhNJucOplfV+FqH8FtZuq6DSNjjw/irWo7hN8NBwNMZb8ib6W2w5hlFfjH9qUUKjSS7Ke6qlSlJPOy3L+Mmk7+JYCME0v78OdfhYdiU9u4HdNyOD8tAfJ1AusDBr79Zti+jrnXgoabQMMBvmUmBFM70h1Bz44gqGkmT7SCVyt/Y9+2SfiQV4edHb5wILwAfVPqljQ+aQqoR1Czwe4G/5Yy0u6nAxSFMjxdmwmwSIgUiLUZSrSEj6KCAqjYIzr4H4Gybh4zGVEzA9fLs7pOd5S3IHehLocwaUZJw4suUVoVBPetIJWoz8ap3Eldk/GJZB9O2Isa+u7+FDnWYVWPJNrt7COJ91BJ01YLpugwNbpIytiemQ8tdYxGmT1Z1JHaLOUIRewM1JeX50VJ8Ob0ALIK5l9EyPPNa8YBzMXFBfkbmc5b1nNgbW1Nhv+zxfv37wkOvuM++FavX7+W88bbt+/05s2bwjN9WwKO77W6slLmXkiyTn/70T/3PGaNjuuRKuZ8woZwf5gbOFxu151s2Yta5mLXdBqo7Vl9v6p3tPf29Vu9evFKz3k+eHT/vh6Ce3du6yYB0WtXrujKxUu6dOGCHt1/oLcEVKfM/wo7FkYjApGVatrNtDEliNVwbzedQv1twD44OdWEAOVkdZ2A5Irevnqj50+f6+kj7iuPnurp4yd68fSZXj1/XoKYrwhkvnj6VE8Iuj599LiUP0Pm+ZMnyLzQqxcv9OLZM715+VLrK6taI+D64tlzPXnwSK+436wS9FxfXZPb47GvBBOCga6ZO6NUq+wPOfTm1StZxwvafvzwkR49eCi38+r5C7msYc0KX7qOf157ET87OJrwcVIwazcREu3wRpnHQB0Jg8lf8hSZxoyW/Q2b8mxcHBDtGJ8OP5rGrN4mFcESza6siAAqc87zzogIeFgGdb6M/6zGTqSjb5YxXB7h+j1c3zzD5RGbfJf1qOT7Zs1zjVEl5iEI1nLMvJO7UOv1TF9b0NDH6aSRMWGOGOtr61pfXwPrZX2sM7+2o2GvNMpcxkcDdR+GdMs+YVvNM3LuyhrI+NJ5Q1xD3tQwf6BOI7JRz+ndEBH4W8B0E+KKCN71kZ75dpwuQrztlI6ILbrRJts3gGobr348kkwj+nobhSQigvePX253HoPEPM/piK31I6LYNsjPU8sbttPUcNrwWA3jGNHriOipbd8JFKM+CiJ6Ku1OGW78Lq7dZeT5GZWC+0KqvGY2oR10W2fHejbdCdvLylpnj4lPIIl2ac80RZ8O8gOUbU2fc9ooOWTFFcA8d7ikyQf1IeV9SDv/NeEx3Qs7tTUv37H3dDN/yj4qfnD/E1WDqR7sd4k+AMapSrUSYEmrYx+hepFJlBlSIp9YH9zTZ/uNZf2cKbREhCJ6JI85KPdMaETIV4dSY5ifThvzdltugPlDeoMWXVHawqIN9h8u4c79Ypg5ert6/RUwAAAQAElEQVT+3ZwU0Ts0oqeW8yC5fkQ4y8B3Bc5ERBmA7WnLD5gviwhnd0REX7ZTvYG3ne6o6E/mf6wH2MP1EZhW7Hs6KMrDJ8p+DRpz7Ti9I1jLAVh82gmhrL3RKaz4i2ZHpnYHTHcB/ha2HBzW+2lk322wYLdXRGi3MvOznyqc+BIUP+7Q/0/2/TMbtd7gNjdDQAu4qYr0rnD5ZzZpPxlbqkcoglmGD112UGzRNZ/BlfvSRR1Eee9fTn8KUmg/l9vfj9y8jOt0zEc/vBTqNMA982K/etp2fYRf3YrfqEFPiH02fQDRfWr8/YiV8cecX7qPpR0m/Cal0R1em+WZz1BfjohQxFbs0OyOLPvE2LHwKzJTVRUbvT/40MSHrHymktizgw9UApkPW+IwpyPd5CBgNlH/s52dpnxwm3DYMuEgRugaLS5qvLysemlJzwjq3brzUKfPXdbxU+d04tQF+RuO127e1Z17TwgqvdLL1ytaI56wst7p+asPuklgyD+9+5N/qvX4GYJaZ0vdn8kfO3GG4NA5lZ98JX/q7EWdvXCFQNINXbwCLt8gaPSC4E+tpUP/Q6OFb+XAXJPHBMJGPdqROEfmsLcTXVE1qpEbF1qPR3S3Kny2SAU+SBwUtvSxwSktFRoOzFtV6oNQ1lnr0uWbOnXmkv7xz5/Kz9i+eP1Bb4gsPieg2eYRQbKE/kO0Q1BvtFzy7vOkSVqfBv3PWiUA+YHg8Oqkw84Kuxdw+VJpZ7SIPwn+rjeZYPBaCYo9efFWN24/1IVLNwj+ndS/fjhOYPeMTpy+oFNnLxFYu6VLV27r5u3HevzknV6/bWin0tp60ofVTu8+tORDnRbo76KUlpXqwwUVNKpDCnhK2IBMCyzbaVFd9PKqlhX1IeouYXOtSVvh2xH6lhSUNfS91YgD9jF13M6CRL6LEXn4Lu8SgbgQZ3pq2qB+UpMz4xPq+CCfjag28p3T8DqFMto64OCG52FrXoQ0Q8kzJ3NKyowjg6DMPPYYZvRU4wUtHflW3/7l/9a33/4/zJn/icgR2l3Ex8LXrd6+a4r/rhFc9k9B+2+J/vDzSZ05d1VXr90hmPycwPIzAvbv9G6lZTyTPJdfv11nLr7UtZv3CcZe09ET5xinE9CzZcxu3X1E2QPSzJ2zl3X0+Dn9+PNp/fTzGR1nnZy7wHy+4uDoPQKk98pYnjl3Bbmz6Dmu09S5ev22vL76tfSW9fRWt+4+0fOXK5o2nsuHCJr+hXn3rRJjmgi8B0Fo4f+c6+LviBo/VkIAv9W4Dl+liuB/MJ4tvsjyIUkE/vai8DfjukYttCXfmPLM386QCUK10aEnq6pCKcThTbeBRGs7IkkZ2U9C4qNFV0CyvPq9q5XPAZwuTN68nzs/wPmqqrCrUuv9ChnnJfctlz3facOyEanwXF+7XJYbYBGnrXuoExGy/3w4br4Ps0sAEH9ZVvgw40OjD5ymmc9adQ7yAQdcI0IRIfkFjRhslooe9TRbH+uHbOHnbWnnN4DQRtpyoOSxrQM+MCt5+LYdhaUvEUPbWRFRkNFFwu+I9b4sOqhr6voeHwebTEueMXCZ4fx2ap5hfo9cxr1Pd2UMM77r2gZfNcpsIrmbKjM/hUEdk6ljvxb79YBgvlcOUtQLqkcLquoxRSN5f2iVmPeZ/SfURpKS86EpvWoN+tpEUgfNTOxIlQxVqdA+XVEPDHKmcp2PkamfXW4g4/aNjnThq5LT3aycVaRW2IYtOac+nQOfhEReyBfAC+qoS1IXPSg3b0R/x/Q90XZEhZtCbabP3MOnHo+iO+CrR+5pix6mBLKUoT8bIm2+ZYBt6KDZfPSwm2BRfISUVQJkphWyhcJzesT6rPF7AoGyDpum6+slCPfo0UM9efhQD+7f093bt3Xn1k3525kP7t3Xg3sPCh7df6jHBAqfP3mmlwTvnhPQe0H6WaHP9fLZC4KbT0tw7/GDx3p496Hu3rqrOzfv6C7PJXdv9+nbN28T9Lypm1dv6Nrla7py6YouX7yiS+cv6fzp8zpz6qzOnzqvi+cuwrusi+cv6srFq7rOM8i9u/f17NEzPXFAE/qSQOQawcl1f6uewG9uG9UhLY5HOrS0qOWFsRbqGj/hBOazmM/BOsa7zIQEv1LFWFWMYTIH36tjXFrkgXk15TKfvNetfVczBwoY64p0Qlz41Ej4fQS/Bg44vn39Rs+ePCUYa7sf6f7de7p/7y6+vq9HBF/9rVd/+/X2zVu6je/v37unJwRhXzx/pucEYJ88fow840Bg+AV+t7/fEMyeEjitq6SacVXOqmhvPBrL/zmjSrZC5YoIRYTSDBGhg14dE7QgN3SR/ZN7UVfQ0HQjbkLKOG5X4PMMxBURxR6S5ZWxPSJK2m/Oz8M8oyGoOexZzkeEEv00KnywE42IWVsZO7M69i/vkfMY9k1Tw2Wmhu8nO8EytsUofpn5Z7BbXEN6J0oxr9Bgt203IgZ7Va4IZir+sY7CmHvbzpvPR2zVM5RF9PyImNM0JD2JhY+6Atdx30wHWDJia92ImPlYhUb0+Qjbrn1dEZt1Ivq0K0b06YhwtmCwZaDbbTS/CPIWER/ZFLGVh9hGf113gPXOj+/A72lX5lOf7v0Wsak3e79QoNpIMwqZ8SIGXu+jjIrtsMwAIe90P0eSouRDESHx0rbLdtn+ebo97fwAOrNFQ0QoYhPzha4znx/S5hvOU7XUt71GVbGTslarsk6rMu9r78vke15fHhGuXhARW+QiYkPnUDehU1yZ3ceIiI/q2CaP4wD7xXDe69hpw3Kau5zfgk4KpQLxbmyMGWVD2nwsVTBGmFVc63QiH9jrdIFCvjL3DbfTyzIRBj4KzR9gGwcMvIFaj+Fy80wHOO8yI6JvMyIUMQNNhguhyXQ3zCvaTea35EeUbvwqJkSEPPkiYtORs/R2vrjM86SN2JQ3LyIoFZMkb2xChcFbRKifMNAIOFtfEbG1bSaXdXpBGU4PYxbRy3pSeNKbn7fdtAqPSWeZAeYN6Z2oF9EA63Xacq43WBvRt217Bgz9GmQ+RSNCdFYSVL/N5T59Tfw2vfj1W2Vf+UqNflrT/OxwendkZtIuYA3EnhAfsgKYfj7chj847IYqf1p3IPPZ8B2HPUB+MN8FPJ6I3WkGyLbXXuthm+i2bKZ1P0SBHT44CJ4/VOyGzEf0HJ0MQfcN95Mbrj4HzJhtnfj8LPPr8yt/hZpuHwzj1/HAuheyOGSh/12hpJFndir44DwP84xM+U6ISIqopI+QlCOkFOqgm9A+rg4ZI0PzgeBZ2PuAahuvILUTYM9emaZyDuVCBe3TkuslqdAhrc+8XN9wdVPDaWMz3ds/M8RFewCpPUq3Fm22sJX/H5mbDfSGr/fphEF+C9VBRmGfDX2BmJ/XtmOLvfTd+R2boIzJz4uVRHpXuR0r74/pZ0Y/q/rZklbEiZ0iCK6w93jPyjz3BgfOweEzZ0QEV6Smq5QIsmUCapOuJoDU6dWbNd178FxXrt0lEHRR//jumP77b9/rNEHUm3cf69W7Nb1bbfV2Zap7j57r9v2nun7rvi5fv0Mw9Jq+++mEvgenCBC57D2yrcZqCLat055pQwCoxY5MMKhLY7VgvQ35W4YNNrcx1hS6sHRIUY+4i4U6JW5HRp/uD6JJZ/YV5or7788O4/FYCwsL5RsvSxxuLhAQXlxamPke2a5UIE/dDuQK3bUCG21LjJcJyv1V622lh09e6eeT5wiKnZL/Lujfv/u5BDpPEuR0oPPoyfP66diZ0l/3+Qf6/f1PJ/XD0ZP47rxOnjlPMPQiAbjLOsfh7cOnL3SVg94TZy/oqIPJBOWOcYh7+vwVXb1xX/cfv9D7tVYt/U8LhzRa/lajpW9VjQ6pJp/qJWV8pYpAJnA6J/qGPxvGedIFPkyadgl/4ytVakGHLxuo0dHf3FX0v2Zi9cjwREDO/I4yqVakmrkxQsayCfkewT2pIFUSaTEuedjjSRce/Ew64+qOt86UN897w4F+2PLVwXcwDxHGN8/QQY2stutIm98hjlQEVIy4aaWOPrfMnUyfg+BuxncTeB0+iXpB1dg+G5UxFj5zPhGIXDz0V+VqsfyE9NOX73WHuew5fIGg58lzl+S/1frPH4/Lfwf2xJmLZX7fuv9ET16+08okq178RtZRLRzWwvJfGJ8jSuPDSoxVVy0yb5e1Og29IhD79MU7PXj6UncfPtPt+4917/FzvWQdTfD7wqG/aEz9cL1YYLxqbE1Sqnl5nEdShf2MYcsYt/i6w7divgb9lceKsfWYlLWPY+3jjoP8zge57ZSx62S3ZXjT6bpa8yjDq/CzHPgrHg3eIytST7uUxcOLOg6xW+Q7AgNCBzNBFbLjulKdoqTNM8xHKa/QcOWZTUN+oOYP6a7rsJP2BsaMRsSGrpSSqqoqcHomUupZF80UltOoY45I1KYzSb7Mn5fp832bTkeExYo+22O4nYjY4Pnzu2XH7DOHDx+Wv/nmSojI/3k046ucO3wq7AyNR7VGdcJPSUlcNgzSv6Ins/c8o9tJHoymYD4dMatfSF/b9hqIYk8UOJ8Yp54m+Sd0pwQr3RfPmSJLOcKln27DfMM+MDUsPw+XWdYIlAz6TSMCdb3fKCqviCjUb65jOsC+CVm+Zcp1+KpTlLnWFZEclZSqsjZmpfJ9zOvB/BzMPtZGZo2oqpUTsqRNg7Uk6mfrNyxrrYUmdch1pI0s6pF2PdfpkMci5lJSm5lKWJaR2UDGZmSsLhcaTm4gk7JNhQZlyDPTkUxKtFNhm8cm4Ih5UyEv5kizvqrV9+/04d1bvX/7Sqsr77S2+l6T9Xearn9gDFeUm1VV0WpcBTRrgbWxyHwbM5YVOvBC+Ulip8NrlzEXAX3/nHGircC/Xs+5bcWmIH/LsJs2EnW99Csl6qMbm9VitdG0ylDno8vl872DfBX2u+5kdU0ONq59WNHrVy/0/Cl75sMHevTgPgHSO7p75zaB0Wd6/+aN3r19U+ja6gd0trKOEf4Y9CV0VrRdRaId7MAeBkLBQISksFOxIZN3ELHMR2ybTqZaW13Fdx/kb62+e/NOH95/gLemhv5l6qBRQl8UhII2nJZIMx/K/LR+wzyD8YsIKcM0xAW1bMZn5nudGIU3Kyt2UW5+h69NvY5MXWY4PcD5+foRtFmayjSxCcu5joNvTrvOkDcvM8YO0LmtxuOGPREhy5jvOqJf/k8hL1++1OPHjBVB1VevXpVvAXf4SbMrpaSK+RX4qaMvDXPJ+ZQCm8SUYX6gfyYuyw/pPMef51nPbrBcxbyOCPHagNurqoT+QKQDjAW7AhaQdr5HMDky/c9zbTvt9kwRLjY7vxuqqip9Nk3JbSZXo7+5+ND17Af709Q+td/tz7W1da0yB02dn4dlDMsbrtswPg0+tS7Duo3BVtOO8TCdRzGIN/M6xqXbQwax4VVoRODXHkP/IqKU+W1wXcQ8z/5W8YFlBkRsbZ5LAQAAEABJREFUygw8U9s1UKfnYVvd1wEd9rt8oE4bQ33TARHBHEjF/nnbI6LwInqquSuX+dBt2B4R6OjlInoqrojgvX/tZItLMs6ZR0Ts2m7E1rKIPm89EWGyKzbb6H0+5Oft6twvNsaIKDYMyjBxo6+uZ77pAOeNiL5exCZFEUWhzkqib9vjVOYre6jbR6C8nHZZRGxZLxGBmtD2KxQo5GXdFEaEInqQLTZvt9FtDHBZR58ta0QEJDZ0BGuVDLz+FdGXKfr8Tu/WOfCddlum8zynzTNSsB+AiF7pvHxEyHNy2DciehnNLtefJUtfnZ7nOW94pVmv4XLTeZi3E1KFbfggImQ7I7a2H/FxPmKTZ51uZ6BDWlwRoYggJZnvcTC1rOEC03mYFxF9Pe7npMR0le+ZyYV7YV7R7zG9l+1fs8xO9iIb4PyAgTdPfcPxDcUyZdHObi6DTfaly0wHnmlioDxxjcQkMs+Yl4sZ3wNovvV0LGanI0KmA+Z1uJ7zEWGVG4jYO2/BiCgTyPVtm1HXddlwIsIiG+0We7iZbPqDTZ/8YNN+qbVadUSUtiN2pqXxfb55Ue+7/V3ai9jZjoi9+fs0sYht2EjONkN+0Zc/cHztBgKFXww6z7Nk+bCxExUPXPvBhj9n62R7HlM/8WJd6cvgBuiO994NmHcQfJE/abz0AB/EHkiU9ej44Pe1kNGlz0YZe8baH3r3M94bMnw4iYL8ydErd8UyMv2IRE8O/B6xe82I3csO3NAXVPCNfy94fsyX72Z1GZesXdcnH5e16VcEi3+hM4XcGUp5RpFRFMHZ3ws9g7790vLg6nrB/aqHmBk7Y84DvucG+UIrxPs0s5qW0cO4bqYp00EuO8N10CvTHhGVooCAQBjO11IKeSFlNm2e57SJRHorOuyyj7djsw6jE5uQyOwI/aEv9+rX6MD+2vk1LOnb2H6fcz4iFLEV5m9Hr2Hr+3YZ57dKfHnOz41+dk5VxeH9SMlBFtLB82bDxH3zbkV37z/U+YuXCfKd1Y8/H9M//vW9vvvxhH48ek4/Hz2vY8cv6vjJy7p774UePn5LYHWqabug0fgvWjz8P1QR8GkIik4IuJk6cFQTQKqA6iXlelH14hFVC0ckAkqTLpWAkoOoU+q1BH/SaFkNgbv1JrRGEMwyU4JKXYwJJI1KmfOWWV37QPtT1icrkUPjDom8gQ5+lqLjEFbS7GC447C4m1KHw+MMEnvXQl3J3xwhpoFfLNr1h6qZNL7pODxtKfFPyop+vF9pFPRF1aIOHfkvxfiIjvz1/+L2OJbtf0pA7fmr93r3YVLsVb1c+hv4p148rNHiEZkG/Am+eou+V+/WCZje04PHL+WfaLXPFr/5q+qFb1SPv1VNUG68+K387dtpNyLYPdLaNBG46+S/RTnlswBH3mo4LJ7wucjwt4+aLuMR9tIE8EU2UqcO2uCz1kBC8KLK7N9oocx+C3h4gHPxKX2bFjpt1jVt1tRAm3ZS+Jn6uXzPqyXfI+PXjrbn0ZJ3oNRoyuEgstjdlW+XNGoI4hnOt9205E1bxq5hrEwzeiXuCvSnqpKMNEs39LvIzR1Ip1SxLiv6lRhTccgppapSx5RosMffsg7yGR2NbYHv/X3SJvo7ksc4p7EmTVIaH9J46S9aOvxXAqXfgr8w7/+KyGHklqS0iN4xYz4iYF1pynxuY0Hr1DWmXS0HUru0wLhl+MF4LiiY86qWVC0e0nj5G3l+dFoo33x1wNVzxPPfc6vjnjXFd/albV5nLrsvjBxewfiUFHWN7Z3oDq5KMAMfBHmkMsBK+7FDoMO3TiOoDt/2+RZ/tdTr4RoRQV5FT0kGi4MWM/pct5fJlIurpxl9Rq+zQ2dHG638HITQlldEr3+eGdHzMm0YHl9To2WMe/s79Lq9oO1gPlSq6X+yH6gfESUfEcjZU1jLmrYOcaGa9/6V4UtRXtrjct2hbVPbYtg+Y0KwJiLJNjDF0BRsP614YxfB1pzVeB9ivsNUosmKYUr41AjSOEmCH8Gb+isiFBHKICKkbD5v1LP/nXM913dxAbpMxZgnChJ+SaIuwrZ5A55T+LTkGTefr6xPJsyjVq6TmSsbQC4zbyicacIG+oSDSz7RoAEpeVNhbGadu55RZDGjYn1attiEDroiPCfbGq5t1bTdsq+hAk5iDoWbhpKWIXrXwQMEqzvs77AvqJfZE9rpRN73Ba9CSTAoRpVDyfrpj+dkFZIR1A/XZXysvfytU/TGHDJlRkKfyxMWlHL2Kd9TErIVMN9pwSfCqaCe2NvUTTB6oowtdFsRibaT6grgkw75CcGWt29eyd8IfPnsmV49f66njx/pCcHHJ48ewn+qNwQk3yPz7PFDPX/yUM8K7kMf6OmT+7Lc4wcPKHtM/Wd6++ql3r5+pdUP7zVZW1UzWdeGb0KsnxAzTBl/t9OGsoYpleGFlv0fj8ZjPI7pzJcO0H3sDuyuCj/jNwdd19fWtLqyopXy9zzf6OWLF3r29Kn8rcdHDx9CH2D/i/JzvA5set7VVa3lpSVFhMqcSEnJiJ5WVdJwIVLkIqKwvCZ3QodzJ57HjLHLI6LUc9oYjUb0udrgddhvuMyKI0LJNsxAVi4zxGVqkCyvKO/9m/nzsF73c546bRtb/G1Z1zTPaWM+7fw8LGtY5zy8Bxnmub4U6ikpd0CMH/10m+5/xNbyiFBElH62zEPEZbklxmZhYaH4w/rfvXsnBwSd9n6xxpgbTrs9+73/W5uNWvxvnu23PlPnDae3Yzf+IJdSMG4JBPaooGLxeo4YwUZCF+gHczcE3QrrEVcEhVCmCf0lwSsikLfuGv0VMO3he0vFPDUiLBfU6F/2Z8OacJ/tA9MJ94J1/zwzc9Bp802Nhr3J7UrWMSApwqiUUiUp4bvM+BnCxii8iEoxA0NJuUCeyTrdo/V/JOC2tynT8/u8xzioJ+qJe1ILNsfKY0Bj5WV/p5QU4fYLi7RAn4/oqbgitqYj+nxETxEpL4+B4XYMp7fD86YI87a9DBavwCcZqkIHmcLgLSKwkQQvl0HImzePvm7HXtzO1qFle7hGX96nVOpXlf2/qUNzV0Qwdlt91evKGzZG9DL2qWF9huU6D45U2onYbCMiil7LGa4X0ZeLy3U/RifvLxTv+pqv47bn8/Nplw0QNnazNW2e8J3vBXSw3Dtc1jK/fY9wGitlWNb5AnRYPrAsIrjPSIEe30MiovQ1Aj7QtisiSrl9oHIxRhgw2Etyxt2BsOjcxnZwCxfbxkfY6Jtt8/wA5gWqi7x75ilIufuTYnPsbY/nsPvtNFUUEbLdEZvUZYZ2uOb5EVHqu3+Z9lxmWL8xpOep04bLrX6wLyKcLYiIojcituRtp2FmRF/m9ICIULAXR0BnGOQtA9ekICIK9ZvtmYdtM0q/PD4zJAv/iYN7YHDubjUj+sHwDc2wXETIg+d8xP+fvT//kiNH8nvRrwEeEZkkq3qZme65o1m0nSPdp39cTz886V2NZnp6X6uru/aNLO77mmQymXtGuAPv84WHJ5MsVne1Zo7euffIGd8EYDAYDAYDHEtGcozrzOMOMiaHdtz1nA0d9+B2sYhoTmWeymB3nuNTJ0dE25zNvajk5eIyZ2HeCRFnZOEcEWM6IloR81m+dfOL9SycZyaHb0Zh3I6T8x/mG3neLOOP5XmCsvT/Z+DUBvSr+/Y0Td+0+J/QzIhofhLxMpyKN1mTzIDqySYnBRDxgc1az8bOIb0o05xnpC6PfGHb0z8UV4urLXQCnzMG2tDzMvMcbt83HHfdKWfm+to2l6ZFhN1XIpykWrIhZBsuZwgev3xdRwSZfPSGpzrvDfSzpCbvLOG1eEV2lXX7n0dxectpQA5hQbfyxlAa6f/CIdZ1W78OrzX7jcmvK2v6GwtMxErkdUD6Jh9MhPX0p6PVVzDiH0fgpyMGBT5PD+mf8/xRe/xzhP+zy2IPfEFvAvOB6U1/4i10fcQd/EloZSr99ios332aENY2k+gx2tsjvUJ9/WN9J7ye9z+TnmT9CWGYF93aqvSPxK2S+V/BVPa1kLbbHiPWcl0eerN9s+FEp2xLNwZ+kIaPCJ+zcSdt4VHqlPPHQtFTb0JlAvznQHJPfxXfVObXldcbHtvsdQTvsVCRw0TcaGlojhtjGv9jAxI1KQeHEiDQnbNGTaAIchKWco6I1xGeP6o1DcpSXpmSmQ6oKnXFGmiQ8AfedqR7OVQTVk7p4rHuBO0TEZSrDV5/OS8CGkUQAE9I9E2gTaXuBjYuBQha4RCjpE4jZqpcttQ0U4kZ10ojfPmhvKGa53LeyLMgv2toMrCDy7Q47SoGsiugUNNB/xNPRUeXL1hqgtDPyLMNrr2Snu8f6NKV63r/o0/17u8/1Meffa7rN+/o2fNdLsuk+camNs9z6TfflC+JgsuejkvQzfPfUXTnEHW+hYPm8p+x7bkYLZGUupm62UKzBfVgL9NqyhJtGkqwJqkq6BfwmWc2X5DnI2dxYTXoaNmrBH2BLIrLvAiV5dDTlBddkxSZQ9BZFmyq7V9R5WKwnY77hNwISgf8+ObAoeCxv81zdEA9JzpZHuvo+FDHwAdcGT6fKM1mnby2jzCBsgQVfQu2ZLlF2SLrk7lMzbNNzbDPbLGp1RCi4VykJc03fWF6Hvss6IYZuucWVve3Ovo/a+DCuGc8rEpoScNOVtSAzNRRBj/yn/k9Oh7Uk08O5bsmp9hHrAuo2DRSp9x1ChowMJh6X1hEbWlBU5aMCm0gr+cQf8Ul6HI4UVVhzAzo0qP/UksuSAcO+0f4UK1X4eC/Uq4iW+b3NxDrUqWegGMN5QSMYV84nB+OtOoPtcS+3s8MGK0whj3GRD84dHpChVZYF/RcLhlLH+6v0ysuQQb6rVgGelXqnvRw+Dqs31jHIMul5W3NXKtjiR/4Fa0eaEuhLf7FGcyogm2cdtx2tK3cx/Y5+2nnPmY8pDzXUEMnq4qtRhzjryfAv5CQ8OmM7ztUythH9F+hv4PL1Uq8Ypui5WqQ+SK732ZyH+Is8Kcmd9WjcM7wzJW7OflZq4Fy2CHlpNmCcl3APyjo30L/4KIt7rb5QDvcGIiFxg/Yc6BshFArlJERSWoINTm+xBa2SfhMguY4GSpDJajY8ywYA/Sp6DuvM3JKmnVZHciWHZL7dIKQW+Gt6KL2wNBC/3DccPxVmD8iFBEtw2m3Y/Irx40VF8ojbWj9bVpBP8NlEvpFWAag0UEDY00byVWBjsk9hZ5ESacG1azKOK30e6luSZKiG6EkugWEOEMH9DH26iEeHi21d3CkQy4YfPmtyKqR5K7tETSUscwKX1jiP26DdY0IpiEu2tBFQYVtDqvq5rnZN7rU/HVFnxZ4kuc5wsI4DXhplhxm/GKMV4WKMnLD44dxFvg/YqDVUwRyquXgSwNhbxBf9kudMG8uT47HizfGpDgkjaGgXpGQrWazQYG+rtNw3PRKXRVdDadjraN5UtXwyKIAABAASURBVFAavyzIGtZhwTbuyxWXDz6MVa1KKdN2bC5agn0LtEpckRTAe2GjoEd1vzNnOEw5ZGQqIqpWJ3FUoOIq8bH6qC1R74RAvut1GOKBj5oU/HOYI6mic6HTB+w5EFbKW05t7e0ZN1gQPQq2quiUQnLbReUBY85J8/lMm5sL6NLh4b6ePt3SvXv3dPfubT3ZetzSz7n83N/f4z3FvGrbo1uiIbNZp45OThHyc+7cOW2e453Nhdd8vqHZbH5qM/uV7et5wRdgu7u72tnZ0TMuOI2nXNJO8KXni90dGbt7O9rb29Uu2NuH9mJHh7w/B+ZiVxsJD6SNR1yanpW5xcXvE1+cPnqkR8DpHepz/dbF+k+QQtbNX5Q44vLYcHpCwXYuY/TYecnlVI9NB+xvmngcFuxf4H0d1b6HX0zyHBb4IkIRIY87y3PoPMtC5CufiJF3IppnwkSbwkJdhT6aMKDXQH1Gj4/36O04LjW6n3nJdzoiJjGnYUTgirVhIk51ux3GlJ7Cic9hhO3bt3aaN2KU57jhMm6/4XRBXwO1VNCrkB7Qe7Dep2Ehz+MyKdsH8ccCr2UYI//Q+tVx5xmua8LEZ7ox0a2zERGtfyK+LsRijKXKPHUWHl9GMJ99LZrMpJS6U0iuh9EdudGcLrSdZrW2jvFKXKDKfnjkb1kfnzA/LhuWzFn2I7etx1fF43YR8LH8QHaWbWZEJGQV7GRU4rX1s23vcq6zx9cLShimjdArfOKJCP9UhEO1MCLkcSaesZzll3XZMW65Iwa4vv4z6RQRTab1NyLG+izDdUSM/iWeCOe5nkrbSoN5yGr6OXTacNy6ToiIxjObzeSzTdPNM/KOeWN6lOv6Ddtr8rmR17YyRr6xTD1jg4petaWdZ0SM8iMcmjLC8i3ToTHV47jp5nJYPQfQZxWjRVjGaBPz/SFYXkQ0+0aE/FiG4TzD/mU4blkOjcI853Sl7hGVdrnNtflXwZdRR9H+pfZzjAfGsX6Cv4riIxheLtPA2B/f0aXJanNBX1Ts48hlAcSQc4ERAa0C8a6ulHU8u0ZovPrWW7Q4/asG1oZXSaMLvhRQaH9EKCLkp6L8BKcjouVFhOwbDZHUQuajiJD4iGcqdzYMMl+HztRxltdx5xX6dMJIQzifuqZPNFftuHndN4bjhumibiNitHvFLiNdrkZ+UIV41ZgHBdO2F4ZDylfWo3UdF+lXgFynI2zHEU5PcLnayoekEU5P8YisWCMlxy3DfDp9IkIRI9xfCZtPiFjToUWETI8InX3c3rNotilnOcZ4GoP//fOPWSAimqFtbCPzYjYcfxOc5w6wc4rH4YRpEvULzR3jtAHb6cdlI6I5gWV5kp6QUm58LmOZESOf6Rm9ZvNZ09WyXcfZCa0VnH7g4K7HfA4NZzntMOFgr8PyjUkXhxEeaAym+hIub0RE0+WsHH3DZ9Lnm7G3xshl/hBg+Gbi4LIcgv+/fCLGPo0Yw9eVqGcmRes54XU+p92f9hMvjB03TDfO9ovjEcGLqvAiGlpomvvYyPiW6/Fmwj5l/2syoHcsJDIHFIHPsOuVctKwfmkmaBGB6atWLLgM60CPNd+YzefNzyNCgSzrOuVXZuVpsW9+5yshK6Q8y0o5wQFXMLmjDPOuDPMEeQ4h80kq8RLDmbgPUI0S+ZRnULD0fYlSqXONQt6EipyzUGJs0l6Bia5ImlAkFRoy8KNYHrJEvWo8lCWsmvizgrxIHdlZIi7yJcdDIqyyXkmV1FguJPNBl+VI5CGP0GnztejX/HD/fk3WvwDZur6GQvoMxGHQm1ChD9jrfwZMS2IFhUXKnwSp6P8OT/yxTv2aRgSGeRPkVSrzSzgEDg3Tfen0p2Fg4TmhELdNiyzPEN5p/dlPkoeHVpFXwUse85nnXxR4QjS4PqFGXeNs3DSnDeJc7YhZ4ZuhUOj1j2W8AWy05csVy2+hyw4U7mV6pc5KXnXIAZjwS4/TEUWVPqr0ZT0NmQ+dNp/e/FTnvxED8r4K1/nPQUXvN+GbynxTWdPe3LqvUgf6ulFDYhppaGl+vJquypzeVvqk5zJn4BI0KINDSuyi/I04iyrYujBG/K6qkx3JqKCUqoGTaG/kyFKKTjnPlHJWRFAjIKzEBuRYRs9mz/yFubAw162Gqt5ocsQ7IxTIEHP+isssvxMSl1lKM96z0hJapVyQzlxCzkCoU3BQOaSZDpel/X+ZT7iAvH7nkS5dva1PL13Xx19cBdf0/ieX9N6HX+h3H37e8PuPvoB+VZeu3dGdh9va3lvqqE/IO680P6eCzBW6nqDfklB5jirQY6ae9ADKEOi2huO480BY26F/xs8yHppVaVe4LVzoDmlDh31o+2ClL67d1bsffan3Pr+m+8+PtLtMWsFTZlz+tW+QLtTTeStkDjUhK+hXdMydUkfbM7KT6cJ+GDsS5svqOXQfOFg1ShnkMOdE38C3ThNDdxSOKhdbcRBdGH/2gwhp5gNi1jui/yplHE5AC6J4HGVzCg3Ul1w9vJ7LVKuSwqLkzXzxBQuHW/aBVVFrU6GfB3DM7eXRSa/VIBHV3uGRDsCADB/mHh4eIA7NaE9hbVU4PBZjzfrNaH+oqrd8DrcPDg5oe69+KFDRIGEf5DRfhlIBaqqUQtsH+Mw7aIVvlpJU6dOcZkpproK9e+zeo5f7MyJJwQdUl0eP2uwi2lrJqkrYQjwFvxb9llOnjA5OD33hELXHVgVeqYusHB1lkzI/ew6mC5VV+Oho7BZyWC2rVJpsWDgtRifneePsOoI6aoSGWtRbN/NX0g4pknPi56Agn0aqDgN69Cq0IUWRs6lNhbIe6yklGTPWvA6NbFtThyqisFNgH0PEDbpEDidMeZnx0mFTFVE/taCTAK6jiiyrJHQlVykyOlXskxoKbXe+fRMC/FXVgiRC+NDT63IFfYcwH9jOuOiasW7OzHEpi6yqlAuhUZXoIyNQxXB8lFY1cMG1wpcHfE3YIklUW4VSkhUBFFeXE7qSR53+Rt0skmZUNkN/zCm/64M2ZkpvLOboOqj6vUejrWOCwXX4m2j+pp7wo0Jf0Ckq+HFlLFbTkFFsG+QK+yuN7Szo5n6q+HnQDzk6fAjUzKEYupCu9AtsbsYpUuoQ0SFqBjriWQM2Nl91PegbkeT4BClphBQRlMtK6BER8hMRp7SMjsaUP9jPQM+4NZw+1V34sXgoHzYqUUj8xN61jCHzkcdapS2a9EOfCOswgycBaahVPcVEnhQSqPC/RFVFZEWOaQXeoeUnvClUSRuFDOM0Dj1inU9/2JCF0Bd2BV8JnL5DQocanfuWdKb6OYSE7gGPa2hjbJ1m8Kkiw/Yo2MY2MSabuV976N5/rmw34s43XTwRocnGKZIiQiHhQoX5ZaVCZ6K2zO+45UzlTTNMNxynOLyllUtZSvRFph8tu1aMpnpaH9WoIt9lU07KvINSSia38m6TMF40Cj9QpJJ+iaHxubwhNKdn5CcixMdRQsdfwnUYtrvrtzzX49Bypr27dU6iXJMipUmg22HQlmCADow1X0gf7O/L3zbdef5U/pbp7Vs39OD+Pfnbp4cHuxraOOy14gJblJ/l0KwLJeSQKbe30JfWwbpUeBy3zXvKOt+2d7jk5ebQacN8FdtEhPw4bpp5XN5nEL4gOtzf1fLoUMPyuOlxfLCvfS5Sd7afanvribYeP9SjB3d17/Zt3b198/TC9Pnz5zrgfejzMdcXEfRtkh/XY9pq1XPxdCLzuE7r7LjrNkybYL0MlxuYd8T4kapoAqjNFhNvxQ6VDMN1OTQCy7mvIrAg+ZZTGHPOk0LuYyPnLJF2nutzOPJQI+UcnyCeiNGGRNvHeQU/hRXdXEb4nYjXFpLVwjHf49vlDevl9MhrOU0gP8xL0GSYbvlvgvMM806ICEVEG5+24ZQ/tq00tgjXG8QTdugYc+McHeF01mKxqa6bKSKjg/ULBXkTbDfLtUyHEc4f4bRee0yz/uY3HDdMN86yW/abEfLwd7lJxtmyjhtaPxEBf1JEyI/zCnOm5LZX2lXpl9EeFYN7bNmn7Iv2S8dtvwmmGcftEvVEx8fHDaZZH/FMejttmWdhvZ2OiKZXZl1tuEyEfUHoY51GpJQV0B0ajoun4MOW75AkZUpri2VPMJ0mOWiICEW8RCOufySMGvEyL2KMO9vyCg7s0BBj8Cz9ZR45ZyuEyUmXmUJIp5+RXk/1finnJW3icaGIkPVMadQtYgxdboJ4zpaZ4q4/4tU+n8o4pFj7WP5UxvSCnQttt63PYvIH87pgRDho/TDOMaNPRUSjWYZh/glOG05PoeN/CK0SfphnLFPW8nnxNbr7gMj606j8CIVSJIlQp08QC0WsoSA9firtnlCIG1O6hRjUtmIJIrX8wlq7KiHDdLyWGLKo23E6uaU7dOjw+Q6/TtTbXGmACXkBR5cSMiiHzFYPYWHunzDRWjmKOQzeCw2Ud3hKY+3l9CswDzqI0KiUrcihizWiakCfgTqNnr2RwxHOK/BVoMbn/LOwjMr6mFc06yN4WCQOZ2A6ryoZp3F0CFbTI5JEeUGr6F9bCMnhBOhC/4QNg7Z8BVjwKzT4XOYl1J5K2w0nxjAcVUQ0mGZfa0T/WNMjxvzk/gKRXqZHtjEd8WroPCNipDs+yn+ZNi1iTGMNJ/83vokFbMgJBU98HVOeQ8vLLHqmuDvStI4FdkTIaecvFgv5/yvxxlw8lukyZwH59BMRlA25rMtYjmU6ndZO4rjlzrmkMo8X9TPqiTR2t8sYseZ33MieONDP5V3/2QnZcetmTHmOG06LJyKaU0cEqfHjPPO4vOH4mPO/f/4hC0TEqS0jXsanMhEjzfY9C9v3dTg/Av6pMKFpzE1MtEUtzkwUTMYRQa4nxNroTkRE08VxY/oTKvYT96kXcdOCrmeD6/pTZrGFvw2iFuLzzQ3NNhbMvcG2Gdn4nn9j+cX+nlYczvSMJ/OijSJniTJ5PlMHoiMNf6HygVndPI4vXRfyfVgw0ipb9yrmcaGwqLmh5YUk9FFCVhgeCyy8kdteKGQXCvBuEu8mOV4UlA8p4KVM0yt1EnIiOtWAzsukRsCJLNLs7bXCjj7wXnH4N4KNPEJ7hFcOdJIPj4EmGaKs9XKIjNwtpNzJdQzILhxkWheI1JlpI7a1Pk2XDv1My/RXannma+UTmwsOuQO+alCmUkchLLShUNcAXoZZJWX6KKvRlOgr99erELp9HWrK6Gg9KIM9eTe3gxyOKpssyzUq9Z+i6YCtHSpUGiTMRVyqpEUeDeWDzSmriEYf8wL6CKcN50ckGdW8Bf6qNz4mG1/JfCPxK1zfmOBx9o2Z/xcwupfehOlPgZ3NC3rCaUXRG0G+eV6iKk57yPFCulC24lVOV409S8gHVieh8aErJxKp1z5kIklvhL7x81KKYxSbKmQePNWl0fhhGu1jgKFjAQNwaHxdvGKmb45EHbbvachoSSiSasFeAwdXpdBjAAAQAElEQVTQhOu49bDWr6BK0VDX4ZQWZf8E0M70DSH44hVQNzrHN4Tg++fCY+pfEoV+qM2Q9C2h4+2gn4vUSlsLhxuFi+0gHcxDMeMygLm8csFU00yFefYEl+iV5EtC0yp5RR3zWaZXPScv1M3P0ylzJS4Ho9tUmoFuQ3m+2dAtzqlbnAfnWnrgXXFwvNKLg2PtHy21s3+oF/vHOlnydqPeRFnXc8xt3PbOvh5tbevOg0e6ePGqPvjoU33y+UVdunxNX169qbv3H+spl6ov9g61f7jU3gEHLRxmrpgjB94PA++ooSYdQXu+u6/bdx+2/yvzd+99pN+8855+89v39Ovfvq9f/eb3+uWv39Vvf/+BPvjkc12+dlPPXuyrxhyd0ZsDrky7/G25jnjX2rTJa28u2Wa8h3Je0I5D3bhxRx9/+oU++PATffjRZ4SftXppstJ8AzstFGmBU89VNQNZ/RC8p/0uH9+BwuYpos0MHiOVvowgDU7T0pgvjSE84vGapbIGOQX0HAmJYjzVFlKpSj+o8JIf+QZFhFLKILW4zARmXLSJx+si6+EyrmNYl3XaOsFCUNnsDqBo6CvydRqKfqj0y1l4vWVY3lTecaPVxRppvEBdaaSVtW7mfgnzWh/zmBoRZ9qhViYiND2YBF1pIRGXNaa8CPjW9ElmYayoXZIVLDLAWsCrH4q0elJKytgxUlI1WxV2H+HDiew8RfvHMIQHBr36RIRyzqdtSJFovxpsx8QYzIwj1ZBacYch65CCeJg46pqSZNLAGnPg4L/WnnSABEIpZZDkJyIEkU80WkYHI1mI1OgRrqfKthn7bow7bUx9oDNPTtgEWdbK/z+efcm8r8OGsq0HLqcmOeapNMyhaY7j3tTvenv5YqDgJwVjD2Q4rMQrhqmUm9Rw3O2Y2uMw0tgW502geUJd2lpb6HjOiTiIpODfWZlUIxVqo26RqNTdc1Fr2/iw1zTzR0x1QVnrFYE0ZDofCS6tYlkmgI497IL97nw+b/7gdIcdE+UqMlZczCcUzCm1/EyeeTxmHTdPT7/7MgVx+EdFfsFmfTvwt01fR0Sc8hTaFBGyTMMyLdtx12tYruG6IsLRVs9ZuZbjfMMMDg3HI0IRIffdwOXXwB6quv/x00LouDxQsE4OyXC51zHJm0Lnoz5tEbJrCzGt3gRy0TnwqcKcVURVrZ4Ec8bOHY7b0a8dbz1Goir+lmDK6C0qcRjwDv5lD8ZYkNel3NqV6F/3WZc7BUqt/Msm5uOCqzAHV8oX5lKPT1GXeRJ8LUR+Bu7vCRvzhTYX7EGR5zrmXafFbK4Z6Xk308IgPSdtvnPwLqY0Zc9vbMqHqyN/p/mcMszx/n8xMxom2orBVNBvwL/6k2WLm+Y8w7pV2mv9jZ42V9ogbFTcZ7RDhtvBXGQfHGhzwRcN8xqOm270tssa7kOjYJsBuR5LhucNh00efeD8hDJdDqaOXisuIg8P9rS3u6Od7WfafrrV8Hz7iXaeP9NzaMdcWAo9hX+Jeb3gb0N/IsuZzzoswPuL9gxA9LfWvkdTRFcQ2EBQ17pZh8KeuIW2yVpf62gsaZN1djucNhw3v9to9Ph9T339cKLlCtCOk+Uha6Jj9uCkV8fyX3hYEhbrjU6VNliGYXmWa6zoM182+ReUprote4X9l8seH6+qfm8o0Z6slDq7sFargXmhtPyBDatRaE+tY3vHtosyodcf80wY8yp1OBbwu44RERniROuUWTt13UyG45OMdZXIsJwRnmsiXDaQoVfyJNMC2kRXeyyvRfgREYoIx8D4cf6EQn86jgTkjHU6fRbmeRNe57H0zFxsOO/1Mu6v12lT2v3kuMsZ5nW/OrRc04yIwG5dQ0TQh6W1LyJaaF7DsgyXd7kxXujnoZUxzXzOn+oZGBNT3Pzuj4IvFMZLdcIFXsOA3w+MA+cbY3rAr1ZanqzUrwr+1YNVo00+6fb6T/I6dDmj0BdnYZqrtQ8YEfFK7ead6nPotBkikiZ+yyjWj3bUNZim6evGyQ/LjJYuzsftXWdDwSuMRuMH3FIoIikiJI1ovPyojM2eud26jGFp9j5rn9r4KvW9GVo/E591Kmu7TDSHaPYVGeuiBFUR1o0on5GfEtRN8vRj+iTbofV2aDjvLEwzbNcJEXFaj3ndTsswzGvaFDpunFZOxHzuf6PnHWGY5jJkn36cjgi53q7rWqj1Y5lTsxxfk0/1cvos3fE3wXwTIsZ2ub6IWJPdX0KuMdIigvSr8NiPsD/Vdd8P+H3f4q5XPCkSP/VKWb3hiRhlz5gvM+v+8F6qbUNCSZl3/7zBv8zo/By50c3n9CzP5bwEXezBCvO74XiYxvug56zXtOLQ8FiBr64h+z9xh4PfFV4f4OPmH9ahx5WqFOt/ifYFMMV9YxTGVml+XNv847j9ZQqneIHPcfuBQ6dLK1eaDc/6CFVqXPfXV8bCxO/QchyKJyL4KUVEg9aP++UUNOQ0juKOSyE/EaGIcPQUETHSQi2MICK9Etf6sSzD+kyh4xNMm+AilhQRp7IiwmQGMh90m8qNRDU+nXkiotEixtD+3ECaZjbOiJBp9tsk3KeCEl7mjpjip3nCubVWACkFWGmHhuN0B/7CT5R0utHXfFBf5kE7zTsbd7mzaeIu5w7/lwDq/7M/EaGIbw5voPwnTTyBzdnY2ehTfOrIFZPgbGNDmUnOCrqMN4K+sDIWzmOBYX5PmtPCeHJy07wAPDw8lP8MysOHD3X37l059J8t8Z8w8f//8GJ3Vz0vbveN64kIWR+1J9rPlKLRMvVFhKyT9bHu8/Xm1HHT3A6XjxjLiicivmIfyG2gFur2QF6xSLbupn8TWN9/cXyTitc89r119H958KZ2v65ExFdtHvFm2tRfEWM+HdPE2bcm2J8cjxh5rIPT7jOHTrsfDcct075gvzAcT5kLNSQP3rh5U8gi83h5woZnyeRdVYNM0LEh9S8SbJ4/pzkXrcL/PLkXZgvzHx0fcaB7jJrrMsxW48WplLqkSAlO4rOslDORaPJ76m0XtCzOeAc2vkidgpdqTdbN5RJbPvNnVeREO5CeKXcLpdlciTBcBnqJJEWH3q6jo56OQ/NEOvlYXT2VLHlh+dtEljUeHLNx5/B4xiZ8hNObymzMhxoacKzSQsetxxgO0JSyKi/7YzZ4u7uH2nq2rQePtnSPw/H74MXuno6Oe614cVtHy5xx4Oyw6c9GK2LW6lhxOLvqCy/SQGZqNigsBFxPVaJdBu0K2qPAfhJisY0kaEpjvtsVtgFp5/fY9o3h2g4lQgk9uvlcM9qcmN+CdimoJ4I+TfTdOgzxZBWH6FYTdCVV+GwjmsDcVSTKp+zF4EwidNuV0E8ZXvjXZSphAW3dVG1XxJsv1jzkWa75GuBB7dbus3TTKj/s568Die3zOn1Kt0x+TOkpnMYQWf/LPq77TZWVqtbflX4Xthb2kUIyiDc68RZW8dAvhHxaXOSpPZTh06KnP8xlmHA2dLxScoTkUKRHaHosD9A1egnqjzOgH2tLr/vVOtt/GqC1cO0bLW6aAY0aI6iAcKzS8TE2/nw9PVL/pJ8V3/wmONWhSX/lh/vudYTXSlWt76Y+LJQ6xWt5tdllbTfqqmuclq2vyUJ+eQ2w6HUghlrPfl7neJmuKoz5VyHmELRCTP1GMP8raDKrUBVMoYgbX017zis15HCgRodOG44blXyvyTy/1YwPMBcN1DPQeqMnXqJqAAX/WZWkAT8c7F+8K5Rnmm++pczcP6jTAfP09os9PXu+zzy+q/sPn+rW3Ue6cfOenmy9aPTd/RPtgRd7x3r45Dnz/JZu3XmkK9fvcAF6U59+cYWLxi/10ccX9dEnF4lf0ofEf//+J3r3vY/1zrsftsvNX/zqXS4439MHH32uzy9e49J0S7u7x8ydSZE2JN4Ji8UFbZ57W5nL1262ocRlZvX8ia7BpW/EHD6Ov0uogFq7ljbfjIteX9iuCvNvLNQt3tLG+e/yLtzgQnSpO/e39NlnV/RbLl3fRa/fczHqS9YPP72ojz//Uh9/QRs+u8jF6xd6nwvT3334qX7OZazbdOfeI+3sHvC+H7Bwh9y3seMFrJ7FmSnvrwqKvO7wxdKKd6PnUvFE0E/0J1FNwThmirT2MSKiQaqka60iotMH2tl0RExiYHG9QwsFXyIvJfJPQ4sqjR+SJky65ZzUdVkppYacswyvkyJGOeKJCH5aVkXNokJdk4x1FrJHnoggriYvoUtrD6UdusyIAXuNGNMFjpcf8zoVEcgKR18JrW9EnNIaw5kfZ9eDZ8ia5LpO0512/Gzo+FlERGuL7RLyQ/8QTDqYNyIaT8TLMGh7xFhCPOazf7g+w2ksyoWBGKGhBO9LJOVICv7pzOMyLmtSBLkJHmBdnFfX/TKF5h1Y3/ryesXepudw37SKjzkc1vueAR6nI0KW5bh4Jj6HA7xnYVltPQ4dVkVEs695X4VkeSNG20W85I0IigPmNtSH1/wV/ygqLOKMWux3ppdX6qAg/IzJ8pIOQ9MlIk5D8xkR4aAhIlp+S/DDOhO0T7F9JiDburcMfkQEP1/9mBRJyqz7M2OILmmyI2IM0zokbVm2m+G498feNzseEbL9nbfkosShfcah99C+UHHavNYRq9Bct39Cj91ex0q+gDEsx30oHoeGZTk0rPvriAi4X35sp9Iu1wZs37f6KwfywTvnVUgzDDFLWb7oC4ugH2FzTE5/E1BB43XY6qZfBmZepn+dxVdoLMwLMFOwznG9iWmmo9IZ4C2iTlUd8vwq7WhnIl3dNhC0iW7TjPlxTp/6Arawd6v4JMWVaZco6/l+g8vN+XyhOReYHbwpkERexXcGzlD8/17u7+9zIbjb/u/Lg4ODMYR2AO7dvac7t2+f4tbNWy3+1H/m9fHj9o3F9v9jPnqkB/fv6969u7p39047S/F5itPjn5fd4pzlabtgfPHihfb393TIReMJ+9vC4Eo0aMa+Nght1Ep7e8b+crWU9UzuGXQu0Kx7pYxRTANVRcHNaytPnBGpV/u8KueQ6wmM5DzzuO6238Z+ok5jzBflR7ienvnp5OSYdcFua8eWv73Z/kzvE9JeL2C/o335G+iWkVC461jjFHx8fSlp/XIX6mYjvR+WVFBkmvN6XtgeQ65rxSWn6xtxwsH4Cp8u2KLyLi9aLQcujXr5UnKygcfJhEofa/04brQ8/KfDbxK2qGsbVuzlNg/Y1nDcPA6ty8nJyWvfNO2bLpUxo2ZL2tR1ms/nWnDetcHZm9HO4Uib7rMvw+9vY4p7TpkQEU2u21PP6B9BJbTFtCkvqDgioGJteE13Iufc9HAdlmv6wHvAcFw8pptvCnNOiogGst/4iRjzA/8s+MlZ8HpQJZ8XpYwawqKV9XJpKKpqNPzUOhhnK3G7nI6IpkPEV8M35b9ezmkjIvD1rGQnlJpM012v7WA4bprWT0SsYy+DiGhlI8bwZc4Ysxzj9N94kQAAEABJREFUrKyIkdd1GxFJkFoB85nfc73jrn+EmK5q63unzVwYj5iLjDgF7sp7t7aL0jLAz3zncXByvJIxXaIW/NIYyO85w+m5fHHotOG8aHolqrLPIauVIalQkGfd7aOGfSnjV6aZwzoWlHNbHDptOoq2djhtesEvKx1/FvJ8r6RQXiMpRT5FKCmov6HFs77uGeupcpusy8twYI4YoBuFsGDbeqqby/0xuE7zOHwTImynaFnmM1pi/SNizHMyYoxHhCLCpBZG2PblVC9nTHIcTrDdR/tnOW5EjHLMs7Z7k2O7mxYRr/BGxGm+eSKi6WBZRsTIHxGaHtPd94bjES/zIoLyE6e+UldEkB8vGYhFRKNZlhExpiPGEJb2sf6ORJiemuyIpIjQG8tVLFDH/rUf9LzXPcYcGqa5zYbWj+sw1skWRESTn5jjJnubxxBPhPUJYuMnImQ+ry0cGgmaeFymMkZaiG4Ynw86QltxMWpdzupVGX8T79nQPFMbHDecTxWvfCJGvZw3UIflG06bcQoFW0QoItZtTa0NEa+mU35Jj3iZl1JSayM2j3gpJyI0PVNdEdHqIGj1qT0UJBx5sAe2cfzr2k/PNrtR5PTT+NflNIpreRHR6okYQxMn3nEuqswD5RS2pW00glUqE2wFrvMsTDuLwtxcWYOOKOhXqGpCRQdDtP0sQuLTNpVBvtdqhIqiRA+ohhemDFLCyBnSTHk2V7dYaOZFLBcCHYf1HYvZjoVGns2UZp1SzlIKlZAKRvFFB00RaqkKGvRKfotDcVyR+FBfUA7HczmrHzlJyQihgJQycoKDqsqLHOOF5PKG63M9huOmVeRVeJye4HTLsw6gGPBN+cVx08BZPsfNO4VlLdfpbjHXjIufr2CxwF7kkd+tESz2lizsfDG0e7DPgdOeHj/d4tBoVw8fP9KNWzc59PpCX355SXdYvH928Qt9cemivrxyWVevX9P1mzc4dLuhK9euNr6PPvlY773/vt774H19+NFHa9onev/DD/Tp55/psy++IPycw7SPOGz7WB9/8ok++PBD/e73v9dv33lHH1PmLhuFJ2wgnm1v6/nOjnbYEDzfed7iL7hw3WPjcXh4xAbhSN4sTHx7e3uNtmRT0LOoE7ZL9FnOWZkFaMoZZ3RPi6xQoi8zNE/gfpHP5tgGv+mA8yKi8UX88VD/0g+++o1F/im831joN2Os1D1OEEVTaNpZfDNJjB3LAuZ3eYcRo+3dH6/Dfed+c/85b+J32nB+RJjc+t0yDevpg6UTDpZSzpqzIfFYqfAe4ztLNlrKSQmf6ZnMDpfH2mNsHJ4caf/wQCe8QF1m88J5XXj7bZ1/i4PpeadA1ogkX5QOvGg8/vcpe+xNEpvEFX5pmucTj9VgXLuuoD6nexalS16AhydL6jzUi719xuKedghf7B0wPgHxXcbAC8IdfP45B+E7YLuNk31t77zgAHxXz3bAc0D66faOtgwuPR9tPeOQ/BnjfBsQbm3LtMdbz/X4GXlgZ++Q+o+1yzg7OFrqkIPhY28qWVj3TDaPn27r1u17uvfwCQfwO00/852wmF4Nkg/n7z98TP5jDuefMJds6TH1bD17rqfbL5ouT9Dl4eMt3bn/UDfv3NOtu/fhfawnyD48PlGebSi3+XyTeYuLXg7Knc7dAlvPlBKH6rkjPgczxqqPRkID+tXICvLD+Q4TfAkeh3kmH7pHnqnUTF9VoTZzeZLM083U6iAM0jXlkQ5/yovGVwQtOgn5CX2y547FpiyzryFfXDeZkRqtwucLjRodVczV8c5KvL8sv6QkUU8RuktcfKMP7x1M3eIOnWc9akoqEXLaEGlFUkQoEc85t9Bx+7qhP/BERCsb8dXwDxT7F8+KiDfKdFtz64fM2znRt6NteuxTFdBitEVVC2vAg6yBvEJoDPTHYP5CHeF+ywrCUygxP0iwNRDDL2p7r1OMvNCAfNfpUPR94EdTXwyhVndBZoVekDfUoIx1S+Tlhpoy8o2OtPMT/Rug4oMiDNl3C/KrZRnICnwj21dy1/I9R1TzKFQbEjqu0dITfQpFuYKPDypu0JqnYPEJlfgfBO1x0bYWqlUOJ35hZ4q/8inQCmUq+qshkx8ggU6in9ToIbW2oL+C9hC63eTXIN1C06Z4XvNINf5loVbfnyLTOv0RKBT4hJg7ziLw6ZfpuZSxCTzBO6fFXwur0xNyp8xcmGabUlA2ZlJaSMxNeX5OG5tva77gkg/68bLofptjn+jm7fu6fP2WLl250b4F+tGnX+jjzy/qUy4QP//ymi5fu63rt+63C86Hj7fbpek1LlS/vHqLNd81fX7pmi5+yVrv+m3dQNbd+495b2xri/fMHu8IvxdmG+e1cf5b6jYuaAY2L3xLCy5uHTdtcf5tnX/7O7rw7T9vfEN0WpXEeJiras6BZZJ1XjKoBi5Ji7ALPKmjfYwD8y57abmqWvWh1ZApO1PFDlUz/DwxbinTbagYeUNDLDTEQrXbVIddYn5BPXUd9VX7J0W7Rys9PzjRM955z3YPtb1/DL3XETqsqH9+7i0tsOnMF7zYt1BPwUcLfrtCxtIvvJTRQesnCEOVn6L/KxFDPOE064J6upHC38isICJEtgr54yaqyCQ4Gq1SxnDa8CF14cDWNIcTL0NGzheWcZ4olxl2OYdmrPc7Eov5TClqw5x9krUd6y3ruqrqWqeIUM65IbFe8WG0kZLkcISU8piewkr93sAVNoM9h9mmGyN/pW3UbxnoMeo6NJrb5bRRKZvRe6I5bUx5Dg3TXsdEt22cZz1Er0SgJ8jYYYo7dF7FVrI+r8FtmdDysU1lc1o1IKy0tpfaI31Mu42Zw3ytbWA+5w8c+BuOmyZkaP1UZE59EBFKGNjAKK0vnG9o/SxZv/rwwzRjYF3a90sZA2vYs2FhHWsbdrNMP9J46i3oa1jX1PoOwWfoojU5J1dPhvsqWhzVTkNYpNdsFQnSa2h8NRAZjV3EQzARTvEI8iicUtaIDl9UQ4XPEI/b8kpftPrJIIwkNRDXmScikFM47BywT9/CgbW47edwgu1fa2325ocqY9GY6BGB/fIpOsZTzmM64aeJ8WHARlnLKYQAmQIV/6qEk7yUkrqu0/e//3195zvf0Xw+b/odHh7q+PhY0+WKw6m/ravLR4QyKPSt05WwTvrStvIKCofjRbWgk2EdhqKBReqA34wYSPenfKpSTkkd7bM5k6L9c5gwcogHWQIFWWN9ZSxP2nUJfVKziZTwsZxDM5CS0F34QhFKwdbLdtEbHtNR5dX8QAD+E5EVIKVOQfg6VJNC8ICKTsOKejjvyPQDM7Zm6LbISRs5a9HNtOF5UVKg9wwlz7E3/PPvfFt/9b3v6S/+7Lu6cP6cNtmTzGYzud/E477xJal/MdyXnfc5v7jX/q/Ou+0y9O5dLj1Jmz79AvkUukz7ZXLOO3woGxH4wEyWn6jffe1LV8vfY6/n0OlDLhP9jUZfKLrcCZePpu9yPvL8+Xb7/0F9CbuF3CftMvKJnjx5rMec6Tx89JCL2Yf41rEGbJGwwQbnRRfYz57b5B2JT3fYw5jhm7NZB9+gYn/CLgU/G4gbjQdbzCbYhtjMv6C/ubnR2mKejLxZ7pSwl33tkIvkF5ztPPcZD/D/Lbr1BB25NN56/ETPnj7V82dPZZ4j9tyu2zIWjA/xTqjoUenPgh51HQo/REl5HIh8InI64cimVXidNgrt7tmPD4T2L/el5aOenI54OV+YbpjufPeL+R0W6rH9HXoucdwYqMs69pwnFMZY4MCG0LGib5eyjCntvBnrvwX7Qs8Bhm3qehroA6cXiwU2nStjz4hQRLS4dXP9huPiKYzxiCCm1ibTrad1K+jgtOG04TzDtLPQKKLJiQhFjDDBfC5j2B4RY15EOLvBPM5rCX6gFj/V5IjHdU+wHMNlGh92q7YZId1IO8a2lKHik4WunOYwQtpU1kAsvPUrsGzX5dA8ES/1dNqIiKbbpLN1Mb/ThnmcNhyPCKWUG9Q8PKjXeoonGiJSC6WX6YA2wbKs1x+CeQzrY2j9RIRSSiAUMUI85jEs035h2DcdTnB6wJZMhypl1LswJQ/Yse8L6/GeecJYasnCu8eXnV95H0dk6uwUkRTxsl6qbp+IkPUSj/UwiLYPWdioUmclHG1V3ceynATPqItpZd3/o45VA3pZv7LWO2xz5nnzivIjkiJC0gTX4XiSzL9GpR2aeKp1eQmtH+ttFBoeEW38eSwamXFouJ0TXMy8E1zWMP3rEBGnWRHR7BbxkubyE7R+nF5HXwkiopWf9IkIRbykRbxMR4zxiDFfPNa7YuyKPUi+IsttNaa8iHgl33VGhPxEJHm+muA5zXOZy0eEIl5iKme5Y/3NGRrPlDfKfFkm4uvi5lQrq/aMsizbmOQ7bkSEpjoiRpl67TGfgVA+0XKdtokcNgI/HLd84/W40wZsp58I3k6Mt541mAdCTkl+5+ZkesHXe+a4QQm9/O5rPkeeNXAdK+8BVivGUZFp5hPPgLwTzpwt13yv1wvLK58p3/IN95Phvpps4wLmO4uIUISRCI2Qyxgd73vLmjD1v+XOeJ/N5x1jqaO9mbVUopzLjui61Gg0VSlLkaScEnXQl35Z2vDrvZXbnFLAUxWSgh/e0xCIWQRCkeS82uLeBwXlW75/8GJpNOIR/CAtnsoYYNYgJlm+7eAwIhQxomXyoyLPsK0L737bvWeunOA5eGCtUdhzMYNRw7hPZKEpI9h3GY43sK80nwiD9kaSUq5q7XIamK+yFip1pZ799ao/Yb4+0XJ10sIVe80VeYN5kM8SWOkaB0A3btzi0o5DnJtjePPmbQ7z7+g2h/D3OYx/+OCRtp4+4/JhTwfeiLC4XLFYKhgkUlJigZhYGGaHTICRE4oFICTuvIhQwSiFprY5lg6qRmDShqBBSVgSDkkpKZAl9/Y6jMzL5TUk0t1sro6FYLDYDPhrMFgUqsSdn6GnNQI9Bd08ylmmu0yQP2OxNSE3mQvNuUhebJ5TxyKf94uWdOIRlzEvdveaTe4/fKRbd+7qy6tX9NEnn+qdd3+nX/3mnYbf/u73+vVv39Uv3/mt3n3vfb334Uf67e/f089+9St99NnnunjlKuWu6R34nH/pyhV9+Oln+j18xnsffQwfl6SXLunK9Ru67t+sfPBAt+/d1407d3T15k3dvn9P14k77yGL5G302js61DMuf7bZIDzzBoDLoSfbz3WPxf4nXLha7u+4kH33gw+oi8tWLmMdf4dL13d+/zu9897v9a4vbbmI/YA2fcilrPExOn9K+S++/JLDweu6fuuWbrGRuYcNHrFY336xqxcs5PePjnTEJLTE8Tkzk7Bt8oaAjcCcDcXi3KYCX2n9n9xPfxwlpD+G5le4zjf5VHzxm/BNPJWIIfuV/KAQwas0CHwmGtHTz0g7TX6jSITrCEWMSImxtkbGdyeYHjHyRPyBcF1rxPXBTX0AABAASURBVEsel51gefPIyvSVqMeXk8e8UA79DVEOH6bweHmi5/jXIzaQN2/f0kX886OPP9b7+NOHH3+kTz77lAPii4yHj9tl/kfkffLpJ/qAy/zf268M/G+66P/Vr3+t3733nn777rt67/339DHlL1++rMuMqes3ruseG+gtfPs5G8QT9DlhE5UYx+fOn9eFb31L5y5c0AUuXRf4VwMbzdl8Lk/zPjTZptxjdPUvMDx69ESPn2xpa+upnoCnXC4azxgf28bzHW1zIblNuLOzpx3Gz4vdfe0yll407EPb10g71O7+IXPiiQ6OTnTIwbHDvcNjHYB9/0nGgyPtgz34dvePkMPY5AL2CRefT6j70ZOneoBO99vl6CMO2x/Kf1qRV/w4fzEPZealbr6hRNxjKRNX7tTj8IcnK+0eHHLBuqun6LxFG3yx6z/juHd0zGE6ngdviaQD5q2ntOn2/Ue6dv2mrt5gTmHuv8Y8cp05/8at27pxi3mfMb3DPLLLWD6kXScsHoYakn2umyuwvRLHJaCF0JU61XV4zNg/oO4XzDvbXAZYr2fPX+gFF9T72MTxCc5//nyv6f9i94DL9IFD+2gXzC84fH9MH92994jLiru6eesuF9kv5Atjl9+hX/aQd3i81NHxivadaPz/5SrvmsA+Us+kMShUAv0io+ZMnosSm2vlRF2Cp8AvFfgqGCo03m2l8h4h7rnCL/KB+cyhsR5KfzBwuX9RUBvqjO9H4q98nPEK4WUipaSIaISz+pjg99mqL9gAAfRnx3vO77waabQHYWQOapjDHYb7ObLaxSahKCPyjR4RK28UDWQOGJI9UrPtQGSgQsu1jAlVzGkBLAN5vlRdcoHSI6zAnxL9hc8lENEp6LeA5r45WRXG3FIHjK9dLmt29xhrjDN/a3u5LKK7NNCHOc+V0FuUldAdWiVcotDxcqUDfHwJv+DJXKShPuVCPXyupyiRzrQjEZoexEVc8IS62QZYiB+qtEHwV4VKhFzPQFigFep0fAjbNrOUQ946j2XFOFaTbT2nbGYRV6knRj7KD4zBAbmV0HZIeaFomFOly3TC7HJ/HmND/5nWI+aHYzbqJ9hqCVZDleF0cfsstyTKhRCGCRaEHcjA4QSnc2tPpcxU1m0qkVWgec5qqOgM+hLqCZ03YVinK2WMid4XybBuq946kh5ACeycRhB332fbm35K3UJO80MDeSu3z6C87VnRSaBQp/3pkDniZCjqSQ/YsafM6AO9jjkIpvEq6LW1vadrNx7wXruljz6+zHvrkj786EvixmV99MkVffzpFd5zl3Xn3mPdY/5+uLXNvLSrZzv72ufyc/9wqcOTXu7rPPf/Jdohm36iv5Q2VGOhPD+vNDvX4kUzxtRcmUvcTPvCfL7EDOjhsh3+kdA9K3GR6YvVDK+wwQBPwbeKOg01488r5lHR9Dl1zpoPuXlqv/hCmnYnxkIVPlaw8VA1QPP4Eu0X4yvPFupAxU4VvoIdbS/cisvSpAHfGYaxbwp1lpKhGYn6sopmrT0VWUG9SgveG7zDMm0nPVBmRZ2er41jbOV+r9QDo/q+iClDHePe/Sd4aw32xOGGKdDTMM3zjEMyyB8apEJyRGXD0zZNUZHZfyV/4m08SWJ4NnjTOZtndbOkxcaswfHMRV7ycEhV/hvaLmcZPZdty+WxDg/35dA4OjpgHlq1eku7nB31s04Dl3IOXdYyEnUnfhgRIYcTIl5Nm97xHp7NZso5vwLnBXLEExFNjnn02uN3Qe93+zCgn+1dsE09hd9z5nmt2FeS5ivI8BxfKjZZc1gPIyIaJSJEF3wFdSjyRYzhw/HiCwXWECvgd651cB2OD+hrnZ03hY4bzndFE2+jsekdQGGjLW96geNVtBlaWedVfMT9YLgvckZXlDXdEHHXdxZNvtu9xtm049bD+kRY1kuYJvQwKno4fBO8uU+qioofYxNOflrc6VeAwJySckqKCNGBDdUDyP1hIGIaEsE4+jrgCJrqcWgU9vqVw4oJxe213cDwB9BzCGFMPLa7zrTbbZ9guuPmmcKB8eKyjea2lIpuFZV69fYN0PyFyX7ALxrQzXZ3Px2xD33BPuUe61lfsPkvNx1yfuH8ik0mYL72sa864nyXdx/6W5H2y4E63O6Cr1Z0eROcP6DHinX2MXVbR5dfscZYsW9x3HR/i9LpFXTTIqL1W1B5RCg1JPmxjsIHrJNlu46CL1QwGNjAf+7VKNTd8uirAoTfMGNqljO+EQoEGokfBkGjpTXdvIawTUaHIGz+gJyKXbUOG514lxPZA31xop49YYJ/kTt1+GFGcqK/gnID/tN7zwZ9Y7HQJvu0Dc4BIkLPnz/XHc4v2sUnl5M32YPcunFT169e05cXL7Xw4f0HesY+4AX7m4P9Ay2PqY92V+RrjRyJdrrurETdgasYU35BjyUHoMfsS2z/nvK2Z133pdDdaGn6uNDfPf0zMKebljAWzW11zGhjTknZNOqd6iuUsa9Yv23Oy3xxad3vcT7k8Bl72CP2atYFJ2bOW2qFr2TLSEEfiXfNjPfMBthURz3+k8Nz1t5uh/Ww7OfPWGt4D8vF6BPgeraQveUzmGfPtIvPH7D3cjvtb0vaPbXVvpRTwkJylCYznrDBYN2xUWVuwN3IFDyhCKDgHcaYw79sN4+NwXFQsXOlDwoyCqF4csryuyljsIKfnPBO9Fgi62V92Ni+7TJGRDi7wfQJJhRkO+244TgkFeobQ63jbovQlRnEaxrQs44YMch6irbo9Ye63Sb/RRL/UoVhfU3rWfAMyCjI8ivCYUtDa6HpzK00s8k3baBtBcWMUdeCfiNer9o8hvnUdLMdQrbrKKe2uPMCP3HoPMP5LjfB77+KItWZsk3GOl/Kp7Og+7PEt0+BD7Z4C5fYb8A9C+EIly+0qdV3pl2uZ4J5XL/DiebQdU2IcLsqcgcOpFes8foWd77LGS4TEYoYeU2bUNdtG5s38kTEqW1f8lVsNmKiObR+r8N1R4SDVmbi6/Ft8zo0HHeeUVHAMM0wzaEx8TpuOK80P3W7RXvPhhXd3SeMR/o2pUy7E7pEo9veZW3vl7JK09P1G1N9jksv22H+nnnX7xh/03XFHnDy5WHtuw4xqcSYp0n0eUW/ItOLdUY10yc0mulNp9p0LMQnPV3n6+jbvNI3Xo+/UU+qtFC9+kTEadssd4LLFOp1WFG4UvaPYZL8Kt/Legt6T3kTr0PTHE5w2ijr+ie6w4hQxIjMOzalJCMinN0QEY3HiUKdhuU5bbwed9oyjIgwy6lNWoIfzss5ncqF9MonYiw3EV2n+6XHpw2nI+JU14h4TVY9rdP6GC4zwj4ytLFrWVPfm8eIGGVFvJSvM495nHR4FtJYLmFDt83vj67L6/dIPtVV68e6nC0/xdfZSCOGnwy0ub1vQ02GM4rXTayPPMfTUmX6bj6fC5WlkIaWxzwIX8XfTIsIBe9ox/1Oa+W61MrmnJTI+0NwW8zXUWY2y7RrhGmZhUSEeJBKfRW9M+/+GXv0BvbLXerURcfahrqmn4zPhEIGA4ytaGV9ElrMOp3jDPyt8+f0rbfO6+0Lm+CcNuaUZ/3dL49U2XvKdfHO9xqNwY+kSh2BjKRMezKUwAaFeaSwXsIwCspkNO1QGLWV4eEeEo1qqz87j4yuC0WSEoRMPNPuRmNRVnmRug8YjUqNJzTZoCB/QCf37wTbw3GHL6H2REjerwXtGlFJm2aMccGD4nJ9BlZWpZ4WqkIvpB1OlDH+sowUgRA+ibbl1n9JXU5KgMbLvOmYi5ITFjtL4IuHAw7Qd/deaGfnuZ49e8qFw2MuHx63Pxt75+5dFr531X4L8NEjPWXh5s2KNyj+xqIbrFZhVu7o/DVm85lm87mCDmqIwHgZGvTZiMzAEfTKhLNkYX7kC1uMajlzFuCzOQdDOJm/hbbHQtGXukdc8CwZLL70qZQ1b2QOcuDrkdNTvoXEzXPIBqeVY3FpeoHPMvZo87PtbT18zMEYl5U3ubT0ZY4vf37zzjv62S9+oR//9Kf64Y9/rH/4wQ8afvCjH+lH0Jz3DpdAH3HpeIkLIF9QXOOS4ur167py7ZruspF7hi1f7O3K9Rxgb+OEzcXgDg1xSDbIF1Vui/XqoZ/gwEfoeYDOh2wejlZL9ehbaCfGk+jEKR6545BNACfIWWm2ULK9Ikn0QWDjbgENeoG2g/2ecqGzRZufsEHZ5hLUl6++cH3ApuUBi/JHbAaesNF5xkWU6fexjS9wL125Jl+qvsuF2K+4KP7Fb36jn3MZ9jPwY+z0w5/+TD/95S+5MP41l8jvtkvkj7gg/vzyFX2JTW7cvadHXCLt06aVF2iojLMoz+YNQVsyum+cO69zF97SzBdJ5Dk0Og77O9LGVCZ1M0Wi3xUqKUnEjUpYI6kEdPIqcUGb4EuiQp7T1uWYBWaNpFYHOhTxIK/CUylfHJKvnCX8NXVzNX+LEGtqDhml3C1kfpet8NacVJVlWktDG+CvSiqnMsmnnkgdApCdRgR1zGhvov+S25g7BbSOfpxoMi/6ZPjyHBuehnN1tt1irtnGJljI+anDVshQ7lQTdkGXQjMH0FfRjqJLX16SLz/f42Lznd++o19y+f/zX/5CP6d/f/aLn+unP/uZ3v3du+3y9JNPx4vTy1cvcwDNBTu+f41+vnr1qq5cuaIvuWj94uJFXSbuTfN9xsNNX97Bd5tN9IOHD9t88hj/egRu3rqli/D7W9Xv/o6Lfcaf6/4RY+9HP/mxHPeY/OWvf9UuXj//4nP97ve/Y6xd1e27dzjcvtsuXx88eqgt5q+d3RccLh/q2PMJBxqKpIT/zDbOafPCBW2cv6AFvmYbdYtN7N9xvBUq8E1ofkTfBDZLIHM5E3nW5OTZQqnZfEMd9rZc55XI+CJwuEZdh5E7zbgQ7YB1Cfqk9Qf55qn4hv1psH+AKuQQ9iW0opNO2OBRuYRORqWcw8gzWR+Pkzl9bvkZf0zoa3SzDc3RcUHbC+0bBuQNXhhVeX5c9UWeM5csvB/4cvfeQ91hvN65e1+3ORC4c+deS98lff/+Q/rtJR48eKRTPHyku3cf6OGjx1xaP2vvia2tZy19zwcj2zva5nLVePpsh0uI5/A81xPmHP8Z49v+Vi7yHz3a0jMutve4hD7msH2JUXyR+pTyT54+18PHT3X/4ZP2Dd176PuA+OMnz/SQC+qHhI+44Hjkeok/Zs7x5es+l9xL2uk+tW06+i65D/McEwIuMWzHYAGj3CmTV90f2MkveaO95xgvEcHPr/9U5uuvw9eX+gM5yOOtL+N1uW+iTTzWd4pbekQoIpRSUqSZgneE8KVSE5cwg464dHKbI3cSvofLialazlfKkJg7IrU5baVQz0bDPBVaK4MfBvIQroR823nG2IoI5K+4uFpy2bBqPhcpqVKP59I5PBubF3T+/Le0ee4t2fa+49zhAM3fsvYv7ly7eVtXwXVBNchiAAAQAElEQVR85Ba+eZvLrNv3H+vO/Se6++CxHL+Ff964c1/Xbt3R9Zt3dOPOA3BfNylzE7+8Sd7N2/fxaQDvXS7rH3AhtoUv7nIpuyrinRy0GWCTQYn5IGvgAqiItoNSWY9orgq4r1RfZ8Rn8HQaApvmDew0BzPg0MCe+FVgE9k+tDvW6cTYTN051qtZx8vKOExSLCi7Qf9sKnebSly8JXjybJN86ZDDj+cv9hgDj2nbHfkX465cvc5ceENX/UtytP3mrbvkPcA+ttFD3WVc3cNO9x88aTy3sMVdxs4d7OBvsT/eeq7dvRMdHg06Oik6OO61u38s/5naJ8925fxHj7f14NFT3X+wpSfY7On2rrZ3D7R7cNwuEntsJsZT8H5EaWyTmz2PMeyqhAZ8ql2yMTeZb4rbBnm+qYwfZNrptibaHdjSGGqn/cMVOuy0Nl29fkefX/qSy87P9cHHn+nDT8Cnn3PZ+YU+/vQi4ef60GnHP/1Cn35xSZ9+zrvt84v65DPjC8LPkXFZn33xJfyfUe5z7Hib+ehQu/u9TlYdfjpXX+ZaEucsVkwhWvYzRTqPfy/ATIm+9BybaXcDbcueS/CFUnix4jMRWREd/ZoZS9hhEMM2Iaej/Bx6x54mqCtU8Llq/tSRPwNzxXpcDTXkufqYefoY51txYMGUhu8FQAy6BGjlIxSaKVkO8qREnbVBZ56IUISBPoSeLwrr5oLujteqMV/SQGWlhCryIIsMkFQYNyllZfo9UX+Q7/bWVie6DVVtHimUbTTK4CueixPvQOscyTRJkdRBKwjNKZEMEbyCCCQnqZtlOT6wCbZksVkTFgxQuZCZQtO7HFrMO826JNNzkvwtUof96kTHXIQe7u9yeP9EO8+3teP/L+7wQEcH++3CYMU6olIPHUUVg+ZdFhqzlxpaKOqrbFQDHahCRuFAXuvHtnQ0uTFEvKEnUM7ZAe1LiogGE3r2NxOWrF+Mgk0G3kemm2exWGhKW27XdcopOavBtIhRpstOOkyhmRw/i4gwuck13QnXYThtOROcdn5120FZo2IDjERbKu1Sw5Q3YEMf9o3hEt/xOmSlAr3WopRHewzrdrqtjiPsVCe3y4gIVRy0rO1iXUxvNsV/yVQl9OWILxhOvPdg7qzwdynThzPNZjNEh1zubDyjR8aetukmF0C2tePGnPW2eV3G/Wj06Ov9sPV1Xzn0pd4Je7kpbT3dPZV2zvDd+bxTh6M4LlX0qC2dOYRImMHoZknzRad2wbqmMZoYT9iMAw/bcsm+ecB+hbRDy6rruGmG6Yb5nTbPhJSCekOFS2bLdv0OFxuzVrd1MC2jq//8Zcq5HYq7/bbFBNtkgvPEU7C1bdFsNPn0qlfvuYu06YbPIGwrx8+WGdu2kn1qwMYnHAjZ1gO+tmLcuoz5nTeFEQG/qKM/7VfrU9e+EhGneS7ToweqYv+gnPsh5LYm5gzDcSMYWk47PE0niJIsZ9LBdUUEVD6uE72d7/rN4/rczohQxpYdfmYbOs6EgicUORSxWos6fMUQIoO+Mq1wTuD5KIsHfzrhvKDnbIEWUKxoIN82okEUo03IGuMSItTldIqEHimELlWQ1ZHoaPsMP5zjf4suQ7PYFZeAR1yEbjNeV3rr/Ka+9a239Rb7qY42VMbairnqhLnyhNC1RiQd8fLc29uXf2n1Efu+S+wNv/zyS13j4vQG+0HvCw/29uA7an5VsZnlzWbj2IwIhagfuuuwLW3HKXTcZWB55QN76xfnnUVEKCKU6LuziDBd5BmOV1ErZqsqzGmF8VHauBqgF+iDnKYY80hW1yXK1kb3OFtytuZfsPEF6xP2uI8fPZDb7/iTJ491995t9lL35F/43Xr6WM+2t7DRU9ZhO9p5sa3nO8+0/fwpa5In8Dxs+abvH+yyrz1kXXKskxPb7EQD756zcN097x/THHqsHB8foq9A1dCPwHVU6bcU1t3ehAexzmDYqhJGZKXE/EMYkRpNSk1GodwE05wfEYINvoExtoKP9yN2xmDEbc8g+rI8ifYpVHi2H52u1fwtG3mV8kUVvubKrCUK6wq6A1qSWZN1VFagQBAK/cU6w2uPgTFu+RMs/5R2Js901+vQkB+r7BA4zyCqiDGjYAfTIsa085x2OKGg91k437Di1sl5Tk+hy03pieawR1fPHS5jOO3QeYbLuGxENP0igqQhqqqNppx0FsH4DuYhTKo3oSJhkm35jk9weoJpZ3WhmBJ9HxGOtvrN68REt/4TLWLkK9jTclbMZ6vVCj/qx77HWStwnlHO2LTiAE47NCb5risiWrsjXoamTzC/y1qmYZ0Mx003HJ9g/ohR1iQjIqYouuKr+ObgMYbzDV43E1bahZqyn+a8HlOy70YrM1Cm+TTtcl09fT3BacO6fBWeh4pe5lfm0b7Z7SWtUMfIY5rbYJwqvY402byvzPMmTPq4X5w/ybCPOH4WhfYWGmwQyDx0BH6AL1JfSxOaz7L6Vi96wuw8I2K061m5FGkyzoaOF+z2Jri2qbz5IgI1wlHk1IaW4EdEtLT1MQoTjMuS1eiOG05HxCtyztZtHkOKN44B8w74hOswxGOfJWj91LOeM918lhMRTY5/cdF94Ly+2Wto/LRCVKXg3W3Y5uY1CmPGthSP+Zx22aXHlmVgN/MN9JfzJ5jP8ULPDY2nsu40ily+b/oX/K6QLi0cTIPXeUYr12hjuZZP2nk9a0CvjVesFXp0KdAxslJEQ05JOY3omJ/mrAf8C1mGfzlrxpojpzHfZSr12i8ts6po4H294h14sjpGP95F0CKHMmuaRAgHZy5HUImxnhx4x4upsZtlJb/LkxRZysRNm807bWwuNJ9735CVc1JKUsQIx1OKRneeYd8bofY438jUn5LLBzIcZnXdTDnNlKJTUqdo/6jA7zFPzO5Eo9FDVAV/Us5Z89lMiwVY6zZjTs85KaUKQh08M3gYWqzdWL9gq4pfiNZTQ5OFOso0JiM4IBJQk+S16BSvYQVGVMpaRsgPKeS5v6srgeSwMH5WrEV71if2p4g1Nzz+JY8T9kfH3pdxBzPYF8Hk84hQoEhCsZw7zWZzYNvP1M06Zfol066UshoiKcLyE0Udyu7EDz7UZ30IVO3nRDABcTF+qqY8XL2VjchKqVMizJy/pIZOgS5YVIho/r7iTD4NZUU5yDmhYJY3bHM2iV2HgBwqGMFO2f7/wsNDHXKwsMeCd4dLNv8fEu0ShItV/+an4d8wNO0JF3LOf8aF6z6Xd/36hWCjTbBcx4+ODuVF9nMu73xBaxn3uLi9zqXMXULL2/bFHzL9W6bXuKT87LPP5G+2ffjhh/r444/1KZc6vsBx2fv37+sWlzJOe7HeLmfgeZ8LwF9y0fdTLkF/+MMf6ic/+Ykc/7Evanw5Cn7miyIuR31J5HK+EDqrh9tzxIZl1PtIx1zoOm4HSBjYm8xz587JG287rWkFx2jOhaUjgs5JSjkrY+MOx7atHU85S/R9RCgTTznJnRZ4cAQZEhKq7Iw9Mj1hGHbpSJSlcME5XJeIp5zVdTMl51HedNfjOs2fcMwMT4bHfKY7bGn0mnPx0uELGT0zPJkwgaBMylmWMcJ6ZqWc0U8cQPbypfUzDqPucnly+eoVffb551x+fSB/C3G8mP5Ju5z2BfUP/umf9E/Y3vGfYP8f/+Sn7fLa8V9xWfvb3/9e97jk3sKXnr94oV0uv/fpgyMG4BK/KpIyerbLMS7GMrpnBlmHrm7TnAuTxcYGvr2Q04bbcv78BW1w6bTp/gIX3nqL9EbjOWTjd3DIBoWJfrF5TjPboptL9HFlYV6Z2Gqz8UyzJv+c5lyO5fmM8gvVYHEEUpopmNAidQrs3cHbISfN5srAdPMW5PW1MtmDMsLvFNNWqyK3d4eD8+2dXW1jA19EPeCy6ur1GxwAf6YvGROXuaS8eO2qPvriC73DRegHn3+mX3Ih+Yt3f6sPPvtcF69f07sffUTe+/pHfP8ffvwTwh/r//uDf9L/+7/+f/R//eAH+m//+I/6za/hf/8jXbp4WXe4gHjKpdQ+lwyHHJbvvtjXs2fP9ZTLKaeXHObSWHV5DmY4aGJyqQ21qE1OfkFGqeqwXU74Cf1FhkQDz2P3c/RBxlbjb+F2ShHwZkWEAt45felDgUP6/fn2c+3t7uoBfnX1ylXdoP0Xv7iod3/7O33wwYf6iPZ99NHHzAmf6HMOzf2t+20u33oWsha2d7CnJZtbFGWMJaUUKrxAlxxEGeLF0NFf3XqC9iGtdS3Mkx7jHneVlwVqaRprjY4felHiOW1FXNbdSEmOn0WVaHppKNiFbodCS+Gf+AI7RbgsfkQubHI5Q/C1utFjTMMDb1GIdbgGmHvgcKDUQPkGKrI/OU+RFd1Mwi8r8QIcV4YGMv6eZ/gxcZvO3+g64vD+kP72L0LsHhzpxcHhKXb2DjTBPHOPGfrVl8vd4px80ZzxfYNttXj3nF4aDIynvkSjLfuqik6BPyXqNwIdrF+BJ5HXzTZk/YLxM9DuvmBPJS5sJNe9u3/YdHFovEC3Z4ybe1z43nvwUA+47H28taVnz3f0gou6Q25HPL485o+YUxx67PsXWY44dFVKms3n8nxu5JzlpxQqduRrEBFfk/O/llzpdyMiaEpSBHoB04oCD8nyPJSYLzN2z8yf9qNDf8OOeXaPsb+LnfYYfwfY6sBzI3Y6phMZwvRXVvKcBogo5Zkid4ykTB/XNqcdsVCiazXDBzbwjeYf+Fih307wqxe7e1yOb3FZf183uQS9xoXpFV8I3rrF3P9Q/sWf1lfHS2QKHw/V6PDhTvapbrHQDD+bITPhN2Hfzl3jOWEON+xbvpBnOpUvaXtfjuJPSjN8r6pd2nIRf/nqDX3x5RVdvHwVEF65pi8vGzd16fJ14jf05RVCYN6bt+7pNpe097jQffhoS4+ebGvr2QvtvGBM7O7L37h+wSHiC9sRtF8gwPeecQn5bPuFnu68wBf3tMel5RHKDeiFSZjzl9re2dcT5t97XH76Atj1fXHxqi5fvalrXJbe4WL0GTyHJ4N6bJnm52R0XEgm3kcJm2AY+iJp4DKy91gzlKVuwcVm4mJQWg7BxelKz7kUvUcb7lDfHV9S33vMRewT3X/0FD129HR7T0+f72ubtm3vHurR1g79tk0fPdUdeG/dfij/6dqLl29guxvY8bo+u3hFH3/2JZe8t7nAvaOrN+7q+q37unn7ge5is/sPn+o2F9rXb97VpSs3dfHL6/rs0lUuOa/pM9r6KXD42cVr+py8K1yi3qHck6e72uNytdCHNc0VzAuJi+bEhWyi7TUv8M0ZGPMWG76gxz5pIcUCP91QdMwlXNzO5ufxq8wckoRDqWKfRPlkmYQK5ADbcCjYEvTMR4XxM9QY7Uu8RFKN3GDfntBL8ty7Yj1tDKr0V8X+VSXUYJr/P9aIUEpJ4zwTfv2oPVXEa4PnHq+p/e7xOI4IRQTldCgFkgAAEABJREFUcgsjQn5aXnK8UG5QoX5jYJNe2GQqaAEbrYH32xR3WNHM+d0sKWUkxYDGgxXAywZQlKOKc3Z1yA82oBnT+WLSl5aV9enAZUlh7FUmCUO8kwzTBugUV6Kdo6puV1GtyMyhGYIz8jriljnrEvYYkajPcLmBenoO2wrtCvhXXKzUpktoPu+0WMyUkliPrNre5Tlr0sePH7U/yfjo0UPdvXu74d69O3r48L6ePHnULgkOuVTd2Xku7zu8p/AvgvnA3+Et5qT77DG83zF22At5j7PiICAiTu2fqDjnrNlshgGxc6i1ARbaWdArSIcwKvr1DW6H27NkjdKz+VzRtoG+8jok0W7zmlb97gfmOeHSwnldh99Bc57TDdivqsh8A+scy3d+hWY0Gvay3MBODajUs+l1Xs6J9kguJzxAdJrLBbo4b8LYpkq7XsI+OtA/Z1HpX6crelo/y8zYyHHTKK2e9i5Zjw2Eznee2+bNuOnWxTTnu97ZrMPGnUyzjCP2ky9e7LBOZc5iz+i14t07t3UH3L93T/fu3NHt27d0kwuc66yJb9y4Tt4d3bt3Vw/YZ9gvtrlEt680EH/27KmePttqvrG790IHXK4brsu27bC9EdjIOlkP6+p8h+6jw7Z33tXu7k6ry75369ZNWYcrVy7r0qWLunLlS11jDX+VPZP1sp7379/DNx+g231tbT2R/dJybRu3PWVpNs+gw5cKfdVLjFejMI4nfczvuEPrN9kxM7ZsO619Yj6fqYNmfV3f9etXm24XL36Bfpd19eqo6+XLX+rGjWtyaFyhDdeuXWHvfbONqe3tp9rf32W9fSLLdh2u1xjwr35Y4vNGj9+UNY/wt0p6IG/VQus8ZwxVfGfJgVvggxe4uPveX/wZenbw1Nb/lmmfM0+B1/yiP1JKyBq0ZM3iOVM8ueuwU2GOmDNHLKgzGIsZH0qn8Yxftn1LJM0zPpYy811SVkjMaR10w2nnL7qZjPOse99mbznlZfjmzmO9aj7zM+XKsi1n4ADphL2m4XhlzJhvE37LMN+Muqcypjntuhb01VsXzuv73/8L/eu//Rv923/zr/VXf/V/6C+//z0uN88roWqwTq2MN62fCIjEI8awYiuS48dxxt3AwaPoo8TcUD0PcVl3SF8e7e+pZ24K/Oqvvv/n+tb5c0z3vU4Ycx4P+8ybJ8zBPb60QpZ/QfnRky385Gbbq/n/Kr13954eP3rC2cmJhr4osE8oadbNVV/Tybq5T8Xj+IBt/hT07MUG2uOyr8NyX0elvVLFpwo1EqMNJIiQJF6xZVnrUHjnuHyFZoZKuucd4DpdV6JdOafmozP8133VuUOQIz/N/FXOc7M9R+yyt/W52Rb7ky3sZvibqHvQ91lD2of9Xm11Ioeh4KrlcELBN83T8/61DjRHplXojidsHTUo41hWCtC8OiErpLYgIW4TELdJSl9xh6KzoePOG/mnciHrNuA7khQRSoy/CNZF6Ou4FIoI+bGdIsZ4wY4DtjXNeSOv5PQE041AnljHuu6Kjg6NxNpZrM1E+6ybdeS1p2Gosj165Lt/DNdX6DOHZ+VHhCLC1bQ5wnkt4R9Vjeao4bypvNMRYznTDdMcTjCvMaUdmmeiOW6aYZrTtonjptVaWv1T+myeeSs2Npzv9ASnDfP32LmoNjnmfZ3HtDeCMhPdshx3OCFibPuUdl3msXyHpjvufs3MrQ6ddt7ZuPlMs7ign2mS2RQRp3C+5Zt3gmmOO5zQCvLDMibaFEI+9S2XM6Y8hxEh62VEvKxbPPU1W5R1vwzY1mULa12iIsD3BArAd/AfMdYUjC/Cip/igqx5Bg2MMfMn9hmZ943lvAlU/8qnUJFt0be5bmhtipDC/zzfgGAMppzkkCrJDDl0WfuCxPiMDD1DT+gd6lHG8Jd+jJ429ig7YcW8alpFfpMVUuWf5aGFh2NDjZDLD7UiUxqsL3OL056SqEZDDfIqoZCAHuiqYD2DnSq69a1sbXq5TD9U9bw7BsIBAYV8xGqMCz7zAqQ1kyeUS615/GgU+XndvraH7bhiHnfc+eZLth9w3LSBecQo1F2xsyF0neC0YX16FG76VaENeqz5KuUojs5FI4/zhR0GLXnnNqDHCXsAx5u91/anqDCZiiptLRroG8ctU+E6ghzLq5KTbn+ja12masBgA/IKZSvcUzjGK3JHIKHF3W7HxdPiJDB787dCpAGZLXSaxhWnG9ayoPOhNjUg6jRscTJH2bXJNe0sLG+Fn7t/Jgz0hctMfBGhiGjv3a7r1uGshe7HwP5BX2bGmEOnqVY9e9KBvjKt5cHX2kI7BkBzJeQmyhFpNoHc9C90hvOrAvsGtCAUPNKAcKPHDv7SVk8dDieYXiRVZNcwv7RClwba1tNHfQuLevqq8a9lDuu06QM1DtB7xoTLeu11wLmbzzT9159cH1WLYaOeSF8q8REUabqWtf4OTZvgtDGlB8o6TkCtge6poYgQGX43hzKNIs37mSaoUKASV5UioqHS4IIQj+UKXaeP8zM8E1KLp+R0UqL/GizH9QT5Dv3+RwfXX5FdCyo0hAp117No+aFGc9xo+ehcEwWTApmBvIgsEVbBXyW6A2A7jGm/6Zm70/Pnz9ggPtMLDg72WCz7t9ZW/QntHShc5d+EZdVFhQMdvFStaEZOj0MfcdDqxZ8Xfvc5XPBvFl69elW+wLx06ZK+4FLH8AXHx1xm+gL0cy7VLl68yObsEpuwy4334sVLXHx8JudP+PijD/U+F0K/+MUvTi88f/vb33JJ8nEr53quc4HkulyHL1N/z6Xbz7iM+/Wvf6133nlHTr/33nv65JNP2AReYQN7jw32MzajO3rhCykuaPe56J0G5QmbLcdLKW2B60vRt7hge/vtt9v/ufLnf/7n+ou/+AttcDHnBbCRMy+fWumo0lCJYx5FRMPrcafNM9AbhusyLWLkjwjZtr6kNSadJl6XdRmnrat5vMAOhET4JxE+5rOzTZNJRND5AxvbZdPLeRMiotEoRv/WxjfVYTmuyzDN6YiRP2IMLcd2cF3z+bxtTm0jxycsFotGd2g+wwN+b30xbx96wsHH48ePOTR4wAHD9eYj9hf37X/7b/9N//k//2f9l//yX/Rf/+t/1d///d/LF+Lu73d9+U0fX758WXc5EPn0s0/1/gcf6KNPPtZnX3zOwfMV3eLw5MHDh3rydEtP2Kg85lDC3168z+HJLQ5Z7j24L6cfk/+Qw7Y7yPH/WeuL4CfwPnr0CNkcAHMQc5nDjs/w7Q8+/kjvUc/7vtDnMv9z/Piif9OWQ5rxm8nXOUC+Jn9T+frNW+hwhwPne/Jlzj2Pl9u3dfMWB8z4sct9yoWnL/E//uRTfYy8jz/9TB/4Tz6//77ef/9D+U/kvvPOu/r5L3+pn/38F/rlr369/tO4H+jXv3lH7/rPRQPHP/e3cCh/i4uJ61w4/v69Uca169fR426zwUMuY59sPeOwf5fL72Pt0hf7XJLNOAzw/zFkv9/c3JT71xsR+5rh3+w/5CLNffbs2bZ2uQg54oKl5wVgH8IrZIifzLQKJsuB+UKEhXDFBdUx5b1B3OFydMUBycCioTImCjKc35tmvvUhgxiTK78YGK+u3/IOiB8dHmrBwbn12+PiYp+LtKOjEx0dnujJ4y19efmKPuey1eEVLl8vcSD0+eefModcwseucoh2k3nhru7fv8NB1eP2G76HHAgMLGZ8aJNYhPi3erouMyekhkhS4kfyBMsEnFMnw0O/yxy6M0UWXhyF9nq6DCUs8SqYWVUDml/MiTmE+EQTaSPIm154ThsuUxl3jiuySiQVpA+SqG794ibuNMizuTpQk/nEO4aXAvIHdFqVYN/ZaUCO4z0vkJLG9EC8h6eQV9OMcoC2Kc+VuGCI2UKpA8Qzlxe+NJ1tnNds45x8kWNZxqpIJ7xwjomc9FXLAR3QOVjkJA4YMvOF4bhpygl+5ikW6rBSb2iil4jx5Y+hm61ot4DpQlfljA3gwegDiwWqVsodehpzzc+/pYzOxye9nnGJdZ+LqJuMj2s3buELHGoSXrtBnIu8645zmdfybuEfD7f0bGevXdaW6GQbZPxOHADZRm+CIinlDByCBGhfIlSE6tl/rU2vUM7mnomLuNpT+XkWJFveWdoYDwV1RkIXQEL2Tc+/tt2ScbfLWHq09VR3mQ9v3rnL5eB9LrxuyXH/Qsydew/an7O/cfMWB2O35G9Bek67wcXCrTv3dJf57PHTp1pywVoVmGWhGXN+t1hozsXe5vm3Ncc3amQdMo63uUy8z+W2y965e5fD4sd6ur3TLrf3GbvHXNrXSPR/p8id0mwu2zsjDzfSQB324aKMz7vfOy7CpFUV6cSYSKrUVfHnFhJ3HzleLJc+LBHYIRqf8gyJWUMJzdD33Lm35G/JLjYvaIMLybmxeV4LLuTmGxfw8wu0i7BdwiUualbaOzhG/xPm0yPasitfrD7g0PDBwye63/BY9/G5x1yOPva3pbm4fWg8ftp4b9+xjR/I4Z27D3X7rt85j/T4yXM95/LyhBvg3G1q8/y3dP6tb+vcW9+S9bNdCu3r0X01VK2YCJaEHmvLvuiEsVdp70C7m91qMI4CG4XoLpnH7c+M6YFx383PK9IG+TMpLcg6p25+gb5YNChvKOXNhgxvw+ycMpeSabapIG9o39SdU35DCbrLm3bSY6vjohd7x3r2/KBdxt5/tM17eVfbO4fa53L04HjQ8UmRL4gPCY9I+5uyfcly3d3igtwPs8V55oZNLYfAH+g7derR322oaY6uM5WYtVCkm02wx7Kv6geAHSr+Y589WQ4qShooXwkjJy47C7JX2LNH7iBfdA5RNEQd46pShBI+Ftg/paSIYA2lM08QDyUJVAVzk5Eom41Qo7d0iDjIgS1HJOJegw9cdg6cCk4oxHNO1B3UKZ5KvbWF/CBegNPSwHre/FKBn9ahTNAOnF++qPT7DVFacUg+9KwPzUcbTSscirpsQHOaKVv+c0Eb86R5J8249Jxxyp+QV4djDlyPVIcTJS5qa0EW7e2wyWKWNZ8l5Sw5vomgeZdlmaZZhxRCP6F3L2kgXNG2QV2iLfRGhVaQOyDXh7XFOzT0sn1SFrzS+fPnaVPokMsuf/PnHnPLTdZj/v/2trkU29vb1QEXAscc/ve84wvrioR+4qm1qjAXDrx7qJxPNVUZJefou8HcM5/PoBf1rGOOvf9Z7yO2vKZk7ep1out99uxZu4jdef68/fJXwjeELaxzSqHZrKOtoc7vQdKmGxUeBdXysR7mM0jKahrWobPtcmoyLG9sy6All5AnXK6uOIDp6TvLcN6SCw7LjiQZLmOY1oAdW0j99jHLdz2WUTiVTvhh7lKzhcsJfpy5yarEzZPpyLOo2HNo9hw0hW6v1k9KKEPcfIb7giTtDFX0MMQYcZiw0Yw2nzu3KcM057m9O+xdnzx5rAes4e/evdPWc9nHI4kAABAASURBVL4QfcYF6AF+4G9t2Qbmt5xEWxxaRqGvnXd0dCDz7q4vYV32KXuBLdb+j9kPWJ7rePT4oR5w6X6Xy/c7XMTfvHVD17lQvH3nlpy+w17Cejx8+EAuN4WOG04/ZC9xhP+5n4wVfeW+D/o9Z9ukyrQl+1G3zzzmt35b7JEs/9atm1xqXtFl9hsPHtzF157o5PhAKQvfCgV9EoyXWcfP4svMXkObQ5aYuFcHPRjjK/zCbX748J5u3rymy1yQfsb+6VP2IFfYT1nfFzs7+LvHopgyBnRb6YS5wnZDGOnlmr7kPXjIfuCFdhgXd9grGXfpk9vsdW6zB7M829Lj5DHjZcQj1t5P2t78OeNlwg717voSifG6x95kxaWj/cdj0bbah267rNgrHB8f0X7mH/yt4ncdvhgR+GtWx9idGfM5tpk15JRkWRHRfNPxBC0i5Cci5PRs1kn4YGlzTUVeaLGwjI5yfbOL/dbzAYyKCGi9Tug7+7x1wZmx0arBPKYZjke4vgpLRd6go+NjtT9Fy+Xl0fEhtBV1JhAK9EiMg4z/DvjtwPhOSYz54+Zrd/HBJ/jqU8bC7ds39eTJI3k+dz0e00Pr/5UKc6jh9JJL055L7Skd+E2HXyR8p0Kvfh/wrumY489vzPWdb72l74I//863JOg+K1rBkz03gBUXeHv7B6xZtli/3NMN+v0pe7wl+7oaCekh4aSpm6FHKHInp1dDoXXR7GB7GgN9OWD3Sn86PaHRyUNNT0HoUVvodMJKhuMIa3Qq5Z2EfNdxBuYxzJ8DG09IoZxIE3Ygoy+a8V5Jsl/NWYtubiy0wJ9ShHLO5MGBniv2sa7XqMxhBT0npJBMd50RJMh3W1zGY6mQjgjZ77rItERqZXlHFfR23PvcnnfPmC5yee+FTWtx+FxHk4Fe1NJk+JJ3wGdcjmoohz3QV9RSWS8OlBv62uiOF2jV66Mqi1NEUkpZmf4yHHdZ8zk0r+MuO6BvrZVyhTKhjB7mn2gOxePQZRy2crbVumxEUNZ1JkW4Fdajyk9K0CMrlKhDZDjffE6HLLOwvnN7evxuQqXhFb3Kug7HSdLmgTIFQVJENIx5tseY5zKG/XFAzym/0UifpTlu+uuY6FNZhxEhP25TRLS6XW7idej8l0gvo2diLm9ExJo62sqyJliW9bcfTTSHpju0Pl8HG7riIwWDmceVvB5GjHWb3mAmQJGX8yGjnEZCVbO5604MjIigCus8odD/oUye/cfz8wSnU0rkv7RFRCA25McyDbep91hpvmx/fAn7W2l0Ua9LaV3eMkZUBbOgeG9W1v+VsLSQYsK92DsN7A2K7O9OV8mtU7vQoNHjfJfVQvYVLjftt5bsyTznsR2BP9QXgJAeDDASKEVWhHVBMB/btOC7w9rfxraNfuu8CbBSLiG3qlA+MWZrJC37oiPeod7vWL5Sp5qyCrqtIKzo354QNlUlRZ6BTsqMqwQi4Afr0PQgr8Dd10obBi3RzeiZt3t0LeQNoCjE9CLTbAPvUZ2mOmjClqXZsmfOKTSgoJND67JCrxURAhmIVSmhYl6MXmA0hlIZy1WFcEShb2EIKSIAbSLsUcD9P6BrcUFJifbZv2azmebM63PW+jlnTXA+bKcfp4MyA+U9f6/wM8PpNkbgpGZRqcznuOkF3czT0xDDcdOn/EmGy6VE/bwnvX5J9GFEwpICgdwEHI6oCuiSZQ2tDuxQJSqHHtityn7pPLIbLdbyM22ulDf9TXC5l3RkVamYH7TzhDeEPTwr24aCqzV6QtONQWJsRUOlH6sSupMuUo9TuL8dvgnDOt88hnkwpwym+xbWtbwpryezb+Uq8ot6/Mlph0vWLD35Kwo3+6x9q9E8Tk0nH3dRj4zWjnVofkTJNhpox0C7YcWna/PFHhu0MmT0ZLg+1+M6X8WgluYcYmmwjliuccKYNZxeWVf0ae2m4iYL/h7aKLuwNl/JXwjxl0QOOGff50zfZ+InnKm5joGGVDzA84XouxGCEowXwlqF2sBhaTSnzU8W6ZHP5SKy7KcjuhY3zbyFQlM40HbXO4YF2wygUEdBHr3FWMr4+EtYblJEqP0jFI/lWYeCL42yKjLQ2X1W1OI0D9nEcbLS6AE9qGdCQpKRCY3U8pjcCB0XoXkT5XQKmqCC81p+Ra6B0SQucAN/S74c8eXB7h4bIDalPnAYL1i3uXDc0R6bmMPDPTrnQN64+BLSm50dNjqOOzwL5/m3uf3bdcYTNn8PucTy5epnn33WLkx9QfYFl1EXuVT1pai/aXqbRbf5XHafDfAxmxHx2HgHBwfo8oJL3+ftpewJz5c9vtj0Bee3/P8mnjsnX+AZvgQ1zZdB/g1WT46eKB36sMVYMFkiXks2YplJ02UsN9GpPROj6cYRBya+cHVbDbfPadOd3yZSnN52tJ7OczjlW1ahF9wO12c4XkqR8+xgplk/6+TLK8M6mc95Dg3HJzjfcLnCi8t6WJZh2YZ5I0LmiwicorQNnXlMM9zeiND0uB6XtW6WaZjfadOdP/FGjOWmfNvDm0jbwLANDNvGclwuIhhwSRGhTfrsrbfekuE+cdr94D5z2v1lHd0v7supr023Pu6LO2zY7Ve/+c1v9KMf/Uj//b//d73D5aovOR2a7j9P62+5/vRnP9WPfvIT/fDHP9I//fCH7c81//BHP9RPuYD/2c9/3sr/j3/8R/0Yno8//lj+v0Ad/hC5v/7tO3r/ww/0CQcN9ttLHDRc4uDhC3z4k88/4/LzY33M5a153uPy0/X7z+T+7r3f63dc6L/7u3f1joFuv/397/Qu9Hd/9zsuSN/TB1zKWu6nFz/X58i7+OUlXeKQxPjy6hXdvH1Ltzm88WXvEw54thmnuxwkHHMQUrDjbD6XH9vf/WN72S9sJ4e2pX3LPBM8Tkyzfe0Djjs0LOMZh4Ee1/Zl912ppfWZ+S3XMv/sz/5M3/ve9+R+cdzj0envf//7p/Tvfe/7+lf/6l/JtL/6q79q8b/+67+WYfqfffe77RcVLNd6N3Rd8xHrblinjc0NbXJQ6oWF2zD5nH1ryQEiU3Iby0+fPmPO2lXPmIuUmRSlfTb3bo9hfs9pTzhw8DdNLtOPN27ekP3omi/JmaMuXbqoz+jTi/SHabc5IPPhj+fGXf/Z4IM9HR4eaDxIWDGfDoyxxCFNBp02NufqZrnRmGk1cOhg9Bx+jOgZi30rVziorNhWLE8Ukg+4xFOhD2x+TY8I7FFBkE9LeWFX3ihLDoNXYKC8bdTNZ9TbKXISjJaIHXqtkOOxO1DG5Qo1l5CUWExHRzijzEwlsoqyKjRfQk35pjfamu545DnZC8rhe2km83thPiixKBaL6tpCp50nFuYOLWugjiGShgj1Bqo4XBH6MqywgSopt/wBvh6eISVV5mlxoCr0rAoZxWEN9BZ2rmLNAh1eeJw3kDdU8sCKRp9Q9yrNNWQui2ZcCG2+pe7ct9Sd/7by5tuE39Lire9o8fZ3W7zOzumkZD3dP9Gth0918fpdfXHtli7fvKcrtx/o6q37+vTyDX188Rq42uKfX72lL8BF+J5zwX/A5X7BLmk2R0/aXaVK+wL7d1zIpg59oPXoapqgu43B4iKwWybfF11zLvkWG5vq5gvl2UzdYqGU6UNs0CE7Q3dems8l+qdEp0GdHB710v7xSs9px/busba4nHv0dJeD5/tcmt7TbS75trZ3tXtwwoZr0BELtcQleceF1fzcBS3Ov6U5F4wdF4m+wNtwnIv0Sh3Hq6IXXCRuPd/V5es3denaDV3mMvqGL2C5ML398DGXrY+Zwx4ylz3gUvaB/CeabZsjFniFvqJBCsZ9zvbHUETWikViYRwrkhKICDxE2vBBFgd7ucuKCMZSwc9XhJXxbqjFB96xA51f8HsYyRt5BxZiXoSS1fqhZ3W05J3P2gvTIzNnKSUFqEEZg5qrgp/k6SwSqi/UzRYKbJHcX0DoH/RbR/++gsWGOvchF8sdmK0x3zynjv5V6k7HTaY/N2x3eDrkVGSuUNrfED/iQvqY/uxpS41EsZlcd1B3ou+N3C1G3ZBj36JLmQuqTnpj0An91lfap9zG6zGbzGVf2zdUD+iXw1P0OqYv+Mj5Jwg6gtdwGaedBwndQytkDjXJNOc3fU969dAMqpW/eetyJxjd80JVpwH79egy1A7zYc8MaEPCz9x+YU/7Mo6iGrPG73oCesBXaXvNHXNKbm1cDlXLCghdzzBkFXSo1KWYS8gQc5eYD4rrDOojHakjT6r8Kxr4OSiS8LGe8mO6qsh/6iYi6HfYCT23GoX52POt4xGhlJLsSyk5/hI502/QHBopJeUccs1e03n+L7w7apNHvbwTRL1+R0SCzawEtaKNecjvmetdziikXT7IF2Ohklfw88Lhd0Vuz6Vn3x9L1TPvIIaTOpruMHN4HrTdl5ziEL7n0P2Yy5qjoz3tvniqvZ2n2n3+RDvPHuv5s0d69OC2Ht69pQd3b65xW098ofTovh49uqdHXEBtPXqoQ96fx1xcnZwccOG5q2PepT3vb6FrxwXPDLj+ORevXVc1z5LjcyKz9k51o93eXkfIOFke6phLh/39XfYHT3Wfi5u7rAkfPnigffYulXZvME/Ouk4d9m3IWR3IETKYGGRzzqAt5nPNu04OF7NOpjUe7F5ZZw+s9W3LwN50nWZdbjKSpMo84jzXWbDzkouRPS6DdrlY8i+b3r13T7fZ53it4b2O9xNeX50wlgvjOFN/QV+veab1mX3Ca90V9Vb6MSLwt0DlKtMG6owImS8i8J/c4uKxLJcxnO/Q/JM8lzcd1ibPeS7jtPOcti7mMayf8XrcacP8ZxERTR+XmTBglyQe2uK4bWUEJJTAiFU5JZk/ItgUD62dXrfZXrbbrVu3mh0nW/pCzms6Xxi4jRHRbJAIK30W1NX6ENu6/ya4r1yn811OCkUCEXJ7jIiXcetke3TMMY4733s101y+QVV+bAeHESHb2yjUHxHKKbV2Oe01u9tme5vH5Swngj6Gv/L+M4R/BKLtyxvM55u8R87zzjjPHqqwrtxjXD3kQvTO7Rt68OCeHjLefGm5tcW7984t3WEPcevGdd1gjXubi9j77CeuX7usmzeu6v6921xkbjEe9/HlpCZ/Y0P+M2pvX3hL56jH9R8fHumQtbT1djMjRlvZFgN+aJrjDbTRtpnNZpi4ymX6ftA+e3v7vNvsvaLhPaJpO5wpeP/vft5l3Hh/9/TpUy4KH2uLc4QtX74+fKQnj59oe+upnnNJJ8bhYjFHx822j7hw4ULTe844XjDu3377bViKCj4gngjsiqK2t3Wy3j0+SZZsd9McGoLPqNQxMHeO4F2AjI5xP5t1Osfl/lvsYWfrdrrtHrv2iYhgPu2aL1m+ZQ/YyfW5/ineYxfHzZMoU5gLbRf7hnHMRbFtdETo+Jh30vzqhDkGxeUx1HPQtmIu9dyW8GUaLefvvnjOFN5lj8IWAAAQAElEQVTL31Ysrgs+h0vmHV/Ye9wU9PL8NfQnzIVFvlAtvkzFt7okLfhxnn3NYp7an/g92n8h8/a8F47YCz199lS3mNv8S8n3udD1X0/q7a/nLqgG/k685z28wp+X6LBiDVHQsVDbkvTRyVIraMLnPR5TSJ6rZynDIfwyTkPTc0qKiAaPwwjyoU3xCPIEHALxVHxghOQQkiJe8kSESahQW35hzI3Af9BrwEaG+27JuVGP35Q13XHnWa77x7CPm26aJRfabn5qV8KnTHeFEYEetEfhLICPoqvluS7D8YG5zKHLjf4MP2UqsFznDc1PB4ttbTBvRCgioBmSy9JCaNSJoQO7ma9v7aOt9FMxipABKOl8VGppKRT0acE+Dg3xTPmZdVjmXea0FBr7BDkQBmxgWWVtN4cVf6/YY4xX+UnoGxGnZSmtCNc7QmGKeQ2p3ZpDMx02RYoGcxVkV7+/yUQFiVAuBmojhNlUaE8FLU/SkvXvmF9pdyW/tDAiWnzAXoV2mMeh0z3ts4+fRY9M7717eFcGPJhXSlkFWTWSYBFkubzlUf34Qb/kGKHHaKF/PT462jdjrZQAzqQaRYX1WvtJe12Xzwe810m8r4K6HB+ouJSQQGItbGRlaQhVD1jCIM9w3oSolLHdgHWdYJmFPMP6K7LGuqSecb1q6FUpV2lHKRX6CkCjTcl60aaBeSZURLPgLNh5YH5ZYROcsJUrKqVAr6SkiFDCbzN+pjOPeQzbcAqdPaZdNpGMUzmmj8Ak6OYyxkBd/gsy7g/32RhW9KnsYyphEezIkQZFi7fQcSXoGZ41nXYW6AM1V4dVzR6FtGXYNwo2HMirlB0avWKNihzbPSnCyOSkBqe7bq6UWLC7/2S680MhaNGpYKPARjWSAjsl/MAQNNwA/aoG6i2UKIHYFibBrApPJV2DNkSSQ6MQL86jn2vK0JPG8vCt+avLrONjHjyUq8oqhA3kDzVhyxhRpAEl/Arw/vAsTKM7sAVyKONyhfIT3Ia+VLm/jHaxW4VcaSAcyjp0vIYGeAt94tBw3zqErIpcoWOFz3HTnGeeN6HlVcn1G2fH/YrKV1Ru/QfktXwEjrTSygyULeQV6i2SjKqECp1i3WfhPkanYp7Gr9YGRBNKQ6mj/xXK1yleFPRP0FeKaO0qaz4C+F/y2bYjTU2ebfMyXVTol2IdG1wOFOpqII7DTmOowuP4QKP7Bo/jqoG50nOPUUoRrzLkVnm+DfvSul1knfL2zB2G1wW+RBzcYPNiJ9dj3kq5Sp2Ouy+MUirtwB+of5x/inoM7fhA2HgoB1vjM835Sw4lnOdqbAPX63QPgQ/nJT3nICv2I0WtD5HfWx6ZljGioL9RqXMMq1Kzf8V3i3Vd122di+O27xqW57Za15fokTWAAgbkV/Qu8rwhZOeONSbv3LT2k6qQ5Vp38xTLpt5Jj4IeYzyjl2H+RBlQJJpDPRUUUEkHeSIcYdnCH+2XRmrzygwSPou/VfcPSMQDvqaXQgXZ7k/DtnY44Bf2l4BPCukViCdUEcgrTS9RiVd8CN1QdgB977hRsM9ZmDb5qkPLox7soddg+daxhe5X+ncg7IF9oeeAa6CuV9ZGlqGEnknYwT9IBJVywHLCYtwbnp3d59p+/kxPt7fA0xbfebGj51zkbHGhs8Um59n2tl6w6Tk45ECDy8+el2JBE9qOYRMIKkjKbDwusOH47p9xccLlyVtvv6XzbHp8QTKb80Jg0nAZwx3gTdDm+XPa5ALFl2veEPly9Dvf/Y7eYnNkWqaM6/KlqxetXrwO646ZQvN4k+ONVcdmx6E3Ot78fPvb39Z30cWh6a3OzU2d8uOgE931bZJnuLx5HTp9gXZY3nkuepx2mY6yhmWZt9GpPyIUEZqeQs/1LMinxbKdyu03XM71OrQct8X55nf7XNY057vuxCrEcpxvmMeo9Ifri4hWd8Uzz8JyDPM6nHgdN80olJlkmj7xRISjDaab12iE9Q/X5TzrZrifDvEXb5h9AGL/2d/f50DsWP5Nf+dbhu1oG7t9br/jtktEtHa47abZN9yPvszzBbv9xH3q9He57Hvr29/SuQvntWDTm/G12XymGYfxs/lcHX1Sk/0UH50zGeBTPT50hC97EtqkT8+9xWaQtuwf7msb37e+R4yRqqrZfK4N5G5yoLHAP+aWywa+kOf8wSFOPdAHK8bG8cmxDth4Gr4MPTg6lOEx5zbbTh6bkZPSrFMGLY5euZspMY5SzgqQ8bERudEVar5rv7Pf2H6oLdvfGz/Ts8uBlJIct/0cmi8iZB7DZQ3b3r5rG/vC9HtcnJ6FL0gN55nH/JZtWK6RcjqVm6jXci3TY8bl3E9/+Zd/qX/7b/+t/u7v/q7hb//2b/S3f/u3jfbv//2/l/H/+j//T/2n//Sf9B8J/92/+3f6N//m3zTev6Ss5Vivv/w//pJ2JS5T97T19Il293aZwDkYwFau1/rN6WfX73E72ckHVE6b7j6wD9o3H3OA4wM7/7KHL139LXj/H7CXL3HZfekzXeKy9csvv9CXX17UdQ6lfID19NkTHXBA7G9DVDaJs1liHltw6LJol0DzecYeCT2DLquKsLcUFf+2OPNvaVi1dPUyPYk5VPYkOW9gFTJwyNFz6DGfZS0WsybLdQ1sSAb8zHxGMKcX+HsOz8UyLWe/SAZ8YpDTNQZelkutkOW6UoZqPYDjCX5/68d5htDVaYdOJzZyU7rQ1p76jRX1DbRD1P8meOMXOHpl4zawal5x69KDilo5aE+a8XrqKGqFMACLAZWkSlgJRVmnRTpYGATcRpp+Q0hZKZISYZyG46LBC4zCfGYRCqkKOExSwk+c15ci3vtKOUNMKpGUZ3PNOFTsOMTknapdDhZf7B8SHotMJQ4405wL2sjqa6in9p54+0big4fjN9Sv39A+c5+Qe0B4xIHMEYdhLzj0P2TO6ZiPUjfDb/e41DzQLgeXnm+ePHume1wO3OAQ+dqNm7p+86a+vHJN9+4/0CHlj5HjP4Fungc+yNrZ1TPe1Q+ebOnWvfu6cfuurly/pRt3Hujugye6+3BL9/xtwOcHer53gpcl2r5Qx2XedLk3W5xrNF90Ddhxha1XGMVtWznOQoO1p3r3B/0l4Isuf/u3dHPtY6SdgyNtg6d7B3ryYr/VddxLQ8wVs3OKbkOWp9Q1G1fsXCKk7M5I2tzY1Hy2wJJJAwvrwrsy0WP9aknXoUy7BFpqPq/quqLZTIS0JUv2y5RCuZPahRDlUqa3o8jjwnH3dY1odQ8iBJW2uhDNa7otB/sC9aNFdDNoknl7RK1YVa4K6RrQRp4VC68lsN1qdFoO0bDCTobTPfEBXzUcN5xnuWP7swJfFH7i9ICOvahnHZqmgAf5gV4eF0Nf1WOjHhv5Pdv3Kxb9J1ouj+X57JiDoSV9slpVxrtR2BwMOuaS8wS6F7cnxJfEvYgfhqJKu4pBG1ekV+u8trCkjbwqqbOu5Q065pD2GKewnCPqOyHdw1exacf4qJEkbJxSp87jibG0AK7DbaenlBLtot09k0HPHDJQycB4XAGHnp9X0LxpdloR8r9ai1CYT1WFF7Iihdo8kJIiJMxOiHxsR0SFPhzQr6dt9oUeuSfo7fSSOXHgErHJpWxVEaopkpRyUu5ADouR8C3r1YCMypxb8QjTjQg1vky5ZJ3OYGC+NtxfpbW3V4Xm9Ao/d+j8SY7LW07ntUCyTlWZS8eMb3fMx6npV9FRylnqeEcEuqSomqHzxiIzrjptLDrN0N9/qneOrM1Fx1hLjVZp9wkXpwdcUO5xEO/DeMPxPeaVYy5EjlgPtUtRLjJX+NicujfPbegcWPCO82Vspp2BLQrtOIHP78Vnz7b09MkjPWWeek586+lj3eUyxxdAjx7c5TL0lu7dua0H9+7qHhdAN29yAXT9qq5c/hJc0rWrl9sF0M0bzH9cEt2+dUO3b11vF0L+VtYha6oVvl/pE4dHrpc1l3/56fjkCF/lgA77nrAWM9y/7h/buVhXYHs7fcKcvKRtqxVzJDL9fq34peePMf8I/1+q533sd+iA3QrvTmOKD8xR9oVMZ3SzTl3XqeCfh8z/z5jXjSdbT+RvQW6zn/I3Ibe2tvT8+XN5XbxaX6J29FHOqZU1bcDPtH485isyTbdsk8f8SrS2Mqr4BM6RaGxAFfapDICCHIeV/FC0nJwSvpNl+u6LXS7nHugOfXL2Lw85fo2LuatXr+jq1au6fv26rl2/8gru+a990L/u41NwubfP+ugQ/9nd3ZFD+8URF+y+EN/Z2W628EXgPS6fffF8i/fe/fv3oT9tdvHazG1Naz1t04x9g/REiwhaKFpESNtsD9umtZO8iFBEyPwRIdtQlHC6Q5b5XYfphtPiiYhWxnzicV5ENBubxzZzHaY77TpnsxnvqLm8/vSa24gU6mYZ+kzeB29sLjRfwLeYk17o3PlNLTbm6jyWGLfJY5VwNu/keMEPV4yrJb45+STNp03Mx9AGr8VYh9mu9tc5sje4DNugnoycgbmmyUIPFlrqoJkHb2nyU06KJDnPoXU5f+Ec+/Zzms/nchsczmYzed0sHpfp8O+c8R1s7rav8N8l6xPbozJH55SVUoL75Sci0Dsa3XmVsuKxrAmJ9tubLccXr8/Zi21vP+OS9XHDU9bq9pnnprH2fwoGxvl5zhFmjB030/27WMx1nv3aOc4WupyYE9GVMb/CltZ3YDz4PeD4Ct2NiGi6meb6PS/4zMHxBvgG5gehNyJ57x4T7dWhs+fdDntssC88f36TS98Fc+9Mi3mn2axTRjHb3PPJgB4J23Q56dtvf0t/86/+Wn/zN/9K//rv/kZ/97d/re9+51vM0Vm9v6lwdKwl8Ng5PDpq+p1nv+o1kxjXf/btb+uv/vIv9Jd/8efge8rokFOW0bV44jBqUGXecLts21DoHPZ5+/x5XTh3Qb6wf4v9759/98/01vm3FJG4YGK+472O+2nnxR7z9X3dZn25xVrz4OBQlpXzTDnPmWsH7bD2q6whvL7wezsl2kx+oEsinggjshx3GOpk1JIl1kh977GFrk6TV2MmiQt64gJV9B98dY3CS76s44JP8Igy5ovkclkD7/xTfvYPpQQ0Q2IJRVwg0L9oSVtPsLfLSwl6PaX1XvwV8b7GeoSJfKOjXXPa30XHBfaglX/pjXVRqTChfTV7qdyBJXlBWVm78YpWoHtC94wc+6ExjgWkYrOE/gVbDvANhK7e+lr/Str6OQzs6bAUKlNSkJ6xjs7IGFjrDIyLmlAioztzXo2q5HkGf0xdVsVvLW4E9uoLjKGIoH+r7PMD46RjPSyZVhodDvox0eaiSr9FzeqwfZfm6ujnFAnfX6jLCa2q5tQ3cxx6Tgl6p0xctaqt96nDcaFIpnyXO9m2EdSJLQt8NQrZVbQGEOdn5FBmPkvIjixFCtKUpbzlpEhS07uqZ01bsEkpSOCTEgXIQ7zCjIfxJQAAEABJREFUhSXaJo12G2h7afHGryDXH8uDj3SNQAOhdsgijVrHeESnQKZRsYD1dxNtzxV+5rnGa+9+qCp03kBm40GixylCLZiAfBQckGu9+qHiq+hGOFDhQFk+yIAd9cb80g7DC2VoJhIDpAbTZJsY6DXqm1p5TCP7mGG+olCBZ4zD4zh1jGnJIWrAYz4Df6hSjdBQA3cvQnVV0yhXVdWxX5zjn4HthwEKfMm2UlKgU5MJvUeZZh/8sSdtuuH9iMepQ9m+qUMqZQmdppgM85ZWb9JZuvPOAvEa0KH8QWRV6hqYP8aytHUtu6J30ZgeSsUmaqjQRHsiJTlukL2Oi9AIwmg+5jZatsvI9qA9iTGc8GO57iLkmn8MLaugc0/nL+kwyx+qNOkg6nXdCtcv+iCAwzWs3xlU4lQhETruclJSUN5xh5W066zUa56zaHSFAl1jXcayjFqlUrBNAz4hdJEfQjL5tHyHsKpGyGNhnA9HPlG38y1nwFC8PslIICT6pSKz1LHcyFPVu3PRp5Ujr6ecfcr+c3Ky1Anz9AnrFdOMJfPDiJ55fwA9Y61oiZwe4xbqEKjUh9npN1FHBeUUlXpa/UXk19YfDG2ZVkqokG+eSnsEmt5F8AHq6OlL6z3B+ozzxYAuw1gPfEMplAkRqCKHYuRDG6RWBzTTXe+Ut6IdQ9Nh5ClVyDCihcXtQr+hQGt1qMkaTKu1xcla8wZpybKdX20X6iwtZF5lfAewL1f6QPhEynOa3AHGkwC0QlhkH00axxfz24Dd0MU2t/weRZvcyLKsGqFKGVHe6QLvZAfTa9MB36D+WI+jIF4q5ShjuVRB8ZlyN2uhkC3yROj2ux8GmEY7Fw0FnRpE3JjSDgt2MKpcrvUdQgaUGihTq9A3GH/o1Oogjo5kQyfP+WuM/lXhhQCPIiQF/5ISc0FDynJ7IpICpOgU6D0iJCHfbQUStsU+lbh9wXUaY9uqHK9U5VDKEvyOl2IZLjuGannR8kV8KpOw75yz0AVr3jnnPrPZTF3XKed8CqcT81FKWYnQ43pgUBilFHQY4fee8wwqOv04XbCjx3wD8aa/++c1ND7yX4YSLIJ0GjpuuA10k9xH9rGexAjG2Wm8juOYtPkMy04nbLxWbLxq4HIsQLo5jZ5lOiY0sGL2gcQJl0dLNmaGaYXu7mnBwFvRKISmFZo6olK2qMcohhfR5l/2PZPRUsdMVsfIPGETsmJhZxnOd+hDMpdpxkLukk3OEj76XSln5S432Us2L95EHHMoYlkFnczTzWe8yKuOoB8eH7XwpMlYap9DleccBj3xZfAzNubEfZllXuuRWdwZiTqUQpZnudarxbG009bVcLyKf0HDX+PvcQzrfeK2ciizou0DNCMiZAfKtCfChaWCrdzmHj4vqrxhc9p83doRHRePZRjOj4jmoAs2QTkn+THdMM+KRZplOm6a8yOi1ec6nbdER8P1mjbxOHTa5Qzzul3GgL4Fe5gnIk7bY13Na3nmd72ncBngenyYtMclwgkvMOsYDCjDsr1Rtb0Yz1hXctpwOcs0T6sfWYURUFpYcPAB/1q1Pj/Gv+y7lrNi9nVZp3sGgHjcx3Ns1jHQ3Y/Wd6A9HT5guvv7pMnolRgP5y+c1yYbc7cvAvvBu6Kv3Mcua/3sj97oW+8NLld9yOAyvrQ7d/68FhsbmjPBdNTpCWY2nzea6R3xlHNrr9sTEbI9Omj2SX8by+WYE8d24v8D/qSI1v+z+VyWaf2sj/Osi9ttmzmdUpLzxOM0gcxvuuMOI6LJOf/22+0bwwv0Nd06WY790n1n2YZphulOG8532nUU+sf9az1M929Ym8ehaeaxTub34aF5Jphmu9pP/BvqB/t7TX+XK/R5tm0akmwn6/of/sN/0H/8j/+RQ4i/ad+Yfeutt1p77JNGwWYnzA0nHJJWZopgyAwcLBXmOjEHTrTzF87p3LkN+YB4Y3Oh2byT8wfPe8yXK3zjkEPBvRfbenD/rm5xmXrtymV9efEzDnw5YLxyURc//7Qd/G5xcLwL38H+Cx0f7atwUO8Lnhnz7Sly0hSfz7Lm+CEk4WliZypRr9hxdzm0WHQcZi1Ed0Lu5ReO8Ecj8CCmomaP7EhL40shZImnyvyJfs4AMvTaIHid1lqW+Wqrt6rxU6FD8zhvwP8L+bZppT+cl3OiHR26JX31qZAMYXn0aPWIuuMl0CnFa2VdZI2KPzVQlk9TNZQoDyhnSYU3ZUOR6hQnNHNyGxIlQMQUCsbKomfVsOJ9seJ95wOuyjsI4SxK+2brRDn7wnw+k7FYzNVo9Nd55ocLF863vum6DD2pY1wyQLW3f6TLHDp/+OEn7U93//o3v9X/+Icf6J9+9BP9/Be/0g/+6Uf6+//xj/rBD3+kn/78F/rBD37U4j/6yc/an/T+xS9/rV/+6h394le/lsv+8te/0T/98Mf6v/7+H/T3//CP+od//KF+hKyf/uTn+tWvftX+72D/EoD/MoTHU6Kthb7yWHQfnWc+euvtC+1wNGWslqSBceALh0MuJBzaBqYZhfFBjyngM//M7V/M2rjI+HEgw6HXEkZbT/z/CPvvNsluJM0XfA0457gImVoLaq3JKrKqunu6e2b2yi+7z+599o/7rLhieufOVJdgURS1ZjKZMrS7H7G/Fx6eGVVTd9YZbwIwGAwGgwEHBxYexI/zI1SqqkoZu1Sm0cZpVXtdSZa/4CzidblLEMe/lPD5F5/Lv8Tw0Ucf6cMPP3z0vw34hHX2KZf4X1D/+fH/8+7LLwmqfP1l+SWKB6y1e/fv6Kfbt8CP5RfBHu7c5zlyoJr+Mn072DqZNvLcNaOaC+FxGUuPZ85Z23N0sU5xPN5+aGVaBLpiR/6V2y7LLXtyK7F+ck6FblsbCgtI1MQjdPiw0fIs4ge7i/Y9NtAjtKwnY8F+Vfhwdj9vvQzc1uekOc9tPz+dLjgjtazHDv4B3r9Ej+sbQgfULP+GwropTIASBe7DhEjQlz8yS5BPjC2Sx3eMUnY7e8ZSdunXkmi/4ndtx3iEbQfQ40tG57MfqPGHijnxvNh+GV9KWTKCgOEg7Os/7QoG9sCeAFXPfCzaI9bljLG1qNgX2NIV7VGN8sD678q6DfqFjGY9Nm7LXPoXXuxvDjYkKoOpqht81Hmp7KFBatCJckrsy7Vq+zH5gTH12DvTU814Gzod1ZUKqqyGMVVcWmYu/JyijIzlBXsgT49QlT77ouucZ1ML5gQCjwg6HbAeHt6/qwf37hQ4CHn71g8lKOn8jEDUIc/Gnfv3tE+Ayrh/97YMByi//e4Lffe9g10fEbj8EnzNBfiXuoUM/wKQA5afffaJPvzzh+Ajffzpx/ri6y/0vb9V+vMt3UbWzv5DzbD3EeviAL1mpC3r4IAA5QHn2wOC0Iec5ZzuO2UPdd3+7ECHi8PS1u33ef6t6K5rHYhExh56O7h2yFg8L3uMeYbcWXlWz7ignXH53Ckx/xXOOMbOxtp4JMO2D/SZcy7KTa0FPjbzc9r7N7ZN0LyejtjXvXYS81cxjz1z2DGH4uP8cLx2nM+ZmY0lBg6ECy5WYNcSg1KqWLcDGg0K5PlcumANBr6AOPh6PCPUcRnfQ+85hw70FcMgs6CWmHAN6N2zDvZ2HnLE6NRh2x0HFdm/fiQg+f23XxFg/kpfEzi+9cN35f9H+T1nDuMbAspO/ednPZc//fTjo3m9Tf7H77/TPYK1+8jex8Z7uw/ZB/fpY06wpF72b5uxMjrbBnt/9cUX+oL99bNPPtZP9LePb3nOj+YES1h3TASXTkdqsW+Pnf1LWQN29pgMjykoHxJ03yHotfPwgYyHzt9/oLsEi+8cf7vwLkGY2z/e0vfffKsHd+8V7Dx4UIKs9gMUVEKobeR1WlVZnhejow+mRZHxCmyYqKuY556xmJ6g20edN4/rfZZ22XkxAT37AjsEe39Wz9g65CiJMuuYs6/P8H5W+gxf11zS0ueYIKd1SUmcxWq12M35ivU+MLeTZqKt9S2N6zFoNKpqec17DxL26uGfjsbK/JdAN+t0tHeEWYM9A14uOoKLizlriu7QZcSIgr2u08OdXflPeB2xxvw+3fEs8QNkfjRDUqiFXqeMLJVvIw74nL9pGhHymD3+ljEubZDUc+btkd6wjvwN1AmXIIn+R7nRZDxlKgdV6B/IzKQ1lyORRIteTiv27oQdfU7GeZkb+qGcUlLLxWQgK0fFuEZUM9rjPGZQlWrJKyTDy0A9n9bRaT1qFNCtL7s466yT+8rInlC3wVmrJu91v5jt6WD/ng737unO3R+0v39fu7t39eOPX+k//sf/RT/8+KUODu5rba3ivFMRKMy6fG5Lk3pQkwdtrk2UeM7kKlSPa9kWQzBbIU04z0WVNeCDAtbtiL1N6Jagu5xpe+P6RV25dEqXwI1rZ3X+7JomkwG995Q00/xoR93soYZ2V1XMaL5gjmYajxKByrHOnT2l7c0N0QU+U2tgzzhire5yT3GHffg+e8EGfnft4gU988RNvf3a67p65bLOXTirre119OtZkzPGeYDMkaasgxG+eGrc6DS2Wp+sqc4VrtJj8sDXe40JKI8nI+yaZH+uGL+DX0eHcz2891CHu0faub+vzz75Sp9/9vUy/fRrff7pN/qE8vc/3OJdu1WDz+TcYEPkt1I3Zw9rByVljeqRFEmJviMy/Q/0DQ9+u8A3jUhZuao1DKEev/eZCBflGd3riDUAG+0EAkgL2h4ezUvdgoji/BgLLoYjVUr4lVPYWDOD5tjykMDzgruQHuKgkM85c85MPj95PfmXGo9YOy16s0UzbxJbMmtbYCBA3tJ3z1CyxqyL9fVNdE7ynmCM8EkHzJumkkQPTGTCP+s6q2EuIon2C9Ci0wLMC7zfeO/v2IMXnOfm/uVI7q06d44cRaBrzxhm5ZfiumFQx+Lp+l5u25L6ueMyVbDTEW0k2jHWDmMWwDdICtalwBxb+I6kk9gDQi18LUZflLTnxOV+pJ52iOEub0DfTi027pmjgbnqqOBHS4Ra3rFm2DoxB4qK+VShuY31lBIjsn6k+ALKqKf/lGuy2A3aYMDXF/2DMQr5caId7cV6DNNAIAsZHltPavv06DbQPlJWrhs1I8721UiJvPDDk4gKv0uZZ3gUzHC2OTaY4QQdcnr06ZWoW8J506xnjx7O9/TVl/EmBWkZOzIH19O2B4MYX7FLVo/OvQLbCAzYNop88/WMwcANVdBRD7pjulOP0ba2TefUzZmTBcwL8qivbkhq+1BP/x19twjsBsrQXdeT9tB7dBicoo/TgbEqZylXCtIhZfYVyq4HtusSQnbQj9T3Ig31g+gTYDt+mK8AWa7v+5Dru74XZlULbykzGK/Jvf197YIeYspZ9s39g0O1lHvrTbuWhuYtYJAu98d0TMNP0MeAfPexhHm99s070Cc/amlr2oLzWIui1qnvB9oKfS0mpJQ0RMZ/Sel/+BuAk8S1K1sAABAASURBVHraDMOJdMVPil2ogi0UYb9ISthzlXcqLeucGhFLvgjJujE8DQp0Qx7zNFA/kPZgzqR21pv6Qeh6XAdZC8a1bI89IPgXBjrG3XcDCocC3sT4hJy/RNaqbN3hZmz030dJB+ywql+mSzqN+EFHGgz4lhSSZf9FGtDMjwrwDIV3WRa8S9ss+49j3SJCQb4AntJGgT2QQToY8AwF2M5+e7zGBsZoXYYhhDlU1gc2WGCP3jTkdT11g5CXCk9LucVGsGF/FVrXO8WO1HW0K23Rv6PsvOfI/B2Zrh+QpTJnon8jmHPIyKIOWc4PtB+s+wn0lk29ZbQskAVC55yfjnj+GTOeqV4Xc551bdsznh4dBznf0Y7u1aPTgOx+EPSB58VclrFAXg+P8BMpSdh0gG+AT9Ccun5AhyU8l8Gcq8hc1fXH9X3pZ6B+yTMgZyh1giY+ocQaSsxFYvwpZ8pZEUkCQf9BfUkpq3xcF3J9Yh6z25Am+Ewzb9f3jKtVy4B7+gzapoTcwpMlIQMMirIPmIcmjKEv9h8Gyc/9gXrTLafrBmg0hTYaTTgjrsl39U3D8wLZRcawamf5UfiX9GCudYxlvscOBirSp5inVp43z6f7M1znva3rBy338r6MqUWXIZBTgNwQ++wApCU9lbTXkua05Zzgc4z7mLOnLdgnWwbalbZC12AfFWemXqWOueuGoF+AT1gP3KnwWJdlXaJP65HpKcGrUu5Lu6GUzee2HbbhtVhz/HXGmaJlcH4HskUH+kIAPjEoMUd1XWvEO1XTNJybGlVVowj66rWcLybFbY3+ON/3jHWVZ1w9+QL67W0n5A6gVyx1JLVOjzEwtr9GL9ve+iP+UTvLcLse5UvqPgDdQsG/0HUo64a+IFoG6shg2Cp/5teBDQctFrwkWFEP3ANevUiur69rBb9YGjZKxuGNlLOcRoQiHgMNyk9EyDLNk/KSd1WuqorD6ZgXj8kjQ5vPEJ+UQ5mXFht4zmFzb29PDq7s8/DtcBy3X+kTEeVlwmPI9BMRWn3cn3ldbnG61ZjN60m2fNNdtty/lQ72DASseM3XooN5TYuIE+NMikT//PRDj8FxZg7v7ndBan7rYzvblk5Pwvp6vDMulKxXROCAtcxjfV0fEcVRLSsiHtlvVS8+1s3t3adhnU2jqszVyk6WsYJlm25EuA+pYiHUjRdAVdqZ17IW2HLOeAznFywq/E89zmYEjm5k5tnjHY3HMuqmkemifo4MO2bmYBspy45sOd5UazY1H4iL4yuK45vHvBV1VdMo0c4wnw/O0+k6tpjiV4CXyPFkqpoXvkiV3M8RDyi/jB0cznTAS9agJAX99p7hJPMZPZtHizJ9H4qoNKK/lJIoqmVOO/xhYI5TXanmMqLh5dQI/NUXduZZpeZ12XB787htKR/LiXwsm7LpbuNNcc6G6dRtMuPNTa1EHwKZvpvpROu8iE8IkEwmk+InEVF8RXxSSpg5K2enbI7HPjvDtyI8NuzaDzx8Z/I+4LU156XIvn0Ezy6XaQ8ePtTO7o72D/bBAXY7kH8R4Y6/XXHvrpb1uzKvD8d+OZ2znyyY2+Um3vHifaQZtEMu7A4OD0t753e5dFv147Z7Bweasda7vlfKWcLGLu+hx717XJjcuUOA5B4XSw+1R1v/SbAHvqjb2Sl7Q8f4Mm1si+l0TRk7eSzWJeWkirL9V3ycen3YFnP36bY5cyGzX2zheq+5EQ+B5brCVsx9ebzEwMN3olPbWzp//qxOn97GxkHAdF/3sYn/XLovrL/88jN9+MGf9Lt//U/6j//ff9G//Mv/rv/0H/9Fn33GZeVPP+j27R/0888/cRH0E+O6q4cEg3a5SOm4aHZAdzyqi1xfyGXGVddJNRcfOaQB36jrCj2m7NFr+PyY8VX4q0Aop0SZuSeFG1OGck5yfmAcNbZoWNs5QcPeghb438CLtZHwjxp7mK+iXQohY4nCyzp3al4jKLt9QsZJhOVSJ/eBbG7p5P4jAn3yIwwSLD3//uXP4LZ/SfqbpYgQAy8gp7/8QEEO08bFngqE3w88CY2Ow0DP/pUUykql3rzkNKprjapGbCBcFi3kS8pAVobXl5eBHF+a7z3ckS+Hv/3qay6fPtX7H3wIPtKXX3+tW3fuyv+f0Y8//Zwg3x094GL03oOH+PAhAYeFblPv/2fpzt6B5vjhHF3mHKj9Z1Jb9iEfGnLdFMtWo5FSVbOm5to7OFKPHt73Ukra3dnTDz/8KH+r2gHHTz/7VA5I+v89/f77f8AXP5CDkP7Wz7fffstF30z+c3BzLpOwkHypatTI92+DN/Q5Zu8bsfdU+IJ5bC+nyfZm0oL+UyT2yEZjLi9ySnJdj20fcjn+LZfle6zP27d+0qeffKI//uEPBR9+8AHr4nf619/+9hH++Ps/6E/vv68vudT3t812CAQcsV8cEuTdRcZ99oC73gNYYz/9dEs/3fqRi9MfyrenPvb/t5rA6yf04TE6oOz8n97/k/z/1v4P//If6O+3ev+P77P+Pittvv6KYMV338rfEjviIktY2GtqwGfn7H9zgqvLZ2er3r5LfY8fO2+eAT8Y4HW7kzDNwNFlM62QUugxX08emEQusKEUsrieOTda/MAvxHTJoXMAvVxu2Vs7/MS6DOggPk7/z9Ejt2cM9McYVvpYl1XeqfCmAQU8vpaASQec7wm2u26FgUs9wxexfxvSiu62LXuV5bqNywNXSAN9LeW3jGvBpeWsoCXgYPqqfUpSXWclgpPO44bsGVHKS1keU19klLJ1Q9+BAInoxzov20XRyfmafbRpOBOU8bUy70A7t1/2M5Q+qirxLPWe+lh+zsFe28gX0q5PWQp0U/Qlbdm7W/8Z3WN0/Qy7t5oTJPXe7ufCV199zhr9Ul8RJPvyy89lOP8dvmj88MP3+p5g2LfffsMz4qeCnwmM3bnzs+7h+3e5aHfw7Jtvvtb3BL1uE/j8uXwT8LbM4/od1s6CZ26P37rvhw8fyM9RfyPQ8LPev2xxyPrqcbA5vr56Drqd5yvhr/azJd++7Hc+g/ssvuDsd8Tz3M/6I9rOChaas5d22D8S1qdvt6mqinNYjX1Ma5GzYK4XzEcqoHvN2e8WtO3ZT/3/fJlxVjMsr2Ud4JZiooBK20V5ZvdKTICf0SklJkLlM7AmeoT6ud+hA8c5+JJ8djLdY3JqmNdw/q9hPtetUISf+KdlDfos5/G5/w49fY5qWZ9uY9aStw7HOvVuQ971LTb0OBbMk9vNsOfAQBN2jwhsEwx5kNu0XLoPx+1Opm7nPmbsV84vkNmyn/foMEee5917pgOZDmDe+uEHfYvf7PM+NfeccYnvum/YC3vWaaLfpq5lm1ZVxt49GNg1BqGNAjO71MHrfu3v4YGiW0SwbrIi4KTc8wwwGARroGccgHnR8cc2a3i2uM+UM+eVqqAZ8ayjfc5J9i/bd6WPbdMxRo+vwwdGdS3nB2y8xhl4wvNxVNe8V46V0T9Yrwk51nnCeTmzl0QE/thozNnd+/0Ues2ekHOW+5JHS/9Wc+Afr6GGs/cRgUvbfvXXWKx7TV9u5+dkx9weYU/z9IzT9hlIAxkeY0TwvF2o4xYjpyy3HfHM1JA0I5A1I1BkmO516fXqOZozt56LDpsbRzwPO/zBa9g+1DLX7s/lDh2cN9zO63WBP5jPz/kj3nta1lootLmxie061mOnjsu6Q84TlrHArssxDLKfrGR6Hl23xEL+87/+tiTmkufZY+3QJedKGVvaF52OmGPLsI9aL+d75mvAPzJ6ONgX2Mg2tBzne8bhM4jbl/2G9xK3rZm/temYi6+xtrc3GcOayvwxz9sb6zp/5rRuXLuia5cvaWtjQwe8O2BwznCVavbzgf14YN8nq63NNQKqtCfwWNO+Xcx4tQqd5ly/sTYh+DphW+9om+Gb6gz9jZtKc9bVCN+a4KeffvyxTLtJn0/euKYXnn1a//CbX+u/+/f/Xu/98he6eumSXnn5Zb37y1/qV++9p9dffU3PPvOMPMeJxTRnn9vhPHjIu4/nxmOZ8D559coVPffsM7p06QLnsgm6bqJb1oP7D2Tf2N3dx38nvIOcIah6WmfOnC023+Wc9NOPP+qzTz8t562fCMju797X4c497d2/q527P+vOLc48P36vHQK1+3d/0sM7t/XN199wJvped+89KJdvt2//rFs//cTZ6IH28QvuZZXwdSkpogJZHWuEaVLLecX5nvFQoY49vKWixc+NBbduHTxuy3JgL5BO0geeFy3Py8xz1M/frl8IF1LKPRgUTglcJwLgpldMXt0kNaOsprGvhTqeu0N55sNfnsU99qllnqqWRuYFztd1YP8otLpxPimlQPVMWslB4hWqqim0iMTegLxjX17Q37ydac55ZU6+ZQyZPWSg746zhNEOC3XoNMTg084x2AM5lwzRUe6pZ+0x3hYs8EvLc9ojw5yi7RCScohtQpi/wLQeO9uejJglmJZ2ZU21YMGzaMFatN0HM7MeexrTRB3/mMd1HQJgVw+P5Zm2YN6OeBY77bmAcPt+kBAJyKDIkp4UkRXFHyrkimdzzzt8Kz+7Z+wzs1mrI3zcqZ/xdMc2kiTsab9ocSzLlh7LkapjfcS8hlr0KUBR69cPQ+nLLtXyj+use4vwBTwtGNBRjNkB+BZfdD3NSr9B3xlHyjhDShnbBf2JfjrQFx7rI+pSqpRzo6quFWHepCGijKGXUxCJGU3MJynm6Q3qUA0a+tMxKqmUh4A3Sn/J/YNAlyGWYzYfw1UB7TCPFshrEdoioOQpd1wmdcgalJGXNCjRV6XBOoKO8TNs9eRN69GnLe0Ef5T+O5dBT9tuQK9eMk/v/CD0xc7oQOyTPPUrPtcjz23MX/TqB1lnB3H7Uid0CXW95HqnHTJ5zGjBPM1wpsS4R6OpBvhbGKq6UcYeznfIW9DAsNwl3MfAuy/rCrmRa3lsLXxz5C2QYdhWkJhHfIo+hqI3eiDTvJYNq8wDSa43Aj6Gy9zq/xSorpMYsMUwCNqggQrnxXhOYkVzOsB/su5xXhqGQTln2S4K5pOyfXfBWpxz5nFa/Bj5QX3K8CbGmJKCsmWhyrEuS3kdA+1wBMs2zxKhiNDyE6Vf1/fH+nt90fUx3XIAzKaRqC9jcC4VHmE3l4ZCD7JLDCiDSHggHfPoOHWd116g9xIBk0ECT0QoXKcwARkIK7nVP6GgPgGnlBS0U/l4TCcAPVQf642tsFdKrOdUKY6hyPhBhkeAtkoyLaJSKjaGN5ICiLq+QPhQqFfQNuBPICvgH5Tw+16Yf1lPuwFQqYG+etr0g+Tnpv2x7YO8lmsIOxbfREYvQQ9kJLBMO+p76jqv8UGl3j7fwvzY/5fyulJvHiF7RYsia1lnmqEi5zHNZdFmgK5jnMyvaI9TjwcVCm9/PD7Tikwyq7F6vPbl4tOsW/uo/U+0KfYhHQqErcAg9BWfUNiGzJ/5ess1IpvIAAAQAElEQVTEwC3+3fXeuzvBKoVKSrV6HNCp5TtvXvfbwt/RNuWkyXSq6do658gpbUMdbfzsNL/lJc4G7m8IBIM4Lis830uaIkqforhEUsAXyWlSOk4jEn2o+LPXmfvqeeczBkbZszD647LTDuV7nwUKDQ7SlvcAj8Gwnq1tCB9NVT4R6il0jMNr3/mBcg+PYbpTSEUPKRToZR0TvmtYb/EpPKT+KXn+6YvcXi3ni0XZlxaa887gc6nfH/aJFRxynzbn/dI8bpsYf86ZbPBM91y1spwI9x3QH/8M6Gl9DfMMzFVPnz10c0WEIsLZR2kpHP/jdv81HLOVsa/4THN+lTof2CRSVipIioiCxFginNey3BcFOw4/83I494ubcYAhFrzcJxxhxMuCD/ZOK14eck5qmlo1B4uTGI1GHFzHBc4brs9VpYwBV0gpyR9PsI3s1DTzus2YgJtfcNcIDhnOu87tK2Q533CYdT4iHk2mZUUEg05ynaHjj+W7vdu5vftwX87bYCtERGnv8gIHmfEC69SyTYuIMm7LsUzT+jLBfZmUiGV79+3+xGfFExFFtvk9Zst0avnux5dVR7yEm+62liE+K36nFMvERUTpz7SVjAE93NeKx+2to8vmi4jSf8TSZm7nevPZDs67vXnFZ6WD59x1j8tVsa/5rLdfcq27877sMd38luWxeHxOV/RVf6t6L2qP2/V0W8ZlWW4XEcWfbG/3H7Ect9sabuPUY1n14bLY0soGwwZbeCyYthGhlHPRv8J/LTflJF/cuOxN0/0almdZ3rQcONxlTQysh4goc6Djz0Bf7sN8bucNxW0Nl61bAfPTHutjGxhlTKwH67G2vl6+DbpOav80zTzWwfawvKB/0+umKTp4jLbdEX46Z706SJmQZ9i/p9OpvLF5Q/Nv51pP6xIRZd1Ytufe69m6uJ11Np/7yqx3OpJC8joesTZHXD45H8FcMHaPyTYwr23o1G09rwsue47YYB1sfcgLvmEdbc99Xxyg997+vmbo3ksldfkewdG7YA+be2wOuhrWy7At3K+sQ0h+UESgD5v8nHW7j2z7pcdtnsg+hAxaPsj74mOWY9AtLFE2d9vGsN2NnDN15pDM635dbz/peaB1vPweHu4TRH6og4M9dX6ZJtC5vrHGS7oPbp3mi6Oyvw48JDN6+DKg58Hoy8tPPvpIfyb48xHB1g/9/+MFHxDw+uCPf9Dvf/uf9fEH78vfcDXt/T/8Tn/64+/luj/87rf67W//o/7wh9/Lbf3/w/K3UO7c5lLk/j3NeYgl5sbI2Gfgwbvg8sfpqK5kmr854su4mjkeNbVwLVXot8al4vraVA18Lrve6WD/ZZ4WPBx75GFtrSD6Gvwsge7UvBj5Uf2Kb5UK29keK5TLAuwzYJeB1zzbx1iW8YzA4sDBFfMGj5AV5HYr0N7jYAloVZ8YrBFB7/hHbz3pH+VkBA2oUoUdxlxg1djCGI2aQvOc25f8XBxo77U54lnXcXi5e/eu/OcI/Q3K8iegP/kzQZEvCXzcli/H9giM7u4elIuEuh5pxHqUkqrRSJtb22rGE9knI7JG5OtmrMTLoV+wI1XqPRAFFpH6Af3JR/HJLEVSzSWsD4BVM9IRF40dJ9aePQY1lWgb8M+5RHWw1Lrbp72XOADz0Ucf6FMu2z4goPnBnz7Qnwhgfkjw1xdwX3z+uT7585/1w/ffE6y8xWXaXe3t7unw4FC+7PMa6DmE2gZzr+HdXT0kaHqXgPAyWPpH/fY//7bI/PSTT+XA6O9+9zvZRt8RWL378x3tI2/Gpe6C9g5kM0BPreqq0gaH2i0uQe2XdU74Zahinirmsq4So+pVQ7cv2099oWmUs0Ku4M0a1Y2aqi4y17D7iD2z50Jvjj0O2HPucFH4/bffoduX+vTPn+gz9Pzhu+/14N59LrWP5AtiXI5+qoKiX0gRUWwrPrYpSfmxTRbsPYbzrmu5mO24bOu4bOu5JBvYHwz/YsRJBP4brKGcknJ6jOS+kD6w9sq8kjpvBP4QA7YAtMCrcsGKdjJNCv5jHdGPWCNBuoL1cH6VBv0l/nEZE6OPClxe8ZnuvGF5fw2P1WP3WM1T1i1rjulTjgE9e2UNoFePbQZsQwYxCxy9Zf7E/GWZN9DX9S2ByITeiXY1gnx5PRnV5bJ7XGfmKDTl2dRUuYy1xk+mk5HWuRCfclHeUC6A120b0hS9Rk0ll52Omky+1gQ541FddEj0aR16nmXz2YEecBn9HYEo/8nZjz/8kz759GP9+c8f6+OPPwIfyuvqs88+JVi/widlnX1E/aeffsJl9Vesp595Lu9x2XhUsLCf2AaMrTtOvR81TS37tPOZScEdJHgM01Z1pg/Y13BdzklGw9gS7QY2hKqqit86zWUPiVJ2vmkabE0ZQTV8o7phjkIL9pSBdW7fdxpCOrLcJqUky+3xyZMwraAfGNtMXg80K+cN76Uum9/tDUVSyrkgkEkzSFl106iqa2X0qapaEAs6GFr6zNASdQOzjUrFKv6n4zahShX7SA0apcgSlxSZNCf68bqJkD+RQkUHSRFLmo4/EVFoEVEo5svoGRGljctGXY8kJaESGGT9UqIfkNFjWddzvujhG7BZT74rsB0iQhm5Hk/Li+mc85LptqHLq3zEkk98TDOGYaDPvuhZYYuIoFZyPqW0lIts502rsafh/iz7/v37BOy/J6j/NUH2vXKRELGUYfnWxQE4C7U+KM/PIP6R9yDTEvyWbXkdzx6nhuvcDmYS2vDvqu8IdgUMZj77g9O+TCL2KzKwD89X00v/1Pkd4wFnQv/Cy4yzzIyz4YL0kHTgmX6PYNCDu3fKHrIDX8d6XRD4FG1rngkjnrlTngMeU4qEb1RUDUu/5KJSfFznwKPP1B1+72fbIWfJHp0WzIvpNJJ1eoDtfLY2ze18ifDw4Y7cfsYzzXC94bzHYpt4Lgy6K2vjAPmr9s5b3iGB0hljq3JiTxuzt2X8pcWUPYHDDV2+eFFNw/kSGybm2X24re3vcTovPk6tj+kUFfzX4WM+D7ifXfTdefBQfpYvePecc7ajE3y4lQNyM48D+vlz50v54cOH2t/bx9uDM+Zcbm9bdMzVAvt4LnvW39HhYbGrx2UZ7usAmlPr0qO3beHUdllhzrPZMtx+4CyzYP9x2bp7nBGhra3N4tf+qzOW5zrrNKprbfLutLG+pgW22yc4OeMc3KLXlP18F90f3LmjvYf3dfvWLc4FrEP2XX/j/3B/Vy1jrXPSiOdE8Jze23mon3/8Sfu8t2wRcE7Y7mj/QHWqtL2xpe31DY1yrWA/Wp5XtvT1F1/qT3/8E2f2D/Uv/9t/0P8O/uV//w/67ttv9a+//Z3+3/+v/0X/8//8/9T/8X/8J33AWevwcKZ7nDfuExy1XTyWjvlxAPPrb77RHzmTvf+nP+kb2n/x5Rf6Hed907748ksCnvfKeez2T3f1008/6y5nr+++/0G3fuS8hsy9vUOefZu6eeOGzm6vqyEQOeLZO+X9ZFJJVwg4X9zaUM07zI0L5/QKQVv7FMtF9znL/fTTbe1xToqUpRTyObVlbhfMdc+zpoexI+2gzTn3i7nJ7EEpZ2/DLJNBnt+BddTTxqmwlVPUkO3p1Mx+5gwOOBJ4ZEUqUqeEvk5bAqx9+asUrUTwMfzMHlViSatnnk7WdfC13ZGcZsY5HlclXxPgTARp+2Fe5LovIStjh4qgKiqjBvJP6Fd0o6xjtPiiz6s+t9qXEn7Co0Q9LXvs0FoX8sJWPdSOc4vt07I3LbDPYywIvi7hevNajtsFiqSUGb/1Di2wrfehXmn5DoAuPc8yTFrqWjL+X0r0wf6g0II1MyNSNeOcS8IleBQs84k9JNAwKVdjbFnxbtqBgSEm6LmgH7KYLug9+1NPGzEat8vYMqjrgRhDV4AKyEoaAijLOrfo2fUh1IF3UNdLA2MwOtN7FfqCqGBHvh9Cy3HRJ2OeYWvIhdYPgrcv+swIzC7agTEt0VFpG8xZMwsEuV/755z9fEnrSttIWTixMKxowpj6Qnc/tm/N+9Ma7xxj3sHMO9Bn1/fo3aunQQ9hCS1pLh/Tycp1HeWOuS5zCtFX+qb3jNzoLI88orEn/0ZosK+YlzoHF1s/Z4qcXj20IoNy6/wxWmT0zHWLHXvxQU4vr6aM3ES7AQ5kw9MxAZZBF9SFOjLWo8VfO3RdkPagAy3+u+DsuSBtseccn22LPv2ynduCHpjfqTHQm8st+hnWyfSu8A3q0H8FspSj6Oi9JJgX637APv2A/XqP/fWI/bqFccCnPbe2g58VBqMt+8pAfYdurlscv3O5PvEsjAizLfnQoRT4x7wG2fJj/hVMtzzDY17R/1a64nWd6CvicX+u89gH7NljR6PDpk4N542Bvc5py7uPU9ct0WGbvuhuXVaw3OHEWDxOD8J0z5X5BvqMCAU+NcCbc1LdVKrq/IjWwzMwT2LOhEeopOIzgI5+8S7rVnTv0cU0ZtjtkClSt7F8uUz7kic1fQlEPSpDKW2WtIhlikQyA+YLxFCCx3KGR+lAvX8GwaGIgYL5wEo2shICfZZLzPuAT/RgqRaVCkUYSa43X4TLIQXrBTilgA7BWIeyL3TsI5ZjM7lXKcESEunAPjVADPqLKtM8lBJphKQomvUwLNHj6z20Aah8zBYBLz+FwD+Io38ykWRZRlXVqnkHMzJ503KuqE+KWCEU5GlZ2tMtKX0hMOWsXPizItALWs+AWjZ2+4rRYytj2W45T8u8ZfTFHgOE/tGc9Mj36l7xLssDflT42E960NGP5XfOs4d0RskvsG+rlr2lZU0suEucc96cky5Yw4WPNe3U9Sv0+CIdY0P3PZA1OuTwDHVb7lcWrCPzW5bbd7RZcP5vgfO0YC5ank3z0m5A55p14bPk9qkt+a+0jTgjmj5Dpx59bVq/Y2M69F7Iz++edgNPYtuk9zg5O1m++3T/Tnv6Ns02wVJF7wEbrujWqbW+6GZbLNt0Guhz4MzQl7SX27i95xd3K/PIVFKkDh2ELhw+ZfRuZ9jWwPY0vLcM9C0+vZ8F2NfyjYG5FdoN1A/kB1LTT6JFR+vnuiWGopdpK5jfdWUtJvsknaFbjx1axrlgjlow5/7Gf21oxtnc9IF9xuPKOeTUa3zwGGjntj35ATli7UeSAtkpp5LaAgP6LjGgk2dJ5ROx1CEilIxECjJtc84yEh1SJY/fGMr4/1oO1SH16NEzz9ZpoE8oVNgXDffrtFPqj4U49SJY4OgzXir84uML5B0uSZ0e8iLkiUeKUk6qfGhGoYH2pR2LYcZD0C83hmUYzvvi0nL8IuZy12MK2un409spmeQFMubIcLs5hyn310F3HxFx7EyhRL82iHXwy7nRNA0vl0u4LD5uu5LtvOWs2rr9Km85bu+yeWha+lrxRIQsZ4VVfUQUXSIe6xbxlzTLjAj547xlRizL7stwneG8+3Dqsvkjln2fc6NV7gAAEABJREFUpFlfY1XvOrfrWEQDk73Md0XniDjhPMu8265sZN6IKONY6WaaMTBHEcu6VV8RUeS5vV/abTe3c73Tvy6Lj+U8nsu++I4vNRw0dLDcqcur9mMCdtbRbYyIKG0sB3Flbpx3nWG/Wenb4S8uz/Ej85i/Y8PosEvLJlUOkc4DvFA9U9Hif14Oua5kKCf5kOvU9R12oNNHOnitlLbHcldl8wRtkx+ypDx32fJYoPRhWjNq5LXT0feMzcWp5XiT3uNC6AEv7w4yus5w8NCpZRqW5zHMvcEhg51CluvUslrPPzqllHgQ1zwAOu3zMmwb276ruYmIsvlMJhNUjgLb2/W2/fb2tjy3PR16nt3eMM/KzuJjWxvmyTkX+1iG4TIsRbbrRwR9nK7mJCKKf3r+LMP7gvnNY12tR0DwvuMLIc+n++7YaEVF2cI8b8B91cxdMG7LX40/l3lYbp7W3f243n05b3nmNUx3alnLfMh58Wk5gNin3MZ1EaEEcnKaNOHCvq5q+JOqnNTjg32Zix4+CVYwkLcfZ5k3xaCeh4kvL+ratKwKfRmCxBwObOADY/v5xDeRHj58oJ2dB9rd3SmB2yN8Zo+yv5n3FZcrf/74Y/2JYOzvCVr9lkCs8T7l1bcAV+mfuKDxNxU/+NP7x9/S+2MJcjmI9inBtS+++ELfcnnjb0bZVrZ9uVTkgm+P58Eu8J7ufTqnpEDjxCCrYx+o61pjfN3joarUR4SzBUNZT9iDcXqsPeuyw16G86WeugEf74FT8xUgxqJOonRwzD84VS/LMdzW6Qp+MFuJlKLMV11XPDdqeW1W5HdYg7d//kke+y1/65Hg9Ndff6U/EdR20PHPBBg/J9C4wjdceP3444/ypbQvnjp8JaUkrwEjpSyv0QGFF9S1PqhLmvF8u89F5pyXfjYFme4/k9kPgr+SU2NgcJErRapkGZyHGF3I6RD42qCS75HZ0cCoqlpev05F+w5/lGCUtOBwM7ArrREs39ra0pggkw85R0cHcrqDP/lb0it8+SVB1U8+1ocEjf5IIP9Pf/pjCRb9/vf/qt/+9j/pdwT1nf8DgX7Xf4Cdbt++pQcP7ukhl5a7uw/Vs2bXHNDiInttbU3e78v6jlDLecNrK8Jro1LFucL6mub1ad9z3nwur2Ca+Vx2OuBTA77iQ5r7G1g/XTmwz+hjrsPDfaUkVeVSjdQXYfD424QjbLC2PlWGdvfeHX1IkPm3//qf9a8eG+N6nzF/wPhd/uqrLwiU3yo4ONjT6gDovi0/czCskJPwL2Fzl51neIXXNDGD1m+Vnsxb/9b7O7p3rIkyFvjN27NOemzZk7osLhVX6cCcDvD9V4F93Na6Gtbdegk9V1iWey7Rli8dS/6OOXwMt7XOTq2j07+Gx2yY7rRmb6vrzHOnK8+lDp/sGJ/rvQfaH+yzdV3LPlDBP+elxvNvnbyWTM85IaOX96UdLrn9599/Zo/0N5S9Dp33/5fzFmvyKy6fv/n6a33LGv2G4OeX7JHffvu1fvj+W92585N28XX/CdOfbv3Aev8W+jdy/ddff6nPP/tEn/z5Q4KgH+sT/P/TT/+szz//RN9885Vu//SjdncfEFA5YkV16vEjX9RmLm8T8299a/zsMbKcn04bNaNKKdOM/d9zJS50PXd+rllOzzMhqPN8FBt7Tpk3lxXLdhn/GrG/RpLcV8YmdV3RRyXzDfDb5qt8zhm+0NJ+WV4zMColBJDpmAvv5T17UxJ8KfOvCip4ckrl2ZXcGXuM16LbWp5lGS4bEVHkZvpMObH2WuZrYK/NJV9VdcmXeuQOXreMqxefFEqMLTH3LT5eM8ZyHjOd8UVKxVM72izYN3pS1JHok05JE7IbxUCaKtIMkurcKAV5ZalP+J/QSUs7sC1aB4/Bqfg4XZVXech0E2UMtpdtsMJ8ttD+3oH8V04WXGL3KHVUvmG4YE9t1bW9Onzda6nD1j3P9ZMwrWU8Le8/9nMjeayMz/1Lgb5D0dd8ERhMy4/5ljkVnlXe8r1Hep04NZ+xlCfZ/ob79trznlyz9lxvPiMiMCsegS7iExH8u/ypqkqG+UxxfxHLesuwXPdrOG84b33sa86b5naW4bLH5rpDBxcJ4LWc4QMb9NjMtnHZMG3BC3nTZAJgh1pwLhH75entLeYaW7FHXr18UdevXNaFixd0amtbYk4eEmC6T8CpJWDnoNgBQcFDzsezgyMCg0daEHgN+Ii5lP8fZbCOMCrrfKHkQeIribnomKucskbNiHYz6qL80o772NzYKM+3iGDOO40I4K7stBrfnGe/z7S2hccdseR1/Yo354zv9ho3NcHUkdank/JtyzolxnxUvmk5RfapzQ299tprunTpkiJC/liu59K/GX7mzBnOpxM1mfkaQusEC05vbunM9im98eprGtW1xLnk+aef0aWLl2g+yGc3vxv4fOCz+By/fOmll/T8c8/L4ztNWwenp+Oxxrx3O6DaY5PZwaGMdZ7z29jc8xsRj2xgWZZ56tSp4leup8PyM2eurbdp9gnbIVe58PkdwHbymBrs4dRltzl16pQ8Rn9L2Lr16Prjd9/pkLm9x3PB5Z53rQZ7ij3lYG9XB5yfO/jEvv2A5/3tW9+rYp8VgThxPkpcnNRJFGdywLQO5oK98YDLfvvN9/72JkHTXYLQ/qVF00bo9eEHH+i3//lfy7c7v/ryK4KaPyFuLvvzDrwtdl5w3pvhfwfYam/3gOfInkbNRPYTj2dQyONtsWeHvuPJmHPUQ/nZ5v1FgxQRSjnZNdlfuhKMffhgl3eDXflbxQcEaFv2nPF0Xc8+94KuXb9W5mlgD+p8ocV7wwFnz6uXLurm1asEU6W9e/fkXyTb2jrFGbFVSowZX6MzDfTntABaBD7Imhw0KCIKPF8RIe/JXv8RIdPqE/u9y4n2hvg4rZjjmr1khB+5XMPvsUuhDH1B8Mw+0dJfx5habGiIT88huGNeOtKBdRteiejWky9t2IvN2yC7rhuZPmft7e7uYbeWM06rFju3yHRdeUagn44/HoflODXJftcgK+dMMbG+B9oLOZ0W6NcS5Ov6KOU5ffc8ayLxHAIJlLx9KaBFLZclHM3PpULPCupEnfBIlaBmaE7A8WjWItd9AeywmA+lPHefndDDZUCd9eiHwD+Sep6FBdaLugVR1QW6GX0XjCNroK4jz2Op5IU+YX3QLVnvXPOOEQROkY+tEcNqSdCSgrpcj0kbApzSDNlzGBbwdejQ0b/T1n1QNr3thb0G5PWad0PJm27M2+FYxqA5jEsMhYciffTqULSDr2fcTlvGZLhsrGjOe2yD+2O9t8y19w2fr5132ltW12G/VnP2INM935lxCf92fsnTYm8/z2dyeUDoCj0dmdZDs7+UPLRhGLCvQfLox+VBrvNzzW1b1uUCdDy3evcZ1KeQcmDnQT7vtMd6ug+L6vuB7axHF+RhV9Mss+ugMR7n+1UbUpc7+nB/HXpazmMM9NGrR9++1A3yt6h5AEkhGVCgdVqm/TJFuz6W+Z691G0Hyst2hbO07ZHbWV9UJZF5evoxR4euPudfuHhRr7/xhi6zHw10WDeNWMro1BZbCbkRKINtPC/uT+QX7O0zzgId9s5VkvcTL+EIbMdZ2vI79vMF8+933x6+gXcly3D7wWPA7h3nh5a933wddnJ5mbasc2PxKLWPWI4x0NZpT9oxlh75He3bIq/VKl044IOuTlf11rkvOrbq0LGjvfkXfu85/gX8FX9P/YDNhO4DtrZ+Le+Ji8UMvz3CN2f01apHjx4dHr9D9NjP6DTQtqe+7eb018Hbkbaki5J21HW07UoKnTH0jKU/TstYXWYdFRr9d+ART6Ev25lutIylZdydAW/HPHTOG5SXctCH/CM6dS3jd1uf8zrmpUcvz5XnTJ4zfKpHzxZ9PB6nrjd67GTYXj2+fxL2gQV9LehjDpwukG9bth4ntk2sO/ue+xrcD7Te/SPXdRXvsZY/x/alHfL6YYEdsann03oh03NX6rF3e1x2G/v7nPGVFPs4XaCLU/uycXR0qEPOtU7n+Ld1NFr6sp4duhotck/CchboZR8q+VK/wDcW+Agp5aWcOf68KFi1X1g29cvyss599PilbW7/GbDFwBid78n35LtjXTp8dJlHtvOWx9g7UGQ6LZipzCntbLelvBYfnMs2mxfbHKLvTG7bY/uOfnpk9ti245y24pnPD2XZPXTXD+gUqcfn8UNo4v3a7+bW3/WFF56q4izMnc/m5rr8HuH6o6N9HRzscrewjy4LJeQEe8xA36Ud/XfdrPTXsp7ni6WOC85Uj/Lo7jGY3zxtd1TG4fqiM/Un00XremB5Rqmfacl/SHoEDjVjnLP5gY5m+zpEzyPu645mlJ0e4/BwT/vcSe1xxt3b2+Fs+RDsgh3t7+/R9vCvcKBHco7lWvYBch5jX87vY5fH2Cs6HNLvDL3m+FvLvNq+PlMP3mewcYfftMyxbTHDz32+PySOeODzJ3oWnfDzGfHGFeY8g1f5GX4/mx1qCWxCndeIf+HH890xvz2+4f4M742eR88Z2z/zJ0UWaRRESMs6njDMq8te42JnXNHFc+YxBmp69YzlEeivxx/6QvvLOr83akBqylkpZ+WqUgL0Wg4uMwawjwH2eME1nC9/wtOLjo1swQY6szHgW6Vzb5hsYoOkSKnITaTOd9D9MHLal43KCmMG6EWW5ZyAjbtAno1ouXMWqA8eRsvAjF4D2+tfInJSPWoKnJcPJyBBTxzgXe7ZHC3HsNwBY5vusbuN+aqmVq6rAtNd7/7M63RFM120N30F05xXUEHfzgd2SCACmh5/IkI5Zw4DlU7Wn8zrxCciCp/rV4gwLYqcAdvazk5db9nO25aG+EQE/+JK8JYM/5jXiAg2pKEA8jKFVtW1bJshQs6PeNlb5wJhwuX8mBd+28r1PrCJMbu8sqHtsODFxbb2XNo/XN9wKZBzhdOKzZOTr4INbsQL5lj5BD2lrMzLllNFQiexsXVqOUAavU9qtA3qDCnKf0n8By0n2kdWcv44NQfuow69BtobphUe8x8j0SZASpZlDj362K5FGduRQUVQD0zPTpHbo6N5/DLW1I1ySgXO+yUzM/c5ZdHyL+T2rAvr5jQhy7xGRCBukOlu4L46+ujYwMo6ZE16nl1v2io1zXA502cZT0py3nDZqeG8N0BvhF6H9ie3c1/uMyJkHss3bVVn2goRIX/GBG4dSPEljS8OmqbRahwRj8cSEUUX19c1vkbZct1H0Zs1m3IubcXHdOtV4AMJe4U3bKpEU9VN7ektMs1jfuuy0m81zpX+bmf0njNs34POwK7mMb9hnhQJXwqQFBIvNx3oS774Eb5Q5h1ZVmJATo8cJg6eEPu5cgrV7EcVLwJNXclw2XSmRVVOhVa+JcVYXBY2wGKq4V9j3a1PxxpxsdhwA2S+CcGhBnkD+/OcB97+3kMd8vDyw33Bwx2U+WoAABAASURBVM9BhD2CAX7wLTgI3Lv7s3768Xvdu/Oz7oNvvyKY8Mmf9cO33+jTjz8q34R9/w/+Ruzv9fGHH+g7gotfEGz4M0GnLz//TB8cf5P2GwJNn/35Y31I8OlbeO4SVPP/e83f5Ar26swuzULTwLOjY54GxlHlUFNlkYgVrabOqhmzdTfNeacYlvq+8AXtgodZsjzkupwwMM1KvfndTvCIB26FjUfYymnHZdbWxrqsh8f6DQGXrxiDx3zr++/0yUcEUD76SF9+9mn5/8Y59aVcxVz7wscybb87BFyd9hwW3K/1djrn4e9A+Qy727YLDke+uFheBEiHXLzPKaSqUTOa8IyVfImgVClD6xml62GBhO8GVhtCkXIp8w8jTZQrDnw4HfQjLpzMXyMv2C8DXeU2CqWU5HVW1zX5UIf/zXm+djxHpUE5p0K3ziNsNMLHbPsBu9kXp5MRF3F1sauwu+mtD08cjpya13YdNVXhm4wafLHS2nRcLoA9t8E8uV2Hrdxvj18OzM3A3DE1qtDB+Z6y+zDNaQdfCsaKnilCRqFz5kgh1O/BoI6y4fYZuvWx7pZrPqfZGesPFug+Z3+0Lu63wxddbkkr7OXL4DWeZb5URpz8LZ6WvUXs73dYH/7W4Sesj8/xm68J0n3DOnEwz3tla13QewG/D6o9az5nMcYAiTWblNDFvt/bBuhjuYNT7NRjd8Njt52WaVfaBHYw7/LgF8UeucrKKRUgFj5BlwoP/CWN4zIbjnmCfsSBF+NJ5AcOh06NoOw2GUPWdcZH2ZOY04b5HY1qGQ0+MoI2GlNmr6msQ5VU1YDUPmUZc/aWPQ72/pO0P9+5Lf9/HW0n49atH3Xr1q1ySexfSLAtbdc/e/9gj/H/I/ezzz7Th+Q/+NMH+uCDP5Vv4f/2t7/V73//u1L+9NNP9MWj/2/uFwQ6v9aXXs9fcZGN/Dt37mjV108//SQHWm//fEvfff+1vvjyM33+xaf68qvP9OOt7/TT7R91h33wof/E+t59+aVijp8veMFpeYHqeIHreJkSdgsO3ImTcwCR7/BrXxDZZkbKWJK57f8Kc3xigJZzwg+yGmzqvNsYTKNKiu2L3GNfwMOVkGn7lvokud78prveujk13XplXhZXdZwSVPyy+GLGhQbN2QOMAZ9OCMo5q6oq9KpLvfnrukbHppSXfpzxq5D5O/aRhdfLiTbmWUHlk/CXCTJHyAjaVep5FpZlzv6EOrxoduq5UG19Ceu9kUtj5+EmULWQ8x2b29x1rK05+/cCAQv3f4yOMbQIM23gHNdxYT7QZjk9g0zraec06N8bZw+/z0s9ZZoXvVw2WmQYC9rMkbWCaav6k+kC3Vv6G7gwNlouvyMyMvEWxsaxTLnPzMEcux+BOfmWsfuCoyXfyfKsi/tyuiqnZDk9soaCx7oOtDHtuA/6OTqy3B4+0ceCeueHIt9yV0GcfX/7g8Chyw6kio/PTHt7e/LZ0XPbYYMeGyX7BjqEklZIjG3hZw7jPjl3toPgS6kq891iE2M4nmvnLdOw3xni43fMlrn1/mk9rFfHZbm4iLePmc++uLa2poyfJjaxzY1NXTp/Qf6G5oXz59XTfo1A4fpkTS12WBCM3XlwX3sEwLz2H5C3nBY+j9FyPc6B+V/pc8A7rmkrHGEj592n+Sv6Rl32cfbEpim6TAkc+huSDubZltsONLJuVjLdV0Rgj6HMt/vv7besnTlr0PIjosjy+rO9zSM+TV1J7BfBntzUmX5Dp09t6dT2pgb2hipHOdf97nd/YN4W2tzcVlU1x+tMqqsRFyn7xR8Ss9fSn32/SlmsZO0S4KsjaUJQ9Av2Wv8i1fnz53T58iVldKqqLP/J5Jpx//73vy9BvTmBwBgGbWH/M6dO68qly3rtlVf19ptv6YkbNzm7VTp7+owuXrigiJBtEhGMRuhWyeOzzba3t8u3oD3WHj+zHTw/6+vrhT7h+Vsa8c8Rc2k+26tnMfkvgezs7DDmGT7eMcZdOUjbYlMHzjfXkMGYWtbu+TNnCaZvsS0OSgoNtPe3XlsuairUunzpvC5dwH/Yw1vObrvs/z/9+J127t8tbfYePlBiDhZc+qxxFlpHrw2wybl7wnNwwJ8OuRyacUcyMK+2wZlTZ7W9eUpHBEw79pAXn39eF+hjY31D589fZHwbYgvDHrX8jPJ4vv/+B55PP8u/xHf3/r0yJo/Rz8jnaf/rX/8aGRd09tz5Mtbr16+X+fU6zLnCDj3rnNMjc1tsyWgxtrqh16cEfn++f5/lVKkeT5XrRrmqOaNtcJm2oO0gqeIsOuiHWz9BO6Jp4hk4w/Oi+O2c82LL+HqD+cr4hOfSczfnOTnHns532GPOmddzZrTsIxFR5EVgcIn+OkVEgeu9Rg65OK7yCJtM8Pka3baw06bqesI7wVRVHss6DuyjPYG/o0OPFxIBR9M6aPM5tEWwNth/4EMVHR0utLd7BA6xeVJdTZHv+qQFAcmjw66kGrzWsqx/V85vi+JfM8bVIqjv+6KvxxyS/E44sN937LsDOpT2cvtBC/b/1vD+V9JBmEGIoV0CAcSzTVyS9ti71cHBXAfoelB+CaeVdesZw4BefV8V3T3+AmiiT9c5bdteXedniNFLVpD593oSZ0DPruem7zv2ggHeHl1a+RORNAw9dGMoKQQ3U7DPVviJ91vzuA+ngfwFZ5kWn7BMp0esD8N5w3Sjw5ar1HRjRTO9p940Y0V3f4ZpRRHGYF6fnSIC/T0Oj3WhlnXbsRdar560o9yzXhkJw+ixc8uzcKYFPrngPGq0vH8O2ELFu3tsu2CuD9hL9zXjorrjzNejV4+sAZkrwCjnTe/YazpfIDOppg3Fhi32A7SFUWw2JD1o1dlWBc6bZw5vV+pa9Olp03O+NIaSUsecivxA3UBfpg/o3XNen3P5veBdvmNM7TE61qH5O+Qt8NuOOQrbgvYde7/t0yNzYEwew1DyC9TsJNOsH7wD6D0uUueX/cIHrcM2Le9PLX315qevln4sL9BL1g9de+gD9usMj4Fz8wA6n6Op8zh9Tk1ZakY18zOTnz+CZ21tLLYXNdxpVH6fqAalJEXqoYfGk5pn3Zq2tze0tb1esF7aDBrQIdLAvU/S+vpUm1tT5FS07WTZfQl6tXgUgNf8g21EvxEDfL3Y+GXeJbxOaEtQJuwvnPc58qIHvOQHZAgE+ew/P57FHhZL1I/TnI/zjKcZVeiUNWJ8TVNpzHvUeNRoNM7Qk5pR1hie8bgirQtfDW/NAyuDhrPAkieXNhO3xyZj8zTL9g35ij5TsdmgGl0a6mraVuiQ0Ddhp5ykBB8kxoSOlK2r+7B+I+tnXUbWo0KXSg2yG+Q4df2Sr0bX6i9gvSaTRlOem9PpaJm6TN7P0jVS1y154HN5OmbfJ8+9sukT2laM2X/NLWdhV0Cay598H5QZXxkHtk/OM4fJYGzsbArnmW2nOLnsR38TyLRdzLMM3hyybxyBQ7k89/6B7y/we8O+YNvlCn1qqcaAo1HCPpn5xA7Mh3VfWx9pbW2i9Y2x1teNZX4D39zYHMtY35hoY2P6GJvkwebmmh5hY5nfMK3k16kDW8cgKLgJtihvbXldbJT1cYqz4jbrZBva9ilopzbL+fEU58ht6sxb6smfMh/pNjhlPniW6YY2t9Y4d6wvZSLH59CzZ7Z09sy2zp09zbnmlM6fO61z5503zujChdO6cP6szl84qwsXzujihXPgLDinQj9/pqTOX4Cn1F98zHPR+YvndQlcJn/50gVdvrzElcsXdeXKJV29alzWNdJrV5dp4Yf3ypULMt8lzngXL57VeXRxHxfo9/y5M7JNanyrzB1+PsU315kr2/EUtjh9apuxnZJ1v4S8ZduzKvoWWWcZywrW+xy6AsZ5CX0vgkuc+y6jv8srXL50Th7LFWQWMKYr6HjZdNpcRlfD/BdtN2x6seAMfZ8pfbrOsi/S10XO7BdtP9IytrOndO7MMTw3Z8+U8hnm9Axzeob5XeH09pb+Fs5AX2JTp7c25V/aPEW6vbmh7c11yps6U+Rs6dxpgC+cwRdOnd7ER4wt0g18ZgMf38B/1knXCjbx0Q382Bhzf+Q96a/RMB+PUbPnVDJPxTrzc6TledXxrOnYu0ta8r1Kmf3YKSX1rqfcGrRxu4LjcgetI98Vvg7+/hEG9g73V6NLBepRrZo9uaTOsy/WBdApJz7yp+PB2nNgdD6zazVNwwBGDKCWywMvUD5Uznkoz7iIPOTlYcZDdVEOFZ1W7c1nGas0Ikr7uq41Gi3lrfoUH/MZ7vskLM9wnwse1uW3Jni4m3YSbrMqr/Kr1HKt+8n+esYREfQstlgVvd3HCqWC6ohg401s3lWxQVVVSjnJn4hgk15iKFKQhVzLdp/uf4VSLgetngf9UCYqYtnWsly/gssRocRuHxHyJyIe9R8RslyPd4HdDefd3m2sY0552Q9z6bkyj9vknIvOzptmuN1JuD8jYtn3qs59uJ1t1HksjNXz4ResBQesFkdu8Z+OPm2DSElOTXNKx0o5SxzOuVeR2/hblwe8QO1zgXHAQXzGeFreOBag5YW3H9AkkiJlmieszNhN05KWeYrlCt8E6QTPoBCN+MkynQKTw790nGibIikHdaTJZRDUDd0gzkpy/q9huut7Lo86XlxSRJGRi4ywBHqNglTqksqFBfWm5pTUYac5FxE94zMPA9LMlzXQg65TaS0xecJ46CH6sIYh87t+sFGA8xnZ5jPc3uVE3wIVay0ilLG5153X8mrtuWwkdBKf1RyvUkiogJ8yl4UWVmdgk+oxA3QUtw+0zPkqdb6HjqKKnOQUk8owj/3EsG7hfiMkflTSkGmGfaWjX6cGZlFm3RnmdV2LvfySbizIt8d6uP9U5bJWiqyQcl3RLIodyMhy5vhZxi5TLkOWqgxULcFI1Xtz5QXA6cAGWwDN5SU67NOXNsU+rAWvjVU+InTyE7EsJzrzvHiNRixpEfg068bzx9mPSxspM69ZgSrYGl/p0LflUsjouJix/wy0EWskwIBuq4PigO1c7nnJ6dq5nFr/kffyOi2/nZATvoW1GGNFfp3D64TDeE09KiqhSM6hxGG7Q87Bwa52dx5oj4Csyz3tHCTp6deBQ3/D6/BwX8btn27pZwKoD7mI+olgxlcEV/0Nxy8+/6QERf78549k2nfffa1vv/5SX3/9OcGU70m/JBDyFUGNH7hcuq29/V0NvNzMeCGc8aLYse8vOMiWX+LhMBtJvES32tndKb+JdUTgcsazyL/xdI+LqB9vfa/vCYzu7e3oCBkOknxK8NffLvzk04/1r7/7V3308YcEVD7Xd999q28Jhn3lADLBsR5/qvGbjG38EB37MF9n9qwFlx28cPPc67B/Srk8G3JmtphH8emx/5hLPNO83jzXVa6Ew3hGlVKogj+nVPLmy3mZT8jIqzryKYXcz8B+i+jlzyAN9OF9Nag/aA8ZAAAQAElEQVTv8b0BmHeAb7DV0L8zj/2G9WEZ1svrJkVSM2p4Do+L7khD7sD6gM6e4XE3dS60Bc/5BTb1nKNOodGlckqMISm5QN/ut8g5zvf0P9C/KJtuvpzgRwg/kBkEeob8scaDlvSe9/CW9dcV2RVrOafERVpV+gzaZPrMKammrsJWIR3nk1yfKDt1v04NmhR/d9uT+Wxm2ww/FimdFz7n3Q5FZNQw+ulj9ul4pFFdabo+1do6l/b45d27d2T88OP38jda/Q3mP77/R9nXSvrBH/XRBx/oE/v+l59r9ae479NuhwvOfXz4kDW2v/tQD6AdcTHb4vNeuz1rLbHrZtbkIWvi6HCPC7gZe4TUcKhENe5OjoreiU3EvC1ns2DfEuPqWCsut1wSO7gwY522vBS20N3PzoN7uk8A8e7Pt/Uza/fuzz/p/r070IyfC+3W99/rx+++kfW+9cN3rNuv9OXnn+pzApn+JYSvWTNfE5j8/puv9PUXX+grgpvff/uVvv/2a91mD7hHEPXh/TvlTyseMNYDxnF4sMezb5+Lzj0uOR+yv9wnfSDX+bLG427R07+QIMbSEcxccHEU2MLjrHKU/elxnssCXoqmrNVRk/GXgfol3Mb2EwfmGh7bpsZwiNCAfW1nlxP+1drfOWvKPkydbWR00Fw3MN/OD9i2xYYzzi+m4yjyZbL3m4P9vXIxtKC+pV2HnB5+p3PGYF7Xmdf7Vsse65f1FY/38sHrR1JEaGAdGT20FbyWnZ8x10479qNVusrPWb/mMwb823SEyWXxiQj+FaQBN+9L6rqOPcM1Xl8JHpd75Dd1LdOd0oo1mgos1+3cfxHIP97HSEpfK7p19ZnT7w0DtrZ+bptYz7ar7e85se07bLdg3x6w2yH29BwEY1h4vMyBn30z9uGWMXbsc3OCLa4rKTY/om4Or9OV/h5DsavtiS2ti/W2DsYA3TqZ7nwPj8s+Z0SEPKaTZfExn/k9Bu/3Tk1zG6cuWzbGLbZY8XqOLcs8totlF7uUy3mfLwYuceb40aKk1tOy3IZu1XEucOq21tNyDctzufTJbLnsNi6vUj+TzGuYd39/X64375TAoPWwbD83a+bc9S02HjhrJGSyzcjnkJYziYNFps/LObaTed3eulqGz53WMSJY70eYYZD/qoX79ZjMaz1mzJ/td56g6I0bN3TxwiXVuVGHLwqb+FnkftxfU1Xa3tqSL6NcnyJxSTfhEm+s2z/9pF2CbPZT2zSoc6BzfcpeTfDXem8S0FqbTDUZjbW+tkawcMozhHc85OaUSn46nugCQSvzuN+aZ7j1tR4sFvq5pR7dWvzvEPsdsQ/YHwfWiYNjqzHa1rarx2hbeoyTyUQrm7hsG20xHtcbDia63rbc3zvQ7u4+/Atse6gHD3YUkSUl1fUIewaXxtPyzUzb1P1aT59BPO7NzU1du3aNC6jL8jlvNKp1wN57wB68z9noz5yBTLvEZU/PWvNe5m9q/vj9t7rHnr3gfeWA59GY93avs7OnTxd5C+b+4cOH2sHWt2/fRsddvf/++8VXX375Zd27d09/ev8DTNXrNG3OnTtXfNnr4oD3PQe3HSS03z395FO6ef2GnnriST1584lid/tY4uWhqepSdxG/2N7elsfjNvaviNB9np8//8xzCty9c4dn40ILnp2nuDDyeLy/+q8M3L93V857zHd4Hs0Oj4rOe7u7uv3jLfIP9dqrr2CjiS5zIfXUzRu6zuVckwOZc83xz72dh1hdzPtCmxvr5IfyHPbc55yYnz1FRMEe82aklJU5pxziHz/dxjd39/S73/1en3zyiW5TfvjwPnodas6zTpx3HQToeF4Mkh4yP34nfri3q//P//a/6v/6f/+/6T/+5/+kP/7pff1I299zxnhAMNxrtmlGpR/7gN+JfC70+j1gH9wDX3//I+dXaZ9g3c7BTLNFrznBx/c//Fhfffe9dg5n2j040p17BI6DMeILg3o1TVXOGT062Tf8PPY5fO5vZHCm6AmKYBB8MUk8p1ts3xNIqbGb0fBOwWZB1VxVGljTgc0GzitdofWc6c1XMeFeO7OjhYy6GnE2mBe0BCMXJUiKRj1W6oRfoSQzoMH9ZiFVPLLZLwYN7BdyHRjwIanCNo1SquRyROayfl1VZVqN7iMwRiay2Vc5VnHGy0XPcZPly8eNtYkS9uCw9dgerP859wFtO9A22N97LbBrT//up0dX15nWQhf2TgRAk5CNTk0esQdNtT7ZoL+xctTYqOEdMNFXpeDfMhbGG2UcWVbBKHQ4MmPJERLvagaa8GR1g15BYEExUDfIzxvnI1GE7nMTW52YBGzSyvmagefj+oG5NGxUr6OeANSgFpkdAjoev4uSmrZoj9hTdrV/sKPZ7EA95yzT3aZzEO243OEXC+bbaMnP8Xl/q2VY1RNks1+Vb9sQKDwCLi+QP5vz3nW0pwPOv4ekh0e7rMl9gv37mnGmXeCL5jtibzs0D+fpI7C/v6N9ztUzaPbdGYHSecGBWmS6nWkt57Kl7840FJ076ve1KPQDXPiQ+T1Sjy5C30RgLQX2wE7CNvYLDTNlJqdiLirqszrKRsts9yp0bF8ZpX5QDW9mxohx8W7eg9CYoJf9zpiMsiZNJafTUU1aaQzzCJ5tLqO3NyfsRVOehSPQsH/VPM8qaGMw0sZaA220BPmNaaNNpxPoYIL8cZ3xP4GkKRfF01GlKfRH+RVtzLohvz6pkQdIp5NKa+O6yNxan2hrc6LtzSlY0/bWmk5tkd9eJ3izodO+yOei/XHw5YwcpDjFhbzXV5VDLT5h+69NR7TZpM22rhBwuE6Q5Oa1q3ryies8J67r+rUrhe5AyU3yTz1xQ88985RefOF5vfryi3r91Zf1xmsvl/S1V17Sm6+9onfeekO/+uU7+s2v3tW7v3hbv3jnTf3y7bf0y3fe0nuU36XuvV++rffeBaTvkv4KvPfeOyrpu+/ovffelunvvP2a3nnnDWS8Dt4s+Xfefl2mv0361puvaYlXSY1X9PZbr4PX9Mbrr+jlF5/Vyy89p5fAKy89X/Iuv/LicyqA/jL0V0gLXn5Or7rs9OUX9MrLzzPOFx6lrx6XX6Xu1Vde0BuvvqDXXntBr7/2ol5//SXKx+lr5F9/ER2cPsabhU75OH2Ndi++8IxeMJ5/Ss8/dwKUXwDPP/ckdGNZV2iFviw/T5uXGOdLLz3L+B7D5RW9pC8+w7wd48Wn9RJw3y9BN158wbRnoT9XbOM2L2Onpb2e18svHuP555DznF5+4bnC+xLpi/A5felR+jx18GPLl/8GXkLWK/Yf/OV1/Oe1V1/Sa/iS8Sp+9OorL2LzF/QCuj3z7BN69pkn9ezTT+J74Nmn9Cw++BypfdF44bmntcLzzz6tJbCPeQzzPwMdmP8Rnn5KzwHLfoTSl+lP0g+g31L3FHnwzFNPqOBp9KLuOeD6QlvVPQkPePqpmzJWdU9T/zS0p56Efgznn3ryhpa4Vtbd04/K8J3kP867zdO0X6artqSszyfBEzevlzX85BPX9MTNJW6S/gVuXNWNR7iiG9ev6Nr1y5w7j3H1khw4vXqN8nH+GvlSLuklXb12SddpV3DjyqO8ZbmvGzev6iptzxL8dfDPQcCzZ0/pPEHWCwQyL106p0uXz+vKlYuyXMt5Ap1vgifYg1a6P8F4jJuMYUVzvuDGNd08MQ7nH8N1j/Wy/OvoXlD0vqxrlD3O64yl5Emt87Wrl9n/qEf/q1fR7wrjPU4dPHaQdhVwvkzA+SpjcPvr11d2vaLr6PUYl5d9If9awbJ8lf6vUl6mxzT3YyDzMoFq2+gitrpAAPg85+azBG7PEMQ9c+a0zhLAPUvA+vy5s+zz5wsuXbqoFS5fvkS/V/UE/vIk/vOXeAK6cZP0hp7Ad26CG/jfzadu6Gl8+5lnn5TX4NPP4Ivgqafhe/Ia/Nfk+b1x8wrjXOJa8R/6u36J+cRm14DH4bSMcUW/QP1j2B+2Tm1pa3tT28C/ePBfYHuD+g3qN5SCR744lHYcCuezVoYPfz6chpJSVI+QU/0onzjIud4vC1VVqebF23A++XQmcQBpteBFfM5Lp9OWA6gP/FTJPBGhiJBpwzDIiIhSZ7nmMUo9QaT6RD+rvk7yRSzbRjyWu+rXOhjWQXws9yQsx6BKHS/Fhvt1OSKKThEhf6yncTLvsuE2bruC+1vlnbrcIt9tjVWbVer2hssnERHFVm7jesPyDOfNGxHoaXt2xe5HvAT6xdw28Fg9N4aOPxEhjzki5I9lGM5HLGmW/Qjo3fIi7XrDvBGx1Iv5cz8en+nux6n1M0y3HNMiovRLQ/ljWofDub3zppnXbdzWtIgwmblpi1+ZLgUvRRUvfU1JIzz2/lG9ZQz4jcDA281AipPJKNIGlbzLpa7Uy+8dBZxzqecHes9lUsfLVkdAq+MlSshzO2OgrgCa5ZQ8tByJ9RIaNY3su4G+PTasUlZO1FHuWBOWEVLp82SaGE9O8B3LcV3hR59VGzkPEjz5WG5OSZmX+IiAbVBEFHjNNOhi+MLFdrUdV3a2vQzTDOebelxs67bGqu2ES6EVLCsi5I9lut0KluN5PeQCowTD2Au8DhfY0f2az+0iQvZRlzts59SwPNPdr2EdIoJh94ytlz/miQjGnNRw8TMGbmu4D9cbbmt9fOkUkeR6lw3nzeN0hQjLzHL/4uP6YXCfAyX/DCpjYQ57/D8CvfAB92kZbreaB3MH/0QEeg8FFOV2LXukbWRZzlufATkw4T8JBxzktif9IcIU8fI9qGft2K8GXu7crx0pIpRyqMIPfHlv2T0vgnVdaUzQwbr5In/OxTWsRb5oL8aX6bKqMvYM+ldJa8pNU2s8btTUGZ+uC3Ja9jFF5ohAXanHxzJ9UyXTq5wJlOzoHsGiu3d+1n0u2/YIzu4Q+Pzumy8Jan4KPiOo+rk+J1Dz0Ufvy39O9sOP/sgl3e8JTP1BH3/8gf78Z+NDLqMclP1Mn33250L74MP39RG8n372MTI+K4HZWz99L/+JWrf7lADqDz98q52H97i8OiiXZ/tc0ndczFd11sQBZWC7ZC4VbDesytzOCmxfX0iYtjieqwE7ic/AvNvmTg3nbWv7gFP7rG1ZYY86p2K7inzQfuDSSswdRVGFrYeSOm9aYgNyWspJpa5GvxE6u46snDZVVmVjIyuYycT6jwi0k5w3XPB8D94r4M2Jlid0P3JAmksJ2yTTadNUZa4txmOHXU7FhYHQy3nT7Gv2O0HvGU/LBZthmuH8nEs2+6CR6DsikBUqH3RwWte1qqoq+tqOK/u1BJtc7lkPhvMde+jJ1O1d9tzMCaK06OC+rI91WOkY2HCldyL/CATZxMVGx0WK0bNOXB64EHHetAUXQcuLngMu+Q54xsxZd+2j1DazbI/1gEsd92+btFxE7lP++c5P5duP3xBo/Pa7r/TDj9/Kqb8l+d3331D+Tt/h4GiqdAAAEABJREFUo19+9Xn5hYNvCUYa9uEvCML6W5teG1988ak+/dR+/xG+/5H++P7v9VFZGx/KvyjgtfD+n/7AeviA8p/lNfHZ55/oq6+/YG18Db7UrVs/6D5r7/79uwSCf+YS7BBwYcXF1D4X7btcQN3jAvre/Z91995t3blr/CSP4f6DO9rbf1iwyxo+KJdb++Wiyxdgvuza5yLLF19zLl27ckl2tLz44nJqho8d0ebIl1oEL3tsHtjev8Th+cA1lLhwct42zVlaIlTj9w0XnA0XShkfNRrKa2sjeAKfGnCFgfYDZYGA1mtgPgf2to65iAjq07GvZfnTsW6cRoQTzhhdwWrd2N/sj/avkz64IHDnNY5r4gvMdi8uGnt8ouf81XGB3ZX88nkm9IhSjshquACv60YRSSlVklKp83NxwRmr5QJ2xuWyVbP8BcGgub+dyRn9iMvvGfmBi1vnXd+1vRbzTgM6+Nuczhur/GoM1t9weWDtBT27bOScaT+UsbveMI9Tj/OI8+SC/W9ll1W+tEOWeVuehYdc4LvO7VrOTCvMCM7Ahq/NFRHYrJfbeK4H5qYt+8ShOtYvmmhA1jaBC1+2HRLU8SVwsPcMDHjU1Fy+sT/jTy3PsJa5WHC2cNDD7X1RanlHtAuMklnvFejpx3udx9N3A8+lQ82O5qzpmYI56GxHznc0UWZemnrEFj1oAa0mX1VNmSfb/Yh2HTLm+HHHs2SB3mIfXN9YE8OTaULfln1xd3dHPT64x/raIQgVEbLdvO/5jO5+BhuHi/ND5tf9Wxen7qdn37Y+DL3YbIDPtAGXzwT7Os5MEfYlLAetxXbBeGr0TbGi9ZrhN25nOfaNA4JbEaGIYFwta6xG707WzXpZjjHHJw8ODnXIOW7GPC44v1mOyxKzgn4pZWR02tvbl+sGdHSd6QkdLSPjYxGhqqp4voxZB40uXLggnyXFx33anrbL6VNndOrUKa2vrRe9HJQ7y8u5sOlRCbYzUNoEDuT2Z8+e5aV2u8hdoO8RfnhIsLMp55Fc+rJ8j6fHAEeMpeNZsrmxwUWKX/gvcAlwVltbW4qIYoO5fWpvTxnbOtB5g2DvzZs3S739/Ig1sUeQbJ9+DrDlfQJ89v2IwGcW2KF/JMdj9xxbjvVI6B0RJShpfayn6x1UvnjxojbRY3NrW5Ey++es7Cf3CHjt0N8hPmI7HxHINjz/tllE6MGDBwT3DpjHXg5cHqGjZXtcDm7apsYzzzxTbLJLUPHq1avMwznN2bMnkzEX4Vv0eaDe65c177H5Lwh89823WuDrR/j8nDU3Aw/x7X3WmefEQcPReKzLV6+UeXBw+QH6iI/1s70zPmBdIOmHH34gsHhb33//vb4t/2uJH8ocei4dPLWfbG+f0hqBb9OmBPxTCq2Rrt47Ll26xMXMNdX4lOfrHudLj9nz5PG6H8+PaUFbu+UZ/Mi6+5c9Xf8f/sP/Vvp3fsHYbIOe9TpjTyrrOUtH7DVz1rhpn3JO/fa7b/Rw5752eF76l4N/vnuX5+w3PCfvYrsjgpYL/fTzbf2BwGfT1Gp4L7lEcGBtbYIHs/exV2AK5mmhgWdgeb6NKs7Mk7I+5vge00l9pxFtHSD3PN+54+c24Nn8rf+EPWeFe/fuEBDd1UN02SEQuwu+//F7/S//6/+K3nPtsHbvM88PWZu3793XLYLPX373g76/9bNUNepS1sHRIUurxf4b2lxfE5OvBbaYs9a8h547vc37Bv6cpDoPqpNU5VDiIdUTIJvxTPe+a94pwRYe1xoIwi04O+0TbNv1eYGz0MHhrnb3HmhnZ4l9zgtHnD/3WEP26XvW79ZP+O5t9pI9HaD7AWvrgNRzeITPH+wfUrfPWX6vYH//AHnIZW3s7uxpb3df+yWovQt9B+wW/uX/03hPluE1OGMvW63j4Lxn/7d+LeOZM/cPd+7J550D9J75/DLfl/d5+2DNA8Xjz0xSxq8qfCQx4pwSvpjVUF/npDqHqFbHWXbOnmR7tqybnrJpws/croO2KPvWPkHCA+7iDnjGHTENMw3mZS460PK887ws0KclwNcVzNR3M/o4Km3mBDZXmDEvK3ieBs5c4lyGUCX6DuaoZ44GxmwE56WELTIBQ3VHIpqogC/jr1V43ofSzmX7wGRUEVCbaHtrXVMCblMCbMaaU/xgnXfDU9vrOn2MM1xAOu/01NaaTm9t6CyXlufPnNLlC2d1mcvZK5fO6+rlC7rGhfANLpCf5HL6aS5Un+Qi+GkutZ9+6rpe4EL1JQIbrxBkev2V5/Xmmy/r7TdeIWj1KoGt1/XLd8Av3tAvCHy9S/Ds3V+8qXd/8VbBL95+g3rjTa3y77z1Gu1f0zsEw94tvG/Ibd9+81XoryyDUK++qNcdrCJo9VoJYj2nEvAicPQiwSTr9Dx6PffMEyp4+ibpTT3LZe+zXAQ/8+R1LXFNTz15lSDFEk8yvqcY2xNc/N7kgvcJLnqfunkZ3mul/YvIfJGATEkdWHkKOjZ4/ulrev6ZG3qBC+UXnrsp48Vnb+pFgj0vPf8kQbin9drLz+j1V57TG9jIur9B0Owtgmy21TtvvqJfvPUqY8Zub7zMOAG0t8m/ZVuSFh5s8su3sWfBGyp57PUOtnnr9ZdlOCj3FoG4t5D/JnZ6A7r5fvHO63r77VeZl9dKcPFN5L5O3dv067p3f/kmda+qBACtF/Q3qX8dGS8R0Hv2mScI7D2N3V8kGPasnsGOLxCsM56h7pmnb+opbPEkQZKb2OyqL/ovntWF86d1/tw2z/ZT8je8Ll06p8vgyuVz+NZ5Xb0KrpzXFdJrTsE12l67ekHXSa+6fPm8HqW0u0bZAY4bXMZfL7ig6/BfhX7Fsov/nsGPT+vSBeMMKTh/Cn1O6Royb964rJueZy73bxzj5nF6nXlf4Zrz0K+fwI3rF3XdoM7119DhqvPW4doFXWHcp0+vs542dPrUus5sg9MbOnPqGOTPkj97ZlPnwBnKrjsNzbynaHPu9JYuXTyDzU6DM3LQ+wL6nwcXzp7SuXOnsOsq3aYMzv4Vzm2XPk8j7zQ6WO6jFJrLp6Cfpt/Tpzd1Bpw6taHT2xuc+TZk+hny1tV6nkXP0+AsfGfAWYLzpymv2p5mLGfR+7S/IUf9GepXOH2cd3/GNvvU38aa/EsA2+hV6kt6TGOf2tpc42y4xtloveh3Gt1PHWPZZlm/VXinmrD/jdkbC8YV56H/EpNJrela81/Fmuv9yw+TSpOCWmPSv4lR5pyRVPOO3IxSyZ9M6ybUuA7UtVTXoWYF06gvPKZRNu/IY7D+TpE/+mvANwLjcdYEPus4Jl2h0Civ6BPsss6Y1tdHWmKsjTXyRqGNoYO1sdagrU0bFdCmlKG5/Rrl9eP8OvnptC79l2cPbdZL3Yj3hxHyx9rcnGhzY6KN9bF8PlmDv/CUPkf0OSp1hea20DfAOvwFpgG3f8RD+a/za9DW6P8xRug/0nQKmEf3PSVd1ZfyCf7pcd5y17BBsRFp6df6kF9DlrFOfn1twhjH9DFepqU8YSxTsMaYp8eAxvhtg82NMXXHKHnqGGcZ7yP9R8hr4Btp4wTP0hYNNmywd62x/cLziz0n05Gm6DSdjrW2PgFTrVmf9Sn2nSJn7REmkzG+WBfUdYUvrpDJZ87ACZDWhvOp8I7wn9GoJl89gstG01Sclf+6bklz/Zj7a6cnMUaeMRo1tD3GeKRN9p/TZ9nHHuGUzpz9K5yhDE6DpONP5lRfVVV58YsIDcNQ0PGyabS8nBt+6VtiWW++Vdu6rjHCEpZluC5xuDScN81wOSLk1IiI8oIqPhFR6OZzG2PwrYIPquh5kn841nOpU19eXp033an4mJ/kUd2Kbh7D5b+Gx7rCqm7Fa3sYpq9oln8Spq9wks+0jpfRDrs6v2rjvPlMX8HlFd26mO6yx2ObrOzjsuW43nyYDydrcIxRsWPEcj7dxrxOzW/5buN8RDj5SxzT3OcKLS/WvixwWzNbVtM0akbLvsznuogo82mfME9EyH25rdPCg1+4zmhw5Fzloq/LRkQ8mjP3ZVi+Zcx50Vzw8mFZEVHaRSz5bQPX+2Wp5SVE/gySL+EGLn1WEL6DS1EBA3nLNo0sBPECFAU5JeWUeHHMoFLwn/gk0gL6TUYpi39PgH57LiSqlFUhY+DSa+AiJ0fiIVbL7etc8cIFWH8VfOmRrOAlBllWCL15j0FGXspHbkZGTqno37M+B3xK8Nkmtq/H4/wRlyl+YbRdTDNcb18wIkL+OJ9ZX4bzESHnT8I+Z3heV6nzEVHm1/0Z7stpRGgly32KT8SyP7LHPwyGXEQU3pxTScXHMqwv2aJLYrxNUxd/a/A59+26BX5Z5pwXzRlz7r6sw8C+0WIXl63viDbm9YVmyrn0Y5mZvGUZzhvmr/BJ51POiogC9zcwJ4bz9pkgE+F/Jcu37zmNiL9oYz0Mj4smch91PWJsNXwZGw4Fg2987B2RlTN+kip0rQpPRKZpolvbfFAw501OqlNolTo+ZGQcfEWT9x1exp2a5hfp+eGBFr5E4UIksNUAj1/ynacHOeUuAL9jbXGR1LHmfEF9sLerBZcsM7fnkslpy+XDkp8xMA8rWeazjDUenhs8WKc8qGr0zRCnvGhvcfm8sTbWGvkJD+bEi3y34CWeS+jMJZNIEy/yzgcv+gsuCg64LFqWO6pnct9+6ef+Qj5MVQm7wGv+UZ20tTHlYDBmHNCR5f4r7GV9PV7Des6xhfOuMzwGw3nrXVVJDsy02GKBLRaMcwUht+Oy3vUOGpmnt+4sXMuwXLH2kQBrJ9MMYfu/Bde1zJfhb0fM0M32X7W3LJc7/F3MnfMDsvp2QD7z1Usdl/0r+PJ8zhy16G49e+zTom/LJUrFfGAO4a5L4DcBLM9w3nDecH+Fn36dd53LOm6TKVim4XxO+Cf7W2CLkzC/sJt1sj07/M9l2DlLZHw+aflhTMhWSNZR5FcpTqqALTM3dVOpqrJyTsopqSZvHRL62F4akAOsr2GybV/ykpx6fJ6rTGUOOmSMA3tIy3zPmY8j5qG1zdFhoM56e75N77G/bTtjbcyxtet6fMAyPU8tz60jLgYXyLG8fS44d7hsPiC4X/Tg0sqXYPtcNi4WB8zfjEAPl/m5V0TH3nKo/f0HXCByybd3D9qglgvw/f0dAiX7SvAwZIa6kLgkG4YFYueYq8UeAzxHevjgPsHUu9rdeSjrsfPwgVYwbY/L8TlrumVP7Rm3dRfjDI+X8Q34sOkt9lgwHuc9thVfRzuXZzx3LN958/aeW9ZzYFcUQlon4Q/CxKZFqRvkfEpS8hqmPsGfcpSy8BUHP3NOagikJvha5GbmXuwbAxCfoF1mA3R90H5ZP2hg7nOulFJWBI3h7VkjUihDM13kYYNXfKIg4DVMn3Ph2bPnVlWjnLNmXO52PONdH5Gxd1/aSLRlH8dczMcgy45IBJxazQmOOiBltLTtsF3GxQMAABAASURBVLPTAf5hkEzvOCu4rzkBsA4dWwJ9bp9SRR+DAlkD/K53ncdmPtOsn2EdehRwXcsZYc58zWYzGS4PErr1XC4fFb1sW/O6jesZgXLO2GJpO9M853sEmJw3n3X3GcPllJY2tQyPwf0s8AfTq6qSn6+uk4J+B/rsNONZ0rOPTkZZZ7lUvXz+rK5cOq9L/hNH4CyXI5M6a86Fe4tfjpn3cVNpY31NF86fg++8rly8oGuXL5RLjq3NNc6+FXqH7EMLniWtwYWx2PMSvtFjy4HBj0ZjTadrJUjYM6ctczHngt15wzzZ/hJJOGxBoPt4POH81qiDv6x99GrZR1v2U387xmYowZGmRqdtXeei9PRpv3id5uXS/R0WmybkTpDlPmwX9+f+nRop4af01xLMFemAjh1+Yd6iK77o1HyGeYzMmcF0w/SMz1SMY9SMNGrGqqtapicU9fy0+Ib4VMyR59Pyjel0Sq+hjB4J9PSdkWPb1BX+D836N3WjyWRaZLbYpKbc8F4QkXR0bE+3SynJPmC5Dg6Zp6Vv0yKi+KVIfU4L2pp/Ol3nImRTNr732Dl7p+n+Fp7X0T5BkwcPd7CnFMg3fVCoZc3M8D3x2d7elvvK+HLFGCeTidy/9YC19Osz8h5+vcuefIdgk3mvEmR0YHNjc6PM2wEBn63NLV27dk3PPvusrl+/jv9M5XaeN7rClw5Z33PsMdGVK1fKtzPXCAa6zmO1XR1M9Fr0ujE9IuT+XLdDsN1BnhrfvH9/R0dHC8YW7PuHerizqwOCwHOC2UfsC5ZhuF1mXuwbDXNse1q2A1AezxHPo/vs+wc8e1r2S7dxAPSA81vmgZHYIyvOSZcuXZQvJMV+P6NNacs+bvl379zTQ54V+8iwz7D1yPaesackZByyr3z73Xe6dfsn3eeZNqPs8brPh8ffZLVePfuR7eV56Nj3PJfOe8431tdZU20JsPqbxj/duqUOfS3rHkFS22htbV0pZ7mNx2Ee1814HnlMFy9f0r/99/9Oz7/wvF5/43W99c7bevdX7+ndX7+nV155WQ5Sp8xec+6cnn7mWfxgU2fOnNEFgvp3CYgeYt87BCw9R5PpmMDogQbskXnGrK9PtU9g7fTpbW2zV61RrkeVpmtTbRH0PX3mrK5eu8ol0rq28bmz9DHhgimSkNHhQ1NdYK86c+Y06yDT5zld42L96aefkH87/yqBozMEeqfTieqmkX+B4AKB9bppio9Wda1z58/rEgHkrc1NeNibeSbPWBP7nCEOCJwt2Et7nwO4EM0g0Xdg84bMlDP2eFRrzKXSNX/74MYVbXMBvbaxpnNcFJVvjjG2y+y/zxG08TdrXnzuGb384vN66skn9cLzz8plf+PHdS88+5RefvkFvfnay/o77PuLN9/QE9evaHN9ogn9nD93RpcdECNYdIO+yjcakH3xImMgAHHh4plyQXX6DHsk7bxPXrl6UVcIKN1gz7x69ZIuwn/uvPm2dfr01hJcnp85u4UtTmPPs/Ccw+4XdZlghb8xcYnAh9PLVy6WugsEOc7Qhy+9t7bW8YE1bW9vaHNzjUu+CfM1Vkq9Kua4aSr2iqzRuGINjzSdjrS+MZbn3vnt7XXyDXNZk9bIaLS1OdbW1lhnz67rwvltXb58Bn3OMbfndf3aRfaJ83qCQM9TT17Tk09e0c2bl+Sgyo1rF/TkE1cImN2Qg3Gvvkrg67Xn9Dp47ZVn8Nense/TevUVgklvQH/9eWz9HIG95/XGa6B80+xlvUWA6k0CUMYbBLPeckDsLQJkTsFbBBoLCFa96TYEvV4jKPgqQbZXCQq+fvxNtjcJnhWYn2DZL37xuoxf/vINvfvum3rvvbf0q1+/o3/8x1/rH/7Nr/QP//Ce/v7v3y3pP5D+3d+9q7/7zS8LfvObX+g3v/5F4S/f+Hvvbb337ltFjgNolvnOO68X+e+885reIuD2xhsv6XV0LN90e+5JPffcE3rhhaf04otPl/Tll56Rg6fPv/C0HFC1Da9evaBLBGDPnzvFOt7Stud0bYSPZ57RoRQLZQLD2WsidSUfWigcUO5nGghC9w5Ic47uOXMvCJjPZ3taHO1pPtvV3KkB7XDvgfb9v4HgDH508JC9fkfzw10tDveIT+8vAd8wI0+bjnyPvAH0pq1S51mrGT0SyOhYUs7sNWeUGl2LvqQj/LLxLy/wDtBUg8bNIFwSDFobS+ucm9YJZBibBFm2CCxsrzc6tTECTsc6jX9uQt8Am9T5W62ntiY6c2q9wAGrFRy4Ms6cWtPp7TXW8kjr06ZgA7tuHOfXCARtbUyw9xSeMQH1sdYmDXpljdHJ+h9hm0P/sgQ4wF5H2O1w/74OsOP9u7e1+/Auz84HPFfu6uGDu9qhvHOceh6C8SfmrmVu/E50sP+Q950Dnol7mh3tAqdLzLHpDJg/Mc8lpX3mPYJtk3NP4A8CTkN1JdXsj49S8hwNVGHr/1MwFxnZFal5anj9J2ddztBGjTQaifHHEn9VrpjniLmy5jqZJpcNxhog8S6UkJfQP9FfJm/grCrfhua97m+lueo1ZV6m7F3TSSZfsYfVzAuY1pTBOEMD5iE/nSTox6A8HiWNGvTnPDBykOwkqBu7zrSST4wTUB6tyuTHtG3gG2HTVTqC5vKIPdbp2Hy08bnffU6ajKzMcyOBLMura+aoEnNGWvIDc7bMN8hrLL+kCZ44AZcfI7NurMd/DR7zhPEbxYaTGrsA7LYGpmDC+ioo+Ro7VuwzgDOA9R0xhhHjGiFnyloz1kjXWDN/iZHWWMTTSVNkTJiLyXgpr6SlXMn5cemzhr/hWbTEWpE3Oqat6khZn+t/gUarsvVY5hva0RY+06YlpVxkUoe+U+vGGJf8oyJjDT7zTqFPsM0EvazbGF3HpdxoUtKatMF2hvNLeKzGmL2h5t38L8A81kahS67z3Jq32IA+nE5KWuEnlSbYq/SN7cdg1FSFXmjwmbb0kczzPJW6hvkpNNKJbY8MyzHMP4Je6lc+xVyOj2k1tEeAXht1UkmdP0Zp7zaU3d+q/m/TQw1roMEmo2MUPdDf54/lWGqNsasxmTTlXDJC7/ExbZXa9s4X32Wu1tn/19ZHGo9pU2RXso1GtpXlOy3IKrRRXWRbF8M+PHY/tJ/Qr+d+bW3CWWmkZZ79fu0Y69A5A6/xnjOdTqgfazIB0/EyPx3J5+AJ5TF0821vb+nUqSV8nj7F+7F/yXOJbfkXIZ3fPrWtbc6k2/Cub6xpfWNasLG5riWmJd3c2tAWZzrDvNunNmVY7ukzp3Sac+5pzoCnSx75znPmPUX5FPJPu0z+NNimrw362uB873Pf+jr9lvxE6yWdkjpvOD9VGvxGpMTGnjlINqrrRjnXHCwr6Zh+MpWCl4LgIkS85PTHlz4dtIFy9wjDwOtshPzyU9e1mqZBdl1Q8cSKiMJrPvOY5jQiiizTxSci0Ksq8EvYSbS8hBt+sfML9AormtOOlzXLtg4RgcTlj1/gDJcs03zu03mnJ7GimfevEREKXkStu2GZ//+gYOy83Fiu5UUg4xju13TD+VW9U5cjlrzuw/0ZzhsRYTZhwGLnyWRS7G4etzVWcp0aHrdT28h8lmMhEaEEIgJ1Q/5ELFNfqLjNyr7OR0ThO9mH2xi2/UnZ5ne/3fH8uWxkXsgjlvPvsttaH8NyDdOs64pmPuvh1H24L/uaeSKifFNkoFHEUj+y5WclK2JJtzxXRLisMhbxiXA55HrLr3gJzyljm/QXNPdX49eG8zkl5ZTkj/1zYL6LDGi+AGh9ycMasY2tu9OMbPNE0KcbAtNJ5PbWOadE3yHR1nS3qTL9UC52wN8jljaMCFkX81kH1ztvuOw5cN79G5YfEbLMCPqQih0ilnnXm8/t3N7j8IWNL6FMc53hvPty6jbWwXOSUi6yk8cAxMf1PReEPfYxv2HaCrAw1OVFrmlLvpb9py8wzTDdffrC3mX34bTCp3JOHLJqi5I38a2trZL35WjG5hFRxpnQyWVXuq3THt1KHvtGLPmkkAqknLKqVCnYR41V2bI7LhUN542gjetzZHLBHEqJ/2yfUTNSXdWqciXz+JI1ClfI+QE9LKNAfHBq07wWF1yoFh0hr3567Ok5MkzzXjAej4stPWe2lfv1vLg+YweXjYg4tq1rpIiQ6w3xcV+W6z4i0BLYdqYblgGb3IflR0TZ62dcrrlvw77juWoJ7EUMyA+1XET7Yrr3xVWOQnOdMRAk6aifc1F0xMX1AS+vTsVLR91UqussIacnGGU+pxWH9oY6p6b5N8p7AluRYEWniJA/ESHrb11HoxEvyIey7qYZEVHstmDNVqzxCNrZH5gMcqVtTomXvAVzFWXPtawa3p71aDsNzEfHftcxhoHxLdsFY0RvZNGBDPM5LZAeyc4plAQLcgb4E/1laDlBpdxU2OAYKSdZT4/FaYLHc+e90XDZyCkhfzm2Virz7H6tg/sQn4govkD20c+qzqnHZrjSfVQ5lzF5fm1D87guoWvFWnS5gHG4Xc9FoNe8+6UrDxDg3DRa1vdU9UUHlwdsZ/9wO5edhwFuKack65AsCJuY1xUD+Z55QDBFyzbIHv/kFMopYbMsz5lhOQM6DvS3ShNyXTflcEkWH1ng1y3d98V2po1GDYfICYfTBnmsZewx0HfDGSilUM4J/6gV4oNekSS3s34zLq/t1/4GxO7eQ+3v7+KL+/QzA3POWjPS2XE6p90AOmSKfQM5DjQS0JnPD4/LPpe12G7B5b59ei5UgD8U+O6cC9iWoLDTOYFf9z+H1jMnPetkIF2ix3TDI5gm7JJQPIWg91xqHGnO+vZzrcghvwyiLmS/F2M1BtKBtuzoFD2vHWNaoGPHs7or+Y7L8xLUQ0fzeY57dHHqMh2Wb4ccYa8F+rtsuN58A3Zw3qoxUCsoVJVt7T2i9b5MUCggVFXDfIzQBTbKqFfyrlshpaSUMnarCkxf8bUOymGeiIzNa/ynUeb8nBO8ICKhWqgnsGPejn5db3ku++J+iRlzfcTctlZEQbsRwRQptGxTYaOh6OYz+opeVbVmBKs8pohceIO2K/0GnksdfUdYTkf7QRHBmBt4Oy6y9gocNDk8PETWTHOCEh0+O2MOW1LTvWe37F/7+weFP2GTYRhK3gEu740OmvSsmYp9yPXea/zMcX4F1xveH9w+InSKlyhf5J/a2tT6ZIwNs2YETh3Q3999yJT18uX+Ji9r9rftzQ1NWYOneXnKzPXAnrrA5+f4Q+Azfgk6T0D2PBfwp3ih8p9wOnfujIxLly7oxvWrevrpp3gZWpd1HLHn+6VNfCICO9sve+ZiUfL7BNBsA9vEujt1O7/sXbt+TRcIjjRN1oCPZp5bCSX9wneal7ONzSn2PKKfXF5q1wkWXSQ4coHATTBPDwmczQms7xEQzPhNj/1y9jx2aCPWQyvbyfa3jU0M8R96ms/8tqVhnj2CgdbXvLa558yYufqeAAAQAElEQVR11nnFe0RwzLym2ZfcxuMzr9s6mHd4/C0w0/ynVHcJVh7s7mkf7D54qI4zR0KZdQLRm+sb2trYLD7lc4bPV+7TPmU9BsYEq4q++Iz95A7BSvdrO1oXf6PTf/rVfS+Q7W9gOkB2sH+kGfNq3n2CRTmn0o/5ilhs2LKmOjCj3cHBkXZ3D/DtgSDYkVJKcn8Zm7oP562X5UUEsmel3ja2zh6v23gM1st8M9aBv8V6+9ZPenD/gX6+fVu/++2/6ovPPteCtXfh3Hn5T9W++MILBFS2yhnT82ybfv7551z8HpV+bIvzBMK2trc1nU7LOFbn0Y2NDfb7fUVEmW+PfRefmLNXHRzNtGANT9Y2lOuRItUaIpW8x2NY94616nHYpv5Wp2X725zut8U3796/q5/v/Syn9/2Nyr0d5M7lbzD++bNP0HNWnl1uf4kA2BX81D5+5jRr58x5xrbUW9i0Ho9U8U4/5uKkHjVKrPmqqTXhAsJpSqmMz/q0BH4t07APWh/XW99xw3MS3sAvWGxaEJidY+8K2gZrxb5jO5o/ItDxEDvtaZd143nJzGvdNMW+h5wLc1Ppy6+/1P/0//if9NEnH+v9D/+kf/39vxZ8/sXnukeQdzSeaGv7dMEc3U4TAL1+/aaeeuopvf7663r11VcJYL2kK1ev6E2Cgy+99GJJXyA4++yzz+iNN14nePQPhfbL997Vm2+/qVdee0Wv0O4FeJ974UX94t139dobr+uJp57QK6+9qteR8/LLL+nFF1/U888/p1/+8m39/T/8nV6l3TPPPKVrBBKvEkh94sknCs97v/6V/vnf/rMcBH6Dtv/mH/+N/tv//r/Tv/nHf9RvfvMb/fM//7P+2bT/9v+i//F//O/1PxT8D/pv/pt/r3/77/5J7777jn7z97/W/+W/+Xf61Ttvgjf061++pd/Q76+p+8e/f0/+Bt3LLz+nX0B/661X9av3fql333lHb7z+mp564gbBv+t6giDoK6+8SP6GLhGQfP65p/XM00/peXS+yd5349pV3bx+VU8/eVPlm4NPXpd/EeYKwa3rVy/r8uULOsP+vr6+RtB6Xae5tDrvX4Ah4H0V+165cllX4Tt37jSXbVl106uqB9Ar152U5lLMFKQptcpVp/Ekw1tpulZrfaMp2Nqe6OKlM7p0+Szzdk7Xrl/U9Rvg+gVdJ//U09f07HM39TyBuZdfebZ8C+7Nt17WW2+/ond+8Rr2ekt/93e/xq7/pH/37/4tdv57/dM//aP+LXPwz//2nwr9H//xH+D5O/3jP1H3z38Hzfy/1j/986+h/aoEGH/zd78gePim3nvvDeb4Db37y9f1Dv38gkDhr957Xb/6FXXQfvH2y/jPC3rdwdE3XtAbbzxP+UW9/eYLeuPN5/X6G8/gG0/p1Vee0ssvP6HnnrumZ566jI9eIhh7SU88cV43wRXGfOXKOV2+chac06VLZ7HDaYK6WwVnzm7ozBljU6dPrTMHY62vj9mjGtZ6pTGXpSMuc/NxUCgI7PUEGLt2pgWBxRnBv/n8gLPdvpyfzQhkESDbJaC4t/tAO7v39eDhHd0lMOa/WuJf9NsjULYLfWfnHsGxe6zVe5wT7pPeh/+eCt37D/XmM/aQ52DZ/v4O6/sB+2DHPrjgTDhjL5/xHDziOeq+99gD9jQnEGm92sURZ6tZwUAQMhF8qivJY5py2bw+rbXBxfLmWqON9VHJbzzKQyO/yaXzqc2JTm1Pi40ucpl64dy2LnGGuIzPX7tyXjeuXuLcgO2fuIafX5cDuc88dVPPPX1D/qWD5599Si8+86ReeuYZvfTs00v4lxAKnivll8m/8tyzeuUFA9oLz+jpm1f1zM3reoZ185zlPXVDzz5zU88+eUNPsSfcvHZRVy+d0+ULZwousk4untnW+bPgNHN8elNnT6H31lSnNqfanDZan1ZaH1fLoCYBijEBtppA7GRkWq0pe+QoJ404qxDvUsU7dMWZPPOOnZ3yDp2wZXYe2qTOmo6yJk1e/hniOmlK3rSad+5MALgqbRZcKLec1xYK3h/YmjVmDhx8WVsbaXNtoo2NiTY31wC6bhqT4ovrzM2pUxs6z/i8F2xSdwp/PXuWMXIJbhmJoOJoFPK8jglWjdDJZV6tVBMsy4wxE3QchrkGAuVOhW6JdhkE+R76EvgMft53R8W/OgfTQYuvL0DHmeOvU9d13D8MrI2BM+dAEF6MU+R1/G1v05b1M5U8fZS08M54/+oIpHZ/M40SRGWPYz4cTM34ciIQnF0mTYyNx6wKmLu/SAlCLcuDMrwO7pZgb8kPqo/ThnXeMH9j3sVHpCPmcYw/jJ3iH+NRrQm+MyY/4bk+GdeaOp00WuOZPyWdOh273GiVX6XmmcCzNhlR1yzbFH7K0Ke0KzLIr03G9NUs5dPHGnWlP6fWA99Zx1+8X62v4zvGxhQfmrKHrYFxwdraGB86iQkBH8rsc+vH2HA7t/8LTLVRyst0Oh3Luhf9puhVMNLadCTXTUmX+ZHW0L+UPU7DddYDGfZ1j828xpRxmvdRCs/UbcAE+048Vo+55BtNSn6V1ho3NfeXGSSQy5/kbliTDfNXM+8Nc+n8CNqIuVzOaa1lvjpO3W6Zt7yp9S8YlXlalsmb5vkqaXOsS01quEzKXBWdRzW6NRoXvZ1HPmvS8sdFD8rNX+nherf32EGxCX1NyphHWuoxLukYWlNXrO0AifdrI47ThJ8LxDEETwapoGJ/4+dRnfei7DWTxdobiozaZe4IK+xXkc+8t/FT6p26XOiFx3LjWDYp/HVOyHmctzzTPB81bVZoyC+RaQ9/5TRpRWsoN/DUzGdTZxkj0r+FpvBiV9JRtUxNq4suSU7rKss014+bBl8d4cNjUtbL9BiTCc+JJTamy3R9jTrofs/e4ry2ubbG83IKqGfvXodvDT9fJ91cW9PmxprWwdr69Hh9TDQpvj5+VPa6mXie6dd5Yw1Zo1HNWS4eA3tmjO454ujvV4z/AhU2akYV7xVGfZxm0lXedONxedSs8tgbn2zA6BGoq+G33dn/mmPeGtsXQKsNeOqCpEI/WV/oFfSkJD4RweEl5BefOS+kftnpjl/MqFbOmQ2cTpmYphmxeMYajUYIaBhwVu+Lfhjd3u3mfiECluOX0563XsN1pvklyOmKRlPkJORhYPqKCB5wXYH4pJRUVVXhGXjAQyq6rtKBFzFfRhp++XLZdcaqT6fWxXDedatxWbZR81Q2nHefEWG2YhuXDbf5L5By4cno7raG8+Y3TuZdNo5F/4X8iChyTPQYDOcjosyBdbOsiOVcrezn1LyW677NJ+xkusdqW6/gsukR8WhO3SZiWbYMI2Kpi/MrRESZg4pxNviC6Zb317KtS8RSnvvypYTtLj7uy/q5vVOPx3KMGsdUSPYft3EaEWXs5rMs8bGMCYvePuh8BI2gR0TxyykXFevr6yzoaSknFqnlGxGPeWlSfiJCEVHGZh4jYknzWAz37bEaj/JcLtrnXLbfOTVWefOGxIabi/wG/7LOOaXi2+Z1X7L/skacruA+3db1OaWlDUgRV2TZnh39D6w928YobWHIKZWxRERZUzX9RgTrtIdlKO2tm9ehbez5c95w3nWWb7g89FEuK5x3XdENeba9ZXsuDetQQP8Ry/48xogovhbQ/QsPK7lODcs9idXcr/pa9RcRRXeXGQgjXf5EBMWh2HSwHSFHBC9gbfGlCOqhWRf3Mx6Pi106bGdZpq3ssMpbB1/iuGwd3dYwP+Kwb4Akhcrc9FzmLdg7By69mrrRdDzloDFWjqzgQttISnLg1fV1rinRfpAEBnRxGgisciUjp1zqVumqPrll8O8x3LdoFxHKrE3D82J4juxDHp/ThnXrcXhMrvNaGXG4Mc3lmjVovohQSlHmzfI8btdHPKaJT13XikhyG9d7zuxH5rdM92se18P+iC8iyvw4ENATPKnqzJxkYSzmkhdpLsk7XlRaXlR6v6ihi+t6aA6uWueE+VqCKQP1g/nhXfCyY37zmH9BsHZGoMiyzJ94aLt+YM0Z4rNKySoiOBBMih2tv2F6PrbrgH8FbVGSOcoaYc9RXZe05hlVwTfw7KxJFzwDQ2K2pAa7Ghn5qC0NPe9hrQbG7rw91EM0nDcSE55D9JOK/BEPe9d3DnYA2818vW3AZanzA2nOqYzD82HbRwRaqIwpp1zyPeNIKXEQaQrMG4EExuY62yQiSpuIKPOWGZPbGBFLWsP4TY8I+eN29oGIKG3Ex/K8juwLDJw1EUrU5xNwuUKfnNBdfNCPDUvGii9BzgoZiTTQlXdEDpCVRlWtHEncvlAjRYSsp+GxGc6fhPU2gj5NX+nu1HQjIuSyx+DUo4xAtkG7Eecgw7yWYT6vLfO6XPyTeazqzFA67R/ua46PHhIssm92zL9902jx36WNevQfNMdvd3YecNm/V8r26ZwTa5Jx4u+tfZuXfssrslgbXgeGy27f4hsBe8qhlkDrfgnQcilF/4fo0iIjUyd07GnfoYNTBq1CY21ZN/fhdeQ6562/f5nBqf+koHl6eFd9OTVMb5FpnVzfos9AgKDME3teHGNBwGB+eKSTac9Ft3lX6NhfDbfxvBvOm8/yzOfUMK1bLGRajxzzGS5XKOa2zhsrfvMZppnXPE4HAqamu2+jYX8e141cV6dc9ou6HjG/UguvhMHByoVdjshKBRVmTeraQTnVXOCdYX031FWFtih/qjcUAQ/PFFy8TMXCY4DmtMV+pvfYzvuneV3u4Hfe9cbc9oLWck5oWKcDTM772TZnb2KC5XPStWvX5OCeeRrW0bhquDRr5HXmMZ4/c1YXCRg9dfMJ3YT37Fl0rqpyvnLQpuGdwPK87598Znbsgzln9B/kvPtbeE7wNevhdXPq1Cn2tloJf+65pFpwWWv4coolo4pJ6LgwneOvZ7jk3OBFjElVxTqYEzypciiFsGVoPKqYiwb7dmpZY65PMZT8AX5v7Dy8r3t3f5a/KWfd/PxzkM02GbOWXfae2TN5DlKZblh/j9H6i09i7UcEslv0b7S9vV2CwranZdgODkI6GOfgHU1Yz3MC5vvaQ5eefTqh+PbWltZ4MW2Yn5Z58hz5bOt+DLe3nq5blfcIKjpvHSzXddbXZcMyXDZWbb3/bdGXZTt1UM/funzyySe5nH+S4PLTunHjhvyNN89JVVflzOeyA0BPPPFE4XvtNQItTz0l83j+LM/9RWB/zlXWd9Xv6dOndZGAnPuznzh/9cqV0ofbeQz2GcuxrW0zlwdsz7TriECqv8V/uLevGcHdnQcP9PDePe0+uC/T9tgvdgjuPyDAu+ilXQKpB7OFjlgrh/i+g5Ad/pYwUou/Z3T0InV55l8cAL1tzpr1vtMSGPXa93PIfD1yVnuDU9vQfjBmnJ5jz5t9w4FP/zndzz77rNjspJ9s4xcu20Zu/4AxOCBr/1ug2z6BegeGbTfXey491DP1xgAAEABJREFUZyP6GJSUWYvNaKJIFasmyfme8+SC/cM062FbZtaZ7Z5SKn5m+dbNdrVveT5PnTmtja1NTbkoWd/c0IiLj4Z+tgl2nabuAXb9/ttv9f133+nLL78o3w51+93dXQIcexqxPqq61ojLth5t9g72dcjzJ+MrK4x5L7N864PZ5TFtbW9pY2NDXlc+11ofw3bxfFtP87pNRLCHti6W1G3sD7aT7TWdcomzuUmA6Iy8b12/fr2kVx3Uu3mz5O3T/tbwFXzNPv7cc88RkHpZzz//vJ4hGHr1+jVtbm9ryro7TaB4c3NLkbIUIf9yg/Wx/Ty2B7s7+NW+Hu7tasaz65Bn8gFjvkNg2unde3fLn8f1n8i1PfYODjRj79llje4fHuA2PQHrlrTTzG0P99gPOyXWfscFvJ/pTVNRlhIX3TW2jEjyPKbMrshaqNhrI0L+2I+s387OQ/m5KvY3P1sHgh4Jx7ZdHege8w485ZLLtHEdx8GViovriku0WmdObZbAUU2fiQDabLavdj7TIXuTU++ro6ZiziqN0MkXbWvTsSr0HpeghVRzkVsuTausBl079m/vy+d4Pjz5xE3dJBB7HTxBgOhpAk3GU08/oWcJyD5N+gQBo5sEbU176eXn9cabrxT88l2Cv7/5pd5972393d+/p7//+18t03/4lf7NP/5G7/3qLereLOkv331Db7/zql57/QU99/wTctD0xs1LunrtvK5cPUd6UZcun9OFi2d06syGtrbXuGgf4cPo7CAiQZgg0CICtf5zxP5FtkMCdUc8b/YP8Hvg/AHztkeg7yFBwH3S2dGOjg4f6vDggQ7272l/7672du+Q3inp7s4d8nc5u91X2+6pA4v5ruazh1rMdrTK9+2BQnNpOCo8XbuvHt6WtOsO1BccFhkt9MViV0fzBwQUH+qQ/uc8Gxf444K5m5POeCYesa/Njw41w/9m5RdnDkp+gf91+HDv8xjPn+CZazB1vJ9gj7qSn4HrPGMdZNjcWNeWsUlqkN/k8tR0/+LTGYJ559g3zjPfDoKdObVd+M2zge9ZzhqyJlyK25cK6rr0NWpySZs6a9TUJ7D0N+vlZ3eNciP8cMKeMx3XmnLxvsbl7PraSJvrE21trmkb3c6e2db5s6dkPS4SAL104Zwu+9vPBPWvkF65dEFXwZVL5+XyZeqvXrmka+Dq5YvwXtCVC+fldpbhMZ09uy3/aevTp7Z0entTpzY3Sn9b2GCJ6fF4p/KFdAmgWLfpRB67zyoba1PWXK2p9afOwYP1yVjr07G21qdLuVvrjGXKZfcIvkaTMt6GuQDFNhX2qTQmP8WW0+kI3oZzw4h+wfpYmxsTMNbW1pq2bRNkngKnCVCeLmsd/bc3dMbj4Bng8WxveTzrZVzOe3y25TbzvM1Yt7HrFmO1rmVs9L3mcTidjMsYPMZNxrixMdXm+prM7/ZlXtxXwQY6rcu0pW9MOHdOeCbQBvlb7gds0H7EXUTOwd6S9IA99s7Pt3ieHWk8quW+bL8J/U8NfGGKPmvTkcolPek6AYE17L9mW1M3wWfG2NN+5L3QfjfmnDjGloZ9yzSjwRdNm1A3gmfSNDqZjk1H1hj6eFQzV6Oi1wSdlzqNtEybE+mI+W9K2e3c3xgZfysd1TV7bc26qDVifYzcH2vyUeo8Oo6cuv5kWuhZHmeN/SrWTclXWU2Vij1r0sxzJLOH5yTOzGI/J806bpdL6vNPjbGqHKrhdTvv701tORl58NXL1LRRRZ46pzVpQ7migxosU+SU/IkU+ZlnV1X0UdGF7pRdNtKSlo4DycGBcAnJz0zTnbJx8tOBHgzAqctGz7N2CUTSzm2DdIVV2al45kq56JlJs6qcVddG9ShN2CMlwRvUh3IVqqsMkhrmo2FenNbYYUnPepR/REuPaE1d086oSFfIJ/JLWvGBBn+0TzxKa/xkSVvJWfZZce6i36JXJdMqj6WUM3UVuidA/pju+up47NUxze3qCj7amVZRXztfYHqlus4yzaior2ibc2C/JSrylWVQV+hMBCZU5h9jZcvkMrwppWLbRLnKST4beU8wGsa+BDZpjFql/zqTWpdU0qqqGGMCphvVYzshYylrSW+K/Sv6qTUardBozP5SwJn3JP2/nmcuRsB7Tmk/OpYzQvaKvqKt+qjhOQb9N411yejzGHVdlXEt06yReUa1mpF5QRl/ggdg65rxGxVpxo62ZU5JOT9Ggl7mo9AytkrFH2r6arCRUVW5tGHKWFeDBs6i4g4h5A9rjXeA1RoM8R/rOSUxf6lg2V9GdnUCucjMyLZ+K7ic0T2foOcML+VCqyvVrK2KsZayefGXjP6JsaQkrXQp98HcRQ2+YyX1nVbHXcQj+J6L84/vpjrfvz2qa+VyTxuF5YUigGWX/cd5gzrT/qouWQljqUjPhOQCcdDq3akPXghf1ZvmC2srXDGgdQ4EazxMPXl2zFFZ6I1yShow/nw241C5J78M+WDX8fKaU8IhGrmNmBzzGAteeEMqk1phSLd3Gx8OXTcw6Ez9qK5UHmA4rlOX65xUYVSjqbJqytiad41ePQfIwLArOpoVmunGYINyOe0DaMuh1DBtoF0PvfUhlRfHI16Q5hxQTUvIYx9V7T5DEjLM5zrnXbeCef8a1g0zMFl2yl6e8B57G6Y3TcUiw0Z1LjymzzkMr2zv+fAcmN5yIbqC6+fzQy04ZFut0fF8eG5ySsXmdVlkWIH56bHpQLrA9ra158GpYVrHfLne82R5CQdKklI/qI4k3sU0cOnQ+SKCNLi8c5248DOcN1Z081cKnYTrLMO2Y2o1XWu0sTnSZJqlmKvnRcPpeJI0GociLXgx3WUpz0reZdebb8FLyHyxJ6eDZvJvssr8vIi0w6EG/4Zr3Ul5oajagkQ5NzyEoZln0R9o3u3rcL5TMKNtHzOZz7CMbphpCBbfMNeiO+IFZ1+zxYEW/VGhR+4VvHR21OeaYZCft4eFz7TES5x4iWv7mUy3DOdNczun5jO952XXfZlmuOz2pi26xzJrvxzSl9tYlyNe1GbUd7FQz8viwXxPOwcPtD/bVesXuAq/o875BeMxn6ANuVMeRYHLrhefnLNa/MEXLGU9s7Y7/Mc0pxGBm+DPpBU+Zph+yMud25jviDa+ZFiwXrgTUrBODeeVQhkHqFnXqcrsQINaNj3TXTafU9fXbPi5rlXh32MuDtY2NrgkWi9l710ta8JrxGnHS/6cy4Khn+N5rRbzg5LmxPgJfkpJLAEtFp0G8pPJmqbTdVVVI9cNKGc4v4LLbmMssEFC72rU4F+hOWObsXcs0H1gTGyGj2iucy+GeQ7ZbxbDQh3o8fUBX1VuZazy4d/GXqs03Wg0Yk3kZpBpHf696A9VMVc9e4ftu+CCbhioj1DEEpl5M+ascddPsdcG9kopMeYFY5RsW+u7YEDWrWV/s65Orb/HYX2dGh6rx1zq2RCCvQAp7FkTjUZjjcCUiy/TFt4XqK/rRjlzKTgIP3FN4hKmUhWVuqO52sOZKmw9ZsHUzENwyZk8P56XeatRqmS6eZrI8CblPrMkklgiGuaDoo1Cy32FvFaLgwV8lfpZX/iqoaKvroy7ZX5m7O89s141Neu4fXQ5iBqaM4dOlaLQfbm24FnYVSHjaGi1xz5rzJjzhIyMDwjfbxWqxhPN2A/nYIE9xabfR68Z/ti5T/PmxNzjdVWtXI/RQQTc5vQ9KKqRUgMtQofM7yKFghfEgX7mIR0h84B+O9bKfZ5Pe4wlTeDnwd9Gi877rJ858hespbag5Xne0SYhq8UfBtZzMOcFKYttXYk5qpuRDglwdRA66lt83KnXr+G80Gtuv/WmzoVdTzoAZWlgnEZVJTVNJaeJaeKBjB5Sqip5/TpVogIs6MMI/PUI3UzPtI0a3nH1/2Ptv58sS647T/B7/N77ZMjUOrOytAAKmgIE2dyeGevtGesds9kfd/65sbVu2/1pbXaabLK7KUGyCZJNBUIDhUKJrEod8sl773y+/uJGvoyqAoGxfhXfdHX8+PHjx+WJFyWGjmFeym0uWMHq1GgZdU47b8b8dv6MuW/5UlFoznw45MHaYcO8cL7jniuOL+j/jP19wiPUAt0srecc1sjZImioxzhW2HOJThLjFBESOlzyYFWznnl/a3i8b7BRxFG/YB3gdb8FsSy0mJdSGvPcOVDZGwt/GfuEdZTUKqRIKlKPi/RIG4NtzY6W8BhpWG3ows5ljXqbEnzaRVIV8FBfvTSUy9tUadIW6CA054Fd8Nt7/EQfvPtTLenT/HBfB0/u6+nDezp4dE/Txx/qox//kx6990PVR4+0/+ADNdNDvfHqixpyWH3K47DPWx7jycTrZamy6Lu7Wi5aoa4s63CwQUuMSZM0Gm7SR1EeOZxNGxmYY85bLoL6SWorpaiwSWHnDSH8bF8tReigUWCrz8pqtLNkjjns4DVqxnpiR4lDlgZ4tezTM4n55fVomXkmtVFK6OcIp8tsudCUR+6aUThmrA7Ia8tCNWItGOlD9gfbUmDHC6xsf7Iv56FwGdWop2LQU+pXpAsFa1mJXTisac8TxzZQMCdbOt5wVks4r40lD9QlNpWWU9U8qNaLPdWzJyraQ43KmbZHra5dwuGwUaplTUcrKrVUzYOt0Wfv3hwkXdge6txmX1vDgjola92xnL89YozYv+dHTzQ7fMw6eJjzK/b4UdVmugHz8tbVC7p785pevfuCLmztaIO1pReifKbdjYFuXTsv/7+cLpzf1sULO7p544r8GMf0U0n9yfE+43qoQRm6xEPqzsYQe62od1lvvfayXn7hpsb9UpODp6pxih4f7GmJsc9ZRxqcXK3nB+fCDebSzctXtM1a1Q8pqdCU9VnR17IuFKnPvFXOm85a1U2pGhufTGpFOcBuGDfSS9b+yazWwdGMvNC9jx/r3Z99pJ+8e09z+EwXof2jhT5+uK/HexMdYZdlf1Mt9vz4yZ4e4Tx6gL0feO3kXP8YB4WdJ7YV21EP+RzH4DXe2pTDY/Zr74u2wwlx13/nR+/p6cMj7T+Z4qg90v2Pn+rJk4kePz7OUBqy5hf0c6x7HzzV4f5cH3/0SE8e72uGXkY8/vVY55asW+a7ubOtqzeu6bIfeXESXbxymfhVnbt4QVu7Ozp//rz8qOnHz3M8jF7EGeYHzSH7gvM3kHsIv6pMalnPyiKUopXYu5y2Q3nv6WMZH334gT6+d08f4kD78P339PD+x9p7gh1xZitTkp1r7737ju7de1fvv/8T/fCH/5TDp0/v6xBb29t7wN3uScY+68yQM+hidsi4H8Hnvh6z7jx9/LGODh7row/f1Xs/e4e+f4BT4VgVdtQwRyY4LPwI6kfs8aivlGrhP9TWTp87QKkeNjUY9mXH18bGloasN+fOXdCYvA3oL2CLQ2g2xwNtb47kR+SC/WdrY6SCvov5bSdDVSVV3KecdmgnifPFOaBmTegVzCnm8pI3qeMAABAASURBVATHme96wdqzwI4b5m2KmjNhT2PmybKe5XC+mGjGWXLC+tmwD9bsP9PpU2G5mnN3aLhHzDhrT6d7rIsTnC6sKcyNCWvLlLk9IX/JGd16XCyOcLw8lfMX3CMK5nzDWtEvlmq5zxTcgaLm3ApK1gjnV5wXh73Ws0dVWkiUJegcD86FBXROB+vZYlGrSJWqsp8xGm7k0HkBh6LoSb2hgvxpmxT9kXo8qnvdK4eleuNKUTUajyrt8lh0aWOoy+jauHVhV3evXNSVrbEuMB6bZWiH9XJ7o68N6m5SZ2vck3F+d4yDYlPXLp/TreuX9DJOtldeeRFn5+t6441X9cILt05x1862Ozf1+ssv6u3XXsl4DSfcGzhEX33pRV1nXty6fk2XL1zkoX5b481t7Zy7qHMXLuv8xSsajDbVG4zVp08V/ZmxH09mSw+3RB/rWlpwxpxw9pyjnxlrVUM+UXk5Wtgu2oa1pcaCWs3ZQ3w+WbD3+1w492aYSviV7FyVGs5JRZEY+5kW3gOwpRnted/znrSwPRnNgv1/qRp6n9Vdr60btcgCM/hM83yNtlXr828TUkbLOsww9UIV4x5lrbJsNOiLM0KrEffYjT5h2Wpz2NOw31dRFCrYsxLzoyIvsP+i11MdoRkdTUWllj4XZU9s5WpLoZpGSq2ikHrM58Td1XMyYZMld8MEf3H2oqoK7y/kF8gxGha0KfnPkParRtvsZ9uj0M5IGdvDVluDRv2YaFTONUhTMMnpwNbFXEnMg4I5UYEBd+MM9rYed2cdPdWMdYcNRok5EvMjTH5Pc9aWI9aYA9aaydMHWhw+yfkN82xOnRY6LgKqmKO9WGpAfzYHhTbom7GFje6MC+1shbY2WtaPpAvnKp3fLbU5Rt5qqo1RrfFwKfxPGg1qeQ8cossxujU2+j1tjVh/xiPtsO5sj4c57W8IDgel+oMiY8hePWQujZgPY+bHkHtdiQ4rxnSA/vrwGzKgG6zhm+wLXsN2mGcXcYh5z73C3nzj4jndvHROt69c0I3Lu7p6cUtXcBRfOb+hqxc2dZ2zxM2r53Tr2nndIrx55ZxuXNmFdhtsUD7WtYsjaIdgoMvn+rq4U+nSbkW8B/rEe7oCzeWLY126MNLF80N0MgB9XSb/wrkBeqrQRwLWXandrYHObY90YXdDl85vUX8HbOvqpV15vl+3HFfP6ybO7ZvXLuiFGxc4j5xDxk3dvLKZw1tXN3X72jZlu7pzfSfnX780Rt4h2NC1Cxu6cm6sSxiVcXF7oPPci7eHCdsKbfalcdVgX7WGxVLDstaAdI+wD2ybQ2hGwOtkD5qMcqk+dEavXKjvtFG5fq1+tdSw12g8gD9w/SFzzXmDXq1NbJthEj5BsQxmbHKuM7Y3mQObSTsZAQ0Yw6ffaKO3As9d2h4GKLSNjWzRH4fb2MkOdmJsb/Tg29fmYEg/R9QdatwbalQN6GelEXN43OuT12M9KDXEPgesR/0i0IU0LhuNiiVYZIyJj+njuKwpW4JaG/Q3y0Se4zTPfluw95Ua076xQTjCbodD51U533mbKD8DO9gB26OBdlD2Nva8TbiVMdDWcIj8fW0g67DqaVBWyNoDFXITkr853sDuLunczjnWkz7672nQH6gHbZEKZUTBeliqTAZxwqQkNa04SKsl9PpZc+Y0WtbYhjU2w3HQsr52iEYqWMlXcPx5sCQqsSYbwdod8He8kFRGUkqhiOeRSKfkMiOgcfjpKIukFUJFCvEDWgWdCTXE9c8gqFeCSiW2UBY9FZxpEvqKSApQlpQXSQVINIB4Mlr4N6oVRa1UNgqjWEqk27RgT2Df5K2wNUgrLXNe+ylhYm+osLmKNj4ZJq3yCTmf9jqYlviKPjINVw5xFASBGCGaUrCHB2MoxjQylkrs04lzbsHeWtKHioHsMVh9GBie5xV3oYpzUEXYow+fxFJ9GvP+UEJTsueUvN0+B/ajHjz6tNGjrYp9vEe7JefBgjedxFtQ8PbusKLMMN2ngvNkFXPsbabkc9oaCueDEj1XjIHXpAHrRI+56XXM+es0TpvOZc+wRIdL5kud0a8a5tAKPea86VdYyPWfB3LRfsXYV+yVJbKW6CaDeOU4YcleahTcVQNdGYk91nBeaZoTWvOpsAuGmHNnqMQ+zgIT0AptDlO0CuyyQ2JcE3nrKBjnAr79QuzrbcawbMXSlDHABgb0oW8aMCDtMocrNNQxWsLn4To9+jCg3XUMabPDiHbXMXQbZ+hdd7hW51lcGqZ4DiP0MkIJ6xhznjZGJ20N3QfayXaI7vvIaJ6mGVehcdWyFzQaMn5dfMR8NpxnOO6yU/Rasayf1jONy5y32Q9tDZK8xzruPGOc67Ty3rcxbLTB2W6Ds9G4v9AKNeEnYfot9sZxf8naP1MVxxk9wn6aalDONKzmp3C64j7judWjv+Mee+m4z3xtFNzNCu5dRmIe9lkkBvS7wA8jzpLt/BCaYyX8IFVMWSsONT9+pHaxr1ITFe1RDvtpzjw8UrPcU+D7KdpjlWlG3oQz+CHPlscqqG8k6rX1IWXTPLcK5oqR+CgiMhzXycdxoygYQfJ86DeIZlqHRs2NpGFjIVMdvRfsCkdHD+SQw3uRksllHq6z9EWEHPM3iMp8nO9yp83PcLwrm/F4aceMQ9OZn2ncpmFeRo82h2za4/FYDi2H801rRMSpvE67zDSG65pXB+d1MK34uN0OzjOtaczHcJ5D56/DecbZctc1nctgjy5quX/ud9eO89fjpnWd9brOK/IGan03VGmBst4jQi43/Vm4z/0+BgocN1/TRqxsQ3zctsfHsGwRccrPdQzzdV2HhvMMx51vnobjHZy2PsTHbbQ8+kQEB4JSrrcqa9EJF04OMxGrMtfreDh02rQRAadVn60/IyKyDlb82xx3vuE8h7nSqmq2DcttmKdp3OdTOoidR6BUpCxnljVSltO0hvgseNAnUGIOGBHBdImsO6cttyE+ruM2Ot4OrW/zmONgmE6nXNQXuX7X566u68Ei881zj4OT+RumtXzuj0OnI1Z6HI1GWf6IyLKbj9vsZHFovg4jIvM3z4jINtrJZvkMp01r2cXHoWG+KRV5XCOCEuX2XBYRuU/OdNq0huM1hyXz7GDZFjxsuC3Da4FD57vdrp55RYSDU95ORDzL6/dKjUZD2faLolBLW+bT8ojidIkOe6wlDhMbX4v9NdA4NJuIgGWb+9GwDhpk0Mci68l0pjcvI6Uk5znsxsHpmsOZw4jVGDhuPubnMT/CIXR4yEaADVi+iEDukba2tnJYVmXm63ou73Rivbi++az6kLKs1lMH67Wlv24PtsidMiyj88RhvqXfhtNdGBEruiLltt1GzUPTCjV5Tda7++22zcc0CR30epWsV8db2jaN9eF0zZ5iRESeM+Ljeu6XQ5c5TIwHJOi6zGu81/mOp3VuuojI5eZvp771YTncZkufbPtOW0eW0TK4nstcx/I4tH24LBQaDgY8Ko7oe6EEf6cr+mMe1rv5uP6CBzXXGzK/lhz8UypyHZcXRcp9czwRd5uW2W1YJocLHnhnOPrcV/MzjZFSyrrz3ub64uO+u57LTOv8iKBEuU3nO8+wjoqiyHqJiBw63/Vc5kpu03muF5FO1wfnuU8Ol+zhDJ2CcinkeMPlNJGuSi5yiasNY7nA+VVzcW24fDp0PedZXwvWRsvitsVnxv7u/AE6znQ4YDxmE5xfs9lcDJmqskLvtjmx/jRy2RSHDWYKh1BDW54rHu+GORkR0NU8VE9z6Lwlcpm/442ZUtOyWL9OumzKWus2fd5Ynqw3U9pZMpYeK+umpdOuFxHymLm+5XVZRMBVSkXIv5wkBKyRzfwb2rd8hp2XE5w57rvrV1Uvz1HzaU1MPbdhnkt07rhlmuDwsBOgwU4Onu7pcH9f06NjXdw9r9/+xm/pK1/4kt5+63P6+q/+mn7rG9/Qv/zt39a/+lf/Sv+v//V/1f/y//xfcvzf/Jt/o9/6rd/U7du39I3f/E39z//z/0P+U4YeY7ftdcftRaBXdGl9uV3LFhHqZLL9mX6KzqyHHmum0xEhfyJW4RLdlayphusW2KHhuOu5XY+981xP2JXbtF4cRkRus6sfEYpI2Hgp8yg4+5TYh/hYdc4bDsfqVX3W+AE0BbYT8tyxncyxqQFnnk0eb1Ik9N6qQj7PpdFwoBL5UL8a5A4iNfr3n/yc4UhfsBZbLtPXJ3ZMs9hoS71Kdb3MbZXwW1LPZb2qkpgH7mOLPqfHE2SDFvu6fOmyrEf3x3rY3NzS7u65jAEPaO6P+9KFdi6VZaXt7R1duXJV16/f0MWLlzL9mP70+0P2h21dv35T5mdbvnfvI9378COcX0eKCOxywXmilnXrP6l6cHCI/KEn/nOmDx7qKXbleo8fP9UD0o9x1HvutngTnP/OO+/qww/v4UBYIPtYt27dxhlyN8tg2bx3L9GdfxFlivOxxC56jMXTvRU/83B5ROBMOs5y2OY8F2xLhr+59/jRI/nbYoa/Behvy+3u7tKPY/lPxlquEj2fP38u6/Po4ECT42MllL61uakRdwE6xoUoMgY88PXKUgPk2aZ8d3tbtoEhtjBi7dnd3tG1K1d0/eo1Xb18WSP0X6ZCFWtvv+qJu3EexwKb2dwYqeTCm7hE93uFNjfG6LvK4SZlVZXUcuFreGDZ3dnS9vamtjbHORQPMx9/fE+Hh/v0fQnPGmfsPX1070McmT8j/iGOzp/pvXd/qocPPpYdoft7j3WAU+7Ro/t6cP8jPXp4X0+fPGasHqOjx/Da0wGO4T2cxXP2D8MO0nsffKAnOI/nzNEJDuRHDx/INJPjQy14BKp5EGpw+peFmAMJGw4lHi8KOlsxDwa9Cj0MtL2xod3tLfQ1Qn+VemVB/5M2NocaMWfG4yF929B5nJyGv5Ey5mF1MOihk5HKJF2+dF4ljwLW16UL5+RvwexsbWobvTjPbRqwhi6Qb6YaZ3PNPKlxwFrWXlWoSAKhIbztiN0YD3Tl8gXdunldt3FEX89/TvSabt++qbsvvKAXX3xBr7/+ql55+SXSd3T71k1dvXpZ58/vZFy7djnT+E+5fvWrX9GXv/xFvQzt1WuXtEG/dngtv3Lpol4l7603XtPnP/eGvvaVL+rrv/4r+u3f+gb4Tf3mb/y6fuWrX9YXv/A5fe6t1/W5N9+QaR12ePtzb+ntt94i//WMmzgFb12/rls3rme5Lbv7cNff3Hvhju7euaUXcS6+jDPx5Rfv6GX6YRlef+01vfH6G/o8vL749tv68pdY8z//eX3+c5/L+Nybb+b2X3nlLvXv6A583Odb/hOSOCrv3r3FfL0lp6/hnLxx/So6uaEXbt/QHXALp/51nPru8+WL53X1yiVdvnyJdeYi+jqvc+fOaWdnJ4f+FrO/Ffraq6/K+rPuvvKVL+mrX/2yvvKVZ/jiF9/W229/Xp/7/Ft64e4d2r5YUc7KAAAQAElEQVSh67Tr/7fmdbd3Aqev0vbVq1dY367o0qVLuU3Pe7fpcB2WxXCZz8Ub2KnXecPxTea580cbGxptbGi8uaGNrS1tbm+dhqv4pkzveusYsC54HTUcH2Lr/X5PFXa4QnkSPxsWKjDUxNrhNapgLjluOG7keCqUUrAui0+bQ5ZF8pTjLA5quRsbDXcQr9nr8H7bpR1v2V9qzhlL9p51OC+ZsVafiMgRy2YUTLoCGY2IoO3nkYn5JyL499lP13YX1rTfxbvQckUEPBP9SuilyKh6PdbMfj7X9lmDe6SrqpLlcdrj4HE9z37YYx3qcd/pUd4n3od2kzV322PpceU+5zP5gDV+TNxrkteuAWM1JC+niTs0hqwdAxw4Q9Z4O2zMr1f1VJUV68qANW14BmPWgjFrGTY0Hue45evqD5B/xae/6lNVZV5ViV2AEt0aRSpYX5PCKmz5p21Z45bKY8V5wmeNLp71x1h6TA0MwT+5boJBwT9lkVgrE20Vz6GPjgb9ij70wUhj7iPjkeXeoA+b8rzY3CBEdxtj+kT5CPSrSr1PAVuCPg00rwI5zqKT62xYpPScDRTopUhJEaHcOUnEVnF0Q4lMU6ZCnwB1y5+DyudCl3d1ia/G2X3E9rChT+vrel6/6n2qPvplpSIluf0C/isk8ooMnys/DSu6Fc0vFzdv2rMtrYM+FWlVVqTnw4jQ+sfz0FjP6+Kn+VQJ+ARjGkGCMWg5u/rc7DXE8ZY5fhbZVqFTXqNqzjUnwH7rk/eBBD+DQAaDTPN5EuR0RBB+OhIyreoGZtLK7ec24Q+TT9TL9NQprJ+fgxRC1uYzERGZd9eGQyMiHMh6+3mIiFw/4tPDdfksc8SKLjPnn9xH9P3ZIbpgjCDNsoj7iuNGRMg8E51chSmn3abTDotEXiQhpJLpf46uMv2nlHsOlAV8UiiZ32cgYtW3iOfDVZ1Vntf+yuuP5ybwnjvyes7a5PXWGHKu91plOG4ar7/eM3rU+TSY51m4rf8rKNbnH3HzNZ9OP6v+WB9JXV4Ow+lSZ+u7rtHxcf3OprrhjIjMq6Nbpy3OjInrn81zvV8U63XNKyLkT8QqtGxdOiIwnVBHFxHyJ2IVOl4U7rdR5D4UZ+T9ZdPeB6oEr3/G3tKaHUZElnE972w8InJfIn7xUHwi1un/28fPyll8iv7WaSJ+MRm8PyH+J3668e0KIqKLrkInyYuIU32t2i+yjiOe5UcEdSKvr+ZrG/Sc9VnbZ5AxZ7jhsK9ev+TcV4CSc0wln6U281l9QyXrgc8eC94JGXLOM0NtjsbyWc91B8z5Ief07e1t7XIv2d3Z1ubWRr6P7nA+9P3g+rVrusw7ie/9Xk/GrCFDzoVbnIF2d3a1scnZCFk2Rpz7OMu53PEx6Q3aGg9H2uKctMV5acwdwNhgTUqpCD2HJJTS5ryqKmSUhKYJ94IHg4Ampwl9qqqbJQpaUk9K9LDkMO56Va/iMNlTj9DpokjQeMNsWOwbSYbT3gS84S5Vc5k3GjZi676qysyj36/gU6os4UG9pS/UPE64/YKHjIJ8h8HFv8Ex4fIlvBouH27H+YbpWx4wnN/J7cuJ8xzK/aOfqZCCvqSU8qSvqgpdrOC8lk2r29Qcjwg5X3yc7spqNninyT79cZnzlxyY/SjpA3NHExGZDvboyLpR5mvDswwRkcv9j9vrEBHo9nlYhwse9Oc8Ys3nU/m3sA3Hl/lRYsHBfc5D2DTD/bd+PVZGgW0YqAAZBP82w/o0rcfJcdOY3nB909tWHBrON43ybuAxbzIf55neMF1EZJKGg1jDocE66fpH69hYk9Hli4/pDOeRzD+Od7CeXR4ReRyLoqAvSalIyEB7okmUHRE5nYKHL9JkKyGU9W5EhLNOx8R8IiLXcbc62m6MunZdye0vGGvndXI5dFkH03R5EZHbdhvmZ1gGp92O8qfN/zovIrJc5mFb6toxgfPM14iIrAPziljVsf1FhJxnGsu5jo5X/obQmi1bDkN83IZBFHtaZrieYZ7ONxyPiCxDV9d5rutQJx+n3Q+HOYuumpflcr7jTZalYb2on4PrdLzcRhfvQvNzvMN8MeMR9wi7Wub1ZcjiOBz20EcBqe1tSVgzHmKsjUZi/VnZd7AmFNCmnNewDnpeBGtIUSTKUq7X5LWspd8Bj5a2Fsi8oGyV1+KQsckl7K0b64iAvoBHlcMWAo+V+77Alo55KHa6y58zxx0vioI2eHyEpiu3TuwAcZ0OTptXRCB/qYK1rmXdbOhDg7zuo1gnnVezjjpdVQnaEE3IaZeH10rXRSfOc1s1FybzsDywR56Wvgb9rrGNee67mDSrMlgRX9EGtOGMDPfFh+GEXlzuTOc5dDoioBc8F6xfs1MsWPMsA8W53H21frzmOZziCJnxyHx8dCj/iVLryfTO958t7eol+uU6ExxdLi/Z14wJDqsaB2EZSWUqlBRqWbMW6Nz9N58GPXpO2XnmfMdtu0aN7RqOG65jGvdJfCzPBEeZ227hmxDIOujoXMe0rmM+jlMN/TZynm3IeS5znQjkw36cdl3TdPkRkeuZv8vdZ/NyvONhm1n1Y5n5m4fLHS5w5C0Xteplo8Vsodlkptl0Dt2ScamF71A0jc2USujK9czf7Sx55JtxKHLabaWUNORg4/YM5015+Mc8VKSSu3mLg2SqYxyrc5ysNe0Kp45hGRaka+RY4rwxL/fRPMzf7ZqX84zlSdtu3/p2+TpcxzzKskL+VhFJBYbv8XDZYtFkvZm/+bluw7xxG3b42CHkMbTTZ4atOW4688hI2C6MXF+tsq6WzBvzqaoyz3uKcxspFbltp12e0JPhdKDgBEr0MKr66qOnflHq+qUr+s1f+3rG5197U7/ypa/q9rVb+sLbX9CbPLDfvHVLN27e1HUe8C/yQH6T+J07t+WD7e7Ojix3xZnH8llXxoyxwlxUcml0fzxGlsdyWIe+yHq+2r4sn+N9DqMOXadk/iT6bbt2PfOOCJm2QLchVgUbC6HTff8mOofjfr+nPnwMy0Rx1kdE5LExH4+/HXM1459SAaOE7lrNZjW2WONIn8s0LLUc8Vot6csS261o92j/ANuq1WATLXMzKYSfRy169RktkMllBe01nJuctvM0mJv+86NHOLE9ttZBRGjIo6zrDQgDXgjDeJag0g6HfD8Kn9vekdcP66qAZolj1u3ubG5qRL/FZ84ac3h4xFgc6enePk6yI/lP0j58+FgffPihHj16Ijs4nzzZo59zBf0uikrHOGinOP0FX0SX+SxP9NIgsx2mS/opJeZno8ePnsJ3TzX9pRieD/Tx/QekW+3R7mMcq3N0FZHoQ080JP8Cg+dhVfU05IIxZc7Xdat3330vyzryZYO+nr9wQS+8cFcvvPiiLly8qBKbOmLvMqYeA+Yq5s/e28tzwG3Y9haMRY08fpBXRK6HiavA9nrYQ8NAHrJ+K6QBa4bzWyaSbbRXliqKpH7F3OUc6bFqmFsewxlzcYGuS+xQ8Gi5H9SM6QFj2DJ/G/Qyh8aOy3d/+hOclI9wYj7Qg/sfQ77k8tZXbacee2LQ3iifF/oqk2THY7APloXUx6lqJO4jNWeMKXuIy/o91jHaQzyJ+4tpN8YDXTy/IzsYr+Ko2xoNdR6nq/Ou4MC6dH5XN3EqXbl4QVcunM+0F85vZ/ob5N++eV0vvnBLL+IoewlH2ysv38XZdxdn2ht687VX9MarL+srX3pbv/K1L+urOAe/8uW39Wu/8lX9D//yt/U//t//e/1P//p/0L8m/O//u9/Wf/cv/4X+u/+b8VuEv4Vz8Ov67X/xm/r6r39Nv/Hrv6rf+sav61/gNPzG138dHl/LTsOvffVL+rWvfVVf+/KX9KuO4zz76pe+qC++/Tm9/fabOczt0/bXcTr+xtd/VcZvfuPrhL+iz3/+Db35+it6/bWXwMt6A5m/8AWcjZ/HEfjWGzgDX9Ov/+pX9atf+4q+iuPySzgpP0/ZXZyBL794R6/iYHwFvIyD0d9svIIz1Q7c0bDK87zmbLQE89kx+9ORDvef5jAY72GvwrkwyBfu3d1tnIK7OsdYVL0k+fwDRqOBLp4/r5s3runq5Uvyn5PcxSG+vbWhna1NnCkjjbiMj3DKnN/dkv/cpR3EdkCa/trVy7rEOF44t4MTelOud441dgcnni/k2zwUZFqcmVdwGF7HeWin5S0crHdu3tBt2vUY28F6A+fwNcrt9Lx546r87Uw7Qa9dvaprlF0nvE759StXsqzmZ9xknb9185puXb8Kruja5Yu6iq1dh94yXjp/TlfRm/ONS5RdwtYsR24D+puuyz5x8wR37txhbr+gy5cvy48UWzxWeI1OGHeb51aDDj27JZ8Ta+bggrOZ5+B0eizPiQVzY07edDZhDZuyVs+0yGM1zekJ88a/FDHhPGTMWDM+C95zjY5uwXlsmdeRWjXzusMM/sac8vxLmYRLywat1x2jYd3QyadlETUiQikl1pYio2SdKTkflDks5f1tFe/KV2FRFPKaNeCRx/oxer2e1sMcZ11z2CccYEv9fqVV2KN+pR62WrGmlVWZ4+axDrftthwaOU7brrMOlxnO60LHTZ/7l4rcT8c/DQU8Xc/hOj6NNiJOeXW0ffbyAfPF+hiNRvKjuB/MnDZcblgmo6tn/o5vMe82ecja3BjLoefP1uZm/gUV522MxxqzhvqBa2M8ktfo3B56HdJuv4cu0WFZJFUswFVZqiJeul+gSPTfcgPHzyIUatibjLYLsZcldlRjQ0v27S7uM+oC+3Z6wR46Y182JuzRx0dHMo7Y47vQtjthf8yhbZ74lDPwlHhn93P2L2NJ2GC3LeuYEexHyQipYH8zyuJZH4tI7FFBWSHnGwXlPWzYOig5NzqdMl2CLuUziuv5rGI43q+qvLf2TsJ+VWUno3lUZXGi02eh2/kk4kSGgnANZZnTBeNQAoeG47l9dJ8Yl3UUCTkTPH4OipRU5H5F7lcyn1NIz6fjU9MhievuJyEp6wx+BbIZK36izfhviiTRVqwg4sDtGYm2PxP0P30KIrCak/XNaxzsFBGnkIizhOd+Ezf/IiWV6NpxSsl9/t9EToGuiyKt5lUKdCD0LupFzqs4MJXFKl525aFM53EukeHnwjJAU7kd6pfES/JCUkRkJNJGRKgLfUb8LKRIKtZs7mw8YsU34vlQJ5+I5/Mjfrm09f8Myn2ICFl246w8n0wnaN2mqKuTD4PHmtCe7McNB/wurrV85zlds540rGEN5/KGsCXkkqAM1rgwsJeAT0YXPwlFfsuaKN4/VlhoFS6fC4NzdweXd/FV2GAHDbZie+nQktfK61vh9zUMsgC9Mp2hk3wOT5zDO3xSTwV6sq5+WcRpPfPMY3JiY04bOQ8bcmg4r4PTp4DG+RWh7dao4LWedp7RK9nvz8B0GWt1XN/0Pw8F9vSLIhhL33U7JKHbNfxzfEx/libztA2x/MeCMwAAEABJREFUZ8XPQcJefxEENpzoU0Rg878YPAYRvxhtxC9OZ76/DCJ+cd4Rz9O6HdvPOiKep4lYpVOkU924XoeIk3JsKCIYWZ3SRcRnx6FnkkHMlGacWsbzk6jVsJa0jPF6mc9B/mXeOed4hzPONh2ct+BsbpqGeuE5nERTIYZZLe0E60bD/dtl/X6pkc9zhMN+xZmkgFYqUihRwRDyJfjYhkX9dJIf5PvuXxUpn1f6nMftFB1wLuwz1wY9z7lCzt8YDThPAs7vA58dy4Lzd0m9JDqpln76PYlUK9HAKYIkyIsroQerpLKRaDgiULKUELggXSQvSMFai/LoqE556ZTOdUsENH2CPiJyWURkPi6vOJCZxjBNgj/Fcp2uvEeHDR+0HRZFkctNbxofuBwXnwbFLXm0mDM4vjgtOOg6z/1qWfg7OU83VvIaFFz70sVAOmxJw0qty+Dn+k5HWP5w9BNlzjSd6xuOu77zLdtK5oJ+J3QQuX5HZ5qIyPmOd3W7+hHBha3Mdc2ry3domH6dl3XY65Wy0VVVga4K6gYQcYcrRFiORtaVD+4OF74AsJnWPBo1bIxt1kWDbDr5NMi+wkqXzrY2G2y24WFskWGZWozZ9T0eCy7PvsA63mIvNJ1lKctEeCIfma7nvixOxs3cjZaxMFzehY4bTpvGujGs6zLbXYHckfk7nZEvDkXOM23Eqtx1bIvO62B659nmOjjPcL7riI/bdx3nGS53WVenyzONy5zuLo+mgwVjk7KsEZHDdVrzse0bxYn8rhMRcn3zNI1D1ytSkfN18sl5ec4UctsF8YiQdXxCkgPTpWJV1zSmdV5EZJkiVmHXX5c53tE6jIjMy/k5wj+mW5UlUjrlJT4dnUOPZYeIeF4nrAvmYZTI2PU14hmd1j4RKzkiVmFXFLFKRzjEZtsFDy4LLeu5bJu2efnQhl0m2jSZH0YjoCe/YY1Y1jPmzJRHn0meC6kQ+g7kFZ8mI9HVsgz62rAykkfd1rHsuKxzvlnW8HOf3X+jewSyzqx/99Ohx96haT0/uvICXdAg/AIZCmRI8icicjxiFZouIvIcdX23lcHBacGcXyxnuf81erBMDp0/nR3hkODBaz6hzzPN/SfueHTuHsGstzb3aZH1WOd1Y4Feanpbw3Oew5Z1pG7m2BxYTpGjzmua+xdhPUWW32n3TWsfp7v8iBUtQW6jZkNzm21eU1p4JPgm1r4KnXAwZxy9Bno9HA778qboBxdvhjWbc1kkHgQKBfI18CIpwwfzpdes+VQt66BYyyp4oUFV7IvmUaL7lvFzvMc+xhkfspbNvcoH/Zo1rMXRUKSCsSiRp1DB/E0pkU7yeEYEOlqgl1nWifg07DkLHmCW1GeDVTBGDQ81NXkODd7q84OH81zecvkxULZqr99AXjPhZT6GH2sa9jmjJd8PNc6f8nB5dHiolrKkQPZC7ksRicfnqRrzph92mC5wnBbuD8cWy2n53E5NXduuMfeBCfhhyP8/TMvao98NunId0x7zWLSPI8P7jh9CC3RpG3cdVMAYlprw8DTlMalISUVKKzmQ2+XOT+huNQaNLEOREkXhaEZBm30cVCOcPrPZXDWXvaBPzk+pUEG55SnLSgVxP6Zanha9wSj/uD/1smVsWs3h4XU20U5EKGK1htoJFBGZ3vxcf4ktzXn0ch2Ppce6V5bq0VZJ230fzjjXFEVa8UE3M+izHaOw+WKqJXPRvwjWML88P1se+FNBVwkd71N3YziSHarj3kALnM0HT/f1g+9+Xz/+0Y+0T/yvv/XX+t3f+R39//+Pf69vf+c7siNsjkN6ji0tZkv9+Mfv6M///C90796HrGczhnOJPK3sSBjwsFtVRX7YHXB49RwakOdQzAfv6X4sXzKPLDdqyXbs/yeryxrmjcMJ9rXAlpfYpMMZtuHx97hbd4c8LtomIgI9N8qHbHS9wOatzw6tjRstm3aOrszPmOHQc5+Oj2fZAXl0OGGsFkpRcfgdKhjzGvstCKtUqsX5vuBxU8wrlmVsvVWhyN86bLGRJbqp4V/RoRoZXM/5DhfIfniwhy3Cnzrut9cV96thDdnYZDzKUls4XbKTA8eIHQ6To2ON+0Ntb27p+tVrun3zVsbLL75I3ob6ZY/x2tPREbIzPsf+5QTkKMu+RuNNRI3svKyqvhK2mnCeLpiX+wdH2SH6yN8cxXE6p29TdHdweIwT9liOF2Wp8camCtYopqkOkaXFQxnwmdO/3BZ1At0U8EUttLWhgnikAq2njKzDqkf7lVCn3HZB+gi7G9OvEtmcdwT/Rw8f6WfvvSd/g/XJk6fMvVpKoU0ev7dxKDVwtPwNOqzbVgkZL1y6rJ3dc/nbYz3m7QDb3oCvvzXWw/4GPMAPeTCfYUubOGzP4fTZwKnl/N5wgHNryPwq1e9VKotQr0oa9CuNxwPGuJFYO3plorzQ1sYIR9C2tjZHqsgz3ebGMKc3N8ey3Z/HCXbt6iVdwKnp+MULu9re3tB41NeIvWQ07BH2tL011ubGQLs7m7pwbksXL+zo+tWLevHuLb36Cg5O8PJLd3T71jW9/vrLevPNV/VFnIZ2It7C0WWH6Y1rl3CK3tTLOEdffemuXiL8ta99Rf/yX3xD3/i1r+nrOBW/jiP0q1/6gr7yxbf1hc+9kZ2ldka+gTPyLZySn3/zNb3lb1/iYHyTdt549aXc/t0Xbujll27rlReRAUfc5YvndA77PM84nNveJr6ti+d2dRl9XsZ5aGfbVZx7t3DEXcOJeBWHmst3cWZcwPF4Eb2cw+m7C49dHGkrhxxOuky3o3M723J9O+Wu4Ah2/fPUs2NRrHNbG2OVKWmIk2ODcdgYD2X97sJzi7V6YzjUiDLv1cG+LtYRUa+Q1KPe5nikLZwq28izMYIW2xhi2wOwgR3YqXn71vX8rc5XXnxBr7/yErp6RZ9/E53hsH2V9GvWzcsv6mUc0C+Bm9BfxPF548Z13bp1Q3dwUN+6fV03GJ/bODbvvnBHL+BEvMF8thPSzkaHF8+f00X0toVd72xv6dzuDjawq4vnd/O8PocurqDDm/BdOT8v62Z2Tl6H321dxwHq9LUrl3SDfKcvXjiX+Yzp55j+ub+b6GgLXTm+wTwYccEfAzuF+0WhXpFUoZuSOVYRVqQ5fsoPj6XzSFdlqV5ZZb2Ph32Nsd8Bet4YDLQ5HGkbnZ5nPl1grHYJjY08Fn05HBLvsWcZZVkqIuSwj5PMZUN4eN3b3NzQJnNoc2usDcItwq0t563gvG1odrGfHXS2i452aM91NjaG2jjp5xa25V/yGdFft+F2V+0M5bDDLjrf2dmR6Tc3NzVmjXCdrryLm5fhcsP5A/r+HLAfp7u6Dru0Q8Oy9Ht9ObRMDg2Xmb6D+VfYpGE6h9ZXRCgxRhGr0PGiSCpYsxJj5bhDoyCdQ8rKImV9m8dZmHfXhuNlWcDvk9DJJyJOYs+ClnXY8H4bEXl8I56FUgiSDMfFp0uvhw0J8zEgOf3xvn0WpnF7RlfWso+28HCeYQaIIQ6oalkLDMd99kAlKtBRhbFXZWK/L1m7k8qsr8ih84tCOV4kQa8c9xk/RWJbAnoe4f3xDApoylQwp+BP2MUr9tF1ON/pXtlTxR5qOG4MOKcNOQeMBiNtjJgP403Wsi1tjbeZf9gw4Xp8c7TF3Nt8DuPRSCPWPD8CGo7bcdwrC+b3Cv2qVAfLU6SU5S7C8hcqCZ1/CtIFuqjoV481oofcfYfGSbxM6PYEz+LmJ3h/EqtTQ4vW1hHsxUbivFVkFCplJP7NaAsVLXkggYBDtIl6z0MN9sixwlvE82gkfs6i5dASJ2Oa4Gk4nTJvt+KcT6LIuil0NnRdtRKmmtFwcOri/61DoRMh5zpa9/+fgehnw7w16H4+t3Vhy3h3cPkp0JHrqVnpt/H9B1jHzqsXjT4Bzp41WPCWsOTtdQEc1idpx435dKIF7wdd2MXn5C24az+PmRbwOYua+0bN3ajljtUiVNsiOQoPznfrSMq9QAOEjBPXKuztk3FGEEoIPJgnoOdorV0hJK8/BJC2zwP6zFdatXMmDMh97vwsuPw5OUPY+RokkfXZoN8tZyPDa+IKnK67vJOw9bppfXUgX+itQ9BCMuhoF0YEferg3FWc7JUeQ6tQUgESQDn86053aE7SjXK9FEonKAiLlFRQseCfogjiSWRnZF65f6v+5P2Bt/2WcfaY53L0LzUSofcDt+EwmzB1ZXheug7IaeeBlvz19C8ed3OtgqBDCssdWf4ireIJYYwipWf54tMC2vbYE7PoEuncPmGLbLmM0Pktd9KGi1vDfc9vO0vuP0vubQvCnOdyyhw3Xev4mTyX1eQbOX7Kr9Z6nu++C+bsAt6+++YyeFm2iFBBP4vk/hRr8cR4JUU8K0/Eycl5If6jQx6XkETRChJhCxwaxKWTdBcnpBI/FBCX5HiG/9Ev9knIHBGKeB6fVTviebqI/zZptxfxi/OyLRhdPYefhY7utK8pdBpfa9N5RsRKDsfXEbGqt57XxYvksY489p3Nr4+z48n1DYWcphXOIpWGnLXLopDLw2sP87YIcWYpObdV+a4+qEqVZUFNYZdLCboRb06+Kw4IKyoUktJJ3S5NNutmDa+kEXcb1/GdZWtjTLt9DaqK89UGd3Xguwd3ix0whGeRItP4TrI1HnMvGmpzNNAYeYfcd/pVifxFvpNuU74Nz3PcWy5w7zi/u6WUFyZPKBaYZg3OX/Lo5Qd1D05EILp/WjltWtYtMjBsyiKCRz8mJLxczzAP0xkQKqLjoRxPDIgP/L2qx0PdQL50GL6EON/lrms+HRoWf+elSHK5+FgeA6YMQMmA9PIFxxebHkowr8KDR3sOfQFxnsvW4TyXR6zkNM+TqLr2HUaETNfRd3KIj+Mucxtd6HhZVRzuq+dky5cuBmpdBsvc8YVdbte69KI252HPfXe524lYyRkRdH2Frk3zNH+3TbGwMEVqoCPqXZ/Xw7yokWcnEarJ5XWzkNHyUIsZM8QNqBnzhooe6wYehPAoq0SfClW9hN4DnQRj0irX43DT4KDyIUcYfFkFtAm6BJ2gC9prV7xCJ2GT8xNG7f5Z/9a34bjz3D+H4mNdEMCzzHBZB/f7LMzDdRy6nuF4l2dbd9z5rtu1YxrD+REIS8Rpj0cnm8doOp1qwqO/810OWf4xT/Myz4hAl62cZ5ou36HzzKcLuzGf8XBrnk673DCN23bc+U6bh23j1IaSdV2g05TlcHuORKz6YHrry3xcvys3TYImYkXnfNM4jIis64iQ2+7yXcfxiMjtRQRjGvLnLO+IyHbtMssQsdKJ63e0bquLm66D571lNszd9V1meoeG+VgnhvNNExFZLseNiMjyOT4cDlh/+vQrkdeqwWnhObDksG4nwByHRkteN4eKIsm2X7LYF1zeUwGvPI+kSJLpVjyWee44zzTKc6rJ9l+4DgcLWoO+yfwUULB+Wr4XwmQAABAASURBVP6WA5T777j4dLaz4HDj/JY824RtznkkFdT3mLi8KAraKeS4eSVsIWI1di4zvWnNw/A3Mt3fmkN2jbOzYfNCGuRv83qw4GBVszaIHPe5qkrmfcF6VqrXL1SyBrhOg55qDuymXeJQXXLZWXLwdX5KoaKULItitabAXcFaYjkNy2RYJvftCAeL0y36cFijH9M5dJ7heITU61Ws+z3WmYo2RN9rLdBXRGjEg2SfB0PTF0XioW2kbTZC/+k4P8KJfrlPGzwkutx0LTqw3p035DETNmrQTwT9SEkLLniT4yPZAXl4cCDPU9epqkrD4TDbuGV1u+KzYD+NiNP57zL3yaFpIiLXqdCtZfNDX017Mxw+pqvpe4seIoK+NZqzH3Rpt+10wbjbMXWEXObrfMNl1oXzXCchv9cq69ihy0zjuh/fv6/33n9PH+JYe/jwAW3VOsbp6XLXNxz3QZ5CzN3WqGxv/X4/679IibHoq8/+23II39vb06NHj3D4POESPRdKyGUud7wqSw5AZdZlD/2V9GNCm4m+utwyeywqylBl1lOWAZ12urFc7pfhahGBHaRMm/uHLbi/huuYZ4cpOrYezKNISf4seRSYsqY7b47zeMoDQETAr8n6ME+XkcX6McCetnPft3FM2GY8fls8Do+whR626TZrxnPBXDL/8FiiusD2EuiVCR2G5pRPeVSwPIZlOMTJXTP+5rGgH67vfvbQb8FaMuLQd3h0oBqbXXKO++GPf6Rv/tk39Yd/+Mf6//3v/7v+6E/+GOfZRE+e7umP/vhP9b/9b/9v/dt/++/07/4//1/Cf6t/9+/+nf7mr/+rvvnNP9ff//3fawfnlR9APL4tMre0XaKXBXvRlHHp0u5DjTx+IDmA99H+gVouaw2XvCoVqnEEMr3ltB3qLiuCfqI0a7kgNMzbofMi66XloCwVCqHwzEfYkXn2WERMb1rzd37i1jzgYXI0GjMGPQVtlGWfObnIe/IMR+sEx2QNj72nT+X5umD+2Ln55NHj/MsCBY9UC5yJns++qFZFIflSiz4P9vd0COx8tZPpjddex1FyQT6IX7iwm8f+zq3beuuNN2RniOeR625ubOrKlSs8mI60yQHc6U0eTj0nevRjSXtz2x46neBAbdDzmEfSIiVFWcj/f7sZ6+c+Y3uMTbBqyv/PTpcZbQol1osC+7Ijsc86VbLOqUhyeZdf9vuaMiYz5kt/ONKA9dAw/w0uE7sXLqjiYdb0G6yLV3H6DLksjDY3tIOjyKHzS3gbC8Y8InLfRsjrueg1Yn2tsW0Ku3b5Fk6UHheWhvN7i422HmPqO1QIZ++MPbDC9hcMZ6NjzlFLdMH0gAMmwBi4DbfrObCaC7WmzE+njZQSF7G+vJ+UnDf7gyLvUVWvVL9fqmA4e4SjcQ9HzVAj5Bn2Ky5XI+0i33kuRLvbY/lPzZ7HkXTt0kVdxzG4OR6wNoX6Zcp1CFQlaeWganBKFdrc6GsDvn32wu2tEU7BbV04v60dnK7DYUXbLetkjXxVzju3s4U9DKkzpH4PWpxv53ezHJcu7JJXadArVEXo6aMHusd6fO+D9/Tw43t6APaePNI+OD7aF5Mr8xb7rthzg7AlLDh3FyGJs3jO4zxTEC84+5u2xa7aPLcXsJhnBOMT0NTLGXPiSNPjQ9XzierFTCv6hZakG3gF55mqkHpFAsr1F6yRS+xU8CkYuZLmS845HJPQWWhoO4V+jK0ZW9jhNnbmS6njO9ibHZN2Ul6/dkW3bl7XbZyaL9ipSfwGeZ5fzrNT9tzulrY2x9re2sDxuI0e0aF1iyNu6PEdVBpxqR6P+hrS5pD0ABvoMYD+M8Kir9leGM9uXHsoLfcZHQhdlikY/5THW5xnas6DhnUg9EfHMdAFClhC05ygVe53Uh7HXomOUEKZWuyo0Khfadjv5bjtaoBebIt95vIApVa0ubLPQsNeoTF92BgN1sKehv1CA/j0e6XOwvkdhsOezMttDPqmLahXUqdQn7aGyDGGZmM80IjQcoxO2hvAe0RexqBHPTAYaDiElnk/HA6JP4Pn+ogy73eu6/706btRMe494u7fsF/K5RXt9xmTqkoq0E9BeQV6PeSDxmUlZVVVsa4bpcqyVGKun0XN2u792GuKoTOfrmw923SG8yJCEc/D+UZEMIeL03YjQv5ExHN1nGd+6+jaPZsXESbP9XOEf1rmlCHmqMN1OM+2aqzzWo/DIvOLCDmfKeisTyCCtvlZL4iI07oRq7h5/PNQbuss3TrvLh4Rpzr0+OnkU7A4O70OKeRPROQ6pimxjYL1xMBcRFKYEGeFhgf9VsHektBhsF94LxVhkpiTAY2gUY4H+0+X73jRks8ZoozEvH2GAhnOIpGXpBW/tbDEJgtkNRw3EgMQnCESdcznhH+Wg27IZQabnjKQyzJbJtEXx3Nd8wYrnoKb+DSEDcqvnwNLB/ntCVy+guu6fcuXqN1BtOn2Yi3PPFiqVn1sleU1vWUNdGq5HBot6dayfios26p9faK8XfXf7dN2nEDoa4VG5mvIdclvoT0Lz69PA6Qy7XqZzw1Gd45weAr2w9M455vPjEO3XMOq/y1j0Ob2+IefZ2nL8Gmgu7/0T2JgIoKxVQYN8bNq99PacF6DIpbsU+53hyXnwA7O6+IO3e85Z+M558U5532f6Wacsxw6bTi9gOYT4DzrvJo7QE2bnoMtY2egIH02pAj3K5RpkJmOEbUez9iP5xSAMNfJawZ1E4iInOeyU5zwqunzz8OSMT8L68KwDZ3KQ9vuzzpqzqoZ7venINuI7fcz0ahh/6qpu+DO5DuBf1HYd2DD6YV1+xmYceaagwVvEu5DTV9bzmBC9ykk200OQ6s4iWBCpzUUZBh5jVCwTiYVDg306nhIeS2IHAbrQyhYN/n3JC6oW9CFjj8Py2TZDHH+EufUFUzXUNf2zE2HMuvY9ELnEZSHlEKy3DlN3XAZyPkhygM4BMiWOrgPkVR8AtDTavol4XXUvNbrOc9pREUvOsXZPKcL2jMcT61lhV4OI9dLthVsos2/9dBotSa2CvLNnydHOfS+4ft1w5g/C2uOpgCbrjOWarCtZP6gADneKo+n4+t5toEyCnHSYo9NKlJSid46FFn2Z3nWg2nd/xxSnkChxH+hgrh/AdJnwApevSKpLEKOVzmelMsTeZwFnpUXeq4cWpf1oKnKQgVp/RKflrXgLJq8f9nmVnDa+CXY6izP/9ZpyxIRivj56OgSOu7iEeHoc3VdHhE5r4s7fB6Fnk+nnC5SYuxK9aoe94c+94g+TkrAW9SAPKNfVeSDnCbsVdxXeitwj9gYDbn/jrg3j+X73+Z4nO82Q+4CvbJUgR347ORzXoWdjLmPDOHv++Ogom3Gfjzo5zoj+I24w2xy5/MvMF+7fEH+ReEx95aCdaEHrXnVrI2wynId7D3RR9ynf/bOT/Sdb/+j/uZb39KPvvddffjez/T+z97VOz/+sX70/e/pB+R99zvf1nf+8R/1vW9/m7zv694H7+vp40c64k1zCc+qSOqXhZI3T28CXei4DcmYs1ka3kwM5zVM5AbjM72/YegHYsed57rOc+g81zGcdnlnYE4bp3l02GURkQcrMVgGyWykpn0GNh3ad90IllEmh8vcjtt0vvhExKmhmFfB5HMY8cn8ksEzTOOwo2NqSSE533niYzkJspzOX6d3/joiQhEnoCAi+Fe5rvkZxUnbEXFK2/H1BbKHARlux3D77mPEM3rzcZnpu9B1BoNBvugq3GwrqigVkumTjRXLKtBLWRU8OpXq9/vQ93kY7hMOcEAMs9PBF+YBhtnHYHsZZb7YlhhQUaasnxyuxRO8I0LypZANXXyqXqlcn4nlNi1Hy2ZY82Dhw96SB6Aah03LJipsgip5/N1fw2nDOnBoOO4yw3ZgG7AtdHbrtOE8Y8bh8GyZy3MehxjTOG50cdfxo50fto0u7fAIZ4/LTGs+jjvPD4sdj47OD+JdfZc7bZje9Uzv0LzOwmXm43KHhvM6ON2VOc/1LU9NnxoOej5g+UA2m0zlQ5pDP4z7t45yOXSOLwk7mMZ15uhswSFu/2BPltu6tt7djtu13p12m86zHA6ddpnpDctj1BwQ5rTjcqcdWi/m7bqu47F16DLDdB3My2UzDo8+KDQcInx4NMTagNFwcFjitJnx8DeX+9eS79C0HVr04rh1Yz0JO/QFfYB9Dpl3FXNkOZvoiEf02eSId7SZGhwdLRcp0+aFukg6XeCJJ2y3ZoH1g6JpgwOtwclGruc8x827Yo50eQUdLpmLXd8iIs9Tp91/9zelpJL1os883WDz8cOV09a9UVUlc3y1JhbwqqrqlIfLzWOJrhwXny403yIVKiKpIN86cN8cZjlTqAz40u8WuO/uk+Pu53xyrBnOu+BEWBSJ9SCUkjJ84BVz3HBey1rQoGe6R18gomyBTu1AsnwFcrtPEZH74rjhvoiP9dGy5juMiLwO9fqlyiopklg1OHSy5jhesB5VPET6kc5tipNny0PLknXGf953yphOp8c4W4615HF4wkPw/v5TbPxQljXRb69FCb4l/TL3CIlhMyuVqcgHxYoy/2Z4Rdr2aF7H6MN2HhH5wX8K75rDLJ2SZV9wwDXm7LGL+dImK/fTa22iQdu2297goXk4HOQyr+mGdWFa83n8+DH6LrIeZszTzA/eUxw0qCu37TXG8BxzHfPoY0Pm4dB2tLm5Kf+5vosXL+qFF+7o85//nL785S/pxs0bGiNDhW1Z71VZ5X3CPCICvdWYc0O4dHNyvnlWVZX72aOdC+fP6wLOmq2tLfaTMXStPOeCWJ95VqSkIqX8jZIK+66x0QTvvez0OpRpSuzCfXMfbCdux85Kw3XcL+cbS+p7LTEcb07OLC1rQJnlH7DHDfNh0HwKeA95FLYONnEiOu6903WNUGAPzIhWMm2v11cqyhx32npp4O14WRZ5LFy/pC9VVTJ2lap+jzvPUkvWvZpHCq87dX5sWKK/pRri5jPkgBjoomWetCd2bt7uu/vjcXS8Zu0Sn5L27FxrMcqiX2HdrRri958+0REPIMe2a+ZsnzE8YF166v8nJv3ZZUzGW9tqaCMVhc6TTkVi3x8ib4k9tkrIERGKYO4jj/vXElZVSR6N89NjrezTt6JI2t7eZPwrRRJ8azWsfSlRn3RRplzWsD4WKWX+EeYreAVlvWwb7ptOPilZ5yidWT3Hpj32LjffKX2rsLFzOPrcvsft4OCAuXuUeZtuf39fDv0NSded4kx1egMnwKDX16ULF/XC7Tt68YW72sAJa91fxv4vX7ykK5cu6y5lr7/6ir7+a7+q3/yN39Bbr7+hN19/Pdtj961U/2b9vp3IB/v62Xvv6sc/+ZHee++9fAE8wgH64Ycf6Hvf+Y7effeneh+H2AEyffDBB3qKbfv//en5++ABzjLopjgQjw+P5IeqQImFgsvCUOd3zyHPJe3gsbbjAAAQAElEQVRub+vG1Wu6dP6Chv7GJn3wxcXoY9cYWL7wVujNYDnWHD1N4Gmn7XI+zRfnAr2b1kjig+0ucDabZnp0qMnhgY7pj+G49z+v83aUNazVzj9knZyzdtrZtmCPnNDX8Niyxg56ZXaUDLDl0bAvf/OnV5VcnsY6t7NDP3CAYY/+DdCdrTEXqpF2cF5euHhOFy+d1yUuQzdv4US7c1O3wfUbV3Xl6iX5/9/4Ik61m9eu6tb1a4zPTTl9hzXKaf850gv+ZiVO0B1scQNHnS9Yg36lATa6haOuVxUac5Ebcmk7t7OtqkycEyas5zVYqsJeLW/DHjGbHqnGiViwR3kvdH4Qd/9GXOB2tzZ0hbZuIM+Na5eR76peQBZ/Y9Nw+fbGkP5uaGPYk9j3YKgWnj5XtLRh3XlcrMcZjku3OT0+gHahgD6Y0W7Tjr8Be1mFIMN+meXs05dBr6JvJWtZUp+0USTRr9CQdIURDKqEU7bVgL4OyOuzZgzI65XCXqSC+QXbzNOhL6tjjx06G/aqXD4oS2hb4o16NNArAp4CIVYLLJV884ZpHwzWMB4OmDPUp/0KlNQ1hL24b44bHhuXVy4P0VaLvTY5tIwVY7Nqm/4Qt5wjZNyA/yZjamwx5nbI2jm7wrZ2cLbubm3q/M6WHPrybjh/azxkzeuDIXvCQD34DeBnDAm9tlRVmdf6knWrLAoN2LOMXlmqIl2xF1Qn8V65yutoXVZ6PkJXuj6oykLmU5HneeG6JTotUiLfKBjPSgXztGAdKKFzvCTd8Sszz1IRoUQ9o4DOYUSo+0QE8y+phKZMccJTYgXOeZYh86a8ZS+AHH6hkNSyb7ptx0mhg6SIJLdR0GeHZVnKWG87IsRPhuuZr+G8lv2jxd5gr+CfBIJ2ClKJ9jNO8pxvkFz7CUU8gwta6q3D+6XhPJdHrNEHOeiB91VmcpvhuCHyO7hvhvvl/hlOd+jyUyEZRRkyyiqp6hUZjncoGJt1mF+XNs8uHhG5f1r7uLxDxKo8Ik4p3E/DGQ47RETmFfF8aF4R5Cnk+DoiyAf6uZ+kiKSUioyiqHIYUSgiKboQm0oniHjG12PzPBgH9qBO7i7s6jqMiCxRC53rZrti9BrOGDVnoVwcDTStXF+smyQUsarneAfXN43hug4xIepJDba4ji7fYZef+cA2gn9IRERux3xI5p8u7jpSyMzNw3A60FMCDjsop0NBuIpbl0kNc6bm7mBZF4RL+utzaXOii/XQNDVnSevFqKGtnc6hz2SNOvr6JK/mvOx4c5LO5dzRndfBZQ15Xb+09gnHc8daYs9jRf98Hsrghzzq8GPVnKadSBFMQ2Db6eLoJCIU8UnoMz9xWoJVwJo2yVnJROSX+IkI2Q4zYjUucRqGOPaIfz89pNlcvhbCQb8sgkWqxT7bk3H32NgOPH7OO9WbZT1BBFIlkGUNdZ+IVdxj7Xuo4bOx75Adpn4rOp7IvwS5nC/UYnuWuWTeex/qVz3OHM+jR15VVSqKpBJUZeIsUmT02EcN53eoyq6sYM8zytWeepLflTt03YyTsp5D2ijpn/mt2gyRdQqf2YxgrVjP/9R4Qd3PgN8xWs4rZ9FwRrMOMS7RxKcjj3tgG5+NZsm8BPWCOUrY2oHGcubQmHF3mR5PZUyOJnoOx8e02+S9PevC+gB0hTx9JkpsoEMRhbwtBxMyJGwZEF/1q1GLzdWsI37fWMeSe1mXdryFpmUdeQbq5vSzsOY++gzL1f2XNaiBzrZsNNia0435scazaCFfgw7bEzhZZ7layt1ermM+J8h8XIbslr9l7og+RUvfJPoYSuggiCXmx8/Hitb0GV6bTlB0ezvpCLidQXI+bVCS/831aa+AzmVOF5TkkHyHKySV1K1ASRsV6JeVej5/Vsw73lZ8DvVdcMSddjwccbcxxjncIG9zNM53243xON8ZK9cHDo2e48zXHDoOHO/RRh/0KMt0RSnLUCBfJ2uSsv7ch5xvOV3ufoFTOuKmbdnHdDIGjueznfOA487z+Ii0485z3HDceY6bh+ehmI9iPBHjF/qJiFO6lnqfhsa2Qtkp4S8Y+TRePy/vF2SbySJCnY1Z1xEhhx0iQhGrvI4uYpUXEfInIjJNxCpcz3O8Q8SqPCJow0iE6bT9jr/DEpsoQJmKlW04NLDTVf6JzRTUxzaEbj2fg4WGLEEmx1vm6JJ3KsPzuEjBXayXf0l2lzu6/1qR32ZKjMgO9wE2ubWxoV3eLGveTx98/FF2cD66/7EOcHA+vH9f7/7kx/q7//o34K/1X//qL/Wtv/gz/de/+St975/+UX/+p3+k3/8Pv6M/+I//Uf/5939f//k//p7+kvJv/eV/0Tf/5I8p/xP96R/9ob75x3+sP/uTPyL8I9KExP+Mun/1X/488/vWX/6F/vZvvqV/+se/0x/9wX9SaljAjDZ3tFHDgckIiY4GC10tfwPFcH7bTQZC5/m3aPIDIYufyHN5Ay8b0ipssHdWLz37uMyHAG/afhTzJu7QD17Oc9rlS3iah2tGxOmgJgamZcJZHvExjbFkEe0OBebRwfk1/WyZJKZz3HmG4x26cljmn4iQ6VFEbtvtRlgzUsQq7OqYzohY1TnL2210srmvls1pb0CG4x1ct+PlNn3x8uLmQ4rRtWmepnNaax/nm5d1aV69qqe+F97BMD8aDIdDjHWQ83peMIHLjcFgkPsWEbnPBRZvGQyd+bjdri231znSnW9Sh27fZZbFcNx5NZuk49aD9eGxNxx33oJJYjqjZuyaPOGW6uqYxmXuv/PM+9PgslX9Rg5dz3TOd13nZWBr5tfBNIbLTLfeF9NEhDwW1o9pHFp31q3Hy/03rDfDcdOZj9OmiWB+0Tfzc7n5eTy69pxnvs43XMdw/Q5Ou8x05u1+WYeW3X11WsxLw/M82xqO0Rz6YZ85wwRVB9O0nr8ncNqHD2+kCXkfPnyow8PD/Ejt/rgNh5bH8rovHkc//FsGt+9yw2Wmd77j63Ka3t9eM2/nm979MZ15GK5nmEeHGQ5V68sHJ8N1PDNzHro1H9vSKTj8mZfR8VjgZHB6hjPq6Og4/39sZid8PR4e04hARe2pDR3jRLesltl4yuO427QOcpu049DyG+bv0OjiltUwXc18aDiYu3yGHPMT+3fotHViHdlB4HbXeThuOs8/j0NEyLLYLhyap8stm8uNbq47bhqXsTwy91NeF2xXznNoHfR4VHWdDB7xzds257RpHLd9RER+XHOdiDCLvI7UjIXldHumd5sRkedQy1ruy4rLIiLr2IdDw7TmZf5u02nHHZq5eRZs6ObvPM/Blo64v27DdSyjaQ2X26nn0L/E4G+htcjWMA96rHVj1kYfcvusiZts2CV7TT7EVtXJIb5FPz21jFVZhPzImzgc+NA55IF9wGOsf/HgyqVLKhPl1Le8V69ezXpouCj1qr6Gg5HOn7vAoXdDYw66lt3j1KCLhkNiUSY5TLThbzr6gBtcpstUyA6XEXKOWM+TQof7B/lS233DzrSma1nTtjc2NWS8NjlUO87buuw0mXEx6+I99Pfk4SPZ6fL00UPVzIej/T09ffRIv/rVr+lLb39BvjDNcPa4b8vZUvWccwFhmcp8ZpixpsxZT+aEB3s4A5B1joNmziXQf6a1ZQ3qlT0VUeBU2cz7T8s4eczFZ4692649XgP2IDs2b926hc4iO4STkqZcIo8PjjTqD+nTQHYAtejTZT0e9AboteEyWiFTr+yrIBT1IpJK2u5Tr4cupJDAIXPd31Z0/ni8iUN4oQJdvP/+h7Q5l2Ubo7cKvrYZO+xqLrksjfJBsuasFBHUW0I/lZ15HkPbZETk+p63Ey67Bzin9nH2zdFtoqwxE3Sys7WlHQ6FG+ON/M3d+x9/DL+F+uzXQx7ziyJphKNgh0Pl5cuXcDhvyvExToOqQvfw8bdR/a3FclDpAAfQEU6zGpucYksFTpEGHkv6K+jbqtKEcaIbWmDzLfmD4SjLap4Fc8D6F58ecwBR81rvNchxl9tWbe99bL2PnBEeo4lm9G2Jg8gOwyUXZv/CwhEOIvfd/V7gRBJjPschl/WCPU2nPAwQWmfHjIfncYWM5jvEDvytzl2ciVevXJHn0M72jq5euSrnb2LbHknbHiLoxRdf1PXr13UeB6v7sqAd87p48YLeeOMNfeWrX9brOEPvvPaSbmNb3tO8n7nugLY2GIcxc97rjvtZo1uvt+/97GfZEfpTHKL3PvpQ9zm03+fAfnR8hA4X6GfGmrXkbDIHiwyPr8fZ/bXuFujcYc05Zo5upqzxExyd1pnX7QX7hfXislV6nu3Ac+7Qc/HxYz2gzY+5OOzvPdV0csy8W6qB34S49ThDlwv6vDRoQ9hAQedSCkbZIy3sNtTvlRoO+9jVQOPRUBs4lLa2xtjVli5cOKfLODOv4Ry8c/tW/sWKmzeu6QYOzTs4Nv3nUF9/7VV9+ctv6/Ofe1OvvfqSXvafUMXp/AI6vX3rhm5Ce+P6Fd3G4Wkno8vv4By9eG5b/ibh7g42vL2BLY+0uQk2hshU5Ee0MiVmbKuWfi0WU/p5lB3CdrJUrIm9quDRLdEPyd/yW2JTS+jULmWHY59y92eT+XFue1v+f0fevX1bd+/c0Ut3X9ArL72oV19+Kcfv0p9XX7yrt954XV94+/N6/dVXcZa/pi9/4W19Awf6b//Wb+o3vv7r+vqv/xoO9V/Rr//q1/Trv/JVfYP0r37tq/rSF76gz735+ik/83/p7h29ePe2rl65eIJLusa8vQpevHMH5/0tWa93bt3UHfT14u07OIVvZ7yAo/jundvQOK/Dbb2CjC8j+8t378p4ifAl+uFferlx45quXLmsC9i87X53d1e7OKx3WC82NzfQ7wobG2ON2WcG2PmANWHI2vIMQ+zhGXrM+w6m79txTx3HO1TM0Y5myF7kfbMr89x1eVmWeV3xXHK6D9/CeWWhtAZhn58AaxYDqg5ez86iCek5SLhQ2jOoz6Tb5+qYZzA7Ivh3DbD6xE9CpgBsbWqYWzI9aed1+EQ/PqVvLZwb1sF1mNcncKauv4XuttehSEgSZ+C8ZzDfxm2uoab9s/B+fBYNa6DzulAhRdAe9Z33WYBMnwZRz/kOxaerv96G89bTkH3ix+XOjAgl9BQRilghpXQa1yc+kXMignpJtk3xiVjlE80/luEs3Ob/VUTEiUywjxW81xlupwtRT1bNeuhzxlnA4fQnwgxXyYhVPGIVfpq8K8rn/7UMhum70PHnqVYp61eyDSjLavqITufPwharzKAz5mWIj+t3sP6NiFDE8zDf51FTW5nOfMUnGGvzWqdzO7b3HGK/LnN8HVRFdrggmxTso46Lj2VwH1KOu7iDoHM8AhriEYRAJ5+IyDG34zZ9FqyqHmfPCjszvB4WCnQlhYIwpUKG4w0Te8nBjB81LBKtmMORqN9XAZ/EGTdSgVbJF2j03MftdhmO5q2s9wAAEABJREFUd3Begk9RuK3kJDxogFg60Z9D09fchSx3UGwkBS0hq0P65zwjC4iQLWfgxnW4v7reWZin1j4R8EKWaBPGkzjDtLwv1qA5xYK7hTHnfmE4vuBcv+Ss79BwnKFlDM3POi2UkvVbnuo6Img5ZYSe0RTo0TC9w89CWVbyvcEwTcSKRxe6fiKvZRNqRV+Aw4ygXcqUSgVwKKdPkGlO6BvChrHv0JWdTZuPkSx/2VPJvaTnO81gpD5w2mWmOQW0rdssSpqvEKOngnpG2RuoPxxrON7UaGNLG1s72tze1RbY3jmn7d3z2j63whZn8M3tHWg3VHHvLLlHGYX3dNtmWSlA8r6eklJRKNIzW3W8k4kCGdZjSqUMIWOryOOpQHfUjROkolTBecNhl+ewDeg7SEpp1WaCZ0G/C+Qpkc3jVyFvH7n76KtDj3NNBmW9dXT5XUhZ5occKxmSIgDt5XzONKch/S8M+p+KQqkoVIBUJOIdCuJFzneZ6atepYo+9rhP9X3W4kw1whm2wX1kk3vJ7rlz6nDu/HnuOM9wjrPfaDzKZ7g+MldVD96lUioUjAWq4Sek+CQiguwEbVJlfeW+rMlWPIunSPBdSxdJCf4ZRaIsPUt3+Z8S+u78CdDuep51YXmMwv2wnGK8WYC7NcXyID25IX+c73XX8Do2m9Xye4TfFhbcr5YZy3w/s++i5v5b80aC0bEWtT8Xbdu4iWdAjvV6liAilD4LibITRIT4Uf50fHKCf7o0YZCM8L9ETn7ct5aFz6HXXfezzv1YyqHXX4eG4x2ctrzm9jxC/i/xb4dwW24flThuJORweUQoIp6Ns+MniFiVRayFkkL65UC7lvXnoUU+fhQRWecRkeMRnx3q53xW/NzwM6Iu7xcJn9X652MR8Ux/6RebMxGh9c+6TOv5EZ+kWy//tHjHy2VdvAudZ5xN57Fh7/cvZIv93zYp7PJTwUAF86dIobJISmYIbcvcazk3uL53zwLRK9abflWoz1uV4wX9OT441IOP7umjDz7Qhx+8x1vMz/Tk4QN98N7P9Nd/9V/0Z3/6x/rPv/d7+uM//AP9J0I7SP/Dv/8d/aff/z39+Tf/NDtI/wpH6Xe//Y/69j/8vf76W3+pn/zoh7ITdu/pYy39bgUeP7ivR7ztON/8D/ee8Na6r+P9fR3tP+U99AHt3sdx+zP9+Iff0/e+/Q/6h7/9G9nhaoct3aMHtqEM/qHjWVFEi5RUpCQo8kJjhTmeIinRSccbFOoJ68lqhZOtFYIwJBlSSqECRaWU5I8XAS9wfmDyw1rmwaA47GAaLxqmdz3XjwgnOYQ1eVHsaEzn9rvQ+R2c7/q9Xk9lWTB29SnW2zK9ad2A6Y1AbvfbeUbO62TAINye+9HB/Ezn/I6X046bv2GadfoGQzON66zDtE477OB61plD55mXww5Oe/OY8EB5dHSYH3iPeMy1I2bCo9uEfMNpP177sfDp06eyQ8hx53k8HB7hMDKcNszXbXdw2jhN85BuuSyD5elkd57R0ZmXZTAcN491mHbJJHNovRlLJt6STcM8V+mlzK+j6UKPj+3EiFjZSkRk2yu9YYOIwA582EjP8qtSeQOvKvU50PhhyLwM5zvPsA2Zt/PNz2nnOx0RingG8YkIucy05hMR8sc8HBpdufm4b+6LERG5rvO6fouP453uTNfphSKmbpvR6b+r67JOBsedbxnMywcO83Ce08aTJ0+y7XR8PD6u7zqOm4fjbt80tpOOh3ViWtOZlw+EpnMd99G6dbnH3nYYETzsjrTDI6APkK7jutaL45bL8Y6v8wzzW/Jo3LVrfs5zmduzfF3aPJznMo+Dy5w2vOQ5lEKIwiP2kgfyeXaQ2MYsa439Oe62LH9EZBty383T8Bwyn4hnhz7ne6wM98n0i8Uy69Y6M715Wj7TuNxp13Oe485z/w3nuY7LLY/htGncf/M0H4fWrfNcbjrnO+7Q5ZbH/M3LOjCPOY/+q3Sb9eC42xWfOQ6vAxxCrmt+hutQlGld7ryOp+t25dah0y5znkPD4+AyNJ/XZPMwnWU3L8vrPnhtstxuy/q3nRiW7fgYRw5rj8vN03ZiGtc1zM90tj23V7Nnuc1tHtv77Am2z62t7XwZsePmwoWLaqHxb+b2uEh5j/Mc8biZz4T2elw8WtsEDpGWfWvKGvvRh/e0x7yxQ+CItffx40eakD/DMf+Qzd9j5/65P/fvP8Apcz+vYXN0bjmNI9Zc99Fw/OHDh3ry5LHc/2M7b7gQuD+z6Szbnx/Ibc9+0L7LI7vn0BYOupxP32Y4bczL/XY968B6WzJvIiLr3Dpz+Zzx3dgY6RgHmPMWOGUeP34o68dl3hP87V3zScmOvFbHODj3njzlYHI/93WYL6x9Dk2FBqyjHuvZZCo7k2w7hnn74uRHmSKSkkJz+nPEockOYefvMB4Vl1fDtiHOI5bD+rcclsF9cd+sT+v2KU6mY/TtNkQF56/0dpx/ASQicn+7+rYRx+/duyfbzv7+EWfBJq9Fbsd9++ij+ydzdYKNr84N1tXm1qYWjMUHHPA8Rj10bb0eHh7I42a+7qflaphcibbPX7gg25tltFN6jEPj6sVL9L7N/9/GirPJ4dEBfOe5Tdd1H0ejsRx6LD22EZHltW7NKxWJx/2GHktlv6cBDrKqV2nAhXyAo7QHWvTcoGmHddPi+FziCKxl2Za83s15rJrNFnnv8NzweLt9j90G7Q+YB4c47T1OHh+vhw3279+KvXr5ivztzu3NLZxUL+oOzquXX3wp5924dl3+pqe/AWon6OfeeivTvPryK7n87p0X5LLb/n+H4ly6cwtHFPy2cJT2KvrCg08K5flY0Af/8oOdtQd7+3Lcv9TiS/IcO3/v3Xf0AYftBw8+UoMzruJQ7l/SeMw8/Kd/+rb+/u//Tt/97nf0wx9+X9/9wff1gPwJc/Mx55+PcFR+iB385J139K6dpx9+oB+/8xO998H7+vFP39GDRw91yLw4Zr4fcY5acD6x7gw7SK0r68z6ofFsZ7aPOp9ZahUpybZsu/eDSY8Hk9HWBg9X27ITd8BjyGhjQxcuXpS/DX7r5k3dxFH2wu2bupP14vCGrl6+qGs4z25cvarrVy/L39Z85eW7ev2Vl3EKvqHPv/WGvvD2W/ri25/TV770BX3li1/M8bfIfw1n4euvvYxD8QW9ePeWXsCZeOPGFV2Dz9VLl3Tl0kVdxJl6Dqfn5sZI/uWQKkkVTswhjnqHBWMRba3VXyM4lOP+xuTWeKgL1Du/u6Xd7U2d29nSBeJXLp3XNRyLL9y+oVdffVGv43z94ol8X8AZ+/Zbr+vtN9/QF956k/B1vfXaK3r9lZf06ksv6CUci6/j+Hztpbu6c/O6rsLr4vltXbqwo4u0dW5nU7euXdELt67pxTs39Nord/XW668QvqJX0ccr1L2Lc/MOTsrrV69gh+7feZ3H4XhuZ0eXLp7DebyrC+d3Mi5d3OWRalv+M72DQckaphO0yv8rjKiZq7XsvK2XM8YYEDb1XI3HmfnQ2C6IF8zRs0jUTuQbqBHdtUDkSs4zIkIRIIXIVGA3NfeDbGeENXeOpUE7S/adllnfik+ExI/jK7RyvUwPnb+9bpt1HecZji+ZJ84/C5fVbofyFR/zWwNryII90phxnjFq2lkil39Jw2FN3aaTmbIuf0l8HW5nHS7Lv1DAHtWF5vNJtGpYWzu0XpiyHlDEaZjQy/OwTp+hkLLiqNM+Q4g6pOOkzOmWON1WzT/L3Pc6r6ELxr2DZX8ejUy7jtoyS6zZa2iJP4f2pB72dqKvOXo+C+t9zto9R4Yp5TPCGt5GQ2g4DmssRadwH86iPdVZSI5je6ksZRRVpRKIj/der3dEP+OH8y86ops6CwvgPAkaIvyc0LQ51MnH+SfRnO/21mEZOpjW/XtGv0pleje4Btukx6fGtjuYzjbkWo4bHa/10PlnYTWdxXqdT8aDnq+QUmJdSYqI01BtMEjPg1KdheXQyaeLWx81ttKFjrvsF8EJqxxE0D6xiFVI9Lkf83OGww5uy+0aXV4K+mec9NP9Xa/neIYVnyPP/xPxfPvBmmj1NGSv7BqbcRywwSo4PznsylvqdzC9sWTcF+jI4bN5iADI6HLnudxw3HlGx0fQucz1HZrmLExvuM6cNWzGOdGYcr52OGd/6Oo77jwj2yOrwqJZyvWmPPD5fLJ3uK8D7hPH04mmnMkXrLE1e7DbYBliDQzWJGU0LcqIQgIta5jhPK/TbmtB3y1vi0W1QT0mT04Tj6JQyTm2NxhkM2zUqmb9XrKOL2jTMjVn8py/oD+hVZui3XUsOVsucILOvUaB2XypKXe1hvbNO49VSA5reJu/5cpIASvmR5GkCEr1HGrG0hCfFngO1/TP8sxZC+foatbBugfWqfXoX2Szbk9DzoHOP+Zsd8Qdwr8od3B4pH3O84b1f8j9y+WuM2NsjMxvPtUR72r7nA/3Dvb1ZH9Pj7mLPOIu+IjH2kdPn+gJ6aeUmdcePJ/s7WU65/m+sg/vQ9o2Dhw3psfyedNyetyPKD8tI+60Ybn2ePB1u+ZvGufnevTL+lhggx3m6KHDjHPzJ0D5DFh/c9fDhl3XupySP3UdQqczb8Y/h9DOGeMam2qalvNRk+H1dsm+lHlQd8r4T7nvdXxyG9RdQONxNryGuN7ilPeS/bCWx7uD2+iwpL0Z9+iZedOGx2jCvfOYu/qRx/PoWPkX5RmnY+DyLANyTMAMe5kChzNkybxOwqlDMEe+OTQOPZ9q2rTdSZF/HAg7zbDtniCnu/wcSqJK20Eru26w7jbD6VY5DY3Dhnm4jpp0B9QtRVIbzJETiHXKiFQoihIQOn4GIi3T0pFW/KNnn4hQxDP4XriOHvezntcL0Od+6HeIgndUo+xxXgBVr6eqB/oruCyxThtdvAudZ4TnO7prAz0AETecdmhknVjekzLX6eByw3cso6LtElncToeuHdcxrWH+Rsfb+raOnQ7rCF2gEHVwXgfnWXsNg2HUJ2tT45BF2mnH12EbF5+IoPrzIFsdrenW0eU7dH7EJ+u6/llErOi6fNdtsSOjIezQ0ocOz9Fa32S4zG0TPZXb8c+GNWNISKAI/gUJna6jKAp9GtZpTuNFUj5fKGAaingGrX0sawfL7HgXOm6skedoxIpXTvyC/0Ss6kTEJ2pExHPyRXx2OuKTZZaxk9mh97gOThumccPr4bM48+hkTE+G0KScq1djYjqj4+O4YSKHZ+FrVtJKztX0Iw5xBGEHp9eQyE+BHMyHhj26JSyK4I2wpzFvH0POHGVRaMJa/YC30Xd+8o7+/u/+Xn/yR3+s/4iD9D/9/u/r93/vP+g//O7v4rz8E32H95w//4s/09/89V/pRz/4Ae8+7+tn776rH37/e/r+976rDz98T3P2vvwL5uzVS84Bhwd7+ujeh7y5Tmm3r36vR2hU2Xk7YI3ogwrb6voVDwsAABAASURBVJWFRoMeGORfNh+PBryH9DXq94XYqr3/sT8fsu8e8yZekpk64030NCIU8QwpJXWLZ0QIVbA5sqFZGUw+KzlnU7IqY8Pz5ueNh8ZqDmAeIBczlvAW63ZknhWLblkWLmJQm7xwmMc6Ot4Nh7k5Csm/fc9Gab6WrUBmP1bVyON2TGfUud0683UDLbI63zwaNsCiSGS39GWpJfKa3jRGDS/TzRgIHzhcr2Fb86Ocy5ccLFw2RZGLBY8ptNWV1fUCJ8yUx9AZ/VmCOvfZdHMOXKYrUHrJ45TjvV4pP/g18Gg4QLeqteRhZsEDjeF43SzUtEvJf8IGJFTWoSitrTqXd7SuZ/qiDPUxhsGwJ7dTcikWH/e3wZCJIlsg6wKZ5xjYTC4zXNYyYI5bBzN07rhbK4oi1zMP6yoicjoiXA2dsyVTNyf4J2FDrlNVFX2tGP9ELpygMU/zcIYftvsYaienJ1aJfTjtMvMwneG0aZ1nOXtMCvN3umIyuNxp1+3ad5nTHa3jHU1EZJt0nuE6LjPcXtdXh+twmWldx3J0Zc5zey53nvvYwXnut/XqsimPs3bUOFwwb9ym6xrm6Tzr/5hFxg/0pjMvl7udiMj6N635GY5HhJvCxus8vubjes50uWFapztZGjZ950WEtjY3PUjZLty+881jxKJip4bruR/5IuAFBfkso9swb8N1zNuOCsvquHk4vyhKmY/Hw2XWYUTkvnhsIyK37X52bbmu2+zgfJcHEbfn3zbb55LidvrYhB+uI0KHOGlqDsKmCQWPocsM03gRX3IBmE5mmnL4FqepFIWqsuIhteSRtNGCC6DbrLkUmnbCAb3lkrjkYG1asSeVqVQBGvIFjxn8DOf3yh68KgX5rheWAZ6T46n87T3XWSLDAmfGDHvodEi3lPtHHxy3ngzHrQv3x321Pl1nVdbK6YjI4x4RmUe/38vzu6O3w8fOX4/NkjUwwnQlchbItNBitkTelOPT41kOnzx6ij5aNpNSs8lc4gZcLxpNjqY5v0E/C/oxoe+G4y19jiiwQ8sl1odAPqlEJzW6evp0HzmX6uNciHBZo5K1wv2xbLZ3yxwR1G3zL3189NFHOBifyOXj8ZhNsS+WeBA6OjhmvI9VL1tNkPvhg8eaTRfae3qgA5xlS+RdIqPzWuQvi16mnzAWLn/44JHmjMOSvhweHGl/70B7wH2xHRzC/8D52PyCddH/D4kl8zbahs7VsjOlZN3yN8omzIkjHkHmjOmHON0e4ZDxn/X84IN7+vjj+zIf9+2AS/aSMajZ5/a4dB+wOXtsBzgm3T/T2InmeJ81csDB4winq3XktEOvDeZhx57/zOgTLvIT7LmzBduGy203U+RxfdvWEIdbRMjrjuciI6NUJLnM+v3e976nb37zT+VvAp47d06Wy/JNedhp2EuPmQs1ul4yv2ZcSpfuB/FjLq8pFWpYU5bsqfkiC6157jFHnzx+rJp9zw5t8xUf83Z/THPIQ8aEB4MdnB6XcfR4nprfAJ0cMJ/3cKZFJNaQzTz+Ltscb7JubanX66tk/l65clX9/gDOdj5OmfO1PEy9qi/r5vHjJ6oZ5+2tHQ5MmzhSzpM/yXUr7LPHGrLJOhhRcBE/ymUNe+eMcZ9O59rc3NK1a9eQYZydtdapy0xzzNjTMGUbYMy8Kjn8S5azZC8usJGn6OADnHXvvvNTffD+B9AUunn7ljZo0217TCZc/G03x+juGJ6rcZ1gOwfMo4a5M9eC8Ww4LG5tjHXt0mVwBYfROdnBc4SuGux5hM1cOH8+6+fWrTu6dOkKjqRL9Pki/djU5cuX5W91OnzhBRycwN96s4P+zTff1Be+8AXdxknq/jrvxo0bsk3afkajkYqiwIZK9OD58lQffXRPD/ybfti85X/48L5+9rN39eMf/yjjRz/6kX7AIfiHP/whzs0f6vvf/77ewZH54x//OOfbwW1bvsfh99GjR/B6kH/5wHPB9mO9rHRd026lGhsrUoEcwTq3ENsLl/hCJd7AXr9Ur1/IsvZZB1s1GlpmxsEPh75w75zb1XhzQyN0uLG1qc2trTwOFy5d0M65HZ27cF4XL6MvHHCXcczZ4XnTjs67L+hFnHav4LyzA/llHJuvvvqK3kJnb77xuhx//dXX9CpOzNffeFWvEL782qt6+bXXiL+qOy+9qGs3b+gOfG7euqnrxG/g/LuMg/Pm9Wu6deO6rl+7rKudEzX/SdmruoETcZV3Sf5zN5vjIReCpIozcZmSgrVEzK/FfJIdn1Me8KbH+6zbx1pwtl0anEkTdK3/xA5008mBpjjzZ6xZtqd+FcyLvrY2htrZ3ADjHN8Y9XGWburi+R1dRT8Xz+9qa5OyzVGm8Z+4df61q5d0Hbldf1CVGgJ/m7RKrYrUqOI8W0WrkrDPmbjizFoR9qtCpt8YDugTccZve2usSzh6r+BQvXr5gq6AyxfPY7fndeHcDu0PNegl5pCkdgH/YK6JeMO8n6vl8dko0E9RBAWr/IYz+wpz1AWdz+HoJNQyX43mJHRcyvnJYQPvpdqOviWvbUV3MlrWvbNosNH2JF+snWL/01qdBPcIWkC8llCgJR6Mp5C7S4tPOI8yP9J431ihgW17AilSoSjgClJRKBWrtOCF9MwCyTzDdGtITJ44oV2VJSm3RxgrpLJUAVJRKHLZSu4Vv4Dvii4yPapCnw2LbxsuewanV31o1IUNOkGT1ICnVnDeWfihax3eZ04fX9mHchydL85gyRg8Q419LD+BOY+yCx5n56ydhh9pj9nfDD++GlNoppT/fMyz82CaaVfxOeePBXvkOo5Zw9cxgX4lY6sldmLYZM6CIi3Rl0OXOayJGEtCg+6j2/Y56Mw4OG15/FDcwQ/Kx5wh3NeME5ka9kDv1Yb4ODyLYNxDSetQy1iCHNoA/e00KARa5xPWdMBokN2h4XOXzy3rqOlUzfpW57BW/Vzc6VoNcvr8UTPeHSyn7ah2WWudNLJ9LOGzsM04BEviZ5H5ud4alrwHnEXDmnAWNTzX0fFez3Mc1sit5+Cz6Fl8miwRIX5YUtqfC7dzFp08XWj+6/ru4st8fm5Uc+ZrOT8b8jiehaQ6670mXI2F2yT7E7J5PNzeWXisTN/B6Zoxa7ErRSGHC85vxhK7abAh57lM0BScAQvOcamoZETymtVTyfnvOZR9qpTPgQpqI30CYq1LnN3EGkpzWrJXrKNum9O8BTY5Z54bM+6KHeY5vpDDBeV2zBgT3rhmvJvNsT3zcRsqkvreB0HFHanq9VT2KvpQKbl/lcOSeMl6XClSIf7R2fUzImR5M4R9qT35Tzms6YfldftTzrdL7HWJMdbA45MNCx5n05GY4+wVC9N/Cjp6yxMBLfIV7BsL+rjOv6auaY0levMv0cy5V03RieWxY3DCe9uc+WZMOO+6zE7Dp5xtfCfZ495kp+TB4aFWDsWJ7Eg75Nx8iHPSeQfcm3x3eMqd6yl3uKc4Pp845E5y//59ffzwoR4YnDkfPnmsx9yjHj99mu+bjziv36fso/sf6/179/Qed7p73EXvQ/sIp6nbP+DOYrnm7g87bI291mi4xi4WBnpuQvL/kqPs9QhXKBnTVJUqQNi+GHeh2yaJV8FWC+q1QaIo5PJwOXRxkl7VxRawB+tX6FjUb1MojzlyeP6sz7Gsc8v5KVjS3pJ8h3lsSeeQscl5pFfljdy3Wqyl9K8m32NrG54zN+fY9wx7n7BPGiwJaCXkucoSwlxRRo2QLjPNhLvVhL1mSp0p7yQz0IWOn4J9dHaCKe8RR+xVR+yjHQ65Ox2Sd0je1LZ0Ao/NDPvr4PQxNj8BDr3nmUcXLuhDg+03njeEtuUuXZM35ZwwOZE1y3kiUyfbMeeGQ94XjIOjiYz9w2MdgH3fc+nrBJiPMUNfc3gs0J+xrFvNic+RI4Myl5tuRp+8bnh/np7wcL7pFtRZoNQF9WbIaN6G42exoE2v8Uv0svQYM/YL4obzatKnttPZUg69fojxbJ+t69iC14zG9sC5uzawC9tGi76EDhWCijr8a74uM5a0Y3Tt2WZNFRFK2HxRFIQA244IapvPCvKHvMDmE7ROGm7TPByu2mrk0Oj4u9wyKddP6tY1txfIatqzsIzrcFtn4TZF/ZwPI6fP8vm0tOkTfTwLy9OhZI673LRGRCgi5LwOHW1EPNdnt+m+a+0TEc/VtQ47Pg4jVvwjQv64vvkY63Gn12Ed2YYMr+udnTnssFy3P+zOtB1c3zBPt+OxwvRUNy1rR5P75XKjqzNnf5gxnw2/dxldfO49Frht07veKW8Y5zbOhC5fh+usw3zMz7y7dtbbdN6zskl+S/Ibht90Dtmv/Ev/ftcwHPd+5vckl5vOvM7C+aZxfdO7rkPnuV6HCXvShLXQOCbufL9N5jR7o0Pztoxd6HgHy93BeVP/b338v0gDx7wV+JfaJ7z3TVlr56x1M8IFa1HDuuNxNVj0lcEEqDi3VNhuw/p0zHroN9efvvOu/vqv/gbH6e/rd3/nd/V7v/t7OE2/qb/51l/ru9/5rn7y45/o3Z/+VO+/974+Zs/9nvN+9GPeM+ayNfbY9xJG2bB+RIQG/aHGw5E2NzY0IiyLQr4LtJxnAruxbLXtjPXT8RRJpgnkC8Y+wSPgvEpLiXivLDNNEumQKnj2ykJFEZS2ShWbd5kzCqVEZkjwyXHnO6+D8gdTZpF0tCiSehwCBhzy/PhXJA6fCGKjq1mQazrWsIgaLXWc39XzQlChANd33LwS9Y2IMFlenB2NCORJCF2AlOMJWU1b0UHzqKoyP6qZl/Mjgn6ExHLrdlfGPtecw1nbtvApnis3TYvspo9wPapS1/92Sbe5ilsHK3T0lr8oihPZUpbFMpXo1rqxTIZpLGORUl4EHF+Vx0l/I/MwnSE+ls0T1XA/rFeHRVGqo7HshtuIWMlvOtfxBHBoPrDL7ZrWcdfvZOj3+xrw6OrQD4+Wy2URK9kajNB13IbrOW453I7RYKhGx7ujMw/TGxErXi5zOx3cltt2aHrztu6exU/6StfcpsvNz3zcpuMOFz40cHgyjdOmszyOe0HwYmFZXe7QcFkXOt+6Mp1D6871DKc7Otdx2nReRFzPcL7bjEBQIs5zXcP0ZOXxtUwV9m+5saR84TQv98c6iIjTcbIOrBvD5a7bwe05br4Ou7TpjIhQ63EDRSS1HK68eHixczwp8kLRr3pK0C6tPx7uN8Yb2j75dpio2ysrHjahgb5rx/ztDNlgwXLovriP7odlHo/H8via3qFOPpbR0TlteSH34m4aw/o2n16vJ9M5bR0aLo8IRUTWl/NMM2djtNxeDBN9rNmYZyzqC/IL0l4jGtYiL4xijrfYqR1gcxb8lr4VKeFI5eJ1OCGcqmaRN5rabaWcTlGq5FJu1NwCYJHz5UsA6ZoDr3k1nK4tw3xe6xg9zjhk06RM15o204l1c6AilaihG4HEmtHXkgXokMOCAAAQAElEQVTe/bEOHbe9WafO69LWg/Otp4iQdW09RIRSgbz01bZliI/peziYPKcdj4g8z51O9N28rWfL2HB7c9/mXGAcSubXKqVSo9GGIpIcjyiQ1Q8ldI0NqCyxjVSp3xtYxZrPah4oa3TUMo4AvUxxss5x0i64DNToTEo6QuePcNLa2ek+tPDyWLlvlj+l0Ab2RTdoN8G7VacP68hxy37MZcXytgrN0HlKRZa3xG5zfivW/gX1JY/VIZeY/f3DnHabFQ8sly9f1Xi8qSmXuTm26XCGjRyx4dvpu8QuLLt1M97YZDMtVdHOres3dPfOC1kR+3tPCGs95oI9nR5rBrw/jnHebG1vyY7D/KcYd3dluR8/firzP+awU7Kee467X4ccsDZwYvhbVRcvXkDXlr1VURTyXJpj28cnByHTGtaXefeYOw7H6M1j7DF/zEOAaRw3jynOUB/axCclbBCbcD3HR8j6dO8xh9UFjuQ9UZR177DXq7LtUC2PQ2eHKRWqyj5jjX4Z3yXwQakqezg6tqlf4Mwa6fr1m7p79yWcIFdw6F2W/3SrYcfceZx9r9nJ9Mor2tnZoZ+DXH7r1i3ZeXft6nW98fqbOKo+J8e3t3Y0Hm1oc3M7z83NzR1tb+9qd+ecNhkf/xnlixcuyXTGkEPVFmuaw82NLdlWa9bDEhsZjca5X0vm32g0VP/ECWud2casb69V1pnH7cKFi7LT8c6dO/Kfl/Wfj71kpy/O6YQ+rZ+CsfKYtBhgxydVRf5zs2++8Ya2d3bkb3a+gjPu1Zde1hfeflvO/+IXvqArOGkvXryY9eAx3MZ2LmIHbufNt97U5z73OdlR9wZ87uDk3B5t6NbVa7qOU3RnPNbF7XN68cZtvYC+r9txil7OgxHrQEqFZrZvLhu+dFi2pzwY2XlpR7wdnO+++65+8pOfZAfoX/3Vt/RXf/0t+f8H+tOfvqNvf/sf9YMffj//uZV79z7QBx++r/c/eE+PHz/CmXrI/KqzbXg+Gwl9WM/uh/XicGtrK/fNY24H7oULF3SR/lqHO+jF88Q0I2xxB7mdXq/nss3NTRkd/QWca5dw3l2+clE3b15nXF7QnTs3sbmr2NpFXcVB+cLdO4zbbcpezDZlu3LbtsFOluvM55s3b+oWju2r6PQaDszL8DWtHco3cSSbfiXrtsbjEbY9AH1saKiKfd1zaTgcUTYmfyiny7JkLoWWrM9znHgL7EKsb2wLuTwVhdqT/zyvDnjo8/9L0/9v0gWOzwanp+OT4wMdHe5pj8c+48njh9rjMc/5pmvruRr4s9kzL0JjnJ/bWxu6wJpjx+dV9HMNXdy4elX+1utd2/Ddu3rlxZfkP4H78ot39eILt/UC/b9t5y7997dWr16+pOt2JF+/Kn871k7TC7vbOre9pZ3N8Sk2RwP1OfcmHlFYDTToFRoOKvWw/fGgp5YH0YwTp0MLXX2SJ/KCtJG4fZXoJzuH20YtfWqZnxiYgo3WNA2X5ho07PksWHKdAj028Kihb+CH+bH+SLkd8pbo0e1VqVChOEUZSR3w96qDzw0Zkry3F5muUMmeWLFml+ZDIwXt2taLlOTwLNQmc1BEoQCJujXngcZoJJuD4f3IYYcWA+niLFfuJntrA1pxzcpYLlot586rlfmx387Yw+fAe5Yf1pZUzg8QtLfkojtHZ1P2yilnpfwYR5jjXIb9yybelw7ZJw949PMjdMZJ+pDL8xF71gSn/Iy9yLwWnHmMJQ6XlQytVv2j2/Q9VEhKWPgzOK0otY4W3TQKRt9IhEl1WwCHRhAP5pFOcBJvIufTvZMw1Fh3Z4EMK/4p8xbtxZoMjlflQGXRV0VYcTaoqoGMHuebqjdUj8v68xiQ9zyqTDvQ2TAx7oGtrKNiXV5HwRrSZDlXMrbEjdO8OMmPkLC3lrBNIYdeV4wlRmPUhB6HZ9CJ3p4P3e91FAVzlj64z333l3g+5yF/y/iY3wIbsl2dhe1tHab1WLgPtmeHCuZDYBM5dDypoE0jMbcS7RgF62a5BqeDPiuCOd3Ke0zdELJGON6hZp2t3fczaJoGu2y0ZC0xOvrGPKB12LaC91m0a3mOt4gQn4BOP5FjUFFvRd/C2HBBRJzWfZZO5BXPI5E2ogsj97lBVvfRoZH7mud4o6X7DuY8Fvn8sg7XOYuu3PpwWRc6vg63Yzivo3Ho+g6dn4Fs7lOH9T57XXR+5gNdQg/OOwvTOK/wXIEG45bj1qeE7lKhqteTiLeSasZvSf+9HtkR8uTpvp483ct4nMN9PXz0OOMB4YOHj3T/wSM95Gz8hPPPPg62Qx4H/Q3FGe9E5jNnb5lbh+xPdiw47nyXTzk/TVn/fHZf4Viuf4Bzbw8H3QFneK+jPjf6L7oYmY73ibze5voz7htTTWnPc3XOujxlPT2G5oDz/T487MAzHnKneMSe/+jJUz3CyfeE8MmTPT2ln3v7BzIOcRbmtZm7p3WQ22OdPqRfR5Qd4VQ85kHVMh2Tb1n3cULaEejH2D3OHMYhtIe07dB065gg2xRYF4adbMrzMUnxDMH4FJytPYeD8kYeI9smsSBhQM7weWizTS/Y0Iwl+3sNGuZLo5Z1umUOUZ85budd65B8pVDirCFQVKWMst9TlTEkHOZ12X+atjcgDsbb29rkHuA/W+s/bbu1taPNnV1dvHJVlwzORTm8fEUXwYVLl7XLPWKXM3/G+Ys6d/6Cdgm3ds9ri7ob2zva4B6SQ8fBgDvIgHN5n7tFbzhWfzhSNRhJqdAcu58zP2esnxPsa8I+7P/9xmnI+TzHuX8en5QdYyMTzoHH2M2E+BTbNGa2Tc47S3SyRFML9Lbg3OP8DOjm0MwIjS5uPX8msMO5x4J6pp8jYw69ZpJfI7/HxmPhuMOcDqkJ9qYoJPoZRakOKgot2Jzn8J7Sb589jjlz2Alqp+f+yTnjkLu80xP6Pcvt1qxnDXVXmKO3zAMdzaCZEk6YM86nSI0NKlbter8qq55EGkEIC6wmncK0XOuFWCC0xN7qNnBgK6c5RmmxbGX+U94ujpjvls+Oecu7d3CkY8bD83dGOLOOGRuH2XGErlrkgSVtC52EFKEoMPy0whxdrGNGf2bofUbfPb6nuid/Sj9nwOM/wzYm4NhzHbmOeV85Zl4ec35bYaJVONME2Sbo2jgmXGFKOWWkzc9tTU0HPL+n7gdxl81o021PyZu4DYN15BCHiteIA9YXr1V7rH376MTfkF6FRziNn2H/4FAuOzwZ6yPeVo54i5hYBuB15oh17xDeR6xPh8RNY30fcuY88LpkkO+yQ8dp+5Bz6WFe2yY6tmzAfA2v58fuBzpyX3If6MfUOs5Y4qxeaoZtz0mvY8b4LTyfmFs5dPxTsKR8fkLbhWfp58zJBjqP/89DK8lj7rEwZujecJ6xQE7DccN7fQb5OWQSdKHpHIclTWJvESKiwPaM9bjTpl1gd65neE93Xg3PPM9P5r34WE7XNyKC6V4oec6bdySyIyMVSQXnt1QUSsTdjuu2zELrw3yX6GaJ/rzmP0Oj+qQ90yukDP5xuptTTFl1n4hQRKhIhXxmrDhH9zgjOOxQFIWMlFKmFZ8WJj6PGOtx99s66MKsG+vH8LhgV3muYG/eU40u7XA93cW7M8ExNuw8rxtdG27Hbbiuy102px3DNJYPcbPclt997J300f10vyIil0esQtMZLiuKpES/U1HkMGJFExFmm+H+G27LsEwdGo8Rc8TlEXHKw+UzdGC5LWcB/6xvxt3yRYT2OaN8+MGH+vY/flt//Ed/ot/5nf+gf/9//I5+59//rv7gP/+h/uybf67vfvf7eu9n7+sR5zP/0pPXL8sQCsas5A5Wacb77MOHjzk3zeVPioIg5fNBkSpVRSVMC0RGy7mQKQuHxN24yW9ftRd97ouum5QoC3lqmtbphLzCJlrsr+VM6bh5NsyDFn7WYZES7bbwXGYkC0oOzCQzyICoSElFWiHnwXw9LFGWlTTo93koGeD9HWrAQ2LfhosC++RbmR5sN+w2PAAODedZ4S53aDjPcLzLN60REYoIucw05mUD8yJDyWl+RMjlRgQlJxAfdMO/yoe2rt8ObQg2YG9+SxakGuU53224zHFPeleOWPF0mdHluT3LZnSyO+5ylxnm4zoOG4TxRPFkahnFFCn3LyJyX8zDsA7Nx/UjQg6NiOBCWOd0RMifFp7GOn1uC4NwGBGZ3vWNBqMQH4dOG26TLHg3GY47ryqrLF/NQcg6WeVXecFatVfk8ghk8UpnAoO4ZXK9BYeGJfWlUETK/SRGOzUTZKY5h4U8DoRTNtYZh4MFh5M5i8mCxatxPxibKZPWC41D5ztuPZrOOu3gsiXj6dB5pj9mkza94x1cz3C/DNdZT7u+81zmvkQgNXDc+TM25q7MadOfhWW3fsUnIvJjs+uvzxPXmXAwsqzm5zoOqaKSOeXF0vbgtOs6dHumd3o1DsnZ2cYdyW0GMWB+Hbq+u82IkPmYt0N/+8m/4WJ+HnvzthyW1eVuz3Bd848IjXnAd7npndfpz3VNFxGKYME6sVEkkun9WG6aiGD85yy4+/m3QN2OebnMML35Os9ydrpwejAcZN7rMjnf9Objfri+4bT5ucxy2W6cHnDJMl/P/SUL7Tw/Qi7RYwAppVJl2aOdEnttkbVmfQ2QyPfcKLBnh0lQ07cB9UKTbMNtruN8TJixb6jTA/3Ml/U5bwwN8zEU5JfwELxbeBbQpBx3ZkTIcnZxj4vhfljnKUXW3xGHTPfLeR5rp91n662raz4eA+cZLje9+2pZrAeGi7YtizTkQphSpSMOwBEp98n66vG42HKymTNvZ1xuxMOn9d/j8a2uWx0eTDLtiIullHC0LpARJ50KnCHbCvIOOID7QNzrVbRnffkaI824LHicDjiEux/ma5txaLjM4ztnDtoh5DXG/Q7k28TZ0uv15fn+hIeHY+aWYV15ozb9kvVoPN48bdM6OOaQY1nmrDtT1qHBYMD4TBnLqXrsb3bqJPRgm28YUP+Z28c8zGxwabbTZ0k9O7u+8qUv4zi8qx0u79sgFPLH9a5cuSI7gSJC5l+kpIiQ/8yw+2cZ93mQ2eORZ2/vqR4+fCB/k9F/4nQB/yMeOlraNsY4nCrWh6kvH9QpUtKEPrg168fjbF1t4FyN8KFmn34MECXQ7yz3fck66f66757/7tcjHm9KHilsO3Y4feUrX5W/ofjWW2/p85//vOz43OJR4oiLjHWysbmR++ADvtMeFx/I3a6du/5Wox1m/tOv/pOvm4yPebtNrzcOH/Ow9cEHH+gxj0aO//gnP8Z59+3s2PM3Gb/9T/+k737ve/nbjNnZ99572NIT5uM86+j999/XA3TVZ9z9bUd/i/nBgwfY7FFeW/b29tTBerEM1rO/EXnvw4+yrUwnc7lep7MxzjLbhTEcjtCXoJtgE3PsuoH3cebtA2CPdt3fMethSoVq1hIUndfHP8zFlwAAEABJREFUHrbj8fvbv/07/d0//IP6rDlbPMSMsJs9HrT8m+8/e/dnHCR54Hv4UA8e3If3IevFIvN/iI3Z2fmjH/5QlvcfOZS6v+/+9F1NmB8//sEP9U//8I9650c/0k/R2w9/8AN98LP39PG9j/Q+fO+9977u+U9RY1Pu8wzbtmyeL+5rycPHBrL4LNLn/LaJvQxxjG1ubejKlcsZV69dkXEZx9qVq1d4QNrElnra2trM3/b0OLvv1qvh8d7d3dEIG7VeesxvtzXCYZ3BmXFw8st4Leegtm3z+mcany0HzL1er9SAx7ExPPqEG4Tb2Nouc+ocDsId5BsP+xrz4D/C8THkMN3nfDrEdnshbTN+O2CM/gvW2JZHETUL9aukLfKNMe0YPerVrGNHjMfe4yfaf/xUh08PdLR/qKcc4B/c+1gPP/44OzIPsaUJ83DGXJtykV8upqo5ryy5YC1mE2xyyrg9ZQwPdAjdlHPLDGAUahe15tiZMeNy4G/GL3hUaKlfsiFUyL2Dk7KPbhLz2XrxOu+47dY69lpj/dpJfJXxscP34sVd7exs6do1f9P4qlZ558nbzmvLzs45bHGD8RgyXgOVVaFUhMy3QG+G+ZesJwW6cGi4PCLy/I4I+RNRsMcpzweXN+jWe4bXfMcjkhI0prX8DpfQpKqnAMLeWsobJbVRKsq+lCpQEvQVBXQZ1Um8r1QOifeh7/FoVqpmr1Fy/oB6zquyTAHPSKUSoEBBOw5b9inHS9pvgnYTfTCIO10reEhjXyevBQvkrZXIS/JUbihftiHDZfgNiUsLiQfSVnOfT9lTpqynRn4o5ew6waaOFzMe5VaYMs4TUKvVEvjhZc6Nz/pZLFvNsY8ZZxCHx5whpuyrjnf6bZGpscyEdRtqHEfehn5aTvNZtq0WdcsjUQNq0PBoT8g5fA7RwqB8Th8tt/tStyGPCYqWsIeWMWrgHYyDSK9QqkWvDW3V7OHLFt20gY5ipQv4LU4wQxfrWOBwXZ7A8QVzsUGOJf3N+YQ1gjAFtEKrGn3U0NSE7r+dtQtoltBmHujJZagvj33TBJdbZdBVdIkOcDTP1nA8WerwaKbjyUJH4PB4RnrKw99Ee5xX9njse8qcf8zcf7p/pIOjqY6gOT6es2cuWZNbzaa1JszhY/KPDmc6OoSGh8xDzhkrHFPviMfDQ3genOKAR0E/wj6Fv9s54PHYOCQ09jlfHYBDeB1z/pliO1P6OKW/OSR9zJrhskNso6vrOvvwPujap/4R5YecC56y/rjsCfvEvnkjs+mf7h8j11SHxwtknSPrTHv7Ezn/6f5UewcrPM15Uz1BF0/Rjds8QrZj5DpmDI+xz6PpQivMdYh8+7S9R1uP6ecj6jl8zDlvj34eUW/hccJ+s61hTy32tGjEnE7YUsKWQnOPeStNsSPPIYe21dU8TdgotoiNtthoS/1gXhfswQX7gMFiga0Wcl5JnlERFtSJKFi7ApsJ7j/MX+xyNqs1oz9H7I1HjK37uY8+9zhPO259WveH9M368zjuH07Q2xRM0OFEK5oFj7pz4nNsbK4pupqAY8bkkDEyjhiXQ3g7PCL/AL3uHT7VwfE+dY+ZqxPm7Iw5vNCC9WTBQ5bDGn2IvW2ltyrP15b+ozo1WvWnZv4tWYusJ+t0RqUpk2HC2dHhlMwZc2oOzSyj1ZQ6x+j5EJojbOwIeo9Tjp/kTXhI6zBFJsePWceMI/a9Q/awA2Abe4qtPWW8nzL+T/YO5bn00ccPOVs90P2PH+n+/Ud6QPp9ziQZ9z7UB5xVPvjoY93n7LmPza50M0Mnx9jivu7du68PP/hIH3z4MeejR3r65CCP14R5uY+N+S/RmObj+w9XTlTO/U/sSM3hU+0jk7G3d6Cne/tgTw8fPdXHnK0+os5HHz3QvY/u6332+Q84D35AOx8Qf4/4h+Aj9n6fL59whjpiz5+ztjecWyKFUlGox7lpyPlkk/PQxuaWepyfshOPs0nZ76syqr4K3lNUpDxeDI0WjIHtY4IO5+h9zjgsgMfQY1oz5qZx/ow2vTd4XZhBa8xZG3LoMaWe6YwFzBfw9l5QS7Qn5larJoJ5ESp6VZapxzljwFlotLGh4Xisst8HPcp7Cs4CKgrmWqHIYaJuUiP4hVQ3Dba6zJhlOWo5nLAmHDLXjSPmyylYezwPJqwRE+bYMXPtmPJV32st6MOq762Wlp+0+zvx/HEd+Jp/pjspdx8zoJ3T/xn2eswZbILzccLdcIaNGgvmUKN2pQPCJhxvZGfgknHsQtPNoZ1h73Ow4LHfZQ112Ookxi6VSUXF+pOCtaplrVroGIeNHThHvDNNiE9o33kOnT4mvWCjqtmba3jVtOn0krw5G96EM4LlzO3WC84UtVy2RMc1dZiiqkPKIWmPqctmzEXLvDCd+Tqk3OewFZCcSmSx5rWAwcs/oYikABJxoIjV2EK8arOVZW1yusnfkrV8E/Q64Tyb+0eYZUfvM9aOOXY5xxbmjMWCMfF4+lxo+0ms9ako1SFSISnkOVGUvVU+NEpJCtboSGoB4qvmH9vE0jYNrLMZels0ga1IC/Lc3hx9zBeN8lrHvjRhXk2wnWNszfZ4yLp7yN50wFp8TP4E2zJsZ95jHc7cB/aEKfNtAS/reOn9CBlqBoFo1sV8OWedXmjm8cJW5tiNx2KGDDPsbsKYOzSfGby68gU2tajrFQ/qzKk/y7zmmlq3YOb62MSEuPU7Jd3B6Rnt1RgkKsZO3P+Ws0kj93uG7BPGYsZeO2MsFhDNT8ZjFbborAH1SgbktWwZyJbDLNcy27Xn07HHmf5MMmaynFPLh63b7rMu0fHxiT4n2MOE+TpBjtV6tchrwxQ9WKaVjpac0Wo5zvCpCeyPPtWseUtszja9oGCB/KZZUmCbz3nOP0kv87i06KFRzZmU6urQEHPca5ZD2DOHmlXf0eE8yzPXHHln68Buchq9z8HsDLq8KeOTkelXepl1eYSOz9HJHB3PTtqbOwQL4DyHc8ptE0IH8hrDehvs9Yk1uCAM4NDrTlFVqno9eQ0vKXeZmDPuX01/m7wGNDjSp7ynPNHDJ4/kN4aH7K3+5RzvYw7v887w8Qn2uNPuse8edGCPO+Lsc8gd12vacReyx2cnNWcY/5KQx/7IZdAfQH+AU32PO/QBju7V2WemWdbrQtbh3HPrpK81Y7g8gfNnHgvbC7qcYG/Hea4erfZuzhLmu88+7ju1cUQbR7RpHCPDlDrGjPoezyXt+P7ZQWufCNY8kNBbh47OoUkjVjQRgXpTRoG+S/TfQ/999krDbxXGkDcNw28ehuMdXG5aw3l+E/Hb4C7vGMbOzo6cNra2trinj07huobrdqiQwXJ4/Nfh/E9Dj7OH61puw3HzNBw3er2+evRrHR0v55nWoduteI85Ra/Kf9lrxPnB6/RHH9/XD37wI/3t3/29/vSbf6Zv4iz90z/9M/3xn3xTf/Zn/0V/9/f/qO99/4d6770P9NHHD7h/TRSpVFUNctgwSdsISd4HkhxvxdrAJPa+tLR957nfMt9b5nPI5bnM9sR6sQBLaFhGpIAP4xxRSGJfgW9N2Zy1fc4aacxYq6beD1jDJpxJptwNp9jRzHMXu1yyfhpN4/Ykh1IoIgRrwRKElJxhSArxQQLn9aqKxywUTFgkOuVOYKALJodhb61355IyP+r2GYh+VeFQ6KOYSkVRKCIy4JrDiKDxdIqIQDA2agReAPGxcXjQEnxrNh1PjG6CmGaJDDMmzpzFyoZvUA1RUCn8XM9tG+bVwemIZ/K4TkOfWhTkOEUOMh+3m9tiU+n4R6zqOu1yw/UN5zlch+V0vukcN7py92nOwuF0ESt9RERu3/+4nvth2a0LwwZvOD8i5DIbu/vV5RVFUkJvBbqvOPC5ntMRIf/HGU5YnixTjeEtMKbahoJh1TYwjOeIS+KEw/CCjTiiwD4wwDbkxwzXL1KpqhwoJcpAkSqt4iWiYyfQNg30GLQPUws2dxulH0E4OyqUJOC4deDyFvoI6hLWyLVk0bWM1k9E6NP6Goo8Von+GhGrtOsZDXxoSAW6GPQHqrDNObZrW/LYOt7BacNlHie3Z91FBIeUBY8nE3nBdrl5ehw2cQp4gXHbHi/L6rKurttz24ZpXG65Oj7m5TzX9YbqMsvT1XOZ04ZlM535mJ9pTG8at+k8lzlt+Q3TN9h2V991LLfpXMehy8zHj7Qu88bkPJc3TSOnvUGZX0RkXYqP6xx642XjNF1E5IXYPN0vt+06jkOeDyvug3k5HI3GGm+Mcx237c3FdczXPAzXc7+cb5nMy+URkeXos6Bb127f9I539Ot04mMebpdobtNp8+uzIW74N0kHY0UUFBesR21GYI9eaFkOqeM1rS+vFa0PbI1pVjY+4xGmxeYjSta+ATySlth+kQqlVCqUVBSVIrBv6BrqOp0oX3j+Me/KsifbksdIJ58Cu3W6g7Nt8w3jEhHI2Mj9sE6tn00cDa5jPdh2XWbnnMslalLHedaNeThuRKzKhJwpKk256PqRwnNyNl3qgMeKetmqSJV61VD93kgzLioB/aA/Wj1eshlJwVypZT69Xp81ppHnfUIHVdVTxYbuuW1defwLLlYRSXaeTVnPLbvHxDI7fIhjqWb93cdRaHmtB88d2+T9+/flQ8n29g56aHGU7TM/J9rfP8jpivb6zPnxeAMdCbmW6pPewYnlNh/yiGKH1Hs4mn7yk3fktOW3XB1P0/tw42+mXbx4ifEZwrvRfZwrT3D6lbRx4+Ytff3rv6H/8V//T/rc59/WAfOh9QKrpCkb85L9C/UqpYQ+auxiqZdeekm/8iu/In/z0vr32B1zGDVNRCBrzYPQUx3yyGb7dD8T+RMOjEfMOcd3cCh1+7P3Yc+hG9ev6/y5c/kXnHrsxa7n+v7m3a1bN3GwXFb+s6QvvyR/u85/3vXFF18k75WMl156FUfpm3r55dd0/vwF3b79gs5fuKBvfeuv9Ad/8If687/4C/2Xv/xLnJrflQ/SLnM7lrtibR0MB3lOn7twXiXp+zg3fYh/59139Z3vfEd/83d/qx/95CerP5PF45Qfe/s4s3yI/uCjj7CDJ5qxPg8ZM8+fIw7sLktcJFSE+vAf8PDTBz3mvoqkYI9LJ+jBq5VU9cqMjY0R8gyxuwJ5Cg2GPUobKRoVZag/qGQa62nQG6zsiYOs9Voy9xacL/rmxeNJok5FncfY5E/f+Zl+/KOf6fGjAz16uIcY8MW5s2Cf8x7pMKJgvFuVqVDDnlqmyHZYVH3tcZF/54MP9QF29MCPfdjsk6f78qPdnLXE60mKEpspFZHktaFhjWDa4xDbROYtVawXw+FYA3TVG4zUGwwVzLmSR7yNczs6j1Nt9+I5be3uyH/CdpfD+pjD/tWLF7VDH6tUaheH+Ih6Q9bA/5Oy//yyNTnuc8HIfM0uX3Vse4sG0PDdaFiCBECRInW1NDNaS5/1h2ya60oAABAASURBVGppUR/IK9oRnUiRHIDwaLQ5puy2r5nnyV3v6erDprkb59fpMyMjIyIjM/cuyIOGOe/QR1O1MWuwY+zFG+gZ+wgfPNbovPGE/auYn6hzW/rb41Hz+OgA2nbj5Bga93fjNmPfgRZ/DfnC88/FKy+/GIYvv/RSPMeD7L17d+OZ+/fIez4+9fpr8eILz8ed27fi5OQ4DnDMbx2dxDGXfMfsEwc7O9Gw3gMH0OX8Mi7PHsf56SMeNx/GI+TsVz/9Rbz/i3fjIRegZ+j26YcP4jFO/aMPPowH5D3isvTy8Xmco7cXp4/j7NHDuDg9pZ9T3le78mvEHWT2hL3g3q07cf/uvbh7+048e++ZeO6ZZ+IldOuF554Lf9XprzNfglZ/vfnKiy/EK8zn5ZdeCH8Nq569gq596vXX4/VPvR7+ivl14+DlF18MYf2XSpuXwy8XPPfss2WMZ+4x3v078O847ty5Hc+SX/p75ZVQV19gTPnmg7aPpX7R4c7d29S9E7fRew9lM9aybZuo6wrUYTxje3JOoUxv8zNlgjqNqEP9raomqqqOjMwqd8K0yLmOlHKknKOiTkpVJNLjGEWujUekEh/Y3z5CYDNHdGHA9vXsFUPolo1RUR3caINbH+pPx16j77nBB1yzP67xk1fokHHzOvbWiBxB2x692OCn9nRqfld82Q4b2uFzbMr+s/SQxAFpjk97iU31Ql34p9wvuPQ3zzK/LGRcLLDdCx46xEdlV+Flw+UlIYf6c8KlBy7sxIrLlg17VaQU1fWBu0ae6rYhC74EfIBZGya5xsbZzzl7RQH7m1/wEV5qXGLjxYq+l+yL7nem3VsuGPMKuA+6Ty64cBBzbMqc+BXhJXP0svCSuPMrc4XeC/IvqTNnbmt4qk3p4aXxJfy1vpcVF9Sdc+G4Zk9fT2tA2MFj0/JbGLdd4SOXHYZn2DFhe88QEybapG8OXaZPeew4A48fP45HDx/FQ2D4BI/Qby55TtHTU+2kePQ4bH/FJYo8OYd3U/vHlMk/+eTZsMNWDBwyetbFuH+VYcXln/EC80FPnWEcYsC4jYFAoyu5zpErZWxEdjvkaY1/ccWefB6XVxf4xZclfYUtumLvlga/hCSkybVZs84d693jAwwY7wVjz5GpOfvaE9qxRY+u8ZjwsXOFJ/4JrPexXe9/+GE8gj8ln0egc/aKgotzZPEivLS6hBdzfAPHLH2TNv+KsZauITrRewnM+q3YozboV4feePFBVvTIgLIAiehnlHTRQ86E2xC/hYqu+Qp9tE+xQoZMb+i/o5wuuXxPAeMi1U34kJnRgSHlctntQ+Up9PuFpfd4OHuPx6sPP3xYHscesXYPuOzTD3vIvviItT+FF65luaxjTtOaO9c1dwV934cXKAN6Zdy8FXo4Qd0pfOaC7xw5sS/zNrR1rgm6YkwRLDnLH6LwhMiAvtIt/81hXkcDYXxblmIodm4o4Ug/wrytLeqjK7Jl7YiE3azhhci5ikya3PBTNTlmPGpVyFw/YrOcAzZlXcJ1rKF3gxytkKcFj4drdNH0Br5vWDvYEAPj02lUdRsVPsYYOYZITC0RGq+iXG5jUxbo+hybeEW4QvaX9k0nS/rzkXRJegntS/IWJa+LBTTMGf8Kui6RYx9QN+MYfUqxYZQ18TU8Mj7kOsSY6pi+fJEr6KpnkaHPeCJd42Nk/I2q3Y0K37wGFX5YIDt9ylz0D1y0D4HIRl3NovXsQZum2omc6Bv/xLChbIfz2/HhrTg5uRPHx7fiGJyc3I5b7OW3b9+Ne+zjd+7ci7vs68bv3r0f/l8e3Lv/bNy5B555Nu7dfy7uP/Nc3Ln/TNzG37+FD3xy624c3rod+zyQ7u8f4iPuRwuNFXtlSlUw5egR/DV6Icpeg86tIHqNTmyGMQb8Jdciqgp+gMT6Iwv+YnGPPg/A4cERPs9hHB6IozjG97kl/TdwB3/kDvT768gTaPJXlgfQdXxyi4vX/djbP4jdPXzC3b2Y4de1+EzytJG/0iyv61m4LpgAHh8CpDDOFoqcQFsG8hYa+8hRgGxtwJqKSyoumOscX3ABNjyudMhECXlc6a4xaHuRoZHHmUTPOY2BSxLJP/tAOuhZ+H97lXOKnOTQVhEHHpds39M+VymqKkeFbhQQz+TZJqUIMaqvyPHAWEFeVfpLUeUc+Toe4xgb5Fes0YEC6DZcsieKFXvtBp3osGu9OkZ8Rd2VdlRQbnxB6F6ypmxNH5sy1z4GaOjQk7XjEPboUY8ODQjJKKBBOkr6Oj7GyNwj9L9q/Iacc6TEJCi3bCTslCGg7ekCrsGmnnCIBCe369cha0to9vFqLl3EtRNrbLiPTx12omP9lFVI2to05LYD5lEcYg3NG/j+BDfTpc/tg195UIEPC+a/ZL6O5fgr6iyZ+xwfw/3nAt6es98/xu6f4beYdh+4hJ/iCjukXK0ZfIWtWSFfS+RrgQ6JOeXWmZM2f0n5mrlupBtmDMglUWzFGPYhVtAgpnrqoPXlI8MEbGD+gV3tYo2ebuhzQ8GGfuXHhg4da47PuEAGjK+gqfRpPXjSQWtH/Z517QRM7SYgB+5LLBPrE6ywKxnExzC/oNQZYkB27aPksdZDwRAbxljBx7UgvinhJjrijrNhjkvzCl0bzs1dlPSNfNPSbbhmjivabufZxxpaN8zB/pXfNTK8KeVdTGMZdtf0DcwikMuEfFbIqfuY2MHOHGC7DrFD+4db23VwIzzAnmmj9gn397f2ybNmi61v2Kcq7GCFvU/YxpzryNUWFfbVfM++1rFuZtxM3ZLftFGDCmzDJupi2z7is7R3zHHF3FbspUtkdYFu6LMv2MNKSJ7hnPw5eeYbXi3ncYlfV3wOfKurxTyu8NtuYo78r5B95X9JP4sncXVkzZqswzJ1xL4K/EUv/V7S5wW4AoaX1/kXpeyqjH15HTfvivFLPepf4nOe85B4wTnhnDqWm7cNr+Ki1L2KDXqcW/gCqga+tnXUoJLnhLnws47IKTb4vp1ALqdwQ3yNTS3yRnyDzJT5wKsFdn9hWLCMq9Ui5vDsisfWK0Jpeazvjt+lz3fKmeJc/cePu8AeXHK+uMA2XMHDNbK5Zp1KWOJdlDR5K2TSuOEKu6zvd0UfQt/ugjPUhMnHM21cn1w/Uhg/xZ/0fHBW/Ohz7grPy32d/Qj7FvrRQl9R+79mXYsuQIv2vSPULk923DjmuPxLKZXw5n+s18M7w6luStt65gnztf0NazObzWKHvdtQtG1b9gfLatasQleE9UVV1R8rt85U17io2HxtI0zfhHVFi5w41k04/mzWhrBNrnLYl/WlUV0+Oj4O70k9K//wh/8Yf/AH/zcPp38Qf/zHfxJ/9Vd/HT8g791ffQC/r7Aimbnhq+wdxs7uPialLuixuWv2qqFnT8Omj/hMkarAIEQJI8eQEvYz2EIT/YCUCfFRhhH7P8Qae7zBPq+Rmw157o+Rq0jwp6pnUdVtZOyHaarGxnpEOusypv1HUD/XEZl9mDBjh3Ju6IN8eJirCnpSpOvyRFnmQ/0MqqgqwxSQCaEDzmEPuhiGnrIqZFxzzeiKzlJiIhj9HmUth1KEy7ojhnckH/8lKgau7BdQHYbRPQ6VcccRI/UHFNi2m25dDqle0vYocMoRdekjRdDOvDGGyHTeQssOl3fGheNUOFiGph3D8OOgG7oyr23r2Nlpi4DMZi3OcUNctOTPSrxpauaeoHtkwViWFGXsm2M4B2kfnQcbqvEtT7a8m9Lb8r7wVtrqMq8cthfSZL/G5aeO2oQNm4D92IflhmKQRymiKcqVS1+2VdFts8a4awgG1nBAWDyELXFMljjAOlWDQosAr7gsXeNQdAhhThXzrZhnZtMeeFRZcmGw5EKqI92DAZkI6mTqVLGhnZclGwzggHfH0kNiBom5BuHH446xxMlyTGkaFeAh6BMeE0+pLvEVDswVxnaJoR3g6ziOjJmiqirWqi2omXdGtgx7DJXGVUO4wcGwvnXrpi5tUpKekb6H0nZ2w1g1GK+cc6kXfFJKZSz7nert7e0hF1zmUjelhG704TjSJ4xrcI3L8yfjQyNdlrrWSSmV8c1LKZV865sWjifd1jVtXDoMxRRPaUujxsyxHNt1N54SBgZ+yTf7sI3G0bTzPDg44EC4W+breJbZXj54Ies49pVSCvNSSqz/qsz/nM3IPs23rXXlue1t4/iOkVIKQ+sFH2kgKP+su0QG3NRWhG5a1j3EATs5OSm0Sat925+w3Ma2VTYsN18+ufbWdQxhPcuNG1rP0HlaJr/Ns1yaz3HyzXOMDY5pIIeBIU9RRUYee/RiMV9xydtHioxcs27WI+4FVE5VWMe45XXVhv34p20TZU3dRiK03L5X6OAc2V5wsYvZgE91mN/iWPrnA3PKjLXByV8XeZXW4JPhqRu5dsFwl83WX2wdHx2FZT02WH3wYW2F3ozoTUee/JnjfPjnDeWD5fJLOO9TLupcQ+3Iknauh7p0jhO0xnmRL6Ud/dVVVWhKKV07IVdFRtQP+/OxxrEvcKIcZ9a08KaLSxweD6gjG9cOurfBNnl4dR4bnDG/OPHuL39VLlS9GF5y0EqRyy9Z5Yv8OT+7iBE7drB/WMIPfCh5+DhijCIz8sm5KhM6RsFn3weZW7d44Dkode7xkORD5qc//enwMaNumuiY1xJnyUPMyLzW8gz9me3uxgpbktiIze/JM9RhDtazmR3EBZfTP+UR5wc/+FH87//9f+InP/l5LFjfS9bWS2klJnKFQ72hL9aTvW4E77//Kx7OfsHl8Ych3WvG38Ox8E/Zfur1N+I+Fz+fev3T8dnPvhmfeuPT8QKPULd5aBGvfuq1aNn7Zns7XPjciQMero5vn8TdZ+7F3uF+1LMmEhcPuaoipVR090MuZNUb5cE/4+pD9AMeBX/l///Pz39efv35k5/8JH76s1/Ej37ys/jZz39J+PP4xbu/KvGDo+NoOTTt7O0S7oTOeMO+2bEHyW9lRQe2Yl/zT6d9SN8r9i2d7YZLwkz+kFNc4uSLjnXcIAunOLVDyuzqKVKG3rIeY4wpRXFsyGOLKumEja5b5lbliBSoKP+hzwElqrHzQ4yxwR/xW5gbDk9rnP01NGzAGnnrCAf2iY6LGvdJ85XVBTStqKsuXCDzyr56UEOz8nPnzp3yUHV8fBSHhwdcWM2Qp704Oj7EgTwh7zAOjw65tLsV2q9j6rVtExV0trO62M0DHn8P2EP24d8u/GjatujNDF2omXOSB9CWmIN+SWb+yoXrtUYHN8jHEj1ZcJhbcJgylEbzNshrN2xwJDfIchdjGiNVAZ17sXewF/sH+9B5GD6+3UZOTk6O4oXnn43XXn05XhWvvBSvvEKc8DX/xKt54I03Xo/Pf/7N+OIXPx9f+pJ/XvgLJf6FL3wu3nzzM/Hpz7wRn0IWX3/9lW37V1/lEf7T8SYy6y+XP/vZz5L/SrxKvnjsbVDDAAAQAElEQVSRh8T7973AvFdokZ5n/ZXrs/fjGR5Upe0uD4P3kPP79++G5S88/3y8/PLL4WPkpLf+Mvqdd94pX0b4zne+E9/97nfjt37r38X/+//zn+I//b/+Y/zuf/j38Tu/+9vx73/nt0r8P/zu78R/+L9+J/6v//i7Bf/ut74fv/nvvhff+/5vxHe/9+vxnV//dnzt61+Nt7/6lfjKW1+KLzDfNz/3mXjjjU8xv0+VObzAQ+qzPGzeh35DYVx7cufu3TjCBgv31n0uDJSbffZZQ/fohjWu8QWMu+bCPGGeME+0yMbh4T4yts/D+W4ohyM2w0tHpB7720ePnG+wTRmdUHZEBHoRKRKyhKmiHno00gIo22t0YM1F5wY92OBrT3rgvuHe0CN/ytuGyxih3Ik5B16hX75gv14C00v2ihV+2oYDSY8+T2MSLWMPZIyhRG9pIFnyO/S+o80G+kv/2Hr7mxMu6HNB/1fI+Bxccui+Yu/ycfAJTbRz3KurefkCzSkPT+VwzGHdy4ULDuxXtoNuD3eO0TM39WlCi97JZ3WvuraTU5nhwJ7g4a4jdH4b2q+huZN2Qb5z7onPuXBbwocVfFuDLf3LmDOfOWVCG2b9NbpqvRVzCNYpIxN104a2dVf7wH61u7sXLTIgpM01zrkKkRK2Egb3dLjlYYefgO7jj/TQMlAWAc+HFBkjUHMQbNtZ7Mx2Y9cvXPAQUeWWBcmxwWefX/NIfq64rOzp1z6E6yXW9C0PV8xRfoqp3Zx9TtjOuuHYY5R17qFHGj/CUPJv9m39BJ0515EITdvPTdjPts1Wtq1b1gT67dvycUwRkUr/zktalZs5F03ikse0Cx4fr7iA2qYv8V/O44r8ORdTW1zFgr1A6GMtuRAyPqcP4+rPyF6Tc4qUIqoqhbq5gz3f3d2JWzx6+Oflfbjxz0fu7x1g+/cK79tmhr2fxYwLxD32gANswyH+7iEXjPrcZY+53mduXfsr7inHx8dhWjsyobSjrWUTTk5OsPHHZS/SDplv3iGXnAf7R7G3e1jGr6qW8Bp1yxzayDlHrrao2PPqpg5D8xJzNZxQIa8tujNjvjvMo26bqKhvuUxR5wd04ybGcaQoMVbF2E20bRs7tG9axq6qGCMKqBRJWq5paOg7QZdjSo9l0mM92/SM06GXA2sieg6gjkV35V9F32Us/OQ9dGsXf25GXDucUmbMMewjUoRjlHmxltaV14eskbwU8lO+m1/K6e+ANSignrZ+h76bpgltuPE99vxd6jmuaUPLpGnClG7aNqTLtP07lvEqV4VvOedIKT3BTf4a77Ar2tPVtY+gbTbPMnmSUgr7kD7hWAVVXfqs4JXYljVlTNM3kdK2jypXpdz+evh/c5zgI0+1cx3r08vlFJFZ03QNeV3Dp6Zto0UO5M0E5ywNmTFSyuGayyvLW9ammbVR0db8IdB3kHIVdQvf8U939/ajadvCS9tVzCtn+knUhZ6JFyml4nf32MuhYCh21C8iLNl/ENliSyyzzUDbBD1jqqLH1nT9GGvOhWKFHVpiIw0F2bFmH9BmrvHbXJMt1uwJi1iyxy0ZQxvleHP2uZsoexd73gVnJv3qm3Cfmy6FTzmLTzBv+lLOFW0X+IlLxlnjO3bsWxv8BecUkfmXCo923A+Q2R30wvgu8jqDhy17hfuR2GEvKoCve/sHccA54OgEP/f2nbiF33Pn9u0Qt2/fitvYrVvYIXHH/DuWfTz/1q3jODkBt47ihPht2t29cyv88t3x8VHcwqe+TfmdWyf0dxzHhwfsWzuxu7cT2s1d5GXGvV3LensnyJLETZjXs7d2QJ+mw9fpWAND0wN8uIlt3XWM7FWiZy3lVyff6MM83ngjIdeZ/2ZC3OtIyENgbzK2h20gKvKzDKafOqVoqhwNcldjP03XdFCTX1OnjoiW+IzyXeyp2CEUe00bh6zJEXbjeH8/jvb242AXkN4lf7edxaxuoq3qqJl4latIOQciiVwOTzAw3hoavVDeIKsrgZyvBMZzyf3Ggvu/Ba+Kcy6wL7nHu1j2PMKsOS92seKOcLlYc/+3Zk9c8oi0RnaXcc5517PtnDOuMr+ER553Ta+UebCCd2JTeDkEQ4Z61kODGMjo4FOHohRe02aBDgj1QNlVX7Rna9Zvw1muh9cDvBtj+7+BufXwvic9sEDmDsT/pTBSisR6yK+byFUVuQLwsiKs5C3roX10T2hYE+Pmiwy/E/1EpJg+2gjYylzHLaDPOSyxx0v0sOg5voW66RwLSBsuKLee9dfI6hqeig02vUNee2xsAX32N9DBw/4JGBe+jgiCCGlLOVJSPqrIuQZVVIRV1UQGZa5NHdrjzHwLmHsCJU6e8ZSroEGMKccQEf04cs4cOGsPJVxhX5auIeu+AFfYNnGBbyl8SPcRXZzio29xFdvwMnxkL3KFv3wpaHeJX1nipsEFeROu8Kntf844C31Sxpzju14RN99HPO8YLn2cxBZe4r9NsOwKvi+uH00Nl5yLVsjZijORPF/Dd2Wug/cdctfBcx9le8IemRvAGCO8GPlvEIqxhCM5YijhllfGB3g2oSe+xQAvb4B1Xk20IAcL4sqONM6REfVi7kNloX/FndJHWFH/I7r76KG76Ag0d/Qreulm7EgpUpUjV8gD61+D2e5u7GFv9vb3Yldob8AOPt4uZbPdnRA7hHsH++VOYV+/5/Cg3H0ccP9RHtSw/8fY7hP2giP2igMe2A/wQffxc/f3D2JvD3uOTdvFpu2UvYV+8YmLvEkPMlexv9fNLBpsnXv+DvvUtu4eZ+KDchejz6xffBMnjC2O8ZmPOI8fSJ9zYh76VLvMQ+hL7DKPmX7sNdq2LX5pw9hCfZ/CCrpMG2Z0f4I6jzqUfymlEn7Sf6Z6KaWwbVVlliBxhu9DndcmCNd3g+53yF+xA64pMK9nDSe4rjf7TCnRXxR/xvwJ1pva2OcToKtP9+8Ylk/1bSumvrx3LWXcQ2BiwgG1BR3ytcGOR8rce67iZ7/4ZfzdP/xD/J+///vwl8+nZ5fkr2OFf7SmHuaKqv5FlTo27j3l1589Z9GROmNgSngUDexKRM9A3p+KIbQ9IqFZnhmqGFIVY6pipEyUOuxr/ZCitCEeUUFrHZGbbUh6jMQ4A/5bzxiBvU4R9JFyVWjLVROZ+hX7bAaGlTaRfO/2K87PqdStqAdYz0w3dDKQQVdsDhWZIqVgYfoYUMh1Ueh5dBiaQBkrPIe2rTkwNAhfTVsqM52BS9Ue4yOm+AjjQ88jhihhiY/Wvka/Del3pI7jZujYcOHjuKKn35Fa5kubqJsqGmho2yZsM0DnSB89Ame8h46boWXMKEYNCX2N1A0+VVVFXVfR0J/hR+mavKaU5QybaDPQZiztgzFTWHdbFuVj2UgdBbCHjg3GWUOosojNDSVRaG2ksqaUECQu2tl0N2wKtrXc+rZXwcqGi3NsPx/HujjmPfO33QYlmerb1nY+KpzxsLFi89hA04KNaMkmtGYs9IC55MKXtcJ+nVdVDfOfsb47kFld07fGqVqBZXixtWLzso++H7nQugDnJd/+pcP8gc19i1TGqRDIum4ZL8LxrNP3A7I1YFQ2JZSmESXa4IhdeSkGnJM8WcEj44bOd8pbY3AglD5WMc3Z0PzBDikcx5Ex16V8ycbk+sl/jaihaeGappSgcWT96zJ3+7BM47uLQdYYmzZfGhxHeswzLY1lfDZ36zi2sI5p6zmufe1yeIG8Mt7mWkas6xzta4CHHRZmyZp5yJrjVJg2X+RcoYMVc1/HOY+C1rP9ltcNc2iiZcPYZeMyz35hBeuRkJ01PNmU9ill0ivWvY2MzMv/FfRHpJLXYeAP2BSP2DTtP/zQ0QB/PcgpYxcc/qxne/NNOyf5Y5uUEvTUscOc26Ylrv5WyNQiTk/Py5/sLI+MOE8DcpVSjpYNdUQeDHd39mNGetbuRFO3kSJHj0HOVRWWOzcxjsEnsXHvhTx2HsqZ+XXdYNeGMldpCnrpmJuH1DkO/RzHq+OxpceGrNCZARvWzpowrQ30Qruuc8zIm3Go67VP1NnjsAfbImMfr+YXYbuDg71yGV5Rf71Zhm2N5ypid28WfkN3tV6wqSCXi0vSAc37kZjX44enseIBN7EhpCHHwDzXbDxVauLqfM7j5Dw2yy6W1Ll1fDs2HIbml4tYXi1j+vXY7mwPs5uDnYXH2SHaehYHe4eljf12fonCQxN95Kgi2IQyo6eADuR8D4ysr9++XaEzPoguCQfsW5UzF3S71A4eQB+GeQucvDMO+NZvcIoy/bRNXeqssF93PGBzeJ41DXSNcXR4EJ9/883w/y/ye7/x3fjaO1+Ll158OV579fWCl196OcSzzzxL+rW4f+9+7HDQv3Vyi/gzpW5OOaqcQ5nz/0PSR9Ie+vwmmrQql8YN33///fjxj38cf89G768kDTfonI5WizPVtG3U0K08rLA1yrChcuyjow+Qp8zvCjlpcMYaZNGL8gEdXaCffiPrpz/9eain2vIOu7yV/QH+sAfCj5485cy+/FWsoXQ6vmP94Ac/CB87/ZOu/lr2pz/5afzg//eD+NE//ih+9rOfhY+izsVfv7z33nsh7Mf6P+Ex9Ef+6pPHUek942HQuTsnnbUf/vCH4XjSpM66N6zZ3+WXfJCHA7oQMcYO82ORokJ2r7hsbts6qirB5yhhw565g/zvUc8Lxpa9uKFuZv/OLHyKIZR369TkN+yz6kxLO/Pd4ycM6JB5I3pkOMF+hOmM71DTd1Nl5LgKSEFLxgKYiz2oYnfWhuWzpo4jHP7bONdezJTw1gmXPrfi3t078awPYsBfCL76ysvx+muvhv9fkZ///Ofiyz4a8pj28osvxKxpsE1XsV6hozy2dhzqR9YvYUiGsYuri7OYX53GfHGO/i1gVxcRHfvYKrr1PDabOazsoLGjrzp2uQzc0xYL4qblyy6XJAd7HBTkJTjmAHL33t24z0PjCy88H6+++kp5uPzc594MHxK//JUvx9tvvxXvfO2d+MY3vh5ffeft+OpXvxpf+9pXSX8tvvWtb8V3vvNr5L0V77zz1fj6198p9b/0pS/yKOqfaf4Sj6Sfi89+9jPxGnN/BR68yuPpq4wjXn75pXiR+T///HNxn0fOe9ByF76dnBzzaHjIpf1RGL/NZZhlz5Y/M3s/7nq5xoOABxwPM8qFhx4PNx5sDrl8PjnZPj7vcUg7PNynnyMeC1ibu7dKePv2Cf3cBncY+24cHh/EweEeh7ctdvd2kM029vZ3op3VkauI4DKl5zG5AwPGrmdtjI/kb/p1rPsVB89FzJdXXApd4qhvYmN+t4oVdnmCebYT9jEgjz32b4yIhCDWyIPosC8TNujLGhtiPbHN76Lk45cssSNigd0U2o7txQr0YBONT3mWC+uru+c89FyyHy3RUQ/7hh6sDU2vkccLHoeE9QyFdSz3AnVCQm8C/ZmQmE+hEbsJsAAAEABJREFUF3m2jn0J4xM6ygTbbwRtE20y/eS6ihpdq9omEnHLPagv8S9X0OTYhs7FLydoPy8uL+MKu1ngBQdwjqf4pgv4sIJX2iBtrxjgew8Mh6JvA4eyVYGPd5dX8m8Jn/vosb9jJHyowDY10bBO7WzGHg3QrVzXUZe8nZjhe8zIq6o6KvJzVZW1TZmQuHVFKcOOVHUTddvSfhYN9n4HPd3lgL7rhYDhvvJ5jDweRtvuRVXP6K8GORTOlGuCBlRRQcOMi4F9LhYOuWjYPzqi3UHMdvdK344lHRk+S1/t2E0bhrmqsMqBXzGWeY7wZIwo8UgpUgYpE4oqqqomu4Y3ESv8hCv4dXkxZ29aYNMWscK38zIzJeZNu4gUfui29AnrsV899TYlHWMVOTVRVTP4uxNNPYsq19E2M+zafuTcRK7aqJudaMgTVdWQ10AToG1KrFEwTsoRIIEKOpu2Qad38In2Cj8O4csWx3EIn7ykOTo+iW14XMLbXOafcGFzSN191mD/YB87cfRR/WKrjsg7DG2P9sj2x9gf2926fRLGj7jAPzw6LI+QB4cHIQ4J7U+/QDu1d7CHH7cfu9hmaa1Yi6ato0Z+qsq5sA6szprzU895ZlQegXG/JGZ+QeF5F0WmYXAJOTMq96LDjpQQm5JSCj+us/pgPKUUKSWjJSztr/txD+85J1j3CTgPbrgo33CW2hDvKB/wq7e09Pj+rC9+i5fma8q1WR22rafPIluOxHhTfCCtnq/Q8wXttF1iiY1bSTs+c2lvH4xVaDIOJlo75iaGyKHdSPJy1sYO+0HLnliA7pof6EGuqlKvRzC7Yo+G6OUZYy2xi14uGkqDWEFbsV+OQ31tmpenwrI15R1rMzIvmMgQVRhqY6S9Y/16MNE7hYVm+BJ8XPcavaywfaJGfhsg7TNkpMJuJOTCPnvm7pqusW/aOaG/p69nnmX2bWha3/CSBwt9vDm+vOdp866wl1dXc87Yl6E9Pce303+b+rPPj+qxz5X629B8YR+GE0oan11abkI6pEfcjMvDJ/yG9+4z2zXpy5q4LiKjFzU8yKxfYv0KiGf4lcl336hnbYiKclHqsiYppZC/KSXOXPQL/+RhD+83oGPtO8INa7vinOafn5QOL5vn+GheQLtmLBN2aywwPUF9Mu68hLw3FI6T0nZc+en87UfaGtY7VXWkrDzmGFKKYUz4EgOXf32s0Z8l+r1gnQ1tuyFuv2KljgDHE9JhKKRHGUwpEXwCsO3SIFJKkvSk3pSXqJNSKvN1Ho7vuFf6B5zLlRd9fs8Dnh38IqXnoQmeK8zz3OCZ4r333o+p7Gb4HmcO09vwvfjVr94Fvyowb4L/dx0T3n333Zjwq1/9qpxZrGc/H3Am80wibX6p95TzlbIvvcr5yjM46zzgV4zovNDf1//fw14I/f793R3OtrvF7/ch9g72Xdy7e5uzIr7kvTv4/ycfg4+4lt+7dTvu4MuKu4QFtL/LmcHH3VtHB3HCnnB8sBeH2KkDfNBD/IADzscHjHsoyDu4xp7nIuR7t21iB12YIfdtVUWdAld1iOQ8sE8DNtNf9HbIxRo9XOMfrfD3FqzZ3C/+nJ/FJTg/fRznjx/HWcGjKHx6TEj+44cPyH9EvfNY40e5hyAEka7/N0ZgP/kv9nMgKOA/nXpF2FM+pByBXKeKMCHb1KN6JOIi5zpq5lGzr+/zQHGA/3LAGaXsyUcn7Mf69EfReC+DnjTXaGez0Nea8VjS4juZbuBL3bT4CG3UTQNa7hH2Yh9+7ordXfbZLWa0r/GBICfEgO5rX9R90WEDhjTGQOnAf3v9ddBxnnwC0uab1r9fcY+9mvx++X6toyviN6H+qz/maWOFeabVLff1gfHVtZv1rCOsN+m49a1nOqUUKaUIeVvhF2FTAt6LMcH7SMEWXdCxPh2JDfvRTXSkex4mmHqIijb0GDVhTil8ZM/0VZE23zATr8wDmTolL9eRcxNJpAaaajgJDWMKtu9ARLFrfay4G17weL71u5dxyb4krnjwnHN3tMLuOd+nsb7mrfPv6KxH5rR18mEbDoiqKxuhLmw4I224+1sTrtCHJXe/c2zXFXudWPAQa96C/CV74ZK70AXhgrOFZdZdcVYf4M8I6DwSDKhyjgr9a+B1gzzVxFNKkczPVSkzz7IGmSxo21Bet2hDWVSWdzg77CCjJU7YIs8V+l2hHx+FdUzp2v2OslrQd/0vgTF3PVOoB9fwvOF4YsZ407iGLfphKEo5tFmnxK0LWvL0S7bhTlg+wXqlf8Zq2iYqaKvgj8hVFUnkKhCSJxgikM3x40BOzR9TCuvazr5axp/t7jHmXrSE7c5uCP8/rBtswha7UXOnV89mUWM/qnYWFfYhQ0uGlnStIylXdJ0jsWaQwLqmkq6qKgpv5e9TmNHnLjTcRFk/eQKv24JZbMN2u8a0sZ2Y8g2LTEDTJ401lVnvn8M0ruGMuVtP2oOPukDwZD7Gb2LSF+sJdUmdEuqYoTBfGDf/n2LFeQ7gu01l1v0Y2GftQ6iv25AzIPZ1xDpog81boduGPXrmmuSqjnd/9V78iPvVX/ziXcbpQtuw9uzBtdj6yTlkxK6M3L9vOIduqNfH4P0258uIGn8qONMPsdHucee9EcQ7QkxedGOKAfTX6IYUXQ8MhxGfMUr5EMht0lerYkgZylOB+10/BvILhzN1kJ+RcqYR666PFXvyEnu2YD9YcJ5bQ3/XDYw70iZF0GZEBkfCKP3nGCJFlolbhnThIgWflFJobDMN4vozMdW6YsOBZMVgbhoTXBzLxnEorRL/HTCetrXvkd15guktmBX1UkrheAqlgm8YfGy7YXKGtiWr0GnafMdzMb28l46JJkMx0WQ9Nz772ALmYNztQ6xlGsKxvoZ5trGudDqGF6kexKYyabBcWMf6T+Nmf7azrnWMGzof52p76V2wgdhm6tty21hunm0MzUspRUoprC+sG4iLoeX2q+KnlBDYFfVW8DgVw5PStm2FAjRNGxVhhyAtcMY8aK3hx4BgsmRRUZZSFRVhhONtyp/DfPDgIYc6HoBSjoqyJYfrcx7zLtnoFm6I9GGfGw4ZHbzu6N8+g0+tkSw05Ei0j0jRUWei24uPk5NbXK7ejlm7i4IMUSH0ibr24ebdoxE9GtDR74IHYtveuXM37t65Fxosx/VPlUmT5QMHsBZD7cWLvFmyYTvfFXQvgaHooMP1WV/LgvxeUtd0x1j2ayjNOVfoSo4djOMuG8UOmDFGBT/6UnfDZVMb/jrApTFPrFHWGFOM8LjFoM/cRHJNvTrMT5Hj4vySi/pVbFZ9rJd9LK7WXN4vcZoXXNSP5A88im1ifrmKPDbR1rtRpbbUOz+9itWiK2nL5hcrHlEecZm5jA6eXeEAtWxgaqpOUjCPhEPln+M8Y9wO3gb6n9nIshsU9O3hQPsrvMdnF/H+ex/GHIeqZW0uuaB7+OAxDvFBNPUsTK94oNvbPYgF41jv9q274WPfOKQoFzc8xI/M37wgLwfzJqxzW+bfY3h7DJhzxxdmrh1z7mOFQ7eib/m3wcHruxEeRvTUXSNv8+LcLWPGeqSUy8VhSlUo4x3rodxk5lrXbbSsU0c7ZahivVJKcYlTtsQZu+QSu+MAN19csSFc0b6OQUJSxJLDnXZA5yPnFNoFv8UGJTFHfx89ehjKj/kPiX/w4YelTg0f++J8d7FEnjrk7PD6ceGEi79xHOMCx9FD7SGXgz30XqFLK3Spp+7Iuq2wudq64+PjgKCYsfHrND96+ChmTRs+OlY5h/V6bO8OTsMJdW+XR8zbccJF4v1798JfVR0e7McdHj6+8PnPxxe+8IV49ZVX4plnnomXX36ZR5bPxiukX3/99fCR5utf/3qUX3EyB3l0xUWNYz/33HPhhaO/0DLuw2elnkaUb4997nP+gu3NeIU+yYoDxrTPF154gQeZ43KBKW0+wvgA4zeb7c8+1FdhO/npnOSPFwEevg0X2CsvB85xtufQ5P+vpo+R1nUfyfDC9glZaNUz+UVeSok1bWJ/fz88xEnXDrzSLljPMKUUKaVw3aQn+EiPccNeezJryxoMMVIaccB62qdtetYvWNPetUPPEzWkJ6UUtncM6wrj5lGl/EsplX6VCcu1h9aRNuk0z7R80V5Lk2MqC3ZgXwPyYn7OFbZ/U2yivD3kEGw/wj5SqqBnpM66yK1jdti+TEcNa+lB30P8koP+LvxrkIEa+rJzRp5pHCmGSMQ9yJf5MucB+SsPs4Q9e/gGB66nX+t46F9z8aUeCfVnoP2AjvVcNHRgTf31BvvH4bfESY/0lRx3HLhP6cr/R2WvL4LerZeLGGk34AyKRB0qhXHr3ERHX8vp0gJdP/NiAl199xc/i5/++EdhuLi6CL8t/7nPvBGv8bj4Knjt5RdL/MUXnosXn3sm3vzMpwo+++nX41OvvRyvvfYSD7MvxZe/+Ll4660vxVfB1776Vnz17S/HF7/wufgiuvalL34hvsKj5ltf/nKIt996K7729tvxrW98PX79O98h/EZ8g0fSr73zTvhg+jkeUF/jwVOdvXPndvh46cPmrVsn4RdbhLq8v7+LzLTB0kSP7VrCj3MuYubMc4XNWsAj4xdc0pydncZj5mxonSsub7R5htYRU9x28t91GeGpaNsGeZphQ1vQoEt1QUa3MvJWYU+VR+XLdEL/RKa8QqaUPfuw3HTGjiJuIe0pJUIRqM8YLQeYGXrWNBW6mBmniqpC+qCFGiXecGDd4WLNMSv6TynBg74grj8556gyoFzbK3rkyXDCBjnVNi+wK+qV9rxDj9fsLfoQ+hNn7H/C+MXFVZyzXwrjl1yCT7ji8WrFPrdmn9rgkPfsqT06ObLvBfu7yLmOCSlVUJoLrJOrKqa5kFn+pZQipVTi4zgW/ti+rtqochNNzZo0O5ET/QLTwvKmaaOBlzX6a7/yw7gwXeUqUkK72IdjzCFSkAd69tmOPXm96mLF/uu+fsVeqz8gzuUDWDJf4QFEdNi9cuhAHjLjCw/LNfuzB+oZD5LCuGWpbhi2KoiqjkTafFHasWd7APdAvovt3qG9cQ/s5mfqD8yhjxRreL3E95zjay1Zv218FVfsvX7D/Yy9/pz99Yr91UPTkrVfUd8D1Ya2G2jv8A82rH9PfIDfYmVf9nkD5YEYfqywb9bvWGuaxTCkoGmB+Rv6WzPOkn3cx6grLoKuvBCCpgWYgyvs7AV72Sl72kMuT/XJjJtvW2kYsIGpyrCojha591IlV1UoWpZ32MENMjcweFO3sctFxv7+YczwT43v7u6TJ/YI98Kyg4Mj9uRb7MlH4Di8MN2Tv/A8pyZSqmIYInrmUGRh3ccK33SDXJjv/HrmPULEGNRFhgxHQvM7eNrDjzG2/wvFOCcOqAM5ESlXUdVVZOaVciYtEmGKDfvJGju/xI7Jh0vs1Rl27ALbfQmvfOQx/wpb9wTw9hT7dwbOqU/UU6AAABAASURBVOcjkH108GbQdqS0Het6vIAWaZK6DXVW7BG2WTCm4xpfkmcfls+1EdhYy61rvjq5Ym2voEkbsmQ9l5wt1shFxxx67I11xADTzLP+hCX1jdtW+7NGVqxjuynPfOEY9msbywqgx7RlF/iSp2dnYd1zzmUP8RH1LT/44AE+OBcq0LlB3ouMM47tVsj0TSyh/WPgnLUEK/zwtXUJ/TLfHFt3he27wBaKS2zBXLlWJ6hj+eI6vsEerrET0r4m7nhL6ghtbI8MJWStRm4TciR91hOWCeMr+rCNPr82V/t7hm0+PT0P8fj0rPj/1lUmK84yEbnI8KbMd8X5ZEmdq+L3214+ncIzde4B/BIfcs61rwtsxenZeRgX5+in4zq+kBYhXSxtpFRFy7mpxdbt7OxFy3nLdNPMGG+Or38VZ9D76NFpuDYPGOfhw8eFdtfOc9McWzCXj9ioJWuhbASflFJUVRV+lA1lRChTKaXI6g/hJGfWEZabF0Xj4Ab10LJtchgjJowjnKKfuMZ1SMeRq6og0VZ0TFZskO0JS/REeSw6gt+hbZugnp6rv+hk0V/s8BXpK3RmwikPavLXtHPu0McO/7AHjuEDuY+m9rlGhq+Q+wv6uKSvS2yA4RzeKWPBx32vxf+v2fvkjTwQ8mODXbHeEt2zjW2NF6Dj0mCe9PgrqBWGfYAfCXmq6LNiPXPVRtmr2H9yrmNMmVH5xxrw3/IvpVTCDbInSv+MuWBtHfdK2p+CclCA/jq+MC1NthHb+ILz+By5uiz6bp6QbufmeE9DvootHYso6wXPlJMtutiGfQnl1YSb+bnKoSzKWyGfZ5wTbt26Vc6AdzhjinucO8XJ7Tvc63yEk1t34ujkFvvQfuywL7mXz57oShMzfL+2rWMGWnzARrhPyE7OCwFSILvadDAiIz1nhh4+D9pcQs8zwjxh/oC8lpA6VZmD88hRE6+rKmrGaJAXx99hPrvss+WLozw86Gvv86hawv298AwpDigrwDc5AIeHB+ypR3FyDE6O487tW3Hv7h3uqADhHfz5O5zNb5Pvufze9ZcW78oz8+Uh7Z65ezfuk3ef+vfKw+9J3OYsf3xwwAMy4+/uxC6y2EJ3g5xV6O/IvDr4MCDfPaEYrkPPSSPnpLFfR8nnnNWBHlhfHg7qdemjiw79m+SnyAx7h3IzyYznBeXYOt3U5kaovGTshair+okf2kLzDN7KX0Ph+dawufZVW9bfPNO2T/RTsy62FXH9QQIipRT8J6Z6FfwQU9q2xkVFHzvFH9pF9rbY4Q5AOL6w/wmOL0w3rXOon8i9eda37QTTU33jEz6p3PailLFfPF235EsbvJrKZtaDfzvAcWZNg8xCl3OWRyDDjwrAlUjIhDLfXevDkjW8ZM8+Y88+P2cvAufnc84zW1xwr3dxueBOYORuYNgCX2+N37fZjNF5JiiwbEO9DXldgbIjtLEi+KSUWJpU1sY1qeF/XTdFFlpkoq5yzMjbnbXhFyMO0aujw/045k7lRBwdxRH6tM3bj6ODfcr24+ToIG6hX36x9w76csw95dGE/cM4Aof7B3G0BwgP0Rnj5h3u7of/Fzd78HKPvXoGL2fQ0tZ11LmKfON/Cb+Wa44Y8U8GfOChH7hbGEra/DQEPE5PMLW1XabtlDasUo4tqjKOY22xHXcbf7rso3QKLB7ryYicAaNgYO8W8ntAd0UPjU/rozrqnrDEn1iy/wh1umMfFT16632MPrd1n4BzzwbYr1Cn7dvyNTbGPu3HcE29Ff7h0jGQszXhmrR1O8oMHcf2YmDMnn3VPgtvoX9kPsWsRzBbZpwMIwbsdk+5NDhXEdcf4+bfhH3ehON9HMruusjvGj/9JqTzaUxtzZ/i/5bQfif+2HaiSVql27Rx+5ripieYZ5ltnwB6jZt/E9adYPsprjyYdjxZlhJMJTKliYZ8Ny22dfswLjw32YfrbTxYmQp9qdEX5/Z3f/f38YMf/DB++ct3aRPYVfYm9K/GVxrRgXHIEejUQMiWEsOQIucG1JHy1m/qyfPs7Vl5g0yswQZ9418I1K+EHZE1GSvPAcjWEru2xj5tyO8YiwC1TAUjtjDoP+U2Mr5ahh7Dqp5tx+WMuunGWHIeWSzWMeeMo6+3RHZX9LtC5jrkERUPx9UH7fohHGtDKB3lMVUmeAhwsV2YnoaTsMpMISPj+mP5GoXYtluWh4H1jUWV2da3nQbH+iU+DDDvn8K6KaVwQaYNxXhKKVLaIudc4tbdoPRLjIDjSy9VSlvrTEgpFWqt79jbcHwyvjQqfLYX0m9/OgfC/s2zju3tzD46HBDLrTuVW+dp9EiK/ZpvW+kyTCmFG599pZTKnPZwwGZsktbRoGzgpe0jehY+l7lVdRWWp7xtkwkrNk0vEOVZ8LFf8xo2KOvOuAQ5ZFM5ZCPa3dmlRorgX2ChGvqr6xw5j5HSGFWVI5G/4RA051Cy5BAhTGvoRhzUmjr7u7s4jrsxY9NxU+5ZCw2wjuQxm51zkY6BtZZHKSX6rlCssTj67733Ho96H4SHgDXzNLSuj0OuefCpmNcu4+hAtMxhxkZ3fHiLTacFDWhjd7YXaEm09Syee+a5ePb+cyXfg32PguWoYoeHPssH0j1Ktl525UHOB7s1F4L44FGlOnKquJTvtxcMHOoDZbadZSsUa8MFovXNTyhpjlzqV7QzvUaZTx+fhZcECy4VxiGiQVnbZlby7F/+J9r5Z0q9aLCuutFx4bVEcTVgiRWoch2un+vmPKy7hIYaA+D/L+X+3mF4GHfMjjl1ODYj9FYYtN2dvbCOdQPjwJLFFc6QDlOPZZlxQEmpYi1y9Oj4FbRK45zDujTI//39I/R5FR08k7YBA2JfPQZtBc9Mz+Br07Q8qD8o69giC3fv3osZ62S4g9NnnysMXI+hWbKRXnGx5YOQa9vR14cfPuAi4TxSymyOIzTBnVxFigqnraPfZfQYt4DfV9Apv7zs8NJizXrIkwUPtdItLxK8ld4rnMNHXEg8fPAobGMaUYy22Qnreakj33rm5zx2d/a5NDyKA+Z9cnwrbp3cjumhaod5yCf1WCyxOaZTStC45jLkotiTGbprufJsG/n4/PPPx2uvvRZ3OACpq+rFKzxOvvrqq+GDpfr/8OFDLlEe4ryeM9952Nb6dzk4HR4dhn/S0n58pHzxxRfjHodRaXMs+/gcD5U+cH72s58N6/gI6pj+OtO+PEwPTP6EQ5e4haPpWqWUwrTrpa5Kv2tjPKUUztF2jnPOhZEXcD5Yeoifc9i2zL5NyxO/aewvJv0WsvXOuIzqcI781eef/dmfxf/+3/+7/BrUC5K//du/jT/5kz8JHz1tY/i//tf/it///d+P3/u934v/+Yd/GH/+539efjnqLyz9hab1/OWleMzlsmMGH3lYYSsMpX+yIaadywFOs7ZP3u9wEDYtTFtXXssHebq7uxfywf5sa9x860/xySbZ3jzH6eDvjL6Ne7HTtG2RHx+8U0pRo5cJWmvotO9AnzJSrozkTIw6thVUC3k7zc/4JZcrKzZ023boTY/cigo7oe6KXfS+vrY3O9j5Qy7Fb3NBcYtD9yEPp/JGmXrmmWe53LjD4f447qKvzz33fAhlyYc6y02/9NLL8fqrr8Qbr7/G49/n4tNvfIrwzfgC8vbVt96Kr37lK/HWV74cX/nSl+LLX/xi+Odf3/7yV3gwfDt8HLT8na9+Nb7OY+A3eYT/6ttv8zj4tTD+zW9840n49a9+jTZvhQ+G4mtf/1p8g3JDf0351Xe+GtND/je++Y0QXywPkV9i7C8z9pfCX2m+BT3f/ta34xuMJb71zW/GO199J96WVsZ2/Lfferuk3yZ8B9q++Y1vlvrfZLzvfPvX4ju/Jr4T3/31X4/v/savx29+7/vxdR40n+FyYwP//Sb4Yx5bz7jk889C+q3ZFZdgPf4AGhMte+nurMGO7MTxwR72PwVZWCWeddxowMAD54q99YpHgHMeMh++/158+N6v4oN3fxkf+O3+X/w8HpD36MMP4sEH78Wv3v15fPD+r+L87HGslnPs5AbJGdinrgrM67kcsV9lpUPnlCPlakLTNKHOT6Fyq/yqFwfoh3pgqGybP4WWi6lsB1sobG9fjuN42gjlU9tnfI1fuMTea5cX7Gv6lQv4ZJ5+24q9UhuuXF9yOa0NEdoZoX0R+lhL7K19L7goPZdnPIqc8Qjs468PvwsuaX0w3l7kzLGhV8UmL/BdbNezx92kc42/sWQtp35NC+kW03yMC9vLV+mcs0fap3Mwb8vfKtTLCZP+Wm5cGJeGjxDsdWPRc/sX1rFuSilS+gju6wP7tntgQpLU+QJ03T1enRdVriIoH8fAdo8FmCXGmNIDeUPxRdYcFtbsn2LFfu4e6np4cb9yv8a+ZGyL/dV1y/wa+hmhqwr9mJH9uGJ8wy1pmapVZHzOqmljiAS5+QlSqkoeZi86fIENNmzCWt+RvCT9KUdcY0rbhpHDsOc/tusIJ3iImbCm334cr8cay1iOZzuahGFpz3jGI6Vo8C19gG3xW4zX0G9YMe8tDVUYZviRmMcUjvCgg08rZHmBjC/wz8TyOjRvjm+i33V+dhlnpxfx2P+f3nJpdcF+f4WczvGHldkl/tY6NviBvQyNjL7ulMfMW9jw27fvYrPvlvQuFz8tFz7S2NSzUD7WrKVr5zq6nhv8QVF8HORf+XavvmQfMVQ35uzhxoW69+jRo+LL+QUl93J9dH8xpH9yxl5uPduJJTop7FeZVg8Me8ZqsDXBx7gyPZWRFSklA+SwD/00aZRfV/in0i6fHvOo9OjhaTx6eBYffvCQ8DRO4ZtwjsI2ttW3df76plXGxuHfzfBL2+tQP3iHfXF/7+CJf2e6wSevkdWAz+rIto8o9FXs0c6hbdsQ2sMDbKShdnGKT2l9B+3nZCcP9g/DLwXseuY6uRUHxyexx/67z7lo/+i4pM3Tr5hsqX0dHh6WL6Q5dkqp0FLXdZjWb5CPwSelbRnRkL/y2XXQVgnXRZhnuetiXdOG9uO8nKfrqr29RC6UgUv2pTX7h5cEhj7qiwX28iZWXJptONv244Cujeh5RGKjy5wnU5VD5JzDj+NPSOkju2deSinWXFKs2T87FlNMcR/GH2PnH/mrq/PT8BF7iDGqpi6Y8XDQ4nMZ7nLhus8Fq/xyXPv2IlA+aM+dn3KsTOtHKuP6kAsedumy8FieKBcV659SKvxPKTmFAvs1Ik8NU8LGjWORZXmrXqhTjjXpimnj8vicB1j5fQWvrW8/+uL6n+Iu/v6dO3fDPGXqFn7bycnt4qedIEfW8cuK+mn37z8TJ9f+/CR7x8iW8QnKk7Iqprhypsw5V+czYBTlj3Kzdk1ZC+NPwD7ufvc0emSktCPcAONP6lzbBnm/Ys9f08dm6pt1XrP/rsCasTqUrwcdfBwIe+0yNkSZts8J27Ie32fATi657FqH4/a0G7cRa+ddAAAQAElEQVSLEZETl2sjGGLK3zCGdLgGyrcw7rpIr/0qM+r1IfLjn569c+cWPD9EF3eQiypq5DohyiO+W4efpVxdYa/8svAFDw8X2PMLwgW2XjuMGMfIuVsgRPxLBfJb2RKOaSjpyqoIBNE8Yd0JKW3bp/Tx0HJtg2s5hW3bhPn23zR1Ocu43s6vwS4L6884q06Yync5++xwbrC8aVrm3hS013bQ0PbSJ4ybV/rBnlZ1E6Ju2rKnGppes79P2LA/G+9Y42EYY2D9JsgDUWFDpF9U2D9Docz19FVC+hmA8REbNNLPFgO83yKRlyIiw7ebqHKOGXMSLTxp6zpKSDyQQTG1RcODpY+RRe2RpR75dcwB22eedUfkYqRdQaFlYCm3NFhHWN+2G/WAuzW/mLohNG+kLwSbx5eBscYSJvrBe4oK2psKeqFx1jTRIIsz0m1dxaypYretY2/WxAmye//2SdzXTvCgdEz6CJt4wP3ZCXcIt44Py6PT/s4sZnUddXKcPgbo6bsVe/Eqeujp1ty3YOulr8ztKX3coMsduqt+DszZUGzgjVhTvkTn59zzXF1cxiWP/5cXFyW84A5BG3j6+BRf6KzA+Dm+xdnpWZyDU85V2kj19BI7Oemq+rrGL10ztnAsYbyA8QdlCrgO4drDu5RS0Ycqu4pRPls5GUs8pRQ5ZaY6fAzWcX4TTE9IKRV9Dj5E+a99CaL8SylFZjyRUir9asfkk5j6NG6+MD7lO06JIwOYhPjED/2mtKUjZ8LM/MBI3k0giezPiOON/CnPUPvreEwImquCWvkAjfJW0PIYssud4k7s7OxgF/e42zjAnzok3Cctdq/LkS9sy9TWvir2U3khnItzK2OaACmlsE5TIZfIdYtuiqZtovRTN1GDBprqpi66utXdNpopnzGqXJW1hBuRIgrf+U8oD09DGgLZphr6FqV+ho5cYhFch0dKKUyn4H/EU/pnQsqdj30K4zfxsTxtHjKqrErTAA0D/r7xkbKPgDyWsn8lRM75F47nODfR014M9kulcUzUE0G4xVRmaN2ec+GG80yHHhuaFgPnkgF7G9Aa9CdGzj6i5JFfHpERKsPCP+IBDVv0Edi5cegixHU8YVfjE1DytavUs93AnclYbO86enS9J3/A/shHwx6eiu7aFzFu/oSn0+bLsxEdG8cRfmwxMDfr/msYHBtM9aZx/8WQvWuyWV2Jd7FtL6OCTyp6UCHLKSXOgpvyxSb9ygn6MivsoP3YVjrCD/VTSsb+CVJKkdIW6uBNpJRKfXlQIvzHuP1OoXGhfKzZL1brRcCwSBinOueoci7zkEbPkH/+538Rf/6//iIefPgIe1JHg2/Qcsau0d8N8+6RG32+Ee0Ke8F0plyF6OU/fB3Mz46QgqxAvLZ2TBm2LKUYee9QvMrZH9nUliFl23qlDnY9JDWF9To66uio4z3BNqbX0LJCtte2J58gCIJs+kkxJOZGX0PkGPHphjFCX3WNnvjIukBXlsT1aZbI5QpkxgwZ1iGwLpQblKHorgXU0LToEV6ZnVKKXFUwrCmGdsaFhM5VjREOyjrqrVFMN8IeSgdmJXpC+zDuuMWIQGhEirhGhsE1BpY1iyAvpRyJSSVCy9oGYwrMQx/QyTGM19BTgbZpMPCz2GUDaDHQVbZ9PPlsx+8jQ6dtXOxEaUopGhZeg22+9FnXMvP2cFAODvbDw4wHFTeYlFJk+i/G33EZ00PR/r6bzkHcv3+/HJI8QEuL/cmDKT45EBOPBwzMiFDlnKJig8lVxJh6hAIFHDvWqovypypwfpZcsC65aOwxMCsOMmscjhgjCr/h+YpLTdNVqqKuuBRDUtY8FnoJu1rNmf+IM7XmkWkZMJE6ibzg0DKPxRyH6PKMS59zhGmguOdh7jKuOHTPr66iypnNrQ3XvMqZdBUe6o64PJAvFeugkukcKTfyyHwPdcZ18m2bUuISdB7SbrmyNeeyR/TIUEop5K19zLnQXDIn63bMTz6ecVD1m71L5t80bdngA2mY8XB4wKWGB9OWSxb7GtAI2w2FvzXjLrnQusJ4dZFSjohEfAOPx5B++ws+a+TYsQxtf8kl8BI6NG7KX6JtzlWc4hRe4UxuMBxT/jgmLs8u4GFiHi39NmE752JdSOHiZha271F4L+J6dKRive7du09+5iLuMbTOC23K6v7eflToR0rQi46uWXf7WkNnR1qZOsU5vcQplW/O3XAHHZUfDUZugyGRb2dnF6zxVfzqV++HcctSqhirRw7W0KphX5X4JQ+V0j3AxxE5k8dzLiVsswdNG+ZdQZdzso7z8JJgZ2c33nvv/TLGgwePCn/ruomONZTmJZvE2el5+HBsv1WuY4WcLuGx/RTZZcxzacVJt90Jh4fXX/9UiPtcMLQY7ePjk/BBaMY8bSt+/vNfcCF3ilzsxYsvvhQvv/wKl5O3Y0adNXxTDpVbHyrNs49f82HlO9+Jd3gMepvHmM985jPhLyl9DPViw4enEy40Vhw+UkqlzIuO27dvhw+gPmZqA+zTUDnP6gg60WKPxN7eHjIxIhvn6NRVWV/pWSLHrpebk3HX8L333gv/RJIXnebP0Y+f/OQn5YHyr/7qr8I/V+ufrv2Hf/iH+KM/+qP4m7/5mzjlIko58AHSuub5qPkXf/EXpdw24u/+7u/iT//0T+OP//iPC3zsFPZrf7Y1bV0vhmrsY/CRb9Krfju3DrmTXvXXOs7Py50FOiufrHN4eBgVPLCOOp1SQga0aUNYbv7mek20l0JeWWafjmkfhiml0pfpg+sLT2234/qw7NjKn22tYxv728E+O7Yw3jZtWYcRW+PY2tMF/PWLJGvW13mliFLHeMmHRtdozQba0e4CPRMDgm/+crXU7BabNqLLzqvKOdqmwb6mQrfxfWTg5Ph4+y1lHt1vnZzEMRev97lce/7ZZ+Pll16KT/Eg/8Jzz5X4Zz796VAWX3/99fjUpz4VPqa/xYOhD5DK7K/zEPhNHhKFj4Pf/e534zvIsfiN3/iN8NfF1vnt3/7tMG09204PlpZ/7WtfK3L/zttvxZd5uPzSF74Yn/vsm/H5Nz8Xr736cnzm05+Kz6IPn/n0G4RvxJuf+Wx87jNvlvAz0PcGdL326qvxql8cAC+9+GKh3bzXmYv5zstfKht/9ZVXQ73ySwET1DXhFwluwnV97dXX4hV02D5efOGFeIEH4ReeJ3z++biPvbzLpeQ9HorvwcOT45MQt2/dLuGxl45HR3HIvnCwfxB7XCK1rL+y5cHafdd9XozjgL1uwjG/8pWvxPe//734d7/5m/H9730v5LV/RvfrX38nvsKjsn8693NvfjZee+2VeO7ZZ+IeD7AvvPAcduG5sP3zzz+L7Xke2/NiWbdPv/FG+AUIfw2urXjzzTefrOurr75KvZfjJW0Vj9ovwj/7uHfvXvlixsnJrWK/tDUnJyccbA9C2W45yLbYFuXa+ahnyv6IQVUmhfKrLroXqKuG2hLj5hu/Ym/X5hiaFpa5lxu3rnov7E+ZdwxD0+4BZSx8EvMsCz7GLZ/SESlSypHSNvyI3igfyA77sb8N+8SAnqWU0J06nFfwSSlHhT2a5uw+JA+qXEWpMwZ+y4juUpl/9omKlv3HvvWTOvru8It69FREJHS0joo9KIiPOO5T/xW2S6SU4ubHOTk/x7TcMOUchlPa+ATb2kbYTnTMT3uywY4aF9K4gb41++oE0z20dtfYQPuGvXxDuxJSdyNId9d9rvALljj/a/pyrhvCAsoHiMm5iqppInIVHjRsZ7n02HaMHOYN8CMxLw8+QZjZ65+G/WTWJMGrTHmkjB7NrtFGXbeRcw2qkmd6YG93XVLKEZFYH9ZtCNYtFURkwm06RUWNHDnVoV/Q1LMSNx3+mSAOPiM+Vyp92e6jPrb9pIjIUVVbWir8rAw90jHDZ9zhAW4Xu7C3d4DPsM/ZZi8iVbHi4HR+cRWPHp+Fob/KNU8s8FMMlzxkLnncFPJNni9pJ1aUzXl43WIZcy4e7WNOnuEFvpX96oM9fPwo3v/wg3jvg/cLPnjwYTx8/Dh8YBKPiJ97UTnHb8D/X3HQ9SGqHwfWrw9Dkasqas4QNeuhDKsb7o8H7Jd+wUb74S9i7t27g826w1nlLv7TvRK/+bDgF5Ey620fwniHfGkLhHZBe3F6fhb+OsxfgZ5dnEd5DONR7NTLVH+FxtlhtVnFmrbSLKTbxzmWLCKnGNg5B/6bqsx/R+puwnoL9lThw5qPbeXXZ8zf0DEd+2mcMe5j/MqHj87jQx5qH4CHrN8jHrfP5TcPI6es6SkP3qf4lufEXYfLqwXrsyp/xWWBH7r2S4uc1tfqGj46AXxO8HmLIaQ1x4j+qNNx/RkQatMD8j3xSzvaq3fXZZanlNCFplxQ6l/e58xoeIJ9138U2nvzRInfvRM+wumL6nvaRkxpy6Z27h13qe9an5wcx/HJYdy7fyeUgdmsibato2nbyLmOhKwL460P980s1I2qaqICLBK6yLzlA7cPPaF1raPuHBwcxQ6P/uqS7Sfs7R2yT+1fYy92OBNU2IecqmKjN+iJ6GHuQJ+BQKTIYTlizRl1E1ecuzwD+EXJS+KeeS540Fpj25qmjRl9HuBjesa5w/5/C3/89m35dA/ZfibuP/NM4XHLXjlGxBL/bis/Wz1aYzddK8sCuhLrKcZgvqzhBru5gk5127qGG9p0rGePPe5ZU9MLfPgrfUj672hT0U8LfS1nlJo5J/rLOUdKxhKUpMgpR5XlcR2J/42MN9DfGl9zxfloiY1Z0q/+aYf+COXI8p47A/uboM5X6r5A9/U1W9Z3xrxdc3F8fFzuJZQR/0y2NkH/eJc7DutZv2ka1r4O+3rSN31m6PYybYc+d/Gn92kjvB/ZZYxZ08SMMuGZs6mbcnEdfFhWlzZG/jcAhIl/Izaf1DhSIyKlFNNHHjjXFQ8+Ew0TPSlt61kn51ToTIm1Yj1SSk/6sXzydRbYXXXwEp/9lDOyttQzlQ/sZzzuaMvkqXo5Ifhsx65Cnogtf9qStowqIZ2uSUqJvamOGWdM+anNFcZ34Jdx+e25xLUQ8lxYbj1hPdfkk2B5zdrKC2HcPNs77s2+HEvYj3Uss45x4TiGYof1c27Ced7ElOd8U0pOOcKA+EgEkY2e/3RFF0ZWF3s+BnkR5j0B8qtvIVZFvtkTDIG8L3xEpt3D6A5eVtEgdz66bMPrdK6iTjkqxvYSX3ihP7L+PWP4Zf81OihW6s5igQ25LPChb/vIdxZnyIF/jWrCwnu11QL7sID2LhiiQCF2VgOX/coUDmoEfu5NjKQTtJs3cqfqo2WH7PagYw9bXUM9nrByLPbxxeIqFuULgvNYSgN50iT9G9pt2Dt7MNDvyPzsf6OdYR/0y509dUYe/RM0ZIymcemo0shDahX7u7PysHpydFDC44P98DH29tFh+Ku+u7dPOGOcxMmtI2yD8dvsMXfwB7SfkRXFcwAAEABJREFU9+MZ7lluF5tKPudVfz3r3uK+I164Poc9ObNxNnvuuWfDv5b1DHuaZ7IJtr2Dbb5DfyVOf9rrE/Y8bZM6MWFnd4f9YqfY7gMeiw/wX57IsnamaaPF5nhnK3JETBixofEUEnZGuFYDjzWih2+ig78TTN+E+U/S2P0N8tqxDhO0McrvCpkTKaVIKUHN9t/IuD2yaT3l3rDzDgH/vAOb9SY2hNv4OgwLrPNP0MWGsYv/hDx0rHlH38L9YGD9B8YTymxARso5qrqKuqnZ8+EZur7Pw7v6P8G08J57f39/a9+qFNqXhnYNfG7huTBe8tuq1DM9oeRTd0pP9Sv3v6d4MmApBullndT5nrAr6EPfsEOfnFdHnRI3DSwrviTzX11jDR/UzU/GiCiMT/abp+u4Pk/y4F2uclRV9a/CuYqbdU2LkperyMw5w3+RUoqURJQw/h9+MKmlhfTexES7MjZhWw6H4d1UbrjN3/JCHZnSlgnbT2GvPUe2zHsaH9Xpw7IO/83Q/NIv61hC+GlofsF1f57rp/ybIYvEWkH31J7QfvWv1JuPwk1M+mdonX8bhtJ/oYW+nX9KrsnHURiNfIZgDlP9p8N/acyBdhEpMnKQkIGUEjT3Mc1jO3aOlDI0jWE992dRFX3JEZGiQhZz2tZxTQY2R+tKmukOX3OC/FljSyaYnmBd2xpK95R/M9yWyaORpYAmBhmwN3POcRt80YazwP7efiy53/3Jj34cf/h//8/4sz/9//KeMkcOhmjwdau6KfO55E5Jn3iFjd34oM506lkdB8cHsbu/E36DYd2vY2CfSlUKeZTlU5UjCeYcpMeUoCLFEAHGgiCvwg+qsTVtM8Ou7RRbVDF2RIoO2V1jO5ec4+bQPccPuGTPvOT8py+ob73m/qR3jVLGzjVR1e0WVRsp1eFxBNZyBuljKU/hwwY533AuXF+HHWeh3FFTbAiXHBSuONz7ZzxPOaQYXzEQ9cPD5wc8hPzq/Q/DQ6llthtTFZnBM8Qbd5AlhxtDumTCTJ7Zj2OCyWNsGGPNhcOGfrGHEZEjgaB8oIHlKybeE8+5jkz/lvcwpSttxqgQML9xvMdiNoxt2YbNrWdCPbMeUI6UaJVzlM2VMIMqmxZVTJ+UEuOPkVIKlTkVhtZl4/Zw0DZNpCTtfXQwcclirHjIdIyaRdR5daOw/5RSqCCWuYms2WwnB93xrG/+zs4sjOvU7nGhXqEk9mO6nbUIYl3GHFCWESallBCQKtq2DoWmZv4R27EueFxyjCse8TwgDNT3gFNXDYu/Ch8GUkTs4cR7sNlhA521M3LGWLHpD/Cqx7ANGNsx4ENOKMDAQ8CK+fbMZx1LnLSUUkjnGmEqgolAprSlwX48kEiHhsF5CPlimVjDC8eST6YfPHgQ/uLNxx7bLXB0izMPnT7a+HjkAcc5SZ98m2C/0mLafu3Hbxzbp4chabDNBRdOomeD7ZljzXrZxnjwse2a+Sg7KXJUuY4ghBXwIBFP0aEwS5TwigsWfxnZwruUqlAulelMm5yrODo85nLiJOqaR0LaRNg+89/MY+hp+Oho3i4XdXXtA07Ew4enccZjcI+s11XLmENcnF+RdxHnrGtwMRjqBXKwVfxVOJ8rjRP8Uh4z62UoT5UhLxJ0Rp3jKYeENXzPOccSufXXBr/65a/KL4MfPXpcxrONzq+H6nGMcH5CR8r1SMl5QHnK6O8Q8raGjxp6L/p1rm2rU+24thGOL63qgxdAHhytZ1xn2Asg2xp/FofbxwXp8BLIvgylzXIfjnzo8RHDhx8fIaz/Go8zPrrodDueay9Nr/CI45+bvY/zr3MuDcqe/UpjSgl9auLRo0fw+izki1Dm/DWk//+U/srS/w9KZXCSL+ejnJ1zSScf5Kky52OnD53+itLHSR8u//Ef/zHsS/m23DJ/hSnMV65TSvCUW7qIwlfXyrqO+2MeS6Vb+9C2bTlMyEPTU+g6KM8V9sN5Pcejm7w42D+I1157tfzp3tfgkQ9w8suHG9NCnvrw+8UvfrE87FjuI528Ne8rPCBNj3X++s8+Jrz88sscsu6GvHUN5bdrd58Dk+vrmkiP/L51+xYytaVfmTJf+l1X49Z3zT7NQ5z9T7RJj3iTRyrp8dHwrbfeDtdfeqwvvYaWTzS8zmPbHR7Pbp/cCh8lD+FFi04eHx5xmNwLwxMe1W5Tfo+Ht+d4tPThynHf/CwPgzwc+mePv/iFL8RXvvzl+Opbb8XbwPAbPDR+HZRfWH796/HO22/HV3hMk6byMHn9kPmtb307fLQU3/rWt+K7PGT6sPnbv/Vb5UHOx8zfuo77OFfKqfM9Hj9/8/vfLw+dPuR/ibXxMV8+PM/a+hj5Guspv6ZL09seSJnHbQ6lrr32RXlIuYqEzqaUih2vSGew4mLuir1ijhPkXtmzr/Zs8O6tEQl5HEr9Dfv0hv1WGezY9wwH7FBHXeV0w3674YHAfNPanyV20tC0+bYbrveXp+OWi56+LUtpa2fUY9uYZxhPf67rqX8556iQ/ZSke6tHKaWiSwO05lxFpo5dGH6EKqhW2qpDKaUn8QEjaN8pJeok7HldygbmYf6ELX0jvOrYR9fskz3o2Dc5BOODrPCBtrzYkCfWJfQQbb5YYpPd9+bspablm3nGDdfsTR18Fj19DqxVBEaaf8EHCguNziuljJ7tFGibZzwM7XKp3bJfVfgCdT1jLi1ogHFh3LwZ9nDGhcQMO7MXs9le6ce2TbMTFe1zrmOL5jqsoCBHxBRu4/KzYk3+OUjrFlWktG3zUTj1jZ/DHtk0u4WupplBD/F6N2btbqFxb/cQ324WVWojp5o195CRIkFnQt8jN5GYc0B7ZMqpE+Rl+q3or+ahoN09iBloeUBr4JcYU027hqotTekf/iUuIERU0AuMZy4WbqJqmxA1/puorsunNjfDT2pf076xLaFtRT2bhX/CdqJPmitoz8xPJOaTmFuq6qibNppSf2cbcpHbtLOYUOPH6mNYrya/ph9loqqasH3pJ9eR6VMxUw96dEh5jZRiwA/p1YFIUUJkcPgnICMya5FAUG8ssI8Vdke/cVlsxBpd6fGJFjxYzdGfTdENfSQfF5fUtb4+z9zLb9qstUfowBKf1bwLLsMfn57Fg4eP4tHj0zjlIvwMn8l8H8QuLual/5U6RDvtVUfIFKJjgvb9CB/ogw8fhP8/Lz/72c/jxz/5afzoxz+Jf+RwOOEnP/0Z5e/HBx8+jDPORAto2dDePjb0RzTkHQITRMp81+SvsI39IK/gA7yTV/I5123I/xZ5m6GfFesmXA/lb4b/q4w31KtYi5Z1miGrM9asqWfhGhbfEzuQUoqqqp5gsk3aqh5/1wvZORetXtIaN7ziQdNfdV9enuNLnuH/nMajRw8KHj78EJ/8/XjvvXfjg/ffiwcPPojTU32k08iZeXDx2HEgDk51dZ2jbZE7wqrKYbppqpjNGh6hd+LgYC8OD/fj9u0TLmaP8BW20DecIaezWRtN09Cuhv46/Eh3Spl0xT7UF0SkyAxe13WpezOsruduefCxvfN2X1lzeb3Evm44E3ro1Y/vu8TDXYrVsovLi0VcnM+5WF/GfLGO+XzFRQB5PKie44OLMx9ZTy/hwXk8fPA4PvjgwTUewp8H8eDD04KHD05DX/4hsqj8+dB9ho8ofFRb89itziTmUTEPaezY9wyl2fgFj8+egx4+pO8PPuDM8Dgurs8v+orCvcLw3L6Rfevrt9pGP/UUf19YfsUZwX4DORnGDdwZ4V9mfVrWZ7fg8GivrMvR8WG4Li1rIn3anpY1GmkbyFjKKXJVRcYO3uR/02zXJPg4lzVnDWn0C2fy3n1NSIu0Oh/pn+N7LNGjtm2x5TvlrK3vIvRv9RP1D/UTxTEPf5YdHytLt5CnW5y3jkI/1/rS1CHv0tD3A3IzRIcOig187igTA0ro/JqmjZa5Ni0herXLmWxnZxdaAPEZ8Rl62GJDq7qJSDlq2mzRhHnGG+VXUKc2pM4u53n7mtG2Id20LWevVcGKOTtvscGerfEReuhNkeizDuU4RY4gHeWTii6klIs91Xap4ytsoDIuOud3DdNbdNQfo2PehSc0tF3wsb5xx6qqHDnn2Ge+B8xbHOEv38I/voN/rB99F1/6Pv6lKA8ixPWdrTtj3k1Vxy5z3aOPw739sO09HkZO9Lfh4Qx53yM88pGbh5JbriHQB3ddXWfXsMgfvHItU0qsYV/mkFIqPGgYK/hUpOXQBB91G2RTtHUds6aJlrrOS1SU2aeYIdO71w8zu7vqwB5rvoMsuKZVJOQ8pYhE5yOXACN2zrDnTmWLLjbYvw36vOJOxIeuBQ9eHRf5BX0X6vqSvKurC87wZ0A7e4FtuQz1YIlNWl2vX1kb1mhgfaRTSOcUKl8tPJkg/SIl7BhtNlwSup5TP4bmqYdiKhuQe3lhf7bfYT12P8aH3aKD6t0ea7iHDE+wvu1SgjGx/aSUIiURMULHiM+8LYnr/BTTJ6XE+uVw/JSSFiUiV+TBc3yPCoypiogqcsJPC+4ZhoiOc8amnD/WscKWr5jrCj5vWAukO5CO6FijIUED6xZVjlRXkdmDgnFSzgxTobdNNG0b6rO6ucVuGO7t72MH92Kfxzl5PEM+bsK8CvlJKUEf4zBP5yrMqhnT9fokyDPb25/3iBM/9/Z2GXML10BM6yH/968ft7b5s5hhp7yz26INQ//csF9aUK/KPst6HbCe+2CPu8VtWRv7jLXPWu/ttNz/3QDzPNjfjQPLC3awAbPYpd4u483gVzuDb/CzAXWdoqq2mJkm7l+zC/Rj0CfgAbJXL7oV+rGKjovxj9DhO24RvnSDkdWb4skXcB6nO9qvab/eLFnvBXq0AsvSX88YI3UG1t4xheOLnFOkHJGBNH4UJsUAjCCelFsnpYhII3k56rpmbtU/gfk30WBXhHnbsArXV8zgpzAuLDfMECNsI5Ql0ymlqKsK1AVTfiZfBJ+UEnRfIwifgjLYYzsK0EH9iwF9GNGwkfZbbFPbeJSSARkuIDVQv0OnOngvNqyjfpNYYd/W3HOb3z2ps8Eub6KjvnVFhy3ceEa93oMGaBHSN8E5O0eRcyp8TynF9LFekA8zIsGXqHJESjGClImDkbyUUgzAfMOwzTVSor/rOiklmn8SSrfheE9DmsWUL28Kbyce/zOhbcTULq4/H0vDc9PhQlyXb4O0Df4f/negv5tj2vfTafNEj39h2b+Ep+mie3gU8VGbnnUfSto+b2IYBuoiZzTa5g+lHpllVtu8seR91N+2zpT+5+p8cj6Wv4y17WOq80nh1P+/JbT9P19P+kEZd2RqY/xbVy6lbU37F4Up/8J/rHNz77aqtkN7oo3JVRUpoQfXeuYeT0bRqa1+5Sdx08L2hhNMfwTs/LVt024JyzI6l9EthkIQ4Dny3zB22cvwFb2T+vEPfxR/+Rd/GX/6J38Wf/s3f1G8W20AABAASURBVMcZ8hRyU1TY1Bq/MPholzrajvQ1IGipgj72k3a3iXpWRaojNsOaHaGPQNXhbmibjaecQgRhpIgJ5olcVfQY5cxNxcj4fQ22uMEfrZs2UkXnKVFOnTECN4j6ifVjoMTYuaJPkSlLYCx1n9RzQOqFRBY0kfNORMzoo3mClGeRyM8p29F2Y2nZRPdxMIQMdaFcWIXMw4yX9T6C6AS7sCklLkU2HBSWJbSe7XQO7Mt4pn9Gj5QShOQSBp/xWhgGGU3c9AT7Mb7hcObBzNA01Ic8Na7Q2fd2U6piKrO8x7Db74RSH6PC/kn7FA1Mbus6oIZ1Y+7kKihVysFpO3o3By50ArqE7bYhdV0U+pcvYqKjqqqyMcsX85x7g5AyVUgbaT4YDWlOKZU8D57WnfJsu7uzF8ccZrwc91c2x8cnHBwP43D/COfnEKdoN3wsVaj393AGdw84PLQhHwYOkPPLKx4AN8yxCtMb5uF8DljXQ7C3s0s/+1FVTTGQji2dKW1p2uC0ppQiVxlnbD9undyOWTujbh/SpxxI2wyBTSmF8xbO18PC2elpyBfTyskOzlxKqczfuVpXzK8vkKcNa8UBI6UUKaXCRw8dtvWwJX0ZObJf85VL25mnrFrueKbNV36ch/WtK93WsdyxDe37hMNdjQJ6qK2Qid29gzg8OIqcax6hl+Gfiz09u+DyZRMjGnbBZdrV5QJeNzgUY8nrcfrHIcGfEX4dRpWbEl+tOuY8hgfqDRdrttUXbOFlXblebRnLtnMeaheLVfhnzDrWcM0hexwisN2x4DJRepumLgc/56bcyC/jXgQ4p0suF330u7y8KPV8uHSthPOXT7scIH3g+vznvxA+Ph0hZ46xQkZ0iE6v165Bbmv0o4InPXozMPeUUvgxLiz/4IMPuYSac5HERSOXma6pfJ/Gtu+JVscWR0dH0WJnbO+8XCPXVNmx/SMeOIVpL4h+9rOfxU94WPSx0odK4Z+P9U/D/s//+T/Ln4T18dH69mNdH0V//JMfxy9/+YuQN8qEF07+f2n6mPnLX/6S9esKn1JKJbSe8qpMyPMPuTjzl7trLj1S5KjrNg55MD85vhX7+4dcEt6NT7/x2Xjl5Vfj/r1n4o1PfSY+9+bn47VXPxWfev2NEn76jc/El7745XjrK2/Hl7/0FvGvgC+X+Le/9Z34nX//H+Lf//bv8sD2W/Fr3/71+O3f+p34ze//VvzWv/v3peyb3/x2fPe7349vfONb8eUvvxVvvfXV+PrXvxnf+c5vxPe+95ul7Nd+7ddL+be//Z14552vh+nvfu/7JfQh7s3rX735OOevEA19MP3Sl74UX+Sx7rOf/UxMj6bWN+5Dq4+Utv0sD4zCuI+YPmp/+9vfLo+F/uLx+zz+CR+6v/GNbzLur8X3vve9+N3f/d0S/sf/+B/jP/2n/xT/5b/8l/iv//W/xu/8zu8UmPef//N/LmW/+Zu/yZy+Ux4RLbevt956i/m+xZy+xpy/HtL2xS9+IaTr85//fHkoln7pEj4ymi/91vUXlm/Rx1d4FPax07Rw/qadi+3lg4+WPqQ6T/t/4403yi8FX73+laC64gOyoeP4WCxeevnlePGll8Lw+RdeCB+T7967F8+UXyfeKw/OfilAO36ArVb+D7lU2sMmeihW5oKPdlEZVXfUF+XYtFA/LLeu0J7s7R0UGTzAVu3Rr/rYbQb24TX7cFfsj3q75iFB+e2wUStsinalJy6GfsROd+wVPbrQxwobYPlqyeUFWKxH+tqQv6IeeZRbR7sjneuSXj0pd5xNGc82YttmiV1bcomoTs25RDVc0v+S9uaXuHWeYInNW5W5lHIuuksflC/AfLHgAWYR8+v4HPs4J77gkmpufL6MK+qUOOltfEX95ROYV2BdQf1Lwi3mceljM23tQzpXzkufADvYgw4YbhEBS4sTZtixFwjYS34iH4wpOtBbhv/QR+JQmKP8kilXEdjZm/HEnpSbFpvTlL2mZq9+gtxEleuoEphC46liv0gFA+OMjCcC21XRvqqoX8I2KuI5V5Fol+nDeAkpT6lCIhOAvjGXPcy8Un6zbrYfAT2VoWgipxzpGhHSE3xSpOu8bWg6RcV4NXN1P2yaWRg3rJwjZQ02t6lnUTFWXREyToLmFDXzrKLhobfloan1gXW2j1+0Rx+zsE7OdeSUo8yNNlVu6Me8KiJyxAi/WEd1Z3RNuhFdGCKnKtQN9UmoKymsn2izxZTe1uvDOlN8hWxv2DPW6JtxZdfwX4J1xAIZnKBPcHWJLPIoeAkuePjRhxCXPARd4Ydc4Tf4DUu/5HV6eh434d51E48fn4WPjyXv4Rl79imHH/Ien+PnnIaPRY8fnXP5O0f/luj1Br3vSlixFhGJ+rY5LeOU/h6dhn+a9TGPkvpKjx6ehvvmAx4eP/zgIQ9NgAemUhffwvHPePAUp2fnoW5tuDBVz0yf++fh8F+v0L8FNmMOFuhhsTvo4AYdNN92a+Lq35hSeLkwQl/CR6yUJ3Snwn+JlKPrBy7nNtENQ6iTPq7MsUOO1bH+tsvoQ1V8noYmOarrPlp83Jq+clWRV5cymoQy49gbfLWefh1fm7jhXGBcXklLx9mmlF/X6ahvPeezxN/V1jsn7bR27RIf7hQf00cnebCijmVL+CDWnId6+rR/5bqSbmB8yquhvcXH1C8Ue1yWCr/AKXZ3Z/g7bcy4NG3bhrDhMnk/Dg4P4ujoMI6Oj+Le/Xvgbty9dzfu3L0T/kp15kXr3g77zi719wr2uJDdP9ij7Ta9z0WwfbIM8Ai94HFhxaVcx2XcMHToLE5tBGURPYvhvrRh/Z2X+4BrLU8Mt7zqkME12CCHa8IubAM76SvCed/kgXOf8Ui9u7sPnYfFX2uwK9YZx0TbHkhDFSmxpvDONup8TnXcDPW/gzYjC+6YHfTqvzOlKPqNjkvnwn0HedJ3v0InL5DhM2RbXCLLpk95+HzMg7/wwfWKh84Jl6y5GEcYw78KWZt5IVDksY4KGs3LMHVg4kJ/gKqRUgp9ipv1U0oWwd8+ltBm3z7sXFyeorePYvtg/l55RL/iYX2xnMPbZfROzrbb5hGEiTFTNiJi+7GOsSkkXkg3TTWS0bRtSJNomEeDLhrWhM7DxRsYz0dfccbZ4TH2wVB6hTpg2dU1r+bX50X1R3lRTnp0QRo79C5Xrmmi67HM3TJpuQnzVvgdtt9iE3PW7hyb5F/FmTOG/c4X8mQVjiW/U0qRUgppdy1EStu8uP7Ydw8d8nyF3gr7ci6ul+WOKa2mp3qGYgEdllnPLh1LmPdx9GWO0mY7Q2l0LNPCsYX5trWOsG/DKU/5lb+ejcQpayDfzTOcw3v7tS/bLbHLa+gcsL2+gTS5iox+bLRPyPqlco+cnz58HP6ZT+8iVtRfwFd/wbBCHoV3OvZr3ubapskT56uM7HNP4R2DZ8U9HoqUHcuqnNn5c1SRIsP/TJgYH+GNHtvqr7g27L8ddxj2J6Y5S79x5z6Fxuki6Ooj5BQVspSrXMKqrqIGmfy2rqNtqmiaFC15DXXIiuAqsEoRDf+pqjHwmsq9EgVlrW6ON62P9IgegyId8lj5MJxgWljPOhOcV4KepmmiRdcMpdnxUkrMJRktY2947PBxV9mez6+Qd/f3RXnYdZ2FZYZ+8WMD74TjCsdUjlwX4Tg55+sxGCflGCMVbJcC/SOyQUaE+7T+84p1XqJ7c3ztsvbsC2to25S9YYgOXV6jP47XE7pvapPcTwdmY7pjjdf4ASvlDSzAtr9l8Vm28UX07Pk9NJSQeAc2toWmNfNb0Yd0GTe/czzG7/8ZOH8BGZFSijL/SIjdwF72EVyXT4Jt7dvQ+VhngGNjBP/dIqUUT8rYDIxTHEE+2xDnhYhtmzHsZ2SDkj8dNG/TYyT+V6cq6qqKXGVS5sE96oagB8QG2c1FhisSFRQkykbksOeRzEty+S9PJvTwbrzee5xHD7+0AcqJKPXYx3t428Nj7xyLLrLeG20heq+ua0+u2B+1DRfn+Jrsi2fYHO3+mWmg3dFmXrE3KZeX2CDzzik7Pz+LU/aKbfw8rHdxYXhR5Fm5WjHelqbtF4gysqr+KrsTqgrdJr/KVeScnyClFCltEXxGeEMQI+sx4WbaeEqptK+qCjtRF6iPwvHUT/dB7xvdqyeY3zS2yVEVu2E/QV//NpRHaI0w9iYMrzHyWD1gj55GP3b4wPjBPExvWGfhWio7T2Ob3xc5Cz7T3K1nmZjig7JTMD7hE03Kv5RS4af1lRHDqa9Sgf+YDvhsKHr6GuC3si6U/UBOU0I/Eg2AeYm8YO1SxRqCVBOapl5KqYyb0j8f0tO/+K/QcC3zzlX02JEtemzMxzHNz3CC8zVe9IW+1FfzhPn6xcrqhG1eF/9aOMAjeTXBiaT00VwnmU7JPEu3SMl0hjfCeIK1W6S0TadEGt5mkNJHeURpRzpSxDVSSpFSiqc/KaUn+Sl9FL9Z7ybtH48jDaz/lGc4tZMm9cz5GQrjKW3HSClNVUuYUip0pPQvh1Z2ff8tkJ6UUtAx/9K/ivhnPil9vO1ULaVUbIjzcqxJVgw37JfSaF3tyw73+doTbYuY7IxxYZn+k+EE69jevg1T+ogO0+Y7huiw+8poT6jcuzdE5HKefnz6OH704x/Hj3/803jvvffxKxacN1bYjDFyqsreyDLSZYqqbsuZQJqkG6aFe6+2XSyx2SklrECEsu3Y0jEhrj8pJZpuIX+us0uedW23YQ9a42sI485hwBcY0N1BHSQcSadkP+pBphvjiXAbHzEwVMWepTAUvee/Afr+CajTZ+rlyFXFdsqGvMLJubq4iAWb18BmWeWMc1jBmBQj5T15HUS6qTqseaaFbW23xGles3HaPo1j5IjSR1vXJZ5JTwgNAv3an30LnWBD25vvOD6Imhf2JwPowzLHlYYp31DUuYqKxWRqYTxg3IAwrFkwsXGDZx4DTLW+4UidinY1vHBFHdNNeV3qsgGxQAqSdV3EKudYr1fx+PGj8OHGhx4PI1fwTmdZJ8D0Bfx043cRU3I2EM8/0y6+9R48eBAeuK1nex2EBZfDfTcUpaozL+BcjvbMQee0cx1AilS+pXbr5CTKN0bv3g3/nOEOB3HpV2mEY51zWPSy68oDDzTZ1wwBz9BkeUopnJewjRf+28PMYagAbvwnjOMh5+BgPw4ODkq+9AuFVsfBOfn49cMf/DDkiTxMKZWNR7ody77KAwP0+rDnn3b012nyzbZ+09r41J806STJS/Mdrzhf105VSnDiGtJhmY+KH3zwQXG2pEG6K9ZW/p7jlJmnsrmervca5/qKi8klF3cqTl03XFLsgf3Y5fF5xqXa3t4BlzNHHLA7eFXhvC/AiouItWJEfIlMrItBkd45B8+eNay4DDk8PAo/LZdcO1z2tByAUsplfae4oQ/nPujtMOadO3fjxRdfKo9IPm7Jf+EBU/75qOO2qSpqAAAQAElEQVTjjw9GPvRoNNfItQg+1vPXgvbn/F1XeaAxa7lgOjm5FYYDsr/kAOoFkfR6WbsivVxucFCZIxe8Gx6Dey6bUdlY8rgxh1drLpNW1HG8DnlUbpXln/Dw6RossQM+7MprH0ddD3+tKX7605/y0PnLcJ1cbx83f/nuu1zWPmLMK3i5iIGFcAOQL/b93nvvFf6ar0w4puMIxzDPOSqDdV0X+TQ84sH4BNk9QGaDjzwQTdOWP19jvo+/yqJfFPELI/fvPxMvvPBi+Ah2/979eO6554tuHbGOJ4Vvbezt7iEPh6xhQ68pHNu1dt5LDnkppci5CsfJub7hIPXI0KbMRVmWf3MuHJRd55FSKnNvmINlyr1zGlin4OM4GftjXkrbcVvkybyytsStI++UCXV5SlfowA4PedYXlu8yjyMeuK0/hcqM7bQB1lF+LLOtY9ifofyVDmG6aWrmnJ/A8VJK6MdY1lTds65r53wNl0VOLouuztk/nO8FOmrcdVdnzbOtULemfMusJ9/sR365+du32DogG3R0hV4uS2i+9SZMbResgZc/9mn/Ey6wnRfQIw2XHgSxn8Zv4pRDnnLoQc9QOs+v84xbt/RX+rqIC0L7ckwvlsQK2zOFxufYD0P3qzXyZHwBf+Zcvkrjkz5Jy4M5F4DypsSpZ9y5Oc8VdkH+CPOtYx+fhEInfZb+0fPywGgIPZfgosQXcVHi8zjnAvncRx/z/XWPIWWX8HOq4y/Fzi+uwvCS8ivKtLdzbMsldY1/hGXMqTPh6ka5ef5JzEvG2+YvsReL4sjNGfuKdvbtxfacMQquqEPcfNuKOePOqe8jTsF8jXyurrGOFRcCK/b8FXZN3nlpc8X6zPGR5sirME/M8RHW2MeV9pALhRXxNfElofHVdXy56mO56mLFXrO0b0LH8AJJGC/5lC3pc+GaEa6wxZ+EJT6CmMo2jLOhz23YxZrHvC0Ykz6WorRZFxtuu235Bltk/S020N3xML8p/fXlgbFjXjqTPXvAFkP07G3bOptw3G1fXWzgnfuqPsaEjrxtnXWslGVpgf/GSzvGWsObNaH1Onydrow5FLu5gg8942kDcQNDWtRj11dZuEC2TnlM9LHinNA97KL8umyOrl1GkWVk5oJHSetfUt82FzxKKivlARPeKBNXyMsS+hxzBQ8X7He2V49Pufh5/Pgxft9jHiPOeHg8L1DnhXWsqw7N0cEr/EHjlj2NqZ7lwrRthO224QL5XsbV5Sqk6+pqG56eXsTp48s4O71ibsyR+Vhf3RaX+nno8CXjmz9H/s3fYn29/l0Jnd9y2cVK+Vxsiu6d86DnPN3PDbXZ+n0rfOg585L3a+RzhQ+8LFjHioOeWHM5KjoeS4Q22AuSnr0rqhwi1Rw+iK65wFvYnrb+4qTHGetwMoyvrvtZUjbn4vVqic2ZX8YanezwDQb6G9lbAiT2NTadMN0jIG6V9lMgHfS5hN4LLuhOuXxzTOm40mbSt3Sv1DvGMlwRbue1Yl6rIoNsYjTJ5Tyjfy3y9T7sJWIwzsh8Btr2wD/tl2OMm2iqoH2KHSK7syb2edg84IFSHB/uxcnRQdw6PoyTW4dxfHIYB+Tt7rWxu9vGbKfhQFqBHO2spp9qCy6RqpyiqlLMWupcp3NEVPC5Ip2rDHu28LDqeo7QFgXsz/DTMxCsIysxlQEfZKSHiAx/q6qifYqavhrGqOiPbFgyUGd0CUp5zimqnKMp/vNuHPAootzoW8zwodumKb/KOT4+CH+x+sz9u/Hcc/fjheefi5dffiFeefmlePGF5+P5558l/5l4xkfde3d4zL1d6t+6dRTH8Gh/fyd2d2ZRMecJNXMdWef1ehHL5RV7wmWBf+5QJNYn+esW1mi9modrJXrkr2ftN6zZhrDjslGZTSkxp4o5N1FXhCA3dWR4kJw/c3Xi8mzgPz1jK5dEY0JKORKISJEIc65Kf9ovxxAd8my4YH85xy/QV37w4GE8fPSIh0/xMB48eBAPyCt2gT1ohT3ssJED69Zdtx8ZNOccLf6f/Nav1YfbhgdxBN8Ob2A2ayMzB3/dUzOnusqkM/TVBTlv+9LHM27/0rmGXxvGVP6VoTEiBuY+wN8OmjrKemAoP7d2Yl10qKfcPjrO/T3n75m+KOvYCuhpgPwdE30im/J0gX5e8gh0fnkR5U9cc4ljaL76fIafZfyc8+AlNk/7pJ1yXG2qPFtg/5bs29LjPORbz+XIlE4psWZjodF25tvH1l4usI3a3Svkasn+timwP+fofIT9CnkFS8o/eTfjPG6+dezXPs+xQdIlrUI6p/3hvPial+wr+In4mx37nm2leYBn3TUPzbM/6bQPIU1CWbJ/+WHfho47QT/Tera3H4lNacsD0/LAsGMdDSe0TcuZEVR1VMhyilR0fZ8zxCHnq2POESfg6OAw/OL2MeHB/kHsct7M9o+8jsxhJByQgYH+i1+LTEubNDkfaZYP5jm2fNyBj/vtLnq/E3s7u7HPOfqAcR3rmHPZbc55tzmb3bl1K06Oj8vZTNn37CI8x3h+cT1Ei540TVNkPqUcFfpt+mYd6+0w1g5yKpqmirbK13Y3RYvNaWnXoj87szr2sOeHe9q9vXBM9dBxpF9MYxjPOUdK8jyK7MWND9kl5fq4BoauyQTTyoJyNSGlVOZg3xMcr4VvW9qdaxV+lKWpnekp7ro4hmswwbSQjo41cz1utk8plXnYj5j6SsyPArPK/AY25YF1T8k5o2v0tcbeOo7rvtb+skc7jvbFOXbI+grfcaVfix7wL1BbnwRjZM2CMVKqIzJgHVJqIlLFU1LCJqXoInhAikDkosM+djTeCGgxjjtLfqD3fayhZ8N4BTQw7AipTnvoLW2GML+AfWRD3gT7Mm7YRyo0GJoWxoeUY/rS5Aido2lgfimnnTQ75kBcmK9fNAaWNifapwjkTiTnXOWQ12KkaKCedZkus9/+S4kCoiP09sxTfi84V2kzbuIK367o3tl5aE/FGT7vKXBfMjRP3bSedmVq791tx1oZFt1mnJH1ZvEDCqOG1iZXJTTu3WyVcxg23HWoezehDFe0EcZvwryC6/Zt3ZR+DCv42WifCBMsm1BoyFVYNmtafLBZGIqddvbk1/XaMnGI3TrcO4iDvf0C87Q71p1R3z2zor+UUviZ5N7QtHI96Y1yP8HylGjDAvHfyDkXVNdzrXIO49sqrCT1bPM0UtrWy4QppUgpOSzs/ngbM6e2xsNq11AWOmyw4USf4bZ+qR2mLRfWnWDasrLWrLPpCVOdrQ5vOK/1BaU+dadwqm+9m5Bvpqd+DE2XfG0BdsO4kM8TOvwi61n/X4LjPk3DlDZ0/srRFikqeCvqnJAzkQlzkesMQzPlQrbmiCf5k+yllCKlj0CVkjackNLN8jRl/5MQkS5rMtEpreLpiimlmGTrZlhVGfkSFWFV6sRTn5RSoS8jizeRUorw3zWCT0opUvqnoIj8KAg+KX1UhyT527Rx6Z9AtSdlKW3rpLQNI1JMn6m+fBCu6U2Y92+FfT6ZZ8qRUvpnYd1p7H9LOGBzh2uZn+rbx03czNfOtfgmQntoKIxHYP+xB/YXfNQ95VyZvwnzxMQP60+gWTjGhCfzvrHWFbZoytc26wcFm8s4wptccRex4O7+EeeSx5yxltGxYbFVRkoV59OdSPRlPFM3Y4vruom2aSmbhXnSsiz3QKvYcOeTIof1UkqRksgRkeLJB6Fn2jEOk22LkGeWp7StZ7p3/8Y2THO3zdN17MO8p2H7pyGdE54u+ydpaMuS4kJVMNABNExukgs2VuPjtSC4SbpxupnOuaTRkPVsmLap6zpSSsVg2sZ6YskBRkz1Rga0voQEDJziEiwj3IwVig6mWLdmIRoWIbM4URg6FkOyYdO23zkOwZJDqGmdS9v1rmoodBEV7WsWMqUcCVgu1hhkYV2x4tJszoFrzcIyXRZKyuwjRaJdhPEojtSasTu9OugZmI/9rTDi9mcoLS7iBNtaZtqxrC/Ms+wMx8ULq0suwM45TJt+//0P4gPw7i9+Vb7df/b4jMuzs3j88DE4jXMu0y7OLuKKS7QVPEYUuZjZDzf7vZ09BHTDpdgVVEcRYh0BZhJV5uEc2tcIsptDk+twsgOTblFgnX8PASqPDnjFIcG18lAjv6d13OHwe8yBJaVUDpge3Fx3DywHHKp8RHv33XdD58u+7cN1tY59SYt9TfPtWW/zgo+yqLPiRcAAf213BW88ICoPt27dDtdUPi+Zh49a93jwun37Tnnw2scJ2sMB2tvdj5yqcqns2tqGM7/TZZTEhdEYS9bNMjJiCR/l/YcfPogzeOt62acPmva/A19FzvAsctR1Wy6hN1z6dvBUXLAeGR4bXyFTCy5oLW+aGQfyTRi3LGjfY4CMX/EAMOdy3/r237Y76NHIYdrLoAXyHpGYh4dtHx91YpUX4z4++2vLBzzIS/+Ky055LY9PcYB9gPTPzFrXNZqj0z5c+uvOn/7kZ+WyxotldatCV+SbPFc+1Sfz5Zvy4HoccWCt0XV5Y1mFzbjkAsMxlZcjDtKuq5APe3t75VFTmVC+XFtlTNk55ABsfKpj/164mdc0bdh3W2RyLxzfdAWNCX20b+tYnnOOiMR6NFFRLhJ1rG8oLdK7RFZMiwF5lz+np2eFB7/85bvxk5/8tOAHP/hh/N3f/X385V/+Zfyf//N/4q//+q/jr/7qr+Jv/uZvCsz7h3/4h/j7v/+H+OEPfxj+yV4fiF2HH//4x+VLBH6R4Cc8KgvzfvSjfwzrGLfsgw8+DNfGdRM+KPvliw8++AB6HpZHZf+/fE65IHLtrPP48SM2sA9L2WMu9M2znf0Zt/0pay7sZ/qSh+2VHddeXZIfhsqKMmE769iXNCkf/tL35oO3dTxMnXPRYz9LdMX2wvj6+hBs3x3O+dS/cXktlJG4/hi3rvWsM8F6wnLzrGMoprqG5gvjjr1G7qVlG1+H9m3CBh3vsPcTpnwvcZbY/Cco+8gmpnq9dt52bs7ESzvGWdOffU5wTMdecsm45OKvAP4skbeSX+LLYl+WxLXXE9b0t7KemOKEzktDpWwr4+pIwa76NOMCq44KWY/AjiHc8uwjjDQdsRsjdmSIDtvasU/37ItbTPnbsh47RBe0KVvBjZC+hxQdNrgrYZTLiYF4j2PlBUHXj7EBDBEljVGY8ko+mV4wCKqVOj1tB+zfkNiLBPFxTIz7TxFRRaLO0wjm/tGlRI4BfRfmfxIS9f9lME41oY5CX6Rg6iHtK2R6hRzMWSexRAZ87BRLHgHn2Po5D1ILHqMWhMaXy02s1kMswYo6a8MNew6PlWv8jBWPRdNFkeHmen0MN8MQmw6Q1xHvCZ8G2fAsrpGehANEs9ysfZT9xj1n7ZiFho49qy9YQfOCh8IFNK+klTmZd8Vj4rQnLUr5qjwyX/FoPpVZvsUSx3qLOY+jc/Yx892jLtkXLrgMpSRFzAAAEABJREFUnuLuSUvkXxhf8Dg2R/+2fdrHAp9liXO+os9VeSS85AHU8gseQT948JgHhtM4ZW8+46H0sX+C0zhjnFPuo/8V9M6Zy0d0L6F9HXPmOGcvXrJ+znHNY7Fyuka/16zFBjl1L5bH1jFP2Qtk0zzXbyF/3Ov7EblIBRvioie0v34kP6KUjRw8RvyjYH/yz860XP6KxouYtuWCLsoa2c417oYReenwEwA0TTIxQsMwjtQfwzrqWqATkVLY/xApesbq0EvLesLIdeRmJ0b0B9MVznfdjQH5jNGHfSvPKxqsyNx0A3W6WCPnjpFyFTu7u1E1dRwcHUaLv7dBqMYUkfEJfeQITg6QUHTFeQu6iRHaUtWEyHVLH7OoqjZqkFMdKaqIEQw5OtZhg2wajkPCJ6PoOuyhl/cZMvJ1fhCvYkDwtY8r7OTyhjy5lylr5+xRZ+ybc2RigcyukMs1crFBLhJ9N7mJDL8Gxq6gRZi30+zE/s5+HO4dxsHuQYmbZ1mdEm0iBpg5wDN/BFClzMV6HQ1hRXmTI/ZmTRwd7MXR/m6cHO7HsfGD3RIaP9zbjyMeRg926tijwQ5s2K0jtsglb6/N0TZVzNoqvKA33lB3Rt6uvw4F5u/MLAdtjd/flLF3eXDdnTVcDNa0raKuqhjheNcPyE4Phgjo5b/RI29r5rLGrnXwujOu3CHnG2RCHVjCtwVQryefQr9Av1M/wTx9B/0R4bnkHJ3Up/TXJ6ecW8zzrCJK/sVFXF6cxsX5Y3zcRyW+2SxjU/6k3JL1XUeMXCnz8ImrCR9qkHlEaWJP3h3sxNEhPD7aizu3j/H5jwru3b0VLzx/P14pj7IvxKuvvAheiOeevVvyX375edIvxhuvvxSff/ON+PQbr8Trr70Yr736Yrz66ku0ezFeevH5ePH55+P5556JZ5+5F/Z5mwfcEx+4b5/ErTu34/bd23GHR947lD/zwrMh7vP4+wx4FvilPP8Ev1/K80uPJycnTx529GN3rh9mdjmfCH3+hvPBDo82u+zve3sHYej5oqqbqJs2tBu7yE7KNbrUhPkpVzGgkD16ucb/Uhe0q9rdU/xA/TVDdeKCc4lY4OOoNx16HmlABjb00YX8X+G/bPBf1thlQ78MsLi6DMOeh46RxwMvE5sqR5NTVCkiI12iTkFejllTxU4LfchdBWoWsG2aaNs2cs6BKEZKiTlUBT0Go0cPB+RPsOT0WUVTtdHWM/raDS+1pwezA3iwy6P8Dja0qWrq0HfdRJ2rmPFo5HgN41WMnVIqY6SUmGePre2f7JHBKNJjG+vXdRV1kwtyFfRbQ0N1A5n5phjh9Qb9WGN3OnjuXqKujChUSs4JWqCn5QzXsKYpZfyvIVpoPuDsdOL/FcPJLR62T2J3f5/x2ggGrGhTM6dsHNtJ5jWtY6Fbm6dP3GP7tvEUG3iXqTsyly6gjbaDgC89c+7AinXuiu6PsSHUr+jZS7TxJZ94HxEjdRPrk+FDAkF8xfyW2Fj/P4ovymP2ZTziDOLjtV9CWSMTXuZl2oq6qqNi/JzgVc7RNE247jusy+7uLg8Se7GrjCP/rqHYgS+W7ZhHHdfDNlNe3TThR3tf5BvZLA/B14+v3lF5FyWu8Deuim25CPWhZ63kVUopKuShhseutTA9IfiklPhvRIZu82vkVkjPzs4spK9g1mJbm5jVOfgX2d0Poa0MgaG6UFNoW+dyE1NeTf+OlVKK6ZNSipS2iNiG1pOeqsqFNopj+ji3m3C+HettOOUb37BO8mODnZ9C8yfYRkxp+09pO35KyWRBqfNU/xZMY5UQnttPiV/LqnHzxKii0GhE7qb8AbkcqWv/QjoNJ6zZk5bsR3N8tcVyHVcCO3bFvn6Br3rB/ck5fuIZ+/0590R+ifPScnR0js93hc/nFyGviM/RXftY4Psu6W+JT7xkT9/0Y3RgDTbQM8E6V/R1yRgX3DWe0f8p/ubZxXk85u7gFDzG1m7Ds/C8fsZ93in+xxnhOfd5F8jlJe0uuTP1y5g+WF5yDzOFU/yCcuteXNe1vnmX6N7FYh4XyP454SU2+tK5gQU2e8n6Lrp1LMGKM8UGrFknw571kM8F8Fz7YZ683VBm/OMYsJUDtmdAtiMq1l8QIH8pqpwiAeWxQsZbbIWYNTUSO9JOazJEoAvCL+qIER0Z2dOHEm7rmF9VKUQm9JeW5o3UGYYOu8feRFihUKJmvFobzZg1aNhrmqaOpq2w/dhd0jN8I/uTNvs0nlLwGdjnetZ4Exv4tIZv7oP+mW5/tS0W8FbMF1ecF+acGwA8X8HvDTzu2f9GeMhEAxaEulk7fsPY6HNDeBMH3IN6Zlf/U0rhGmzQwRU2VfQT/1kr7egE80f0ITFQpl2C+gmmRUrmyO+R0o//SylFSikytkwEH+mekFKC5xVzqLYh9VJKMX1SSqV9SulJH1W1reucpzmWOPOu66b0M9VxzJtIKUdK2z4DcqVDXjjPCWFBfPxjvQnWtzSlFMG/m/mWCftSrjt4rJ17GvJ+QqkH301P8ZuhffWUb9FHj28stFU34Toh9BEDEwOJoExFObmBid5PCuMTPmWa/CelFCl9HI7n+UMkx7wGihsjdH4SLBPWN7wJ60+y53w+CY4ptmVbuXsyF2R1hIYnaeZtf/Kwg54ee7pFH4V31qfOVN+1u9m+pG+UW08WGQ4cCO13QucaTXp0I7SPqc6/Flp32zc2AtoG9ijTH8HRP4L5tvm3wLGlURgXT7e7mafMXrJfXLEXCH0e87QXV+wL+vTe93o/692y8Qt8ngm2FVPa8Jzz8ATLFte+09w9iHEMhfnTeJNeyG/XssP2VdjcGT6aXz5/991fxd//ww/iB//4o3jw8FGs2UNTrrDDO5GrCpmtCOsYUxVjZEUnwnBIJd6zzyoLLHNk2lXaEMKccmmbqJsiRYjR9rYbY0DOEIEiRyxT5FRHletIyfJEeZT+xzFFiioytq2i35SIg5TITzkiBEEk/mPckOh1OqUUiXpbGE8UTiAaN+MfpXOPo1JVdRzsH4Z/wvIWzv7BwWG0HgZo1FG+xvEwzKniQLuHU7wXTd0W1FUTO1wU2X53Z++6HQwYIjY4QnMcEQ/YVzg8G5geZaKZnhMz3yKVyREnd4DRo0wDiQm1TRuOYdyynkPEBnqWOEdXODiXCNmccIWjVPJxnjw0XiKUS+K2i0iR6CsXxuYwdGF6FN1wzcHB9gqtwm1+hyHoUFZptk4B9TWq1sk5M/+mfAPRx6HbHpR4TDI/+Og4H7ChipQSmzOXhQiwdKkojlezGR0eHkZKCZpyOXw0zNf+nYMKdInz1hW+jWG+NK5wpDbM137OHp/GIwTauoExP9w/jH0O6mudTg7R1ssph4eXtmlixsG2Z75rNnVhOx9RPvzgQZxd/6rD+E9/+vP42c9+Xn5B6EWJD05//dd/U37W7YPjgOFxrom+67qFtiF2WP8vfvHL4Z8w/Y1f/168/dY78c5Xvx6fev3TXHzcY+zdGFGoBtk62D8qsqKMPOSRuGfdb9+6w6XGa3Fycjuq3FJ/B1nbj3v3nom7d+7F3bv34z5xoUwoAxllMv3C8y/GM88896TcR9DbPLBK38X5ZbSMecgD3v7eQfTI0CVyc47DazlT4RJzHYm5VOiCxsRfuTyErzrFypEyotFZwnv5XlU5/GhcXZNt+SLkxSH6k5GPebksnodltvPP4Wm0OmTL9XddB2RKuT3H8XYtFrRx7T/kwU1ouH7CQ5+ybj/2m1IqjzOTcdVoSof0dMhsSilSSmHc8YTxSoPI4bbG4NmP8ODaIhPGU0pRUZbStr35pp3fOUbZOZinQ+V4lrVcQo7IXQXftjRu4pRDhuU7HJ475up8BvQ55wqDN+LQ9iU0T1hnhUzapvCFOdjntqyLSQdTSqHOpJQiw1/HTOmjdUgpRQX9wWeNjXAd1RXpX9O/acMeng8suqDqk38ppdj2W5VxHGuC/Ypc5VInUDbptY8Oeh1D/gj5rYzM0XfzHdd8eSguOIydcghTr7yM9FJSHfSC8mfXf9bYx1cfaP/iL/6i/CljQ/Hnf/7nYegDrw+9Pu4a/7M/+7P44z/+44I/+ZM/Cf8M8l/+5V/En/7pn8Yf/uEfxu///u/H//gf/yP++3//7/Hf/tt/K/i93/u9+IM/+IP4oz/6o1Jv2+YvywPy3/7t35bHY0PhOD7C//3f/338A4/JQvqEtPqo7EWrG73zcKN/+PAhsnAaXm6LU+f8iEcR8pXdCxwB+SSP5GNmTZWvnevLFWXTA4nwSx7i4Nqm3gz3r/MOsaUHhwdxs+xj8f1t2SH6ad2bOLLtdT/TOJbfbG++mOi5WTbRavlN2IdfMnga0yXrzXz3EWGe7ezHfUS5Cz7yyD2gSjVyXkfTtMWutVzeiRn7sBexhjMuqlou6ESpR9o8+zOUxzvop2nLRV03pU/jLTYhcVismzaqpgGE1SwyeZl6VdVErmfRtG3UoGIvq3JDHvWsX9WRyMtVHdro0oZ9oqKteZX5oMp1aMs/CYEj9UnQxlb0lasmEuA/IVJiTPpLTwF1j4795d8K+Yx5wEZFwYjPMqXtq6cvsc0b2NMiRmzgSL0tTKewzhZxHR8IIza037AHdXS2EdjIDZguOY1vsCk6qUv2+QnaxiV2rKTxbRaCfXwJ5lz6zNmbVhz815tVrHicWBIuCY2vOvJK2TJWm0WY7oZNDFxy9IE95gIE6mAjjlsVESL14Z+NGimruNTIokrUATlF01bRzmpCYDiroiHc2dvlsngvDg734/D4qGAfvdw72I/Z7k7UreuG3aaPXNURKbE+fTiPS3y5S5z8K2ynF0vn+D9eQnn5s8QPuuQSTXghttI35TJ+DS83XMhvSjgE0YCtUJ1iSJk5ZOYZAdvjJo87DmBrDt/a6wW8c3zzDE+5EPOiTDrWjNvz+DcijwNg2NgwSBljTPSbQWIOIwgeJXv428Ua2qx3ie/rZdwWi7jgka+sOwK0pSdohwDlKqKqCr1j5ELzMI4xBJ8URcZM9+PAeID2AxhJj9AxRgqRUhWZeVfwNquDoEGPZ9gA7eM+67C3vxdil7VqZm3ssC7GW+KRM7SvGW/kYfuqfGlIm54SREgK4TiOhT7DlBJNctRlnCYa9F+YzvQVUNXDa+FeKTbwXdpTSpFSCj+Wm2+5ZfZtnujUD3TC/JRSGS8l5gsdjvFJmM1mxT/XNrdtW8axXgWPpW1vbyd2d2fQW9FfxMDl3QadWa8XsUZvjI9c7jFKVFWK2awpsM0+bWdtHTtc4O3t7TLOHtilv50n2OEifpe9zHDCPnzf39+nrvU5L0FXCxrsao1/pm/WXPPPfOewQx+uzYy1qeGxcxApJWju8Y82+K+rOEdmT0+3+6s+xbTH6ofog62wE1folvKuHyQvx3DeA/2MZb3l+QSKSp6h+9Vtzjg+Ft6/fx+f/F6YNn/aq+SztM7guxfX6L0AABAASURBVPLmPOT1RGtKrDPr1aOIXTdAdw+fOx5VL/ATzuIxj6+PHp3GQ84Dj/ATHjx4FIbmi1POJ+KMB9vtr6fPSptT/E3LP/zwYfn/NLWd8ffe+yCMi4f0JR58+Cjef+/Dgg8/eFjGesgZSjyinweM+/6HD+JDfH/j5j/mnOAYZ4Rn+MHFh8NfP6WdeeUvTXDe1G5teb0o5z19PnkpD8TNtTOdUioyady1ln9i4qF5N3loWphnX0JZkv/6DPoO/pUf4dr4F1dOOM8fH93iAfpW7O8dcX4/jFafnXNYZr8syHXYl5CWlLZ0TWnDadxZOwvjBU0bymuNnbFdlSv0KD9BSvSTc6SU0J+qjFFV1bac0H5vwrKUUqmfUgo/8k/5cc7yxvneunU7nJvzbtGdxD5i3ZRSWNc+ra8c2kY/Tf7s7x/E3t4e+rmLHqv3H9mqqa7l9insJ/j0GPqOC6UtLSmmvi0vNDNHqqFDQ2in1Csmwb8MUtnXHj16FB8iV8qO+8swjNGiJ85nhn7bZ1U16Js9RbTwucZXcswJTI8xxkhRR1XPApMYkbfxPir2hBxsObFmw+hY36puIzeAfiJTTv4G3Vs7nzGCICAjNtjmNZ2JDWGPjtazWdQzIB30UWGTErZnZHTrrDhfLbAn7tHF98D/WHHnsOHOx/422OqOfguMs4eWXw7hs2zAQHpk70qsXapysH2xz43sz30seMAQKx49Om7PLHPcQGYaeLW7t49/sR87rufhIX7GURzwWL3H/cse6Rp6U6LPMUI+C/eQNTSv9KcYf3mNDjo20Lzmgc2z9zl6Xe6TmIt5rmfQTwX/ZvjZTYvscM9RaNg9iJZ0BX/HSGU9Nt1WBtbMwYt9LyODDly7j9YxRUoiShiJGvB8gB9TnW18gP4Bn1H0IS3O42adbb2ROn2BaWEdwwQfGAW5GhmEfwaOxeL3YEQArOc9xIBsdKyVY5hnfI2/KYwL92fTwv3E9BPQdqpjnvGb2CBbK/b9qcxxenwXvMztPI0L5MYy2/bQ2kNjD20r2q9ZryXrtTEPedZ/KuWkN/Bvg1+2HacrfpiyuKa/Dqx5aFxBYyk3RKeN+yi5QJaX61XMCY1PWJJe6jdT3z4G6UEgR/nKGhbehnwd4bE6NbAOAFp6AY8Npe0KHdFHv+JCW/iQKraPpvO45PGu5FN+CS6AD6cX5G/ji7C+uNA/5gGwtMF3ld6l8g1vVvC4Y1zRwxf+FdoiMjqGTcLOVBW2Gz2p1W/gF/7cs1vsaWsafW9Ajc5X6F3OmT7GJ1A+engqBsaa5M30BNfPtbbuABHWEQN8GdDrm/WMW5ZSQs2rcNxcVUUurN/jhxmOyAfcLnTYx8h6DOTRLHrWKBJrwLqaTtqWHFFC8hOwbSSUAE6MtBsJB/ueAF0DfmAPprDrNyE2nKH0CdfFR1zju3wEdUGdmGBamN6wHjfnB1kBO/9ZBDSN0COMTzAtKnzR4k/Ompi1dbRNBb9yVHTMv/8/Zf/1ZVlypXeC3zY751zhOjxURmqdyARQ0AUkgKpis8iqnp4Wsxb5NGv1cM38ebP6iU8UvYacYTWrikWWgEYBSCQykTojPCJcXHnO/D4793jciAyIvuGfb5PbzLZt27bNzN1DRmBzhnolzFgFujK+NWLqZHlsI1GxR6JvCE6f/XTIuwD+ll1nnqS1ZU7bMl8e64AhvcRL230Zp3fUcwsRQV/CwQKnO991rEOmTjNcICJK+YieOs39Nu38DbjsAKIawuZlnobDj4Pny/NmOPw4OG8bjyvjtMe1M4xtoO6Dy7m84bDh9AEuawzj+F20ZV6GugMv08dhKGfqNgbqsNsxdVqPFY9Z60usWfut5xVb4L3Oa3B7DA6vWY9r8lfQoX3HjcKfvroNo8TRpe4ReyH0LSKKXqbU62eFbRpQY6sehyH/N1Hz0m/9dJe647791qKPZLq84b4/krWJ9trqMh0ycF88Bvc1wrrdF3N6Ys032OYdzo72fcsPah4cFF+03sgh56xtuJ7jpobla521XSrY7O1OMzxXnh/PS7uZ0zV77ooLj449L5Q0wy9q21BLfMI7U1U39GGkmj1DkbDByItyHVijG0v260XZlxZaYp/b1mP22LJSqkBCPEmFJ3wRA/KOAnHXIpGvKGU0hIlHZDnufnUuZyhKuVBWRFKU8rQRlYLyIR54KdfSBfdvgPstl6E/kTJRyhNOGwRU1Bc8VWiWSjhBHTaSUspZw2HIk+gNdQdn9fDwkAPLFfmANuYSJiJkIUekchhx2a7ryobiw7nzHDcyPA0fCl1uwaTN2PBNI0IRPS9PnNG2LZ0KuY7LR4T8cXpElPLm6zZc3tRweOBr3laGBc6yneJzHqX8WOb4gsl03OEVygFHeDLxTDZrVFYWXzYwHHVF0kHaCsWZ65zH4LkVCGfO9YbyK5TEvC541J3bEYeuKXNGeR/efbi/y6Hfcf9kty/UTF3WmOHML1HSigOP4bqePB/4RlyKS6GWDrnNKuXyQDqibEZR/AAulDlQjCXO0xkPg34wXNKPFmf+cP9QN3h0NJ3AK1CekIoP4cOlD9vPPPW0/uALX9Q/+ZM/0Re/8AUeIm9wQXJdt249qZdeelmvvPyKPv/G5+X/Y9D/h+Gf//mf6X/4H/4v8v9v+Kd/+qf65je/Wf7fRNP/+X/+n/S//C//N/2zf/bP9C/+xb/Q//P/9a/0v/6v/3fS/q+k/RN95Stflv+/QeuD0TSN/NPb/hO/zzzzjHzQ9cOK58m6JD63b3/KRcmdcilRYygzOmUD4HIOGwmjOjxG+eHGB1bnO2yc43Bab2bonh+uHPdlkvmgVlyEjWVKc0LUWiO7FJVqDqoRmbmf8VB9ortc4vgnMpaLte7fOyN+X/PZSomyTsPulHDN/LTogOdvykFLzFFmIS7mK+VUl8sjMWcu19Qjec4Nq3+KXPIT5Z3v9DnzWfrEOFcYIo/DfbfuW9edZnideJxOO+VSx2mGy3rMw0OWL30s3wWH1Ps86N0rF0N3dX/zqHV2dlr+3Kp5uN7Z+ZnOwQVOu396z/wWHCzMe82ge7T0e1nsQIS1THI59zEikGunoX/uo9N9yFyzsa69wTIu97uMDTuxeATm5TRT44IDhvvb9/2ePDbPremQZn79nNI2E+t2I0IRIeuM9clUfEytj2Mf0icTebOyzTs4OJSpNy7Da8a4fu26fJnoPwlsHX7qqaeKbj/33HPyn142niNsWLet405z2OXNw/rudWj48sbUfdjul/vsvvny0vXc3jaGfpg6/datW3qaNe12yp8ovnqNC7QDLs+mMt9hvVRVVS6UPDb3xb9BUeo+/bReeOEF+U9H+/8S/dKXvlTWvv//Uf8fo6b+/0f9f4w633DY//eo/w9W/7+l/nPUHutzm/G7777wegj7e5e/qeF0X3R5/O6jx2tdsV4Uxwz9cNiyMJiuMoemQ9zhiCjzGtFT8xkQEZd1FFKEv+nxn42umLf7sQ2nuZLpAOeX/qlTVdegkuVsPK79iFD0TNSx6Dv2moGH+XhdGdbfQdfLOuQC3HHnuW1T13M4IhQR5lrgtEfhDJd3G4WydlfIdsUaNMzb8Np22wsuHUzX2LIeLbYKsFZX3NatsZNO79sRoxdrvCtl3NbgEAn753DrccKrH29Xyjptzf5rIHYZFFOPvsylDLF/UcA4U3AJ2D6EVRnPiovEFYfe9WfQiQ2QjkXEQ7Ii6bFfEbnokzP7Mfb1HXdHh7SWOTRWlguwfNeWKWHLr6VfRocQOsqaFh6MO+w4cvHDO6Y6aItcnZbZ30fsP9PRVP4rE9Pprqa7e9rx/48LnRAf4581PIT7AqRiH8nsO7lulKtKVVOpHldcNI6oM+GScUd7h7s6ONzX4ZV9HYDDKwc6PDrgkXNPO/tTTXfGasY1dTOoNCLcjGpVRpOVQS/DFkniq/Fd0TIHKy24KJizn3h/uGCfsL729pkHEh4f7vDgYJzwUHGX+Cm+ygzfZ4Uf5rlf4ket1+YZyJy2cg31OqoKTamnkbIUSV2wp4QkqNAJ1+zRcQUh0DFFXaH2nzoUy1gj/0exQo+NrguRLYfX1tNNfEi3Tq5ZL67vA4Hn1uNeM48FVC6UuHkYS3w7w+FOSQJR9KpSZoxUKW1u08vytN+33SHjtRSdAr0P2HhkrfXKOsUoFZLhvKCMw6VMye8k9XBeykmeK2PGZa/ny/DclTiXdqbz+YUS8s45y/vi7u7u5V54cHAgx3c41E03DxNN08hlIwIbsJb3a6PYFPbzOT75ijVhGXou6JQigjZSqee6ibl0WwO8J5i/94hDziID3L7T3L7LDm2bxzbMb1ibpo5XXh/A4Yhgvt3XOf01Zvgxc3RnDXqZVf5tCB44pzsTjSeNxjyc1qyFissrr5GqTkpZBREhKRQRMn+3lZGfUde1HHdfq6pmzNaBB0gpUy9dgqmTrAOtCrVPuUZXAx1qWO8TLvPNa8RjxyCnHebDfoof0byvG1euHPHgeVhwcLCnKQ/AOzsTzm8jfAK32aGDq4KOyzuhT8Nvhzjebi4UV+wHFxdnnIfO8e0u8Mn78JJLxTUXjS7rerkKGeW3TPofnVfbrbRYznThP717cQqdlT8vPZ8tNQB1Vmd7COAgYQOXjHfO2eaCs5dx5t96fwTnnLlm+Mgz/GvTBWvOdZxuOHyB7s04/82xM8YQXmB/HHe+z2Xn2KTtvKXXMgu/iySlTJ9CwjbYXhe0odRlVfyrU6P+N5gzcxgFCX025lzG2z893fjlto8X+LAzziRLbKfXhPXT4dVmjTie0Z0KXTU1zEuP+Xg/XjD+OfL0bxJ/8P5H+ujDT/TpJ3d05/ZdcMKD9AkP1qf48tZx7AnynXARssueYhwcHOKT7X9mXVtv3a6hQDswVu6b0XVeI5LzDHfN6R6PxzGMx9RwmjHUc1nHh/JD2OlDmYGveTvNcP5wTrEcXT9FUkRoyDevAaVt5DzETV3HfB7FUD8iWKNZw/ryGvMdiOUhBXYDncaumY/5uQ3D9b0uy7xt5l983I7HEhFaUM+64LOqz64nJyeyjlCMNVljY8YyDwYj1xlzLqnRA4fN39R/1cHtFr1AT5bwDOaj5NO/Ig8Yuk8uN8D9dV8M57kvbtv5C851Ds/QS8OyNXWay7m818qMcpfALszY+8/ZN86890MdX218IPM13J6peV3woGTec9rp+a6wu8siF+c7zeXdV7fp9WJ/wvQMP/jk7l3dvnsi/1CDz6f+YafTTduu7/2ZoZcv8zGPYRwOOy0iij32fOZcFTlHhFrWe8u6n2EL3Ee3d352zrq5KLjLQ+s9n5W5W7rALs2Qe3nsYym02Gufh+fYGo/Rba2RQ9e1SvDOKWkyHmnHP3gDpv7hJeZ2PGqY85FG7C3NiH2CvSWz70SSzG+NDTZa7DPWmj62qEZAxV7boYttoWtsk2F/w1hiC03PGYttHeZUuJlxDd/VAAAQAElEQVRYePtQWUJvlHJJW5A5o7yxYPwDSvlImLvAt+4KnLZC11ZtB68QzW6B/pDuvBW2YonPZKxJ44t+Sx0VbO9bKGxI60j0dIWEnBCj1vg7LZlup4UPDckf636mz5X7Tj6V+eo2gA2NWI8XrPcltnSJjV9CV4xpxj7R/8DcQjNs8py5c5rDltWylF1z4bsBdegiTUdBp562UIGgH8KPMwKaqkY9HSkIK9Vs4VzeRqZ+Vsd+YR6dkoyWgQ5wOzTHPEqmKxIK2l7mS+ILMpbAdI5cTYlqRRmydTkvyIUkdabIzvK7lH+EUs7K2JNc16qb5tLGjbn7mOJD2Lfa9Q/b4dvZ9jjd9m9K3D7GdGeqIe40w+Vq89ug2D/a8XxFRFnfXv8D3KeWTrqP2nw6qONGu+l3i6JchhnsmvQ1Yx/4dMQFnxVrrvX8Maema/Z6Y8neP8BlDKebRiS5f48iIkp6JPRR6BRydJ+Gdpfoltt33H0zHeB0w3HTAS5nwE4R8OVrCLt9y8vys90f4dNZzvaxDc+H74u20TToVteWOXbfDCKwLFKkDRV4CIn2+CpxU0bEVyv3py3yXRNeU91p6xJusTm/E8W2ddTrqOO6Lfq7LjBvy8B0gPu4DW0+9hu30x3eZF0S8xj4DXTIjAhZhnWqNMjQctyG041BzqaPR9aj6Rk9HuB2BuSclLfyHE4plb4MNCKKbNxnw+MwyhjJU0gRfBNTstEz522DrMuv7fTL8CY3IuDVt+++VOxrw1hqzhxD2HlD/0wtlwEu4/wB23GXGWTq9AfAnmzJweVGo96HcXnrs6nh8ADHDZeva2zRlu0w78y5a+jHNnWe4XoDNR/DvBvWj/OMIc3pvxewh67zm2CenwG21P14FO6z5Vsxjj4vqw9vaE4b/TE1MroTBS3rcs36WmPrOtY5U0t6ksewt7erq1ePdQ0c7O1pD7u8C0z3d3ZK3OHH4ZDyR/v7usIZ/pgz9THU4SuETY8O9uX/puGA8/7w12D8HlWhP3Xd0P9aT9y8oWefe1Yv8z7k//5ub/9AFXMXkYovssIme3+TAtsgrbDbC+zxEqwJo+YKykbKkqLsd2tseFsg1ouo14GQyB8QYfkMqCQFZV2O8t5bYcyXRLr4ONyxx3adyxiUs3kkT5TpyDNV+SSF+wQSazg2bQVhEZYSpWKDIWw6oM9LayYuwh1ry6Y32zi73jQyi2Qw7A2KBrfyk+p+uLBza9jhdNwHBDvCcxyVGY6yYR5959yYawsBtCXgjcYOq+uax4J6HrjLGw67vvmZrlEsw/WcFxGqNoocEYqIwjci5DJ+7LRTe4YzvGSz9cOqL/Xucqk3pDndkxwRHPBnusBJdtztdBY8cF8MOwxNM1LGSHmc/o3RMw7Ia5w1j8MHZj/gOexHHcvD8jH1GNznnkejnHLpq8flvBkOr8taFg53KNaCi4Szs5lOeZy9y6PsOX2TgjHXCiZ9jqOw4BC9YGwrnGHnnzN3S/rjfvpBxQ8i3/rWt2S8/vrrLICX5ced4dHj5Zde0uuvva7vfPu7+oMvfUl+EHnllVf0uc99Ti7jh6KbN59g8V5XShVyXcs/8e5+niBHPxr/9Kf/qB/84If66U9/Wn7z7W/+5m/013/1N/qP/+H/p//4H/9C//k//xe9/fav5IOjD5CffPJJ+W1X//nZ9957T/7zopZZg35Zhh+8/37RMRuOBc6R09yeqdv2b+65juXp+XcZ897+TTjL/IRD6jmPqZax5890gPXD8+v6GR1n+hlfUovhajEG4hPiHxkRIZexA+M+eT3YsTnA8Ozv7/EQvCenjTko1XWlCuNpOvWBCTg+5K0xkP4zIy0HI5fJHJqcv7e/i6FsFKzNZlRzsbGj3b0dVeQ3TaUrR0d64olbzEP/2wC+KPNDleGHPT+IPfvss2V+/ZjmOfajlufTj16G5/Ql5tvlnnzySR7+ntOrr70MXtHrb7yqNz7/OfA64df0udf7+Ouvv1bS3vj864V+/gvQNz5HGJiCz5PnRzY/qPnR7Wtf+5r88GZ8/etflx/iv/GNb+gP//AP5TynOW74If7b3/62jO985zv67h99V9/97nf1R3/0R/oTHvn9cP9P/+k/1QA/4v/Zn/25/vzP/1z//X//3xc6hLfjLm8ef/RHf6zvfue7hf+3vvUm68D4lr75zW/Rxh8XfPe7f1Ton/zJP9Ef//GflLDrue3vbOp++9vfYRzfvuTz5pvfLvE//MNvlnF95Stf1Re+8AW98sqreuaZZ3Xjxk0uMI91cHDIg8aujjf//+0LL7yoz33udbm8+2P+A9y2+/BP/+mf6k//9J/J4/zn//zPSn++/eZ39K1vvqlvfB0ZfvXr+upXvlZ4fOXLXy3U8a85/atf05f+4Mv63Guf0zNPP1P0xev3xRdflNe/58Ry91wYX//G1+UflvjKV74iz6HLWEesP36g9cWsdX37wOS1ID5eJ2tscoT3jg7bsCr7h9ej4bVGMfR6VJxc14sIJykiClzf5QzXmbFv9PaQC1fC2/FH051nu+H0bTjNFzvDRUuhXMLYFgzwBYxxzqWmy/tyaoYN7vks5MP4Ars6x/6UMAcoU+8Ntq8rDm49Vox7zbjXcv2ZL1iwy3MO7gvs9wBf1l5w8VtAmQvgi88ZZZdcYvRoteJUbFu+hiJarTghO2+xWHPhtirtrJcddKk5/V0UPv2+5b2rXPyccvnDnnfBvjHj8nnAGWM9ZX84ZR8x9V5xRp/OSLugvxeMce52GNuS9gvYV5brhVbtskdn2scXq5nmywvNFueazc+gYHmuC8LzxZB+LocXXKYbs3kfd5qxXM21gv+MC7kLHndml5jDby5f0hmenx4zzawX+ApzLvUWXOat8F/W2O01Bn2N7V7axj4Kj4nxLTdYI9wV+6Th8KNwusuaGkN+C/+iwMM32uyAYkiQIqWyX1jftfm4TMcVSqGUNx8jIhQRpXyFL+O0lr1/aM/U/ZgzXstmjj66Py39sN82hM07wrzYQBQ4olILnx6tVox/xXgX6LQxR+8M856hR+foxAV64LCpfZtTHj3PWDf2lRyeWdfAHF0ZsEDHlxsn2W11xUFlH8XFc3yN87wqba9LH5w2YI1urXhA7sv0fXTfFpsxmq/7Z7qi76aWR+uxM38OG9r6PCpfx13e2A47bghZBZuu/YOMX5dSLrJzn5xndPiAKuMSeY6ofMzvcVgzLqNlDRkOr1jjjyJFVk7Vb0WV69Km++q23HBEKOOzGAldi/C8h/wZyjh9QIT1oZPlals38HK+dc5+l+F4RBTeDX5uSn29FbI/xc+1b2s/zGHzMb+WdeY2DfExNSJCEaGBpy/fdjnoDZdDexzq7DPt+dBG2I+AV4+P5bjzDJf1vuNxhoQ+t5djuMCvm2EHfGZY07+0acvtDXA9h6V+ziKC/iBzZOdxG+Nxzf48lR8aj69e0fUb19irr+j46hF75xX5Bw4ODvfKI6R9uCkPkXscZnd2xmqaWmN8vkm5FB+VBxC3KT6WsXXT+uu126+js/JDa7fxS+8YPArcAbfv8OiFL31y7155ILjLZf29+4SNe3d14ocDwvdP7+uT25/q1++/p1++/Uv5L0AMPvQHH3xQ/Gj7x/av7ft6ntzuOev4gv1gyZrvWDsta8ciqVLWqG7k35w9YA72mYsif+ihD9mHhzrG7zy+cgVZHOvGtesF169e09Urx+Rd0RH+za5/sKOq/d6vU/rpP7V5cXYqY8YjR4uNTjQ4QVYH9pd5wHM7B/v7xa81/6kvcoH7MuYyxKh4ZEj40l1CD4EyXKCOc3bWGp6rjd0f4kv2gpK2yVugnwv0w3v33LafsS83wESpQydMBd8C4rmu5AsZtx0paU0bK/gssWNr1rbXtNFhXz2/K/gbS2yh59rrwtT66XViXRiNRsUPSvBz2LqX0cMIxoaBcRnxGdaO84g++AqV9ZRTRodTQUSUtJqLjIazk2Heh8zbAfO3w3pzPDM3GTvC1GuB7T7DPzi5c7c8tt7msfVTHl0LNn8tZFjj1h2PxSj965dRaVN8nObxO9+wvkdE6ZvzPBbxiYiSlhmv+Lis5TJnry9yY15MjTn73ACXK2H2J8vScbfndiy/iICb5LDHPsjB1GmWtfvgvqyY86G+2zGc7vzCZPPNvJ1u6jKl/U2fnObyFTppuQ5nebfl6i7vcX3KGvU51+dVy/IcW2WeLhMRshyGPrqOy/j86jPtsH59f+CHH7fvflv0Ho/bss42PMKZh/NPbt/p/UH6uQSW1RzbuGQfdbvu9zbcptM9Fqev0Osl+9MA7+lzbIV91gH2CRy+gL//bOoFfuMF82IfckHdObo/Q7dm1JvTrvt/yp7hsS+Iu52h/8lrTdLKa4q5n8PT8+o+kVz0y2OzjAd4fl3fffZaNl/z9yOrYRt55+RO+cFat23Zm1qHPSeG5WLqNMP1DfMa+mD+EVH2mhXr2v1yHZfxvZjjHo/LD+nm4bwFvtUKWXqshsu4ntsyhrDrLZCJ29rWBY/Z8BwbHm9Er+MRPbV8+vQOOXVEbb1afAT/gIRpS99XPGgsN1gpUYq3SQl71eGPdcjdD07GmjE6LSmUmZdMM4E9EsaiY820lHUZGqCEthCKCA2fTv4nvpNGuv3wNe1dAp7uqW0m5rRUi8hKgS2D5lwp11mZtZXxgytsWqorVdgM71NVSjJqaJ1yCSdJWaGauk1VaVI3mmAHdyaNjCl7+7jJ5IeSVsoIoWKMdRb1RbwtqCIrDGUGkAo6NhS2Eq05fxkOG5fp5Ps3TZfsBwvmfA5mnJ1m6LPjC3ziOfveHOq0GfPtuOuskK2x3sjEckm0L8YajE8gCCfGWRBJqSAkBTKmi51kHZuxdmZlHV6Ux3776vfw2e/eP9Ud7gxvn9yT/7LCJ/gYn9w50W1wcveeTvAxvG7us0atm2f4/2V9Qy/O/QP055pjn63v1gHrREQoIpBdRqZZ1lHra8Nc2Rb2911TfKVpuQ+z/7aPX+G96Nh/Hh8/wvcJj+IYv+8K+fYBXXYfv2CPev3+NS77ZsO8Gm7TyMgnp6Tgn+XgteS+mhY7EiqfiFCi3EPISRU607IWeqzVMScDxLw4XPKc7jgQn4jo+dF+gm9EKGKTRtxphrY+EQFL1gc83Df312uqUNbYijVoezBnLgecs2cYthXGOXNqO1PmjLmzvbE/50fhNTrmtWx0jEmsO0smR1KOrApaJegGmbj1KTMGo/Ka24Qdd/8H6rAREWWcEVuUMRY5FRlZi0kIfaacNp+IuMwz/wGkFoVmedLfJPfVa3rEnI/rpsz/qKpVdA3aoG+GyzTkN1VddDEzp9YNlzO8dzTwMBx3nsNOt74+CqePeAQslHpuv6lrDairStsYcUaynzr6LWXNy2eYARP7uMBt29edjCecIcZy+nYZ1zPcX/fdcP8r5smw7C7nBb2y3vf6tNLKNgh7UedeaQAAEABJREFUs0CfrFdLh7krMfUacb51rmBT9kHeStu6aX31HJv/NvRbPi7HhJYSEXFJI+Jy/t333xc5JyXWVkRfvzDkW98OLTF+99OwDFrWlMOG478NRQasv0tK3ceVN89H082/gPbdlwF0rXxFhDLzNcBj6MP9eFLOZVw5p1IuMUYjk+659vxbT4wHeoAOopMu440gopdJRE/FJ6IPRzxMt3lbn8zTbRSgw4439ajou/Ot6+6Hw1Of8dB3th15T/vww4/17ru/1ltv/bL8sOY5+4b3njk+UNcF4/LYsiJlbJ/UYpMwE0IBlHKfHhFqO9tF9zOR9QBSkhTSI7SDt2Fea+5XOjrUkRaRlFJV4DpOG+D4o4jICuD0CLfVY6hjSpfpewD3X1CHOYPSnvO7Qh+Opwsc7/scfs8x4F5sbdfKimPDbgPuzdbKxsjUMgqXv8slgJ1VG3rnuZ7hCckIy/XNz2Vm8Hfc+c4bJtXK58V+wSWeNwnzcptuw4rSIShvaK63jTnOg+Oun1Nm8htlDKk3iFIHKTgsBf+SzGM8mmgynpbwXRyMO7dPeDidyfUzk2AlMp1xSFhzOFhyOPDl14IDQsukCcE5jTcwNdUIZ6Lh8iDJ7bjuznSPtnLBwf6Rrl29wcXQgXZ39pmFpPPTC/nPS12cz9XhiK3Y9EKZ/kj37p7q1+++B97X3ZP7OucSPHP4nU52ZN5u9zb9ff/9D2W6QGEjMnPU8ujI5TV9tgxPuTT54IMP9cGHH8nhTz75VIYPFgN8aDN+8dZb+v73vif/ec///d//e/0ff/F/6C//81/Kf/LzP/yH/1Cow/6zoP/+3/87/fv//d/L6X/xF3+h71HPfw70rbd+wQXOBzrhYsh/6tMPo++++67+03/6Tzym/nXh91d/+Zflz4f6T4C6D5578fEijQgNm4idJ4czuiPSI0KDLlG86J0X9ZBmHTEv8zEcRl1knTAcd/qISwzX245Pp72z5zZ98WBnzg+SzzzzNI+RL+nlV14s6B8aX1ZPX9Frn3tVr7/xWnlofOnlF/Tc88/p+Ree04svvQCe1wsvPk/aswVD+quvvVLiL7/ykl559WV4vVIeMV9++SUeJF/XF7/4BX3xD76gz3/+jUJfffUV+vAiZV/RG2+8TnuvU+4NfeWrX+Hx7k0e2f6UR7Y/kx8QB/i3gf3w9yc8Pv7xH/+x/BjpBzI/WvoR/Ts8Uv4Rj5POM3W+8eabb/Ko+E253Fd5hPODmtH/puHr8uOrH2NN/cj2+uufUx9/DfrqJdxn573y8qv0nfRXX5fDzzz9nJ55Gnk8+4KefeY5Pf0U4ede0HPPPk/6c3rqyWcKnG48eetp3bxxi0fjJ3Xz5i1dv35T/vPOx8fXdHR0rMPDK1x6HkGPuPB8kLa/fyhjb+9Axi6XdQcHR6X+9es3dJVLwCtXrsLD9Yey+9r1b3lNpujZSHXdFFRVrWxbkjJql8hrNumVMroZkUhX0cc1G+9g+xyWQtY3HwauXr3KOJ6QHyWfe5axPvWUbt26Rb+Pi85XOGbi4/qQ8mW9lbrC22HruPmusbmF0p7TBrhMRJS65mP7aZtr29hwEXn9+nW99NLL5TdN3faNG8iCfrl//rNirmj75k3wBHvuddyDC1xf7oK7HLxsw/0bzfc5oA2PLOdczp6zgZqecEDznxd0mTNskNPM02Vd37Z2wF143uOQZ15nXOoVmBc2z7bX/bG9K+CAuuSgMC8O35LHtYVmXNb4IdKYYZu9sc+x1YXOV7rANs6dDl1QdwEPzrtcvIZa5qcNbC4yS1WjxBz0lHDGnhMP7G6wH3QpqYSJJxCpVpBe0tCRqh4r27aMpmrYV8bjHZziHeZ/WuA/BdZjrLr8abCxXKfHqKRVpDtu/sntpwr7ldR2SWv2CGPF3mPadlHSlhzuF+xPKwbVkdeuW7WbMANkT4qyJ+XIhXp/MoKxkwNv9KvoWKdymO+Ig3XXsp+seTBdcckF5SJgyUXKyhRZlvlAnp6PpdNWC9FYD/OjftFLdHTtPtE375UkaxtiHL6UWJPvMSw8d7NleSSx3j4K8xQf6/o21rQzlF1wWFi6j+iJ14HzPgM3Ch9/RYSJInr6mbLwXoEh3X0YwqZDu4VuOeLOc/tL+uM+GaXMpl/OM5yGyGW+Q3zBY7L9pH4Nn7Gvn5WHF/tFpzyi2Ac75eKjrEUO00532TkHpqGey3jdXfCAfoGfcYbPcXr/DP/CuF/+wsKdzeW5fRH/iUvj9qcnxe84vX8hP/AvuRRiWLLIOvTQ1LA/tOLx0/kL1tr8YlHKO+23YY3Omo/hekP9ZdHjNRfB6BwNrlirlovkeQkFttZIXoslHHrcx3IcsK0jDjvdtKDtVCiNDLRl0Ti8Rmc9f0P5oZ2IUESUqL/3CNZWKKekctDEPnfmvUFOqeQl6uXUh+2DlMNJziqHYdKdH5K2IfrWontL6xBz6wOx4OvJ6FiPprSqTKUBjhu+KHSayyy5CPP/fTjjYmyFbjktulYdvDv4GC3r2NRw/TonHtcqfFv6TN+9RzUcsuwvec/wRZcvuBw37K+NeUj0Q9zh/r6MK4eHMhw+OjgoYT/I+aHOD2YTbOaortVUlfZ2djQZj4ushAw97jV60JU+YoMsA84OjltWo7qW6+/iv+3x4Del7oTLiAnUlxpj+ur8AZ7PiFAu+3miiVZVlUGFjR6VS7/JZIrdbrDHlSiK+FvZrjncYsBs/+bI8ozz0V0eNf3XUj799BP8auNj/PFP5fjHn3xMWh8/wR8+Za2ecQFmv9zrc85cDqABvoK2xCdU1Q3tN6VPTbnMGWtMvxoOryOPj/Hu7Oxqirw8D4eHR8Wnsd96iLztx3pejLFlAWpk5fnLzClaL9vs8tvHyNP98CPnGWO6z+Onbcqnn3g8n+jjjz7SRx9+UPABD7T+AcUPoZ989KE8Ro/1hEeLYpPQrdn8gn2Di2raGfFYev36NV2/fpX+Gcf4b1d1eHiAX7bL+BrWjRj3usyF+2EbdoacHLaczjmDOn4Gb18Uel35ki0plFNC75OS5CkqaKqKnK5cIC3xDdbsUeVSEX0KSdabAupWIKeEfldlDTo9J/h5siWtsT+lH/g17pcvMC2zBXyX8LU+WUdX6OgQDuoNaabm4TxjKOd9wHbFdt9jdLhjnVNVifYjQhGBXDoN9VzX9dwf0xXtu/45j9Pum2Fec/rm+TvBr7Kv1evdedk/zhmHMeN8fcGe4HOzyxved1f4DWvG3GJfjIikiHC3yvy0yNBzYZ5u4y4+os9wJ+i34/fZh5w/wOVcxhj67T57LIb77HhEyPrpsZfG+DbIo8K3ytjIiCh9sDwuWH+uO/B3H4yhD+6PfyDB1Gnuj8u7Ldf3OAb+NFXk7DT3ybI1hrLb5VzX6UO+qcdluZv/ObrqPjnscq4bEehplsfmcVTop9ekzwUON9gor1PDa/fmzZvlXGDf3OvYdcz/Ux62vfbe4pz+9tu/lH+A+Je//GX5c+vv/fpd/fCH39f/9r/9vzWbnauqsG3Yctm+g8Budf7NIvR0ie1fIL+5f2OUshcXZzyoz/C3ZnLekktWrxe2QV0CHy2UWCNeJ1UZT4gxRZKsrykXqiAOVuydfhxaYbdntDnDF2vRqUG+ltmAJb5Qi15ZVl7bZc3gXLis84wFdt8ytRwcd3nxsewmXET7gcZ20PKq0Bfn97xamY/rmxrOM9xeRBT9jugpLLWmbbfhOqZDP51nuK5hXktkvGR8Po9FCqWcVWFnA5m0rOcV+6qp45GTBiBOLiAXOmPt3sXenrCOjDuso9vY0pN7d7mvOb2E9cqwDPq1ip+1sdvup/viPkWEKvTLumW5TKYT+UGrhJFTr3eNmjpj8+gvE9x1K1yBFXO9UoeeiD6TIFabKsY0qivsdKXxqGavbXrwKNlUSUZtytj6cCiQX8AnoXfZoI2sTg286iRVIdXA1KCq7KMkyiTKCrmJet7jDaEbQXzoU4ZPpkKCJsYLK4m6EYw9Zzk9iHfU8169Zjyea4OCJT/npIpxNU2lpqmxPVWh1qeadP9m3CXgZX4FNOa6RmmHuNs2IgKZeaQhKQHXIKec3bDjuBEtvnNHKSlLkdVGUgda0kwNEVciv6og7GXoczbqRhlbUUNH1UjjAXmkUW40qgBn0HEz0QjakF+RVtcjNT5X4kdkUOE/VPgSNbTmDjST73bbLsqZeNV28kPwBWtuZltAaguGvyyB66TMnFeVNEJ+oyZB80Y/ak3HjXbwN0ZVVkO5ERijb37EHjcV5Sr6l8nLqlLID9qBvnTrpVrOkGvaXGKfltipdjlXxxozrJfWqQn3GNPRCD0ETVPoGDom3fo92ZnCv9Y+Y50i+yPkMaXTU3ynqq6QaVIw/5GgEYoAMqSsrkcIPY2HENZL7JlAtC163iohqwAiz3q2Jq9F/401ercu8bbYINuuBWMaHq68Xg2X6aiT6Ef/hzs6CZ4dNrS1bcE+rkHrfRk43euiow8CfZz+UI1uKzEW88qRVOWsmokyQnxKmVCQl9weCJIjQkGa10gPEvlyGHL55fiACNd5gJRCIs35Kp8gGsopK6WkTF8q+uLwo3DekJZTUgXqlLFRWWUMrmsEedAa6jENZfyI6nBOtEMfEqgoI+ZTm09ElFBET0uEb+7vbwLZ5ct9y7Tr/td1zXpqNEIHi75NxrJ9Hc4/plN00Pv5NnY5nzjufJc3XN98jAYdNm+34basFyvm33uQsWA9DnuRdWmA051vvVpTvt3oXNEP9NKjjQglAhGhkBQRCkkRoVD/MU0ELUcjp8xaCGXKJEolSQ/pJ7rY4oP+Ltj/dv+Gfg7UacYQH6jH/LuwpN3tMpbVgO30Idx6nSCL3zTP2+kMUxHxO0EBvkLWjQERj6+nzSfiQf4mCdPRsYyNFtqWOF0dsksbjkT0dR32eDw2U/fddIHfb/sy6EiRJzrjco/Ccjecbuqyrmf/4jPAT3Sa9c3vfP5FhhXytEK1wVsVd8C/eOttvcND6kcff6wFc+P5WaIfa+yYRCFQ+snATMUnEhqFUkawB2KXvFad53hC9x4gKSIu4TKGx7wNp0X05RK8B0T0aTRZviL6eMTDtGRuvtHNMg8P+G/mB5u8Bk53e78bUvIhy4ete/ful4e8zkJhs2194Ymw/Nsvahk+cNqcx7szLsKDMikyGaGWC7N7PFJ+9MHH5ZGySrX2edTYne5qzqXbigu6OjelHHupgo1vwkW00zI8nO86OSrNuAh0f1ZctIYSC7wq5VfwWHKJt/BlOTwdns8WHKTX8G0LXZJ3eu+UC8T7Ml3Rf/MQE7jD6/ruzh4b/FgtQlqjACsu9Jy3QDkTE23qC8kZB1CH+zIrWSauY2W0cG0IPYEtMjrnUuKCC4E1xs0HOR8mfdA0ddzlF2yQMxziX73zjvyw+M6v3pEfH53vybShNc/KjhSG3Eb44OBQ/g23J596WrIzmrkAABAASURBVNdv3NRkuqNIlYS8pozj1lPP8ND2BX35y1/RF7/4B/JvxO3t7euc+TmnrVMuJN5973398Mc/0fd+8EP9+Kf/qHd+/Z4+uX1H/on4T6Efckny/gfvF0dedKT13Csk5D7C+apxvowKB8UbgjeIEY6LD+NLy46y3hi8QM95FBlTxzLxISCQp5XRBwMjofTm4bFmxmjlbFmophEhpzvfm41lsbO7w+FgWuC0vb09Hs325Z9s80+x+bHoiSee0JNPPlnw7DPP6LnnntMrr7wiP/r5NwW/9KUvlcfC4Tci/dt4b/KIaHzzm9+S435wfPPNb+lrX/sqD4ivUv9lHgVf4iHqpUv64gsv6AXw4osvlvSXXnpRzz//HO09W+A8p7344gsyXnjh+UL9aDrEX+FB1Q+Pjruuy7z88ovwfZ7+3+Lh7Ul4PlvqvcjDrPHcc8+U9GvXjnn8myqlkGVtWBdtIA2HDYct04igbMIXXMuyty76gP4Jl2b+qWnHT7kMuVcOcvc10AsOfOfozcXFxeVPJs5xdlc4uea/vnQaWXPMndsaMJvNWfuuN9eSdWcepzyumZY8eF5wweMLRqdtw+Mx5lw6bqdvhz2O7bjDM/R8G65vPobTHd+G04e4ZbXGGemxKrKyLno8TuvD3aW8XXcblkePVXGgPWbn92lLZNDDaZbD0B+P3+vD5RZcPLitFbbIdMljxQo7smRtOd/UcV9QzDl4lHXHHLSsU7ZiTFdI6ETCLgRryrRj7jt2viVjm2HXzpH7Cjs1x56eM0e2DzPs5oLLNNhIkfjq7UonNjviJKiDtgqtO+y70YowoBLmUxC2hVC3qePyHbapddwgLNAp00atlEfK1URVPVFdT1U3U8JT5TwueZEayjXwq3t0FW1krVvQgdbxSmvCLTxbVaWcaUvZNWkdtI1anZEqZJMV2NQEom4IV3SphkenFWNaYfOWGywYVI8189lxAbLUAj0eZH9hWaJvF9jX+6yRe+wzt7kQ+eT2bX3EBfvHrK1PPvlU/n+x/AMrxkcffSzjs2kf6UNfXGN/nfcJdT+Fhy/rjTt3bsvwujTK5fUZ+zPtznB4FouZFutFwcoXJNGqs/ebpdZhYxOPKpSbrGZUaTodawfnf3d3WuxJT3fk38w6ONiH7uvwcK/QIW1//5D4gQ5MweHBoQ4PjrTH/u4f+JmyL+1Md+G3t8Eu7ezQzu5D2N3t823H9wjvs1cd7B9oHxzwGLO/hQMeYgyX9Z4wnU7hOZXD3if8MLPDhdGUS4IBO1waGGMOKmMO08YEOqAh3ftKzlneiyJCESGn1U0t52+j4jBoDOXFp8Xm2S58FsgfPXK+12u/dpfo0UpOM9asR8PhFWGXM/q0ju23KzbIcfN3H91+XTd9HznYua9Ojwh6o1KnBPjm9JwTaazJTowtMc6a9VWrQv9r9vKqGsGrYaxjjfC/Gi5eGmTUcAnREM65LvVc3mWrzQVNziNJmbG4n1HKpFwVvmvWzWrVYu/WYCXbKMREWTH+tqC3Yy08UkFKlTJt5cLDfIysvJkbCjGO7hKWWUs7hcLc8hnCLvsZFOOEELZoUCgp9CjEZ+BlvhEuKUWEkpGoAbUPKFjSKcXmX05ZPRK0R0oJuT8C6kdQawOX8Tx7/rfhfgx9yMiiKjqYlKsHqOoso24qjbjMmu5MWEO7rI9xD+K7ezva3Zvq6Arr62BX+wd7mrD2R1yMTnfGGk8amR6w1v1bmKal7L7L7pa8iEBXsKXotffaOXuz/VXvY4Z1vGMubItaLu8T9ibnUEVfDaetfGHGxdmSi7IZl/ln2LDT03v4m/d4hPwYG/ep7t+/W+KmLmMMPKUW/VmUR4Ozs3s8EuHXU99lzef8/H7Jc9g4g79xfn4q111v2nb7Dl/wmOB8l71370Qn2O979+7Rh/vFT/IYjcXmYAoT5ZwVEayZ5jLsNM9hRJS5jgjGbR32esslzfNYccnocg22x7bLqOsGXmN4DeWrwn+97vC5Fjpnv7Z/cI/zmHHCucp/Ueejjz7h8fYEX+0+cjhn3LNLuM+eE8+T4bAxZ79a4bvlnFTVbi8zp5WaUYM+TLTLpc/+/p72wCGPnv7zUfarDw8P5fjx8RUZ9rd3iz8+KXXNK4V4mFnQ55kuNn7jffzJezwY3OPh+R6PBvegJzwY3CfNcj/jrDTnAXaJfNf4OYbXU4GknFJZc8E6a8k3XNaPv/eYK/usHlOH/QzKt9iEUMi/wbC/t8uetKtd9jc/3h+wxxxwZjhC9w/YWw7Y3w4Z5wE6vrc70XQy0ripNWJuGnR2VNea8CA85cLM8GP/dDLRqK5pQfQLMGhEqY4L0SX+2Bzf2Lqy9MUpcl6wRryuF4xvyZmvZX1YD7zGneaw8zM65TyXcRpDkWnFeh9xcWd4z/P8GA19HMp7Xk95rL+H3vqsWn6jiPPqDN/Ovsk5PvYp53PnOW2Bj+n0mX0+fEDrmRjREt9mznl5he12uXN8i3MeCC/Qvxl6Y7hPEVH6NoQjQtufiFBEbCeVsPvrsXrspk40D4cNprjUi4hLuihyXJX2ckqyPHZ3duR1Y5kMiAj5Y3492lLHYbdnuS42c2DqMXls9znznHFWd3gbPg85zzixniFf57uux2G+bi+ib9f9d3pEL5vtNl3H7Q9pbs/z5T4YDg9pbs9xt2We3t8PWXt+XPXZ9jnOs09x/r/Jo+u1a9dkHF25UuTi+XE9y8b64R8qsd4fHR7p+vFV7g6ugeu6fv0a9a7qOvX9W+BHR4f4cvua8vg2xg4kFDoimIMEoqzBir25qRvVlVGrYp/OqSI/K5JBeIhn4uSLdCm0Ym167B6PZSQ+ibk0KvTbY8yuE8iOPK91I0eSUaXMfY/UciZaLZZa4nf7BytmnjfPH3o/R09b1tcI++rHnD38w/2dHZlOedypsXUpeUySac6JljrRpByuqOcyltmU9W45VJTJ1OFL7pnLGo6bR8uan7Pml5y/jDXxtmuV4BUZ/hRcEzec3tFipET7SZlxp2z/qeXsAai7MrBxllORF+EW2Rmd/RbXDyki6HO+hHXRGOq5rmFbKD51XTO302ILD/ADDmzj8ff3sIt7jHXXdq+uNKI/NXav9p6dpMRea2T2e5Ll9IZxWcZjyhujOmMPqVv1GI9qTbBNhaJLDo+arAnhKXZsOmk0xabuGI4XNBpDx02tcVNhfyvZ/l6CNhtkWgCvhjLNKKuG1k2CZjX0pw9XqunTEG5GlUajRk3TqKKPyfLPSTllZcb7OFSkX4J2qwHUqzbIyCgzvwOGx8YHVEr5YWTOXU4zNUZ1jexqNVWFbLNqMnNKgi363l0CQ1bCpkIPOu8hBR1JnXofVGV8HuM2cs5K8IyIojcBc0KEkxSSIHkY3xatCdf0t+NytkOHW/y5tuinzzALLbGlF/hUM+8N7PUz4B/WM2azM7FYFZQP6xCLGVaqoJnOVrRZI78RAevQBJ2Z2m8FE+Zr0lSaFtTacR560ccrTag3BtOcNKWPO2C3Jp1y7SSr2R3r5nRPe6cLzX76tl7eOdTVutZunTXG162ntZpJrRH6NxmN0I0xOjfSzmSsXWC9nJI+QWeM6RZ13o7j9GdMmyPzNOjDlPgOYfdpQrxHkvs6YZy744axNKyDShPyUWPVyCYj30oSoinTIT5+uE3QFEkPIGXm0Onhkky70AUUQE4rIM11Cy/WbMnHH+qA0Bejz+8u20vwcnnzMTrqdcx3Bx3iYs4cT+jRNqxbFfplmnOlBjmPkJ3XWrOhNWmOmxqX+U3DOq0fQlPVGlWVRnVdeDXEG/jmlPqxM/5ALob7bXnEZf/JcJ+RScdY3V9SGELHsNvLc7RtpOF9yGV+F1xugQ/nPXy+oQ4/2M/7uz6nOb8Av8t78aNwnssNMA/DcdMB7pN9vR32L8P+nu899vFdC8V3NR0w5A/xbbpPWedPfSez4TdlbzTGY3R/A8/LdnzM/DnNc1bAXFQFlfr5zp+h27pxGc5JVVUVDPUS87mNCGYROC2iD0f8Nio+Hei/LK/fBs+398PfBOcP8Hz/vnCbfQ8++53uK+LhMXgd+Yd0THu06Ob6El1Zdy0624Pq8Oh5D2FT1+3Q9W5T3v0t4aL3fV3HW/JbbHABfsQwRtOWuOUx6Nygg6Y9lip52HnHrbt+PzrjLHHGueAU3+vu3Xuc0890hu/l2bBO+S8K7HFu3Oe+bhd9rVjLiT2njKL0mZIeRDilk8+iS/tQ+G7uV7cpM1CXigjk8DCsK9uwjlm/nBYRroZcW2RJeyXWfxv4trQDU0VKEujCO5Xk9DV5K2R5CcvKIG0NMDFYRBX4Bst1DLc0wLyNtORA1VGj4zDvR8TzswutcWRzysqpQgBrLhtO5TyXm/rSksU6Hk84uO5iCBt5cBWG0IbU+f3CdHqtjAE+ZwI8SYYPD59++ql8gewhe1LGLHIfNHy48MHGB8UlArcwLDCHrURe6AdM3NHRERe1O3Ke+bmeqQ2a2/BhxTxOOBhJgZD5HkkB6rqhT1VJW3DQPEdhfNBcMWYkXcZbFUNSa8wYRzweVtRxPWSrJeXqekTelHHXmuHsf/jhRzq5cxe+Nf3ak3+r7saNJwp97rkX9Oqrn9NXv/p1+c91fuMb3yzx4+Nreo48P4a++eZ3eMz7hvwgOuJB0offUx6i3DcfemsuPMeTXS5AdsCudvcOdPXadd3kIfFpDlxXr9/Q4eEVNfTVjvspY4pUSaGiMEsc9V4xmH4UKVJWqitVKH9mfs44PFr+My7q5yyoORuJld0yX1HX8nc8pcSGSD0MptPFp2kaeb5XyMX5Ptx53sgquuG0BTzNw2WCOfCY3MaMjahF91LKahjjLhcghnXi0IfC69flg+V1xnfr1pPI6zkeH1/kkfMVPf/8CwXPPfe8nn32OfKe5yHyJR5DX9Vrr30OGb/Gw+fLJf3q1WtFPntc4O/s7DJ3E8bRKOiL2zfEp0YeNXLJOZGfVVW5p3VmbuMSTs85hCgllhliUcKIGE4zTUklrWmqQitkNh6PkJX1L5W6OefShnlYHl53lvMKmTs+41LDsnO8RfksQxqUw05znufNuu719BEPNB9++GF5qP/lL3+pX//611xafooRPOXSay7zbovB7Q1PTpnxVYwrlX40TY1sRsxFDSoOZSP6W5OXSpmUxKdj7bT0YQU/G+E5F+gzylSMMxV4rJZjRDDOKHlOiwjqP/jyOLZhvdmOt+iG0wa0yGCA04bwQPvxuW+fhcsbLjtQh11n6cdLZG6ZDpcBlu0KnZY86KDTPe2Idwq1HWg9c0mRKkUka4I6UTaqUr5tHSafeNtRlodAiNakd/AJ0lfY3bZLhV+nKDxgCPVRpI9X2JuaB4+a9W2aiafUUMb1kmAht+XHwUJpzG209KJTVktf1wVJHXMubHXkWoGdG8IibjhdVVPyAppyo5TqHlEr025ynHAyCItx9Ui0+DCyYrCBAAAQAElEQVQikiJySe86qW079KYrdnbNpuW0ARR66Cuom6x0BqLsAt1j1LZla/S4/2lxdJBL++Uj8E9WeeP33nCXCxjvKycnJzrhkveOKZe8J4WeyHleQy5r6rjDp9jFc/auc+yp16LXZK8X/YVfRMh63WADx1xO7XGhu8+F7SEOxtHRoXwR7QvqGzew1VyIPfHETT355C3wJOjprVtP6NatWwVPPfWU/NvMxjPPPC3Hn8TGD3C5m/C5sfkt46u+IOPizBdsh+yJh4eHMt0/OOQB5YBL8n3Z5u1yobIDioMO3dvAF5XGDg73hD14jFPd1I2aulaVs3JKaqqR6jxSxTwbOdCBqJRBjW4Yo3oswz8pbYzQ0wZ7vo2qgieo60bNVt6Ydl1+RNsDGuQ5wPmG80wfAnUa+vow4L9Jq6HbME/z2UbJr9y3qsxlhZ02sscPHK5ypSH+kIJuRSJCESHrq+u4LcNho7Qz9IfxDeNwGee5zHaa4+YlPrZXEXHZB6cbrud+Oewytlc9WpzjtezXGOfnixKe46ssl21Zf16Hbev1GGVNOr5ed9RrS9kZe7Pr2hex3vsC0WVUPh5rYryJPvVy8zjG+Eveuy3fpqll6j56LBFRZOO+io/729KBNZeTa+zAet3Sj5a9BSNBvvMMl4uIUrfjwNBxIUGviYu2Qw770LKNlFXynSb/pD12I4GhLGpd6uYclAvCeYNEPG30ICvlTHofb5pKdZ0LMvU+C8l86ar6T3c5FsfD37BdhfAt5wyv6kFbVK7wN0ZFbo1G6EgDXI4sZG25WD5rrXm4WfrhgYPJynYPukaOgv+I+rs7E+3v7apf5zvQqQ4P9nUFm2R6eHBQ8l22pd7aex88/NA1xwc070H2FethzBr1QX84rNvHa+ib57Zl7vyT0v6hyxl28gJ7eXF2LlP/iVk/gJ3hy/r8sOYBR9h/T0VT1dq+OO+Y/wU6N+dhyPXundyVYV7m63NKy37scklR6tasS/MwrzE2ZYr+7e3s6aD4eYybA94ecN89BsN9tg6u6feS/swuWBvg4nyu87PZQ7h7cr/8Rve9e/7NoXP54WrOeWmJv7BmrXTsqSlVzONIFeMxX8+XUVU+Y3jO0MDS1hI/acFe3RbkmvxAERLfmGBmluu2TivK2gdvO+pamUCQn+Fn6r3Pe1v56w4ccu3/nSNzw2MyPHcG3LnUTMqWV6QS5s27/NR5oVIJu6zhuivrwgaODyg8UtYEOe8UOe/qkMubffvsnAd3ORceWceA6YAb167q+tVj3bh6VQ5f5THo6vGhrl090vVrVwq9cnSg6zzc3rx+VcaN61f0xBPX9MwzT+qF557Ri5xxXn/tVb32ykt64fln2RfZM8m/dfMaPK/Ibe1OJlzcN5qMak3GtUajzN5VqWZNNVnIoFUKDB72wyKvWcOBxGvyOuxQcIHMwtJyMdOcR3dfENcU3GMt3bh6RVfp7zH9vkqfr9841vXrx7pJ+7du3dCNG9d0jfSrjNPnU+uc14h1ICIU0UN8BjlHBDHJ8p5t/HxT+x/25Q3/dqJ9eP9gltOd7/IRwR7aSLDI2BGvxYq10KEz5r8Nzx9FJMZq9DYRWSTJ4ZZxd9hVbT7dFg/7WK7vNn32cPhRuLzh6hEBz3AQu5kLvCYi+rSSwbf2kfZc3322vMiW25pxBvV4Hfb51X1w2y4X0fOLiL69DY3o4xHBeqxK++Zp+dTsvbYDvp8YY8+cNsB7lvPdV1O3MfTJYffX8YgoPId6pt7jzM/zXfjjSznueRGfiJD5RvTU4QERD9IiQv54jNtjdbtOd1v249xX/1Duv/yX/5L18YzcX5exnCwvPzRenJ1qvTlzu//ui+Xgfrmf5uG+mp/9vhGPBplHgIS+iz3Ee8q8/KDAjLlYsI+ttdAKWXd0hTXEOurYVwW1DgW6VVF/NKrL+XGKL+w23K7HMmcuI/o5GeGzOc9wuK6bMgaXHVAzV84b+mo69N1h53k8HpvlNcBxheQ88xjQsFc1dd+O84Z2HG7IMz/zdZ9MS72qUlPXpW+m/g0ko0FWkVKx4Uv2Ya+RhNycPuJ8Xze1xtiiummUclaCT900JW33YJ+7mz2N0ZEGOdRNo5yScoCU5TXc1E1pdwQdNyPs2bjAe1vBZKTxqNGIdpq6ok5iyJ06zkPGmj4t8Q0WoGVvT8wNpk4N8zOh3o4fkaZj7e9OdYiPcLC3o4PdHe3z2DplXRhj+jWqa5l/g12pGIfhcF1lGSPadtkJY57i77tP41GtIez++YdcnOa8EXmmY8Y9ITyhL1PCU8YxbirGyLjcruOjivFlNVWluqY92moa4uQ1hOsmbeY4q3HZUaMxNr8mb1hb2X12/aqGx8OoSB/QNJV6wKuETbMyQvMPiDE9yinkeIUMK8Zv3kYFH9OH4bpZiYpONzVa5sfoiu3r11C/dsTH6+pRSMXusDd1A7DN2sBras6+Mfc6ZX0tNuvddmCFDqyZ+xZforRHm8G6ZhjKfHscasYyYj6Mhnmo67rIuIwh9+OJCMFGLf1xO25zQds+Kxdwzr7H+drnZ+9Xxrl9FPwT93OJjzn0KcErp6ScEzqc5faNEXM8on2jrquiA40pGG1QN5XGda0xYqxnS/36hz/R9fFUDTI+wheZWicnjXbHk4K98Vi7+Cd7wNT+y3QyUo9G03HDA2sf352Oy9rw+thnbRTKWhnoAf7AgcsAhw8dB4fYPIevUOcYXN3f1dX9PV092NM11v11+zjgmLD9lSN8J9PyfxVyX3CMT358dKhrR0e6wjne+fusz/2dqfbAPmf2A+IH+LN7rNe9nR3u33e0R7s7YHcy0RTsMFavyykyGBdZ1pzNt0Ca070Gp8z3zoixjxk7MnCd6VZ8h/SdifN6TEp8rKnLUndKWa/3KTwntlXQMi/MzYQ5NKal3Ij13YBRP291b78q1lKFfalBhY4ZTVUz5zV9pgzlhjzTmjJNlVWbUqepKjXQmvYqwpn0R+F05/8+sO57X5xin41+bxypr1sV6j4ObST014gIDZ+O9en1YT99yRvGkjOG90DD6c43XD4iiv9n391vFqZG2cc369n11px7yhlrk+Z11/NelvouM8D9cX897gHur8OmAyx3lzWc5nzXG9Awlw43zKPl8ii8Hz+KCXLz/vkoHi1nXuY9wG3/Jrhvvw88DiMiFPGbYdkP8Hz8n8Eae7qNoe6as6vTh3iLHeqwuf0c+7tt+0A7+ifMeFvgsmts9WCz1+ulHHe60fPB0NnwAtvxir2prrPq6jeAvAbU7FdGBc1JMhKH723qcOYw6HTUmX2LfhLPZLhet9Fn/7BWRPD+NJXvGP0mc4O7yCe4v7zOO43vIA+wb/vYt13s1ASbOMZeNE3FPpLhm/pxw741T+TTy2vNftLD4+6xRgbrIh+3T5VSNyLgE3rcJyIo0yMxkIdAXkclA/Lgi3RHIvp6ESGY9BAf4q5zCfo9hPsx4HdRzGmuR5uZDmZVLJ6IKI8uXtBrFKfGSHkxedDeIO/cuSPD+d48vehhIC+OXFUIpVXeGDTawBFfmpQF70O/F9kum8JVDtb+bT5fEh8fH2uPDcI8TB23IXP7vsx2uzYUZuRFaR4Vbbkdx13HOGQDcl1fQPsy2hfP5uO6EQlna0I7+wWTCRsvxn9nZ1c3bz4h/xnTr33t6+XPnn7+81/QjRs3uQi/WuDwdR4ub/GYZ95PUP7FF1+U///Bb7/5bX33ze/of/of/0f9q//Hv9Kf/9mfyb8R6b54jO6Hf/vRf1bV5Z/jUsDjtIJ4HKYRIX88JlOn2VjOcVIsM8vY4TMuqO7evS//hPq7776nH/34p/r7f/ie/vKv/lp/+3d/rx//9Kf68OOPdUE9/9nmu6f3tWINRsqqmMfEwlMK0tZaYORnGOYLHpPnGPtOoYZH3D0eaXdwRtw3z/t4PNbQr5UNOgwXi5XcLztK1oH5bCH89aL8Tp/h4NnQD+GOy7N2g4xuePyeF8+BdcEXdJbXEU6ELyIMz8uUOdrfPyjz5Q3O9VynpzhH6JHn3byGfpq/9dFocfgsR/fFY8g5KW0WWaYfOT+IJ9IzaRHhKWARd0WXZeP1UNr6Mj0hS2cZfTnBPxRhaEOD8h2yWbEWFgU2mj7ozHGCjSUOptOopgoD2BUjs6YPLTxE/T5cMX82Tisuurzxem14Drw+DIedNmf+Oxa9ZWZZWrb+bV7D4V6me9rFIdth8xuPJ2qauqxbj8mycH2vvzUXhqsy72v60TKOln51BVKif0G9SlVVI6kF+TaCq0It/46xrNgofOhsNxuM0zoUxvCYhXFvueAynNajg5/4dCAUKcn2JTNHKWfknGRj5lw6wVdfxuUMEmSknOV6KWfiktMexKPEU3aZXHg6PyKUssuH7BChuvTF7TGXXJ4iWrU8hrZksIcSpq9OV0IuARJsQKqkcBqQkAloW8oHMJU8BpJk2Zif0ZlXx8j4oppEnG/wdH9JIc/l18jVsrWTZR2yTi1Z00su11dsyC35LTbcZVsa6QrWKmmkd85Hl1rgcDBXZMoI5iooL8p0vmzbXJyIy5OOcOvfhtyC03us6Wf3EJzewsNwn3ss2ROWl+vB+m94HKYF2KhSFuq4wyv6atrSvzVjMO3RqqW/20isz8yaycxljySvIcP6bvtmWtfW31zy8sZJGY8b9jSjZm1UqlmXhvNTEuMzOnQ/LuF098lY0mfbHq9F28F+v7wnr9GTrQdcr9sHuCfnPYjfLeVtY4e0k03d2zwEO63Ey2//nJS6/SPxie7eu6sT0ksZ6B2Dvdu/PesfuPgMPvqo/NCFf2vduHP7jk42bXm/Ny7jtD3EPR6jtEN5U8N93obLDHHnP4p75afe/GDRYyhraptm2OZt44KHG+81g3wtY4cHuVv2zt+G853u+fE8WV9MrVcP0Otmy/ruWGsF6mS7aD0asyduw3ulMeVAu7M71e7ezkOY2qmcjNCnWiP0qmkqpYwSyZ9QQnEM8642fo3j4lPapg8RQUzYlq7QFl0f+m3quMtG9OUk0yi8t/mav5FzUkQ8BPGJCPQ5sxaqQiMCHlHCrlfXdQlHhPxxm07PGXtJgmVoeXsO1hhH50fEVjsirMIzMW7Xc32vraqs1QR/I1h3Neuupi95k5aIV6AucD3X9zp2v4a4+UqhDhnJsiMcEm0m5qDRqGnUMI4aWVf02+32SLTVA0mrRytfeNFVlbIun+kfCTmlTVofT9HTmoNLUyc1jKch7PiozhqNKo2aWg3hpqSHnNeD/IZxYrPE3hgGtjYZHGxq2h3VNZcYYy598GPZu3e5YNlB53zx6WqBjhotNtsXXL5om/k3CPAHvEd02Exh49fYUJcxHF4W/2NR7HFLmcR8WUaWbTCmiFBirC3yHOB5ddi6F+KDnDv6XEA505SiyLOuKsaZVXvcjL9uKlWEi8xNwZhD13Q61iGHsaMrhzrm8eo6D1Q3FTBlHwAAEABJREFUbl7XrVs39QQPVtd5aPNv0R5RZuL1NEYXkWO32Y8Wy5lOz7Chdz/Vp7c/1u3bn+jjjz8scPj+/XucXT7Fpt7VbHauNXuk57ZpxvRtxBgr0jrZv13h5+Zcazrd1f7+oQ72j3R4cEVXjq7q6PC40P29Qy6z9gtKmAfcXXzSafGpxuhvA99athUjLpTqui5xdUnLxbo82t67e1oea/3nt0/vn8sPu6vNDztE5NIn06pCZ+nnZLIj++hHR8fyD9Jcu8Zj4o0beuKJJ5DTk5xXjgt89jDs8+1zaWc/eeibqeF+Trh8c//2OAft4G9PfCnOuchxw3HDeS7ncfR6EfLHeuH45dicCIb0irmPCMaRCiIcDuXcIyXJc1BVoVxJKUuZcF1lNUZOXJYFl2cAfWJZiWz1NHiE6DSi3I4vTq0/HOIPucD0heIuYzvcm+oAe7w/UNbMPvZ4b8oaIny0v6srXHY+4YdR9O0JcAude/KJG7pyuK8pfIXvMudx9ezeiW7f+YTz1/sFn972X5d4Xx98+OuCTz79UPfun8h71bDHmHqNeK0Yto+G07yGGmyR52KP86/n6ZAzrOfMlxOe22EO7cc7fzqZFL3KORd/p8oITUJv11qx7t1GRCDTIFVyG3xXIOeUBe0KHK4QYkaY/u0q02EOq6rSJXIfdj89905PTNo2IoL5zKXOUC7TP5cZaEQ83Kdu02dskWVhmSzxmbx3GP3+sS5jtAwXPAw53+Vc3uP02EwNPebT11uwnhcaHmPn+MdzeJm/eQ0wL/M1jQi57wMi6LsA1PmG+EQE31X66Lrm5b4M+a5veRmWw0AdfhycHxFlzgYe5me+HnvpO7Z8Nj/XnAf/Fv/b+rZczVkrSTVrKnGOsi/fYcfPz8/k3+Y0Lk5PS3hxcaEl5/MVfDpkH9hqTKiMhvoN+tAQmYxqLr57jJtKozqrJj2jRxXl6rIWgzaTSpw85zdVpmyluq6LntrGWG8Nj1mbT0QUfZlgFw3vYU1FnapiLMD1iVfoUU6JdQ5oMyfTByh7CG1mOjaggkemnvNMjUS9oH5EKCI2vdBDsnZiRBRdtq4b1mfDPF2rgk8N76aqGGetCfvWqK6VU5LPT8E+mOHRcgYL5sJ/1rTOIcRT0OSEzIIxJuonNXVWXWVkkZQpZ1vYUc97U0WlR+Ey1aZ8RX7t+mA0athnRsi8LrzojlKwC/OotvL+Dlrsg/XCYOTq8AVM6a4KVajKWTmBSMRKMlldCQfRhxGX6TAr5Tp85qBcgukDJPoSzGEoSUohwol2Eu31NDN299dgBSjgU3ji/wR+hdMRHXWomwWPjnAP5xW4HD1KQNRn+DIyY3HaAMcfAjqfB9CPjFwdt2yrOqvESU+5kxkiVbrWyWM1tPUZ7IDXrOF1a1uztPxZk5a95d6hJw/QqmMuDIQIN3gTF3rAUBmrGGsUVKmnNcKYontj5n1Us27qCr1Kcj6iV0TIn5b1PfRpiX11X2wXBzg+4GJ2oe3zlcM+U53ZjmAzhjpz7Kcx1Ftwh+ixGm7DWGBnBztu6nOX+Xlv9Fnw7sndcr68f/9+2S+dbrjMANfzXwc0r23MkeUa2zXifHEUtd7/6T/qF9//oY7wvRKD9g+TtPbtuB/I6HxFuYp7rAqdyMidqS4yjYgip4R+5JyVUtJAU+7Djnvt18j4ElVm3dYFdVWxfivWcl3WnuMJvgMy4ZyCeUnKKanKbifQf9GeHkOD9JDtTM5J9aZOkys1VY+KdOeb1g7Ds05ZlalRytGfqscIOqprHjEb2c5O8e928PN2TJtaE3yQCXUmlBtTf0RbI2gTtE//a4VqSRmdzOhTQo8TMg1okBboaSDXVNYfazLEuDqWCnqN79RtIMqLsCg/IJsv8klboEltIzPGXGWZppTISzIdkOmryye+5RTkhXJKD0B+Tq4X1A3mPj0A6ekRRLic+g9hBzrG16I/LePvSHAdt7sN64njpgW0W9WVqjqrov+G83NOMtKmXeuMdcv7TAFr2rRuanSqUVOb1rKNH7FfDmjIdz23lWnLMM81eu+1aDi8Dfff4KiIqbGdeRgMrXxFRJFVRE+J8NWHIx5PEaosp0dBQyW9MN58i3iYh/v9OET05R6X92iax59zKrLOG3k8jlpeRkL+ET3/iAdUCj3u8+i4HLcsW/TCYaNFPwaYR0QooscQ3273N5WN6Ou4rLE9jrquVLNGc8ro0ePh8Rk1umOakYfpgEfjQ3pFuYyujtGzHc5Io1GjnkfWaNzwkDrRAeelK1eOdHztKmdQwFve8dVjXeN8fvPmDV2/cZ10zqGkHR0f6fDoUIeHBzo43NO+H1o5c+1wJptOd9SfP0foeU07FeNJyEt8sB3YiTX2e40tX+FPLbH7y+VcK/s0xFePwOUeYMWZ6AFW2J11u1QLNexjCd9COAiRRJusasKOD2AKyOjTO2ybUXR5E+76RYRuu68tvNdK2AkSxEBqRcIkohBLNl5vpN7ErCQ+SB8cHJTBi483xztczjrfwvbi96R7c/RmaCVxvYiQJ8p5/m1UX9S6rssYLudNeru9XsBjWlF5tLNRcBs+YD7z9NN69dVXdcihM8HbD27PPfusvvLlr+jLX/qyvvD5z+tzr72m1z/3ul595RW98Pzz8k+XnHGYWDGmyXjC5ccOF1JT7HmrKmXCEz395FN6+cWX9IU33tDrr32uxHeZ7Cnlm6pWUmhN/ZaHx7tcNH/0/gf6+MOP9NEHH4AP9YPvf1//7t/9W/1//+N/1D/8wz/o7bfflv8f0b/927/Vv/23/1b/5t/8G/3rf/2vy/9F+stf/lKWk50H/9TxT37yE/393/99qeew/9/REy6mLZf1xjAucFhaNq41C3dFmn8y/d69+1yA39Ynn94uf7b3DIeno58NG+WEvgstqVh4qaoIJuaY6WeyPS8UK/J1uLSB0p6dnV46U+6b+3h2dlYe1xc4R4bnyXUyi8464XlvWHA7ODI+MPlB1NSXAM8yL88j/xeRq//07ssvvyzPnR+u37CcX39d/v84X2O+nP7SSy/JD+wu73p+iDaP8oDNZZF5+rHcc7+3ubiyrky5vJqy8N0f64n7FhGKCFnvtPm439Y3w0nOexQVhqRPc31teARrI+AV8qdjHszD6JCnqWE5Gh35pkaLA+E88+w2ZU0jgqXIbEFTThiSWv7YSfW8++Dsn3ilAyzSlsu/me7zOO7ftOvgv8NFkC9hjjBUvnS5desJPfPM03ruuWdlmTnsdJexXDyuiDA7mungucYorQpaO0aRSbeOoOmRWLONMpeJUhCuFZHRn6CeqNOCDphHh9FqgakY0xoQx2itgQ2TD4jaGKCUA5YdvFqJkjSllEJ0jbgKtTwinBYuAVy+o+1W1n3bA1+OpJRk42/7ktHxnJOMBL9EfaND5h3yKsCumZY5Qd/XoAVO24Yov40Oo95Rd0jrmFOMB91vFYzL6aZGn44MGHu3BeeVAx8G+3HUYqmSxxOqknBGQwxHKQTQE6Qg2u0AgujbZmxBOsWLDE0ZNgZd9AuQT0GmoK/vui22g8miy/SRsOOGDydrNqkiEw4qJYy9G+hqk2f6MBZalk3OdF7Cvvh6gFl/mQWvJfDcrWnXaJFpRx8ddt7jYJtT1gOXPw4PZXo+K0TR/kasVmstOfh5Ay4o4YXc/zXzbmo4/ABrxLMu623uH3aYzeWHiYXtn/swX/TxkjfTxdm5/FtUZ/dPdYo9PsWG2nZ67xzg/c5YIVdjvRn/NvXFV4/zSxts2+t6PlTOadtwPwqlH/7NjQv6cf4bcEGdIW8Iu77bdT+M7bDzCm/GajvkeAGPFC47YI1cXa+AMa0HMK5ShnleohMlTN6SuMOmAxwfMKR5nDMO9MacMT3ABXvQDJg+wIwHkRmX3CscrDWOVWuni7DjDhsda9DUWDufctaFFXQbznN6j0XRkSVjmCPDYQ4WxFt0dsCa8W5jQdsP9H6ODl3gv5zT71mB669YRyt0bw1YofL6NL/1htdyS1aWz5C+HXaa1w2VH/qKiBJPGI2UEjahR0QoIkpcfNxeix9hHhFByoOvIeo8wzkRtiwq68xyMlrkWuwitnHBxe6SsTueMWRjnG6jwpAZdZ3Z3zIOcwVqwhV7ShZd1LA3uN0hbD4dNrjnO5N5u02jxf512AypU0TAI8EjCir2bvsjk8lY3h8PDvZx/A+A6T6PULsacYHg/SIho442Cj8e4zqtsKTYROx5RzzCYcCF9Qq9WbAG5oxzXvRyjk3r4d/kXGBXVuhT378V9mOFrFaFn3DYc5aSkcS4g/EnNaNKTVMRzhoRnkwaHu7G2t2d0M+dS+zuTrWHb+XxjHlAbEa1KuSZLdsNreHjdFOxvyyYC/e1p/ST+PADNu7rBevm9Oy+7t27i09x71JPL3h4Nc7OT0u67dEZ9szrctC/Dtkb1sElumr74DYjSZZpzknun8NMjxSS/QDLcI3OO2yZe/46ZG3qsgm9CebEeSvWiOXs9k/xeW6XP3l+R3dO7vR/QYBH0Rnz4D719ZMq9n/P/YhDoP2d6c6O7CceHR2V/xbCfqN/a/DmzZvyge+BL3mEzPfU+5P7JTyd7jI3I+awY90uWcMzZLQov5Xq31A94SLwNmcAh+/evU+f7unk5J7u37tXLgbP8Jlt+y23Iew9wecl4x7lnDfHtohPXdfogX2sQHfW6NYC+7NC75dlL7Af7vqG6/sHYT7g3HH79m0Z/q1F49NPPynl3bZld8HDidtZoZsDrKNeXy3rV0X++DBFZ2bM07LorB/XhN4aQ7hjTbiu63mdVtY/4PA2rBuu17Ju1hxeDdc1nGYa8A7aTEVnEAD9yJ5/0tynIa9BlxJ5ARJ11jwa2c4HNifRU7K5VEiqqOtw0MeONsXYEnVMy16Anrac21r2og47y8QKQasl3eEl+93aMmKNrwEHPbl+oj+TptIhh/8b1471JI/6zz59S88985SeeeqWniL+zFP43cC/IXvNFweHB+V8OeHR0+eSw8NDbNHOJZxmHXV+QgBeQ54j64J1xbox/KCR59p5EaGIkD8Tzjp+eLVe27/3w6t122Gfj2/wsO640w2Xcx/c7g5rwnQ8Hhd9214v7o/jhvvnMsYQHnGmdNzlzONROM967DG5n+bjeLVZl843JrQ91HV/drFthsfkc6P7OvTZac5z+j7nPccNp7nuAPMb0z/3dRvOd57hdiec5Wv64z4Z7qPL55xlOO4+mjrdYcPxYSwRoW5jAz3OiCh1Xd88I6LMleVgOD2iTxOfoa5piy9hOmAobz5uf8Qlt9u9xKbvGQorbFRTLlrr5LNZpwo6bsYqsqibcu/h+fIYCj9s4yUvbI7TnO8LrsPDfR0e7Zc/C38FPd71D+vsTrk8G2k8rtGXCr7m2Wg6qgmD8UijuirwGkysSbE/r4v9nmMzZ8WWeY8wPF7bbOv8mnXoeMj/pBRJFfNQcbgC+E8AABAASURBVElYwFhySmIJ9oB3Yn9IibJbqLLrPUAmzpdcDrFvKOcfGDnNsH0xhI1IBn5AYFP88DnAcec5bmpbkNyHUhabeUnhTTiHypnNZYJ4YlyPgi7QZCehPz1EKerRqaqMPcv6aTR1XfISg8gpbWSTlVMgK0OMLUo8p0RaB0gLkZY2EPtiVpFJTkrA4VR4qJRHm2mHuuLjrtkvtF4W2m1kH0qUGvrfcV8g8j2PtlueW4c9t55XU6c5z3uQ9y3vYeeclRy3nfP+NMPXd5k1OmNdcD3zKUCHvC7EJyL4brF1iK2HE5y/DW3KOc8wz6E/5v04dPb7PF7mzLyEPoiw61d1LvJLiRiDd37L3rJi3/Cfnfa+YZTzoc+JwLIxWp+R2HNczliy15e/ukGZmeWwgc+OPkMa/usbA3XYf8nD8hmw4PxhuVo+M/hZrr0sz/FRLuTy3i9WtN2yvsq5jD4suTt0H+e0XfpwMdN8g4tzzigGvsLFec/Hc2Q+A1zPYffD7a+8jzL/EaEEir5iqwZ7Yntr22tbbfvi9AF1Xfd2i/K2cwnhGhHB9IW2P27HY30Uln/HmMY8kObTc/3V/+c/6NNfv6er2LCmqfCd5hK+Zl6ulZet0qpVII+y90Nb8lbol/k/DqU9+HusJcx8m/Zll/L5bUl9o6TB7zKMbJxf9I70ku80w22z9j3enJJyehyC9C3kxNoHVVKNPtZV7uND+kCdv0GFMfptqCnXANNSLgXz2Cls39D/NACdT9tp7rvjAyUchAPbGayZYB3La4lxF1kTD+KPx1qBDvVrqpXpo/D6HdDBx+GOdowW3gOWrMnWsi1p8Cpl13TFaOU8z4dph+1q0RvYqGAtlnxI/oUFxtKVuq3cBomFbofb0sZaa8bY69BSS9blEPZ8e925nOsL2SR4qjSGHhK2/x2M3XlBuuUe+LfFzFjm9MPprtOVca0IrkELS/q24dFRjgQG0DF/ocQ8sowU0Ydzzsroh1FVudiynlYlnFLa1An1nw6ZwZ8+Wdbr0jbtuh3SugG07/zfF2tkbl6WjeFwB8/fB/34+t49+v1xcdjKeDQPkSAXgSgQH48/FxlZToblkTYyc/wBXPY3IeeEHB/AbQ39HsboMffy6mi5/xryMn2oKs9JRduZuemp01OZo1T6HBE9hYX5fQZFN9syh4/m9W236O265A/xbVr6ow75dZRbyTptPi067L8IGOhXRo9sw+1T+s3FNn5/fw/f8YBz9pGOj491Bf/xyvGVQo+vXtExj6rH/qs9nKGuXr9SHlp9Fr9y5VD2Ow94nDXMa29vhzP4zua8NIGOuReZFEy4/xjjc9Z1pYp+9KiQWQIb2YSQEQJiHP0ctHL/7WN06G/rsWDfGCXjbB/Aac6jjNdna5uyFe/IF+hpRxt9O5EIJ0msW4d5TO24NOCSmA3EwrUAKyY4pyRvXHMe6c65IOhYRHs7u7p65VjHR1d4hJxqyPMm3TvzI9rsSt51Xqyfe+ZZvfj8C/riG5/Xqy+/oqvUOz48UlbonAtoOw1O+9IXvqhvfeMP9fqrr+nmtes65PBUp6yj/QO5/K0bN/XE9Rul7Tmbv1igbnPMpuy+XGMS9zmY2Um4x2XHOY+naxyJFbjAcZnjLJxwAXJ2/365ALdzYefBD6I//9nP9X0eQP0g+oPvfV8//OEP9dYvfqG3efT8+c9+pn/86U/1s3/8R/Cz8udTfXHxq1/9Sr9+9129+867+ujDD/XpJ5/ohMflu7Rt6gsNb8Z2QOzwrHBwVmyoJzyS+pDsP9HlPMva6TYAEQklqRVQKVDoVv18mDJppHnRNYy5bhrluqJYMcWFBnPWseA6SSvkM+PCfc6m75/kuuDC4AwZGHbEFvRlibFcMafGGmqHxwp9jCyvX7+uW7dulYc5P3R+8Ytf1Fe+8mV99atfvcQf/MEf6Etf+pJM/Vu3zvva174mh13HD6V+NH2ZR1I/lBrPPvuM/NvIvtByGz44H/EgeHh4wIXWHge3Ec5WBRoxlAIbFLE41u4v41mzkc1xJi23NWmdhaeQy6WcC40IBYvfyBgqI+XMostKGaDbES6TJKiCFgxJJcq3iGCxsXyQjduICJU2qKvNJyIKz7zF03Pm8uITEYVfyyKtcCTrUaOqqeW5azjcmnq+1uS3jNHhyElB3x1WqJRvMCJjX9DwiDoBNbwa+JjW6IH1ItOHiEBn1mzwS/RnRf/hat5lDA4XrooIJcaRcpLXejnAWk45M54KQBNwfENr8t3mqGm0jbqqVTsPDOljxjlmfF6f4yF8GR9xGB/JP5G8jSljvIxzIT8BUy6ZTY1piY80xajugFGd6WeIIWzg8AY4lBnUVaJveYOq0KaCIrOm6mmFrLOBTKgCr1RQ5dzLBjll8lIpQ96QDq0N+CRJBS6nKOGQCOky7PyQiHekd8rMdwBTtE8VBfgq+cJwi82xQ9db67wdNl/ao/dLLpILuNxfEV5tqNgAgjqmol7HI0BH3ZaLwpb6Dhtr0tYcEAolb03eCizhvQILeC6gS9pbYjdMF6T1h98ZlyQXmm/iPnhdcAnvvAVlDTuXPeboofeVmZYr4DZo12UGLImvsEWI5fLLa8dova6L0ynvVQC5kca+pSDd8D7wm+D8KpgvpM2eh1yjPDSXcKdLHi73KDJ1ShrtaWjLlHhpn/pO957YYoMeoJXXv+3So/BYfxO8fr2OH0XOHGdYv90WhM5Yb4SOmFJCqCZAp0LoLqCTTrdTHjgFAqYtl9wd4QQ/I8Nj+L9tapgY/sndRxFl3K2CerEJM1B5/HyTSlont5lYAzQvz6vHa6fM4Rbd7Kjfy2WlNTq6RnZ9/hJ2a9i0n4HLrDdlLVvxiQhFhDLrLyLkz9q8KOe23O4Ax401euYyhvPm6LgvCYwL9sZt6nD5gRZ4us2O8a3Zw623ruv2IkIppYJ+/uqyb3kf9R5tavSO55S9rb/EdlkDoTFWK5IKD/MaxuPwAKe5fI3NH2D+Djvd+YbL9zSQ7XqDFXTFXCwvsSzrcHEZ75gT60SL/ViyHpeb/CWPcP3cLMo6XmErihx5sFiDFl0yUpYyCmNnUhwKneb8Id7xyOG4seRBZLWGH3QIO244v+NySzxkGqNxpfGk5kK3ASPt7D5wqpuGPTQHOtAVZMJiXXgca+sAtm+OjfJjp23TGY+C93mEc9zjaNHFlEKV94GmYt6MDDUIj2qNuUSeTEc491MeZPd0dHioK1eOLnHMgcGPcsb2w4UfcXf3pqXeDnv1dDrmMDBShYzczwpDb3kZ7m/LenSf18jFcigosl4wdwuVuMeE/i6ZH8+B6RrdLEAvQ1F0KOdMv8dcpE/Yo0eMp5Z1sEN/l/bvoRFBeiP7H9bN8XhCX3e1j699xOPjIeM8PPBYr3DYOSx5Yx5BzNs6FtG3VVWVanQygtaB+Lidljb4uuyPZexyVZVdgnXeFqzLmBaEV6wDp5WbDepJTVMhs4n2dnc0Ya8fMMYHMByfTicctnbo3w50CoiXNMLTqRJ9CgyR9bBFVxfsZ+fnZ/IPVt6/f1cnd2/zEHqHB8lPdOf2J7p3clv37t7R+RkPzBdn7HNnWi4u1DIXFxf3iZ+WfWyN7ntOum7J1mNdnvFocK7ZnH1xdkadmbz3ijY95ArdHI8q7e9NdcjB8ehwT/s8VOzS1ym+0ajOPIokxlmTv6vrHECv4A9fRdeeuHGtPNw9/eRNPfXEDXBTzzz5pJ57+qnymPfkE9d06xaAPnHjWFcOdzgzTXWwNwFjHvbGqvG7qqbWowh0xcL2maFC1zP9CPqqxEpik+yM7LDUsq5Vwp1Xs5aWAfailHG5DZSpnLIi16CS0gP0abW6lODRaYXdMVqpxJesScPnkY69djFfIUt82cWac2grsguWxOezBRfCc11wQWycX8yR/0ILLlAXnPl6rImvNPO8c3F/Ds7wVfwDT+fYe8fPiS+wd+fwmfsv7syXOuWi+T4Xy2eFXuju6Zluc667w4P5vZP7Or13xhnSl9AzdAXq/xaHS9uWS1v/8tKoThqzxkegQZ6Tpiaey2/YNoinyULEnUasn0mZ/1pjyuxMxpybx9rDZuzv7DCPe9pDR0ZV1riutIN/XKdQFcFUdPgybQ+1rP61EnOUCE9GdSlrftax3Z2JDg92Cq6ge1cOd3VE/GBvqn30ZG+XNsHh/lRHwPSQPNMrlD/ap+7+BH3aADu8f4mpdrFvxgFr9ZCH5yN0fBd+O9ORdqaN9nbG2t1xGJTwmHU90R719hjfHv3zejAmyGMXOTh8sLerfXjuwXPP4b097e3sst6NHfYD2nb+LvGdnU06YceBL/UfAnLd3aSPx+NiFyeTiXao67jzHLe9dHzAEPeeazhuVMxfzpkllAoyuu+0ATW20WHTAY4PeCgNPh1GMyIKL/GxHYUoIgoS64ZMbGMDYQ1h/+u6KfGaM1iGB0WxpR12qZX3CMP7hX0Yw+EFfvqMOx37PMbZGTqNzTs/P+VRxg8q2DD8ddu41mscnbINbazP6GJTVaqxFY7XpBkN6SN01Ha7YQ49Nven9JlBeGxu33RNvw33xe3P8cOGfjp9G65jdNiKDvk8Clg//BXCC+iTCPYBvkdEkVlEFFlGPKApJ7mvAx7XRkilTJWy6pw5q6WCehN3WgFzlFOiDPBahTdEmIGSVhGvnA9MfT6pzA/UFXLdgtNzShpohhFfykkgCs9MQiYOYf13pDtvABkKKTIySehFqO0C3ZBa/2Ulwo4ba8IwkBEwDNotlHCiT0H/grCRqgzLJOtxJs9NtLTgB6U5tnTB+XLFHHeCHWVHrLUx69x8WtJ81zTHFznjHu8e93G3b5/ozp0TnWJnZ9hh60XbdjK1rm7DuuK7Nf/QieG7NP85dN/J+YeMPv30U/bz2zrhns3wD6aYuo5hfTPMxzq35I5syXpo8aFEmwxDHdRx3y/6IbTjLs15bHHKkRh3zZqr8LMabMdE+9imvb0dGTvYMsPhfeyW4Yti/yDHeFTLmGD3dpCH7fLe7hTbOJXjE+z7mLXTeB2BCnmnkFIEgEoWtUQnAzg9p6SKufFcNE3NuqRvVU1apRo6gp/5Tidug7awf7Zzhu3eLrbP2HH+BrtTxoKd3d/d04CDvX3s//5l3Ol7lNmjjG2mYXs5wtcwmqZRTX+205z+aLyUq2vkSXmox2HkzZgcLsiVnFaQMvsed8y51ts//qk+evf98kMgH+DD3Tm9q4ScPbe+12jxlzGEuGIrrZlj25YO2Q1rXJvPEDeNCEWABExBQs4RUUpbrwe05lUgrCSp1MmsiYTem2bPI3IolHCGR2DLfhvs5Az5rFoV0HSh9CA7/FuQ3QeQaOtxkPtLH2Al52dk3SD7Ef0cMW8NqIk7rabPNeGCplJd4hVrIBc01LX+1cgn56QqhbJB20M/B0oy7WkLoUQ9IyL0+348R9tl/QMvD0NKig0clsJTIz7sISwaFsbeAAAQAElEQVRwdZw9jBa65ly1Rk9MW5zMDtnY/rRtK6OjzkAdhstDXxFxGS9BonzRfqtMjs8g/dx1iuKjqVCv4dIXzn+BzQk0KGjbZYM5SrQbm7QgPqDkU85lo9Tl3OR+MxZhdy/TiHecgzv03mPtsMstvnHHOXPNvr7ifLKi/po2Ws7cLUKyP29a4HTaRQol1JZwJ+d1LstYeopGMeBOv/ljuQxwKcvxd8O7hZBV/F4Qn4jHl5VCKlD5RIQiHkW61Efr5ICIR8vFQ+UiHuS7jvhEBN/FdKzl/cv7jbFmTgZdcgGXNyL68k4b5OJyxpo5NVbWU+ay19FOQ7lLig65/KMwT+OyHHq1HXfYcL59zhbdWqFPa3TDYVoim++kM9Ol3Yhg/VfsgSN5HzHso++xD+7aJ9/f4T5hV/ucHw6vHOiKH1g51/ph1Q+px9ydlLsUpwPHr/q/UQHXrh/rOrjB2ffGzRt6gnPvE09c182b1+U6/stUR1f2dXC4TxvsVbTlNnfw7733TqdjztIjjXk7GHN/1IxqfP2aPaYqqIs9y9iyzBiMpIyRMjBH6IWYXxXq8UqtQv3H+T3iskwkKWHcEInSeDSR5eQNqMOp2tnZRUC78m9lTscTeXP1n3qqc6WajeL4yhW99OKL+vwbb+ilF16UHzO9IR9xCfPsM8/omaef1lM+8D/7nJ579lm9+MIL5TcQv85Dmx/YnqGMH9QqeCX3QNIYh+uQ+t7kicoTawU64xHXzpAdJf/Gpn/j005Uzrk4W2+99Za+//3v67/+1/+qH/3oR/oFj6DvvPOO7GAZt3Gu3n//PZy12zIvO19+yDzHkVuhmKfwv80j6y/eels//vFP9L3v/1A//ck/6t13f035cxbCigXRasEh23UuOGBHJIysNPOBvqTP6Etb0qqqofupxCOyUqqo36mqal29el03bjyBAhxy8NsD+0zypOCIR+YbPBg/+eRTKM8tXeNB2Wn7+4eUP+Ay70CWzyGXLL7wun7juizDZ597Ts+/8Dx4Qf7Twy8wL/6tzmeRu3+zs/x5YubC5V7iMftl45VXKPsyeAm8qJL28mt65ZVX5QdP/3bo8zyAP8U83rh5U8c8ih8fX9X+wUG54KpQRiNSYqwbRUqhAAphcjt5EZ5ygek/N3nn5I4+/fQTLq5OdP/eXd27d8Kl1V2d4fj4/+eac7AzXXD56UedgXqjG8Idxj9QarHIM+3UOCsdSmusSVuz8a0KXWtNelt6Qfci5H5lyqecFMBhOzdGZeegqVUxJi+yXFUlPNo4hdZLh5tmxDyNip46zejTGxZo81CeHcuHMdaI+jV9yLSf6L+RU1JF2mjUsPjHrLmp9vf3mOt97e/tag+jZOMw4XJhzCVi09Sq61yQq6SMAagKkmrizmvqqnfYKT/BOd/DWd/f25Ed9+lkVPJGTcXlXe5RZSV4sOAkZPgQug4n5AH6Mp1MQ/JUK0lKETIVnxbDH9RzGfPqCHc28qQ7z+gID+VhxlfPs6P9ljl0vte+nQCXN5/CD15BG66baD0hv6aqGDvjyVm1QZoPqTklZfcLlMunFKqAyzRV1shyQp6jumZuGk1wICeWGfNuWU/LnIzKpdRkMtIYmY2pY9mZDhjBYwxMDYfHlHV4Qvp4g8mIdqjfx5vS3shtuj0wBTVjcX7jPhEulPBAXX5Mv8bM64TyY+o7bch3/QLX2ao/qt02oC8NfTBGGzqu+3S324O+0cYUTMCUtgomY3QfORC3PhrT6aTo7IONbFrsg9OdP5lMqDMuuj1xfQM7P6ydEWNoGINR0w+jot+ZefTc5pQUEeg5c0t6xf6TU1ZOSSV/U058KFbKRgR5A9SnMe8JRHJcQqmF0slpibQBvjCSHUScCOEs0pQu07juFXmPizttQOI2NeeQUVVJA2rW7RB+HA3ac5+20WHHDK+JNU6YscIhXnJhYbRcSJS1ZlvndeP1Q7kWp6tjzUWojDHkf+I7YKl5PXWspZbyay4KjD6M7WRtrsEKHg9jyZ7Gww7tr3hcMFpscutLdeJLHt4WPDwseNg31us5ja1VxuWxFdgq45j4VgJZCnveIVej8KLvbvtRuG/u7wDvLU4zlhyC/FvqruM4oqBNxsvgIz5LK9Z+zon5eRi+AByh215bI+zACN03rI/beik+lot9iXMu3IeLGTvKdpp7OczkR7vZ7JzLyTMuie4VlEvL03tl/zuF+iJ/xt5nmI+p4TG5jW04bbuMy7nNIa2nXOzzSGAfpciT+ek2OoQokIvKuOu6ksdmlPGO6rKHeR06zRhvZNA0FXk15WuVNB5dnO/1bAxrfYzsHJ9MRmW9O32XvWeXPczYYz/b53Jpj73IOODC/QqPRcdbjvRVnG2nXblyKDvM5mGeY/riflSsJ49nkIvnfBsta8Bx5/tg3KHjEcGYs2rsi8dnaoywPbZDU2xUY7t4iaaMd8x4RuiA86wvsEG1WrahAfg4pb0l/t2SJbWWP9Z325O6rpSwA7YLlFSLTWlGtWrkmRmH7YPLNcQb4pg3JWwUqqlsmqUMqpxUEbDta/KIfWiiCf76zgRbO56yP+2UeJ1rpaBs1SgSPifrfMHB2ZeW5/isCx6ZeOvRGruwYs07zXlzHqaW+MFOW7CW5n5Qwq89B9Yj65X1/PT0VKbWw4UvH7EdEXhk0DVyXkHn2IYZKD+kh945vWMsCdnXli8ysVzHzGfOoVRsr3msi21ZYtdWtiM8Sl5wsX/OBf8ZWBA3VssZ7t9Ca+yN/UWXOcOHvF/8yTvFt/SDuR9Eb3/6ke77T67ygH7XP+QIXG6JfWqxWaJ/mf7XyD5zkZBAhe0e8do14RF/Z9pof3ei8ti0N9GNm1fl/yfzBg+WxrVrR/jFh/j0xpGuEr96fKhj6+4h/pt1Hf0/gO7ujDVlXRgTrx/LYVRpZzriDDApvtnuFDqZMJdN8ct2KDdFX0bYqyancnlY58DHkSrsZ6BPYn0LmkCJm6KlgW0NqBhjYGPDtpc4wy02oGO+uhLvStz5IZHi1B6izCXIiQjllB5CYm5dbxuiTaELD1PWBmtFAygT5jnA/SMNduiw6FPHt07Zc7MNxp8ukdCfJH9s9732ve6X1h/0c1Ew5/y2kPcLlzP6sW/GyhhpiV6INkNhOSPvXFWqqloVetujUmbOKvIeoFJNuVHTqKZc09SF1nVWxUDqKqkBNf0dN1mjpmLtVtAaWqsiL1chr4MKWm1416b0w+lNVWn0WGQeZrPqZBl0yKwTzQg2qggk5On/68//D1KFiKrUkr/ukdaU6ehHEl3WqA5N0ffJyDw71ayBxqg62jBa0toSHlWSUWfHHwBVlR+PGaZYPjItaY0Ya6iuKFtJo7orqPOavixVpRW8AbSKPt5U9C8tFd0c1T4HMwV+QUY/MrrMybvEMQLQtQKdCvKqKquy3JA9X7J+ZQJ8lbCp44hHFZE6p0JdznGjxXYZLpPQCqc57LJNlRlLjaxGBZNR0++Ho1ojMMamuQ8tazKQfzb/Km3mN8t6YbhMon1TlzGcXjMZo1FTeJmf9cnUaQ43tGE6qivG3GnEeXKE7uVET9HjEXUzfYycZdoQb9jjGsrUdU0/siKCftSq0KlEPfEp64H6Umj4OMt1qqouayzRX6pig1pl5BJlHrqidxV5GfAlz0NZ4zAa+Eb0fNf4lGvvMxu/0r6LsSS+ZN/xenV8xsOq1/HK5UEHL3+llDZ9eUAjet7O38ZQNjZ1MjKJ6MsOeaY5pctqEaGIKG147IZlN8CyHiGPBlk2FXNeMVdgMhqjF6MHID5F7hMwBhPkb4yhTVVptEFT9eGmzrQp5sdtq4TdrYziVVUq6ULeRoddpYv001KxH7JWi74Z1jmjlGMfMG2Z1zVFV97zt7Bk/1/Ca8F8LOwjgAVzMJuvNGf/t18w42wx425rxmPjBQ+cs4IFd15LzTbp987Odco92hll5tRdwNdtzWZL+YdT7l+Qf3quu/dPue851QU+hf//QPcp5Uq5rlShx3XTqEZuBcRT3ShyVkZGFaiR+YCGshP2yf1977H75U7M92GHh4fcnRxoZ2eHM+gUH5S9lHL28UbMQ0Qgtx7ZvIF1QFufiED+qayRoT23bzg+9CciZH1esMeccwa4x4OwH219t3hycsI9113dJ+2Mu0X7TzN8/LpOKvowHmuHfu3xqOkxHDCOg4N9/N3DclHcXyofy/QaF85XC450bF+54JD71kNdOTrUVXznS2z8DvvNh/gf/mEs44g7O+OQeyVjH398gH9YxXD6EXUsxwGHyPOAuob7uUt/B9lapp4Hy8SyMQaZmlquBtIu8txOK+nIT5uP40YEpcEQNn0I2WsBnfC8sTZqFsns3n394mc/1w5nCjWVfvT2z/TWB+/obHmhFh+oNMHewDJQC3XaGj/Pc2efwXSA44PNugyzZpxW+Gy+DfGIvr8RQU5c6pbzDRIf+oqITbxTFBv6m6nIlztNjUtexB02m4hQ+i3IKZX8nEKPBXVzkqok8kGo0IrECtlW1KvIqwoNyvWo4VtTxvB+2BBuqoToM0ga0k1r8yG/pk4FTI0hnFNCN4J+qoAuXVKHHweVD3ILacjX4z6dRJGHkBPtRWKcqbRDVIWHpL5spwiHkD6y1uYTESU9oqfJFTd52yTiQb7LILrt7IfCsYn1lHZLvON7J6d1nv+HQNZ2HP8iIsQXgNIYQ1OCsgmTRvmQgjmMCPkMyqhI4Iuzg8qn4/uAlrC/hrgpabTTqWXtsM94/RRsh51n9GmlDcqLct1n0KlDrj2og9/WbtCxX3WfKd9ulV8T/n1Bv92HS3gsDxChXj7b8vy9wvq9Ph6H27AO2I7Yt7H9n+PXeL+wvemQg/MTBU0dH/DbGqHrsu1wWfP+TXD+NrZ5RphLnxIRiog+4u8EI0LB2k0V68Q0izIqH0vR0u0XUChXueyV9n19V7PDY+Z0Z6IpdId9eLfc+ezrgL3l4PCg7HFH7FsDjo+PZfiH0Y9998N+5vgV9rkj9rNDyh5S74D6++yRe/t75YdmrlDuCm+QVyjjcuZ3eHSgw6M97XOv5HL7B7va5+y9t7enA+ofFhz0byuk93m78l3ULuf0ndLnKf7DpMA+hsc15iBj/2E0qmU07DNGhXyMbBlFIKNeOskb85QN3jq1xrlNrMLpeMpBdFmcAk+aN1T/JuEBG2yNc5NzLg6LO+uGXcaK4YYdtxKd4Fi8//77PEy+q5/97Gf6+c9/Lj9++k/Z+jc7/UD6y1/+Ur8Ef/d3f1ceRP/iL/5C/+2//TcNj6Z2SO7duyf/WSunve3fCH3vPb3/wQda4xCuOGidc4F4cnJXH338se5z6XOGgzPH0YkUTOyu/Cj4xK1bTMQVHRwe6dr1G7rFo+VzPPK++BKPijwwvvTyy/Jj42uvf05vfOHz+uKXvqSvfv3r+uab3wJv6g/ffFNf4TH4i1/6sr72jW/oW9/+tr75WUb6tQAAEABJREFU7Tf13T/5Y/3RP/kT/ZP/7r/TP//n/0zf/u639SZ53/oW9b71Tb1Jff8fqn5ALnj2GflPsT711FPyY6cfL19+5WU9/czT8p9qvXbtanGqrIhWyvFkrNF4pJrDVlVXSjkVR86PTJ6rFU6wf+v2HMfNvxF75/Zt+af0PvzwQ/lPCL/7LrJ67wO9/96HyPAjffDhx3r/Q+hHHyGvT/XJ7RN9Cm7fOdEnn97R7Tt3dffeKQ7zQmdnFzq1M3z3PnI94xL4VHeQsx+pjXvMyyntnp2fkX9f97i4Orl7IsNpMx5HT3lQvZhdaMYcLbnosAHtmLeuGM9eAYXh6+NrjGarFiPry/o1c+uw86VQ+UA6jJHzPH7LgQqlnvMTip02oKjIKOho02GXdz3LbYWOLMEcZ9cyvGAsluMZOmR6gR6d0//zs/syzrgA38bp/bscEu7ojn8iDpzc+VTG3ZPbMhx23qc8JN++0z8mn9y5rU/R0w8/eF/v/fodvYs+/+rtX+rtt97SL3/xC731i59Df65fQP1b0T//x3/UP/70J/opD/0/+fGP9JMf/Ug//sEP9aMf/EA/BN/73vf0ve/9Q/kT0f/w93+vv//7vyvh75H+fdL/nnXlPzVt6vzvkfZ98lz3Rz/6oX7y4x/r5z/9qT5479f66MMP9PFHH9K/j8rj98ltj8djuaN7PIgb902Z41OD8Z8x5+fg7PS+LpBPkRMP5ve54Cy4e0f3QSlP+hk4pdwMuc4vzrTgwLXg0cGXowv0ZMFcLNGbFbC+eI4GeK5W3pQKZnLZoZ7nsMSdZx4G4fL/A7FG1hwOPe8t9q2na879a3Uc2AnI+tFxGDTFsKhDP1loqNZapnZU6pxxGHtUDvugBy0OIrSpKpzKHuWREjvZ00ajuuESpj9I+TB1CQ5X0y34ED7EXWZ3OtUeG9M2ShqHm31vFOAQm3wJDmc+PB0dHsq4cnTUb1hsXNeuXtWN69cfgm36kOaw7c+1a9d0Cep4szNc/xg+Rr+ZXcFWPcCh26S9oy1sl7uGbbt2/Rj7e5XL6WsFN5+4rvL/4d24qutgiN968qYcNm6Qfv36Vfp0LFPDadeuHevGjWslzbydbjhseDxX3Sa4TrkbN67D84Zu3gRPDHA7N+nDE/L/O1dwy+Gb8L1ecIP94saNG7RFHegTNyn/EChf4k/oJvlDWbd/bSNLy8wyNDUGuQyyctzpvwlDvnkMPM3/YP9Ah+BoA/9GmeMHe/vam+5q30BXDnb2yk8W+y8+7DsPvfGevgd9FE43DnBgDtCtAxwa/yTYlSuHOrLTcgivgz0cEXSTg+wB4f39nY3zsoPDsqt9nJmdnSn771jT6RhfodGYfWwyMd2AsOOTyUiTUmakcQmPiI803aEu2NmdlPhk2qePubgc4eSYGlPquI0B5meHx86PMd4qW+MMjUr9Bp5j2phoB2eqqpMqHKQMvNZTDkUSD2tNj7pWxfo2Mmt9MpngXI1KmvjY/1ljSwan2f7PAF8OduxZKSW5bsOF0Jg1bx4DplNktYHz3c4A1zHsdz1IS0opQIKnkaEPIPbUAb5kM1ISn5Y6omzQ91RoZqwMDcc4ceFTMVc1aAosu9GokukEue3sTHgAmm6wAzWmlB0hjwZZ1fDJhbfl0fqyzz8dCy1213s6WBtcXq82D2gz/APvt8Y5l3TGCrtdwAVfocRThGo6O0KGE2S4g8x2sI9jLsxGXMQ5zejlS5/qrMyhkGnFNicuBqSEbDr6tMYfWXjv4XJwzoXgwu1wwbjmts+XfnPSnbbkIXJOvv2Yc/as84tTnZ3f0ykPfaf2DdjDnGZcwM+/oXjux0AwPKif4yPdY++7x75o3GX/vEfc++cp++c5PseMMvZDFuyDpjP8jzP2yTMuI8/xw87xT87un8nwb8c57czpvtBEZqeET/DP7t69W/x2+8EzLkGHR9EZfC+Qsw91Kv5USHb6/R395IuQ0I9U5s96kVIQzsx/wxyPy/w2TVX0xnV9EG55nDQ65rhjXjviywU+3+xMp/gI3v/v4BPZP/SYjVP8BV9Eeo2sWTdeHzm73Yq2RhxopgXT6QQ7s6v9/T3oHvq2W8K2h4fsN4/CNmqwod6vbCuvX/cecZ394xp19wsP27xd7KKpbapxfPVYpuZ9gN1znstYv6qcldA9I6ekBnvgsBHig/CC9Jxr5JcVkfAhAv9Bn8EaGdkmmLb4uqbGyusBOGy5bMddznVa+7HMmeNr6rZc+Flf1/guxhA3NTryg/KG8Gl6ulZQ13E/vOXNuDyWB0iKCAVDc9pAHX4AlXznDUiSUugBiMNG23goP1TKBn1zeuabeXTERb+3kXJSIt96UsCibuqq2J3RqNGE/WUHe7DLhfGeUQ7ze9qZ7mgKdnZ2y9yXOd3EPbe72I8J5yxjir4ZtnOOb2MM/zE2sID2xsBtbmNcyoyKDo83Zasqq66NivVj1Bo1G6BHo7rWeBOvWVuVyzLWGlSPIHv8W6gIGylJAUxLnU16LmmJNVw9FjlnJSpFhFJdXSLTH8ejyopNusNOK3nY4FSh69Bcj0q9cFniAc8I+KXEvA9Un/l0rJkOfTZ1ZvAtp1T6k1NSBZ+cMvrRp6XCM8gP5UQacdexjhQ+6PrAS3yGsOkaG+M15bBBdv9FHxyICPimIqNLedBGRJR0bT4t5c1rBb+Wvm/Dfcj02UVb1pfb85pdssfZ5i7Zv5zu/q6xAY+iX+8ruY7zzNtlC2i3Y00YOSUFcb6T1RUZl/6Q1lJm5bY555iPeWyjo4z7OPgSHmtOzHtUClWYhBBd85FIXRfKuVFVjdHfsZIy7dJql6QWS7IWfW0LvEf6Ae6CfXLOnuOz2pwz2AV72MLnMM7ZF+yTjg97/Tnx2XKmVfkNGcbtH6zjIV85FDTRZcm/KSNoiA9j0yUYN/bB6T0cF2OQWsbfUa5TS4muAE66BBVS4ptTLi9yKec6xHNOjDuDxNiNStbFmnSjqTLnQNKJ235i6ZFLW0DXlSOQ1QadeITuw0I/H0VHfkRo+HQkeL4cd9j0EqVYJ+ev0T/Dc2xsh61n1rcFj6Tl4RSfZrmB06wrjjs851w8Y84uiq/jh9KFLi4WOj+f4eNw/8MdkH/54N6p73jYz/FBTh22z3FBGeCyp/gVp5Q9JX2GnlsX5jywnsP7HH04Qwfu49/4v6Jyvh9zW6TUMtGp2I9GypUcb7vwEVzrJWMF60WrFjpgOVtpNV8LtVG0CflmVVFrVI3kx+3peMKD5VS72Pg9bP4e+/z+7p5Md9gfxviKTd2owX5NKOs6Dmf6EmhQ13ZCaZSIF6SkiFCCppR72z2iPj5o8TPxQ6fw9ZmpgPOV95VLTMdFJwK2grfvGdbIaIlcVsi/ZZ4GdMyTBx+UG9pOpd2+DxH0cAPxiXgQjwhRSoEOlXWCfdIj6Ii31h3sg/1xw/qydNzpwPpkWKcGOG4M8W36GT2VLuXlPEN8TA2Cl/l02dECi6cE+BYRRd4RoeHjui1r23HLxHfLP/rHn+gffvJD/Zr7tcUoa82ZcslZbsWjESJUS+EVk7lA+MYa2Xj9GOZHdvlyuKOC07fH5jFvo6X97TIOG0Od7bDTtuMdsvc5LOjPb4LtSWbIponeG4FNMrbDjj8OPuu4nOnjUCWprkI1OpVTKCfJbbk/YmxyW5v+CXsY9CFKvJWpSryV20ikC5h6mtxeIlDBs7eXtGNb6fZIrEEDKtKqFPCDZ0hUUc+7K9Rhw+1vI0p/OppsLxH0p8wd83pJnea9hPIljXlds6m1jM/oSrrKp7SNbkS4IyVJEYT74OX3iCCdZt38pq3LTAIRzg9CUv+dgvodn02RDn6/qaTzDOvRAMcHPFovMa8RoYjHw+Xjd5SJ6Ou67NBOT1s9oA+HH5RFRo48BrAtqcM4BrouZ5e11tieIa2nTluWdOf9PvD8DuUGHk4bsN7oQVd0wGP43fCIyrotetIh245xtIU+ml7lpFFds7dU7BMNe9BUvo895k70CufVXfaJUV2X/aDCV6yYCyMjnJySEnRATon1GcrwdBmXjwiVj8k2SmL/7aGxsT59TjQsj/WljC3bHk43XGbNGX6NjFbsTyv2JWNd6jBm2k60mVPCL8qqOas0o0rNqJHPOiPOO6MSHmnCnZzPTlP2PsPnqel0wjlsynlsKu/HPtMfcMdY9kzurbfDztvj/OY91Hur4XKPnveH+9Pt9O20K76v5lzvXwh0uKA83F7RlWPjqFCf/a+UsldVwpcPuke8Gx5y73koP9geMIfuR9+/vXKe9P3htNyL7SitVlaoTgscHyu2Lzk+5SHFTpQfKD/gYe7jjz/hsY3HFS5qPvn0U/3qnXf0Fo+gxgc8zJ3iNJ+Qd5sH1I/Jf5+HmZ/zQPTW22/rw48/ktM/4aHvhAe4CxyrhCNziwfFF156UdefeEKHHgiXHrf825C3ntSzPHS+8cUv6Mtf+7q+wqPmV77+Nf3BV76qN77wRX3+i1/Ua2+8Af0DlUdO8r7iMjx2fuObPGB+54/09T/8JnWp8+Uv6ytf+4b+8Fvflsu88YUvUPd1fe7zb+hz8Hjtjdd5RH2J9p7XUzxoPvn0U7pBf65yCb7HhcqIS9OM8gcKnapKSxTtzI4jjqHH64fL23fu6ONPPtE7PEi98+47euedt/XOu7/ST9nof/CjH+jtd36pX737tn7+1s/0i7d+TvhX+uCj93nUfE/vffBrvf/Be/r1e+/q1+//mvh7yOtDHjp7fPLpxzxO3uHi7r58UbfmErCus3JKBSEpsyhHOHa+FDhAKX0Z1F8iXZf/j6hbluezz+q5557X88+/oBdfeBm8JP/fpC88/2JJ90Pv04zd5Q8PD/HBOCmxEKu60piLBi9Q1pL8yHvj5vWiWMkrCwPTsRng9mJchAMEcqiijw2LzYvMijZB2eqqVgXc3wi2YJxm/IvLw9iCy0xjjmO/5ALTcHg2W+Dgz3DwL7gkPNPdu/d0wqXhbfTJ8rd+fuAH9l8jv/Knl9/Rr9A7P1D+ggd8/5nmH/MI+aMf/lA//P739b1/+IdL+IHxH3hw9GO+Hx3/jof8v/1v/1V/8zd/rf/yX/5Kf/VXfwn+Sn/5lz3967/+a/3Nf/kv+q9/8zf627/9b3L9H/zg+zJvt/FTHj79J6F//vOf8TD6C/2SNfCrX76ld1grb7/1C71Dv9779bv6iMfUj1kXfrC8xwPlfS5Wz3lkPOfydM4h04+G69VCvpwMDH+VpBodbJiPyajmsDAq2OchYMDB3g4PJjsYqilGfKxdZG7sQfcoZ+xzyXSwv6v9UnZXDhsTDOGEQ8aUyyDTHdPxWFPSJoSnDhush13gH76Yjical/yxXGc8gnKhPSJtStj5xg7l+vLkU3eHvJq1VKesaoM6JcKJMeaizxU6XZHmMVeMu0LXDIhQLzYdFZpRSufXVVZTZzYy0FRsZBuMasqyEeAkCkQRC7MAABAASURBVHRsFgNtWUuOt6xp0wF9PvqP3PUQzKdHiA96bzpAQ5w+kauI2ED0IZzEvtxR7AH6ROlRGtGXjwgl5DAgYhOPVHg7PSJKOCLkT1mP9MW0ZYGt2QwLOKhtHwweF3Z51zOfAREhWittuD0jMz//Z+F6PaLwigj54/Yi4jItIuRy5l9VFTajUo3eN3UN7VFVNfNNmHzr4BgdHWEDjRJHBx0elUNzhV49jCrlom+YLw6fKsiR0KlU0h32IXtsfTZf+BRe0AaMSvqIPjToWo+mronXsv4bDfUGDPEJ+j+ZjHEqJjgck0s6KY6G08bF3o4Yz3gy0oh1ucOjpC+ITe2UDJhMxzrkIfMIh+QKe9URj57HxtGhjq8c6PrVK+Wnl68dHxV6TPqVowOcg8/i8GhfBzySPkz3sfPgcF/lwZS2DkqZA9IP4HOII3JUcExbA67Q3hWckRs8nN+8eU1P8HBt3Lp1Q/6BoSeffAJ6U08+eQs4bNzUE7eeYL+6oRs8SHsfMjX8aOy44fiAa/gLxvWr13QN/6H/7weOdHx4pOvHV0m72tMrhK8cq+RfuYJjdFRwyD5nHPAQ7TzvmwU4vuVRGpnuYDftBI6Zs5F1auMsZvS/wuZUOfX6iR467vSckhKwDtk+ObzGMfWFyZpLC180LrloXPgHRhZcJpYHlCV77grb0FJXyskIwiGaoo2Qf+vZcDxzQK3qhCOb1dNEuNJoXGk8qWQdsb23/d9BT6bokuH4eFSryiEfog1h4zoOmuJ2quMhzHtOh50M7GXiYOoD60A70lrKrdib5jyYzefnmoEFD5NLLkYLXc21wra2G7iODx3+bSnEIiOnUMUY6jqzpivWzUjDmjL1XlJXtXLKygzYtMqVckrFTnT0eckltR8IvWeWi1r2zXP8skvwQHkKzrgANIaw/dsLfLiBLqjjR0fjnMvAc3zZc6gfIXt6oTm+8ZIDBgZc3ca2DnTOPM7xaefQconJxfGaB9m2HOI7SYk6oZxrxtww3pGaZgwdK5NW1yPCI41Gk016H6+qRjlV8vgxibKRWjM/C2Q9m19w2Xmqcx52z3m0veCR1z9Y5L2s9VziuyEqJeTcNLVG6K3pgJxTyXN+jz6erRfUEZ+IKGU85jV75Ao9XSzmyKLHkn4skQkzopwSOpVVV1lNVcmHxn0uMY9YY8dHV7BFV+U1dcTaPGYtXr96XdevXdfh/qGcfrB3oL2dPezhTpHBCFkYTZHTSJbFgIzMApkawoc0TZHVo1JOlbw/pFQpJfqEfBvba/yOgdZ1I8PlXB914i6p05qz0DZW+KGGf9GBFmQ6INH2NoL5btlvrRfiExs5EnzkqyXeohPrfs1z8YP4VJClfg6Enlt3+nJr1pLRsi69nkrZ8i0k2qErFgWrFd8i9BAV/TK8111SWA/xjj47/BAkOZ4UW7QlvI3ukXirTF9SpLKPZmSf0yY8pEEHnuY/wHWGcEgMiVLUjS20XnfkdUDoppHIr3JWU9caYZ8jQh5PmQPKCwRtRoRcNtEnw3wTddNlPDZ9d9tSSCWeGc+AKqei4xXt2dYbmbRtVMRr1kCPSnVlZGimj0YFrVTRdgHlXceoCdfwbkBdV8oVsvsdcL0C8/MYJWFt6D9SQqk7YBkgBpMtICeKyCU31Ark4i22yzpv6nhHvFArmfwJvhlSRMg6b3Tkt+ja2oAn1bQNNKfETS8RCV2Fh6LkufxlHmmwYXV0PWhyLfSbOeEtT5cgrQXkyJ+Btui14xl5GgkZrfGFnb6NFXvyANtv2zRjCDvPcaOlftfRK+D0h/iRhjiQcVdk4nKG++D2hrJOc1/cpwr9qKpaFdRxpw+IQC6MwfXcluHwAMcfhz5/JVPnD9T9n+F3zNmrHHY/IkLBHESYuqdB/6UVZ4UlDz3+fxjP/YM69081yMP8DI+pZt0ZDb6u199kMrkci8cTEfBDXrD2GIcy5Qcadnbwgceqm0YpZyXmlV4wk61QYqWclFJShHn4PAYfZAxDqVdIkbOBNpQyiTBIOZQ3COIGBksS/EHGkFfkV1kakJObbpXI29JMKVZqC9bo4kptWqsrgFd5AO5pl1rKOa8lH5DXZSjpUcEGyGmpUxfUEXmMpcOv6grt42v22yHO8GWIj4cvZXWbtYZ6oGsq87XmUtp3Jkt8zcVizXwte7BHzz2X+DCmc+5ZTGfE/dB57gdR/KF73D3cu3+mk/v35Hu6OydQ7lpO8YXODJfjAdAPr3PuaFZdV9as6aqs+ShxP+CuOiGnEBOgQL8j14pUMeaslr4vWUfugzHDX7qgL+7P3H0nzzYkmLBtpMgKUMEvpSzRRkcfEAvyEGNdXPomc3R8gPV4xRpfo9NGi5y8R1h/203aZTp5dFBGtwl3+ARlYBinoLHgWwJVDux6wp7nghpb7bScpYweheeU/TroZ02i7XSmYpSOM/fDfLdreb7X+FcrfNoFPpZhf25un5KxOL5ETkvyDftifZ2V1oytxKEek8dWsOFf0pBTYi1VpR9Zpjkl+pnkfchjtYy2sURvjDXzYR6G5f0onL5dZog/mrZdT3wiwt+B5Dy+yXUNxwfq8CUovcK/jSpzF7mnXc67T738vP7wT/9Yn/vmV7XDmXOB7FddQv/UTxvyXjmNiWiRyTZfh43C//9P2p94yXYc+Zmg2b0RkcvbsYMESXDfi2SpVZJ6+k+fo9boHM1ILemUqkq1ksUFJAEQeHhbLhFx1/k+v+GZ8R5BFlsdeL80X8zNzc3N94wEfJ+nM1Ue/tGRNYQ9SxnoIekloswKMzJpa6mfMWM9Al2GA0YowyJm+qRQ2PEQZgdsQ9i0ibqqzEl+4lWHStX/jwFp/LMdcyQ6IJq5LhZgowY9m1zypE0GeXOQBf8EnZlC5yLD8pWHoRAtZVvKNtCafkMxQglX2jaMHfZB0FWTsZKClrCA4Jt5kJlhvCDUJ4mLCJSJRTeCEej4MoLPjBXnYq8p5mkG042f3djzMJHO2PQ47eUw7cZmiCz/5H0VQfmZugrDv/DDPjxmmSlrXFrxatx0dZK+CnlF8iPTnwQO/2o00147JP4JJDMj81/Gq7p8XnzC9hN2/ry8mmZ+hWlFRcxu+F+CvMc8Vc6fTvEN+uBYhmHlfh7+UJ7pQl+wXGZGw7gWmRnHn8y8tS8Z+XtI/DsPPIEc0JL2KrhLaW7QRLNqol23sTqgLfEmVpuW9EPeSRvrE8YgaaavOXOsXB+yjVUDH7TNJhp0bPD7xDZNBPGIFXWtxbqJDVhvoAKZJyeEKyXtBPnybNYtvGCzirVh6GazjlPuOM+8nzo/i7vct927dyfu378L7sVD7h6FX+LwDrKi5lcqz4IHhzIPyv3kA8o/4H60lnvg/WWJ348HrB1++/URd5WvgTe4w3zTh1ceWQ2/xRvg29wxvv32W+Gbl1/C8R7Te8qKLxzuML/IneaX3vtCNJ988ru45gLJSXjCYKv1OlYnJ/GAS9GvfPWr8TaPi/e5YDw5O4/VZhN3eLB7yIXI61T21jvvxDvvfjG+zEPdezzYmX56fic2PKDcuXcvzrkguctl5Ttf+EK8/7VvxFe//o342je+EV//5jfBtwu+4Z+d/ca34stf+Wp889vfjh/9+Cfx3e/9gPB3wLfjO9/14fOH8b3vk/at78QXv/Tl+NKXvxJfVd5Xv0H4/XjrnXfjjbfeide4WPURVB3WXsRwgdKs1jHQrpHB3LFJfXF5EZ89fcKD5afho++veYT7BY9d//Szn8Xf/8M/xt/x8PY3f/e38Vd/89fxl3/1V/GXf/1X8T/AX/3PvwnT/4bHs/9J/t/94z/EP/z0n+JnPJL94oNflQfm3yLrw48+it9hU7+96YPfCx6Qta8bE1ahcFCt1ysujdZgE23b4JwrLgM2cX5+jkPdjYd09KNHD+P10rGvx/Lb9W9C34g33ny9XGA/eHg/7j+4V2D40WsPcaAHBUv63XKpumHAJJv3kYs4L0AvLp/H02ef0f6P48OPfsPD76/iVx/8gsdx8c88+P6MtA/iN7/9dXzGY+6nny4Pu8a9tFP3Bw/ux8hG8Sl2/Ph3tJfHc+nH0I8+4nGYB8MPeHD/FXb5JY+JftPyn3720/jHf/yn+Pu//4fw/0v7t4dvVv41j5sV5ZuTPnj+zd+UP9/sn3Cu+JtDmmX/nj7yG84//elP42f0gY+YP/0n+oI6fsED6q+oU/z6V7+MX6PDh7/+ID5CJ78R+ik6Pj48ZPqtiauri/INyZ6L7YkNbTLhY64Qa/rmlEF/lwvp+wz0hwzyR9j9dWz9Jn3zJgPwLQbgW/SJeNtvwRGWvv3WG/HO22+Ct+Ldd94u+AL0izwafPm99+KrX/5yfMVvKkPf5yH/S6R9BfgnsuV5jzHzBcbeF8G7jLN3fWRwzL31VvmWhd+Ce4f0G5hvXPr2O9T7dnmYeJexIb7w7hdCvAvPu+S/xWXmm37zkIeI17jkfMi49ltr9xm3dxnDfjPyjAfUU8bQCeNebJwbmHCdYJ1cXTAmNtszNhPGRds00TYLMjMygn1PWRXJnstmxvlGHG/gBzfwHhpAdzhU9IcDhHRk/E5spo/Rw2teBxW9MoByRw4YwWe1WkWL3qJRr0PYuHkVa9sHr7TCvLalLQVtkdMgQ2RmZC4wfozMLGPdtMyFx0VWBB/pMVz0SS7/Mhf+zCzx+kNZIpuMQsnPhOeARK+CbG70yswSDspEuJmqcDa6xRTBmJ5joC8HDpKFMmcWSnz04Cl9BQPpr8KD/csYOfAPn4vj/jI80GfHGPGvnssA+1b/EGPh6UN+4S8CdcVfunKgLuFyCN29VKe8wsPncR1LuI8R/xqpT//yICuKrCJ7j+wdh/Y99XYFi5z+UEdf0nY8Lm13V+Fc2/HA1PO4JEbmX/N2PITsmWuWvA6b99RLWR6oejCAsVyeD4yTMSYO5beY2NbMBfacB/CedvboN2Kj8miHbSYeATouPkoeFxUDY2NkTJhfQBtt5y2m0P86+PbIk1b0lFtw2+ax2Gmg3T022WOTLuyXgflTWHbHRUABj1y73XVsodc8XEm3XN64lkj38BXsttFR9x54ibfjAsf8LXuT68ur8EHsCurlnthxyTfQth6dBy5h9AkvSmxHwaGNhmfWfyYe77HKCGg88DCPzPA0HLYafJ/9aawZI5vVKk42qzhjzrvLJu/BvfN4eP9ePGLuv3fnNE7JO2FzumEzecI6furGcN3EhrSTVQttQyrf2ckmzsF9Noh3WEPKOsLj+B02jmdsIk+BdW2QsUIB/zRjok+A8vjIhRsqRcuPUx7Yz85O4vRswyUk9HQTp5QvaeSdnKzD+An1bTZrNqzrsq9oD3Ndw9ww0t5ii1g+hmfG+6wtoFPBGBNjvMOfhHZ1LA+Oc+y83+Gr+NfIJRPsMXOrvWrX0YpmFW2zZqppY7Wy/g10Ey15TbOKzJaKm7A7Bsp3XOxZh31e0dFA5x8EAAAQAElEQVSfFYvf9fjZUDChv7ZBSKxol+08pe1nPHYLH74r7rKOPXjw4OWHc+KmiYcPH8bDA+7BW+FFr+GaJ3306FG8xqP8o4evxWuPXif8erxO/PXXXi/xV8MPi9xH8MH/2mvxOo/7fuvxddZaqXiTvcJr5D2EV32sV5xxIS3OD3tB0+7evcO+8E7cu7ccMh6w/3r06CFtW/A6e5E32He8xn7E8GscDh6h8yN47uO7lqtQnmnCNGXfwScN37lzhz3oWcHZkU3vYZ9ap/LfYM/zZtmLvEn7H8ZrD27xCBvf5yH1LrLu0JZz+ufUsXTnbpxxLtisN6XvVk0bp5wzTohv1utYM+7WKyi8TdtGZhNN20awfvGDOS+K30ysScl4iCQV2qzaWDEO2V3AMzNyAA42zRP8hzCOqi/p/wPzo1QY3rO/6Ji3KnrCXl6JQH4BOjRUuG7x7yRkZeoB5f4oSEEZRm5GMBy4yJtjVIdD3LRjzMhN9BYN7c5DOG1v20RDe0S7WYdYMaaFfEG+tEGXJleR0UZzoIZjbqLSEkZH97KJvtK25GbZ3+ZIJmN95vb7VcQQcZzGVBTKOIbyjkGjC08gs+KY37D8VYdjarplpJkZA/33xzDR2/af/ep84fxhfKKvRZnbaF5Hf/9LUC/rnpnjJua4PxWuPxUjDwxlDWbefJUu8sZY6BD63qsoOqN7/JFP0zTxucBemYkfZGQuCD/44GKHuYyF27C7PRniht+8OPoYr6i6jczZIzZadJ9ox8yex/nZ8Eh8ZB8xx4yzs6QUOlPViH+JCX8bBfGZAVbihAfWE1HyyNcMgic0NMqCmb6MyMjUBi3DADAGXGfato3MDPWd8L2BPldnfUO/2JVHRPYopJun/uYHn0xlZmhX5WyYf9bMR4aLPBSR13JVlvsSZVSYL3zIklou81ausjMP+iFPWcLy8mdmrJgHrDMzw8+EAeU5RvVz9TAsbGPlUZ5Q5jFMq5BfWFYYtvzE/JCZoQ62X2gLcXJy8pJ+mVnsbVnlTrQpDp9a/pSzo2uYa4owfMZ6YLoy18xxbUMfIqsFjkHXd/sv6es2MkxvIggt9WX+PtW2Lf1fwB5szdwqNk0Tm7ZZ9mLUdQpOmGcLJbxmbt3Qz+uCVWmf4YYyDTISNE0TDTQzI1OgSwZ+hlMz/9hHY9kL6/djSbfvPw/aqGJmULg+CcMzzj2bRp9LRZXduz6xv5dOjCtY0Ul9N+i8oG03pK0P8ZNYrzexxp9O1m2c0NZlL7qOs5M18TbO2Tc+ZD/7+qMH8QZ3Ga+zV3idfcgj7pP8xUzTDd+7c3Yos4p1m9EE7Z4HxjiLA7omZ5MGhZLFwXBOUyQ8DW0RAU9gHzHDWzGyjxtId+/uWNqy17/mTHAtBf4i25X7/vKAu4trxu8W7LBDx/y8Z47dgT1zbsce0sfZ0lct/dW2xYebdqHBZ0bHCZ0I0mvMT8RpRPTMZx1zj+ihA3ExHuagY2p4z3ljmUv2ZT/aczY6HkPjzdw4spywQlHPaDvhW8bYkpaZkZk6UqgbP/g3oxL52JDI0gZ4+Ff49IdlfIyYdYGyhemFMr+N7F8mqBipd6b+ibRB23nGOqDn3CU6zqIj/TEzb07oX1HOidqaPljOkl05n/XYoOCwT9cGx7CdFco9xq3/L221P0QmtiCQmfhxU2yTeZuWmYe0JqJp+beKE/bHb3zhnfjOn/843v3W1yLvnMY1d5LJWWPFutDg/81qHbleR6w20YBM/KNpIjML4vCxD6puUvWvehsuwI43e0TC/REGwgM2LGnY3rBl/Mav+0lh3HTlSr1XGelr65OKymO5ocgcYkCuUMfMRW9+HjSP0o7MjONPZt6kZ2Y0tFkoQ1inMByHT2bidi/3yyErIvlHfmYG/woia1qE4YqSzygjO0qYH9nAcqANGeu2YX5qD2BuWRlexYa+ct6qdM3cVUBfSleFT15x4F9Lfx/yb9YtZ/l1QZEJr/LXyFmhQ4syzQEZWfbE7j8rkjWRgRzCsOnSl8AYZ+BGwDsXTKFtK0oaPNr6BvDF0cd0o5UarmiaxWePaSbaZkbmLa1lWTpr0UJNp/pDuJA/6cdxfX8snHRu5q0emX88/Mdk1by2bVjL2mUOJNy2S/hPok0bzcFmmUe6xFH4OP0mHIHbljGw2Gyx5HEYjpf+mVcT0gCGNu1/FYqo+DwZNe9PoZkZmb+Papsmm5J/E8dmK2y3Wa3jlLez8gUo9mvn7ONO2BNvypjJgICM9bqljzLa1QyNWK1Na2KzaRlvbWxOVgs9xE82qzg9pK1JWzkWlXHAGrpghex1bDbrODnZcKd1EquTdTTkc7SNlnIn56fRIiPZ77Wkn7JPuc+7zB3u6u7cvRPebdzl/uH87DQecGfy+sMHIV67fy8ekP/6o/vx1msP4g3oQ8rcPT+Jh9zRvf7gbryJnLdefxhvA+lbrz2Md7lX+cJbr8e73LGY/gaPsuJNZJj+Hu88b3Hn0nzvB9+LH//5j+Lf/b/+bfybf/sX8cMf/Vl8/wffBz+Ib3/3u/H+174WX3jvSwVf+erX4ms8iH79m9+Kr/EA+jUfRXkMff+rX48vfeX9+PL778eXvvw+vF+O8uhJ/G0eW9/g8cZH2bd42HntjbfiPo8353fvhg+0/r8SGibRaNqYOGC5yFxzoepvyT15+ix+9/gxj56fxG8//nj59udvP4wPfvPb+NVvPohffPBB/JyH0J/9/J/jH3lY+zseQ/+Wh7a/4aHur3mU80H0r/7mr+J//NX/4EH0f8Tf8CD6tzyE/gMPof/0s3+Kf6bcL371i/iV3ybl8fDDjz+MTx5/Ep89+Sye+yfZLp7z0HwVXb+PiY1h0wROg5OcbuKMjrpLB9y/fzdee/1RvMXjmS/XX/jC2/HOO2+V+JsY/7XXHpZv9tyD14urcxzhBCdZ4xQ6j05zdnZSnEYqzBfytG3DAJ9iZHF14+bFtA+Az58/Cx8z/TOyfsvx448/Kn/a9wNs8kseE3/+85/Hz/75Z+XPK/+ah00fej/iofeTT2jfZ5/Fs2fP4vj/7bB3c8Xmy0WgbdvwY309aSMLuumW9c8t/+IXv4j6SCzPnv6qcHPsxbd/yk35wm+FGDfdfDekwrLKdxNhHSMbOql1mSeqXMPyOclkZqxW9AOHvLOzcw4Hp3GODe+en8UDBs9rDx+GD4U+OH6JR8mv8GD5NXzxG/jy17/61fjm178e3+RR/9v48fe/8934/ve+F3/GY/0Pf/CD8M8yiz/7M8M/iO9///vxXcbBd7/znfg2j/3fwue/wRj4mmMBWe/j9z6EfvELXwwfKt9+623qfjPe4AL19ddeC/Eah5XXHr1W0t/kQvV1wo8ePIyH9+7HXS4Zz7lk9JtwJ+tNbFbruHt+5wZ3zs7jBqTXsBeTJ/BXbA5h6QbfWrWrWIMVfXmMtmmjaZpIOnie5piKzYdyKdIfNsjaWpS+of+1u+FjmFb7yj5BXGRmgXmi5tufEwtNoWwg5VeHVt1Wq9KX6/U6xIaJ+4R+FfbxMY/xCnmFfLXMqRM/ZY+p4ZpfqWWEecLwq3JrvNKmbcvirj5N20bTvozEpjQ+juFyfAx5ROF5hd/0Kdi3YSfnQNEz7jo252JPP5QDpFTQV9sDdow/4bf+d6TtODhJa35J53FNnn3J78L8Ag5HW7AD8m3h2zIXSHcHWuLU4ditB95rD7sFW+bIBVc8cH0+tjyGXR5wEc4Fl5cvoLfwzz++YM59/vxpCMMV8jrnScUF8/LFxW1Z0y4vlbukmfei8Fwg6zl4doNnz54ybz4Nf9HFcMXTp0/LnPiUNcew85vz1TFss/FlPrss8+fFxcUNNf366gp7XNPWW1rLOOftsaO0otpUuuXCoFAuFrxQKDCNC4Z62VDte321DdP29NcOWO4aPi8hrM+8EibN9PIb6IVvH9dXu7ik/KX0chsX9Nsl9HrbxZbHsi30WgpMu7jex1X501+7uIDvknIXl4Sh11vz9nFB+AVpLy6Uh3zDLy7j+YW4iheX1/Bcl//P0gseRZ9fXJF2VeL633bXhW3Zo++O/C06GR5IH7g4WS6ruxjxUy+wPdDL7zxVbaoNxA6bfV669tj6bUWwpZ92PO5eQ7fQjjLLn6C7imvyL/CvZ6yR+sLTp5/FBf7qfHbK49Cdu+c8OAE2cYZd18UDHpIeHnDfX04BD8AJc1qZezYnbBAXOO8sc0tb5hXnQ7GkrUqaYdOEc6f1VxgXx/Eadu51rjYuj3DOzcxQlnKdO6Ub9iJnrDHinPVF3GEj+pA19BHr1oMHD9mc3g/bJky3bT6wnXOhcXZ2VuZt5dnGivVmU9pq3HoqbLewnOUXnMUZc7dpwnzT77JHFPeg1mf4Dg9/d7H/sd3P2IuJE9pi/0hXrCfWXaF+RQfXRtYc5/EKeW7yD3naKTPZe83s/aZCtakYuXTStu5XlJGZEZGFz3Rtrc3lXfxwF9fMlfqm0D+F87oXNHsuu6T+sp9zfs9er4A9Zw/qo1K0TeS6jXazjuRUMzfUSdXcsVI94cPaav1x+DSsMxWZGZkLDtk3RJ9Rd/U+Lm/YdPNtj1jatA/Hnb9EMbFGzaxVC1jF2Fck8BJiwlZiyRsDIwXGjAY9RsqN5AvrHdiLDMT3XJLuyjzZRcfY71jvOi5NC+WCr+QxD2zLfLZjztpHzVv068NyO/OZT27mTMLXL2EH3wB69j9DWLc6VJ4r5khxyVx1wZx0yZx0zeXiljmv0l3RtQ/nogUdl46LvB7dfSSq8D7XdlaM2Ex9heEBe4iONbrCPGG+MGzevvAM6D0WDFwE0/2cE2baMRUzZ2Z02LPXrmxEeLeKPfGOeE//cCXOwy88+ht+NnKbUDFwKa7f6X8d+TvsbrmOi+Y9dd3Gp+iKvOABdD6E51C+kE9ssYXU+oVh8bnp9G3HmNiVfcyhb7HN0sd9lL2Q/oENlj3MPhaf2JeL96vtNevVdQlv6a89fbSlz8SO9aTCuH+m8oKxKfxzldesA9fse664dJaKLXpIr1iXL1grLpVP/o6HjootZ0T5RE3b0wZtJzVNKhx0mSm5wbFP6ANeqHrBSrfRKxHun41Xar5l9AmFOMadwzKzzPHGg4/5+ihdFj191/FosKcve/uMxA5/6EnHHSIa5pbVOlqwWm9u6Iq5vOEskU1GMJ/M1KFe6kJC0W+OjMyGGhPPgTRtBLyRnF+JMisE1eCfUwzU3aGD2DO21c+xfMkeQVwxzsSFe4fnL9iXPY9nz8Gz5/HZZ08KvBtY9mrPDnu5Z3HJuu3DzB7fcIyIHvlUH845I+NNmwnD5knN116rw9pg2Hmv8hmWJzMjc4F5r8J+U57pve3DP9WhplU6YWzD6ul6cMUeRBg2Tb06xsuxvInBbRmhPkKdKubSC3Gjn20Qcfi0bRsiMzEF3JwzlCFkyVzaZdw6rE8YP843LMwTlVc+YV7mUof5s79+rAAAEABJREFUtsG0isrTwrNu2ljhIyf42wn+tiHeoJePqfXiWro66N4eqO0Sxis13DZNtPjoMYjGmrVy1TZR0RJuqD9zxTrURgbINiKalzDPtiPIzwh+Bp+qv21z/ZcK7SAM/zHU8pnKnpGoa85hGfMqdXx3B//RH5zfpeaLeSlaylnv6PyNf5cwVFmGLVNhX1hWXtNq3DT5USm0zZq9k/uoO+wD3XPd5xLSfd9r7AfFQy4nH9y7F2VfxuXkPfaN96Bn7I3PPH+fbLg43fBwu47NehXrdRv2gVhh+w1pG+rYbNbkr+OE+WWzWseK/l019kMwV0zMVwNzxVjCE04x4eMDj7JSu2puM+YG+2Ww9kwxYIOeBzXpyGI7MBPJa9m5yaA7We/mcF2bnJdAUJ/fCBxpvOvjgGFdt5Y1bWIdU65lABOYtoriC1RKmUxoBP0wh3bVptrWvtuzjgzOA2DPeN6xru2Ym7asMVv3JoXuytq1p6+dM+x3qXuXPfzKUZ5ylP2HYF/LewzLGZdW1PLyL5hiZG2t6VJ5K7W9C98YE/N2DUsrT6WWq/XVNKmo/JWaJpQvMGH5l7nYs0T8QTwzo2FsZ9tEg++4fu+x5xvvvBPvf/tbccZFdk+fNMwhLX60btaxadexbjf4M+sZvrbGt9arVblragk3TUNeG9LMRb7ng5qXyHNMVH3tF8NCvSs1PDjeYl7mVSmYhD5Invk9a23FgB+NBxgeWA861mWxd597xFvLSPfwHMO0jvVbFDnIVFZPPw0CuSMY0MHx4Hp9jJE1peQdUfNNF4a1QQUNjONPTf89CpPTk+kEX/6HrUs6tknBGHWH4LdaxaqJEGvGdsWGBHGybplTbtE2ESv4jtEyztumiRUwTDSkbdPGql36vIUaXuEHK8KNgLE5IKGoGZkZSxiazB/MDXH0sR3eoYoJG8/MPzNtmuGrmIhP2PcYeEqRIo+BzJS8hJr3UuIrkWOZZlnmj+H3dUGTI13/WFnzAp+2nmNkNtE0/xIyMvOP8C35mbc0Dp/M27SG8Kt1Zd7mZ2aE/6CZWerLzMgETYYf2/EHcdS+zIXfMsIy0ldhesVxf/xLYcv8MVkv55fR9Cr7vxhXRgHtKvSor2th0w1fco/pnaj3nteccXasTXvOPZ1rUME+PM+Oxc/ZzePXlkvs2ohswnElVqs21mK9inXBOtabVWw26zhxf+A+4WwTp+J0Tdo6NierwrPetLFaNwXtKqMlfHqyifW6jQ0yLFMob3CnYE2aXaWuW85kE/sDv4hwerIOH0j9EsQ54XXO3B1uY+53sWbOOWFOuUv6PWQ8vHMWj+6exf07J/HgzibuodP5JuOMh2LpvbMV4Yh22sXvfvOL+Lu/+q/x3//z/yf+9i//C/Ffxu7qeZxummi+yoPQl3lseu+99+Ldd9+Nt956K9w4rdYnEc0qsl2DlnCyCZm5hO/j4uoynnK4eczB5tPHn4Z/yveTTz/lEfIJF6Qv4pL8F3TOCy4kn794Xi6vfaCU95NPP4mPePj78KMP4ze//U385je/5hHwN6R9GP652w942Pz5z38W//hP/xh/+3f/M/6Kh9D//t//a/mzq/7p1Qr/BOt//s//35D+t//2X+Mv//K/x1//9f+Iv/3bv4l//Me/j5/97Kfxq1/9ssj/nd9GRM9nXKRvOQjv3eRw0J1xiMxgsEVxhBUOsNms4/T0JM7OzrgwPaOjN3Tkmo5cF7per8IBbTkdy8W0Y4Ok8/mNGp3PdAeTeYaFcTEfObRxYdlrDvRiy4FdGBYesjwk6uTiOXY3bpk99bqBqfUoq9YVfNbrNfqfhOmVp+abpi6w3fwzLkzI5JKFDZ51yLthw5uZPEo8Dx9V1cs0sVqtQtT6vAwV2tANuRehXsDeuXsHm55j39OCEwaWWGNzyx7D8l6oVijHjb2o8pTpBe+bb74V7/KI6UOm/vvWG29EhY+qN3jzzfK46bcnHnDJfZ8DwR0uZ+9wKXxOf3uhe4pOPmyeHR44T7kAFyfQkzW+sMIPbG/bRtusYk14Q/oJ9pFu1uubA8IJZfxmp20547J4Vcq0of9UmGa7tUPhQ4/MtAsKMvMl/lYZomnCsHIyF377yf4d2GC5SRrYJOsf3aEf7UvDppknr2Xs84YJUXn24y1oK+1Rvw1tKTqenJaxccYF/LnAdobV/fTkrPTrnfO7cefOMe7EknYn7t65B+7iB3d4AAeUPz+7u8g8vQM9R8YCZdy9ey+k4vycfPjPwCl2OsGmG/TZbE5jjX7rNf0DXR3RdrWOpl0zxttI+mvmFDbNGYL9Joc1JtkpSnxwMwr6480sTB3xDluKPQejjguaPZDutC2Q7hiP12DLQlQu5ZjcvYBbcM28ecX8eFlwwcXPiwouUy4O8BHskrngkgsl0y5JfwEWesncusgx/4aPC+JLLn4voVfgkgvEKx6/bij6XJFm/JpDnNhyqXhdsOfScV8upLcsmjsOKVsuH4/pjg3+nrQFXezh2xvnsW1fwjXtlu6o5zZvX8p0Ls7YqucSstd+1CUVA/OxPin00QrzDEsrXo3X9Epfzu+4LFev/XJopX+Ox4Fl7Mfe/kWnHj0sv9Vm2p1L9Cv6os7FUuFF3yV5FVcH3tKvL+hn8MzHxOeXUemTZxeskc8LHj95Ho8/exafAqn47MmzkvfJkyfxyeMn5ReJfvfJ43hM+mMeez+zzJOnlHkan7D2Fh7iHxMWH332WXz8GHxGPo/Cnz2/iE+fPo+PSf/w08fxIWu09ONPP2PNfgKg1FPqhu/Jsxelrk8o/ynpyv/od4/jo48+Yc5/VvDpp9Kn8fjxs3hM+LPPXsSzZ7QRPAcvXuCf4JJH1SseWK95iN2Ca/yx0j1+U8LmgyseaK/w3yvsrN29SB84mHT4xxXr9QUP5S+Atr1go3fNuPLSWnjpLa5Z04VhL7tfsAeRVyqeU/4F481+s/9cY3f0sdT4BfuVK8oYNr3DT4X+YfyylL0IqWVGNpXi5pKDeUHfHZh7R+YMlvnD2TNZg0+Z084KPWG+OmVtcc46PT0v891ZmUfv3Mxz5gt5T5hT1+zFNmUe3sRqtX4Jzskb5rxjrDcb9iubWJcy60JXrlNH6cbNd84XTdMwR2ZB8LHdjhPbeoVvax/3Hz4uP+ORWRgX2kw+qbxSUcPaT1naUz7jL8ExyZywBzvmiEJJs++F/Skt/e7+aHfFfHUV1/6ZW3D8LfCOzXI/7GOPnC0ydvTjS2C+Mr5nrN8AvqqfOg7MBT35wnil8lSYLuQd6HN5hGl75lWpvqGPuL4aFj0+LQwv887IZRbAZ0bkuB5P08x6FMV/9KPpcBgf0MtyUtOUbbgiM+k5y1H+UMa6X0Vh4ocy6gWZ4UXeeDNf2lbbIQzvmNOvWV/20B1jRyyPitvY0i/GKzVsmVKWPrimzDV2qbhgvG9ZQ1yzzLtifrjg0dLHlC1r1ZbHL+sybrpzw5VlyKt0S1jI55gbsN/AWm3YC8nb9acL46LD/sLwgD07dOtI2x+o4QE5PRgY4wXYcgSmFZA+0TFeUA08NNqP+44+LP02cak6RZXR6dP6F/7Y4VMDN7Y9Ot5ijCLzOK2fouPizPSOeaUnvMNWO+bNvWsx6Egb0EmM6ELVlBmis03oLt3BN7PXYUuDPhNjYogBP+uti/J72q3cEidNmcrvKCffQEHYaU9QLig/AeqgrHnyW363H1hbB/JGMDA2Ox4zdwXmb+n3Y1zbtweYbt9f0rc3lPDlxXX4Sz/XV3vm3G1clTViF9esJVt8RRlXB5+62lIf2KoHuu/Qb4vddrSvK/boscsfhm1ZMEW5iMQWAw1f7D+WtnX0iTbOpuVqIrHHFNqpl5c+1Raip+6OuivtSnwqdtlhB3HJWNHvhW22LQt24T7tmrEl1Sb+UvFz9hHPXlywj7iIpy9eFHrBw+Nn7AuesG57Dv/E9f3jj+NT1v/P2BO8oMwWmwz04Q7/c772ssRHyfoIafgFcl8g07VVatpz4hUvWBcv2eeY7950z/zZ2z7s2oN9GTdd2d9tS3/s45pxKf+F5VjTbYf70mv6fEv5HWV2hfbRKYvxpJ76sf5sHwi25YH7xsg5fYDH8BRzHFPDrl2CKY15c4oR3r6MtSGc1zrqczwul55IsCNhzsybfOetK/TVTtfsvz3LW1ZUWQPtVbZpzqlS48I4IkMe+Wd0bj2nAdPneWY+n0t9I3PGiI6i8qvjnn6SCvOUX2F55eRhnba9yncNL2t52Res2Busom3aML/w08bMLHUrQ3lSYVhYV9XDsDAu1GXo91HoK+1XfoXyDLe0V32WfckmpOpiujBPnTfou2lX5dHD87VYk7ZuVsFJLbj7ilXThufjFpnHUMaKsjWtySYaz69NU/iNZ2TQaBA8Ao0HTDEyN460Y54yyhyOLzi3uw4WEC+U8b/QOUo+c+1EHt1YxC7hOaTCdOnIXPAq2MqihPo0ETNPB9Rt/ZltRBDHiecjjIzZWecnT54Gm2RSFm7tPKGLfSRIWv5x32reMeSr8cxc+Phpuyw7YAfhuKh8povMjMwDsGux9Wrxr8wlvZZBJP+y7Dk37DFPOZd793POOV1qXOgLQp4K48cw/fRkU/xmvVlHu2qLHjQvqh8lfW3c9tk3I+NpDv+LhTeD69KJvpkCs5oYfojRd/LN0VFG7EfmIOzQgT1nP+cmzxU71ust80aBazjzyUhH4hb4wxw9frR3TQZdmeOHkPasB2KgD2GJbsjoRzA10UGNs4zHvp/DsEAE8QBzwTA0+GnDXEKZ/Ry73VjuXbtuCKYN0ueyn3E/0aN3RUdmf0A3DsgfouShu+O3oicu7HvHwkAZw38Io/m0XT7tPeGcUxkL2HKeFztDqz9M+OexLMtXmK4e1i9quFLTKuT1l/VKnHZO1DExvriIps6I+w9fi0fc6Y3444yPUm2Yl2NwaR6M+Zm+msJf5pvol8Bpqo7HVN8wr1B+6GdN20TbtlHmmuL3S7imHVPDFCu+l5kGC2od2gN3iBtgu+FzMcEzhzYuoL3SSV77AIw4YIV9PeBkA23TNjQP/44CimCjOQplEMyRjAlk23c0djqALELw8bOmHdORdDFDS6P+hB+ZGZkLZM9cwplpdFGQthVFX6Wlnnnh+yM/mUJL/7RNE80R2pZ4AuYIaxOKSeQaLtQ6S3wO4/4JYhecuViI1vMgY9y/6Ni2Gat1E+G37xv4geE5cDLSpGJJm+NP+VS/kE44rWNDegzzlCUVEx05wSvkF4ZF5ZMK+Stejdf0hU5h+VvMdMlc0pT/KhZfG5h/FuiHE/PCbflX5dX4fCNX3hkfnOmDW6hlhby13MvUsfCqTso7xq1M5dz2x6vpf3q86qXbLjIte5u6hPStJfSn/1TOMV4teZz3e2H891X+43i1ifZyva/xSkv6wZ869p0D82vDOMq0JYwK++fgc9ZdZJOXmdE2jIcIxg4gHgAtLAEAABAASURBVNFEZhYoQ7RNCx9oF7hfW683hz3CGnqLk5M16/0GSNfclW0Kzs5OwkfRlWOwiTg72RTcIf0+b0ni3p0z0ihzsgr/2sZrj+7Hgwf3yv/KcLNuo9tdx9PPPo2PPvx1/PqDX5bws6efxRXvkj13hqe857WM++vLF/H4k4/iN/D880//If75p/8Yv/jnn8bPCf/tX/9l/Jf/9B/jP/77/3f8j//2X+I3v/rnePr443j66ceEfx6f/u6j+JSyzX/6T/8p/uN//I/xH/7Df4h//+//fcH/+X/+nzxS/v/if/7NX8U//MPfxU8RvPx/IP85fumftQU+eJr205/+Uxj++c/J++Uv4hfkiQ8++FV5yPzww9+G35r8lEdU8ZhHzSdc7j59+oRL2Kflce4FDXvKZbEHGQ90l1xcXt1cbG7DhbZ2fu3Ylk5yg+aGTdw5/BbdPR7IfGTzQdhvVrzuNwFB/ZNqGzZ7LpDr9ZoOtQNP6MSTcuGoE2RmcYrMhZomr7CsVChDqIeQL5nApQ1lC22a8KPO1YmltkXntV0eoEyr/Mc0My3+e/qYaBmhbGGa1LSxLLpjmfSMq6e2Un9hXFhXZob0GMHHNmpL7WqZml83vpav9Q1sQt3w2B5RDqZcwNqX9qmH+M/o82fPn4YHVXlsv7plJgegVekLN9737t5lMDwI+8uH0XfffSe++MUvxpe+9KX4Mo/+77//fvgLAO9/daGGv0JaAfnlW6Lwv/vuu/H222+Hf45OH9AX/K1K4/6ZPdOs49HDR6U+23qXusuDLw+sXnAvOGNgnxYf0Q5C2yxYhXaw/7PJqDZKwplZ+i34EOJnlHgmsd/D4ieZGX4WOW1IM5c005nfykKn3dw8FcqEZz9EZGQmZdpo2fytxXpT/PrkcIGvfc/O7nCBf8Zj5l1w54C7pN2hnWdxAu8JF/gLTumXs3jpwZJ8HwI2XOCvxdqxs2C13mCPk2iZoErYOPkrAa+0Ja0l3nJwTg7E0awCpSNyoXNyuIxkqchw8zmweezw555NY8eEv+eCbMfpY8dlzNbLKehAvnkdFzMehnYsDtdc6HiBc8llznIRv+PRcMdF3y4ueYzxYuiCh5lL/ZS55ooLFC/rr7joqpDHS63iz5S54iLZizDTRLkMs54b7KPUe7hUukI/dbxGxy0nqC16Cy859xyMOto20Mi6sSZYDk1728GBRypsV0f7tcEeG0irTXrabvt7NjWFHsVHwiWdzXZf6ppC++05JGon6b7U08dOqm3Jq2l74ta/g+7QqevHGEAvupEDnfGJtAUjBx2qDCnqFDqQNlg/5XvQFXCARWZPnUt84NA34ttzDOhp+3rq6AqGkrfHdsJ+90Jyy8XctZeqwLh5ooZ32HtHGWX4m8ZCO0tFh7EFd6TRl/DE4XM6fHNnLmkRa/xSrGKcWnRrovdwDMapiWlu8dMVWB+wigm+KdsQi0+vIpt1ZLuJdrWJNWNr5eP/+jRaxkFDesNYCHgaxoNjosl1GG5K2prx0YaXMN6vTPMyNuZIdGsjmzZayosV1DG23mzCsHkrxuKGOk8Yt6enZ+H8fXrm+L8Td+/ei/v3HzD/PYwHzIOP/MY8eEj4wYOHhzzzHzA/nBWcclGijDXrp2iaJgZ8cqTjpXvGnnDMdPjSDRgDpndQ14Arxp0wXNLh3ZMn/57wjjG05VJ5C90VmR2+C+C5ZhxeMa4vufy85FLZ8C24eOcyfk/fi77Hf/CjkT5Wxxkj6pvas2KeMlb0Q9tsosXmIqPFwm30+PmID8+UG3CWLZf5XvQ/e/oinvM4/pwH61v6Ii4uLuMFF9TPn5MPnj17Hk+43P6MB29phfudJzyaPyFPeMFdqfOMKO1kXtJOPkxLr2/iV2FcG5gmtPkOm2lDqXYVjjNhunyWq9g6dyHTuU5sKS96+5TN9hyBjzXRtPrZKjb4ltAH9AXXlBM2uScnJ4tv4R813TVVuIdY+E5ZYxYUftYEZW0sfyhn2YLybdPF5yxrmmX0OVHKHXQxXrGko8vpuuizYh0UpitDGG5pTyZjKCIysyD4uKZqJ+01YAPjQt+JaOBogbSJxEd6fGtgbl78a2YsTCGv/jJNc0z4neGAe2Ruq7DMZLyUnSgzxWD8gAG/VY89/t+zVvTELSN66uyJ20fq2Rkmbc/Y2MFvny5z4xZ/vMIfF5/UL8WzZ/rmRcm7Yg3U15ZxtI1rxpbllbU/jKGFdjyY7MP698zdex6ueursCF9S5pJ5+Io5WfhQ+oJxWXHBQ5h+esE6+wI8v3gR/nKE9JL6DYsrwtfIqNiyfnbUMWLHATv2w8T8u6Ara0df5oQd88Ml88kF5wahH5s/4b8j81Klhgf6VNSw/l3AD/7RTclcPzGPT+UCIPw0GUwQoIlYNRHEG/wq9SEph7YGBH5U9mV0+MgkY/8M1D+zOozo0nEp69ja0saKHW3c8uhlv1Vs6cPb9J49S8cZqI/u0M8DPtMTlmd/6KMdfd+T7lq75I/R4TdX2MY9x5Z+2hPfY88Ovj16dfia38TZY8s9uu24QN4x915xyLxgTih9dXkRz+ivq9LH+BNz6wV9fUEbrqn7inX2kjnxmvhFybuOS/dQyLhGp2vasrWN8G2J+wB66ZxD/hVzzRXhLXJ2QKqe1+ha2sbcq85by1Zgq61QJu2R34fTLeFrZIibMGWUc4w95Xp4XwL20HYd/iV2xK/x7y1wr9Zha3FN2SvqvoLu0G2HLbXnHn23pBUg23LqcU39V9jqyrVK24AXgvGw0Ot4Qd4T1omnrCNPbnAZT1hDnvCQ+bTgkj5Y0j6TlzXmGf5+hW2vgfpcan/qeoH8ZxdX8Yy18YI+fMbDaId+K/YGdznfeFa+/+BBOC87rzoXrjZrXDeLzztWPE9UGK/oaa/jxvhAWBs6PDKdE6OU199H7DgxXhkGkdEwjsgjPmBHyxxjQE7hZ4zLH+xvLCOUIV2161izd2qox1/YPGH/JDbrkxDBR33Vi+DNv8wsYfNKgGgydueYmW/Hoq957mFWjGNtsWa/ZFwe5Q3MF5kZmRmmF7TNTdh1RDTsg6QFTVv4la0MaRw+mVnKtswd6/U6rNM1ybXNsHqY17IXlB7LlX9FOdMyl/6Kwydz0dG6ZtonzUzqasNyyq6wDmWIOHzkN6i+tY8Nm3aMzCxts2zVz3zLyz/yOCWmaYBvZh/aUH8bbZvoEgWBfsEnM/kZN/1w3DZlJ32VufBkJn5UZuiw7jzkZZLPP/vL9CabaEFDeob/RZiWhE0TSb7ztGXEhOP5YF/AvD0c0NOGEsZ3mSpZF9AV/5zAHE1UWsMTD6WwxueBLWT0CClgfumZf4dDfKBATXduNjxOapYR6DoHbQdEqFMd8F/yR8oPyBpZW6ZZ/ojI5F+GH+2hHe1/+9xwTTMsjGdmSEXmUjb42J/2K4bnH/IPdSjrGMpZrdoiw3TjFcZr/YaF9QiqKP9qHSXCD/Mys7Qj85aO2ozxeKMXvJnYBr1qmlS+UbvAb3jgYVEYFgMyKLr8mxey/KSNS6B4qHpVYAD+kX+oy3pqXqUWNd06etZU5909dO+8hz4D/TVanjrp8hjsw0PY+BiJ72QMRJhC6euMCT+LaMlZIX7FvBUxWm6KmKBiJseyE1xSMeGjExmIQkbGnE1EgxzmlQSRLe3JwDQx65xj8B6UEdYHn7wVllX2lBkVA2Nkwu9q20cqWzCh3xT644QOtpduCI5OpEehPeX08Y6MHpt03B/q9/uyB+ljxx5kx5q1x3Ydtuvor46wa2nH+jtTZqD+M9Yz/9zvln1Fx9rfjBliHoI2oQNry8A6PbImBzImyo3Uqd6vYkRezbNNwcd5o8UWLb7dtm0I/fdVfJ6/Uhz7zmE9VBvaY6TdwwGO/xsU3xhjgLFgmqN0CfS2/zJm+reAfohsQszQOTMGeLWlMFyArw2lvpG5h/0jNrBO0+yXKSIKKD8TVk4QjgbZ4CZOmvWUPMKFwv+H/lX71fyX4ugUtOQPwvwCNGNeDpCCMkcWiAaeAippDyhx0v2Gq3Crvm4zNm0T0lWTbN8BaYZpIk3J8L+m/MyiFj+pdj5g4gw3RUO7m2ygTbRNEyv8oYB9Q/WHprFk/IufpmlCZN7y6yfaqeL3hcxL0oEskeWnZYXzmvOOMDzi68qTq/qffBXmvQzair/UtMr3h+iA3/aMzwG/+pegLlXOiJ8bFzXtmJp+jOO8V8NV1z9GbX9mRuafDssswA/wqSV8+9P6aixr4P8GtXxFcTrK1virtObDcvsPP3iVr8Yrk/HjsHFxnGbYfaF/OfPhw4fh+8eG+xh9umla/FRUf5UbbQ72yMxi0wZaxkYQBwvX4Sd6GoIFkiAiMwtKGcZC61hiHLlPUBf3whXL3nhT7o025ZwSh8+MjIi2bdhDr8Mvw5Uvx52fxwnzdc99vY+cPoj+jPdL/xePPefbiTGx41z09MnjuHj+jAfU35X/VeRf/9Vfxn/9v/4v3j3/c/y3//pf4x//4e/jA94zP/zNb+IXP/85b5w/5x7vMXXOPNRyb8o748j+8OLiefzm17+MX/7yZ9FccFjzEq5jAdNRMxMF28i4NRrBm3+4VmRmQU3U8R3AythzeL9G2UsvNpD9gsOceHb4NsMTLhAff/Y4Pvnkk/jd7353g08//RRln5RvscqvDOUpOzOLThrYA6AHQi/ojLd0hGjoFJF5q5uOY5uOIY/8ryIzw88xr2HrV48dB391EtrLuG213U4k8gnDZYJh8TcsTBfKs46qwwoH0nmETmPbpLZLmC50MuO32HCxfQrOcKQNhxUOmxzMzLe8sJzyra/aQWo8MxkkTZiv7GOYpn7qahttu22wrG2o7c3MIsOyp1zS2x8e0B2QPlb6mOkD6Ne//vX4zne+Ez/4wfInc3/4Zz+MH/3oR+DH8eMf/xj8JH7y459Af0zaj+KHf/YjeH8Y3/vu9+Ib3/hmfM3/N+77X+Uh9Svx3he/FO++82689eZb4f+n7OGDRzj2gzjnIf3s7LzY45RLWe1g+yvUUdz0edMW3TMyooCf2USKuE2L8jFuoNLjsMt7RGayyK6gTTTIXjXr4q8tlwDas2XzuqCNlrSWeFMBf9OsKLeifHtAc6BLPLKNyCUtStg4/KXcOm5ktZtouTRZrU6gm1itT8Ap+WvKr9iONDeY5mSDt8AN2zjNxCNq2PjAwjqCnp39wCQk7Vk43eDuWUSlZdPL3CHdSR3/XCxdHy7fvLS/LOHrWC7kpNdxQZpxN8g+XhqWz3i5jCO/xLmYu+bCraZ5+Sb/JWk1/QUXS5dcSl0473CZdMmlknnX6FJ0YmPes/B36g4cn+q/pI3Rs+nek76Db0cb9oxdeReegUc2eaRD9PCZJy0bU+0CtM/AhtxNiyibVRadQrFtocTnTDaws7/XVjbPHWWtv1M/Nv09G40BjJahMzB9EGWzHIUaPgbFkDPfoKfAS6CGKa2ZAAAQAElEQVRtPUxigArDHeEK4wXo0tGvXg7uOKDsscMee3QHuuOwY5nKa/tFx4lswRiFFxsVe1quYIg9p6kduuxBh44d7RM9bTS+s17DANYwryO851Sxh59/tD9jKo+YTUxcXMzRFjpOSfujwPCS18QMzwj/CJ2iiVepacNEOWC5cU7GRxszY0x4KdvRJx0KjeNMXeTLAwbiHW3pEdBjy4VO6DBHp+3ADv/b41OdwA7SPel7bLojb4sPu5Zc47tX+PAFl6Sux66dV1yGmn6NT8tj2Y5yPXKEYeEcfQx5K/wrBs94zHM9veBSXLrgeViHdcnjw56/7OIa/Pjx4zDsOm2eehX5bET26CysVx162iXNTOarjIY1uD2sx857dbNk+jFOeHhzDReGLWN+Uj6xfUQTERktc+QJj8Dn53fD/+/k66+/Gf4VgndYA774xffivfe+FK41r732ejx69Fo84AH4ARfF9+/fD+U6/6/Xm1izNlpHW+betujpeuYaF3wykzmgL49FttU2V/to/6XNfQz4te21/ZY1LkwTHX1jv9q/wrgYGFfOCa8iqHemftPlET0XC8oUI3Ov9UwywYdj+pNiGeU/yk9k9oydcnmEH47jxAXJhO/PMR3KK6uiplWq3pbv6Ms9vqlPXjP3lgcAfFCffMHFfsXlUdrTp8/Zrz2Lx4+fxKefPmb/9rTEn/BA/BmPx7/7mD0e+PQTfAqep6Q/ffIsnlHuOQ96z/DNEib+gn2i/lapYf2z4vmL52Ga+cLwc8sDH65fVB15bHjx/Hk896GbMj6uCR/rnhF/8uxp+Ih3tb0O+6g/9Kl2GO0nbKaRi3/Miw1NF/J3jIOOcVjAfGi5EibNsHZe7Lgt39a8Poxfx6R+pH8ZNv2Kx0P1uISq3wseraQXPDiadkVZf8Hn0nzmhmc8tojntFVcXLCO8jBzycPlBf0ivWL92/KwsqDDp7vo6NvOeewAHzAG5y3mr/1+jD2PPj3hAi6fOrD3IYl1vDxEcYG1g2e/Gwqv/DvqME3eYXL+Zd5Dxo5LrW6YDpdmEbgkmInPzL/BupcRjOtknxLNKhrG5JxNDMypE1AHdQvmgIb8zBZfbiKhLbzC8bxmbyM2PqycnDHGT2K12oRlLGs3shzHzNw+TwldkNHGMeQNUqQz9VvOcGYbUlH0sk3AOX9Po3bYUto73qhjYowOpKu7bRDGR9aJIgMdOspYR0RGHFDj0ltEzMg7hmWXfuxjj433pU8Nd7HjQU34iLxlTSnhwxje0Y97+rMr34SZw/iW8vaT6ftuir6s3yN9NMaA0ZyPaFLZpxh27+Kj5Z55xjYXGyD3Ch/YMmfs0OWS89EVuN72PP72pZ4d7d1R9xbs9A3qsk7Xyo41VeylwxywRA9dENGhr7yih2fEfpg3euzZEd+BTh5QKGV31NFBhXw79O2Zk3v0q+gI79G5Yke4PEiytl0fsCVtT7k95Tsq7cYp9swTO9Lk3WE/49fwb8EOHu5vsd9c+Cwnr+iYUzqcqlwg4yTK6uHvkL2H7tF5IN18qSj81ElTyniZmOfnpo1sV9EwBvjBUtBEy9rWbk5izRp5wvnn/M69uMcaeH73Xmw4kyVjrF1tcLWm7L0vmCcumS8uXlyFYffawl8Qunasl/4auMwewrj9K9xPi2v694r9uGlb5rstc6H78Evm0gJ8bgfPnnlRP+pYy5y/evxLmDbFzH/4N0OA4VZ8bJwn5gZyDmmmRzJeHQARBhkPc1nP9tj7GB16BB/na0j5595D1LQlPJXyrnuD+tCX+sZAv1bqHD/RF+5FNptN2UN4Jre8WOaddazaVchzjLZtmX9WYbn1Zl3Cx/mZSTuWNlW9irL8yEx+3v7LlG+6abN6CTkyzVtsMeFXr9rC9pimXWxXRx8ZrzBNHuUdQ1kzbc/MsC1Vd8OZWdobfNRdXmVUWYarLNOs2/oqNc9yAhHYgZ/IZIoLI4VGEFzapjzljIwPw7W8OinDNGkcPoZxIfZwHRhYb4awzER7BmQUWYxD0yrKvEb+yHwiBub23rEINS7mKZEzF5h/DPOF8hdMYb5pEzILkK8OYkSu627PuHf898SlA/oNRbcpxiN+giUuT0eZHXOS86zz/p7JskPXjrJL2sh8OUZfZE7RQY+xY1w7nrfOW6XcVHide0xz7pnsj6aJGRgWOEJIeWeLHh3LXOZ4Aers8FRP+882CtNH5y74B/mAba5h6XEflL6b5xjx5Zreo699Vnkn8kTNN13I0zH+B+zQ2y7KdQe8FGet6rGZafaRcJ4Se+aTSl0Tah2VWu8CW6l/6nSMV+wVkZFpmnnECNd5oswD7FEcP/pt8LGt+kWVfUyXOqYyRw2swQMXtcM8xsRsObcZ0TYLuChuQMv8tGLvs2L+bznfNG0bDTwVSbiA/gwwo1tmosXyb1Yu0aZdyiU0kdvA+yqybYKGhmNmoC96+jebJCnDj603byRvIG/kUXOYkr1EFPQ4iTbvyNPnim8yRgbTKTxwPnetG+ZDGag+V+LmsxlRXgZ6UGY3ksuaN5+fxp42rdYbctpI5MyERtIG9Bv8FmHMpAPS/Wn+VML4elKmWUXk0d0YMlBzGfMEeuqyXQRLW/zlM8MjclGFOTrCPrbfheFjaLtimzliBLZZ+4kOv70BQrsDzCuggn5grDL+O/y3jPkSHhjvt+iRIxwH2r9Q0sp8A+0ps3fsM1YcL/sDNewYEoPtBJWO+KA+ubR9CsPKHtFxQi/+RUEElhBZ4nMk8Sxh84/j+r9IZP9BzBMPpQuSCUYUI+NbcYQZvpdA3gz/MTIzMkUTTfFrwxENaRUoSwui8JnWNk20TRvloZQx4VqfQfvoPB9iFmAP7QDmChprHS1lKvSHz4N8mXnQqSnUMqYfI44+mVl0jIzIzBsEn+M2H4cnbDLSp8fUcIV5xzDd+MCcLYz/MchrfahQ/mUmXcXMcuiHzCxts02Zi86GjxFHH2VZX03KzBKs6RM2NvyHUJjLj7yxj3VlLnHDfwyZC19mFinHP6zzOG7YNGH4/wkw143d/p/IsWxmlrYfhzPzph9sf+bCk7mk6+/Bx7aU8Y7P2LcT/iNMdw4rMA2FlVOQ+m8bJdwYXpC51OGYWkB6ZDQH5ByEosRLmHjNk7bZRNDfE/OX4Y1nGdIaQcl1uwr/gui9O3fj3l1w525s1qvoOIs8e/JZ+A3TX/78n+PXH/wqrrlPWbO23b97hzKb6PdbsOOedhsf/+7D+Oij33J39Vlc8WbZcX7ZrFtkraNpFn/2y4LrTRsnpydxfn4Wp9xfDsypA/PoMOyRcx3d7iqatqWRFKLtkbaK5ZtW0LljdP72MJe8l1Tygssu4eWWcS+E6mQsdVNi2u3GZM+hfx/GTRfyyOtAFXaYuOkwOsqOy8zIRr1+H5kZDXnBR+pk1bZtCOMiM8kN2jC/BOsR1i2s2/pkzkzafwvlKHvNRuUE493jJVrcpeMqjHtx6wVuhfF78NzjQte0h7z2l29F+v/PfP31cvnrtyMr/IakUJaXyz4Gbtgo2Z7MpTPVU7tpP+1Z4SKoXb38tW/sF/Pkt12ZS3tsi/KUK6zDQ6L1+Qhqe9RbXV9DT78R6rdAv/KVr/CI+eX42te+Ft/85jfje9/7Xvl/ii6PoT+KH//4x/Hnf/7n8W/+zb+Jf/tv/+0N/t2/+3fxF3/xFyXPR9Rvf/s7pbwyfGD1QfSdt9/hUfTt8P8t6kX4/XsPwj8Fe8omab3Skdtw4LRNS780QUvsJvozHGPhwc82mpjRxMBi15WNdIff9hyqxrCP/TbRyIB0EzDCM7L4jQ5SwaTAmhyQG5Bc5E9s6Aom6rtBBi4aIxvFkTQxHcIzGs7oYZmRsuYJqg51k/bDHL2bowMG4zC5ETK9g6knbw96JjQ3VB35g3FxSDN9gLeAi4EBOQP5xvtyqOhDW+w9gHlJAt0ySWy5FN1y2XbtJZhxLuG2hgVhL1aEFySF8ih5yQXJFWW8TLkiLK24IG7exSHfcpfIuiZ+Veg+rqj/2jDyr8EWXa5J20G9iFrQhemGdx5uzGOi2nPx5UGwY+LquPzoWOR7MGCHEQxsyqRL/oBtB/pmjIlOncJPRmRT0MHfYzNR7GQcucYXTJSf6CuALZe0MTrtWcqRT1/wjzoCvvkPoqf80h8TPK8AWeb11n3AnrbusI1t72jzDWjzYHsP6KHawbIdZQsfPCVMfMkf0FmMtGek/hlMHLDH2MMjBvxl/Bw4VjBpzPi09JjH+IxRteOeNnQCGxrvx7lcJA7TFOWwwYAawZQZFdEuh5fJMRIte9gDEipI67Q16LUfMsdppi8Zf4wnkqLH+ML0ClgC1gLDE+OwxqUz8T0+tcenOuys7Qbs6Nwp1X9cE6TCtAqKxmwbaEtHmR1yLnngeMF6eHV9HV5eX7I+XhB/zvpYwEPONeNix/jaMQ6u4Xderuum8/QFjyHO2c7d6tZx6WjdQl2c1/ThOfiPuo2LOHyOwyYZF5YVVX/XLud7qXNqoaxnLeul5UQmY8TAAU3ThMjMUGaF2bV8pZuTTblwVJ5rpeuka0vF+fmdcG1xjTk/Py+/7OK6Y74yLJeZkZmKL/UZqHXaFm1iXz07/DKW1MffJ0+esAF6Uh6siq2xt/1r2y1jWaGszAzrUseGtcVwZpZ6MzOato31ZhOnXECfoecdLqP99s6Dh4/i/oOHcZe1/N79B3F2506s1ht8bWYsMccyBnrGwIDj6Wsc8WlDBsMAit9OC0Yy5zlJ+3xkttE0q4K23ZTylhlwemWN+r3jgvFbLoU4WPfGoSM8tCAiGF/U4WXNgF62nUTqnGPAd7VhtYs2wbNKXiY66WcgMiLZCzZtA22I8K/E21jhN2v6+/R0+SUu+/Tevbtxj32R+xz3D/a1MM/+Nmx/b7CtWCMjM7moGItO6qVOAzZ0Dtz3HXa9heOiwrmtd62D13lq4BFlxK62d8QGNyDN9JEJyzJSx9KADYR20E8cdzv2t/5/NvQfx6Jj1XF580sMjF3ThXldmZsH9rUdfreLq6vrQvfMLTvm7+XboDv2vPvoyl5kINxFTXet3bn2HbBlPd57yQFKf9qnwLQdj5c7+JYyfZT2HubsgYeknocpKc2MCuNihM+5OvCHecqb/MpX7IPNZvwz8Zu2wffwQcOZ9HspF9GQJkxbKHP1HHyayGiiyCfe4W8d/XID4/hqB/bYXeyYe0UH3bNmiY55r0OpZc2YYtbXjuafOHwcr80hXXpIjswM4+brR/q1fj9Qp/WYNjJ2FjoyrqhjnguVT5jXo6f8xSeYR0xTxo2voPMO3/TxqOK628U1/lP/rPglvqAP7PGFTuArHriUof/slKtduNjtwJ7+7ej3Gl7iQ0jtQ9HTRz19bbjJVWS02NxxDuzXmGOiPQNt7PCbHhju6YuesWLc9C31uPe6cj3Sp6j7Gt+7ut6Hel+xP9ui3w69t7RV7LHhd24yPwAAEABJREFUwLw2YeNsW+bH01jzaH1yeh4r9ugtZ6KTsztxfudenN+9yzpwxoP2WazWJ9Ewh0WsmF+aKG2w3doYGO9oU4f/So3vsZXYFTpEBx/D+FB2Yr4N2rlgad/EeBiZR6DIHmjvCHUumNAZk4TzpvER20xEKvSR+L1PQ8rvA1FhfUUfx0qzivXmhPativy2XcfEWDG/Y7zLO6J42ZtAB/uP+gfCEHipBnvODeMIICgC206ETZvw8TkXPRrWqSQ9iM/UUctPeIH90tHeHXa6ps8u7VfoFXPQ88sr9tz7AtPds+/Zt3TYVp/eEd7fPLBxVqK/Sxrp5o/Ysmd81rD2ysxwnM2OddrpXOh+xvlvh98U/8aHLKc9tIH26PHHHj33+J9zmWnaZKAx5hmWl+4JwzXNsDyT/g3cS9LsyLaJpm2jXa1itVnHhvVoLd1s8L+TgjVrTIMdMxedMxM/RHEE2Bb9wLNjZmL6Nipv8DE/c+EvfDTYNLLKP9NG7DMxcZpeYXoNS2XOTEmp23zLDYzJkfnOcMd8Yr8I7akdDWtDof0rreGOvjrmUY6y5TNPPiu1TS12kgp1Mk9eIU9FZkZmLnZg/rXcq1BG5sIXh48yKzKXvMxEjuFAZty0/Vg/9SjgsajYggejgfAAHbFroIP/j8v90MWArZAS6mwZ5dQ6bbswr6bpe2JgvA041YCfDYYF8R7aszb2zD97xoPYYdMdvr8FNSzdH9I7xtgx9rUc461njhyRqb/u4e/hHfH3QeAnA+NfOA9N04w9grV4jpH0PXK2jJlr5mCpfBENPrnGhit49cMFqI49s9hBG+xZd8RIPZkJ71TyBvQRI3XLt2M+2NOuCn1EmNcxxmt4xxjWB0UZy4d4DZuvjZRTwkUu+zTarIw9tthZD/E9YdeSLXPSFj6xN5327sGxLbXXcdywNu3Qv9NGzB+e/12/xJ7456GnD0y/Zm1zLduVekbWkZH95FDWkQFfGOkDAWFWyZBOZYzTL0RGeW4wxoge2rOiQ+6ADgN2H9Fv4Z/p04ix+NUYHfOj6OEzf7Lz4uiThpM+m1+CfAXWj04TGg74fwF69KT39K/r+qCu8IzwqP+0iMRvMppW6EdNOG6bFgraAuY7aMP8WJANNpjD8hNjr9SPvrZbDNQ3ULfhmXQUjvKhbtvXYYcOvQbaPtIHmIQxG9FRpievp3xPYm8cvp406+jR37Q98R1jZg9fR9g+rOGulJvCvSHii54z5ZzJR+un7b1UPvcSuyF6bY+8Drt1zifwREEUH+gRBHtQVUh7ftzUgxFQMWAJaccPfe+ateuCMbrccW3LfukFe72Ly+vyC0kvWG+fX1xFxQV5/gLRnvm92A2Fm7ZlXDex4kK/oG2ibRY0jN/iEtg/sPGErSbsMTI+C1gzbLf9E3wQV1o00fZJe5gQSsCnjuhMeMFiAcPTlEvbaWTHHNjhozv2ojvaWLHHhgWHdMPFnzlr9hiuE5Trsd1An9/2+1zsNqJThTrehEk3fuNDtOXz/tmSmr60SM1fBtNkNDBWEIzMjCYiShgLFToTL6Bz8QkHahY7k8g/dfHNo6Jl7FQ0hOmiQGzpNx9TNpsVe9wFpR9rf0IblKnrUKUTPjTSn8eYpolqrTwKrbzHNPjY58dplhPHaYYzM5qmQc+FGhaZWdIytSJ1RdzEM2/zMm/Dwcc6KtS7hn+fzkUeRW7aIb86VVjGsOmvwrzPw0z/zPh2lVupafNRXk3/PBkTfV3Ta70zMj8PlU96nK98cZx2zGOeSH98jmyTPw/H8v5Q/nG6vnkc/5fCyj/W07DjzvRjVDnmd5zDB2zGMSPatj1gBV3h+wewr657bXksb9sbRl2DD+lzom2aaBuBnOYAZK5a5ZDeNsVfG3gsl5kv+ZH6CPvN9Sczo9wdseffoMMJe33vlLxf8i6q7Pfh2bMn8hH1g1/8ovyJ3seffhwT7TrnAfTdt9+Kt954Pe6cnbJOd6CPNWN2Ym7t2be0lF+hz52zk3hw/27cvXMe/unvgTn8+uqCdWUfwfw1uP47VzLHtxFx7+45OI3z81Ws2ikaJ4W2bWgQuXOUgTEy4G2MTrkiT4VXqxU8DEwcB84SbjUS6eYZbhrlZDFWZoYfO1CamSVdWV66Co1Uy1q+5GEs6QrZmUt96tKzuOxpuHBD17FB09imG5Yn+KiD5TW0l3r3uQj1ss8HTR8tfcR85513wm9Ovvfee+GDoY+F3/jGN+Jb3/pWfPvb3w6/Sfnd7343vv/975fHQx8EjfuYKJVPfr916Z+ZFT4+KlP51vPowcN4+PBh3Lt3n0vk83LQs63qF7G0a6KDRibcng2A4cwG513Dexp37tyl/KPyTZwvfOGL6Pl+fP3r30C/78R3v/v98rCpfv/qX/2r8oj5f/wf/0f87//7/14eNk0TPnRKf/KTP4+f/OQn8aMf+e3PH8ef/dmflW9/Wr606TvfK3K/9a1vxze/8S3q+Xp85ctfia985f14//3344tffC/eeuvt8FtAfjvotddeD216l4uUs9NzBk+Lww1cHO7j+mob/hnEy4vLuCy/CX3NpSMH/MttXIFrHhoWXHPJeM1l5BZcU3ZXYP/an/atsK/Fno25eaLnMsB+P8bgooU9J2YElk59P8YajoYNY5YldiY8RwZmX4A/Gy4b1GkmTUwxkjiOM5uPionwgpFBOLiZYGMxFEzhIULsOEzs0HXHxn7HoWRLeMuhaXs4XOyIFx78d4s/7xicXl7tLMdg3UKVI92RtyNewiWvp57+8PDYQQ2LLq6pr16YXVHX5eEh9BJ7e6GinB11ij2ySlz5pJU4aXvHGOiAYe0rNe6E27HJ64XtLxixyYitxhiYjAf6oFDmj4GFz0m8YsS22njAroP5UuzbY78Cy5LWY9dbjGyCh+gYHzVtoMwxKFL62j6d6O+xbBhnyk2l3M42YvOOTWLps3FC5xmdJ/paP5BGmffsy67YYQj5rXdBT3wEpGMbeRyzS55pwHKgY6N5q98UPfWpe0c7zduTv4PPjXqFaR3triBIOdpAW2ta4aGsMoZppg1V9hg9sgfqGeAnq+SVviBtPNh6NHyDkfYvmMivcK6u4UpH+uU2PBU7TfYto2li7Cyo6TM2nQpMV14cPoYzlzXBJOMVxkWNV3qcxpA1ukA5IF1vgHOqKHHTX8EJF6CuN8I1p8J1wrDUudk1qMihvBWN+PieMdoxRrRBZoa8yjnlUUkqDLu43zs8LD14cD9cdyoePHhQ5ssal8+Hpoo751xK84h3DnXNOifshkG5FVVPqXVWatj/x/dCT1k7TngUPC0wTchboTxli1qX1Lh5wrDlbKs2EdplfMkXxnB+ENpGDMwN2spLmCsemZ/zsOzDp/ARVJTw02esDZdl/t8xR2pjyyq/Y2w4thaM0TH2hX49lfEd+Ffg44wPBkrHmOjBgO/j3swFiWeyD2lW0XDZLZJwJBfY4ToQMSX55OVqHSKaNiYczMdQw3NmII45bYpxsp6RuXYfO+bigfHSUm6NT214UJCuN5tYsdFbkY4Y6g/0EDN0QY9tjtERr9gzp+zZ+DnH7tnA9fhdd4SeuVVo44qRvjiG/SA6fFWqrtrWuHyWm2fG56HcTLvqOHNu6NBB7CkvOvQYaat5lu/RT7n+AoF9e3np+n5V+tFvr7qmu8Z5wb5gG1LTK1wTB+cqsMhVHzHFTF3q47hrDmM6MyPzZURkREEE00/BRFuq3GOq3gN2FoatM/hkZlhHZkbLPnPFHlZfd4zo+3d5JHZsOi6kjlfHsOnL2DxnfJ0VbPCDFf2+Xm/Kpv8EXzjh0WkDFXU8Kcvx7z70tddeK/8bg9eh7qkq3nrrLfZ7b4b7x9dffy3cP1rm7t07zDv42GpBi+82zSoy20jQEq90vT6J9hCf5wzM+kcx4ugVlTeC8ZEttqU8MsraGln8unOs0X+Ogw7b7hmfAwOPfxGUcbw5Ppp2FRUt9tXOxeb0bUZQAz9mJRPODPPkCcJCXxjwVcdMh2/umIfFlvlC39YXxZ5055uR8TLRgMxFlvJm6pqziYoxMniDL9/2GyOCpkfHHDIQgBDPMg/saaMwT/Rk9lwmdVwwCcM+cBoWY7mcGmPPHmMPX688IO3JE5iMupgLYgFmDQ5fsT7ZxGqzhp7ECYe9DYe/NfPK6vQsWvpytTmJzdl5maea9SZStFy2Ny26tsGdWMFEO0es2jMWrNf6RttLx+y1H+O6156go986GJb0Pvzm6NVujIurLi6v+4KLyy5eXO4XXOzj2eUFF4Yv4umL56RdxJZ+uLi6jIvrq3C/6fw0J/0J2jbj5GTNeFhx0HRNWsddDp6mrdct42ZT0k9PN5xzHEebwnvGYfbOnbM4h25WTZxu2jg7WcVmlbRsgpq2In1F+jrW1NNoBeqUpn/fb+yDl9ZouExFBNYeY/b/bVUwBi6K3bNghfx2nSXNS4sFrATIC+TOyJA2DT/xrUG7YccRG+qfUmF69UWp6OCT59ULtYHxMoEZ+0uD/mnosxT4jNQv1Eysg4JFKExL6g/zQTNntGBgbzvicyPyarjnHLBn71/jV4T3OMmEf1zD31Ef0TCt+vie8nvytuWcso8OmcZdV/eseXvy5jnp03P68X48fOj89Tp7nAf026bsJa+31/Hiwr8I8DSefPY4LvCTHb7hn9TyUiJYw2bGqJcXW9K7bsdZZgt2rBOX1LmLwQc00JXzXRcd+/YdFxc7zjAd9hixvzbNCPoX4N8r5pbVao1P6WeMlc0mHPsr0k949JfCXtJMz8xo2zZMz8zwo8zaj66Zzikd/VepYdOFc80le5uLw1/denb4Ja8a968iXLI2yqdM5yTlW0+i70w/l/gckUkKCD6myWsZQVL5l5lFd3U2X744fAybZrSG1bX6Y82zra5rG2xjOHOpt9qjUlJZK6bfg/KFdVRY5hjq1zIeEU274J5pIGOIkUNkuoFjamJcuX54RlzoHAP81/Y7fmJaxxjbEb/Cr2o7tIvhGV6p7awY8euZWYLhERO+Ok4NwyVBBFn4FpTAAHrg3kYZylLTzAzjpo/U3eNrC8YY4K/oGbeiY8x0rBPOo6IfJsbUULAr820fO32I8BZa0ghLjQ/IGac5JtuCAsfy58iIbEq9E23Jpi1heaxbKvbKc3wyNjrQo1OP3jU80o6ReaOANnTwd+rC3L1jbHWUGeC3nHk9+caFZYs9kGFcKFtZr6bLW/IprwzRUY/jx7B7R3mE8Zt0+CufVPnOj8qS13qEfWTcsuI43zx5Bu2JrvLpC+opaH7MEWCxqXbVnu5NWuaNdsV8AW0OmLD9ggbvXTBHiw+NMXLuHUmVDsVPb9P6aaDvu4Keec78kcrFgF72s3qgSlAFUB98rvT/HNM0l3m0R27POtbRL3v23Dv24frRVsrcWOKG3ffQfzv6fA8dSp1DjJSfGV9IjGWSnCNbqgM0g3BGsp4mi7NS6C8AABAASURBVGOzXsWa/caG/Yb7DrE+cS0GpJ2wHzkxv84bTYb2noMPPum+asQ/RxIG9LcNkBhpk+PZ9JGEAR5I2XcN2HDCLgM26dG9xwcKpb3FB4+o/mDbarplBspOSRvaNhrm+ATll5CaJvxG6ohqPfX38HXUIVy/tly2i2t838dOqXuYa+7KDO+KPbsyZh2fO8bVtWmMkx32Vo89+naMc31sGObokT8wrgZ07smzLV3h7VjXgGPA9tGPAxjpoxm9Eh0xZYgNl/rl/wWIjU/YB57YJ20TKzIbbDXTn92wx6/27NOuC673UtbObsEwdjFOPUtsHyM+MlqXYC9knTvXc+aqHp0ZJkETynzSE+hJsC0jnTWWtoxhewbSR9tn2wThDirvQHikHQv026n474TdRzqafyEQh154Iv6h3+A84UiErQR/n8IIx5/6T5lCmQUathZG+KT9oAtPRGYWNNiW6TWyaaLF/q2+RDj4TLRrsJ32W0EXE31gupjJn4jPRbbtHmnLFAiOBhlCeQXIdr09RvCZ0anIghoWJN/8M67u8lSY9nl4NV8hx3w1P9O2/3FYtuovFZl/uIz84ri+V8P6kKh6SOWRCsO3mLDlXGDeMW55lnzrzXxZN9MqXy37arymS1/Vq6aV/tcHgDyvovJV+mr+cVyeY7wqu+app/pn3rbJ+HF+5TH9VZj3Kixb0orPTvjxAtPME85ZQp1Nr3LNU1fzujIOmF8Oc8KI/5svv6DDIinYoPsCxhVjoW0WumraaJsmzGubJByxYq/YikO8bSKc80wX61Ubd85PwwfLk82Ks14Tpq1gnJlHrzmPfvb4k/jwN7+OX/38F/HTf/j7+Nv/+dfxT//wd3Hx7Gk4j775+qP46lf8a6ZvcXZsY3t9yby8ZaqYy5nj17/+ID744IPwTwB/9ukn8YIzi3v3F34xhrtL6Z41IDPL2G5pR0bEmjn63v07cf/enfJAu6YdM3Nt4wIjXLB3/Z7FZB97FoEdi4Jw4dntfPBaoHA3PhoTubFareKEhffOnTtxj8tkL4C8HPJiyP9n5Ts8XAofGuv/+9JvJ/qIKTVNPvnFO+++Wx465Rdf+MIXQsgn/1e/+tX4xtHD5w9/+MP43/63/63Ah0PhI6KPh35z8vbh8Afx3e/yaPid7/Bo+m1kfDO++tWvxZe+9GXkfzHefvsdLrHe4NL7IQf95fIqcJGBBadjs/LixWV8+uln8cknjws+/viT+PDDj+PXv/5t/PKXH9Apv4mPPvpdfPbZUzrlks7a8rC448J50NeibdccPE95WNVO9+PRo9e5OHsr3nnn3VL/e+99qejyZR4x33//q/G1r309fDz9xje+WXQ1rL5f4YFTO/jA+Q62rbZ74/U347VHr3PQfQReiwf3H4UXgH7j8z4Pul4KnnMp4zc/NxsOnesT+m4TbbOKzCaS/2ZWwAmMLLq9i6+L8K6PvQd04J+D2nKwvXkwvbyKi4srLlSvOQwP3GFMLMTjAk7sAzKGQmv6Qh2MDt6BycrB2h82Iku4p/yA3RYqj+jZHJhfwvBLFxljSCcmDPYDy0aBNXlioXJhH0gfWPw7JoKOcmIP3dOnuwouC3b4/JYN1I7wFix0zwX6Prak3wA7XIOb+CFvhyzl3sin7S/Hh+hMox2LLiOXawt67OCmT9ozUfT6HDoWmei1A3t06hiTe9K1g3RBHx39ZJq0I19/NbxHpxI3rYD6DrQv9jA+hTw9uokRI2KygICMqWyEf58uG6WISi3zKgYyb0B9wwE9OhTQ7hGel4AQ+3LBXORPU6JHFMAeE3sXqZt29Sv9zC66J7HY7mC/PW3qqLPDBzvq6mlULw+8HeHOPHxduoOXYjHObMqRb3iY5oCl+NRSboqejAEFBvKs9wbF5yJG8ipse2kbaRP8+mRZfBhrmYy4P4ARf51KmYm2LojDJzNLmnLEIZk5Zi6w3HFalXXMK49xcRy2XOat/JonFfI7R0iNV7waN916xYDdK3oWZfNq/JjKGx55qV89lGmakM/xLz2G8io6xoh4Nb5nMdxxIFoegJiruAhzwVzil8xdl8xhF9Cro8e9jvlniIkNc9M00bZtSIXhCte+V8MlrWkjc+nfWsb09XrNGrC5gfFjbDhQCdfTUx5rvQAT5zyu1vXVNda53EcWw+LOnbtl7TXsnF9h3LLKUJ5Q9onzPwc3ddPW9onQ5lLtqJ21vXFhXubSpsws9sjM4nPmBZ9KlWu7rMe61f0Y53fOw7jtkFYdz8/P4t79++G3QR88fFTC98rada+syeqvfbRlZlIjHsM8n/SREfVUb/W336+vr0ufSmt/X10uaVdc6F5y6emGyUdfqahhqReklzwYWH7HIVy51pGZpX+t0zZrJ1F8j7HbO4e/goEN6DFG4oJRi9czeSDMnzegXcquIBu+hFQ0hBdkNpHZRsNavlqtY7VafEx7af9belbsXu1tuvY84+Hm/OxunJ6cF2zWp7FenUTbLLKUZ3xD+ukpPOCEB8P1ZlPqattVZDaRwPAKHez/ZBw0YIlv4F2BdZxS3wkX3da9Yv/YMr7iYNPMpF3LP21doX3FVOyi390iosEPb+Mza9aCOSxfyjGf4i1Uk4twfmYuYfP1m9J/zFH6jvBC/Bh7LmT2zDN75hR9QbojbJplJ+YLqqafrGkuddn+pmU+4HAwU988R7AUgDm8WOpYo7fMTxf44pMnT8ufTH769Fk8ffY8XvgLaTwmXPMg4mWMGPGrmcsypISXJhOXeCMbeekA9UFe/6u+NqLThEY1Lh0pP8UYY7m069iHVOwJHwF5e/Yr7j+El0zKGpHHEhm2J+hzXntCzMiUZjOTvMD4RH3BZ920ITb4iwesk/WG+72EZQ4flGYW2wkDFcA/C1Dih3TTGsZ7i031Mf1HrJVFmnmZSalgrR6jZzwO9L0YpaxHPdgXu+/Cfh/gGW8wxW0YG5X0qcjzx4welRrWv5Rh/3tWWNKwBPuLkb1GhXyiw3/Enn2jc0qdW7Y8Gmy32yh58Ohbxi9Zr55zuHvKo82Tp0/DX0Yxrr94EWg7bE+H30oH6izAyWyzellv1XmkPeorNX2B+tJuyqjvBJVHalzZ6qN8yylT3U2T+u3ua3T3rHjzTV3aY/iCebZ+m7fDd/UdwZYuctVGtE14oXvC3H/KuiDdsPZ5jjxe4x6UX1C6V9a5Bw8eHH4Z4fV4680348033oi33nozPA8Jz5FvvP7GwkP6a2++EY/e4Gz0+utx79GDuHP/XliX9a6Yw2yPbbEvtszzhrW9sD8m/MZ2Vwy2AzsGnwZf3CDjFJ2l+qJp+ifZxZe0pXUIwx37eOUaP6aGRdnruEfGR6su/pWLPbrtsPOOdW0LavkBXuUal4oiB5+Q2keWF1vObwXIUbZ+2FPetllOGTdlqO8aftdF/0T7b3/72xC/+c1voB+G/5se8/T5O/SdvyRyl3uAM2zRMAaVc8mj4zU+LJ++e8V6ar3mWeeILXvs8Uz/fvKEM/annK9/x1n6w3jGfPjksyfx5PFn8eTTx/H4d5/GU8KmX7y44HzNWs4Z9Jo5suN8xISEO614jL/DOnYWDXPTNDBjzMl+ro9iV8Z+f7DLNTYU9nOxEe01z/AVOrv+uw8QhuXTF9bthsuaUy5oTgo93ZxFm6tooo0E1tlxbr5Gtx326xnPE3Mbk37MjE+p7/XCsP4i9BlppmvZHJn5EqpvRUaQFU2Toc+5b7p7lzZj9xN80TR54/Cxf4RR5VuPMJ651GW7JtYK219R/WFAd+e2Ed0LH/PDdIBypzI+ppgXgYUanpgrC8wHRQ7jxjm5ox/2rC3CNWuPD0zU7xwx064Ve2UaGPqKfaS/KF7dBsqOyBGmm7bnEeGadVR/3tO/zosd42dA9/6AjjNeh6/v6Y8OWE4oR9gWYXsqHajrGOYJddEeljOemfQJtqT1lhWmm28d+pTtkBrv0LFQ9LCNputz8uhr7k2X9G3odz16KC8zw74TmdSHja1DebbL9u/qnoQyA20vwF4TfdYT1wby9+T3nGd70vpim5ExMhV0xPfcK0hF4SOtw347sKdMhz/0yHSISY8xoNdAXi8P6OQvGMK0gTTX4wm+OTLi0JYBPXvkD+hmeCQuJvwnM2F7GcFHORDyGlymLTRC27BLolyHH+zLervHnzogXdBhf+uqddR+s77g43hp2ibW7IdX7Qb5q8hsC22aVbSgadpCV9zxrVbrWK83seF+rWmayFz0rXLV1XBmxvFnwvddFzvnQ9Cxr+uxgXHRk6bN99hmS3uume/ck+0YN+KaPnedNdzpW5S1fG3XhJ0nfdNqQcMYi2wWFYijaIgkvWlbOYlmtITdZ51wx3vGvt3zxIl7f9rXrjbwNDwvY2fkD9i6B2x9nNbY384gYjz4wUD/C3Wq1LAY0FebGxYdbdT/7TfpJXP1C/YS7ocu2Vu4Tl+zH6/7jp3tN84cfgWvfC+4cH/O+vOCNccyl5Qv+xHus7VT2RtjghGdi96cyXr8TbvtsWGxI3ZXH3Wz3zBMBOtJZtJ27bPCRutYcY7RTvb7Zn0aa+yzAmt8YVV8Yk0a2ICTTWhP9wyr9Tqato3W8uCE+dt0ccZ97TnraQHhU+y/4ey+pkzbNKV+dXPOcA0slLZvtQ9wr7Dlsdhx1DPOhzLmZs5KEdmsqHdNvRviyUMszXJTFso1T6xj1Z7EenUCH7y0p6EtCSiMGej7pGwkMubw4ze66v+vtG0i2gwkun8mH7tNJdbEDL0F5ZUR+B0887+AEQcb6Se6LeyXCf+aiIy0T2o/0cpANVUqyEziGY12Q68GP8+mCdFkE6ZLMxc+FCxtsh79z/l5y57pGrsWip21t+ErwnXOdt4WzuVCHiGfcpSnr0uF+grDwrAobZhpxQHxv/B5VUaNK//zYBWZS/sz02iB5V7mVy/8Bd1M1+7qLp8wreI4XWHmC8OvYmL8WU550v8VKPsYVYZ6/Cmo/NJjOTVsepVjP074YY1X+iqPfBVVjv4lnzBN+vsYi3+bL7RXpYaF8WOYVpF524c1Td7jejKzjAvTeuY8fbRn7h2Yq007hvOkbQzGm/oH4zQRXIAvuJ8tYdL8t4T9aSxKPZl5Qx1zbdvEinnPOW29WbOf3sQJ88sKvjYymjliRC8GY2xWK9DGinHbM99fc2eyBRcvnsUlD6EXT5+Ef8J3s27jZLOKk5NNrAmP7DNfwLNnfWgZ9/v9Nj753cfxwa9+Gb/7+EPufi9Yo8ZyVrOeVTaxaVdxul50OYGWMPNu0zbwDtwbdEEwknYHc09gk+Z1DqJv8yj3hS9+Id770pfiK++/H1/7+tfCP8n6rW99K77znW/HD3iw9JHSP93qn3P1z7pWmGZY+hd/8W/iX//rf83D5r+G/kWhf/7n/yp81PzhD/8svve97yPvu+A78Z1vS79b0r7//R/G97//g4LvfOe7PHp+P37wgx/Gn/0mSG3ZAAAQAElEQVTZjyn7k1i+Wfmv4kc/+knh+TZlv/GNb8VXv/r1eO+9L/MQ+i6H6XfijTfe4gD9Rjx8+Frcv/+w/Bbt2dmdcnm3KYvQJtzwtBhKG7hg79iAu+BIxZ5NlzBP6GA6Vtu2yH0YfvPUR14fNH3Y9Zus6u6fvvUBV13//M//vPyJW22hbaQ/+fFPotrg29/+Tnzj69+I93k09RH1C+9+Md5+6514E/3fODyKPkD/O+cc+rng3LCItWzUMltmsCxg3omRXWy3H2LPwW1f9O6jY5O157GvxHfkHdJ32z725sFfeEhfaE2XdrGrZcnv2bh5iBoYWNKxLGJTMH9E8Z8JVRhQMxhZyORZMOJsbKRKOcMTcSib8R50yO2BcqXHME0oT0Q00dL21WrNoKP/VgtMa5pVNE0bmW3Ihz/HgHI99brx7KhrTz07JgfbvmXjvGUQCtM78jo2caKH13I9cbFsYKfoETqWdo+0e2IgzbR9AgHmEqfp0Il84vA6AY2WEzzcLeElfyC/R79SH/X3PvRRd1cwxULHQvfovdsbHkJ9d/SdaftuJH8A0rHk7S1f5E5HhxUmInWgn9TRPhvpK+nExolk5w42w3mgsbRjmmjbdBMeiY8IqBgMF7kzPC9jIL2ih68f5zA+Uu8xTO/c4KHEFA06LDjmMTyVcup1wByB21NvYO+IXhnjDB1jIKPoRpyqaYN9BCgz0V79Sp4RH5nkgam2yfg0zcUOM/wLEr/iHzpkZmRWsAm7Cde0hcKNXmPBNE3ocAsXMvFq+qtxeY6hzON45T9OM1zTpa/GbbMwXXmVx7gwTSpqWHqMmmdZZUmF4QrjFQNjqcJ5tMOfpfLW9EqXtMVuhn8P+PZAvw1S5CrnGANpwjTpcfmJfk7mCOeKljmjLfPJhoX2JHwoEuv15ibsXCOvZTJv+1Vb2DbtIFYs7qJhcTdunbV++YRpQp3ME/IK5QnLi8xbvzIuWtYdaWbKin/inIQsL2odXqhajziuy/pETeuYA/cdDyZQeZWRmWE9wvacciknPDhXani9XseGw55hH0IfPnzImvtGvM4ltWG/dSeMV5ju5bcPu8ILcnGHQ6JyxAkHdWWvmOODj2061rnqXtOq3vKpf02vfLbRNPOXuWss49DwwMKZudgyMyOxufZt2jaSfizIjKZtw3RtEsSlLf3tpcQ1hyofMzzQ71hPOjZ7Qv80P1O5LyP+wEf9Zy9S8G31rcj8/fL2/DIvBSpl0U8dI455m5JOCnPQxJw4lIvkHZcM/lKcBzzhgU8chz30CXn3tEsbakth3HQP6IZFjw/JU/tjVrmIUv9irzZW+MwKu2nXiXZ2bGyvDwdSH2F2+OKevcbIXKmcl/tQ3ReMjPsC7CTfLSbWAhYR6vVfsRGBCV2YzsmbCwbme9cKpoKIbGOOhvQoa2jP3BGZpGdYzrhQlnSHLexrse937An6GHmI5Owf7bqJ1aaNFiAyBi7BuvKb5GPsmO+usfsFl/3Pnr0oD6Sf8VD6mEeDxzwUlF+888GUS/erq234OGYdXdkXDPTbQP9NUfwK+8zYT1QfmYjfhMn3YGd/VGjLiso3Yr+aZngsl0XW1bE/3L+EHj1G+CdsOQOMVuwzUpeYMfCEDplZ5iXrkF/5lRpe0Id+1GFL/cjLBVH8iPEjj3pLK5QhLCef5YTl9FN9t9LjywzzLVPlSJUjMunnCLo7IxnvhOLVTyZ5LyEW/qO04NO2bejbjkHpaoUfHNLW61XJW+P/YsO8KZzvFpyWubTmKQuRxY7qqf7SCu0v5MnMkP84npmh/QfGyQJ9ZyhpS7p93MeAryvTNMsfo6ZJ5amwjHZXJ/tIan8I07W3/WBYGJeaX8Pm1/56wePwMx7PxBPHwmMeyg7w/9v96eNPw4c68cknn4T/H2/pxx9/HMJ08emnn5Q88/3/fCuvwoc74f/PucJfhv3s8dPyC69P/H83MyYdl7ZJO2hTL9QMZy42zkzmUTbxsXwyM/zPmHbRRvIbz1z6wDRlagPDFfKb3jHfaRvtKI9pxzC/2k0+8+QVxi0jDNc0w/JZV63HeGaWPpev8+Kd+Uhe45X2pFvGsrUdUv1amxTg267T+rnptll+5airfWpfuqaYZhnXePcBPrJazv7wMfbjjz+K333yOx5NPyn9Z1nHhjzuK+R3z+A4cf/hGFEfdXScK8e69AHx6aefFr/QR/QD8+XTRj3rjeUyM5y/qt6mKdc2CcO2KzPLuFUf67cNQj3UTz165ith+41nZlnzLC9se0VmhvOk9WkXx1aF5YWyzK/UNPU85lvyO3yRMc2cHIfPzPwrv/kTe5uZRlrukF3Gv/nWLezzAtdu53EYJ3TsCXs+3jM/7Gif1DQ9fyzz/BwDa6ggynlrCtfSccqSvufhbc/5S3A8jR3nsh1nW+M70necT8WetB1n2h1n2R33E7vtwGNhz73DENfXXVxd7rjc2sXVtdhHw3n/+eV1POXxfKCtE7p24xQ7fHbL5Zj7B+nVdk+ZbVzxeCC23us4zljDOubEPbRiPLSjQ+cddyf+spLYIkMqynqMDjvkiD2yOtbzHjkj9bscYjr+ZWQ2hWLCmDkrFkwRqIv9g4eKuYQzmhBNtpGUEQ00IuGb6dsRG7AP4HLeuiYMPdLXPf0xgIkKMq0vQz/TR/VdoX8a14/108wMP/NM3QcoSz9RXkf/6wddaVPPXmNBR7qQp8JywvpHZBV60Ete5cirbPnEgM1H9B3YX3TU0aH/XtnYr+ypCO8NY8sBvh4qLLuUm7DHhG9N+NpY6GCdyHV/VNHjZyQXX5ywfcVAHyOScnNBh/919PceXfbWDe2KTj17ni52tX/x/5GC0007J/qPzjzYk+FFX84lzXOl7RyQLbWc4Y57Nn2mo56Kap8B+aLGe+anyrNjb2R8r17Ab6kW2zCuTTNfPXfIdaxu0fma+zrTapv2pV0DbR6j9BXtUC8xTehNnH8xFVsR5wZ8olEzwA0jG3yUC2f9S/+Z7Bt02bFu1DX8kv3q5dUV4/Q6rhkz/nn5LfXu6c+hn6PDHgVMBHvHufYw3/bB05OvPqN9hK0H+lSMhG+B/iU+xIDNpmmOno72G7pbdLn0DIYOz3gw9dHUh1Yfta65KN95psDvBsr388jdUpR2rdiDnXC2lUZmdMjV9iMDVRuMGEY7+MscyXrXAP1AfYfiZ3MU35Qf2WNJG9nzUwd2onj4yUzEV2BP4ubZhgVTLHS+4Wvg0eZ13XAMr9hDOrbF6dlpuB75i7CuR/fu3o17d++VL8y4Vt6/d6/8oqzzwM0c0KS9yjhCR+ZL+3B7OHsZtu0Dtm85nzUF68imjZn5ac4m5miwXYImxuIvhoP0pJlNwIz+Taj3TL5zTRQKzzz7I2ZtJei/kSTMhKwIloRCR9OnCMwZBKEZ0yQCGkHRl8H+OtExm1WpP9DV8IK2pFFNzIGMOdB9DvtwRFCF8Rn9Ei6FJ1ylRfxomyZWbRNr6lljk1N95gib9YY89vbkt9lEk1mwQqeGssaDz0xjxIjPTth4wNc8L+8ZA9q9Y+waFiXOmDbfsHNDheWUIRWGxTRNYRsE1UVm3kA9MjMqJSOOP5m3vJlZ+CrvMa3hzIUnM8MPpgvrVw8xMT+ph2nSihpfysxF3+Nw5ZMq45Z/4V3Sp1JXzTNNGBeGhXKPkbnompk0f8FxvuHMlPweMvPGJtpAZGaRE4ePddrX5v2pyFxkZGaE/6QRxS7KE7apYsZnyYah/Cx8S+j2ZyaCbqOFZ6aDKsyq4VepeeLV9Do+ih7IOo7LL6w1aYRwGC2g3/B7lCiPjOWh0QxkNE1G2zJeoEVl2taQl9CZuboCljL+Vqs2NutVzPj5nrk+4T1j7j5drWNgrHz80Ufxob/U+ZtfxxXnSR9RL3gwDef7sY/nz57yYPpRfPThb+M3v/4gnnLOVJb7KO+wHF8tY9i7SM8czpuO7RPeCTeMd2G+8/D52VnI513mnfNzWt3wztZRx4u44v5md70Pf3my+YEPmd/jIfMI3yP8Pf+U7Hd/wKPn9+JrX/1a+I3JL33pK/HFL34pvvCF9+ItHv+OHy8fPHgU/n/G7t69X75Fcnb4TZrT0zMeM89ZCBbcxFHqzp27PHjeCy9Z77IwGD8/5/GTy9XNoVHr9YZOWEUm5qRTlsV2DCcdJyLhwlAP6lsMb9x0eZYJyAE5B8UjIiNA2664zDgpelnv/fsPeIh9Pd588614p3xb9L3S5vff/1r4LVGxtPtteBbY/ts/e0v77z+kLfdZ1O5jg7s4w0mMrBoDBwgX40LZSAyHDUXPZmMwXibbkU3DGDs2R27mr6/dVIvruOKizd8m9jeLd2zu90zEHZsTMRyVXcJTkWN9bgIqjJu/xCc2zyOY4J3QcYTOwbwPiI/JBBakTVF0ZtOwlJ9L2kh8pF1LX8yUCTAXeT1trXUM8AzwDmywBsOsmEsd9EA20dIHKwbHH0dLv1nHRB0jdfQFHQPKPq7YscHqWKiGUseEnmMMVDZgHzfpbsRqeECnEmegyu+GtYCyPSv+8CqYIAYW+EHK6dL8/obXuqboaV+RWdJrGulMFD06dAUDuo/47nDYwPexQ+e9m036dVfQHdK6wjuWNkyhzmXjgW5SVA8nuYnNC0mhbtIZ35655Z2x7xxN2SbI209zmD/JD88ExkNYOhCXb5gi+pG+BMMBPYn9oV3SgbBQjwrjYiSvwvHmRD1Nc+nDOPpkZmRmSZenQpYanlDoFsqImJE1UYfpSz0jfjGF8Vruj1HlV2RmDd5Qy95EDoHMLLo2TVOoPH8M6nKMymtaDf8xarW1rsw0GpV/xB+UU2H6xIJU45UObN7kfRWmu5Acp5t2DPOUK6q8Y1r64KW+Wewvj2UsL2rcNBthU+jFm7aYfwz5atywZURmhvZYFrc2pPXAsGLDa1w0bRtNC+gn+ZvWOaaNloU5M0vfBZ/MJdwc+Nq2jRp+lWbbRLgBgNYww4ZxNXMY6xkrA2NvLHHTxcTCb/urTbV3hfOWa9Sr2DF/CfOd08y/5lLl0t+88rdr2TD4DQm/lSR9QVx4aSifD1RS18FjKKvWrT7qVWFce2trYdg8dXgVyhgOm2Z5LCuP8qveUmH96i2uOHiro1Bvod7CsDBceDkcX15dxrMXz+MF9PL6Kvy2U/2Na7/pZHjvBQTzqpdrwksHYXjE9kFfiSmZL+hvqbAfZ/q+d/1lfAyOJcbODE9t/8A8PeLbtnF0rmESa/ATwx1rrvlN08aKfQlZ+DKFI/kh8JUA8+eBuQ4l5leASbmY+f28gXX0Vbi2drS9R/cCbUAb1LUnvD8cmP3TeF5G6g/6kX2yZ88gbIP0BrSp9C0yB6APaAsaVOZU4xXWo81K3fB22HHPOrxjDbvSV+m/C/z1Ob75zD+Tgt/e/inQ69jC13ExM2Bf9e3RXXmOl56Lrr7sh6agKbHYKQhP2GeOkbWogLVo1ArvDgAAEABJREFUwvAVIwaseg3IM6y+tgE22jAXGDd9oH9re42bLhYbsSmmPeZXvx5op7ZomSOca8SGzbaXMtL1eh2mZSb1TKzTA+t2j75jaCfb2yFTOeqmvhN+ZZ3KNW3CHsYzs8xDhk1bMN7IVYa6iSrTNGGadCkzlTKGlSXi8DE8Uf9EnWKJs+iTn5mReYuBjlCmUE91l1pOar7UuDAsb9XFuPIRHVJ5Ksw75jNeoYwK0xrGnzbW3l4snZychvTUw9UByxniLvv5s5Inb+0byypDKFcd1Mn4irVBPiGfVF1fhWWE6VL1kipHZC52q/nSzCx+IJ8wbcceT9/aH8bjlsv/Cw5kjlPTzV/2+Tv2ie4BWWMYM5Z3alOGYeu3Ldqw+AJj0bSJ8bBg8QH55RNL/nTTF8aFMoQ8FbbJPOPWt2Kf3rJfb5pVtNC2XeMrTUFEIjOXccr4HA+YGLOoEzPuNbI/LiBtPMov+1ryesZ/BzwPWW5gnHbMTZ6HtJVz9si+b6R8z5lpz55Z22mvK85HnpkuLq7iAlte8vhi3LzdYV3Vth3jUCpsr6htHBjnwrg2y1z6M/gYr3Jepc6xrl2ub657xpVLsZf+KUOYmJmSyMwwTX5tbNj6hfON/pmZZSwbFqbro6vDvmdJW/Y5hjOTOSSjbW/TGsaP4+HO2R3O23dvxodpyvKMLZWv6qB84/qcuqlTtU/wkV8eqXLqeKzhlvkSttJG5w0vgt95553wl5C/+MX34p233+G8/Vp4QeGDq+WUZZ3C8Dl3BPfv3483/IXvt98O/zrVV77ylSJDWT663uVS2botox3tW/cT9oX9bXvUxfq9hBaWEepvXmaWfqj6SoVlbbcwfgzztIs2OYa8wrwK4xWWq1Ce4ZpXqfLUXWqaPMqqNDPp46YgM4uN4/CZGGzyaXPLWk45yhPaRx92vhGG9/t9WbPktayiDMurHS/Zw+2Zr5TXM8/sDnPY7jC2HIeu7dfMZRVbeESNX/Pock2a2PKI2vGguofueWyRLr/sPXIuHmPLo+rlxTZeMJ4vuajyT55fMXY/ffo8rql/zzq/Zw3rWOD3grVsgEY24f5unpl3yR+YL/bMIaJnPjHuPo5k2jvFwFwCWxgf2ZfVMKwlzzI984Lt1FZb2qs93Ovs2MuYV2zK443hPe1zHtNG1rlnjuqw24BAZUfoZxHGg4+2nua5rBGmWc60pB2GnUv2lB9pr/0hHdz/sR7YN5fstdRrQMfM5J7tlHun80IdT/q3cCzp54YdK66bjofT0xPmiTYcO5mJRlHGgXUdpxlf6h5e4jHduh130s/DOE6H9g20e4GyLKPtKjVsm8wTr8rSLhNGNE/UctrJcOU3rCypqOmuiSN+oj61TIdvyGPfSa+5O9SX9/iadt/Sn1v63HT3sZc8RF37gM8+2zOI8DyyI/4qzKtnkoEx+YdQ+p/8KeZi++OziDppE/2vx++L/rRhwJ8G+tw09+ADNh5I69g/6397eDvWVNNH7vJG7Dbg6z3r7kD6yB1WSaNO9+BiQG6HzNv6+tC3nj17Fv6CyuPHjws1/sJ9Peus/ukvRHbFXnvGLvtn/NO4Ou9J7/DVpR3sZdBRne2DBSM+sWCJT/jKxHo3Ywt9USRn6+SMPcdAO2/un9C3tKG0LaKkE56iiXa1iZX3x1yCn7LmbbiDPuE+es2+sWEfM2fDmJ9jjz7ORxdX1/GCsfQcvGCuu+QcY587p+lzwdhI1tBlTDREmzIOMjNKOvKadhVN05LXlrzyI8nPlrSmICIjBPNToYRpRsxT3mDZL8HHGdJ0ban9BvpmkjkiGuS2rK8te9cGvRzfwnHtmunaJu5zF3+f9fHunfPwEaCOd+XYP+5Z7Ndf//a38QEPE7/89a/jlx/8Jn75q1/Hz3/1m/i5YfDxJ5/EJ59+WvDpZ4/j08+exGMeJ548eRr+UtrTZ8+jjA/PgNxbXzlumPt27Oc6fI7tWulDtoFBU2NGf4wVM7on7agw3XwxRxPC/hRzEgfqXucCaWBDqYjDJ+HLzMg8oFnoIfuGYPVSSzIH51xqKfGWcqtVcn/fxslmHacn6zg/2cT52UncLX969Czu37sTD+/fjQcP7sXDBw/i0cMH8doxHtwnDUAfAvvhZL2OzWoVa9rdohP/yqOTvwQ70b/28Qg1PHL2KpS4D0AjY9q84TBnede9Z24q/sE46wVjTd7iL/Arz7B58t3m9dzrA2QXmZYjrB6W0cai2jQziy0b9aa/PDMZrii+WNJXUcPHeUu4DWnmIisOH+uoWPKbUlfmwpf5+VTeCus0LHWNW2PnY9oyNmue6UIeseEsLxWmVznSV5G56KLqmVna8yqP8czPz1OHY8h7jMxb+cEnc4mnjnKIQ27+ZWaE/6CZeDN+XG15TOPwMe0QLMS4KJHDD+MVJiGeMREHpNUdQHgO/BdELJR4ExENNEGgU4lDZ+au4tNMcAmPtq4295cW/GWEDXNz27TszfrybdSZ+T5p0znz952zs6JD2zSxxtfe9H+R9Oi1OOOt8PLieXz26SfRMx5G1p9nT5/EZ48/jY8/+nD59ikPrxfcR/0O+hvmuIvLi2iw6aNHD8O/7Or5w/nyDu+RJ6fncc68eXJ2JwJddoy3z9h3Pnt+UfajV5w1O9J61tqBtXQYkjXL9aSJ5gGPoHcpfM4j5snhzzescL7MNiIyaAuLW/BJEMRd6GbSJoSML2Gi8Q7CCstmZmTmTdmJBc+Fc2Ahc2FVsYo9E3DHBOwiKd8C67R8E4k5s+jVRNOsCloO9SsWT3V/GedsKs/j7PQOkAIWVB95K87P75a8UzrrZHMam/VJrNcsxKVTV2F9zOhcEkSMLArqU9LI0eFG2uBm2YXpmkXk0oWYTcbFCwwPXKz2LCxL+zouR3owHNAXp1ny+pu0AZnaDd/D1ra9CT+mzS6wOKl5N3BjxEZpBIOdWx4uJ2SPTJhTQY9NOw4vHQcX69tziOm0dcGijzx9J/8YhofDZW7PStjhOKUs5XvDyOvJ7w/8I7YRMSeWaRdks9CAZk1royEs3ND1TPhlsmcy71gMRN3MXbMwX3Gh7uXIFZsboX2v2PgYvsbebvYqdth5C6R7DiB7HL6iI2xdXalvCH/7zzT55K/YMhh3nwcOTousIdwc7rXJQdayWcDW+H5PH/TYolA6aDBu/0z4z5QxYp8JjMHgA9MRAn8WiT/fYkXS5oB1NCVvFQnvnGwuKD9jZRL4h40Z/HNmUF24SV8QMZGW8I840YDhRdlADwO2WA44g2HyRmC4wv6p4WMq3zEm2vvH8Cqv40e/Fq+WM8+0Sg3LV5GZ0TRNtG0bTspSEX/CJzMj8xZN07wUz8yXpGS+HDfzWC91exWVRz5hvlTUsDx/DJVPWqENa/iYxrxIqvIrn/HMLO2r7Vw4cyFHP+UVx3I/P4xDU6G8r0Jxph1TwyIzix4UZV6bC0w/hmUrrNtwzTc+shBPCBhj4nA1Mp6mgpLGZtj8gU1oDwZ4R3xyJN1xoCxlVGgjUeOVjozjmi49hv7/atzxcZxm+FYWOjKejtNqe6SZi00yF2of1frVd0b3mTEr5NfXVwefL+EVG/P1uowD/d/yFZkZhi17XH/VbcI+tsf59rrMtVfl8Oz81zEX267Pg/nOv15YPmeD8ozD9ufBb4c84cD1zIMWh+9LDqqWq6jztvXX+tRnwl7pmIykp5m7aL/6j6yLwcf22AbT5BemVcBSfMu4fAO+IK9hYfrIeME1QoxEKiIaimdZ7wfnceb4jrVuy0VgxxoyTTOy0Qk6kGdcjMVnprAe0wfqfBn4AZVN9GfxScKD9ofPMjNxMTEHj4L1sISh/okTwzN2meAbtQdyOsp62L9mvbrcbXl03sWOfttTvgN78vfouGON39MG1749beix44j+AlLaM2tr5NJ44nNMhEfqkk7UJZaxNXKh4eh7mWeUh8I345C4aY7DDp0qqj/ZBzP8/svMyMzS17eXT9SDDC+gXM9GcoVxoR2Etquwjipfn6jpv0+HsKw8lnEPIAbsIkb6ctIwKNc0LbqxzqKsefJds+9wD3LJXs+9id9se/Hikkecq7i+3nGhxEEAn9K/9+wbrGPCloiLW/36GOgjcZs2FP9R32If+sBy4jit5ikvMyWlz0yX91ie8iteTZ+x70wdwnK3GG/0mLCFdQvlSCsqv3FlqEilmYteplW+iboaxnVF+9I8tr5Zxz1gmWfZY9Ry1jEwFjJb2o3fzNbVoPN8A809l/RFgjqop22w/HHcPrKvKq6ZC+V7FdV+x1Qe414obrlorbKc47ZczDpXXjLvHWNX9qjLWUB/6hiTEUsb1Nt9ao9vxOFT9bUux6Bx22K9tR3GB8a78QVLHxou5bCX4WAcKdawZYT5yjT9GKbJJzV9YHyoW1fGc4+tR+wf+PFYIG+RR13OHfIPhG2L1LSZ+uXTF4wP+JeyGV6R+IZ1mTeT0FPfjF1Mz2ReBqPjMhMpEYUvDGs7aRzS45AHJT8pJwLaNIfxHPDP5APryszSnqIbnTCqN3Ov/Wl71UsUXSlgWGRmNMgNPpZ1Dp8ZVxNz+wJ34nNkZjS0L9Cwxe+F67e+Lmp4w8WOMF+YvvESj0fFOPpk8B8ylzrGsO4atn5ZM+UJzrPrQ90RE7rZNmULdRKw0pezxW6gzAE/tIw86iIMVybDmdpyKWtcuSKTdNor75rz9Dlt8OLivffei4dcYpRv0/BQ6uOO/NYnr3Xq25nJfHodjh3P0Y5Lx5R9Iq+w3KvIzDAt+FRZylOG49Ly2kDVbI9QhzMua8TpKfcA9EPtF2XJY9y+kQrTbG9mUlP8nv1MzMxie3mF5SxTkZlFV+tXdqH0tzoI+a0ftsjMG9h22yAMx+GTmdE2balT2uJrcfhkLuWt2/SWvaNhZejjO/YR2sawVNtZVL3l90LWPjDPMuYLbSsV/sa/fXQM+UWVaz2GhWWcU6RVplQMjP8RdDxUqWfbrPCFq7KGToxB/d15ZcBHpd5nlHo8+7PuGhbWI9TzFsNhvOu3STOz9N/Iuo3oYueWO7AV90rW3bTYVDRNJFCOsm1neVhlTjdtzibce+3UgXl9YC7pmeM62uHea89+bGAOm7lp7AfXgB33CTvG5RAtl/erdVtocL4p//9mbiUdz4s9hrAdWx+sWaPsC+vUnkUP7kgcK6bvab/9Jbx/kkde99Y0NtqmiZb2rBiXfttDv6vQD/U7/WrWGBTIzNAOlplpEwpH+WC+JjIyMxxP/CzJ/mhIy1zsqpxjecaF7VIv4b75pTj9ansrbJftNC7/NDm3RunHERsr3/LSAXsPlDcurOvQlKKraRXKUqawrOmWraj52lQeUfOkllG+ba4wPrEGKEsqzzHMF4UfGzVtG03bhr6VTRYdMzO0uchswvK20zqlI74qBtp67Rcw/IY1fni97eIaH7nk0vfqanf4pjZp8HTeAeKXe84De9a3jiYDvS4AABAASURBVLHVcfm8h+oj2recJ/Clp5zrfDTV7rZ9wJ7qMGPrmbZN+EFpG4a1LWLCtyfWzuCTSTugM3zawXypa7hr+4IpBtrRe9YChhHPndQURUf07Ghf710jGbAyMpoY2NvBHmKKJC0IzwVFvnWii2Ot966OPcsVbapnVtu1Zb6zTU17sD02DmSFejf2BenMOcqjidh/Ducdw7ZlwPfNG5DfM66P/WSHra85M754fhmf8eD42dNnIZ4/fxEvuJS/8JdEuMdUh32ZK/axpz96bDcU3Sf8GsxjmZesbzLdfPpBva1PGPaRbDzkySd/8El8ab1Zc8d9Uh5T/UUi17gVcz/mwc4jtsto1ptoeWje8JBweudunN27H3fuPYi74Iw4ouGdoqOte+5/d5wpPXteYcNL9rnlMZo2Pecc9PTFi3jKvcCTZ9IX8Yz2PnvxPC6ur+KSPfI1vmnZXbdHXl/my962YdgpAn3CqSS46r5BNKTRllnIB79trKBY+VfilC70wKc9hPaRVpQC/MjgP/oc0cQimhJOaFMeiPTnWd/DCJ6HpgOdSVOW1HVqpF9G/GDEXyehjvDgNCg/x6ppeIw9ox/O4u6dO+A87vHmco+wuMv+6C57kPOTkzhl/1H+rCh9d7JexynYrFexWa3iBHqyauOE8GbF/U+T0UbQijka6gz2eAka7NBExKptYg3/BqzgFW1GNBG0b4qgzMR4nku7Bu4+AHPCRHsm0pb0sfDJ21DTCeviyWqNDgvU9Wxzgt4AXzJ+AhWb9TpcTzbrVaxXq1gdoW3bsg5JV+pH3nq98Jh2DMvVeIMtm2xCmpmRmSVsXGS+HG/bvKlHGSvqklYoe33Q03Vwg/2FaeZVGD9G2zSl7sxFF+uuyFz0ylyodSlH+qch41iW4cxFVuZCg0+T6EC/xiEtc8nL/L9HEVX+pfIKlvIl8fADkZGEC5j/CiWOBi+nH/IaCqzX9GfbBP+ipYD+t141wb+D/+Fb+Gsy1+F8MY89ft6AFv6ZMXPCWDmDd44980fPvPHuO2/H9777nfjRD38Y9+/eiS2PoxM+u0LonruwgbPwiv48cS/PeHJ+XubafUzUZT/Yv03Tlv2kf7nok989Dv/3SpflvH5dfknkyZPn8Zw5fMtcfg2uuPvZ8QY2MPmPY8McndGPGYMPqqAZGPCMJyoJhl+CwzDEUSLbyFxFUunMAlYhfw0fU9PFbRoyD+VMn6YkgTow9gzikGdYRJAffjKy1N1GQ8faaNG2dgxYrcugXEPXDOzVikcndGxSfZtIyiABQdTFz1IVP2ZWEGwZM3rMzCPjMEbHgt2DzsWsH8NwAROjeR2bD7FnAelY+Fwodxh2e70Pw3uM25FnmYFFf2CFH7UpRmaOKvLkvYZ/y0JSylJ+x8ZnxwZIufsql0XY8B55N3UT3lOHaXvy/Q1O5SizAFnb6y4MK3sHz1650lK2Lxd8tqFjIVTHCTvYF9p8nulvENFgKaENb7HCxpv1SWyYLDdMMivCprX0hdDWllXOIncONxnaQOhfZcHH1jr1oscQe+y6xQZb9Ye6QL+KLe0Qpu/R3cV8wcQiPAKpmHHqKayrpw87+q4/YKDeW8BD/wxlMMyhvvOND2Zpf+Zt2/W5plmV9Bn/mUDZ0B1oCZM4ANtc6p+moofhgfCIEwwsShVumEbiLvgIjswsMCxMrzAu7zAMcYybTdRRunym68d7DlO7Awx3bCbNU4Z8FRP6fR5q/VJ1+DyY93lla1qt47hOw8eoPLVMpabXcK1Hqh6Zi70yb2nDXCUyU5aQ9w+hyrWOCtNqWGpZ04Txiqp7jf8hajllVBj/Q7zH6VW+1P4ShoV8yqkyP4+Wxh9+ZGZUm0hfRt74XJWj7JcxMz6mAuuuGBhPI8jMePVTZR2nm2Zc2VWGYdMrzK9haWbe6GeeyGQuZxCWsow3+Qwfw7SK4/QaHpmXKyZk1LBtuoVjbWS83eJY74kxY7xSwwPjUDqSN6GjVD3UuwDdpXmghs1XhlQYPkaRh76mLWH1UbcFjmmxY+50jMujvxgW5lUY33HweRVVtvpbVhhWlrTC9AplGq558qq/yFz6LTOL77Utc2mw5GMTSOnT/z9r/9pk25Kd52HjnXOtVft2Tp/uBkgCkgjwIpKgwpQYpCMkRciUzA8M/kWFv9jh/yDb9Bc7ZFOmQxQIiKAhgiAuFLrR574vVbXWmhc/T86VVavq7NNoKDRPvXuMHDly5MiRI3PmnHPXPsnjPMI+rFV96Tal7pvafgD7qLx1Qn413uyl5qMHf6kPlmJmTqwv5rkj+CHolJ8tv7XjeIRxEideLuiPsC/H1qHsGrYXytRZOFg4/2LCtzN+TBzuNjpzb5zLsm2mS71963PT8RxCm8Zbb1spsjZGeG3blzGtVCVp8U4sVCu3+oFYA447NddafogU8g3Ew4+eXdapMjER84kYe8+ayEXLZ/3BF1/CyJ/g9XVGd9Ee8Z5ps2Elzs7/U3hvnthDFnWxO4OV+/B2r03RvCbu02fu5ai08szNVrm010k7bG99p+p1dB2pNj1z3PLhU3rk7HW+nBU61bczfd+3tXXijHgGJ85RJw7QS53RP3F+Ec6dOHGPFfITMdm1M6nnqcL/pSFJm5tko+7JzpOoq8v2Ymautddg3MFEnJ0bIb9h4vyzQVtCc0kkDcoWAiRNQnxnMDXYj7B+IeDqbFia3xu/PvDLxU6X21Z/lYvrcpKWm+MwFlNcBKAyDA1Fbirz5bJ0xq6/eWP7azv37F3G1hd7vhSz/OXXX/OCaoMvb4Syr3gJ+M3lhc63vNTp+rbXxxZL1pi8/XTYn+Ppcsstp/Gp8cxF1+1Um2IlZgs4q7OuNYMjffjSaE1aecKO9W29oCcVXVfe/y8YjyU1Ua+f7kX6I9/7tCzOlz1Kn8UmO5OfzutMjp7bfJ3xw/rimlhzE7mprQV/upwqpiUNyruO9UL9ZGj2rFdfqlw+2dpyLK6SZ37b3BZr+bIfLlDrHZvzLCbyuVNCVvJtL0E32sDWQlyNyXXbBeUV22tVyc/o97a2P7IW7z3/un5Zp7c+d134MzHQ5oxd1/HE3mOMZmK+EBOp45dPUs6t9a5VkSCjf/WMDW7ws43fDyTmbwfeMR9T+WHkzZtXtbB2aU45pS33CJ+pxMi9spf9kNZf6ozD2HT3+z3PYIdqOjcbHS9ttCWSVL+StH4cR69LUtrRb2XaEof9ocnt15et+/2ulfeHfaNJypj0MdvWfrStrc4bJ6GumIm1bXxJ70sK1+M3rE/19f01LxL9/9v6kdX/dY6/gfrDH/6w9CFJG3ey9e2a14a25IV9MMjSlki2uSkufbNvdfSpl+Vte8uLGfcTedfwQh44Lu0Ykw5lwnFqS12p0GYHXT78JMZ+K9qu60g3aeG2OpGplf+qXyS1evre6Yxv8gs5OxFT8/bIfeuenBZ35Le4Z5/8wMtt9x33H/eblS7G/b527dl9X6P3pfYycUfcdvgxFOnccGataOeWl0a3fLA7ap+PMhN7husxeZwLZcbSeEgn1vJ0tYb0v+tIvw+z7bA/09ZYdfRweJ923rdy6sh7DXVmzgMTsbB/90nbi+liq/OWhT5umNre2GW2l9fmcln/xlf5mT1WO/adhFht8C8G7InpyPqTWn/iHdI98Tc/z+y53ZZU+0K5toX5lgzlO6tikibOFCvzSw+VpAbujcMw1shc1eVKgpw2w8DcjU0vSXk1/4mhZ0QnM8lFN5Uq+tnWxkx89KXrFZ8v/P8c7sbUYT/Wi5v9wwvMly8OtecFpXXjUNWQKkS1q3WjQxXfgVvdgGxgL/alqPCsHfKZJjXgRYflUE5S+tpAW/XrcjmeDkVJKgEVizRh1WDbQqLlVDJSlKbGcV/DsKtE2VBVjj9VjHfP3Im+xqUjczkQ10Qd1PhJUklqT1y6ThL28eUJ9BN1RqBPHUoKPzeabLaSILs4ThVS/qytH/bbG/biw461iV6LB3nOjbEW8mMmxybeBU58FJ2klgVn1TPvHs/QI+/JfGd2x/nWj6ntw907/1LKbfsLf+/e3lb77UvW+D0vps3Jmbx3DI5/z97/in35U3/bjr34x7/04/YvA7g3+xs8n3z6g7Y/mye73djmvljDKy+zp/Oxjsc7iiem/1xn7FueTvebjBv5Qo7THfErsJbrWNnMHjexnq+xyZaayOuZ+plYLDQW+iwW7E3U2e5EjO7ZF32v6D2/gX3MdTmR947ReT4YY/bDA9jv9+2+6r3PdS3k2/13f6gbPjKO466qgq9LndtzyQI/w0+8g/QMDU/sPVuc8eHEPnrkDMIr4ArruC6X/S+sj4UxzIzJ97XuF/fus5xXbHPGz5k4WL8wNttcmjdyXU5SzlliflfLK9s5p+JELNzD5afJOZmI+UI6Afpf8GMg16q1H2tmHzrPax0Zyz3vju/YaydiO6KzI077w6HF6sAHisON/wLMyzJW+8OhBuqLOC3Ymhn4aZ43O8TiA3a+/Obb+uLrr0t8yRngK8pf8XH5q7fv+PjKR1d/CYm5ek9evid333NP+8C74Vva3uoL8H42ERNcwtdiJbOWamDdiY0vyqiUqEoVaKst8IJyNVrPriDe0CuSrZykjPNwocmjvCr1fZdz1ZGk2RiHsUb2mkPLrZsWv1d8RPUsJDz7GFP/ksvLF8SXWJuLL6SXd/AvyMmu0/kX1Kn3kjqh/kvavOSD0qsLtC2v7OWLm/ZbfS9uDtBD3ex3ddjt6gYc9tDDjo+40n2rf3HYV8N+X+73h2FAd6zDOPDRq6rax7Bpo+S49xRuKa1ux9jFiO4O4Tik+CEeqY1PDfw3DmMNgQONHwbqx/KX+0ZitsO3JOW1MuvGtvEcYOTN546Z/BOu++mynixvWKrr2a5joD+RpJJoGtoINA3W68s4DCW/4bGulzd60cH3JM1Qkqt2l/ontpRtOklan0nq+tLf6zKhIO7rg26Sj/LXPiVPdXpdMlTyWNfl0uQiL+nwxIUkj2XYlZJzvJILM/cH442oVFvZd2b2uQnIDwiNKaTN94gP7XxCgwHhLR84f/bTn9bv/qt/Vb//b36v/uD3f7/+3R/+Yf3b3/vX9cfQI2feEx9RvdfMy1QrbTIOdSDHb1hDh5cv2C+WOnKP8h7xK7/yq/V3/+7fq7/5t36jfvijXyqd8oy80i/be/sLSO5DZ/Imw1hiYkM5cY+d2B9nvpeJs/vcea3jCdtgGDxw2CA7bA4XYKA2HkFVhZ9U6KwlO5NPqdJ04ALkkSRhYjuKpF25sQKcMXBLo8XGD9QHBdLa0yeUaHCzWmpmZBMBn85ziTM3KtF4Dg3yJw4TZ/jpUid/VkabM/KzPDjBnxo982LszE1/o1PrY7myv9TZts3ejO5UToCyEzaObOp3d6e6Y6MX7UbIRz/lp2Z/qo1qf66JCVmYAJ6ja+YuYH/ztCJfWp9+3HwEciZs83lufqjMoV3RAAAQAElEQVRv23XhZrES13JuAHORjFXEK43v85cmK2RVFx6d4mLP2eJOpvPD3BRYwNp8m9mAJn2Entv4JxLFcRAvbor3l5vzHTf/Ox8cwC38Lcls+Zay1JjccTi4p3xPfeMtc8C45wHlCDWmE3E5kw9nKf2er2DyIuYlcIGU5TOLcGIQAlUWCHUMhDMafJre/Hyc1NOkjZuqJz/KF2x+H5wv61YUJ/Qm4tIxX/jtQLdUp+o+6cQ5SCp5CnW0rZ2OhYnuvHQy94H8n4WuK1VX29dQJr7rn558F+r9Wbi2/5y37cLcbpT4EC/7f46FuM5MprSjt7kueyC8b/l0X8+pB1Khjm1sL+Sfo/d/LVd2Xe4xVN6hTNiHVP1e9zF63b98A/GwnbBNp/JCnSTFptzyZSYf1FFel0u+I0mT9rJUQW9vWWhbnzssa1fdZLORpPWZ5NJ/PSs/1iepP+uyX/uwL/uVWrad9OdB/Q1n9snpAdoQtu1U/hpr8R/rdQGuyQ7LVLEPXOrJO9t1O1t/E/vg/B1M61Idj789t8lmjArrfak7MWeN0kbbDa5h7gO9D6l5JE7shUf2RmFeK9MvYVt1O9S5hvpH/9kp1oX5b7njiE1tP7enTaFNdXp9ss1p77fTrqu+YDtlxCv3jKWM6cI41bXuxN5+5sBi3s7EVzpBT9w7ztxPvJed2711bvfIhXvawuY9s9GLtd3fhhroJKwVwcZaK7FbaC/tsDwj20Ce0MfMSyz/GZxNNtXKvjITez9UijM62zmB+9klPvqt/6LnrPzMPEo7jMOJuRK2MY/VF11H2svqd6h/DeWWpfYzsTe2B0XovK4triy+iuesDHZVlgnLQ/4Wl311dHvOpz5KPQxOnG8WYmmcV+Ir5ku8Z+SEqKwTj3ULa26D8gY6t76KB1fsPNLgydBs2NeMwRn7tllps/W9Uv/9mJjfiXkyHhP8Rqe2DvtYJuqFdWKhA8dO54Qm5Z43Xh5alKvToa68VBRXot8wlx/bWCfUvULzY8Kv6eJDp+omYWwk8cWOPux2+1bSpnCNrKwa5/qMjWtMzPmZhw0/Th9ZP/e8gDojm1lXE2N0X5nIRft87pOx2eTLYwx42CUYpY0TfQntWJbOTMqCd9qd8YklWKLGoe1xykSTDcHU0GzXs8txCcXXVH+EMv11j/GD5rdvv60PvCz5wEeMdx/e80LvXflPQr//8OGBWqe+uauNDsvKhWMWDIO1UBesbQ5mcm9gzYiqbX71w3nSF+3JK7MsLCvXpv0osyzvXiEv1BPWS7UhrGu6xpr9QV4d64pLXn0hf2bPEhP5pL8dlhfW40adIRrz0+1IF/JBGxN9TbS3L/0+kTPKUW+5qp4xmNCznXVCuVRYZ9l67VhWblloy/oOIs2eQGawphNyhf4X/JUfeYnW58NylWtim5Oga9n6iTaOV9rbyitzTcgL4yNO7Ncn9nR1LV/jxFo5+jwC7n3G4OWbZdvbV2vjvYi1VFyOaSF+jlWapJKU67W4dryoUS7UNRaIaxi5H5FTthMPcmRdb2Z92k4bQpsD9UkI29rOq34kPJEf6k3Mi7ZO3IN6TkvvuY8LeftR1z5EkuavfPML+69eveBl3KFubvbthf++vfQfGFNQWVgbS2szXNZx90uqHe2Lds8mTvapX1ucuaeSq/qqXP1Eu9VyTBmd0Mf6BI5buXbVEfLKhPbevn1bflT1n4/0/3fq//fUPcK+jd+bN2/K31z95V/+5YcX+cbvk08+Yaw3jG9s49KW/Wlf/2zry3BfKh54wWu51+uH9p0DIS/kPTt9uP1Qfuz1N1j9kKjMubBe3yzbn31pS2qfHdZ1WD+R692+8zkx50KZUKbtM3ncXnqTC2dyXZ1N7nP3iXcA5wZt2qcxvIb9Wycm+pyYR9fSPfZ8Ln//gY8n795teyz7r8/oR9aV7y784HLifcbEmYzbDXHd12F/0xDeM5x4n3HL2vLl9js+qh7RK98X8aGKYwX3mLWkgqVV9Z2zwUCurOzN9YDtjDAj3+CYrsfgOJRJZ+6LzuHI/jIRP+fS3J0ueWm8xJExGLPnMBYz8biGtpO0/On9KtO+VFD9UK8OA2s5ro62zAVzpM/hlidnxriU/pp/+qq+7YV2N8zso0s7/554nzTxLsj9KpfYre1spX+7God9+b5Nm467w/J+z1yR4/b1kOvj2Py0H/tMsDoM2BlKf4pLea+Xdzwrk6/sGt33RF82rOtaKxMtxRS+pdnd0e9ht6v9BTf7PTm0b/2Ow1BjgPSC3TDWzX7Py/pD+RHgsGP/Yo730N3uQAw37M3Fw4tWHoYdczJWYatqqJU4rdyLijPMyov8BazrVJaTBboU3YEVFG3XqlraHDlOxy1dMdKpvLAsqKJd2nxZFsow1H6e8ErsQgqStLbJIx2G1EisnDvhvB34mOEcit1uLCHvPuY+6J4n3rz5pF69et0+ZFpvez8yDOPI+DqI0TBUlXkQ1thaZxbniXXsO8V71r3wfdyRe5H0nv3nyPnB8+fc5nbb3x0rQS7zT5/NOfHZDz6pH//wBw//hOkP2JM//eRNvXn9irk81H5kbrgfrqw7P6gcdrvS15H5rUpVQ7XL+BlvaTJUgHxVKvBSsfA8MXPWWMAsfwHu4qK65EXRLzmhTJ0ze9WJcS8Kqmq4xN6xjLuR8liNJ36dDsOAfGhyxzris37o45k9x33myHnj1DAR24n3oyfeJR/BiTV9bjLTQFva1Y7jd653rNcdea9c7A/72h8OpY7lJIyHOSN+Zz8K4Ld9d1CsJBUZ0OWdJnnwX3sj43RtjsNlrFDLe9ZZyyE+thnvlbitOL0YXzARsxP77ba3HttvOn/gA6fwPuA9xbP7hlvq1Tlyvr8Hd+X94j0fRdX3o+iR2E3YPTcsfNSY6h7ZHTl4632Kc88H3iG/817F88Bb7sVvoe8a3te7/rzgfYyPrj4zvH//oT6g7zOF97k77lN32Ln3XoDtM/fC/j6Zx4IiZWphnAvRk87wH8NiHoX1c0ENu9owQjcE2YaxBnKkzR+xHq9ySV65kC8u52khtsL9xz32GspQaz9JntBWYK8r/E9SwzBUslF5YT+dyo/PfHLum/yZn+Mw1ngty1jhv/IiMdzz9VnMxLW9XyE/pMqsJ7jV/uLMWoVbRSIjWsq6lXxeuceUlPG3MvxWnmm3VutvqWKLfkB4CB2YjwY+YLUyFG+rY6AsrBN8BHhovyxr4f6GGf6ChYSY2R9mxuB7IefgzNnrSC4Kz+UnculM+XR/LGnHRM76nmlhf3O+Pgb7XRinWHHAGMgLy1IhLxj19/5YL9TvWBmX/LVcXlwbSojqR1Afk10aJt/T5lK/kTSSbLQV+CMJpgNXxU7G/WdhTzyxJ55qdT8DC2e6+XyshWcz/1LWi8Ou/RPaO/bnwVghL3LjBXujmLg3nXnH+cXnf1p//Ed/WL/z279d/+3/8/9R/59/+v+uf/7f/3/rqy8/r2LSQ/uZmPt+w7OZZ7SZef7BDz6rNzxPmN+WvYf+rd/4j+o/+Mu/Vr/6q/9e7dgLixwbxz12BnxeOW9zjmB/ePHydb149aZGziQreTYvay0ZUN+xn4Sz7wXUTWBYVCCJv0urnspcGFUrjVwXjJv6ctyAThaRB55ca44t83qh1agDmpVxk5/BxGFyBhOLdLqU5c8cNI9sjMfj1G5UG5U/Uz4zSReeA8JWt8m0cWahnN1Qod5QtXO66N3fn3i4PdWRD6D3Dcfytz03fpNv+lOd6PuEHyf82PipBXrC7sRHz+Yn/Jmv0idu3Ef0jrTZaLdlm7kdyCbHyQQ7fvKF+K2AGK5p22SRgsVkZRhr5BCyYxJ33nzhByZ7YON2s6yMxZTVRJCFL8pc1BO2H3jieSZx3SS8MYqJzUN6ZONo8YDKH9kg7jlU3UMbL72U/X9CeKPzhnVLUt+T3EfqjrTV1kQfk0kMFhJjYmAdZ8tgvmAhacTMaDcUSfnzQVqVWJMyLvzBz1g1DIRrg1vxWkVubrCPRX9+ATzfgCx/DMF+kkp+PlDDj/UJfhFfZuZuIv9n5vQaH2v7Mf+6zP7NkZGb4468EZaTWPXEr95G+rF+/iyZ7X4emI3WZxKma2ixq6vrse3yxC/7fazbYtmbKZeXCnU7zO8/K3bq2q7jeVm5soX5aPSSQ/Z5jSRljPtB2cNpOzBfxdzY93rrbl7clH+jTKhv/cdgm5cvX9aPfvij8iWSL5a2B6o3PFDx0PLiRfsbgvb/MTjfwn6EtqSi8/pzPb7OP4z/Mm7lH40peWqMruuu+eLS1nOw9Kkp1vRS2v4YVEjMV2GpWu4MyFzn296xcgv9LtwXOYPVStOlVvbJlT1maXRhH9Kfj/Wp/DmKS9nCWPvYelvL8tIO80+454oul07uk+y/1gvbNtuXODcd6s/ctzwIiHawYy9WX1y3se0jiCd22F7x2B8GX2FNbXRhA529516AKko+fK7obFgQdnS7KLWfRDuN5Z4z1awusaVlLXTq/r5Qlhetnlg3qm7rf+H+P1fvQ/o8Rsagw/HKq6c/W+9VieNaH+wkabL6yGW7Fb+k3U6nrhvXSJLW8lpnE1SLjbx10g5t6LvQR6nQ52tY19smm9+WRbfVaZI2jmSj6theaPPRvmeJiXPIuZR3qCds9wAWg/zMXmaduo92po+2n1uebn1c68+sAcfdYfk51Femjv06tmQbT/L9VD1zqLe1vM3P2PbYkXOPZc9E8gSKWWV+KlUhj6vIybUmxtlAvi3UQZBbB9gQ5itwq+UwXOwLQ9WwPTCv8VyFPaiygfOXdKnhQU++653ntYSy+WL7hOEPfNjxJfS95yQeDjwrebbynIQattZyvJ13zayMoZISLWeLqxXbH7QpxrzVTJyxTpy/akh1G2fm58zcuWc4x9dzYHmmfuJMOLHHCOdHKBfK6LH9uC5ktGGdtMM28spto+0Oy8rF6bJvqa897zfKhbbbfHJGsV50mbFQ5xoJ42SfSUJ4omq1voiDemf2THM8SU3mAOM0Uvop1BUzMVgubeQ7qtaH/URfuvz7qLaE45aq15y6mg/n13kS8gt9ZBxIp7Gk13NnvVAundkzu+0eR8ch9C9JDQN5W/3Kk7hM09TGow31u5a80I4+C8vaUtbHYvmhjX7Tn/FVnqTt49Y7h7brPprDCxUzcyXM907PxN6y6DKfH1wXKza73PbKj6wdY7amSv5MbouJ+RMzMWovgLnPGLceT/XlRYiR5fBSadjzAMxYVuZohp60hy2pMehjdzwMoe39riVhnDynOX511ZEmOIdykof4V5ZaeKk/zac6T0fW7Vxn+BcvD9XKbEq2byBOKzCO2u+wjNlm0z4tX5/dPDt6jnNNyb/yn4jjhYG/2SAsW+//Iy0JuTKWNrRVXPbtmPqYzZNelu9yZfpHkwdf9NHzqX1rr9uVCm1ft5EXRKis07btkm1N258x9kOmw9yHZAAAEABJREFU/2uAL7/8svz/uH315Vf1/v17ntXvWzv7fcMY37zezsCO0f7Usb127nkBZvkxH1fGPrSxJ2l21BP6od71OUs7vojRhlR76iVbW3nHIjU2jieJ4WlrQnvKpf4FB/XUUUFqW6FcH8SRfVJ9eaGe+klazJONKncNiuWSQ2uja8vVZNPrtqUd2ltYL5bto/enTH+SqNJgWSRpsXOujbMy2xkTqeMsLuuSlLaVaVOeqnLO+lxbFkma3bq6tL1haWOR79X6e8f9VDvK7J8lI4sd85oPErwjsd8O/RDX5/Ze1jf91668bexPKuRFkkoNrY+CGveJ+4o4885HHwg/ObWC4krLAXPI/DGvpqt7rXEylsZk5DwzDDvGWpzjJt5lzXXCNlOErSAfgDTY1YcNieWibm3xdgzP0ceQpPgBKf5obfRBGEv1bKuPJ96Nna7y0FgZA5HQvrY+IZgaQBosC/W112E7MQwj8Rtq5D4/sBdLhXUbHu1qJ4mk+Sqjjjallp9jZe/fwI7+hF+Zi3PDwh6/+BL3QhPj6p2qnoyhuJI0WRJKxVzMzM+5Tpwvjr4HZN4nzhcLNxUxzfSzrLVQrmKszut4qJH7Tca1MhRY6vK3Q7nrLBfwAYG6al8fFvqsajy1xbWSXB0Uy5xxL3evN4cG7mGh7drGzHiKfAF0VLVqeOC+M2B3bKhhbGV6qmUJKO5F55ZDJ+b9yIco19V9f7/nRwRBXc+RhXGv+DVxnp25dw44duCe6m+6veb+095PvOblMx8Hx6TCWIYGxkzbMzE01yb4eTFmuIpWZaiBuEkXbEpF8Fla6oCx0CPOnQaeW20L28o8rNikOzSj4Q3IFuom1tapvZs9luvzTL7PjMGxb/+Lhjs+zH1o9xv/oo/3ItH2Zs7ZZ+bd9b9oT1SV51TfAZ/Ji1veKftR7337wHeHndv69u377Z+KbP+/vbeU3yGnjw935fPBPTE/8c74bFxaTJZmkxBXwhgqbX5mzk1iWagHq0DJuVDWysgcu7KOVtf+ggFrg/pFO8RhYk/SnnoL/Z45Z93f39aH2/fEhnstesH+gA9JWLtD+aFjZA0/YtfmzHkTGZgV5nC3P9Th8LIOvJ968eJV3fAO60BuWN7z4XZ/uKkRnWG3L/9/qQv2nfO5imex9QFn/JrAGb/PzN9ZHnrPvLUPsMROXtzxYdtnLWPa/nIAeXuP7J7clR5pc2QOT8T6RKzPjN+5Mz7COAhcaD/ywjohv6HYl1RhbvC7GgZIGoaQn8PHMT6J3UhMx3I/FMnWvlmGV6a+tKOXpeM4qIov6wO6n1IxM4eNEj954bx/DNapu41xbbYrVUka6smVVmLp1QPIlda2VvaYDZa1ubDnTtfAL/tzLc34Nlm2PX092KOHRVvInafZ9ug1Xagy7f88qCMwQYww6LDAytptIJfWBnrCD/9J45k8mcmZDeeayRU/ms6sj2tMfP/wg+oZ3TN51iBP+8YjO4FWr4y62ZzTd/LYNWdsVvu9YIvJzLczgEy/F32FWQmM/IJ8QSaMXaPau8hXxsdIH8dLoccI9snPip1e1+mmcJlfjHV5p1v99mfK/4o/AXOXqsZXu9by3jQMIccDX+3+5T1sGLgjNH8X6oa2DhbKb9++rZ/85Ccl1bd+L1mpe//uXX391Vf19ptv6vb9u/qf/92/qy9+9rP68osvaiE3Xr16We5BJ2J8JNbuq3c+B3z4wD1uKp8Zfd50bzrzbuYF+9HX335Tv/P/+936zd/67fqXv/O79fU37M3sy3fcI+7YJ9Rzjxr3L2pego21SJdaM9ZaQzurHdlLT/NSZ2Jp3VJFDX9sPwMkV7guy49tsZjUE06JGWOTHwgpn7nhbKADEtGFe+aDo7KJjid0GppMHTHVCedP3JBO0CNJeGRARz5InpuNhRuKmB9/i1M79sUHzAlb/cOmfZ2wcdf+Od3T1W+OnutIUp/AmX7UO+sPvs9EQUwkevMNmTyEg9haJu1ssNCbmNiJCn5qJYEGPpoMlw+c4fA0cDPJONSGESooDxs1qxLLQw3jWCMPAOPhUPsbbkA3L9qN5wWJ8ZLJdsK9Ae2oD/0USbjUWicOAEcOM0cW+D2Jc4LvsHzPQm+U+k0+0YbYOT4cPzOGmQScBAexuQPbbj6LFKzA5FhNBzLC/h3XgB+Nh4bFUkGhoUrdFV1hW9gnP8pdmE+EFJT9eUATFtHyvZgvY/1FbWovCUN5CuWi23GXcuFr/xoTi/g5zty8r/G83rI2NtvEjuDgAj4USFWJ+nNf2tPH51De8byul3t9p3be+e+jhd/q/Vkwb5JUAswdqG2SSBp6H/pzzRunjmu5el0uL6w3tqLXdWp9h/Udz+t72XUibxvtNif5w7EIZR2I249ybxpCXuHqGiMntWWfJ9etYK9buWmpYx/CevPm6IGQG4I3Fw/1UuHfmn/PCyZf9Piwri31z+xt8g3Ytb2wje2FvO2FNj54s7nkae/3mnZ/pUL/rrG6L7KPXMuueceW4r+rOXas7i2N0l4q1BXyQl5b0uu+Z/avhT6Vq9dxXU4e+0zSVRp1z0pSycfRlPgj2ephm+6Kr/pxDf2zvOKT/TfIX2Fh7tVrdcx1p8qE7TssW2+fw7ArEW7eFQ4gbK4rwHS7L0mFsg3FfiiILnpVqWoot60LrPt+dF/1Q3S/rqn5Ybm+50pCXyu+LNy3J3ydG5+kkg02TR75PmblwrKQ/xi6D/ooLLsG5IVtpcrFzL1en4VldYU6QrmQt22Sh26TR14dK5JNZlnYTqptYfk5tNthXeeZHU0+xMw6bXR0PeXCfrY99zEnZs4mYuJcdOZcJLVsfpy5N7knaM/2dpakzYll4ZpqYI+aAKley7peUJyBVvyjJXlYIOTkSo6tRRwsD2MN465GHpBveIA+HF7UHgzjHvVdzeie57VO+Ndh+YivHl5veREh9Sx3Qnb0DIfs9u5Y9+xld/B3PDxb/sCB98PtXd1SvuecqHzDqeneo3/i3HgGE/M+ceZ5GAsBaeN1jPDXsTUfjuy5J/dl0HmpUH4mlhNQt+N5WbmymT7Ut78kNXLesz/rhPYa2H9nfFRfXXWKS6pelyVh2ldeNizEcaoJ+wuSh7GtK/O1gJW5WqjZMmvFljp1OasN41Dh/uvUVbS56dlPy4FLXCzbhz7oW4dy+etxWp6ItXX6naSNd8/5Nkkpn3rcpBecGPuJ+5b9GCuhTF1tXkOZfQrl3u8cZRsfo/Uca7kYp/dtz77aU9e2M/7JLyT3fIm3Zes2zG2v6jLHIYqrU+uusRArqmsgns6vPMHnZ21jtl5928sL+1q5Jyi33DGRr47N+hP5J12Z04Q1huEkD3at6+2pYho3HeXaSLZy15Fewz712bb2IZQlaWMpLu30NisxSzab9qE8SXXesu21I9/lXSbFeaxWacWyUH/ieSZ5HJtyoR3rhWVt1vdcSSp5RFdL0sZjHjgebSQXWcu9U2un/eKyzyQtd4vLORWwbaz6ok6H7eSVG0/L5rxtLIskvKA81pk5vec8p06Rr0mab+qor1wUV5Lmg3ULuaL9JOUYisuy/aovlN+yJ3qmu7295bn3ruzLPBLqCNucWG/qGwtlQl6bQh2p47B/kWyxpeuHvFZHMBSm1lXIqMhXZdoU8sk2t/KryhoBSfizWvyTNDqOY4uJavp04lnWM65jEvKOy9+iLS599IPxZ5991v6Cob7a79b2VGfG6rpyTMr1wXP5DS91pZaV2y7Z4msZ021M2rE/93/5bsd6kaT5m6T95pW+CD96C/2zH+fXvrShrRO5IK/Muq6jH8WlD/Z1PU+WV+6jM3vX1PYydjvLrE1lM/dXceYemxorw76Gdv/d7sGT9TyUz0tK/sg91u3rOeyjamA+xho4g47YoCnvfVI1jOU9fs+7ioF7fYax6J770Ux91Y6X5KPngGFXO+szlPuu4xRJkO942X6ofikXjlnZgsGZe5tYcG7iXiF/ImYrvqurXpJ6cfMSP8P7o1OpUySO9SJJDezLScorSdPlD+SjotK+ukJeJKmRPEyCTWKMzQWfFnyZ56WmS+yHcdzskPqeNezfXJEmW1/2v+ceqD2RpPXpvC4ElZ5qNx4a+LJQfO8rHm0a2BZ530V/nIfsc2JeZ9pco2rAXuHn2mhVqkAfz0ZxkDHIiyT4PVSibrU8d2wd+j8RcyHf2zgOc3rHu6hx/G77gVhXbTaT76fJ87p6uOzrGtc+Xcuv+YWA6edzqKNPYmSuOvQ/SYuBdcI6abL5Vs+uZCRv96VeMtTqOrrkQpJyzUzkhfPqu8sT+5a+a3MYUzs+OO73Yx1u9g3+pRr5cUcch6r2NXBYK8RQ+wv55ngWcm5iLk7nY93xsev27gP3kjvm+0SbuVCv3S61P+Af/YzaYq4XPqD19p7plpX8aKjCdE3wyhlCra4pwV5SNeDDWMmAfcZZxdl9bdAGxQp/NNusUf0r+lv5omnfe/744Q8+rb/wF365fvVX/lL5/7X7i/DiV/7SX2i/HeQ/H2we7S/rItEiRvlZ8WvBKe3KC3mRpPWdBM2qJJWqSvhzLdxYtzBWHujIOMZhqAHqBjWxls68Vz7dn+vEs4P88e5Up7tzyS+8xy5iMdRYY3Y11I54n1jzU4vbMIy1Y38zh0Zzarcj9jftX0p48eJlvXj5Crxkjm/K97rt/S46SYqprJkcOfJ84j7hL6b4HOM7mPftA+wtH3PvLpD/QN/3dWbuz5xVhLnQYo+xTo1Rx7Iu9POI9Ul5Yq6XwpXajyM+H+olHzw//eST+sGn4JM39Rn0U+jr16/KD+T+E7GvXt7Uy5tDtQ/5hz35tmto4ycWAyDyVcQ4w1iWh92+RMZ9wdBnas3PQaUyjjWSEwPxEiM2gm1tsvAKw7UbhxqGEexqGMdKhsow1CaTUs7YZJXwQ5l6dZKhhnGszhOaWsk3YX5dU3lRl0u+Q9E1T+I92Onyj1HbdST6lhrwbcQn14I5JbWsvMNyhzrXUG5Z+jFsY936SjZaXHCV8OcFiH5uufvSaQ2phhTLZd1+oYGATuwJ7ax9+SYxuTeTq8Z3hp6pN2/V8xlNmVjYlKwT1k2XdjPzM2N3hi7FHpa1yOKy/sweN1H3fZjpTywXKj/JawvMtJ3xvFHkzhnDqfT/LrEJwSGL6hpJKgEFpEJ+rZYLNJGplXEVfeE6ZX4u5ZX+Ct6PuQt7wsyz38RZ9eQ7jbv7OgL3iPtWPtex71f9e1c/C7BfuV/OnAs02bpa8anGqgxVeF3y+MZwa2FvW+h3Zo+1vGHFRdYm7dYG/FyVPQXGKomE/XWjrcAf1yX5DSnzxSYD+XLY7cocVbYj5w+cFV++fIlPS717+65+7/d+r+GrL7/kW92xtfVfq/n9f/Nv6t+K3//9+smf/KR++pOfov+27njeuf3wvj7wLvwL2vzsy8/r7bu3jKVqt9/T1x5+KP8f1X9CO8qM7dcAABAASURBVN95+17owJ735Vff1P/rv/2n9d/9039W//yf/4v66c8+J6eYvGFXA3uOPq4ZyO2h/JbmuybfV60ZS5yJ4ZF5O4EzsTSvzMPzstRA7tbMhMxUzEzUJLzxMMlnKQfvk+AGdOJmdEbedDRGvTepyY+alCcBf0YumvyqfOZj5okDwhkb54tOW4CNX7hxzXXWBj7MF58maAOOTvjY+pZaZmDKzpw+pYKcqBqGC1LFZIZAVJQFApVPyroVulS1Q8NMIs1k2Ya1lK8hwcBSllf0FoI/E+hjHS8fLSf6t81C+xVbhc3gQ3ZjDRymvFHcvHxRr968rpevX9cNH00PPtQx8SG5FmyfiYt/s+Y9D8Rv+Rr/1ddf188+/7z8Z5A+5yu8SeNHEf9pBW/GPmDYxo3CRbKy2bR+6VsqEhznp54glUQvG03yC9D6jk5dXW5G12CV8MOoiMdCknWo0/lOlf2isM3Mpix9ALmgrONBTm78InYf9Zfms2VtSa/RZPQtFdZ9DPb5GJqfH1v1hpafctdoWXQtYHNY/0zYIAkJyw+x10+hn9a5UbipJfnOfCYfl9mu4eJS8qiHR62q/+HY7avDspjI7e5Hu5lcGlinrnVCXpnovKqWO67L8kkkD0jSxvYggEnCn9tPklafpHo8PJR0eKg5HA7Vr2TTt5xE0pBsvH562D3yMv7u7q588SPueXmm7MgB2voOx9nA/qVsW8cc6C+HZsvCtlKhnjEU9mcskrBvz+1lwol9SJ0GDjPq2Ye0w3bX0IZwMB+jXWZ9R7KNOclDDJP06ifUvmbGKO0V2rSsb132Z9Fks59k67M2et0uyWORvGc7RQtR40lc6WU/KCof/ZiI4cS6nxtm9/FnmIinOcvzbgUbxX7TYXm9Kpf1V1jh+3ilYmYPuabyHfolLKsnPDBZFpY7LF9D+XX5Y7y2xUMd97rO66t1HURv+yG0SSpJWy+uGXV6u2uqXCwXu41n/y+uJPxJ9JkL5UnafmZ+6ruQ71Dn+6Ah/RBJmm/KRLKVk1gs9zuhrrSj21bJOmFdH4/117x6lvXTOnXdM2wnEvrzB5rA0EC93sZ2osuanNhsdK6JvGhjl5KD3tuPvERsa5vyxFpyPannC+Wmy77a2tNG2/LdvvUzublwgIFgf22QX4vDInLrVmhRrnAIh448BIuBw2UyVMBaYZ0sNXE2068Zv7Utzpzl3ONEeznw4UN5eBXtL3Bw4O37oXvZdPH52ld91n/3L6nlJJVsOWKZcD7+IDfmCqxLUs6HNm3fqbz1loXla7qsK+OaOXOeWy52XalYzGN0VvaM8qKfcL9uIUvVRvGRuqXUAhf5isxYndjXnUdjxoDQqsow1DCOFAMfBGHrWGtiHm0j1J+YLKnQXnHpP6S8R/Ux62uSZm8Yhxo5d4pKYXdpY9zGsrSy/WjHdtrStrxzc+LB7p572YncM8/U65jxTzgI9btcqtz2wnl0zr0feh+z3n7GcayBsfe25rPyJJWkzcFCnitTRyqSSJqO7Yui/WlXyOuvUFEdZY5Taj+bvfXSB3Egh20rehv9k29tLmOVd0zqXUN5iyl27OfkPZjcnlkjW19aeoRt9c/YaE9oQ+BVWd/bmR/OuXkwsfadB8v213TJywn/tj45O6Cz9DwlVhkHp6iGkQdAXHB+i7wdkIf427bQM3+NTfcFVcQpy90f/bPsfbCwKnWOhGXpij+Nx6cQjwHbDKgm8ugwjLWwR+wqNYCZ++luSI3M4X4c64bno9B+Jn4za0V+j58j0O6A7m43lvalQpkv+JKQ21ODuhTZB+gF25a1sctQYoSO9O+9++XhpnYD8mEsZfvdgQ9yr1lTL2q/v+HloR9qiCGBG4ZdFe0mYlxcng93vBxw/Q3YuPE5jrKyQm/IvoYcyLPUwrNrcY3jUH/4h/8Wu3v2mhOhWfB55mXpufGoVBLarK1svFuusBZdP54lXU/ffPNNuccKf4vziy++rLe8jFB3dq8Ay4LTRQBAQuxZT86h8zTzxUbblmfkKzmzEHv770hSI/NSV5d6SSpJky7MsTYypAZikGx0yFC9bBt1pB1JahzGNm790E5xJWnjVq/oIkmzY1k9x9fj4PoRyuzL+Pc5kTov2p2YL/u3vfpSy9YlKedrZJzakJcmaXNQlyvZyrbVF9vqh/aEvHB+LCc4T1v9ePPmdfuA8Jrn/fYbtf5WLfAlkj5qz7a20/61v/ajTKpe91u+w7pk609eHfcL9wTXqO1nYiDtbVbmenXOL/M3s16FOuLBF/cx6rRrjJK0+Wn2uS8Ye/cjIX8iT4uJm8k/deiCOBZLzXwu2sKzFqbLe51k87vH3D6ukfT6XY2cR5KhHNfKhuVvqToGY+j6kh95CbbfH9qcOpfaek6vZfLP4ZwpS7a+i71uWfV/u1ckKev12cHZb3HZz4HnRX9TWhvWdyzE0Lh2GGvbSY2t9EQ8rcdU23fllQv3/Yn7ifPSYdm2E3MkruUzMu0p6/TI86d6QpmQ14Z9fAzWqaOu0J5lfdfP51C/7S+MV11xIie0bTvpNWyfbHFOUknKmGlfW1JRl0v+Y7DNNZKhkpBvy3di2fvvdi6mnebGaifZfGmCyx9JLhyq5gNrSB9FH5vzrF1tmCOug3v/EiAvxj98uOedgDjWPS/G7+6O9f79LWfk99AP7Od34BZ8QO+uTpd80LZ9aNcca9iPNXIv3EP3h10Nu+HJOFd8G8eBe9j24YtgkMVVGyUu3Bq8PUyXtXjmvesMz7KtmbV1Zn3e8653QskXxzWMtWaoBZyr+JgBXyA7PkUMvAdFhu6MXdvc4/uJe7jrZhjH2u13YF+Hmxf1K3xg/Yt/8S/UL/3Sj+uHn/lPL/IulHei7t/DMFSFH2ItLxIExUXMiz5WIH2O9tqT/qXWScWAwVHg+37cVceOMVmvPfkdfo6D2kGb/i4/q/02Hjm+JKEUlv7Kvdv8msv9j65Lf0f6GNirxDjsyr9UenPzknv+q3rZPrS+rhcvX9fLF6/rxc2rGjlzRH10i5iua4ptGZvFGWGhj/nJ3M6sLWGu9bzAofaTpJKnaBX+sa7NZ/6sDFXOSfv/ZPJhwbOXeHHYl/SGfNrxomPwA7mzzXlhmc81T6daoUVZhI9ZG5Zy7EnsCf9XsJSxa0A6M28Te9hEks1goWzsq7Y2K20RMe6lwdzBwmajtmuFtHa0YTjUESuEM4mn3anRlfZrdd5cPpHfHfd8vzA/70/Hy3t74kvH+teA4Rks9IXp6ij6LHxMBlh8bvxGUa9f5GqxQLnThYm+Rpdf014/c06bL3MvVSdJJXnoOkkrJ99Px3GsHefUkf1DKrxf7feHkhfqXM+nfQl9mfF5wo8Jf6TnC504Y/j9xbL01HSYS8ZrPCfbgZm9SX4msmKBrinmbGHOJsB8tLZzqbvUwh6zosW+ix5TVeb+rC3yaLroNnrhjY+Y9O2CGdpAzi7dB21cYcHXhZ6u4fcU/SvOuE9AjFHHO30D+LbpVWUcKu4l4opnci7ybDSp0i40CQ1TA21EhrZr1cAem2DP+hqqKuR9tWAwDPiVtRZiUgCeNbAulHVOh/wXCkhihlkzda7Btt+3j7Cb/jKHdV1PsFBPqEoqVtp6zmo8i6PFCqMtJ4i78ZYX5ordB1/dYxfuBaH9iP/creowsC+y57168apesyf6EflnP/tZ/d6//tf1zVdfl/8qzS3vj/ztU/EtzzsnniHX1t/Mc8OJ57SXddjv6z16P/npT+vzLz4v3zMM41g7cnkczed9hXi6B7Rvah9uy/uS5xKfoX7G97Qvv/ma+9dcrzmT33B/2mFz3O3LfXnc3dRCDE/eC7knDgMjYO3UmFoY2GyuDFULUFbMJeo1+Df779tX8CM3+xNfwgEHMP/2jjhyKDoLHojPwEmZl7XI51qkRI941YK1Za2aKS8P/FJ+tVV/IvAutgnnpoUFI9ClSZm4pWM4FVBXaJOHnnbndcH+stmEb3agS60l6LbRtniYgJl2tp/RMQAd6jbeetraroFcXZJagT5kHGoYxxoJ9I4Ds9gfDrXnAfrVmzf1yQ9+UK8/+YSPpG/K3yYVfv1WzzbDOFZhyzH6kHHHBxYfit/zgtEPpm/fvuXr+bc8EL9t8AWkD8rqeKhKUm5yB/p84c2PfuXFHp9G7A8kDWq1XfZULLSOrbzVKVup+1+GhXh+DNeLSb5BXWPOnH+szbXMBdj9+0VoEkJ6BXLFGDwHSr+IuaZz7Y+8Pgn5Dssq936SzYde7jRJdX7AtyRVJeqjl/a13fFQNoZX+GjjZ8IkW9/jUMlQw7Ah2fq3j26/vudKUslT2I6saS2SfMdu8qhvn8lWLq5k45sN1pu0+yB/DdQffpI84ZPvlpM0X5/3WalK8oC6uuyvF5O0sbjGruG66i9BfEh++fJl3bD2+ppLNtu937pcScq22uq6ltXrSFJeCfsM8ZCvp8v0yRq1Xp+NmWtr4oHZm4JQ1u0+oeM2790P6cWPh5hoU9vDVY4km2/KrRf20WH/z/lrWa/r9HndZo9MYtz8tHEuy1odMzeVji6TKuv3HssTB+OZe9LC/WjloC6KttIZ2cxNXLpQ1zETN2H8Jl7onnlA2PipLOvr5t9S8mJh/XWZVPTYWPe/BNqwnbT3Yfka1l2XO9/l30e73nOqvtD3Dssrse/l5zTJliuV51Vt3r4jRNBsMrGhTRIk249yfXK8Ql5Y2/PP/LzO0y5PNjvaEH1dacf5U2Zb9ZNUskHb1gn5ZFtvloX9C+24lrzfHjm4We7yTnu91D7VEfLasv/m1zCSywv5ZE5NjbdeO71tp7ZdyFntzORZO7Nwz1waVraEDr3f7t0LsdXekPEyTvf5tD3M/gf6R4XyyLlh32iSpluXy/b6cyk2Yrn5gx/3nFGMg35KjYu8kFemjvzJc6IvUC7QjvY1moT+hxo5o4w8wCVb/NWZeABzzPKOUn7iPFhe3DM9e3lGm/DH82Oj1Mv70Hai/ZGPLx33PiDjwxriBGzb0c6ctG1nQGIrtS9h7KXGVX3rOm08wZxtix8bndlmljavMzL973LHrR2pwxA9n6XCOfI+4j1F9DPd8GwPTuUSu6FR65OUNjz7iaTrjE2nuOy7+yWfYAnI66u0w7F3WCeGYSy6Lq8kza7zYxvrHatjVEeZdZYX9hExQ2dy+sy+m+jXroJN5ZPnfuRnXnCsTJT1hLCYkrJ8z8tHy5ioFntWwHLB5BygeGLfvr2/ay9DZnLgxLy7d6/UiQU9qbKkKuRSt0GX7dnAsud6UdQP5KYy+5w4r6qnXMhfQz3LUn06c0+RGpd+C2/8utbAnC4MqK+rZMv/JK1uRaejuOTVl1KsYRyqGEOhr23tGmvLwXb0fRxLvrj6XKhHsYq2I2PbH/YlTVK2X4yVcYXOjNdx21a+rXHW1YB9/VY2M59SZQk2LmMa6Vu5PnfQJQuw2sfTMUO94oFIeS6cAAAQAElEQVQ5SZm3SWoAh/bAuu2TZ9as+4l2XBd7Xr46fuH+og/SI/Osjv0ok1c+DCnXgutI6pqyrdjzfKTtZPN5Yay2Ly7le/w4stdp7559/wMP3D6U+wz29dff8IB+XwvJqC3pTO7a73IZv/0bL/dC7RFSzg3O1FDjuGOsu0pSn376KS/K39dv/Mbfqk9/8EmR7GXsjIm27b/b1bYygZvtR956fytGXqFzIW58CcA4SCXuOTP9DZpvCPG3j09/8Gm99P+tyovrzz77QX32wx+08o7c2O3HCjHUrn1oOwm2JtlKmFGGpL9JsEum2FmrffzDMWjD3KqxatgPtbth/ONQA/0Mux1rL3Uml07MQ3FpE9J+9NP2QkGSmomz631iTZujrrm2z5Ofb9+/K/+prm8vz8/OwUo+J6lhGFp8pQl26E//RJ8zx2qsO6xLUjfE88A5f8Rf2w/jWAThYdyTthiDvoe4JVtMul398Jm+5RAvgvzLzz7Pmyfac5zmqP+M2Q94d2BuyPt80edX39QX8voo1Uf5lfhLLduv1Hpl1oniSsKf24/1Heop7eXntNuTdqhju25bXhtJWqyV393e8jGIj0LvP5TvN4yF/qmbhDCG9bQ0qJ9ssuQpLa5kk6lHscV/Yv0Zw4U1ecdHKteqa35P/nuOUtd658Y4C8si2expK0kpu9aTLy791a7r2fgfuSedeKHmPWvi/kVK4ksaqgZaDIxrrAwjfMHnCRbmSr++A14TTz5/8IGCdCWGA3GZa6Lc72HFlVSTG//Jew2Yue/N5CHVD32xRNl7aE/9gpPCPqViJmcds3uie6X5JhXuu8ZKexO2HbdxkNqn1Hjcs1eeeeayrG3tiZE1YnupZZHgOAZtr68dlvXH9lLR6+Rp0sbUaZI2V9r8GJKx8oDhojvWOO5qHPc1QpOhcoE2mBLmr8r9mj8hayWbv0kan8Sqhu6rVEGy1SVpuvo9MR/GyNwxNydy1Xw5HSfep57be9V7PqLe3t7xEfVDfXh/X0fOzur4yyhHnmdPxNZYaK/3ZUydM2GuO1fb3L0s6evXb8p9xL+sYZ36K+uj29FfbS3INrqQT9saZFstprum81rND3w2z9V1PCdy6ciztDgzvsm8Yo+dCeAMXYicWOlkARmHKvbEVTn10pk23rvfvX9bX331RX37zVeM/S331g/lfjHxnL7iyMy5rvCR99S82Mcq+Wp5ZN4IcvUzl/020Gahj2u++Yw956HjA3uS82HZmKhj/lr2Jf3EGGfGvdDfiq8rPqzwc8NcUnVOnlOA96OZfUD5gv5E+zP7g/Pn+mh21QPmwrXMftXXD+diYOHvLmunrx/nT/k4uh8sZR+i+cV4V/q03KEt/Zd2mbbFMITQpfijvOBqqLVGgrzH/s1+rFcvDvXm5Yv65PXL+sHrV/UJ/JsXN8iU3yD3owe55rvnw74Ou6FG7Lp47EPgJD8zOeQz75kPHldgXmeSzDxYiC0/6NKaCV2XwJAz8BMxPYOZDwnyE/SMcgffd3jnv9aZ8U8t/1Z20OJM8YiV9bhU1Uz9coG5eY1aUwu2Z/JZOB8T/Jk8fwJkkzmAD+b9fEVh6aNqxpflIzAmz/Fc77reupn+lOF+++m8dKVDdYR65mLPq55vnVr3AM5JPefaOMlVx6oNoT2xrgv7IauVmLXO+WO98AlzRDmRpnosaVE9xsZhi9HSYmK5gTHZ38RanRuop6+tz7X1ydBqwfYqsD4L+p6Ja9tzsHEmf9pzFrTVqwP0oc31M77pYGPCxjW0OePHwpfCRT+uge5Wv7QxLLTXz+VBZ93GS1/q+Q7ijG9Tazc/tqGdPq3orfD6WIRuBfLGT6qP6sgLeXXE0vyb6G/CyvxAVzJeWL/RhbqZvqdGF8Y2cX6YWHPnhlNbixO5PRG7BX9XA8582h+kmm/0Ug3FpYcQfpJUwpwjst3KeBrFhrzxMY+EfId1RVxW9tWBD7q72lXxOLGcl5q5H57uTrWw1t+//VD33A+/+NOf1ddffFknn+vvPtT7d9/WH/3hH7T7xYfb93XmnPSCfemHP/ph/fW/8dfrb/zNv1E//KUf1f7APX6/q/3NoV7wnDnuDuxBC/pzscTrhg+2r169qSE77rVzvXt7V/dH61LFfWW/v6kXN6+rKnXPfn3kfmyeZRisrhYT9rqRPrIby7kpypVUoGIYU8M4VPEjBgO0EKil1pKaDG3DImhzw1JToytOAng7PTthTJ7/P5gTAz5NR77+AujxfM8Lj/vqMnWmdSpiWxkLpMLGHJwJZR1Z6H8meadlqjN2N5sn+p6APoBWv9TMZE1gxu+PoQzIOFag8muC9Rae71DHfA2ToSUGtq/lTWafgsR00/JB6ZYbtvQ5fKC4lnU9b7K2dYOzrwEfR3zthyUPuC9fvuQL/Ku68cGOOnUSYnaB7ZpvF19MaKGP1jnSlVitjOF/LWj7Y9B+l8s/gDzpfF2uXpZeRD+XMGJylz8v407yRD/JQ70xegLiljzWJ39+XnvJY7sBnrsAP+wwF08cC2G+lDayyVb0nInCR5H6Ra4k6APywv47EmRX+Kgt3LJv61Dd7MAkUfQAdcyXj8G87HL1kpT5OQwjS2l4YnMkxgN+Fpe6wlyQdlgWRAOt7SfJZqcu9FLubaRqJk/rk++W1RPJY52LXBs/D45TeOBwPXog8ZDiOhWuXdew8OWIVCjv9VLhmrbtc3S70g777OhxNj5Cf6+pfI+xcRaWd7zs6dSxP0fb09kbbH/dl/aTLU7aStgXSV7nhtQhX9d2D1gIYMcKb10vT9y0z9ychbZnD51gYb0LzGGHvKdRMuBaSnnX04dNZ20PK8vFz+dUvS4zTvYljKPl6/prPevU+z50XWP0aGPFxwW/1wZ1tDMzVnWSMA7HtNUrE+o1+myvVd5hvY2lHb0s/fMi2Xzp7ZKtnGy0y7+PJqlkw/fpKNfXj8XQuFj3MThm5bY3vzqel5MoatCesC+p0I7z7Jo8nS6HQh4G+lpV136E+l1X/eP9kcPTkYMV5w0STV3rbSuvbWFbkeQhHkna/CvXuU7lXW/CMVnWRu9b+/Yt7f3YVp0Oy8L2SarTZONd089hf+JaVxubzbXl7MK6c21NHF7tu/uhbw2sr4nzSkdbt+T1GdlM3s7E6BoTMrGkKhwifXC458FM2TqkHelPrn9tcPCf3R+QW6f8yLlQqr51Uy3Vzou0ce8Qnl0myjN9sU3QUbWrPQzj7wwm/DvRr2Na0Fvwc0Hex2+DJG3ujM+KH228tOt0Imc6lNnWdkJ+wa402ezwZ7OXwF3QddXr/StLHnMledRPNr75hM/8kFPVsDBXfrQR73npfMvDhPAFAkNjPtEjCMPI2TUD5ZU9coUiX0McF86+1eg9L+DueNnb6ZkHlCMvds48PM3kwpEPRN6PjF/3vcdgKxdrBHs8edj3DPWB4vrlsTLnZ2KunauFwbgnWj4zf5aHcah2zsbfYRhr4AWmtCrMiH4XV6qS2uTFmGbGtFAeamK+FhwQzpU+Sj8G65K0j3PFNXD2GEf6hFJsNtXRllCmjpDvNtXpvPTEw5R0IR9s12GcOhLGgJFUmt8DOd/tJkivoH3jrp3iStJ8S0IerEiqlbWdbG21Jay0vbxjE/LK1ZcmaT4kW9viSjY+2frQhj44LnmhP9pI0vpvMu7d3gvtw7qFcrLZUjbwjCa1rfrq+IAuL5TTfbM3kXeW1VfP/tWxrFw0nj5s437nc49yoSyJpJJtnpvO/nA5gw4Pdeonabk0sc7tR+qzk23k37x50146+zK6NrOlXLg+9FGDzr9lbSjTtn4KeXWE68mzoOPShvrytnWvapQPvyewsGYW1rv2/Ceq/sk/+Se8SL4tX+6+f/++tOO58Zbnxw7LHZutU+lb66PZXFrZuuWyZvQxSfuorE/JFjflltVN0vLONo7DePiXBX0R/+Mf/ah+/OMflx/2fN60nTrSHS8SRu4BjsGyVBtSfRL6Zxzcc5QLdQ+Hbc60laTlq/MiRtZskpYz3Z5yYZ3tpZaTtDkzLo7FObDP1jf3B8vW3XPf73LHrd3i0h/Iw/it044x14b8vR+KeBF/KzWHWaILCTM7f1LKp4vc/eqeuTih71/mOXG/W9jp3A8n5nwgXlLfYUjVeX/LS6ILvnn7bb378J53IyfujCsxqNrxIsgXP59++hnz8FndHF7WmzefErMdY/cj+bi9A2GvtP+Zub+G/S/szY7ZuXB9ntnTznygmfCzyVgjjl3emKzP9jrbrtjosZJXZow6tvZTJWkv6rSlfpIaxrHau4tXLxnPruk4h8WlnraSPMxDknKeez/WyxdXktY+6forcZiI1Vzmlfb0ybX+6tXrtjckj23sV9vmj7wYhrH1h/nmg33Zp2Myf8wH6WMObfco6+1PXdsk0cSDDWWreULs5IdhaL8Z6FrSPyGvL0nauFCphbPTCjKQXFnKv9hwc8PLwcNQI+/GhnFtupitqqEhGRmDsR3pP40fx32Nw66SoexjZB5WGum32Hyf25nYZ1c/9gv3IGOojmMrrgEb+m97YVt1XCPSM7ne49PK5Jdtu54y7QnzUxuYbT9JStvF1ds0PXL6Y3rqOhap9YKmDz8MkRi4fpbS3sIcdPQ6aZdJtzimkqEKJGPlCnWJ81NaD5c+dHTfrdRHYy/ktzPYQlUqAWU/9LkONdCf++9+d1M75i6UB3xZOH8ZR+26H5mPzpE5eX/Hi2D2pu18xjtR1rL77fk8t3Vhu+6XY5Zf2COeA4f4wR/6DH2qO7GvnXjJfX93bvem29v72nBH+brfc8uhPv8TPnQ47+aIdcr0R95xfMD3b9++5eX41+3/hf3NN9/U+/fvyv9Pp2NznOqKM/v5mf1K/jmUd7gHCnV8tpg5T0ycR0+0d791L3ZfnpGfsHfPi/I77g/34OT52FxZi3P0XJatv727r/cfbhtuoWf3z/bP7Brvcy3Yb2CPD1F0ngfnFhSCsKibbBhrGJlnygkV6DofDfZ7PS9MwAKsK3ST1DAAmsEiChiqUuS6WKEbHub2e/bxZrOetmky+mMwtfKePew/bDV1wx83+9TLm7Fev9jVJy9u6lM+rr5hL//k9Ws+qr6uTzlLiU/8Fxeoe80H2JfoHQ47PrKOYCCfH8ed4HRVJdlAvIvxrw/jn9vZzVzRL+XywnuW9zDp+Xwu59m8Etb3vcXYfQfci115K/1uGIqglvOTXPljoYgPPi3EULvaFwt5Y/kaC34/KV/2reY7Mf0+arvrOrr8zk+CYxepuhe2kSS4P7QYDsNQ4zi2fX7HO8Ddbt/4/X7f5NZ17KhXP0lrW15XfurXx6Baktan7bXnmebAR6sD3yN29qVt/MBwNVQxtStgLzaWrJEJ+KzYYgY/sX58l3D9T/TOxPTBh4tvlpW3dsR4uqDJ0F+xv6K7gE47PyOTV1c7D7jIrduw+WlKakP9Duvl+/uLwfr0PgAAEABJREFUZrPllONbi226fDdSrFPHvmYo+S3XUsWP+Tfbhn4nfJ4cPzgzljNxMMfct+TPyBxrG6d7KmV5ZcIx6GNHYXfjl1qJxVZettjTxwJm+mhgjc9A2cJaZwTozQ0zZWVCfub73KyMNzzLA5ZyeBmrinOKvHStRS+2OoZfWTc+eEP/R/bOcRjrZr+vd+z9/lO9v/nf//P67X/xW/Uv/offrP/7//X/Vv/n/9P/sf4P//V/Xf+X/+a/4b7wOfeaW+4RX9Xv/M7v1G/91r+oP/7jP6pvv/2GD53Huj/et3/q3jHdH+/q7fu3ZS75fsr/7YSxn1nH85q641729t1d/ezzr+vzL7+pD9zX5nWscf+ikh1bH2fKZWDvWflGeWIcVeM4VKVaXI58uzzPyDmThXGPO6rgZ75JTtxfFmJbtAr6/NTK/LpfSAfChZGQJOHAvpZOTWwm7W+BoDjh5NToUl0+M4krySQKR8JmHB4ihv1Y42Fffi3es9GKw8sXJd1d5DsW5YCuCbjglMnkja/jjLMTE9L60Fv6KTxPAgHDUMNIPwI7bhrPkRAwEnkF18koL2YS9jmUX8N6k164mW84tgPFPQcbocwbvDpdX6od+36OAd/1dcR3+eJSR31taOt4eQnmIcPDxkMfHALU0b5tirElKe1oT8jX5UqIFbgUG0k2WbJRhdr6RaCuaLrMW7LZSNJ8sO+OcRifyJJH3WTTT57Kku+WK/XRSx+skIrnfLLNf32fgfrulaSSDY5jZI7Eng1BOG8dytV5xNYu2ajWkxADyvV4JZQveJTWQ7/F5XiEOeFcO+cdljusF+o+gHmRV971Or2WyatHd9/5wcMHmToddWXb9gv7wsK+YL1UyAv5DstiyNDGacwSehGs7ST1REY5SX3sSm3zqr2OrtfL0i6TWr5G98s+e73xde0JeSHfY2d7dW3j3F/nwTVvXRJVWZ5rg4XeXmr/ncpbn6SSDfZxDX1YiLVt1GXZN7vSLldHf/ve4Z7hGBbmJ8klvswgjVb3bmhdroXyQhlvi3tRVerJlYF5u8yTFUkq2aCfyq6xYquX5fXBcrK1kVcu5L8P1n8fuk3bdh1l8p0yWqs/iiQtJvrf5yxJFT91fa1YYTzaFVZ1Kq9+Ekhasf+RpJINynobRE2uLEnZd4e+VOrhSlJJHvy0viPZ5MlTnWQrJ9+l1a9Us5mk2VecbHyy0d6PuX2998lbp89JylgLbQjHmWw25M1BIW+OyjdwLzNfzVPrtNGpdpLNRrJR+xS9X3UsX2PkLKB/O14A6/d1nXyy2bJth3J5+5aKJJK2xhpz+UMdx6CvipK0OGrjGvp43X+SFueuox2hHe11HHlRJe45sF3jjhe3yv1A6QFyrrUW1yxru9uRiiQtp5I0/+2zXLvjUFLXNyldVVv9jI2Zs1azh82Js1f3y/lxrpKUl35altqXeh3KhHJ1pZbVF33vt842ytQRypK0WG49VbsG9h1hQVvCtu3gypq03NtLr8vJZkn5xq7EY8aUo19qYcwrDw7hIaB8MIC3TFgqSYNt7U8fki1eGGg/9iXT65I0/y23seGfPOGlX3pg/545U594+TgMI7ojfQy12+15OXxTNzc38Ltt7hj3gr7ATHl1XxYM2rdQZt2Avhgv5xWpc5qk2VPPdlLhC9HrsjJRXLbVlqCI7yuxWhq13GG9SIhVpYubrraFPjTKWVsqej/SXu588jTGD0Zh7Evfkq0v2yjThvGWWhZJiO9QyWZP3SStnDzWJRtvm50vB4ijdoytkO/QhnpJamGdbPK12VReXOr0dhRbzKxT1zqxG7c5Vs/xCOXJ5p/tREI/zLV8h3od2hSOXVvyUnHiQbavXeufwzr1r23JK9PfJDxozu0FlueJ/tvn2lHPjxmVqiTsRI8xsO3hwLMf52X1LPsh4dWrV+WHO+HHTWnbp4l5ktKu8dcv28kL+7Es9E0qHGOytVOuj/05ybF/9dVX5Uto9aR3/o1nnqkch89srT/uEfZnH86BPgk/BilzPSYp7dtnkvaBpH185MOjv014Pb6uLy0u2zgG9fTjP/3P/tP623/7b9df+2t/vX7t136tfvmXf7n9RpEfMNWxT2OiLzRvsU3S1q9y67Wnj8bQuCrTX+WiuNS1b+Og78otC/3VvlBu2RioawylxsZ2SVr++sJe/zHdfrod+9FOQiJQo9x9xRdE2vJDsR9sfIbd0F/KH9tHOPsR2hby+iKvLUy2seun47Q/efu0Lklb48Wlv7bpSNL2UvWTbRy2t22SNqf2Y31vg5k2Xv0wRxyDvPVJWl/DODTaZUnaOrGs7x3GUd77lHYaz1qW32JxWx8+fCBHxfsWD3Xsz7Ekqde8sHZu9TsZarncCKRiu28vTd547i3G3nGxKGulP/uXrtxLVupRLiE/c/5a2cfY8gphwzimLK+Xe6F04UVcl+94xyNvO++b8lLbq2vbhfuqkFd/8OzxcI/FX+pv+ah84kxz5pwjnTlzlE4Dx7/xVYQBf4ZaGbswPkc+ikiToe7vT3z0ueXeyfsl9pw9+8kwXPZ9xm+benKt2KqWV0na3DnXzoX0zEcX1ZOUdoTx73mTbHJ97LAPeamQn7nfacv51ldl2jKPXbcvX95wz9/ht/f+Hbk64FPh21QL8d5wfuAHYmh7oS/S4rK/bj8Jdna13x2wfeBD/Ju259pfH0Nv22mSFgP9Ky7l6pp37tlS4Z6m7/Zrn6KP78QcruSXNpQnqSSX+I2NLy7r1DE25qu8MqqaThLGvzLmpfnU9IhjH5+6HbaRL/JFPonkCbSvj0Jdy65Loc0Oy+o4/8o0sjAe+7ed5Y9RZUma713H9tqTDoNjH6gyf8OYFtb5zPhWxulYla3c+3j7mpG529erV6/rzetP6vWrN/Xq5evy/wksBurneeUlMDCvl8LGBte8/elPPVxp3DjqQy4+psn6HywpbOiHEus2rEvq7F/IO83QmTPAXOf2wXauifXh+IyXfRojIS+sky742NH90pd1XbB1ai/NXXP+hUKpsXetHHlhfs99+ngNzjLa7LC/ayRp41uwvTKoJC33EmhtdcMwPMqueH20jSiuJKWfG5g380ubVVgC1CfEDPmR/Uvf/d+t3eG3Hw/u2Ztu+Vh7y7vhEzFzzjoISYt3hrEGzvzhHCgdpPtDjWBgD+uy3Z61DHbsaTuea/sYpBkex5MwRsrKHhGcrTImYsXftYr+4RjPSqwW9mF/G3hm710E+856QUFrZf/h44F1xf2ALmo3Dm1vef3yZflB9dNPPqkf/vCzBs9Fb/jY+urVS3T2NQ5DJanYL8CFh/4XgtHnU7qwzhuQz53nA//ChyXvU+1fICPextwcM//O3L82eianzuTpqb2Xb/U8Y2m3Y2Z8jYfO3gf1B6zEAoJrRqdajgz4LZQ/h/pC/6Ur+4R8hzKi/DBOy+L77FzLkzwUk1SSVk7S+CTNv3Ec6xrmxpYj5su+3L+Fv02nXq+TWhbyQj0h32G94xfJ1jcO8DNsID7q2u5w2DPXB/auXQ3jWOE+hVLZVjui88Mw1jAC2mO1vAy/sZuZ8w7LxkwkaF7BNsJ21n8fzHnR3nWEGQELs8y2yZN+bUBmfZNhkJVRlhuqlS5/Vj2R4b+x3bFWGw7EHOwoKx9ZqxmHikDXfn0OdnwT42zfti7U9znKJvLS9zoT8ok1sOCP7fRtZfwdhb2P4krHTG7ttdGA/wYNHefGeuPWdbwXC+P+ANqpI2xtNDQh5Juc+PkB1bLyamU4KcQcCfnw/vaWD5/v6is+in7z7tv60y/+tP6nf/M/1W/+9m/Wb/LB9A//+I/52HlXP/38Z/Vb//J/rH/xP/52/Xf/7J+1ut//wz+sP/ijP6o/4qPqbyH/57/5P9S/5EPrv/rd38XO5/WBffbY1vrM/bXY79yzB3ofKhkaXf1oOlXN08o+MTfMrtsK+rZBDb4EvvvNcWG/W8kSET6iFpiXc82cddynWOCldTK+PNqu7ClL26+WGk5sWv2mPC8LH1OdxmrXyp9JKkkVwQkTmoQES9ObSISJ9h2nyw13o8e2wR0vN0c3Oh8mfMCVin4jdWM04ZzQlcmk261PGLrD/6Ws61BX+LdXzgxS29c444e63RZmsOFo5OrBdnEl4c/v/3lq4/v1rEmwxY98R5LWX5ImMlb6J3UM3c+QACbh4XBof8PTB2dheWQjcqFKh8scJJs9jRoy/RSKk1Sy4UGfdvIdyVaf/Ploa4+vg7jY1K8Ox6Cv0uS7tm2fpDpNUl76biyEvFAukrTx2EbYl7RDHWEcbN/jOiPQznOo+xy2u4Y2rmGd5ZU18rztddm+LEttIxXyHwWLUbui16svtJNsY09iscUhSYuf40/yXVk9ypJH/lpf/mOI6/yqTffpmm7r/lzd5+JKnvbTbScp+eJKHnWSX5ynaftZ63ENG58noO5J+dncd//Vkdf3aygTdqS/5pi8sI2w/rpN561TT9hW2N41IBVJ2kFImYcRIT8MI/Fha85QxbwJXK+68FLtK9uwsheubT/Tny4bWIvuFT4ACx+Cex/2M3Jw73RkP1G/0/o5l31bnTzOVy93mkT2AbZ5DoeTpJIND8q/AJOk9Fc4BlEfuZLNtnrDMD60GYhNh82STS95pM1fbrSNGtSoWQ9xNtZik1Ybx/g9ffS+pPrqvDgX+/2hHXgP7PGi75PjZT7cU5M027YVyVZOvp+qJx7sDEPJ2/fW777dU+TtwzEWV5IWo3p2WS+8p3qfEp035488NBqL57CNuupYZ1lqWT5JG1vYY/S3Qz/1t0N553udtMNxCGMobeAh1XbXcFhJJA36IPRJKLS8Mu+W5busU2UdyhLOP+SHMtuI57xlYZ1j77BsfD4G9YV9dCSp6/Ek21j0V13tXUOZMUrCi5qpYeV+Zf9Nj3uNdPZhGuhHP4soF8WlHeXOubId+clCqJmznvb0YqAPqWXrpAv1oojnGHIQHQ6K7Mx+yPRcuZCX4SGMB7ChaDY3zDy4T9OpFs6T6s++0OFl6cJLCc6yNaxpGGuo3TDWLmPLo7q6krSSvjteIS/oiX7cM/s5ci7HZV2SZss4G4/eLkmNjLvL1LfOuCSPOZCkbGuspEJd4VxYTlJe8gsPTdYJ7QnrpEna/mC/3TfbWG9ZXqpPHbaTt3+hf9IO9ZO0sRSXL9nVv+6/27CtdZZth/p3fhLGzvxarw0/otiXbZ+j22n5xritT9LiZXv7ckzCWCVbneO/Rtety2VZlhm9zCsca9I2SZp9bRaXPgrYJret5U47r6/yttOO+iJJyw/rhTrK1es2Or2uS6Ja6zNJy7eFF1naaBX8kWw6tlNuPORZMHwsuG/PT8qE8t6Puh1djrnmp34lKf9TZlt1bWudY7NsXZKH+Pmc5jOZ+sL5ELZJ0sZRXL2te6/3Eu11UM3PWqjXzFq+u7vlg8eHevfubXuJ2ss+983kg5cCzb0AABAASURBVL7bl3lhP+aRLyn1RR15dfRdKuTppPmtjSQPvvnCTTvq3d3dNfnMg64yx+J9wnORsfFDpu3Vtd7xOA6pdT57qWs7/VNXn4Rt9CNJeSUp9SCN7vcjdGw+2ufEWIdhZD5PyHdtLSYhRnObZ20LYyG0L+Tt23gYG+fH/i0LP1j6PG1bYb3+OAbbfvv222bf3wb69ttv2/9K5vPPP29/A7y3tY288bIv29mX9ntflp0LqVCuf/apvtS2C/eUJLpQ7gvGaOAsMgxpc7HxQxu3dcmWf9oS2tAPfZIK+7JP64pLPWGf9o2oxVl7wrqRfVs4J/0s7IclX/g6t5999pnNtjXJ/dE22rN9EvJ388uysN41aSPnM4ks97FDm0tl9pVscm3ZZuZ+29t3/3tZnYncdP7evXvXPrA6XmHZcduJc6n9JM0vZbbVThKLbfwyyuxXalkkT3WuZde6trHc65OtnTLrRJLmgzJ9mLjfS62Tp5p53nQ2uff8am3MAetfvLghbntiPzPm9w/wI+vd3QdyYyKm4cXXubXrY9/t9ujeNfj/nLy7O9Y337yrIWO95GUmDevgvKfq1YsXNQ5DERjqU+O4Z93t8W2siQ9F97fH+vDutvynV9mSa0f9HvvSkeekZKDdQPPtvuJ4O+pyJXR04a3bxrvpX8RtDK4j59T1I+7v72rhhd0w0p63cSsO0F2NuwD6RT6MVe03Vkk6c0jbwhgL+1u530mVC9feBz5Umzuu9Z4/5r97mXj16lU7XySp3lbabclr31zVplCWbPp1udSXdT2fLu/f1O3ylUpjODofYNc+Cu2YA0DZdgnjR882wn46tNVh3TW6DsuWMdR3MPPhUVQx/xWOk2vTGYaRFFnBAlZkj5hZp8KPNH2vMQ4d+mK/+oHLDz/KPE/ZVuHYxjZiuzh7L8z/3PrSl2HYkU9p8pPnW862c/N1QTazT99xr7wlvz/A39P2jJ3tnGo/rW8DS0dhXBDW0aH9ywvua37Q+uEPf1jubZ/woct5d+8w9gNrIaHVBeMwlrIBmgwlFVWpquGCFKnZ/D/j7+l4LqnvXL2nNnBfMzYr58GRsXcMgzaHCtRn3pfknR/axI3/lHp7/t3zTHqop21Cm6qk2jVw3xjBbhxYo0ONw4YB2YASHlaxDvijtRkH6tEdh4ExBUiHsg/j8BzKxdD0h4t+ajunTYz9/ACfT87tN1WPVbxspwn6Rb9OylIL9z4xTWfOOncNrkHXvzl1DddXA/tnyzGSeSYHJyl2inWfBPvdJ2JJ2XgO41grvDur8B1nEa8V6LcfaaQTcWn2oCv6GcbCoJ7XEuyx561hTfDBYZrDOimQWlZQ6I479MlZdFdkfI9ovw2m/RMfMx2X+41725GP3n4o2p5tiJvjIDcmzoDmyUSuT9PS8lw6wy9gPiO7QH6lk5U1sRLSa8zLyrNh4Vvh4wqWZquv1x5bfRLGXb8eqfNxz/nryIfXY7XY843AdlOfA6i5/ByuvQ7XYAPjc66VtzLOLkI/W91S13Xq1PWV60KRwuufjdp0nrbcSkkq+fl4muNDWU5SI/nU14X3Wvlep98r45mnmbid6nT5lmOMj8dTi6PjxPmi9webFBqvLW36y3X+VqvnadFk3LPdG9yjLKvb+y0u+9a2NEmzZ71I6O0K9eyi6pmkdKm2i+QilnVRSlLf4QdFyKuogqrDgt+xJkbuZe3D6X5XwxXih9QLahzKXzRcaLoMYb1VuVYX+nW9ztCWL+aMPGCJVdBNUkO2+RkG6AikFyTZfKrtcjQbx5/UUVmPqHrk0/hVnQo9VkPzo+CRt7pO6U+fXXttHzEPBD5bFm0s3CS04TytWAxjWNjDXH+vXr+qv/4f/vX6B//gf1f/6B/9o/qH//Af1j/+x//4gf+N3/iN+ot/6S/WX/trf7X+7t/9uw1/+z/62/W/+Tt/p37913+dur9Un3z6aWnnx7/0S/XpZz9oeMP9bWK/vOOedGRvObmHuJ8g04+FPWT52Fp0nCtz04PWKX4/sOj0H22JEK+d64SYkBrF4mY/YhaJR6snZklq4PKPclF9DL1eg8Vl41VHL463MgG+pgudLOo0utD3BnW6vd6Xi0j0cqddL0mNJKk6LrqO3W7XDoYuyGuZemJk8NpI8Bxc88WVKIfhJwl/bj/LxWd9FZt0+zNJJWnx6vZmbxpsxH1TduN5buPaju30TR+FvDLMtjhpz83eG4GwnKS8tCOe2y+SIcmDX9q7hn2Mw+OiTL5f97rdz+PDonlebz9dJi96WXpdLq5kGxds+0nSNpIkLc7JRh2z6OM2Jtfo8tWFfZm/B1nVE1tJyivJR+XWiWSrl+9INlnylPb6lXUgLxX6oJ/mhvSjYONRrq6wnUi2PozbNZJNbj/PYTvR5ybZdJONqp888pavYduPofuVZFO/7DzqKkhS1z7KJ/lofG1zjfK6spc8trNKJJFwz2a7Jsa2b4LLH618sXERPZAkzQ996jAPRS+7Dt1DvLELeWXX6Lq2E9Z1WZKH8Sdbf8WlX8lWTriBXXw3no/wgWtua199QdOHnyTtoclDSIcPStfwRZFQpo7+65u2rnNL/hrm5XLZxx/92fbqn1fWbseDo9/DJJfx1+P4v0f1FxL3fq/967JfhNrOcV/HQV65VMh7j+v2LCvXQWXSDsvW97JUmVBuO6l9egj1AO/+bnnioaSXu56619CONoW8cG6TS1yh1nWEfTlJKy7sh9q1r96n5WtYpw/61mFZaMT+krTzQbLRHYfI4tIPkaSkrguRpJJHmXXFlaTZUcd7utS6jmRrl2y0uOwf8mTt67/jEfovFT1u1ndeqg3R7UiFek2eav4mMFUPfJLG61+Scs3rs0hSXrZ/jiQtHsmmU5crycP4tSW0JepjF/vF4v3B8wUPf2ceWideXjmvK3MrBuZbYJo+g7/FuWhXNzeHRv34eOAhoMEHgUrxNFrhfDau4bE5jbcsFnLS+l2GEvLT6Vwr99Wizcp+sfBw5d8alh+wJ7VuHMY67A/cw8ORZKVmi5lzUFxJamVMxp1i+5Hf6lfKay30AVNJHmBZ2HbBD9HnRJk2pElUw8bS+lFnZOxJmi3bqadSEknTU2ad+klae/PJ9ZCklF/PVbLp2E7Y9sALIqm+JFu97c1P5erJzxf/1XON+dDhS1Zph+3s3/rOW/bFez8TFtfIGVe7Sdo47AdxKU/Sxpxs1L7Vtc6xOCaRbG2tS9LGqlwk4aXFxAul+YHax4kc1J687aRbTjqH9dBvcWnHvIBtcqn6jj+Jxea7D5DaEtZ3zOS/Sjc3N+T0DTm9t9h8so1yx6O+FbaXCnn777w0SfMj2ag6ycZbb1naYTlJccRufibZ4ltpPhRXkhY3x9n705/eNkklaS8knMckLcecS3WUOdfJZtOXUM6TdUmqX9o2bsZeXrk63u+l1imz3vlQx7okzT/rtWu8pMIzQ3Gpayw9R5jLvZ28cuuVqS9vf9qhacuNZFvr2hS+uLed9nyRr0xd22rH8epnso1Pe9ZpU6jjS+EkzXfL2rN/eV8gf/Lmk/YbntrXT8u9Tpk2tZW2Rw5t3opLmTG3jfr64ge8PmeWXXf6p0/qGTvbSF2vUtejvHrq39/fkhPn9lLcsv2LhYf7Gfj/Yv2TP/kJH5fftZhpo/cpxbV21jNWSZq/9l9cytTRnu30SRgTZerJ66N+Sc1H/dA/x+RHUz9yWu57jXqWhfa13Xm6bTmvLAkvv1+0e2CSB9/0q6O4uh9+nPJegIiftPyHafbUN+7q2qf9dT/sSySsEe5x1qljW6ljTWL/zaZl5eppwzUljIFjdPx+YHKenGPLxkIfzANjKL/tXNXmxfpuU150+/pmXe/3mu+y4vI9AG62dW5b21kvbGNZuT5L7UPfhLJOrROYbONN0uag+cy9VFtCu0I90fmVGK7oJdscJBtVp7eT6o+QF/IzbeVtr36n8spFl0l72baWhbpS6+Q79N+1LJwDdYyB8/bNN9/UMIxN1bFbJ9xLtK0sCbFdy78cMHIfTNg7OSeFiTxxVjK/9vsDMRvavvvNN9/WF59/UV9//XX7WJWkbg439fLFyyIiYACpMWPthl15JcGPoSFJefX+9cExSfVN3nkTytRL0u5X+icOnBFGziPrwgs931S2F3uMY8ayPG9fZz4onPngKxbOQsOAX9ixD7EsNkSfn4S2lM2V29u7KuYrSamnH+a/eS9ub29bHJJtHW/x2bexYaq10bbQ94lYSkXntavuNdR/kGO78eTbzIcU2y2cF5uMRskWwySVBMn20+u3Uj2pm3m/dg37E7aRWidtQFdaXElafrgO1cGli91cUWM71A0f+JyXqq08MP/CPjD1nR/l2mzgfLI0LOz9TmRhH0tDiG2KScGPudXhUivbXj+Nj3N34nx94mzvfAn3L+V3d/dtzqyzLKxr4GOGZWHZ+bWt865dqf7Zj/3RcZtjUgSqX0o2WN/1kq2OtMLniQ8op7rnI4p92Nep+XrGL8DLbD+yHvXl/lRH4F9QEPJnniX8RR3b2Yf77W5njIvYDLWtiR33vD04PMENzy+Hw/7J+hnHoXa7sXyxLT+y7gfjjM8DGKkfh81+parYDFY+YyzrXA9grpQNY0qM+LPbjyVG+BH7Nzf7evnyAG645x0aDocdvuzK/pNUIgq6YRhSYsSnnc9ZUPlhYK2TfM6Fc3Jinp/D+DTc3/OB6gSmOrNuJta/4OhQa7BTKXnEVZQL21K2jJqYMOuoKAKLeGDkax3ZCz+wN3z7/n198/YdeFt/+vlX9ZM//bx+8rMv6qfsiT/74qv6/Ku39QX4/Kt39dMvv60/+dmX9T9//nn9u58B6J+An6D7U3T/9Kuv62fgS/bUb969q7fY9p9z9l9ROrMGja+x3xnjoXBzrfZbXnjkb7qubT6mWmuqeTkzN/ALQF7qUJMU7dIwsmeOLaa7GvkIPAxj5YKKvPJDjbtDZdg9YC1iwDMuLtVqfGDOfHRpaB9h5jpe8lkqTuSs94+Wu8TudKnv1DkUzmfDZZ9csN3KF+p6siy9xkouMLzq10pBmegyaRJidoWK4lJvYRFrU17IP4C6pvjsD/WuYfVIjg7kUPJoWx1tuYeI67FOxoMcPd7d1T33E//5cfecEzk9G4fLe4GZ2NpWGIOVXPbdgr0M9DUOQ43M0/U60ZeO7tMw2IKMuMydtoT+XUOfHU9HMlSSBwzwva7H2/ZBaF8dSVob9ZU9+EOcdrt9mYPDONQwPNrHxPf+JJs9jFalqihXpwNMw1AYvNSlChkpW2KplbWxluewiX1LnLmvCnlhXcsH5n0ht55jbTaWenLlsZSkkg2OS4zjiEtDScfd2OgwjjWM4DJ29UQuZYyU5WEc6bFqZe89nY91e/ehvn33bb378K6Ksf34l3+p/sO/+Tfq7/wn/3HDf/EP/ov6B//Vf1n/5f/+v6q/97/9+/VBvRx/AAAQAElEQVT3/v7fK+l/TP3f+/t/v/4TPrL+Z//5f94+sP57//6/X/vDoW7Zzz58uKuJvJpYzzNrbiL35Cc+rFKsdQmDHHBroNsR33Y6VebKSjg2hDJqNfBHyv8IYeOLUsPqn9RcYlRczQaKUooPP4MCnTmzUMTEouhQ/jFYP5Pgtr3Gg9ULk4RBMBgCvgV6452kHZuj2O/37SbqobrjhhcnnZda9iCqrujtrvkuk2o/SblgRB+DvFiJpHThrrQSlOUjY+my5aKj3sfguOzvGspE8nQS6nIluXAbSVJJHmLlGBybkNeW6H0o61DnGl3eqW1sew1lvb5TZeJaL9n8Sh5pXS7C9p34mhcd5tJCXDuMXeelvSwVmk1SxU9xKVNPXPOWqa4kH8W1//JVqY9d2ryWJ3mIv+2SVPIUxWU7b8z6cQ1zzAeHRhl3p+rT7PLzSJKntu3T+Av5ZKvvLbQjevmaKr9G84uNplF8+T5qm2s7z3nrk82P7pO0IdtazoXaVv1O5Tvs/2Mxe5CxHtXtbTtVZltjeQ1l6uBaJanmz2WPCRu25WTzO9moMmMrnud8kuqXtoX9SZcr37pOp9rsSNJ8STbadRzDNbRp2fokxV4t+6RtstlI0upcU66nDg8vHr7vOdgIH7ruOODccsAR8tbbzv6kwjFJhbywXujT98F68bH6wsUklaT52v+41rWtfV2j11vXcV0v3+VSy/otjINUWUe3J1W/w7LoZaltrtsrUydJOziYH+ZJh/ur958+11J1lAt5ob51nSZpcUk2Wlz2JexfIHryox8dXc/xCv1WJu3QhnXCvPADbedPPOQqMxekvY02ruEYrqH/wrF0X6S20bZ9yut4so3NQ5tl2/S20uu4JJuuOkM8wHC+4Uai7Y7u48+jTZeV0yjt7Ve+t9E3y8qFfEeSav2zX3SZZX2Vis53qkysbS9Y2n0Pz8sH6/6bFgce/G94AbCVd+3B+/XrV/XJJ68bPv30Tb1584qX/5+U/KtXLx4e1vc8zO/H1C5VHkUH+gmH50D3+Hmz39WBQ6242e9rNw4PeVWXa0BvJRbOjXMtda7kpeaAMDaOy2YTB3P1bKdcXrn1zpuQNzde8MLJl5k3V2czy57PDvtDWzfq6oc2nAttatuySNL8Vtbr5K2rysO8aENoT8h3JN1GNf2EPZRx19Wl3yJJ2c91W9WubVpWR3Q96x3zgYO7doR1yuXbmKlTx7JjSFJJWhy6bnHJq2dbis0f9YV9Gifnx7K8c+Q8uJ4sd1gf7m3aEdq1vdCuMvvR517Wt3EYm1/qa0NqvXaTpz5ry771Rz/MHduon4QHD7wi1trVTq+zX5ajag1oNV19UU/hyEOWdCbn5PvHNmVJyo886msrefTLvw2sDfuaeUoSlrWRpOSTsBZ3Lba93rHISxPs1ea/ZWGdNrUjdUzy1oniUi4vZtajZWFb106S1qexMmbqWOdY1LMdZsp65fahv8qt73DM1qlrvby0+6P38sqsk7et8ZK3XZIWC20rc97lk7ScTNLqk43ap+h2/DhpuftpW+uKS9psModJ2Nv2zZay169es7990p7hVl6EzbwcO09HXsDeMqdHXlbdlbJhrLp5sa83bT/8pD777DP2wh+U/d5c9hSpPoz04xqzLJQ59oRIAHl1clkPxsG9SLnxweX2k4QXwjMvJ88N5rbjkjpO81v0stTzlNQxdyRpY7YffdEn/RPy+mLf2lxrrpGNfLcfWBJz619n/EhkX7udv5W3NPmOZ+DXr1+33E02X3uu2Le+SrWtDZFsvihLoqjloM8e5mDXb/XD0PzuPrcYZWj6dbnUt159+SQlL0bmwTphWX/0Tz3LbbzsB0na/L9iLMbEdo7Ns7NloY3imln/xtcPPMYDUdsrtKfOMI6VhJf1p4r/wdtf19OHmX1AG/LWJWk+229xGQfrpB1dX6pMXfvbMx/OoXks1e9kmwtt2Jd9dNhWXjvmijqWkzQfbG+eDOPQYj8wB8WlHNLGqr7tLCvXF9Hl1tmPfTed/b7FV7v6rG5CdIBtOpJNZhtl2pkvz4Hasqw8SfNDmWVhm2Rrr89JFDVY39vKi1bx7A/tGZdef01t39XlrUvSYuaYzBF/a9j7gjHxo+fnvMDXnv44ZuW29S8F+NuXyj759BPW9tTsjMPY9jqfqXwOUufzL75sH1B9Jiryyb6cZ2OZpLr9JJVscbGPiRxL0tam/Ytk00k26hhEcXUK22KrDeE82sfGuw/N+DvT78o6LPaBDQsv/1Y+qA7jnrx5UTc3rzD13bWKsK0NY92R4Oe4w+bCx6+puFVVe6nIVxbp3e2x/Dg7U/ZD1y0vIueF/g0ULxKToQIKIK5AxcLa1m/7MZ9H9qtxHCvJkzE69iSF0G8oklqXhfEt7P0zfk3cC6Z2H3QehGvH9S+MkX3Yl7YcY4ahjLn8NazvevLWSRsoXPvXZJcx2OZjUIdmJV05bydp/WrHfJPqR8L4qtqYLJtH5lBH1z0e7+p8PqE3Y3O5gnE4M98TMutm+FPTPbd3r5ZXZBvai+H2onjFVjX5mY8Up9NU93y0fP/hQ33zzTftXxlwrbgm3r17X+a8e7RjXRn7ta8t72/Ir8PYxphsY2JY9LHg19roxDvgeT7Dr22uVeP9c03E58T+LeQZRa3cg2f6ObNelB+nc53AGT3X0EKbgWebG56NvP/ccK83Znv2NH1LQh/bXFtuGCmDxLqn0FcxXPIjSRtLj/9Ifj7HtW6l2jh7vhWX9bbZ85y134/stTtwYA3e8CHVtXjT+BvG4PPdq8uzm2XbjOPAvhP8SCVPUVeX89Fh/8Z5m/szeQCIm7G75+PUkQ/V4uTHPD7wnQUfDCzLT+zrM/kxKaPOj4Bn5uAe/a++/qa+9GPnV9/UF19+XT9jDxRfKOMD6PsPt/WeDxLv3n/gI4e444PoBz56vOdj67v65ttv69u3b9tf+vpAnrmX9jUrvbu7bb95e8s7J/Pww+379hvVll3Xx9N9necjYzqxF00EfK4haxGmGsmFneej3RazHXTPWWkANRY5NtfR8+P5vu7BaT6VOHOunPnYumSuGqqCHTHYnmfv3WFXI8/II/MnHehM2jEgDzr+NmHQW6k3d5eiT2AOi4l9a2IT9H9zeObr9EaXajJifmZtTOCaOocn5kxqnbjmZ+ZFmfQ5VvrqOdEop0bc+c5PkofcGjLUQP4nqeKnri5tuPZF78u+O/RLWNdlnSqzXZLa7foaeFGH/aE8Jx12nEOAdQ3jWHswop+EeV7b2loY70xeNrvsbTPwQ+xMngp/K3klzg3sHTS6GkFVkguGx3GW5lf2pIW90L1ybrz+OuZHoIdtz8PND3xpfjBnTyg+HS/vT90ve0xW9iu6av0P+GGcx4GEQ+h+JtR1vu/vj20d3LEOOu4vNqXqqGtcV8eJDe11JEFS3DNXnAbM/aa3EpKljc+2s3upe0PLsRP303Orc+xidrzYd699jlZHjqnXMROTzndqv9dIUiNz2+Z5x9qCtyyUSYX8jpwYxrHd61eeAV+yP7o3Jimfhe1jv9+XkBeHw6F+/dd/rf7qX/0r9Vf+yl+pX/3VX60f//jH9SvQX/mVX6lf+/Vfr7/8a3+5/oO//Jfrl//CL9eLly/anvQHf/CH7E/vahh3NWQkbiEWVTN7YQNr9nEcIaLoMH+EoARhqirlQ7n+10BBlXOcKuuYCtNgpcGGhflAWF6pJDJNZl+ORwwWkpQTbHCuoazjWr4juDsHM4ytnTojwRTWGTSDdcONU3hQfvnyZb16+ark1Uvsc6xx2JAMNYAqBorfBubMweHIweG+JegdX6RvH+Am7wOq1L95Kt+pMm8APZEd6GJgiKTjhdT1laQcgxivxrHx+DU8InkaSO3V1WX5u7hSgLUe8r0/1l+jK9p1kko26G+y8eo8ttkmf3GRAeWd79QFJXq5U3WFZamQ77CfJMRLPI1Lknp+2V7YXnoNda/L6nQot14kqW0uyBXm53rcSR7iAVPPL+04zo9herbBqmP/m3zbsJVN3BjaAeaiP0OVfwc8xXSZdoS+Xvve+GEkfo+xUye5GsfzQVBOtnp1R2LQYVkkWz2q7WcYhxYz12PXld9dNjXXqPKB3E62tvLeQIKFDamhirBaqnYl2cppRf5Y26YCs8lhkjzwFFv9wqJb2aGMydr4lc1tbXW93GmytdcffRTNd/cdYNm6ZKgkdtFge3bPZlOBfV2jz83E/IleZ7sO28lLk5T7nP3txrEdMD7mh76IJA/+JNFEQ5KyXtje2Pf98cVlj1QmrLc/dUWSZjPZaF2u7mOnjsXxOa4OZb0+2donab4kV+UrPnmUJ6lcUFdXklZq/tXGK0geecvC/vVD3zosC+uUSdVN0nzTbnEpT1LJBuVJLjrjhQ6NJimv5JEmG69caE9oRyRpbeWHcbNjvb4J+Xp2reTweslfq5I0/5RZltrWcQnnoh+q5K0T6gl1rmHdAy79PJQve7ntuky+9ytVrizJw9jMKZHkYU8w1zrU7yiuJK2tbbxfq+d9XPS8Hdg3rLdOnii0OCRwoLiSjU+8p6/lOPVPKoxHv0f3srSBPbf7ZJvOS3t9oxw054aZde+j0YofnLHaPFleGHMegNvUrw1+AHU8xWUfArb5qW9i5uApFfJz6+vcHhTPvDSxvF76Wtj/Jw69Zw7qp9ORlx6PZxYP255jPKNsLz7elWcW5ebHyvnEvtdnc26d9vRN6Me59et4Vw7WU3u5pny+8tWytpJolvGmPF+1uULmvAnn0Bhcz60yYb2H2N5GKupynRmnY1oYf5ItbsTHatu7jyWp9h9UuUjCfIwN6nVs+lVJykv/r1Fs7laJlT6Nh/4I9TvWqxgaE3FdJ991kq2vJM1/da2jK9UaLCu3P3nPlo7b8XeZZ07L1kuNv345f86582ydBrUl39vKd5mxUMd8sL28VPhAa4y0bVvrLMvbj1S/uj1lR/JQfe0L66XW6adQX/vasn9pL8sn2/pVL0nZT5I2f0lYd2vtD/tWtp33TO3U5Uo2HetGnhsUdx/kk7R7q/X6Y9tkmxf7tL9ralvbKXdsjsUH4mTrR5n62hPy5qjU8nVb+1MutKtNaddx/PLKbJukrTl5ZeonaTk7DmOjlNqDo2cG7do+iaTtq8nGO07XpBXakwptSpXJc0pqduWTNBvaFcr0o7i0J1zPzkeyxSPZ+hvHi3+WEWm/r3t517vPaZhq86ENZdq0H3PHWNufe5f49u237Z+PlbdePf0SSVqu9DrbvueFr3rOkXbU73Ri71DHeteMkHftCNed60zI+xL5G14o9/1UXW1p2zE4JuFzpx9tHZtjUTaMQ1vv6hoX0XNBG0IbSdpcJil1krS5KK4+Rtg2J34YtQ8/CBlX9Z2Lm5sX1I/cM7ZniiSUt/71OUmzbaxFcWnb2EiTxz6TNF3loi5Xhk2nr71hGJqe9uQdxxHqVwAAEABJREFUj2tEPsnD/NqHMUi29uo7Bu/7m+83JVVmnb8t7PiMox+/lFtvWVv6ZFm5NrRtv47TufU5Sr2L240kaVS5L8CkSdq+Iq/vQqUk1cdQXMqvYZ1I0nLPOtQary/OsX6Yk+aU+6M6vnRST98dn/ki75idR3Vs7/j0SWo/yuWVyUu1Y528dZY7TfIwL9pVp7hsq87KGc942ZcyfTXfzXGpcmXq2t4800fjn6TlZhJilPLSjyRNLq9M2K82hGX7EpatE0msauhydYRlIa9P6jdF/uhy2Ic5VCbUtY11+q9PzolyZUlafH7Jf9bt009ZM+f2wcgPq99883Vbs9px7pzD97z0L27W2jlxLvrpn/5p/cEf/EH7jdW37941fWNjLgr54tKG0G/pcwz4oUy/9FeeZg9xtD/hGLTR65I0nWTLP8dmvTb6vCrr6PYtW39/d98+OjrH+ur8ip6TPS/tz7a2ky6cPZWZC+atftlnsvljnRgGz107fBzYA3g5zvPn4XDD/fumlZOhCnBCZs1UTbycnDlrnZep7vlIcuIj25q1jPnMeTNJjUUfHLWzSFMFXYF04QPuxEfAMx+HVmx5vxuK/zLWqC8gtF/Je+O0cg421qntSlLDgP4FaXSs6yvp2nSNnS0eS2s3jmOjXV/b9qNOj517kzDmyoTnd/XUF7a/pp1Ptr6TjfpMsd+PxHKocQx9F9dCHp4bVj4IhfgxDOrVGah//ElSSR4ESVrZcQhzQvqC96nuseZGh3u/DfXb8Qn3W8dlbgnHJT2zViaeVdaViWP9jONAPwXW5nOSGvQfJGEdL8D4roxjYV1ODSc+3s3k3oKdtZ27qzBSzlOSGoYNGaqE+fnq1ct6/fplmdPbmhxospaXNvR/xSZf4mrlTCB9xKITFOcG9Rby0HdyjsdxzbRZaD8rB8slJ4yHfLLFNHFcK+PaYJ3ttDPxEW/mA570Gmc+9J34yCdVrs7M2mig3yKWT8ZBTJLUMAwPqMvVx9r9lJ59581auSeud8dj3fL++5Y94cPdsT5A3324q/fQWz7kfLhA/u441ZGPVX5QXSu1AL798YGjasaHmXXVsdD/qk/jWKPv03Yjvo1VyIprx5ztqNuDw37Hx7Rd7dFTthuHEof9WDfUvThs9dIb+Eb3+zoMYzU7KehQh92uXvAB5dWLm3pN7r559ao+efOmPv1EfFI/+HTDZz/4tH70w8/qxz/6YaM/+tGPSnz22WflX5xpZyzy5wY7h5tDiRoc48wHT3KSnD6ej8TiWHfHO2L2gXiB4329p/wOvD3e1nv2MvFhOtUt+u/BLfw97W/5aHXLc9MH2jgH99SJI2vmxHuJe94f3oF7+BNBFmfie4bvmChP5h35d0bPub2GuWhZ+gTMYS9bL7a8XNiPNyjrWOiz89Izfl23l1cuOi/1/Ox54gMf1L2PyntP3faGM2t8busiVTWQFzvm82Z/qJcvXtSbl8zdq9f1puP16/Kf1j/sdm2ezZuBdkUM/FeszuTyiVz13uZvs4r226181zmT49b7sXXB95WY0XG19tgY6XscBvJzKPkg8yfktOvH8uAfCkFj16pOB/iRkm3FDnt7xiIc057nUSE/ZECTFYwPbT/h/cYJ/+6B8RL3t3d1ZCxncmQiHza9qYzphP75AuMtmpxxdaqsw31rZf4W9qqV+8LKHloXKq+sWMnFnjIwyD1rzvsLQ6iFPeex3ryYm0z5zD50jSZDf75gob/5Ankxk6ei55r9W9ZvqXKpkF+Jf3Gt+MbX4PKeNuLjOPJxEtnKBAR+f2CNslaH3Vhn/PrgX8RgXe1Zu29Y897HduwXxm0YBtbzDfeG1/XCfzGE8v5wILZzHckh//LHbn9TI9gfXtSOfBzHfQ1hhsEwjDUMu4ZkVxV8IaYT60+fiytJ4WwVvob6a1RhB9Q6VFWKptxjFuLqjlntGlq7NN4YaFfID1w1umni9AHsGdiORaHsGuo9x4jjNwzqxYtX9eLmJQsNKi9u4JEpvzm8LHHYvyjxgjrL+92hkhFnq87cRO65cdzd3pd/c+7Dh1s+nN413HMjOV5+y+ZEEhv4iQTtE9tGxh/X/ul7knqUpZKnqMuVpHEGRBic74P1ojXgD/kOig99GPTnffdywkRdktE2HUke/NX/jut2dXXZb/fTWAjjIq5jpLzrXbfpMqlmreuw3JHkYVxd9pwmaaJko63AH8nTMqKK/13kCSXQ5FDH+meNW119dlwdjrltbCxYeWEM2s2FjcLyx9DbS3u9/NMNxo1KbAvL+pUNVz9EkifztmP9dCTb+JJUiZLKQuvxMu7a1QfHZrkuOZLkwf7QeekVxmGocRhqd8FInbz68g+oKrcKy1IXX+zH8YCVG6D9rvDFbtL9kOqXkO+w3KH/nZd2Hbq8/KSNI3mkSSp5RHE9t4Oo/aDV6Pf9keRJVZIH272i+yRVZr6JJA++Xeef4xAz8dCvDudJWN7qH/PD8jXsa73EUvlDG/JSvh3e2c+094ug5fXlpq2+NrvPPe+kfVzJYxyS1PMrSRu7+h9Dku/Esbjsd27rzY9L5/ZRp/vmi9GZ8akjUG996GfvI0lZ9p7THwjlr+9DXbdT9YXl4krCn9X8U9ZRl2slt+1fqihDmm4Si9Xl3P8f+VZTLI2FG/nUxvV435kpn/lQxn3q8pvAHrKEB1H1hAerPn6psC+h+SQPfiRP+T6GcWBNc28eOYg4n6KP3Th1KO98p8qE+iJJi7X8NZJN3ttZ19vph/nlnEodg5B3jI5XdP7+/q7F5chh6cTDiFSZ/MLhbSD2Cwc6MbD5eDik+yLSxGKt3W4oZWLcpdTxkGa9kO+w7GFybetqYe5Yfy3f5lroS8zk5nx1kKpn14y+cJx9zCv5kqSuc9A6YZ36Uk1JjY3oMThy8LZsjKTKxcRDkmWhDeuFvFBHyJuv2hfOh/6JzitPQnyGhiTllYQ4psn093pO5Xd7D5oDsVobtCmqUl5J2kOUPjqOBh4c9EnfhGPWP+vkk1SS1mfzL0MrF5f16npLodj6lCYp+9WGfRkHqeWtDXPJHM7O3wXOZ7PFPqxOcXWahFK1fpONny9zm2xnLftQP3ksdx190bYxklfe9y/b6ZvU8fvSzXKStj+47n0ItV3Xae0v+3lxWZdsfnVe2ufIXHP/s//uY5IWI/WKS/+0K6XY+rasL1LbSS3rh7y6wjrh/JgDSZpt+9e+dSLJQwyVC9vol7rCsr4K/bZsW/fPZLNrO2Ui2WRJ2vwrKy51tGtZf/VbX5O0PVeZUIZ6k8mLJIoeoC1905Zw7EIF7QptWSfvPFpnuyQt59VnVShuMbAf9aXWCfkOyyrbr3FoLzJxKwmxZawk/cJeYr+OUz3b1uXSdkLfLc/n1qf+PMTzomc5wR62bP//p+1N9yQ3suzOe8wAeCy5kLVJrW5NP4e+zczLjx5jpJaqq6tIVjKXiHB3LHP+19w8EMFMVrV+GjBOXLNrd7NrCwxAZhIgB7ABKNdS7bekHVSr7xs3fvHRxwkZSc/zxg+nzGXWHJSXKcxl6oAcHb32j7mXn4K80WdJ6Qfb+JCUPskBgAft/ijT//BFLniIpw/YggJ0JAV9IE9dBxvU6QPADjz6DGhDtyN8UZYUUOShUosRXXjg7vYueBnNyznsEA9l2tC58QdQ+PgBkrLflIm525I8hrnXzPHl4Uv+SfXMne8DT+TP4Nl28EP/UAe/JLjJfOEvfOGDMjYBZfIEepncA3jQo23TRiw2kXERMznq61tqY418l5VarOjhixdxUPoM6BOx46fbhUeMQJLvz2PmFn/IQGmDMm7OdP4hIT5+/fnPf/7Fh3ZJuQ9IjWIDH3tgC9AGpCZLrIA+ESeUvhFvv7/u+fRTarqU0QW9jC422L+Pl3mOLWQA+WSeM08oZz9LyTXU48UGsnu9dt7hTLLl2KAH6BN6yOMXXeqg8zw58uyBLO3YpU/ISIqjx5467VDakZMUg9d89xPx3O/wJcm/I2PHNxWpyUjKOPFBHNj7GoUHyJ/UdKRGiQd92pAJX5SBpJCaL2TclHHgB8CTBDvnBn2gn1DW5B9+//v4vXHjF2zYe/JLWF4A/+lPf4r/97/9t/xw+j9d/rcffvAHv2P+bfeb2/s4eA3z0k1ee2d/yGM/5oUe8OgEL/yg1HNf4ixJFA5FHmdiw5+k6z0C3msgswf9B2nKurT1OjwAD2pXmZssW5ZcUKadHDA32Zv5gyX8rUMobeTm9vY2+MMN5Gjyezt0mQ/kB3+MCfrYAfCh8Cgzf9jzP31p+xb9wgb2iYEylGff2edoD07EZo4T59uRy/LLRt81L7xsC0XhP+dPctmUfW8cxpBK6oSv4rIs55SbZwP+kbH5fLfaF/9rCSi89Ov7KS+eayh4r1GduMnPRcVOV38AWYzNZ8XN99Ow0WrfcpsnWvixIyQl6JPUypIl3JEVn0bsrsUvuVkn9Ju8IPPcjB5hbza/JprcnGVkQc8jeowXvinT1m1ujnVzDPA7aAezz5DEABgr6ughLymwx57LR0nmwfv338V3/uh04/s+cwOwBvDNXJDod/h6Pl/z7mHxM9nij4ebX+Svzt+6nSOR/DnPXuSjY/b4nP08c8p3smc/D8+Jsz+aI0MqwRYK+kG8dhp2H9XPdbVWP+sNvo/Ie90Y7K3jOLk/SpmCoHPSdSX4DaXIppz361hvHog1wXss4Ip/zPeHiFLCNrdEuN76yDjNXtPuZ/axUfpOrLaecc/OPyDnPRZyTvzcLye/LyfX7ePwXe47jAX9oa3nHR2AniTHouDCF3axD2bn9eT3Okfn8cgHVePB774fHk/x4A+oX/xu/MnniUe/J//ij6qPLiNH3k95njvF5rWpMvg+fYhbf+x69/59fP/9b+K777/3x8h3MXlPVKkRKs6GxyfUPrZGeLWQrDAnwqVcZ8U1/ncvrLnR4wZux8kfz279Me0u3vmD6Hdv38V7492bt/Hu/k289YdSPory//F9/+59vHPbW/PfOJ77xF1w/rrzfn7ruXrnmKD3t87h/X28tezb+/t4Y5Df1/mUFFID+WN9dMyXMet13v+evDc8+f7+cMGj7x8PflfR8eVaforPPsN9fvTHV7/bgX5y/eOXz/HReyTlT4+P/ih7Ms7+IGvq7xEP9vnkM+Bpizgbc8gfdsNYjXB+De9fC9i2gK4uA+YAWL1gOpgLYN+Xk/0A9u9OKT+5L9CE37l0HfRBt4mPuFzFi6LndPJHLcqAOf08Z2tI7ofn5Or5uLl/4Zid9aieP31PR2fyfLj1GDLO796+zXvSW8+LN54Hd75H3fIHdsYxOJ8U5p3vxYvtbsYKsO39Nu07f8Vxpp/wb9fDucF/ylp+c77RX6Hehzj7LZRfAZ3Ndum7bJOto3oOg8N0yD/MwR4JmGfTxNm2eO5b2nrcg3KP83qbnYPuA79rxrHEBiV+6AXF25GcKw90tm5M3vcAABAASURBVK+OMUF8lJGzDrGtpvjJ+eoxPntPPXpMn7zej8Bl6nyMPvnsl+Nt3hlZ7xUZk21s3re9+AN42AIUd7galN0QYoW7a6VEJLi5Gpt3gnXznmjMvg+czk/eb3wmePoST8eHK46npzidj34WNGY/ExqzcTbkeV1sdPG+PHu9bb6v1VqC+XT17wJ5fvfuXbzzh1TOLeS+ekzCbaXWoDx4rtShxugzA/P55H5++PBz8L9JUWGMDGgZ3I/BOmOMnoOc9djfRo/t4HddUnE6FKv3xNWjulE3wpDrkiJcBsjK8YfgGdEuSWYVV5RwN035kfkvgRQtTtA5HwQ5aIFcnB48KIv37A7RsZWJfbG4ma7rFpsBnT1Jzt7Uj97ksfHFH0Q/fvyU//QEf4r4xx9/jB984P3pp5+Sx5+25HDIwZhDHTpMFvzNTDwmiX0QoCRIrBf/+E7G5VdxIiRdO3hhB3KOsFHbQr8j217xaOu6UKnZxP7XwOBLitdtUgmp6UqNxuWSFMhLjVLukBRcPbZOiYuDyuKcgNm5ni85gnbQtgd62MCm1GxLytjgAdoB5b8H2Gc+vAZ8gM+OblfS1XQfjyvDBUk5Ri4m7frYo2/4Yl4A5iT1LgPFT1LPRcoAWw3K/krPtOf7a5Qx7XzKgE2h09dl6nsg11Hs0x3yXrYFG457GXJQ8GspUUsDh5XDOAY3nsM4xjQMMQI2GNso6Bi51jzubMJg83ro9inTb0AuADwoIJcNqw+Sy3Ut0dZ1Nm+Cm9eEXdnslvCvqzyyABloB/WuA5UU0jNe55M6OYICybIhVBNSKwveRvq2WC+x4Qsg2GkvU+/oPGgHvkD3zTwCzDHQ8tNyQ9/Qg77G5hsTbYC27dW8k5RrHF/hSyohefSdW+LDD3pQ1jVlQJvFQ0WBbp9XxAuo5wFmmvIhhEMQkJo8MgDdDurogMl6UAA/fBE7vr8Fi2TsnUrK2Lr9UmpUz1Niu6IOyet8KCie75KiX/S35WDJh7a+vuHR1uU6Je+d321JusbX25CnvAc8S0YoXlx7Gco0QgHl7gfa+tf6S50+wSuVG7cnqhWK+1hqDfivgTztkiwZQc6zsPuFX0AbYKr1OnlhnjJnAfmCAvgAHeTggZMP2chxf33kT4YZD35IANSfnh7iix8YHv0Q8cSDxcNnvxD9eMXZB6iTD1IP5gPq41i9LbBOZke+BvVDHsxHzw257zVRa/E8KNEPquSDuSe1tTD40GQDtuWRvawN4ocHKNMXQJk8wJcUUkNxvqvzXWqx72J/bXz2PHR+ieYTuwAfgJxxjwHkrQMZe0wzUosfeWIqjiEb/Is6cDFjpHz2ARO7jA91STQnsAskZfzkqAO7yKOHL+QAfWNeSMr+Si0eZDuQJ3ZJOc+oA9qhoJXnXHuUsY1Pxih9RLtoQ54a7VBiRI7yPj5kO2ij3NvJQT/rdTvYhb95f8c/OrThX1LmRGo0fG2eJxzCkUEXHXhQQBlQlpRjYLXrHIN/8AMe+vQBWeJ79IMy9uAjQ0zwKaMv6Zpr2pBFH6ADJWZAPXxJSp3whR18AcroYx8KjzJ2ofCA1a4/XUdS9oU6vgBC+GQ8APs88cCT5LU4IBLORlL6jz4y6OMff923pIwbPjxJwUWZdUGuOKujgz/k8IUtKLK0IQ/whQyg3vsJX1JIyjmKLjyAPvLYkgRJwKMdG8xv7AHkJV1zgxz9Iz6AMvbJjaT0h56k9O/fiKQ+BXS9Q2SdMn0D2KIOJGU7cpIyZ9X3Ps4qbvC+OObZiVh4kMQ3FBuUuz3KxAafF3JQ6owTbZKCCzvw8Y0MbZSr91H41ImFvJAj1hrjRa7Ql5TriRh4mIWig5/wNfu5grUlNX+rzzVmBz7wx1lh9vlT4TlVa/Jpq6VELW3fxR52werzafeD3d/4xR7/VB7gnoDNRpmfW3CmXf1iYBzb+YE+lTwLKX2hh703b+7zwyQv4QB/6wEcRj9Y+9w8mdZS8oMpNnremCPET1zwq/sAj5fRnQ89+p6JDu30Y7Q9+sVLJPqLDPOf3JLr2Xkj9vNpyX9q88vnh/xDwafTnM+6PPuyZjrFP3qfP38O7MzOKf6ICeAXSG1+IQ+IFT10GFv0eY7mQwv0w4cP8cGg/tn3dOSQx7YkhjL2dukXbfinX/QVIXx14JMyfGSpU+5AFz98PP3LD3/Jfx5QUv4J88PhkPd++oSN9qJl89LwS0U/y6ILH5sA+1KLEz51/ECRZR5T7n2gjfugLeZ6xo+kLGMP+ZS5/Kq15Pwvnhv0lzEFpdSUwDZ65IyxJcfEQV7I1ThNqY9wudigTBsUWan5p9xjhgJs40Oij8q9gdwhiz4+kUGW2OFXz1HKxAKQQRYZZJkD2Hjy+xr+EB86+ECGduKUmi94tEnKedDbpOeYacenRIyR/ZUUkrIcvroPSa5Fjid6knKddn1JqSM1+8TcgY24XOQPfUA7bGIHvBBHlj3qe38U+Od//ufgn4L74x//Z/zX//r/xIdPn9In+8t0uItQbePvl2iL9x906Wf4Ii7K8PADNZspFKvPFYv3HvyRb9qJBxnWLnVATHsgIynzIwlz+T4NPdrQoYxf6pTRh098jCdl2iRd80WsAD1JaR895Jmf6BAn9fDFPAbMa1fzwzv65BaKHXxzFkWXOcN8evSHA+rYoZ9Q6sQzeO4d/HJyGkaPccTsl8FHv/A9+z3fPK/er1fPYcN5W/0CevH9onjvxhc+iYWYcmy8dohlsC1JhJggpg58JtO/KNNf7BIPfe39Rh4eMsMwBPcAbLMHg/P5FPTrwc85+TehvDb2unG50L8U3b/titn7OR+pZn8dOR1n79Fn7+ur+7r5rLyGp5XVFEWj594U03i4fkzj/sQLYz5sMl/5W9b87To+LvE3i8kFc5l4q88K5ApICi5ion/wqJOD2fcHAJ/2s9/Hwj95HL74Q88Hv2wG3ANyTH2WPfmFOzrIY8fbVdRaAt93d7d+of0m3n9nvH8Tb97ex/2bm7i7P/i+esg9e/CZYhiKdXxfd45lAzzhzt63WSNHxwAFJ5cT9sn8SfgeSpxg8Uv2xXpgu5zzJaVtxs9FzyXeAZz9DWJ2nhfnmDyT8yXr6AJJea6qnpvx6pKUnC1XdNuXYEgKSRSvY7x5vZPPPYrPGgjBI3cAn9S7fKfwn7E6RrCkfWxISp+SqGZ/0KUiKdsowwOcezavH3xljr3WyB3jePSaO3msz56X0CNlPvBYnjU3e+2hA//JskefO1bvf+0Dw20Mnp+ljsHHhht/xJz8/APG0fMXeHzrWHJu3PsjGB9E7y3HBzHAx83392/irT+SwWe9QfkgCuW95a3X92Gc4sb7xc14iFtAGf4wBu8z299YrTEWw+MHLaHIv0HI5PKYaN1ic3+e3Mej1y1grwLsT3vAI0f7cQpfpZTcR2tplHqVy8A8XWjxOFSXE46pej3yNxWJdXTMzM1ivqScUWfvcyevRfZQ6NHlk8fpCIj3gpOf90/eH88er9k4uz+Mz+JywnXG3KHmT8mYFJKyzi/aAWVAeQ/mCXUowC77M2eAs9choLw4RvZQ5pYnJ6ZMSHYWX/y62vNaZQzGWvwRVFEdl3+iZQHdLYpDhV/cUBlLz6HJ48/H8Tf+aP6Wj+v54exdvDd9z4fW+zdB25vbu2Du8BGWuXNgjlh3cs4bhmAcsDuUGqCWErUU+y1Jq8et2Le/B0Z4zoQ35c0Qc8ghwleE37sbjlzA/GpaIgJQHmxzGoa4Gce49XwFOYe9Rnpco9sH4sCn9ZkM2A9fxfVqfnUOuF/WUqIYtZSMO58ZPK+GMlziln0bjr041hLhGB2YPzJvzjsfalfvp4vB+GXdYzgbm+cPvrDPH3Ig/4lS01d1DKMx2R8gh6PrxD+SW/MznlKDtZd9cvsE3zziR2eyLHN/dBsy+MNPUYS7y0/GTA6If8s9fYkgMQb12WvgnO8Oj75nnj08s+fdkpT5Wuyvek8qzguQyNsQwzAFbZzHfvzxp/jXf/1T/Pf//i8+z5zj7BygSxtDbof5g/zgmCfPo3GcotYpbWBTUkigmHbIei6HQlKEfxpc8E+YV9334rxIJSKSGZG0hMwj5o4Ix85GdPLCY6Bid20e5F7dl+FRzw554qLLzZsbOnQPNj02OzZDvvDjCz8JJsolMdiTFMoACZSycPUChck5kOwh8ibgMh0ehhqSruhK2CXOzVmn/DXQ3rFvl57tSeomk0p64cvVa11SyvRfe5u9jL99mfriRUR+yCcgZ4D8kUfK5A25RmffvJcE+t1ep/iXlHFR7pAaT3pJ0cMO9qFfQ2/DFvId1PeQXtqmrct+i+KPNnzs0fm0YQdIz/ZrqV44DYPnw9dQzQdfbWPBlHK1UbNeg7kmPfuhzjyjHTu1WMftbDCgODDARu7dIgAb4+Y1Irf9LVjEKu3wSF/p99ew5abV5Gh/nSt4e9BOvVPKqw8EDas3Nx9cvNY3gxj2kJTzR2p03/atsqSvNmEfZBw+SEAB8VxpxrW+yAMPt/PuIM7cB6wRwJrp6Hawia/XILDOQwZM3nxvbm78AHGTB0nq7C2MM2MuKXOA7gv43tdtScr5gvxrPemir8hc45N4iRU0G2s+fNMv2hOXHMFDLnmeS03ezvOG1caOtrhclPfy1LHB/gHYTzrt+aN9tT9kv4Xut9E2Rq1MDGv27bkOr4Gw4GOXuMDrMvkghj26HLx9+z7O2QeL3tYpemD2vQW/gBhewOmTdB0zSTnGkoKL+ABlSdnGuLL+sfcaKRe62ovLhQ3Q4+kxwsPGRSz3cGQWz3PiBpRZoxxIOpbFD5rGus4+nJwSlLdtsY1znPzBkz9JxkdR/t8983zyWprtZvP+Jt8zq2kJdyl50OLTEX07+EMotNYSrAHWBPvcwQdK6qwJyrzoh9IGH9BGvXrv7Cil2Fe9wg7tVy/qHobgQlYSxZxHWfAvSRkLtiUf471HkbvF90r8oAekElLTJ3fkeQ/mOXP+a8AWsrRBsa+Q89bmtMOIUqoPeO3MMU6j681fcR9pxyd6lCVlH2mTlPH3XMLruSNn8KkD6vWSP+TCFzYBMQLKktI/ZR7o8E0blDnVQTt86rRRpxy+JF1tdL+0ga/57rrE122ih92eM/Rol5ptScGFbke3z3gCdDqabgn+5nHEmvOZ+U6dNDPPmc/wAHMdu9iEAuKhDiTlOFDGB/Y7xTd85IkfMEdop3/wkQHhC9sdtJuVtqHoANpp29N9udti/4WP/70+ZcCcANjs9pClTh8kOUcvgR4yUOSgvS412b0t+kc7vC5LTJSJU1LOj/AlNX0Xr37xISnXKjbInSSP2eI96JT3MklpQ1JwScqcSa2Of4A+FL/EBejn3gexUYcvNb/owAtflJGBIoMt2qQWEzYtlmsaOerIIoP86PMhZWQk5VrHBm3TOF3q1c2bbcyuF5fX3E/Dc3UYinOzub9mu86pdgOAAAAQAElEQVT8ZM4OY3Wf5XPFaPhBuip1Zz9krj7rHI9Pbi/WDedyzfI4DjayBQ+0PNBDeZg9EEep+QKCB1j4PBewd1jBdgfbIL7Vvg5Zl+QXpu+CPZuXuPSdftL3o19S8czGR7c+J7FTfD+gnTK2yQP0xveBe78AgX737rt8OfLWL0ve+KUJL0WqYzv4LCXJ/ZH7UjOGcRyzzAtkyoOf1W5vDvHm/i5xd+tYa4m725t49/ZNvH//1i/s7p3bwXH75e7djc9mh6wfDmPcWg4bi++VN7Y1KAI4tQGKz0XUR/eDvYM/rEuemKM8my6+dwD6DI88kBf2AGj1HlxK8b11zrncc8QfBgYffv6Qf9sSPeyih3zLWbXe6nGQ10K433yAkPNRHf/B+Zjclxu3b25fgquUarlqGSWIze5znvEigrkUnlPMF/qz+t4Pwnr9T1pXz43Zz7jwKAPRHrLPwb5HxzVHseHq/tFP1gC+AOXeH/pLmfyQLyh54iU9uez44A+2/SMefR89zpPHn70LujqeJ89vzu7EXzwe1QNUa8l7IvKllJDkvq6kIiEp41x91iW2uFzIdh3KzEvq0Mo88BqmTCyoIFNrDXiU4WNz9pmRMjxJOQ6sx9nzAj66yAH6DmWc6SvxUMdml5Na/L0Nih18p48Qojnm8NEnhtnn014mvwhJTZY25hWUNoAsueVDDbKMB+2SMp+Scox5mc74oYMNZJGjDqUOsEc7VFLGJylzT5y0hS/KJjlGvUydMqBMP6HUAWWp9YV8YAv/+EIWSM0nPIAM8VHGhqSMBVkgyS/TjtlH5PjDD//lv/yX+L/+z/87+Fi1+EVkRMk4V8+92c8z2NmCSyHJH2nWmD3OYDFdPcekFkdKXcrbtqU8Y9jlyD3zDR6y6NKn3g7FH3zQZSjv+dTB4vgaXa7rn34iSy4YQ+YfoN7tIwOwLyn6ew30whdtxMo8AaxFeOQMO9DwHtn3ks33IWcgWANHr9eNnNgOL+DP/iCJ36ISvIAdh9F7ySFuDrdxf+99+u0779tvzLuxSe+ZHoOTP/Cc/BGN3HSc/a6PsqTsK+uHmCRFp5KCa7V/YuzAP4BPH6HUaccmtikDbO37/tYv79+/f5/3QMZu71fSdYzRk5yFy/MFtsIfohQ12lVCnluSsp9+BRMLH0pOq+8R5zifFs+txfPz5I+uT0FMPcbZ63xxnyTlOu33Yu7HDW99n7tzDsdrLmrft2oJyT6jXb3/R48LexJzg1xTfvQH8cfHh/RNjrrs5vFdPdcX3y8X3zuW9exYz7Fus7F43a8Gc1C5V3Kvv/OHVv6w0rt3b527t/Gb3/42+BgM+EAMyC3x397eZuzEvDl/s30d/T6Zv/336A+6gDgf+VtWPnMcQT6nPjl3pyAunl/Rnw5T5uLWH/GIAzB/GTfapZYLqVGyIinzVnwvSRnfZ1bnu4OYQPiSdM0nvD2Q3zywjJdTFiD45x532FYlf8l/utp7Sc712R/Zz8bJuZ+9jhb36RnY7dicH4dxjZeYAXFDV+9b/gmHn/NMqpYdEpTDcxBsnpsLa80fTI9H+zadfV9Lfed/tYHFlHnIPZx7OvcvKH9Y+snrnDbkqu+buWbe3OdYf+8x58PpvceVM9m9343dGUl99npz4zOZ6a3v9RP3XfKuiMF0NJJXS/vQ4s66KT+USnL0hmkNRS3Fq0uWC/d1i3DHmaebc3r2/OFv4hFjwudl9qfZawnQt46eU1vJH8k2Lyj48Fpi/yr2XuyxqrpUfWYcopZqjAblwetguyAa9bFkc1ybw+sojt3m01f+yrYtyCXxE5eVs0n+nbBCKfI4WlsliEuiZbOoDUTzZ5I/kkJSFFBKVPcBsA4G78GDxwz0PQ0K4A3IlmrdErZiw3GB/WQnInMuVzuQrLKfCwbr11JyTGtRlHqBv3hz31Bs4Tut7W8Jypvn2+p3U5v3mS0XzxJWDav6WabGYZyC55k3/lD/3bs38c7n/Pc+7799e5/PAcy3Wz8L3HoPOIyj5cEQB/cV3Vt/5LzzvvDm9i7e+pkDCu5ub/1McOv7ELiLe7c33F7Ld8j4mYM/iJl7imMZhzHIVanFcZaQ5FhByXyTz4N93kw3cfBcP1hnclzo1FJicOdqgdYYHSPy0zDG5I9vY61B+cY6PC+BOz8/3XQ7luP5bSw1DuMYt26j/c59R/bW9Bae19q9+3xvemtA3zh/9B+8ub0LcnLn+/Ft2h7jYNuTP1BOw5CxTI5nGibzwehYR8c2JEZkU270GA3muc26B/MPjv3WuBkPMTlGeNNwkRlG2xsM6GjdGtX5KIkSpezgvJYLJGWepUbj1cX0hMWaPp3O8eHDz/HnP/8l/vjHP8VPP32IUI3Z56bZc+3EmcJ48lkD5D/H/fQUR+Px6RhPvs88eR9ZbfTg3HGfYp+bnNfR+R2nKRizYRzyvlfdt+pcVY8dlLVUas2+SAoubBEb5X0fqa/ecwsFSdnJfVnyknEgKIPFHWAjy83NndhT+PknIrzZIYdhdAA2gbcNyBXbpWQXl1I4hshLUtIIKPB+kAoKScGF7Y41N7wtN7Tu/zXtsujuISltSs+U9tXJQQfaQR30+rOPtd1AvYl0HjK9DO0gV5Sh5PDkAeeAAaUOaOsy0G6rl4mBGDukFnsf4DYhSvYLGUmQ3Lix9Ywtc4Y98Mxfk7+v044RKGg+akDxKzUfXabrLs5JL3eK/h7w93XsYRcMQ/VkrznxmfzTNPpQ2kBb8W7d5EvKJa/Ii6Ch1uIYQYu1eoGA4gUvtTkevvb+t+25/4xFx/k85zj3OpTYFy9w6K/BLl78bPuJf2mB1W3Qvnper9+Yh/ABcr8GTNPe6XOZNZWLiqaEpJwz0i9pecUrKkEOgfQsT0y/Bubwfk5Q7/LEBggGXm+DB+DjD7DZdUzeGLlJAjZMNk7AwyTgAQbQhgx62MAeY8j648APKAPWI6C8jwOdDmLax0kZex2s5W7j7JsDfHjYA8h3OIXdbI4BFezvgSx6YPbhefZ+23H23MQX9jsPiix6YF/udiXlOIavzvsWtUjuIX2+Yw8fAPt/L7AvtTnDOEjC9BWSMgfIdZuUAXUosFjGjg3Aut6jy2JYEiTjRxfQDnqZ/gDqUpNfvRfAA6x/5K/wPZF8d5AH5ADlhMcFutmO/FI0jMWHztkfOqGrH3DhNWyOb7lgdQ7C/ZPjhr/m3oNv7JvptmKZQjHLzOtpnPKFLXN98rqAR04kpQxlAJ+cAUn2ueWej+3NGxF8ZJANX/DxLTVZ6shBAX2EAkmOS9ZqP+jR3tHXFBKSrn57OxQ7gDlNHRvNWvsNn7w3yoPs2Q+z5+wHEpIyBvoB6EcH/epo95R2sKKMTKkFEwlJzhsotlfSPv0OX9hgPwHF9xOQ+pfy6vsC8RE/OoAy/aI/1Ffv8fCkFi9t6EDtwj7l+93kA+1E9dpHdCU5thYT85T4AXERBxRIzbak4JKUesjie/U9Bjnix+4e4Yu6pOy7qxnDc+5b3okZYI/YochQRh8K8NUBH3tXtPCySiwAWWwhS4zEDLAFD2HkJGWuqHe+5Jj94Me6JbYeDzZB12Od8HJomobMC/q0DT5gA9rx2VF9JsFPyKvWucMWICYobZJCUtoLX52PXVezjTEC8OijiuP12kMWPr5pkxRQeEB6rktNB1kgKaDEimz4Ii76JMlnoZq2sLf6bLbw8Ou9qdZivrwWF8cWfsAMX5vHfA1i46UY+cMOdPHeJ8k6bf6d/IKM/YyH7VplP7LeybY4Y6y2s0R47/Mvl+Ft9rXm3MYW40ObpJxf8IrXEbnAJzFAqUu62AjbV/aXNUgbQC52F3Zqbf2Gkp9OJfu73EfRA9ignXL3S3kch3zZhz3qxIwsZYWu+zPt8LHBPky9lOqc1ODlFjalkvKUCZX+UkavuN/UOY/wAgw/+KjuQ5dBjjrjwocVPooiS/mHv/yQfzsQX/ABH8HYd5HHdh/DcRwDf9gjDlBqCfLZ5z08/BfHhf9aS44dOsW8Wmvec/by+AG9D8RFDMTCR0n+dSLiIyb6hxyU2MJjAgXEiQy+oOjMfrnGGG5eL1FLnL0GKZ88lx/9cP3ZL5V/8kdPXiCijy6gfPKLaPwA7PUYoYA4ySO+8UXf6TN9K+4rlJzBA90uZdrJBbro9TJ1fB+Pp3yBDL/rhfcnZKkDqc1tSYEc/YS6GlyU4WGTMYEnKWXjckmKUqvTqJxj2CU2YqTf6EqWcX/CF7FhC76r+UMdPXTgo49v+B3oMW7kiZyxn6AjyfNn8geXO8+LQ4x+Zhsnz5HbQ/K7LfLIuZz+UJZavPjEB3xkpZYTbMPrcTB+xAYfKumaB3jhC33vPlG9dgfHUbx3A785C1WvQe99/D/lVp/DTp47j547J+9lq/fG8NhAN5fZ28DZ8+d8PnpvOydoRw4U5qN1TpZ54mUOsE3qs/dLYgSbfW6Xfb7plRyrs9+rOORcW9Xjx95BXphzrEdJNOfLQ0nXvbOUcp1XZqc+9qWWN3yiKCnnA3VyDPDZsXodIYc9/FOWFNTDFzxksO1q/lDGDjZpgykp93D4tHcelDqQWl/QQQ7A776oY3MP/GMD3qM/1Jz8THXvjwC8PHMCQ86DVDwCcrlG6ELN38ynzp1nJffhy/wwVhdn9/3sMTr7zMbHL+LCzx7MderEaZV8JyH9MqfImG13svmSkJpc13U1in9RR/7k90DYZyyoA2KQFFyUaQfIANbd50+fglyQL2xAAfrkkpwxh1hnoM2jCD6WAubv2fP1y2fbefgSzPHNH9rOzHHzt22Jxy+PsZzXKFENRZFz7A86Z8/XzNdme6FYHesaa/BPkub899yHPnhNffHHPv6m/OPTY77oJMbwVaqtVtv1OEitr2bnD30gP1nxL6m1kwv4kqJYjzJ7AfcX9iHy0nOSNlS873gf8r2OfEjK8wNt9IFYuk1sldLa4SEDhQ9FFh1AvvHLmDy6j9xv4NHWeI+5DnjBixy2ehty2GM/Y3zA4JfUw+XMKSn/FjA63Tfy+N/zwhc6N35J/Obuxi/mxziM1S/SS4wlovqLyWA6+ENIjcgPWxtz3Gvn6DX05dPn+Pyx4dPPn+Ljzz/HZ/MevvCvFTV89L2UvPIhDv82cz1z8Z6FfYo9itzS1uJdAnny8mg/jMmXL5/jy5cvifbx9zHL5Iq+MZbYGL1X3/LBbgc+8N77QwJzGF/0GSCPT4BfQHkPSYFtICmkZ8TuWvNZbPG+vnp+0CDr1Ssir2ddqYRr5sooXjubdRfThtV7CmMFKFsof6iTR0C5xzzWEomhxlAV1fOwOtZiKMIxrQnK8MzKvR47Z6/VJ89Bcj17XW72vXo/gyJ7649J7/2h9Dfffxe//91v4g+//23S7797F+/4oHV3E29ubvJv5x2GGodpjGkYHEfxeg87t++LvfD9Swa2N/OyD6aWCodqnZrzY/C6ZnwSpbg/JYppdqRWNgAAEABJREFUAkEUvBfHBeQBmz3uzec5vl5vPp9v2Pd92DtPxlOLYsCW7bgYsi0XTb0Z2d5q2cX6s9+Tbd6rFNVtjFdDcK3WYvN3+1BH93eKcZgc+2hMWZ9cn+pk/pgYnJP8EFYH+68xOoahNFpLcR9lPy2G7JfvRuE9sZUjJPHLNMzargguq0Ekud2wPUmwLpDzB+znklviAaP3Nvb2r2Ga3BcDGWSlZlNS+ondJSlr/OZZzlG6TmCZqPDOaLRyeA6E7w9QxeKPtGti81lqI+8+p28eg4ZzMJareavff4X56BbnBrBP1RLOX8RQ1WiJLI+DYhpLTFP1vARDHA5jHKYhbkzvbqZg70vceh7f3rrecO86HyHvPLfvvEfeOg+3B+fD+eJjImNZ3Gd57ccO3jZDUlTnGbnJ8odhdByT18jkPfZg/y7b3mGkbrg8WQ4cRsu6zgfUW/tlXPhQehhHz6MhRtudhmo7o+0A6zsuPvgS6/3dbZ6f3765yz9c+o4Pz/d3cet1fOP+3iLrvvc8TOPg2C6w3bFjrOZ3DPZdDaiBzjC6Hb1OhxjNHwdTtw2mkykYTcnXNFzaLDd4XIaB+Wh4vtbyirqf5LDs+SqeJwr+cylq1sPTYQ3+Fu6Rj6GPT/HjDz/Gh7/+HD///DGEjFFLDUnBtXn+rd7nNk/Pzb8A57jF82/2HJu9b3CW417L/ffkfXH2vGNvWK3rIIK4Si1e77X1exxNx+RLCjsLVxpcXyOCc+LRtvhYC/gb6vgpBEBAgDKw/Dd/aN+jCSpUin12VJdBcSyvefXSVq0qgx8vUSckgvozJMrhq9OI1RN+8cYKVidy9cEgqcvEZeH8kZpOUbnWJYX0jAjF6wsbAJuLN4QckIs/ygDfr5F8y+/52Pg14Af/kkJqqLV6YIfE5MXIIuxgYku6ykqK4rxLjReXC7sgLhOsx0BsxNmxeGItl74hg7okyDd94A8ghE4H/noZSh3kvcTC9KsD/T06v1Paai3eyEr2r2QfwzHFiwv7+MrF4fHf96WX6Svl2f2kvAf8pu9FbP1vlfHTgczrcvROZnRynA3EDSTm9/ONE31EoXt0O53X68j+rwA7ez2pxbXn7cvIgz2vl4t1e1lSRP74VzxfknK8JIWk2F/YBXseZUkpS55A9fzvlPkORm9w+7XQD+/waUdeajlmTBljNk8OljxgffjwIT4YvMjjZRkHew7wZ2+IyPa4oIC4gNRig7cHbdShgDJ2AP47mCuA9kbX7GvX6XLQ1t7myOtyn9/YeQ1kwZ6PfSAJYp+R40JuO8hZL5PDwXmXZNlnINMhKW1Iz+3hS2r1UvSLdmLqsXU7UEnBRTuQ5H19DfLQ68QmNX7XgXbQXkr1FrddgS+AHYAPqfnqfOxT7mPFjRYg/7oNHvcA5gnzqetQx0aEss+llNyvodjQhc/8HP1Qwv5NefA8JtfVuX4N2ju6DPYovwb2APKDD03IAWwiG76Ij1hc/MWP5Ah34NaLfLeBHn2FSso+Ss86+EE2fEklpNbm6vUH3cX3ZijAfs8bZexTB7QnvAeTc9oBxpCjTWo+JOV4Swpi6CAm+t7RcjO8kEFWUvQLu/hn/KF7n8giRzyAtk4l5Xztsc3+YI68pJzD8JGPZ1cZB7Ehh13am7324E25xyAp+4gMMYJSix8mpng97tiSFLXU4JIUUgN63QZtlImN/gL2R3x2Xt8T93pZ9sGTNuSxQazwa62xRyklfSPT23Pfng65Prqs1PqHTJclPm6jklK2j5+kbKLf6KNDvOzh6NIoKfPb/UtNRzL15JaUB+R9/rGDDygvfbDFix7shi/6y8sx8gPwiYybopbqlyan2DiL+qF99eGdB881y0usfsBck4c0+9Mam3M4jkPwkmjwmq1VjlnR6Xf5UuON46zO4eYclGw7+6XmdrHH3zanjA60lLDdJeWoI7vkQ8TZL7Keose7+RxI30fvP5QZe/q6+Py3XmK2JcsvAd0c6+z4aZ/98CvJsRJPdWzP5c128SHJ8Y6Oo+3H5Iu5Uit5mlOX8ZPauKPT9wbKfdzC1+JzWuehL2F7SL/w90CPOv7ok+Txtg3ioq/0WVL6p52/yU0bOqD7kpSxYw8d5izjHb6od1voYmfzuNMf2tDBDnmTlHaQC1/wke++qHN2AbUWj/WY8viiDT0o9xp84uPWLwaIp3iwaUcWyvw8+wU89mkjlq7DHyCjjlxvqx4L2qkDbLc42piFL2RMQv4PP8QNsANlPVDmTMXHUMD/tuWPf/xj/I//8T/iX/7lX+LPf/5znrVYR8RG7KMfviW5r8VzbPXamfPjD3MEOXzRH+rgwS9cyQHlDuSwhyzjTZ0zHTF8+PDX/Nui5A55YqSP1OkTdeIPX4wddW8LXjtb7tfIJs/zWZKlnn/go4vfPeBje6+LnKSQlAaQ6aCNtQRFpwMb8CSlHjHjBx6gr+RGamsHe8hIcj5rMO+oI7v45QHyUOqc6ZAnb9SRk5TrIXx1Xo6R94YeEzrAIhkTFBnmTJdhfgHi7zynL/PZ7eIXn1BAGbu0U6efxAt6nba9HHV0ug9ioR3dIm+AMAxJ/h358QIdSRn7SlBuwQZwMecg7w16Hdvw2Zenqa1J8goK59pa0hZ+V++X+F68d27eJ6nbldW3QBYbdfTzu+0MF1Tn1u9rY7Y8/0wgdPHNjo+4G8qlRL6QcazU5bXaMfpFXHH75jY7sY+S4y4p19Hi/VJSng3o62If4Zgr9xiDeU5dthGKHB/GjLEb/EK422aNYh975I8y4wLoL5Q24pCUcYQvZLEBXM2YWLvwkQWSUh47ez5tHeELG60eQXzUG5T6lGmXFJKyz/Rr9X4cvphDcp+oLj5Lnv0+Bh7rh//f2GoewIbF86fX4UnYjdwX4NNf7FAGEQou+PQFSl1qfGxQB/v7G7pdljJAZvbYER/9Yn0xLtiQdB1j/iAYuUeHdmSRoR6+qBfLYx9b5J7+QjNGz1dJmc87f4z67W9/m/9E8j/+4z/G73//+6D+hz/8Icv8jUPsPfllZvcJXdZznOejccr19cUfxX72BzaepT/7Iyx1zlD4PHsPWj0HN89vhxekjDk4e73wYfUx/+bIY/D/K3w8PgW8k8eJj7KzB26x8Gol6KYSgDLYt1O2uO2XUKlRPO6dbtYPeUxk/VDOydV5CF/0j7nFvRBKHUiWdzu5XfzcsvqD8uJ+g16eL/8/OXghR+kPlNDVZyXyxP7OOFDm/vTF9zHuR0/02R8Ue508MVYAHkDu6HzAA9jA1nZZ9w4t5yW81bzNOWYOZN3zejOog9gimBOs73yZny/fb3IOFHLlvkqK4v+q69M4xWE6+MOF960yRNXgFudu3vJvXBLX8ekh+Fj39PglHvnfvXz55I+uP/tl94/+APvX+PL5Yxz9oXz1+VMOoJSIattSjdgUEUanLk/4u5wLaNvcJ2JfvCY4w64+d26eM3I/q1WHIr/0r/74UPOD8f3tIe6yX6M/btQYSgRjUb3n1VpCslvrrh73htn5W8PcX2Cz3Hbxv3pSrc4lc2D2vDzx0fl4iqMxz6v3T7D5HmJL2R98cYZyr22j24HakeNQgjKA/zWs7uvstbMYfAxl/Dnfnf2RdDZol+0nYgt78xiZOvZwHx1YjKXkR/Qb33/A3WFyrqa49wcYPiodJsa3xOD8NNQsV+cWFH9Bkj9uSbL9iGJ+uZQV9Nf5s7/N+XEyLbNFcQPjI8dEHJvHb3NfwOoxXBz7C5jX+av7Sr826/Ty6nLYx6PnEXOBnLwGMmCzHLJBXuy/OtaSCM9hOTZFrTUGz7OkLtdSopbitgZJITl6+109vh3BhpN2i+Vr8E+0jnt926ilXOwobdiM64oSDTwThnMau2tznKvjhu7YragIyb/i+docA/MRulnvubw9C70qSUo7EtQxOk6JslJS0rU9opXDlyT/7j+O0L63X8Xq1G+eeouHvmHx2GeMnpMbcF4388Di/XPxnrp6v1yTnq03e2Itdro4VaujaaglolYlRlfGoQSYhur7fo2baci5fTdNcTMMMbmPCcsO1vP3V88B23D+mdfezTwuW9SiKO5n8d5dFNH4a1CWFLWWnC+DbQ6l2oaiunGsxfvPFDdeUzdeT3zw5G+L9n+mOPmOhfqNz2yHcYrDMDrmMaZhiMn3p8n1g/nsyQefDakPtcZkP9f2wbIDOh1TTCPlwXFUz8PSYL1qECM2hsFtro9gHOx3cD8aL9sLZesONUb3ZbTcAM28mjcaQ7VtxWD+QA4NF+03GlzPNue6Zlnml19BfW6rLl9QnIvq8mBAi+2Fr9X7yvF4DJ7/Pv78c/z1pw/x84ef4+HhIarzAgb3rVb7tP/icRmGGsNo29MQZTRcL7WG3FZqxOx5djw9xdHvUU4G70jO7Emek4vn5socvayr1f63LC+xZXlzVBGSotrm4Bg4N/AcBHh+vsLP6SV21+aFg0GcsIFBO+ADZLbLDYc68GqIQvClmoJiCnq5U3gvgXtsQoEkSMj/ZcG/ru2OT3KLSkimYaTfZ5vVnS7luS63SwpsdBAz2Jy4zTYBdbAvr/kSa22bhZNL+x7bRbdT2np5T92F688+NsoMUAcDRRl+74fkPl4Av0NS2rz62Y1JH7NlP1E8cTb3YbPcBvWBERquOzneyDYjEt5n8k+wOctRneNrfYsI9HzIkPWKSuzj6WVi76A/oLdJLW5byp8ef1Yuv1bHzfzbgz7t65ThAcrga2V4HbNzQJlx6uj+oRf3SXq89IOypEtfay4s+NLLvoQvWJJCajArf7C/x+s4ejxQFPaylL/Gg/91rIEdQDu6gPIer3ldHgr2spSFgkHZJOLCoA7CF7kiN4Bx75h8owFsQlDm+h7IA0khyZYiKXbJFeMLzv4AevJLxNx0vcmy0fIwwou+TinDB+jWWnLMymVfkJS2JeWYSorXl6SrTG8jFvKCTWhit4fQDqRn3er9COA7QumP+h7kiFxICi5kJYXUENGo9EuKbAc2e3lPpRKSgov4wKXqpb9d9zfa90Buj97vzpMU3Q9bQ/iSmp88MHp/JEfoISfpF3Fgy2r5I8njxFgV21WMvjne3d0mnaYxBt8oQck9PWzLdx77YF4k/FGL+YE/gG+AD+qAclwuSfZX7asEF22lVPtp/+SLpGwfR3wP9qfgqn1Ma8n2UkragM9YVsdJGVlADNCScStlpWbL4ecYIIN/QJlYs09+4KAMaOtAhnb6uwc8ZIhJ6j623A+wEZdL0jUOpIibgwHrk/JeX9K1nxLScc3Ftpv/xIQPYgCLDyzwJKUvbFInN2Dxfozc5iSUUi0DStoupVFyDyTlPA1ftJlkTNVjISlziB34UGzjizLo/M6DNpk5/UnP/cIm8viRlLkjTuQX3//QxSb1zL0fENmPKNMGaINiB1nKUABPav4o4weQ9w7qyGIH3+h3UIePDPrISS1O9sYO4qFMbOigj45RdogAABAASURBVLyk7DNlbNBf2pHHLjrUKaftUDA3kGUskKeMPjZByl3sItP3eOTYC9CR5IeWkuMmuXwZY2TktZHUfPwSA8A2fOIBxEiO+GCET9qh4QtK3cWQBMl5Ae/sveF4PPvF2mr/YxwOt1ne/EJkXZlbm/eZg/s5WXez7up68YPbEIMfOBY/3J9OT36ZeLTeKYbRbYdqGYU4IPnl2jAqSt2CB7XVL+O2mGPwXiCFeW5zH8MP0w3hCz8m5n348CH4G3u8VOPcRl8p03elXjiWybEp18HitYUMuV28jtLKZo+X/QI9+g1fkl8GHRPUGRvGo1N4m3XhSUofm8932MUH7ZKuuex28cFYoGelXCfYkeQcV+fqbLZSj77wUpF25AH+mSvwpOYXm0BqerQx5vDQYX8C1NFnXvKSmI+O2IIvNVvhCz5y6N7d3OXfLEUHG/Ch6PV+QOFDaUOWcoQ81mPi4Jd4+xwQoy5zGT8AXexSbvqRHxBZi/SHvEoK4kXm4Ad05AE+wxdtQGq5wA6+kMf/4XAT+GEtQOEDq6Zd+oE+QBc5coUMY0scyEq6ykvy/J4DWfSl5pt9Dzv4Rzd8YQe/b9++Df6pTV7Mo0fO6QMxIts/SFQ/REvKeYJtYkIfiu0OfJAfdLEBiBUqKec/e8M03kRsJbH4xe/T4ymWs9eUeecTD8QK5l3POfqz1wfUk9I/lnU/+CEGYgKMATFQRr7HISl9o4886DEjS4ycOfFHfMz32fsOtiRljskZ9rpdqKSMBbvr5f4SvpAF+HA1f6Q+t7dwMULh3aOV2QtWPztlvn1fpo7vuFzdDjxJge1hHK++4RND7C5JGTd5pE/IYEdqMdMX+PQV/h7YQj79+EUEZeYR/PC1et9CDxvkgXbJHXIbvC6HTUkhNbg5Yx7GIWOTBCvHpvuCYg8f2GZsAGXsdnQ/UusPOmnMv2hrOotrkb4oSMrchS/kuxyy2JWUsRI3cezniSRrtR900SEmOMghjw3mELkht7S/BralFjNtjLl8n4CPDQcQq/f0uLjLe4rzvXq28OJ68XPU5rnCy3mvoNjWNcLYLAOQkRRS88H8Jl6wWo4+QwFjSqzETF1qevQJOfiA2GjHhqSgDqQmDx95+gMoN6w5tvDoGzrIQskPZeyGL8rhPkq62kcnfKG/+r6GzHrpA/apSy0GSVFLCXTA4PMlVCIPq1PkPEVkXuJyoY8dgF1AE7SD+rOdSH3qgDlAP46X51rKz3pb7C/6gB98wqc8+/yJPPOHcSIvyP3sF5KPD+1v/z2fLx5i8/sbJzRG9/POL37f+EXg9+/exT/4o+p//k//Kf6Pf/qn+Md/+If47fff+4PVTYzOAfPh5I99Z7+IXJk3JTJHpcp9IRLiXEPmS4KRIC7iITb2VWi1PUAfiB+ZDngglf2r86Hk5ex5iw79O7kM+IA7e95yDyYK6k/++PXgD5ifPn+OT59+Nj7GZ3/we/CHwCd/GOQPpq1+qc8HD+BUuD+Kcax5ZiM+4ga97HCCOpDkfivr8rqjX/QPIC+1dol5s+U9lbgl2X7bt9bdXFydU9rpF30MX9jBFxT0MvlZfJ9AHtmjX0Cz/tijoUd/vO25Ihezx7vUmmef9s/3vgs+nH//m+/zY/p3332X93vu3ff3b1LucDlbcC/v4F7N/KKvoJTqnNUoJM/xbtxzvK6g4XN1KX5mjhJsQ6s/Ti0GlDZit0rqOiUuri5HDEMxnJ+xQUONK2qJKAog92fkw4bfD9y/fRvvvnsf/P9p829wvX3j/nDWu42DZXh3UC3PvkBs5BosPkODXl4du3+8xiNBvLM/sJ35p2cNyuSy18++t3fAR3+7jGm8uiTlfCEOcsj5iHxzdnr75k0Q93fv35rex7s3d3F/e/DHojEOno+j19jkvAATd38Ls4J0DP41OUc3hzE/9PA31w7j2HIoB+F32IufXWbvETymRCx+t7uG/NG0eLzk5xQlXZLnMIP1AJwFG7CstisPfgfD3svQiC3CPrnvrLbZsEWjq+kWmxM8+wzGvD17L+GD8el09NnY8Dzmw/Hi9vAlKaRnFDuU5Jb2s3jNZ86ZYGZtpv5xqf0Uy0oK+HYe+AZXnYvwUGrwBw9qKc6tEu5ydicuMopIflVx7o1QVFBkfmuTFKPHYjoMflYzhjEmYzRvMGot0SEppIb4lUt6KSPpIt1pq9LH17i0uAvOu/tBu6QXfl0NM/yj2F/J3zN+pVycN0lpQzL9hiz+AfkHlDfPk82xpYrCNhouyQ+PnhmeV55bvQzN+eZn7jBYEy/gwaveKqonfK4T6tbno2qFGoPjHOxv8PiNQ/E4NYxWHK0EprHEYRouGFmLMY01DsOQdLTeOFTPnWIo75PUwTQMORcGy/AhfrDcaBzGKcDtdMj1fev9iY+z+QHW78gP5h9MJ6/habAN71tDqVE97wZj9DNUwrzxguSrRtZpv/BTx+XB4wOoV/cbmvXk1xgsU0uJ6mzXSxkedmspnt8KdFK3yPKgmA+UVILu8dxWHHe9wv4ca9q3L6jCo82+4P30+HTyx9TH+PAT/0LCp+CdPvNDjmMYh6jOYXVeKE+HMQ7eJ2/ubuIW6ufyidxNo9ffFIPlivVUFA4PLwY/rIfV62L156wlZt8HZt9/k3qfZA9q98052KvYZzpl3gKsSArsV4+R5LKEowYaJAWXJAfwS6SMg4PuEaH41kUyvgbkpWc9ZOAlLmzpUjCTJWUSkrITchxSa2c9ok9HAQl4DfgAuQ7qoNeh4atTSenPrKRSq0vPtOdBEmIJSb+Q73J7ip+OxRMqYzadfaMAvZ5t5q/uKFgulDJYvEGs9gzCEwhI7SDjWRNyW/Hv6riYwLWUtkBM4cttskwt5ntyEGMtJaB7MHGuk9TyPXYXQ1KCcge5BfQDirxDdUjbC/R2ZJbLQRHeHq1t8XPAM+B1IIt9AK9THiQp95g6lVq8UqOv+fRbUmdfaIv7Ugn87EEMe+zbKPc2yr8G4gV7mX19X97LtHKLsZXZNFodna+h90V63Vdvcp5nex1sUkenU0k57lKj9BG5TnuZ+tkPQGxM0A4O/h3wKHdKGRx94OKhATz5YQGKzD4Gxou5OfpG1EFd8gy/xCa1GCXRhZyDxIedDup/L7ZvHJ7TuH9h0yR/KAMq0A7qkoL4JYXUytRZbx3Uw5fUZCSlDnwgNX5cLuy/7gdj0Hjbi7kLH/mLahLqgIqklKeOPhTQlr5dWH1DWnxj2nxAqoWcM39W9yfysMyBnjabSh7UEtYkFu9g1ts835gfjG8HdcYaChbvjR1W3v1sUWyUeBh38kasQFLmKnxJz3lCBll0QK0lb8TclOFX74Wgz6fXlLaSfZX7pOt8wicgzkZX35if963O39xn2nu/Nvd/D4ebdvED8EU7OrRRh99RSr32k3ZkoR3dL/qg77WsMWLoawu9UpRq8LseZcYCoA+Q3bwOKC9+cKctFf1LUs4b9KpzSU6RR5Yy+SylOG/ep3xjkJT9pR2fNpH9kRq/17GBH+wiR5029OCD3kY7ZdDl8AkilPYp04Ye8tgB8IG95+GMPlAndqjU9NGVWlmytEF7+KINYM/V/KGMH/IGg3ZJzsMWq+9/kq7+ejsUPbB4ndGfxWuBOvrUATzqyEuC5D2TgvRcR4b+ss5oY84zHpIyJ7UWx1Bi9CF28CHW7GC91hzHGrwQAAc/EPAAUC2PzOY5vWR8Z/udPe9PXv8n664xLyeP8mKs8fD42YfZc5zOT3E6PcXqB3vK9KF4TlT78fCEpKCPYPTeLinjG8chqdT6FLsLfaqSrF8SfczOvgdxSMcePui3pMx9CK0GL0XHv2QFWUnOxZh1CcF+Io2QlPvGgYchv6AcL3FuGIlIO/QLO1Bi2EPC9hDE4+SkPXJLP1bPB3QYJ/IKbxynjJf1hg5+8AlYy/iBDwWUgUPJnFEupWYZXgcxIS8p24rHQVLGJSnjqjkXlO3hi9jOfhFMDK6mLHFMfrAh590eH/KQkXQdT2LFR/VYI48e/e5lXjgdnE/sICcp/UqNohe+iMHED1W3fpF2nzEgv3h9SMqxubm9Sb/YHjx30MUfclDiw9fmAaBNUuZYUtrDB/F+/PjJ8/UU7JXw0EeevlHGD2VkAR/YiAO/tJMPysgwfpKClzlxuegrRWwDbEDhEx++0B+nMeOiTht9kGzLD5H8/8yQHYYh+047dphD+JeaHH6IjXGnP5SR4298EvejX0gj33NCzNTxT76g+IfPxwBJL8YnLhc69AEQF3nAD37xMQ5jjg11SbleLqqBDvHvbVjE+8dj+J1t+KYfR7+YW73v1GmIkx+IQ9b2/Yv4JGVM5Kf7Jl7sDc4VoA6IhRxQBvSN9rhcxC1hPHJuEC9yAPvIdyBLTJKyb9jFJ6ZoQw7blOED4ibmzkdW0jUfnc94gNYeUWqJnA9em3Uonhcl5yc+iQs9/GEbSrzAnfBP28eQow1ISj79Y86QF/6QIpR5wf7JfGFswle57BMu2neNXq+Oh3IHPihLcrxT7qfdH3z0My4XJPn3FotfruKH/ABJ6YMykFodfeqAfgN6Bj98Scq4ejs26R/AZ6/Tjg65kuSxW3IOcq+WiCmul6SQlHVsAPSZ2w+PDzkGlOHRhl36Sx4kBeMCMIAMMfR25LsubYA+AeSoo4fNiC3/8Ao8gAzABjKSHGdp+0z1ectrQ577Tkjk35b1u4XFNjbGsXr83IYd/JAfKPW4XJKyhP0za8/6xbxaqv0o8I087aWU63jRVz7O0P+z78MYkZRzDXlk5fm7+UUoWP2ydPEHACj12WcE6lEjjvMxogx8FghV7x9R0i82N8ezeh9YjM3PJSD53iOgUvNJv4gVkGvmOhQQX1LbkBTETnzMi8Pl3iYJc2SuUU84+oxddLFHGfusHcpn54sybShhU7L9WnOvJjer45fk4SkJqcWLLP6JhaMFcvT17FyyHgFl/CGb7RaEsm5//OmH+OGHv8SPP/6YLyqJAx3iQgbUUoL/z9xv/DH1H/1x9Z//j3+Mf/xP/5AfV9/e38adMfqlssoaq8dj9fhsHqfNL615T7WGL9tY7PfktXskNp8PKAP+mTww+1zjzoUnjPMXHsct8I+NhO/di7HaDnxAnOQNflwuyrRtlitFwR5PfiTlmEmyC9lVSYosdvoeRr4YK3jNRs35Wj0e2OmUsqTcC4iBvKGHzsnvJ/j/gn758ui8PsbDw1Pi8+eHeHw8Bn+QD/rp05f4+PGzP+5+Me+Uaxa/s5+b6EfH5nnay9DNfQsu++/xQIHU5gb9ArNzTlzE93j5A+cfP32034+5H9GOXIekzA3zjrk1jlPm8ObmNvhntPODnz9Y7un9/b3PWjf5DLDPN3ESLx+58UM9fEltDFxsY+xxRQ4ZQLnHs136Dh/0Ni+tnCdQeZyhCdnqxT5jxIeJN47v/bt38R3/z1x/rHxrvHMf+Ntko/c2MPmM0SzRAAAQAElEQVSMDpVsIPMrz48I5lCtxXOgoZRivuwkvE/FNf7+IfV0Oicv43fsm211pJJ/YaN6PpFj8nVzc+P89f/f403+s6Rv7++Cf4qXf6XmN/7Q/bvf/TZ+//vfxR/+8Ht/9P5NvHdf3r9/F/Tr3bu3Sb9z/Xv+VZs395F/W47nj2mIqZYYnKPRSOrw5XVavMqg8kdWee1uhtY5Yj1HmLdZxqswNtazZbfY/HuN1f0K2wCkK15d2V+vf+RArl/vYbx73Zdn9mLb4dy2pu0tFtuGP3tOnP3cCPwQ7HB8R7J8uN0z3PFtuE+4ktSmXkcSGUuOQYRMw/pg834D5HcVxfyqkh+gUgaeLQ6lOneDP3iNwdwAg8e/2BF2w3rp20kowDpQF6MURXHe4xfXZs4z6IvNhcTvSCq1cvyNK2NImc2h/BLZ5F+SrnYlmRMv6pKe6/Hy0svqr9YkpZ1SSnwNUmuXTF/JSOYZ3YF6YUelr3GfBRT+zzKSrkxJUTrKpWxa5RiTH9YyrOKqyy5EuySFdEGYml0Sm21uHDuSFs/deuHLK8THFUuvIa+bqvDaC+8f4fkll7eQ11Uwl73O5DXHh13yVYtsD1je+aE+1OL7Vm2oNWopUYzB+1YC3gXwgaSQlLYklyMcq1yPKGFqKOJFuZpHW7V8VQkweP4nXC9G8pIq26stFADvol9Mq1Fs51uQFJIRhikxg+p+mBNOZyy+B56Opzg+HX0P/RKPD49x9t4qkeE17Dah6ljGGsM0xnSYYvKeN42HGMbRvBrVbSDlhhK1ligJhXKgvG48TmvM3tfOsXhMlgU6B3sQYC/nvkOZ8wE4cYa5gPt/B3zK7rsdqCF8SYrigdujVgd4gfTL9shri9WThQA6+o2QOsHxUojyHvAv6kn4JfuA7vG8iTRut4U+9vBNueO1fNP65W+p9V16Sem/5EF4lQv430S1PHniATLLJWSqoggxIXzj8A0mbxzOFbTdSNaYzV+9UXvKMK+eYT10O+R4QDEttUapDbnILoutjxe+q3nT4Ek3TtFlensp1WYVxbYkZTl8kTuwOCZy+zUQazhe5L4GxoHxB0w2DnaU05b7TnuWfQOF7uuUsQl9Dfiv4ZAdygZJSM99SYabUicrv/yVbZe+dH/E9Peg9wkKvqXT7X7NV2/7Gu3yva3XodJzP6nvZSTleFfPD9oAPZeajvRtihy7G/bQgyY8Vmwq9BMKGFs2EsaX/x8KZdrh074HfPID3QMe9qEAnx2Scn7WUr0p1uzTNE2Xw/5N1pnX1f1kHgNJOZclBVe31cv4+hbwv8dertvZ8yh3fqfwvoV9v8kRLyCh5Ik9rPtGH3vQDup70B+QPO8Ynuax+uC4ei53wAunQd6D2A+o94Ns23sW7z2LjwNbriFsEUOPk3L3X2rJMSDX3S9texnKAL6kKKWE9Ezhg9hdyPcqbcTwa0C2t2OflzM8oIzTFKXW9Ccp5D7TDogZvNaFB5hDyEnKPEgKYmFc+viQE2KlzosJXkQw36l3IAOQI0ZHkfFgm3qH5BYDPv4BZeLggQtQhkcc6EkK6shKCi74UEB5Y/y9b/cY0AW0S8pYqG+eI8S4+OGFNnyhQ1lSLLnWZ+eAGROx+WEDHdqh2AA9Fs8eC20ZH7GjD7DZae4RfjlPzuBhB3u9jL3Og8L/Wl6x2WWRw0aHJB+upiuIhRjpH/sGZWQlxThOfhlwcB9XWJmbnl/kKEstZyG6515e8oZfYgDIdUgWtDXaTTIftEkKqQHbkmiO9TJe9BVbzDdewtJv6vQV0A6F121DsYV96GsMPod0jOPgWOQYNoO+8JFw8/7pxwI/RE/T4If7g9s2r/FwXGcfLI/toOnD5tkvLg83Y8gv0MDqB4J1O8dm3fDeU3zAlSJ9HHzArbVkGb/Va9JPtba5Riii9WHNMRp9AD74YxkvFyiD4j2DPCA3+uyyXXJO/+ED8rFezhHIAeRA+KKODHXsga5PPDeHm5Dk+MlHo1YLDvTIUUbHIhnv5L0FvT4uy7z5oL/EfF5DUSO24oeAsz+yzcnbVnfUGy3+43IRE8VmVyGJaoI1wcsZZGa/DAPbtkbvKzrDMHhshuTxh4uIBWUofYWCzfkC8IiZnPZ6s7vZTs2+U8dnBz6wCR+drksZGWgtNWgnNnjkhj24epwlpV18r44fW4wt7fQRPWzAp0/oUJaUeaa9I214L8MHQA9QJq6+/8LDDvL0H30o/uABYv348aPHZg702v8T7Es+tJ38IhSbtCN3zJefx8wzdvq+hV1JntcluOg3fcA+deLgvoBt7MCjHWCfeJCB38vkiDZ4yMHnn87Nv1XkvRKfjAlt8PAFj/5ul9zgiz7xz+9KyrHpL4q7fKf4wR9xQOHDA/AkZf+wH7667+4DHdqQhYc+yLLnLRSQN2Qpkz+byjkHD2AXMDf48Ftq8V40eD++Sf/kFl3sIEeZfuPX09tzZYtxGm2zrYmD13OpQ0QoFr80mw3o4vsYtrBBjqhLsl4Nqa0/SembfeidX8CW0sYXP1Kbl1KTxT82oMhJyvlOufNop86cx3f4ok6ZvtMONTtjgE9OqTOv6Sf9RQZISjlkjn7ZgBxlKMC21GQoA9rxT5+IC5BLfEvKHMMLX/Aokx/mH+MFz02x+b5PGTvYlZofSZlD4u388IUcMdMH2nhOl1qO4OFDavlGbq+LH0kx5H1ryBgj5J8mj+wVteaYUSd2dLHfKbYlWTc8V9YruiztjC/6zA3yLSn7JMlzaAlyEb7IJXKEgh6y+AHdp8VCUsZMO36K+jza0h7yYHVOV69dbGKbP0gBpS4138jBI4fYileX5L5deD0G5LDbAZ9YsAUvfJ9ejdn78hn4JfqT9z7ePSwOdbHJ2ffz2fdV+NjrMUClNo7YBLQTAlSyssF+hj9JmQ9JQb+6Pjlln2V/Qg87yLf4Ii/kI5RjFr4YH/ThSwr0kGduuflahy8JVuY769Q80F0fX/jsoFlqNimT79WFzTwHHgkVPyOtwYdAPgx+9geqz96bH/hDvf5QePYe4yGNxX4W51Wem7yjyXcvPtuM0xTEXj2vWR9g8LmHfknK/ZqxIl67ztiJl3Lnpb7t9r2Cfiw+uyMHaEe+g7mHn97W99m727vrHMc248GaJB+L+4E+fPaKh4cv8enjX/Ofd938Mng6VH9cu43379/mWXE6DFH56z1+Mbn4PHjyGXH2nGJssAGwByRBcqzgI7N4ns1+gTrbL1i8Z89eF4sxw4Maq/PKeJDX/dhQRp5/IpjyYrknv3xlXBgrdEqtPmeOidFn4MFj0DC4DzdxOByCcQDVskBSSMoxC1/Ea5I8qbUhx1iQd3LVc4cc8vABdUkQnyfm3FPYXzt67tHBJnGMnhurJ9TqvmMXUEZm8/qV2n5I7ICPh8RCGYo+tiQFuUN/vtyb8fvgl9QPnsMd8OgDc4D58PT0mHGe55Nj9nPARRcbHcQz+jyKT+4z3MO5dwI+ujLP+HCZ8ViODBAHfroN6GLb8OkbSSqOWSpB7iSFJNg5b/Zy+KdOzNgB8F4j7doG+SBW1gF/CIyYKRPf5HxPOQ+qfXmme10txua1DMJvRzgSDH4xD6TNcqufH6vn1ZAU/uq5Txsv5mstsXl+1yr3hT6gs8Vq3vl88nPC0Tl+itPR50zvwefz0fvAyWt/Tj2PXBSrDdYf7fcwjXF3O8X93W28uW+4v78x75Dz+K0/Hr81//bmEPRnsLJV04YjCezJe3txn8KQEVknriU2rx36vDi+2f2Y3f/F7YvX9dqp94DVWBJzzH7+61j4MGE9+odOw+LMGdbHBuA5UL7XgOIA61BjMMbReTyMzucUm3MnKfzj+BW1lKSD+VeYN1qP+mg+oM/AZq1jPfOHoUS2uTyOLo81RvOGWqNa0OwYbGvwPlZdgVecO1ChDiI/fHndufockyJKGG63mQCDBWQeP5lvkds1c7s5v2D1moYis0fnQf8WsPEaXafZlONsaPX4RT1+9XLcl3i73W/R13H0epe/unGeSvE4XiC1+KRGkfuFDsyvQTum43zts9vpdCd9zYOkr5aRlVob5b+NLWQhq0Txr+Ia1MWgTFswd5IfAV9SyDwQL67tWpNLAF1QXAFNx3K5fte0A7/6FzAJMAw1htGoJaoZud5KhF1HL5fkK7Ap51GSdTcjgrZi+WKeLCHRFsmvxTYVYVaYXKAoLj0jXO9QVLcBlkT6sr+yKbxBWM47FP9qwbzG6vPAyR9TZ5+r+Ms3q/OEWHV/ihdZHUrQt3Ecfe+eEiP9HO25RF6MO/sQNKwfPp+EHW3eh8Bq+gx7cC63C8Lyxf1TcbR1iCt1OczbJFtq4Lyx+D7dz3+lT8Q9XXyQAdygwNkd66D+Gl0WusfeZpYdcPb2K782dwL25iRDgeRkuyAPhEn+9HZPJ9+Y1kTnSQoSwYGkg6R30BZpyxYtKynli5NUa43qhDW9McZxStRhiMJAGlEUm5zuPWJXd3l1HxdvmLNzePZBgVwl5eZkHu0WC0mJUkpODvwSA3UgtfbwRf9eI5yAziO35B1fe8Bb7NeitvL801NsFxmDpMwD/iX30QLY3NwP6OK4AWWAX98hUrdYXmqx+nfyJJcuCF+S0n63Ae3AXi93Cm/1JMXP34v4O6+9vfXSPyi+97mjDH8PZMCe18t7u5S/Fg78PTxzfiFGe7fZKbwuKKkXX+T6ytwV0AM7lofteTbQtsfe3+r8r5f8IEMZyhzZz09J1zj6nMQfMkBSjn0vS00eO1IrS40i09B0JAWXpPRBmRgYgz3YdBmvb6HHjm4HvD06f0/x1wGfMhR0Xcp7IPMavZ2+7dc5Oejrp8vMPpCeZ7+U58AN/EBzMn06PcXRB+4o4c189YP74of7Uzw8PcTj8THyQ7YP5cfTKdCfve4B5ZP3b0B+jsj4AM9DDXv6Po+Lx5s6fSMe+gGlDn/znIDX0fm0Aeq0dZ1ehwfoP21dVmrjKj3TzIn3RCggX2DyCwlAGTuSMJn7P/2gbwDbAN/EiyyUeir41+IbNjLo8SDJAyT5QB8eD7jw0OkgbvC6bnM5N6UWT48Zim+VxkdXKiEj+ZaHAkl+iPJDh/OPfWJDnjJx0GfqxEh8gFiRkxTSM4gH4L+j+4AfoehXb5eUeex8fOEb+6wtKA9Z8ADtUrNDGR5g/nB/g7cHdokBKil6GR2AbPiCUscfVJLvjb7/ej5IrUzMkqKWEpSHvG/XtIldqeUSW+FLUspJCkm5/2EfrH5whHaEL3KNHXjYIM/km3igJ7+sgdIO4CMPkAfwuwx1ZPbApl1dY0aXOrL0CXBmwQ6gHX0ofGKEVh8unYaonmOr9w0e5G9uJn+QmJy3YlSfYYY8cIY3581nkxbXbN4hH8KLDfBiAXry3oGfcWo6rDdiWZ0n5gEgHuyAxXsML2Qk+cXA0S8ITtf8xuXCnqQY6pgc7GGXCi83Np81OsgL8aFDOxQeeeI+mQAAEABJREFU7cQnCXbOVeQWv3yTGo8G5NDpWHbnFsrYAPTz548/55qj3IEM8SGDPeycLuNNXVL6ht9l8LkHNoitYU4f6HZISh79ajLnfGE1+JxJHT75wc7q/ZaxYazZB578kEG+U2accgzRw//k/ZGYwI1fqMBfvZ/QJinoF4CHPhRZ4OaMSXrOJf5Ong/EEb6QQ9/FHGvKvIwiNnysjhWepJwD8GqpWcYGfVsdD/3BBu3wiIXY8UcZe/ytB+LvPEl+0TRn7tFFjzZkpOYP27QB7PR42beQnT1X4W1eB8gSExTftQ7Bh0jan3hB7nuk1HyiC4iXdih6lGutUWrNfQWZzsc/ZeLkXoJv4pJafmnDP6AM+Ft/jC08SbZbvH6HHJfwBZ98458ycX758pB/02T1PCcW1hNjZvEgPvIDjzr8rkt8vYxvdJEH1MmRpGu+uzxy2e41S9+Il35jG0obsSFPOz4k5RygzgeUrkMZnU+fPgd/CxY9Sdlf9IiFuTJOE+FnjuFJ2Fv9Ufzs/eaccxF/tG2WlJQv5CTkwnmoOXeIUVL2CV8WDfrDfMMf7R8u/9Q2ZfpiceuXBPL4kEQx40SGCvLYoI5tKHxA/pnPUPQZQ/jdt/TcZ/gAOYAM8xNd+OSQtU39cBhzn7/xfs8fhKm+F7D/D37ZoOIXIiUyD8hiS5L3+9vss6TsE/YB7UBS5jl80R9QarnqdFnmVTVfavm0eMoQK2V80udSSo49OWGMiH/0SxDWBPOdeoeknO+1VsdQcpwkuY83voeNaQcb5Jq5/+SPWeiSa+xDpef4JV11aNu8P6GPLP2SZB8L4XoenaKWtldhk3kJJGTW3J/xiy62UunyS2o+sUk7cl1Gam2IkouafZOrm32viYzJ91fapTYXkAPYox17AB9QwFmLOrDBUCk5phL241qWlHlAB/AcsHr9Yh+dOo0WVsaS/ryX8DdVr3atn3q+F0ABbR2SAlvEH756e68jBw/bbr6OMWX4UGQ6hUefN59VJGXss8/rs9+l0LY5dmQlBfFT3gO/yCArKWOjHr46T2p2Jdsw0JEajzjpj9TqkjKX8NEPX11eavqSosPNud8wPuQZSs5nj/HmN4lP5yd/hJj9DLfEvJ7jxL/UwXr1y0D+5i31s/mrz3NnP+/Nfv5blrPnIOerJz/n+Xnv8Yt9cNZa7W7zs+AavJeS31GRE2I9WY+5THn1fZcyc/rR9wzudfyhjNl5pW312lgvMsjNzjU522Lz+jsEf4hucnyeYiHvM75dxps3d3F/f2d6H2/e3cfN3SFGzyXO4/jsNsgVcKBe14J4TMOwdY/l7BjO58XzLxIR3ri+AalGraP3gykqQVhu4SWsY1/dh/N5dp5m782rbW3GGvJHnnC2Wz5Pvl88JU5+nj75Pv/k52fyvPh8sPkla89330vZWwH7KnbCOZHCthfvG81W0w33KczfriCHq2ODLl5Xm+c0cwts7nvPNW0dYfskiZyN3isP/sjHvkodndl2sAlmjxMI9532rof9PUpt+yn+uP9++fI52H8psxd/+fIlKLOvMkfYwwDvDogLH69B+6PPSlBk8M19gfvb3d198E8H/+Y3v4nf/ua3AQXff/ddfPf+fRx8T2eekDDsnr238FEREAvALn2kzwAfUHKPL8q097LU1iu8jrTtdx/0m37xhwOg1GkDlMHseTg7n/gB8IgBSp02cgWwLymg8DeP6+r1PY6Dee2eknWvB0nu5noF/Nnvd85+p3Py/DudHuPkPeGcOHn+Ho2T1/fZ8/h8ofOVrt4XVvvC52ZKefX+EJ67m+dUzh9T5m/xc2Etxc9eNfiDJ8guzJ8LKC/0ucN8eKvnLKAM6OO+ThnQBmhPoE8ujB5LUq8XL8QAq9tmrzXO5ZS9WsLLOIrPLRV4nxk97zuYU4A10HmUWRffAnOQOXZzGP1huQZnpcPNmPTmMPlcVI0hRu+XExhdhyZKwBu8zw2Zv4jq9UMMYx3cZr1a/YG2xmC9OhS3e18qQO7ilghf9B246PF3T51X6pvXK/kD1Dul3IHOHpLyPlRK+SoNt0uKdm3pD1utvvt9ldnxXhU9Y19xvl3Fx9dAn67wmDuiF0YkOWSFf8W/91LoqvJcurK+WZC+Li0ppGdggD5B/1fQdaVnm1Ir/6/Y+/fq2JX7s1ltNUx97mA/aPzItl4O3xs3IywT/uhIefN4rbmfsJetwfOE3CahG4EceswTL5Ho6O0vaMj/RV6b96Ut7bIfboHcZl+b97HFe8Kae9sci/fH3Je8nyBTvBZZwzzr8IdF+F+/3d/fxd3dnc8nN17LB6/BwfaKoYsvx+0+ob+Zk/1yP1cjfdpv+F5Le3EHEq4oZGlg4h9JITW0tVd3689l7wXV+0KpLi8OuCM3RDZW83r57JtRL+9p11m9QYAtE7VdF3GvO578kVpAknbBlKgOQlL0S3KZH3dQRqklGmqolCwL/lBjGMcYhobqDnVIJXRBhIfc2XR4EQFfpk6jeXFt23wTBKsHcvWNaw5upB3kAOz7fy17EvRcQMkFCF+SQlIU4t5BUry8lHLS36bdlsjBxSY5hA99jVJ9I/WkIbbFYwXdPJE2J2QP4qEO7bage9AmCZJAfvONYZ+LXm5+Mskp23+Rm9Tb+acNHhRQBpT/fmzupXGxu9fDVsfqdmLbg5hAl+m08/a2pOf+SwryE1+5sNHZ+zI2ATyHkusFOUk5B7AnMWdbX2hrsq2OLjxAubdJTV8STWmXdvqZjN2vrvOaSk0XUUkZD+UXIGgz9rquXn/2/F4mjj06/6rkgtT8SaJmRPonHx1Sywu2mGf0DVul1Kie5x3lsi46lZS24m9cUpOTdJWUlLpS800DPqGSINdcE9ceyHUg6BH0PrMmOl9qdtGjPwrX20yOta9T11PfuWcfQg6gg51OKUtCNEG9AxnQczQMg/fO4UXeBufQLkJSzusuSx4lx+VGbHRgO3YXcl0H9r79WYe915mwLWSQH72PQ4Gk9I8uOowzfWYv5kEICuDRBiiTD3QkZezhizo2yCNUUva3VN9HPEfwNwwtB9B+OCceqcVRfV+h3oHcvowNAB9IzpP3RMnUfSQG+KDYZ/G+DY94oB20Y0dqerRLCnyFL0nZL6lRbEkKLknZ1nnokpc9yFHD6Xm++mNU9x++JGXuJbn2PE7YkxrPytkmKX1+Le/wwpd00XGZ/vEQRIz006xAjhixT11q8sQk6RoLdWSgIPV8RqHc7zBSk8c+tpBPOZ9neEnAywLmDXza0c12n2/6mLSH3LPv/cd84UJ9yfv77DPB/gF3tszJqWjeu33mZ+8PfigD8k4b/nsZurgPyBELQJb4mYf5QHh5kdLzhjyxkz/kJVH17rA5vjk/rNBPXkZAefDHJ+i62KcMj3bswAOSck+IaHOQezvt+GMeSooeb/hCh1glZS76GPe+WSTjgtIHKJAUknL8sS3Zb63pGznGAz728AF6nTgA9XDPaQOS0qbUYiFuSbjLmLEFj75jn/xKCuxQxqbU5LfLviv1+uYXHOdrvOELn9V7g9RkIuT1wH1ocC4ipBIyVu8Fm/cBxp+8MMbEgN896Pe7d+9yvdNOXpEH+Bqn0S8DpmynDRn42MM+9fVyvqOvzEn4tFOmHXSftC1e/+GLOLElKaDI8KDC3zaQnvMZviSljKTMKz6xFb7QJZf4Bz2n2JOUeoPP7eGLPiCPzOw1ZpYfiqbM87/927/lXCYGYiYHUsszOugC7FLvMUjK+cbcxh5gDmNj8csy6pSJl3xjgzL24dOOrdub25Ba/yRlGXlyiUz3S/3oF4r0gTgkRW+TWpl6LT6DO9fdBz4lz/nLvSd8kTd8YKt6LfA3O4iFOuuUMv1Ct/vKHNsG53rmFzL4gNpkjg/8Dvjootfb6UPvP7q0e1nlWBGH1PJAGX1s9TjIn6SUpQ0QHxQ7UPYiqcmM45APwMjgF5mws/v7e++3x3jwBzJ0aIMit3lOhy9kVUr6qu7zOE0xGHKuzIyj93Fe7j75xSz12Xpnz6uzX1piC9hMPnzTF+bD2Tr4ok/Q0ecQYqFfPUfkhLYuSxzoI9sp8sxVxg89bBA7PmmDT/t7v0hmnPMjsX1hS1LuK5L8ceI+5xqy2KcdH1Dsdt7ilw/YB5JyztGOH+i9X2bjF3n8YY86bV2GNnCYDvmRFRnihiKHTwfjvWwzUQJexzhO3o8OCWIMX/2ew9885MM085YYyQNUUt43sTF57PBPGX2opPRHvbdLyj2h27CbjEVSzu/9+FDu7dDuM8ueZ1LrB7bgIc+4UubDAfLADqLUkrEUzznigSJP+zU/VpTk32GVRrtt5JDfA57U5KyR8SMvPfdF0tUvY8ZcAZSJI3xBsYIuNomNl+XMU4BPqEWvcVFOoOgCMvQd6mrKYYe+YR8qNWHq+McXZeYU44MekJocZWxAkd0DHsBn3z8Yf/xAsUs7OpIcD/dPwXKellwj9OklltzvO4++UIaiKDV9bJIrIOm6XiTZj4ILGfSgUhsD6mC9rDfkJKUOctS/hu6HNsr0jX6iQ11SxrD6XLDve/hCjpf2yFImz12G3BbrJvW8LIW9Y47hMAUfxYvvrZtfPFbvs4ebmximwblbc/1gj77422PIHyTPPpd8eTzGl6djfHp4iB//+tH4ED/89a/x04eP8ckfXZ+O5/jw6XN8+vQYnx+OcfY9lJiDL7ehGKcx3njv/s4fyf7w2/bRbPD7uPTjsy0+3aUcI8adsYEnRUiKUmpSyYyILMfuIlfdVqeNt7pPc+4l2F18b50dG1jdrwjskZst7yun/ANxc84h/IevUor9tzkGjzE+Ho957uBDM/ct/iUI/j/27GWU2c/aM8HivC5pL2LLsSxlCKnYMnPHJKCgWG5LbM5bR0QJSUEcEnJb5gnf9HX1/Wv2swugj1D4yIPwtZehHazOA3xgkYuPmudG5hLrGP1lWbKv9AngAx1J2Z9aa9A3fJKfDmQoYwMZSSkHD1liOB6f4tEf/AEfC/nDAPKL7Wmqvsfdxu9+9xt/YP0u3r699/3Yc7cW21ido3OOF+dVYnp6fMr6yfd0PpRjn7FudMl90oovckhdUvJYN/QX0PdxfL5nwaN9mqY8d1avpVpLTF47fHC7ORycsyGKbZEH+g3oJyAG+uqRc/OaGIpCflk/eg0Wf3yo7vPmD52DuzeNNW5vpnj75i6+e/82vv/unem7ePfuTdzeHuKQcYyOZUy/g9cy8XSM1qdc7KPafkMJ5MZaIy9FSEqUMjgHg8u0Fds9xDiAKWoZk68ojruBZbNtrhqrK89YPde3BP1ePS/p+x7wZq939obFz05JvS5WY3O8nvYBtePgH+y5wu3IZN3llFPE4PMdGH1G6tjXKTNutEG/hoPHr/GHHNPDNAQfZJiD0IPn4o1BeTpU58ftrk+WI9fIjVkeYnQ849joUKFjDB6PYaiRcP6HC2op7maJYhXQzqAAABAASURBVAqq+dBSIxKKvKRLIWvkfcv5TI6/ihyT1ePwjL2clf3zbRu4SXmPX1IP9tdoePy+xt/zsNUhyXPp14EszyjMGebKHuE4aO+Q1Itp91r5SkGeq8TVmySljvRMM/ceC0l21fLT5TvFRsJzsPP+vTT13RcoutDNY5bU/N5n2hwJ5N8F7Px7wkv5nQfqwDNtz3W+wlA0vhPq0uvy5jmR7AzAe50puS9mJqzu9IaX+i9hZjGqgUytJddMseKynn3PO/rZ7Sn4m+wrf+PdH1s9wyPczjrkD0G88UfTN7e3cW/c3RxMb664OUy5dqv3xNEb7YB9r7XB9cF1+PjCd/jK3Dt4KLwGRUHI3V89Zg3rdb5sHr+O8CUpcyY9U/QLQqsXGKAMellSOklBO+u01uoNwzCFl3WXOy21RKk1IevJdZFMl8O0b5q9DEUGmm3xPJzun4eO+harB3Xh4OSNmxsZcXb0uKlTtonrj9Q6Xey7xwgtpWRSEEQHXXxAqQNrRuJqw32zHrpfA3aHYfAAM8gN4zgGgP8ayNf6S5vV+XuNroutaZp8czhcwQNOv4HQDrp8sX13gp+QRHdfTBT6y0ZHTl8DfkeXo87hCyw+8AHKHHo6qAPsIY8uwLnUYpCU8UiK4pxKz3XJ092Dzxj8fQgmSfYLPwA9c9MHdeI5+QUKGzt1sJeR9CIO2vYy4QueSf5QBlSgexAMuqC3d/pSDu5L7HNBi/QyL/A6sNXL0rMcPNpAjwHe34L0bENS5oN4rjCv28Qu5fAl6SorvbQhtXq3IbU6ul9D7C7a9/OH+hW5M0QQR8PiA/lyraPHi6fWtiYfXcxLLQapUfiANiA1PuWvAVnQ2yjjjznWwVroZeh8nn3zMC4UeYAuwBYUEHOnlDuQB9Rpl17GKQkzCUk59/27UdfZUxgHyVwDG9jCJjGGcwqvA0O93OWgAD7tkl6Mfbcfl4t6xzSNuWexP8FDBMpeRQzY7XRvHz5AXlLQD2ywD6Ibuwt99h3QdbBFffa9A1F8QiXlvECH/iODLG2tvOaeQjv1bo925MDrcghOA/LoNSzpCx2pCVHutjtFB2CBflIGyIJ9GR0Abw/k0JeUY4MdQL+hkqKvDUk+4AyZU3kfRqYDWR4gqEvy7IjMB77CF/wOqfXJ7PyRWr3HBxM9YpOU90TGkPHDBu1QfALq5E1SxlbU7tfIAMnx+KCDTeSOfhnCGMr3+fzTc36gDQ5OZYvpMDj2JU7npwjz6yC/HDrGeT3Fus3uk8fGB7l5PnkPmaPYxubzhnsbDeEYSsZ8OBwyX8QQvoiVPoDN8ZgVkqLHRTvznnZ06DPzFoosPGQo0wdeJvBCmj89Th07tGGbXMKjv5Sh8NHHPuj24Ely37aMR5L7VfwC4yY/atAPSfHklx/4xA42z375hF1eMFOXFEOtqRu+kDPJ/uGLfU1S+kCefgHa9jHQZw9C4Is2bJx9P6Y//I16fKJPG2Xk8AWQgddzgS78sz+WnG1j8YeT1S89GSvGzuE4Xtc8hpsxz+ccv1IiTqejx/js+Gfvxx7/dXbs5GjDrOUGo7p9MV9Zph+A2Freits3t1f7GUxLvuA7Hk9JVx/Kh2G0zGofc84X9MgLZzU+XOzr4Yv7xeb5gw/6tAcvyzmbkkPapTauxGTVHGPKtGOHMqCOH0nZj7hc2KANGUnJxd/i/XH18wD05Ny29kj7xIagpBxDXngxJpKcg+KcLu772blQAjv4wBagjA34g8/IklpMW6Q8/sMXH5WR5eMM/ikjjy5zgrlAH/ENzyoZn6SMAR4+sEcZG/QXHnX0sEH8yKB/d3uXYyUpZs8l5ikxo4MvZLEjCfEEMSGDDT5CYRdZGvGDrqS0u9mg1HSJBVudYod+oY8e+ifPafSxhxw8qKR8wYhPfHOWpQ090G2hRzs2GH/mHD5pxw/t2CNu2qQWJzLYA/QZypyVHLsxjlPOZezQRhySchy5d8Tlwg6+qeLL09pzpAa+iQe/+Mc3POzx/+mDotf7giyAX+yHNp436BvAD+1Q4kQPe9nmxU5b6rpMO23ENIxD9oMYaEePsqScS9RTzvMUG8QJ5Q8Y8HGL+uZ9hXiQ29xB7CBDHeCLOJCRlHOcGLBB/7GBLXTwjQ42kKc/lKWmh9zkZz7aNu8tyCMD4GMLeQAPm1BJOTbIoCM1e5JyrRy9FzI+jCOx0g/0iHN037EnNRuUacNW7C6p2cQncSKDHfoPsE0doItt+IA6oF/EAY91z8eMT58+5f/njzawc5lrCrvw6Rc2iU+S51nJXIcvfEq+f7kvxEUfkXdT/kgtdniSkucJEPJ/VLAPxTZxQrHJHkEb8XZQRxY/2ENWUsa6ea54m6PZ5r0beAw3zxlJyePXXp442aOefKaB4qPLdD/4gEdbqSX7TZ127ndQfHQUrwF42AbIAtp7XVKuUWQl5Rzp4yK1vuAPedD1kQeL987F9xCAXUkhNT14jBNzRFLeQ+gb44gs+uQAm4vt4Je2xfbGccqzVymV5sypE5l9Lu4XoIH+YavW6uYt5WiDRxsyPX7KAD6QWpzdJ23oSiX3CmxSB5QBZSC1fkoK6sSMT8rQ1WdL5AefCSQF18R69vuszfMAwIOq6OoPHrGB17nCNiDe1LNdqfWB3JVS/aHmNm1hZ/AaQC5C7T/LKkqEX7oR7/m8xNPjKR4e/PH080N8+Pnn+OHHv8aP/rj68dNDfPRH1b/+9DH+9Kc/J376wW0//BQ//vnH+PDTz3Hyx6+xlnjnD0Z3/nA0+oWm3G/Ah6XwOWu7IDir+Zzh47mP41tsfAT0OPuoHsHaoA3q/OR+z5nUz82rZVa/c6LPjCP9KR5/4qcOv5epr7ZDHRq+qucFeWe/5AzGWQPK3sXcHHJ8HMJFDxvo44cyY3A8PuY9uPOlEsVjVkvJvXZwnrGFn2GoIcntJRHXa821RbyMFcA25wB4vcw9GB519mqeCdgbAW3odXlk2C+QB9RpW51r4u/oIUieB8bmvQk76EDJlaRw4BlzoW/OG/3qaM2WiQhPX2OzuBJjHWJyHqfB99hSYzBqKVFVPexL8P/F25xfbHHuev/+Xfz2t7+L77//TfBPBDM2jCl7LPGT9+WyHxAj/SJO+MS6OYDqgG7GIQ7GRKzpL0JuU2wxmX+YRtMG7m08k+ELUK7Fks7FZvDxd6jF7yrG4IX9nT94vrn3C/27mzhMg+3UuHf57ds3cZ8v+Kekv/vN9/Hdu7fBR9M7PyfyN7jfvbGMZalPY41pGKJWxeCYa4Rpcb1mriVlDqVnurkP9PPrWIJcIrN5vSBjky9+JGwV80C1/RpFg/2N9jtFqaP3CGOcog6j68OOTjGYXzymWxRn8hmhGg0lVFwO+zGK9xNzoqpEdT0pZSkm28ncm1bngblRGCtDlhmqY6glyE+xfCmKWkoU0yIlraWERBn+M2qtccXlQ8pgWy6G1a0bblcMlhuH6vuJ+8k4uDwkituMQZYtTdblaplqA9AhyxFVbjeGoouc63XnP8slituLdUqhDJpMr0uyDPySfZJaXdK1LinCP/HqYsxfsb5ZRbbhmyJ/d0Ozs/3d8uHgJToA4sWFrT3jb1mVnm1s3kPQZ8532sprUMcuFPDsDN3zqHfA9+ROPXhZ/zt/IQ+a7+1qo/vc8/dldP4W9iHY8tX2t/QsYBVLes/Yy5j5v+2HEdjj22OGVHNLLJQkhX8Sm/dZ8kGe8l0kdZ8X+Bc8qtfddBhz731zdxtv7++CD6p3NzcxjdXrVFHLFmOJONQSd97b7w5j3B5qsCbBOJQYh2o0Ork81CGGXJvVa/gZJfxfcd1txfaK16skx/mM8LX9Sl7zY6plXvxIzwZqrbnYoQ1sQOaZ3+r1hUPl5kF7iVIvILDEs13pZZmkcuME3CQXDk1eLPBJNgFK1sG+beG7mErmGb19T/cdTztpb7vGi+zXgF3sD4MTvwM8QDuQmm//fmETv8RPPwBlsI8Bv5I1L/CRxOvgeRE8y65BGZtQ7ADskisOFaAfMCiDXofyopKXLtgA2OkUWwB7UEAZ21DqXR6dDuLvZUlBPvaIV5d7lv3D1qum5Hdbe4qc9Jwj6ZflEFLPwD42oIAyQEJqwr0Oj/Jebl+mHSDzNbwes5cyaDbs+ZJC+iWaZPtNDJKuOZUoA68nz/l9nqVf2pKeeXG9tmupF/ZxUcZvb+tUarb2PtmMxrGtjb4eOkVOUld/QbHPpsmcAr1Rsjw/wOubvIItVs+N1R99Zq+B2eJrqERUNsmpRvUhJfxhJPxEJsl5fc6PpCCWomK+8sEFn8xpwPzuoE5sHcgB6uTlW6Ad0B6+JAU+a62OrYE6kIhPwbX5ro0OyPpug3aHYWXMWfjKr66H3Q5JqSPJuSJvbbwlRfBjKinjC1/YAC7a5XbVoT/0nZwAckS9Ax2AnmTDFHbY3DdJVz/hi3ywl7qY49B9YJu9CuCr26VPyAN00QNS84ds1+m2iA8ZgB3qtFGXFNia/PLixg84NzeHGMcxxwhfvYzsXo+6uxOSQp6X3W7yL7/gAXyBrk+M1FPMQyEp/REHwG+ErrlHj76C3g6PHEHDFzpAkmsRkhJxuSQF7diAEldcLklZkhqlQvsexMsBFUq7pLQv9506QJ52QFwgfflBjj4D2pCThEoCHkhZz/cuhz6y8Hu/Ueg8+oIeYO/o4x4eGGQkBbpAUs5jZLt9s7IPyHaZ8EU7tmupOQbMgcEHLWTcnDzsUIZXvaahUvNB3L0dGex3Kilyrvngd/B8YwzPfgGET+KnDuXFABQ+tqDYxQ7+sAFFDj7+8dN1qAOFrvHSjg7INseCPUCddvQ5FxAHdvlQBx+ZDvQBOsjwkoYyeWovH6YUnf2Rko+utNEHYqUfAD9Q9PGFzyd/uKUOnzp8dKsPulDi4CUKvpkPyGIXv5Jy/0AXOeTNct8XvwA+Jxa/dAHEtfgMubh+9kdB5IrnsaScL+gvbscGlLrU7FM++2NWKTWIQWr5hUfM/SUWeuGL+ED1HCE3oBS/dPA8n6a216DL327gZdjDw0PwoYD8YI86L8d6v7ot5g7+sQWtpfpD8Cnwj2+AjdH3YkmOJEJS7jPEEL6wJSl5yNI37IUv9KlLCnwx3/Azem+8u7sL+T/ik5Q5kxRckqK/gKzuMzYYd/pIH/BDjOjSL+r4pAyvy2MLnd6OLerkhrh50YksPCjy2EEOSvzwHGbMfmHIGhunKUpta3pwP5AF9AtZKLboIy/1aUv/teTcop0YsTl4TpLHez/IkZ9S2pgiD4hLUsCnb5Ku+w8+wpdsqJddjX4ekRSsBfpJrqDIkT+ed07MWftbvc8Vx8GL1Pyblp7PN364vHtzH9NhjJubKe79om4+HyP8IDqNNQ7TELfmF5+L4C3LOdfI5nb+tgj/tOHd3Y3nhPzi/LM/gB+zbHcxWZe/LcH/F486GG0TP/wp4dEPq8UPupvPXeflFNV5WUWKAAAQAElEQVRPs/N6DtWI0bqMQfUz08nrh/Ld/X0wDqxpnkMO3hNDitlrz7fFQAZ5ZEqtQfnWc4+xGWyH3K5+bjt4HwWjx7Tzx1rcvTmOjw/ht7ThWsCririZxhiHmmOKvkKBHvOUeVPoWERICmwyzvAAvuFV61O2SBxuhji47w8Pn8JhJgb3/e7+4LZqQ6tDOMfjw+dY5lOMPqOuzjvUsyIYn1oiGBPqg4MEfazIOfV7v7B94xe01fHnP7fqPWv2S4Yj+6zH3gZiOEyOm75tfql/Cv65Z7D6HmwPHtPH+Pjxc3z+/Cn++tef3P45np4eE+2fOnwy70vWyQfzHcp8pswcBIvHaHXumZcgfEmyb3ne3eS8p51c8YEYSo7vPebk0+Ipiy5Alv0PYJ81xB8aYv5ThodPbEjNT3Wy0e1t2EAG3uFwyBhoI37s9PiRQwZZ+kUZu8RYPPa0Qyf2C9eJFRnagSRYbT07/1SwBfC3Odep6/gkZT8leV5Ur7UtkMNH+JJk/uChU7aFr9X3BpP8QQ7f6HRQlxS1lOyj1HSRRSZ8kRsgyWv4nLHSJ/o5TS03kiwZ6RebnoJ+XNqMxsMe9//VH7P4/1RRH9wnxoMy9oCkjIMy/slpqTV9Ssr+h69xnKLH5Gry0SEm+MQgKagzfgA+OWXsnvzxuMtY7GKLWNfM6eaxwPfm/K0eA3yA1fNUEsXsK3VkAGXQy9AU9C/4AJ7U4mL8h2HM2OkrsVk0+9rr6EhKGUnX3EglY2b+0zdsAXLQ0MYxLlepNeWRGYYhy97y3dfWX3wTG23dJnbwTxv3BGIid6CPG+Zph4esJFjBfjZ5zmMPik14nfby5D2G+FnXUMYIvxJ2lHESFz74J7dZ06zlT59+9r7z0fvLZ+9DX7wffvHcPDl3i8fFffI+tvjesPp+vXk/k8exlhLMubE4Fy5X+xicR3igunxwzLeOaayK4gQNJbzXK6DF7wkmF6Zp8Lyqjq0kwny/MfBvl+yHew73IP4FA+IldnJAH7///vv4D//hP8Q//MM/xH/8j/8x/umf/in+83/+zwnKtCFHLgbPjcFjFb6wQc7JM3MXSp05CtiX4CHHOEH342ET+UNusU3+aQdbtkRISvhXIBe+oMSwf2YxOzavg+4HX7PX9RefNzmfPJj2WBg75PGzeh2t1pv9jEK85IYzGGXkj8dTnjvpFzLYX/yRG32pxSY1SlzEEM73ZrvQhMubfZSQX2KDEqPHe/B4y23LyT6ejp73S3DRt+q1gS/y2Omz/yVl4cM7+bmCWNsettjLFsUxDbV4jtir42GuyfsH8DSy/xKHoQYfYW+nMemEvCKK5SrzTBE1wm1jHMYxsMfZ4o3PhKPjW33umsbqD6m3Ph9MKXOwrbvDjetjfgA4TENMls17v+OIdQ45F+HzGODDrV3kD+PCWHRQl5Rt/KJOG/1OeHypwwddBioppLbfdBn4QGptknJODZ7PzCVyDorHBUhNjjL8PeA11KiqUcK2PGmLdSploHLlx7K5u2v4sJ5UHneOqP4m4nxEyLlZTscgp5vnYmzOk8dBzpO8iuVyUL5Qys9YPVoed9uQ29kTijnheriePOccXrEtd8/Rrc/weTaM9EN7lje3RxT6kJDLCukZcbnIPTl+AfvdbGs1XR0HMoR0UUliS0n3v5DbY99GGR1JFGMv92vlFM5f26/qhGP9NTu9DVOtTOnX4W/rKXAJOcv7X83OJS6PUc8h87uXO+089pKv2YDnVAc2uw605x1+B7IdnQftvH8PlXSdF3u9jWAuDGzrUv7/jXhB4WeP/+2+tmeLu+Iz81ra9db5aXtFubYS4+r5tjpHWfbYQ8ODJSlUFOM4eB/1vuqz/q2fHd/42fDd/X28u7/33noX97c3ceNzAff+0fvwUIs/tg5+PjnEwfvwNAzee0Hx2WDw/j3EWEfThlpGr+kapdTWPg0xjDXqWKL4OReoRPiG4HighnMcCcrR+IoovqJ6ox/sFIzj6AfqKUGdzgEmJHRz57fs/OoDUsPmTZF2sJEQkDLbVYZF8BrcBDvC1+QDEyAGfBNXB3ECSTlpLe6U8/sZLa7ms/viRswhoNOjb7rUu99OFx/slsvDI/14AR8cvtZ29eecrJbZ63xNnnb4i30RTwfxnE5nH1iOxukFeIly9AMGB5s9eHDkcNRBHSBz8sGk26Z/i/vFoZsXHCe/pKENGdoA7cQG6FNm1Hl2oiMUES7nhnihlNcI3yYifEQOFgO6AFuA8h6b54hVcpOjHT8d8L+FLgPd2+tl7PY27HY+tPOh3b6knDfwQOdTBtShXwNte3iKX6uSnKZn0CA916VW7vO5US/YUlIPeYBfKGC+IweVmpzU7NAOJAXtHdJzu9TaJPf51a6390O5g7x1hK/OdzF/JCWNaHRr2YzVD0erDzogNxrPjs2gvvpQtPgAuXm2MGv4N9hLjQCUE7k5EeRqi2ustrV4naSe19di+7Prsx/GAHMYMH/3dXhfA32SFBK5cGTeo+DF7to8oIvXCnzQy/ABPKjU7EiNYkJSMAaSol82l/MdHYA+bextHdV7L+i6krzRD7knw0cOuoek7If0kmIbP3tbkmAHvkHvE2VkOxCi3CnlLtNpb5OaTQ8UrCtSx/sgewtAD1BmnGgHKEi69rHHSx/DFzLE2UE9oo0bstwfAOW4XMh0wMdWzx0PqdxXJAVxnPkTzh5/qdnED7rEShkZyphuc26Ovr/3uUV7Bzq9DJV0nQuSfThRXQYKVs+zzXxipS/EBx/fxELs8Ij9zg9uUrOJvNTyj1wHugD/4Qs5k/yh3POBXZj0o8ujQ537DBQ+gA+6D2ID8LDR+Tm+XpvwpBab1Ci87p9yB7rYAegD7l3Y723EQpnYkaMsNbuL5xk85IlVUuYcGcaKfqIHBeFLUpDrXu9xsX/gH1vhMaGdvJN/qwT1rifPw1pqno9oh1+9hiWPsxc8NqVWJj5w5wPgTT5cH64vs9DBLpAUXPjEHjrsp8jgA5u0UQfw0KOc/fX+iA42pJe+4QP6xgsVSdkfuR/4wjbAVpcbBs6ABx9I2wtz2nnJQwzkiXMGwCZzGL/wAfEwHtjCptTiwQZ1KPKAOpAs4/MBOvAZA8oAe/CQo4w+oA1/tEnKsYcPkJMajz4CeOjQPvisiz0JGYVT4VFfo1TH4XtW9XjSV0m5b6IL0IOPvdGHfMm64Wg97l2HOUxc5KavJ+qjz9W8jGPssCEpXwYhh23iApL88vGcsOlYL2OLjKToMvgjHujq3MFHhnEJX6wdysTDeOAHeeTcnPcl+MgBdMHqfZF4mSu0Iy/psm+2uGhHB1lJuY8j13XQwxZ9Dl+0UafvxEHMUEmZA/joYI8Yyc/m+/+f/vRHfyx6tIXV/k+O2S9LfE44nZ6yPPtcsdUtjv6od5yP0cqmfjvT/v9zx+CD3+KPWme/9MLm7A9d4THmBRZ/w4Q2/vYAbaMfomiDVs8Fh5d+Jz+UUWc86RPrmQ+979+/D8aU2OkP/XKw+UOfgfxASH/QIwebZ1pSzxleXiFDGzLkgTJ7Bbm49UdT2hnD6jmLD3TJMyCex8sLUj5g4RgZKDGRS+QpExu2oMTO+KFPOzpQfMPH9l/+8pfAJjaIhXbkAO1QSc7PnHMVPcA+gZ8bP/hSZq6gC4+4kGFeAmzQZ/pOLNnPWnOPJk5kJWWddvKOTSi24GGb+PADj76iB482IHlN+dzIy37asY1vSfmshR304XVdbG1eV7Sd/cw0W3/2GbYOJWbPp4fHL2H1WH0upa/D0OKWlPlA/839G8/fY9A/4j7kQ/9knTXwRX/J5ePjoz86PASUD6D/+q9/ig8fPvhjxEN8/vQ5+EMYvNz+/OVL/PzxY9Z/+OGHlPn0//H2r82RI1m6LrZedwDBIJmZVV3dPdq9z9H//zXSB5lJMtOHfWZks9XTXdWVV14iAoDeZ3l4EGQys6pnjx0UX7r78nX3CxxAZpb7wfv3H+Lnn38xfnb/x2j/ROKDdd4l7u7ax1PiOPiFJfN+9d5CbEd/3CB+gA/kiLjx7+jn0qNfbOYLeX+0/vDpU7z/+OGCO3+k/fTlc/z9l5/9Afdj/OMfv2aJrNT2T3KBTsaE3DOnKCU5h4rVeeaeCq2oxMG59hsOv3td4t7P67P3JJ45oS1eN9RLNZ+fc9FZSsk9aPIHRHRLwmTmmQo85BsfJCWdNnJS44WPfnh7PlbbSn3RxhQZ+AB98BfLS02HpJBEd+5r8EgK7FBHHv3BtfpXYw363Eq+tGcZeKEDZLAFDd+kJggdOfK2RdrzPkMptXjhRb6qxgBKjVHF9YbRbeij+66cR0mBfPjCB+yjA5qk9Hn1uEAzS85nfKMODyVylJIyH9t676OUlOepWqu9JjGR+qUS6Kp1yHUKLzoAdumjBJIgpxx0SYE+qdElhaT0k1gkBReygLrU4mLu33uuYw9dlOROav20pSaPLoAOyoPXFuuI+skfOijxY+eXgaUofZj8nguaJPvoV/vOI7kD8C/eU9yVsUslJMX2Yo6wn3DvufEeg25o+DoNY+437EkKZd6xBdCBn/jfAU1SIM/+jy5k+VcC9lf7PAPSxh77Lvc8/v+XP/30U/z5z39O8AHyL3/5S/y3v/xfEn/57/8t/vv/9hfjv8VfXP75z3+KP/35p/jhx3fWt4syKIpzgU8n348fH+88vg/x8HDnD7EfvH8+Zvvx8T5W77lDhT+iWmZ0fOTvynMUUEdPKS2P5A7Mfh6Z/YzFx9Ojx+Ho5wVwcP3Be9q98fOv7+Pf/v1/Jv7nf/wtwPv3v9qHj/kxmA/DHz786n32H95T3zuXp/SbvX7nvfzqatfmbWm+Vfs5lBrDUGKo1S91R4/F5A9sk+uD/S/ewmQdJSr9ngeTz4XjMISk3JcWzwXGgriuPGd2BvUcm/M9lfGAnvDZBH4AXwd9rY4PO+fdL53P8jd+Ef3mzZs8u8DXAT9+4cPR48I8Zh/voM0cBfCQX0rQ5xN1OR9b5PsgeV0b026M6vxAW3zGW30WW3wfOvkec/J4UbL+AHWp5Wv1Xow9aAA70Chp4xMloI6vgDZ8koJLUjBXqvM/OvfEzBjsnZsbP6f98MMPwYd1zkj7/T7I685jPY6Dx7TElcfsze1t7D0uR691QH1/NcXinL3/x89x9LyVY6O9+qzgmelw5/AIBzucp4n33fBcWO2LQlK8dknKPumpxPcOSSkfvoixw83odfJD3ig76NvW891a5v90mYP0w9chPfkgtXr3g1JqNEkR/FBGUA0uSSE9IRTOSeTlaXEpS42Mycs5qtd79Vyi7iJ0/sAZnjPh/Ib3yfD+EOdSnj9B288FDsRsi22sIWtPG2vE6vUVPm+Ey5XStPDc6nH2ssU/W2C1PLCS9QwX7QdCq11+Y8h+BuButtEdHFzM2G1QMvex9T308cPfrQx1q/vNH4kM/CZbxvnbXC85VqfvDaRsOQAAEABJREFU21jilRy9VPFPtjPuV9RKLU4KSSE1oD5lqGzwGm3T/burUrNTPFGlVpeeyq6oeD6b3Jv/p5XECTxQ/7TNlHshpW37WeN3ddiN1ctvafD6YO5jB6BBpUSpJarvi5Pfm4Gdyyt/OGVP3u+v/R7tOnbegwfv4bXWANxzx2HyvW4X3DuvfEbYeb9mfx8GPp4OuZ/DO/pMCW2EbjuSLn6t7A32C38SfQ47VrOFGEfgjbwYYXp43RdfIdFi32hBcgPqSGVnxQT9Knwz7Hz0s/g7epuyo/dRbmncBLvd18revy2P3AQMaODgByxAHWBjC+z1NnXQfGcYWw5ae31KLvF7493Sv6o74Z3WNEWQ2+qBppSUZHiwiQ/EiI/g5AfI2Qc++rZYbXfbpo4sJQrR/RLQX4K95/Lhk05Phv7v2Ect0cG/X598jmf2uJ48sSgX56CX1Bf3OUOZI2LqQHWHpJxbkjIXUmuHr87/W+Wyib/zLvbpt2AT+dNlaEjNvvRUvqS/bBcvbOmJv7cpX0JqfND7uFPv6LReSiUkRfFYvOShHedL0rn2ND8vBFckWU/TJVF/grvdJ9so8drV80M+mVe0JSW/pOCij7kKcq765cvJLzAXDi0+2Cz+SLr4cLP4ULN6XlAyP7I0Db3UKQF6QK+js2O7duEB2F89/ygBcoA6yL60e96gPT+gfQuSgjEA4Qs+9AE38wcalV5SB3aDIvPDGEktRxAlpd44X25m7qUS8GKvo9RGK+WpvPRt5sNZ1bN1tqVRl84+eJHjLzkhlg7aq9cRbepZnvca+CWl39gPXzxgcKOiHHyjwUeFPPkib4Ap7xzP57GlzTiBrg+ZLSSFpMyD1OpSK+N8ScoaOtAJ8BeE9yOp3fBgklodXtr4y0Nmf1DkYYiHf+j4AQ/+8WDY/wAKdR7aAPMPXZLSR2TIB+j00TduIDUe/KIvNpfUYkAestTaxNLg1eJD/8mYfd9CR+fDFoAPX/Ep14Mf/OGDTgk/wDagjj3AeAF40XHvF7XUJfllgHf28wQmVxxKKOGXmp/EB41SajRsSLrMEexIyvEMX/SjYytDm1iy9BySGj+ytdR8CZF9tUa/pKcx7XFS4j+xUMcWOjpCkXHRT5+k9BNegCwloA4PQF5qvBzQmOtgHKeUD1+SQiohya3IstTifuDHYueSMURfj6XWmi//JeVakZRrF9uMJ36Ag1/Qky/4aXf/S2m6bc0vlY4ZGzTmKIAPOT7EMDfCF+sQHkkXGUlR7Dt0bOAfawFfsYcM9U6nhBfd4eveLxOxh9/YvPc84sU/PPCytsjb4j2Afkl5UKUfvdDwj5gBuk5+kYU+AA+8UpuX8AB8k5S5llruoJ28VvABPZ0PP2Y/PHMvmpdjLNyPeIg18g/o+KNalCVKdUCmwQPvkQ9vvmcNo8e2RDjlthcep8Ux1PwAYgnTROH+4r41xwLbxIUfxNF9ow2dnBBX9TxAGB5yunquIEsc9EuyrSHnCv0AfsA4AWQ47MMPJKUvO7/ckVpupOYjdqTiF2RvrHe03sEPHFfB3zBcPEar78/jWN1XYnHO+JgyTYPbg2XaRx98Ix582flBRZL1jH6x+eg5L/MWt6s/su29foeQHyDAyS+R0M/f3uAlHXODF73oA+QF/9A9TaN11cynpCAuckUJDzHTpsQH6uhAVlKOAW1yCc/dlzu/V1n8DmX2S6xDlFAs3lvDl1yffZ+Db/AeRFzom/yA5W7HMOXLdfTBQwkP+19YFt7uV/hCjlgYa/72xj/+8Y/8G8buSl3wcv+Bj7qDzPWIbniIB5Aj7FCX5HEin1PmgjjpwwfywQfAH/yCj3nVddPXc0yesUV88FBif/TLP0ra4ziGJI/d6LFf/NL6wWM55D/13Xkkpf3whb/YkJQf9Fh33DPxDZAXfKOO7a0O6NxXyRN6JFljpG74oaObmCjRzb5C7hkrxhXwMZeSfj4kknPy/de//tUvur+kX/iBfUCM6MAYeaWNPYAf5IGcQQfQkIMfHsnzxmca7OAP8RIH7VKG8PEy5uMS1fVhmPywzoeGfdKXeY37u/vMqxOdL2N5if+3n/+ee8nf/va3+B//438Y/0f8+7//e/D/BP7sD5D4S3zMJYC9O+sZvb7xj/7FhiVFjzV84S++ExO57/HSJjazxJ33b3RQh59xoY5O8kqZsamcddcs0UFfl529d4TPXqEISTEMT2tXMjEi5bCLneKza/cVOwDb9KGTOoDHormeQ1hYQ3LFP8QGP/34E2ca7VJr0B/mRYekbEtmsp/YQJYSvp4f6sw98o19Sbn2yTn01bLY2sr1OvqwhY4O9EqyGwr4QJyvGor9tPML8xLyudu/I1zK94ACj+t3/hifZwfbnf3h5+Tnf/xo9ZP33EPqnb2XYV9S5hkf8QU6/IDxivO12AY5fzz/LS9k6ZKUeaouweByKDU/qK6+typ82dbJ708ePQfRiQ1TU464iTH1mZk29erxkJ5ygG3o8CLbS2gdL0tk7r58ybmAPmQ66MMX6NhEJ3ON/FNHlyTPyyEk5R4HH3T6qcNP3ijRg2509n54pBYDNEkZc3hs4IMfffgCL4DOmiX/5Knz0Be+4J09rvTzhyHu7vhDDQ8559AlKSjRY/b0Gx+pc7ZDD23W08y4eIzg73aggeW8P8DLfsofvOQ+gTw56nsDcUvKuODjvsF+CA/zEH9ZC9xv2Gf/9re/x8+//By/+oPjx4+f8g9IUP85/xDHB39c/Bj8M8AfP/Lh8UvufXz8PPpcy/lCPm/VWnxfrDGMxS84p3j79iZ++uOP8Rd/dP3f/69/iT/+6cf4o9s//PjWfbdx++Y6rm+uYvDHtmkaYpxqMAazzyuL96HVoF095wbfz4dxyDVRSjFfZGz00ZYUXnxJk5RzAzpy8FCSB+Inp4wDJWPK/YY/1MLYwct99e3bN/GHP+DvT1m+e/c2bm9v4vr6Km6NG39YvfYHtf3OfnsPDJ9HV39Ik8+ZxblYvL7D59OxlqiKCJ9LOJ7WUmM4o6rENAwx+EXvaFotJYppMrs3g1gts/geRR0aUSvkpncvr3uZT1JIcq399PlBC1niPPr9DSDe7fxgfTAnuDff+mPrzi+wn/qHZ3olZdtFltVjkrDPUu97KovpALvkFeCPJI+h46yKK3+87PYYH4DO8EWdPko3c6/ouvjbqGB2jhevuYY5Fq+b2e1D/mWUe++pjz6PHRLc+1iT7Dv4AZgLtZRYneNpHOOtc/Du7du48UdWPrbe+iP0lc/Ftdhf+z0ONcdr9py/8/38s9fCg9e5RyRqkcfO8UekvriMTzhf4bWPf88/XuIDYFzMHlzUob0G+pJHEfmdjjLWWCxM3+K9gTJ5Os2xXXS5f/aaWhJLdDoyADkgOaKzPPTXkPGZT1Lwn3+FJMQTyGTl/Evh/9wvPZWsV7qlRuv1VkZIajlVhH/CTcO1fA4xjWpxGQqTniPCVGN1rhzL4rWEzw0R4XsyMq6FpGDeAVUr9E94sXopRkJhng65/tsoUhTPGwHXpecysb3OPj4j4bPHizFaPYY9n5T/VchcbI1+p/5tm8+FHIrVrr8bz6Uj5V7Ssu18fMuHxWMJtv3I0Kbc4iVN0rb7qW6ypK/GujOgZ/G4AOrQKQH1UP7+p38h/xJOyjf0fJ3nZ4z2/1n7P9HoawTRHFsqv4HuP2w9PzN7s/PFH5TsNPolRaklBu+/3J+32G/+cBf3KvbrYZx8Tph8znDpOmt2HMbY+Rl/5zP4le/L3L8TZ3nuI+M0+sxVbadEHUqMwO9HJu/pI7APlAOlQXmB13AtJYaiKPjbwc31WyDgHug2Ib3+rTIH25M9zpekc60VxY50SIpeD1/Y7MB2B7bcnT+SQmoIhc8lTzeCZDj/6nq5AYPRAwRqrSEpAY/U6pLOvrR2+JLk3xHyf75PObSvJyy+bf3s9X6z5+DQAY34Og+yIPJiemYlJLWKf0vKtvS8dNczf7Y6ex1bHUnzuHCTZRJDT5onNeXLNn59C9jeQtK2+VX9NT3Y/C28Jifpm/nAsPR1P3TAeAN9Yw5m3wt55gugbwtoWwxehMwzaK/xQaNPeu5fhM7zrmQJD5B0Gd/w1XOx+PAz+5DYsfhhY/XL0sX05VyXd73qA+owoJOb0nzRRc6brsVaI6Qnf+jbYvamR5uyA1kOI+wbzOejP/ZQ0g8NMN87DXlA/+xDTMOcD5bogh/ATwngRYZ+IDUf43xJrS31Mp7FIXX6U9l1hi/GAmzzjL1Sao5B8fyQLrIX3c5k5tEqLj/4ByBIuhzEaq3BfBjO86LV/WLOa5C9JDbX1l52+xf+LD4YoFtS+rARieW8bqGhu9qOJJoZg6Qs8YM+SknpHzeTyTccgOzWPnkC6F9tP3ypKEotKSspfZEUXPjXgQyyr4E++CgBPJSg1xl72ujtQAY6JX2dV1L6ww2XG2TxmMEDL3OJlwM8HPPATx05YoWfuKW2vniAzJutH+ao3/ihqeuDTt7QS4kcdsKXpEseoNEPqOMDwKZZA1pxDumnLSlpUvOB9YKPkoJ7FHEij110SPJD4DFfztInWV4l4w9fkvw7/MB4uPDgK/6TC/Sjq/lRkrf7g0/kpceMXWzCDyMy8PS2pIy7lpr2pRYDvLXWQJekQA54weRaRy86Si2XPmKVlPqQox2+JAUvFdCHL8RCP2135w+6pnG62KMPSApigZ91hjzxAwSZ06UUu7UGD9T0rzyoeK/DR/K7ev0B8odOaPSRS/4AF2MFTpaBD8BD/8kP9ZL9H9pahybp2bg64rj3B0p0op+4JV3yIilzhm/hS1L2YYM4jrbRbRaVIB5JmYuuaxiHpMMXviRlG97wBR39AD/Qi35eNOAzoG3WlFvIkfcc+IgdOUB/l6dErtugjzrAHm3GhTa8/BNilOjBFoBPcoYM+GjTz5gC8gUNXurEi07q8FOfvLdRkhtK+gDrmzZ+wIMe7PcSHvru7x+83g750oZ8SIrgx2X1Pss/g1e8nkGzX70fz4k2/qtftO2Nq5xn2EQ3uWHO4Ts2wxf2iU9q64jc8kIPvZJCamix1ai+p0/TkGsPHnIiFfu6+EPTnV9sPro+2+7i+oPn0fHcXnPOSQr2OOKy+exDB7qg11otu8bo+Ss1nzofPPjOuuq0wXzkFZ+Z08yPHhN/qIU1xJ5LWUrT3WWJGxliRg7d5AU6eju6XejIllJiz8s+j/PN/jp40bUbp/AA+AXX6BePc/jBwPUhJJm8OA+njGurvzpWSYE+SR7zY/I8Pj5knfF6zJdxrY2f4UtSypAv9HXfKYmH+HdXV7kPERN+dxvo6HyU9MX5oo4+Xnb/8Y9/9Mfwdzlm6CQX6JKU3Jy78I3cQECOurcuP1zuMm7yztgSJ32MAcAXdKETW/RJyjkFjTZ+UvLx9927d9Y5XYA+gA5iJQ58pAxf0Mkd8pLSF+roRo44zZb68AX66JWCxnkAABAASURBVP2KGNCB35JyzNAlNR3Q4cdnzqDUJeVY4Ce6sYtMnK/JcwRgU2pjDB+2oANYJQX6ySl6yRux0WY/uPNHJko+nH7xR/wP7z/6/nHvDw2fPEYPnm5rzpm//f3vzuOQ4P4wjGP89//tf4/rm1vjJh/++dcx+NuePPExT648h/nnjfGJj7ndf3JBPPiB/9DhoQ4d3xgn2vRBG22P/FCHt4MYiXsaJ/tWg5xXr1329cPhMc8O6IFfUo4ZMsSAH70PO9ilBNTxATn4qcOf+r2+sCkpxwgafsGDLHlGrgMa9ZOfb8KX1NYuNFBrgZp7FjnBDiVy+Fdtr3hv4Pm228Ie/dChUUeXFeVPyqjkHoEO+pGBzlkB/c5GII8cgIZtYqctKfcN6oB+dFFffc/kxT57Zi01aPOS52q/83ybYhhNiyWm3RCLn+P4g0DUwx9hJOVYoQt0vfgSvvB19YKnj3q4Tow3PsNW50JS+h2+6J/dD072CV2UdRqj1Jowm31Y02bWzYdubNAmL9t1hw5o2/4tPzK0sQ0f/NAoyR8l8GRLm8SFLkmBDH2UXQYd1EHnk0TTKhTIhy/6IpQ6WQ/Qd/4Qwv2INU6b/DSwVh1/KcElKST2nvmy/6BPktO7JvCp60AGPymBpLSLbmzvdlPKoAP/mTPMf+roQZa9Exp1AE+n9ZJ8Hf3hpvfd+cMNMgAa7ff++MkfROG55979R384Qx4wDvDxcfeXX34JwIfTz/6QDT/y+CO1+PEXX9B/8DN++BqGMXOCXj7Ys4/NfqZffTbko2C1bFWJEtbhuRZ+foS28Afp/EFY1uFkxGy/5Dl/c7OPn/7wQ/z007v48Ye38YPx008/+L53G9NUvaceYvGHyVLZWx+8vx4M9qqHeHy4z3/i/Xh8NN8pxqqYvIZKjWANVc9pwDhJCsoOKT0JSTlWktv2F/7V5eFw8J5+H+Tlw4cPWbIvk0f60cPY3l7f+KPbW38MfhPv3ryNN29u3X6TuLnexxv3U17vr/Is4oNJ+CtfFNurpUR1SX1wfbS/k/PLH3QIX3LuistBJYYyWH4XowZvC87cYfH32jW0Wof7hjpGcRkh0hvhUiqBnwrFmegy8iIGxpZxZF4w7rSZH8TIx0mYZVmwenzpJy8d8D48POZ9Az3oYJ9bnT/q3yvTifMvSVEdd3X8O6/Ra3+8BHs/j0++d4cv9GMfnZI9Mkz23JjtIX8IcshxbLTFc/ToeXKIo8dx8Xux1fsYOSDXgHwPtQT49eef4+9//Wt8ev8+PvzjH3HgucxnPubo6uc7/oDJ4eHBc+0+9ZGbL58/Jy9uDIP3b8d88D20FEWB6Da6i8LtiOpKCcZribA/tNn3ibmjlNrGSyVQEb6I18XlR5L7Nrj0hLV3rF5Zhn3gI6tqiXTCPlBCW8y90O9S0kXnRZ0uNed4+S5Wz1O48fV7gOd78BSLjsU60ZslfhoLY3hWID05qPB/bkvK3vY7q7/rFz7D2Mtep/0MztVq9CzDB57xeHhX/kaS12WcUaLaw+ocrt6n5pjXJZbE+jROVrQaZgzGSMVj5ngkhaQobnfQZ2o8s+v80DYx/vPXavHfxvf1P5f/Pu/XvcQAtj0v205eMBegb/Gc5hx7vtD/XV3uhOdbcHf78eDA0xrt98t2o3p2eCwY397O0vLKyv/6L6t6dZxs+X9d+UbDa/E9i+FZYyMYdIAzzfNXam10zt7/GCtA+8wVkqLUEsPge533fe4FW3Buu8oPovu48v2U+vX+Ot9lvHnzJmhf+ZkbbOV2uyn2pu/5sOr7C38g5sq0aRwD8P9hvb65juvrq9hbb8Mu9vzhKMvkWX03BjK79GuM3TT4/Uj1/UP2V64XfK9RtguVgF60Y3Ntg9+Qs9r7KEESX/nFRCORL4GMpEyqpGeS9AFkuPlvAV1SyiEk6RKTpOCSWkkd/q0e6gA6WNjIvSBavS3KxQuzAzrobUragHpHn9zkt9YagLqki69bf5DbxvWyfvIDJgeKLeBBDry0D+0ZvIHD8y10XyiB9NxPaC8h6VmupSYjcahrG+szH17J47f86XSp6SR3QGpt6XlJH5CaT+QbQOuQnvfRP3jxUr4EMtAofx9qjqv03K82D9gCw9dqHheXm/LijXHxzWF2ObtjyXLxR1Gw+uH6JZbcjOazzOJyscziEtrig+QpOHz2Qy915szs+TP7cPiExXJrwobzh5xv5eBl/LLTvyT5d/uBl77OQ731OOLz+oGnI0KBOOg0ZHp9W8b5kpQ1+MCWZ1u3xeTrvyTZ1nP81li2fnlzbAfzPubSkx70Ey/Y2qeOf50OH4AOel8fizYebbzohxdQX71GqEvy2gLlEgs+jtwEvKlPBnMXP+PFJckU4OL8I8n6Su5D+JO2zuNEO3xJT+uW/uWVPcNsl5+iEonNPQN/XoPU/MHW7IfrngNyRp3cHP2ygPkHDfsdGEy58/ztdPiQpeQhkBf6fDylfPTDjaQgX5IybvJF3vZ+UOOFIy+Jqe98kyW3wKxeE4vX0+IHxUfXZ2Pxujpm+3Q6+HnoZH3Fc6XB4Zv/ZJ5Dgvbgjx61KnnGsUbxwwy6JbleLF/dNwS28YUXYMQVvvATOsBfSvopJeV8KLWmPLzESFkKdkqMIw/Xxb6ckncYRudhSLullKRVy4PelnShY3Obl/A1eJ/EDn0cWNqB5irwHV50AfQxVowjY0MdUAfUrc45XS9g/IidfvrQEwrndAlJz/xGP/3jNLmvxMtr8cudg1/+HPwgzcENv6893vhM/eA5hg/gyEsd65cU4zT5QOaXHi6xgV5eGMADL23kAfYpyQd1fO+IUL7sRRY5dNEXvqjDD6gD6kBSSMp5QRt/ybXU6NiDHr7QB8i71OzRBw90fCZ+gA/0kWPo5BhQB/BLuuQ4fC0+A3Ue+k3ynF+CmPhbV7xYYp3BQ//iPYtYsA9oA2wC7JyOp8t4r95X0GmzOYfxD3lo8He9ktIvqcUIHT7yvvOBGFuSggu6pJzz2Fu9t0mtj5dip+MS93ePicPjKe6+PAS01Q+/8gOvb6vxcH+IOiiG0RSv31IjltVriD+ZrDVoe/l4fI9RvJ4XhPxIXGvx2IXjW2LvAzn+zb7fkv/VfuBnKcUvDX/KORa+oLuwnhKMMz6TX/h23o8o4ZEEW8Z15w866GRvIxfI0J7nY+rhJRS2kKNkDCjR9+AXQviFsvd+cTR7L6UOHT70sIdSlxSl1pyL+CYp9ynmZIXuF0jQu4/IYgedzA30UL/zC138pL/5+hhc+IEebJVa/CBznXlBJ3LFuSIGZAE0ZOjHB8rF/ntY4uh17qGJ8BwcSvX9SFFV0vdiv8MX+gA68AOd5Jp29xtfsMNLZkp8ppRk1YvHdg14Abz4x7yqtkl+0Q8N32zSH9ruUgZbkrJNbshJrRWWBDTuV90W48HfCuJvMaKTeyV6sQUPfmd+HS+yvBxHnvUIfv7570E/NGxDQyelJN8HRt/HDvmhHTov1Pmbk7/++muQG2SxA8gPeQDETWyAjxKU+Af23l+5P0EjN/xhD2jYRycldOK+88tKfOvxoBceQJ3xJTHUuT//8MMP+ZKaHCOPL3nP8Yt4bPIgzbxHPzL0dV78IQ7yR50+YgLQpLa2kKcP+T/84Q85F/EHnfBCH4cx5wH5keQ9YPaaV+ZMIa/hnefH5HkH3+oQZBTTr+Lnn39xzo+WWUOqSR+GyfrCe+ox/xDE3d2Dy/soZfC8UfbBM467qHVMGWTpJw+SQpL5S5b4CoiXHCF3dXXtdbs3z5D67u8f4+HxkPrnec09xVqC+CTH5P2s60APOWIN0R++yImLtNd9YPx7jiTl/Bqdqzbm7R4PD4AGL3XsoKvbod3B4xH13kdJG/sn76v0I4selRY/H1AvPL6vY0tydAa8xAJSxjRJQQzhC7kOeKCTw3t/sHF3cI6IUHDR3/1RkXPZYuzylL0fXuyRP+KmZB7Szzxi/aETHmjw0wbUiQFQB+iW5LFc0q6kkAR7gn70kCdK2mYM9IMwKy/TVUuUcQjKxfenE+PuPmjFe/vqvQV7AB3oArQxBA294XPC7Pv65PEGHokA7MeysdVnsaPPYsV56nLokXSZc9BLKTH7Yxv6gaT0mXGgnfYiQmqxc5aQlDzESh4pH/0RhHGD/3Q6BnTyDI0Pf5TYYizCF7rXdUm90E1KndT7WOED/JToXZ0v2kDCn9mpYF0r5z7jSx/8AD2g07CBjk4bnLtubzft0pdhGNIP+NDRdZZSc87SD9BFPomL2PnQY2dSB3T8jRCkoB2+inMN0E0/dcmjZVAH9OEvezF7qcVyr+i5ZE5iD53o+PLlLj844gfjQD909KAPX4c6xOi4Bt/7ZIWjz1fVN/DV7zpmP1PxNzh3Y/ULyvCLyzF+eHsbP/nj6rXPeXY+ZUc/T9USwcdS4FAifP7iI6UU/ri4ujlHeEyLCUUlOvBl8ZlBMmOEVbZxw7diRYvXAPG4K4iduOmjTdzca5lPxE2ci9cINrZ7ETLcR7hvcY+kDrhP0VcdO7ZA+mMdq33FBjR04gPjmHk872OsjaPPOdgaPV+YD5Ly3sM/6X70Gpv9TD17vQFP0SilOg2rz+2zscTifuJnvYKTZbaABvibnEfb4mOiFUR1uqptFSvF12pnV6/71bmcvWZn62UfkPvNFpJexZr9ynVPfotzblXJS0ns0Mg5IF/EyTmCe/xLkNMbvwS/8Qfrvc/cnR9ZUM+5lhTYJp+MI2P48Pjg+/EhX6Yvnn9//pc/BXh7/hvIA3ujky07VotiHIbY+4X8m5ubuPFZ59YffPnDbozx9e2b2PklP+W7H/8QlPJc964Sq/wJtSNEmho87otzuGTpsXG5eh6szpEnb3C1ulumUQednznCWPb21+WSMXcZ9G0hKSTQqPB1pK6cR/NljfS+311+Fdt68edbOiLwp4ScL0WJANys/FFyXRSK6mSYfm6Hy471zOeE247OMHs8h5uv/uATHZTET7l6K2nlb/sOH/Id2zZ10PsorTqs1X7m71b3b+7Fy+qxc50eaiA/wJpGHRCu5Jy8QLid+u38S5vQvwVn7FtdX9HR+7ugr0R/NwH9W2baoNHInsf1HCN0QB/lV6BjA/o3zWfVl320E849jFl/YRcafc9gF1/SW9sdzxj/axoMuyQPf0PXis0Lco/xrHrhvydhZ/9uqU0vUYAN6fXqKz6RyvTpLCGhWVF8Pyi15vlGam32cPZy7gMNOz9PTcE5ifbOe/Le+/HO70t4huMeceM9utEm847GFNxvdj5H8EH0xveKG8vc+vkR3Lh9zYdT67gxOG/Ad+X3gHvjahoj237vfjUN1mf4/jDlfXi0L2CKkgvXyX3aQL5ONoHH5qL9El3+UnKj9UMPm/4WHLK4+XYa7Zfgptfxso+HGmx3O9TtseeDfzsO2vR1/b3c6oEGD7xbQKMPbPmpQ6OfNGxltnX64ev6gYhfAAAQAElEQVQ4+ZBB/eQDB6AOTwe6gKTLInD1Egt9W5hrw+eWmSVtWb6qS8/7WQCSUg+TV2p1qZVJ8+FBUoR/OpxdH1nX7yIsIyEUeUmtLrVymysYJFnka+DDFpJyoUmNt9i/bf/36ixGAI/U5CWXpaTO3vfUH+drtW9xweKD9spNzgiycP7IufggNvtFZgd9YHX/U9/JhxJwPJfUT344OeZh+OiX+w2tzVx5DX3+rJ7nsblo9wP+sR++vf6YZ/TBKjlmhe3PsTgWdH0LyCALeh1efEI/DxLzcc78kbeeQ8kGMGZAl+T8NdAuHjeptaVWmjV5IlpbamX4klodWXxZfMCjxCd354+kLKGhH18AMlvU2sYbZnQQC+ABm7akjCd8SQqpwc38kZT9wzDkxlxKufBU3wCgU0oKLvwB1DskpQ5k2dw7/+q7S+elD3r4og4foG5S/lCXlPYh4D/jA7oe6GZpe4lvovAA+jtoNz6lX9jtccSLayuDHIC2eD1QOoSUkJQlv6DjEyDXHdCRgw7QBahLjNOTDkn58LXzTY6bJ7GjG37mA3PxC//EzudPIck34pIY/EJo8s1vmhivaho6fQz1umStHo+Pfol5H18s9/Hje78I+OgX0F/88uXOD1mPXicnr5NTlhKyHiXHWiv6a8hzmXVETPgSvornRD3PBUnpD7ECeIiP9QOPJK//k20d4t4fSL58+ZIv2+GBFxlJgU7qyFGGL0rszr6/QoefNiVx91xFKDhUcMgYx8GxLMac85dc4ge6gFlzrvAgPp/vV+g++R6W/RFRaoniGCW5Fc7PkjHwcIptSamDF12z9x9ZaZamjx4LgDzClJI5DPzY0qh3ff1lDm1AH0DvyQ/8jEEt9eJXra7XYssl583g9VqK2wbyJ8cGT4+J/MBz9B6M38TCxw72U/gBMtgLX8jRJn/IQT96z5XkQ9aUNjsPfbPHCB3YxA9kGB/i6vmAf3a+0Mt8pg4v/fQB5IZhjK0s/dhuOOTYooM2fMgBSTlWdj/keYtuIAnSZQzhxT7ykgIe/JaUPL2vuE38q/cVfAA7H1QpkSHegfVnWim2wU+JnBtS84V9FzvhCxvEHK43Wb/49zo9zYfgn+St/rg57YYAw1iSNi9Hv+A+ef08Zmzo2HmPwD66yAMvTrDBmEpK+8QID4DPJpOOXUkh+0t9dmzogJ+4mBN8/CEH9FMi2+vMF/ilZge7nYcSefzgwxdtybbOaDoeA5+wh15JOZ7oRRc8knJ+UUcf9uC/9wfLUmruH9CRp8QOvPCA6rVBiRwxAXIAT6chCw907EKnvxQPoDvZp9BLCajDKynPMqv3yMFrDltS85e5gh746KO0qvxJPq9WbIDVZxupydHH+mStUE+B8y90kJukW6aWct7XdsH+hb/TOOa8pU6s3TYPXPw/33joQh7fwhcvQGnzMQ3eq91Vjgm2AP5Bx67Zsw//Tl7jzDX0wEc/9sgN+uAZxiHHjlgGv0Q+HB7cLv5oNyU6jfsS8KT0vejB96XPcfDeJCnnObGgM+e6aeRr9c2XHEOnn/iYa/jDGEnKPOA/H0yZx/TThgfZf/mXf8k/4bs4l/hOfPTDy1xCD/88LR9B+dj8888/+/75GMQLL3MFPmInxp0/CvDxlhzgI35hizrjgv/IwQ+dHPHSmX54+YAKDR5gtyjyozt0/OclKrw9bvyWFNjET3jQn4L+ha/Q8BU74zjkGEoKxo9Y730v5kUr/fCjG30zHx5zj15imq4c92rZwWMS3pP3cbW/jkd/vFm9f0Qt8eAxmz0un+/v4v2njwHN7wOD9if+/6XuP3mtHDx3jj6P00e5v70JbI6eu+RIkm3NmWuHYJslJFFNMB+L5z7+SvKcajExduSVeCmJWZJ9n4LxoY0dgCJiRaaopH1o6LzAscBDm77FvqMDIAedOqB+clz4haf0QyePyKKHNjFin3YHvJJyLUtyfpdIPa4jSyysDWwgQ7l6r6Y+et+BR1LmCBp20AkdPR2SrGaFnPmlgi+sBdY9eqWmhxxLjMMpeelDp6T0LRTPdJEb7EjNBrzI4A85wCf6odNmjhIX/dDifCEjKaQn4CPdvS/1eCy2spJgydyhjygl5bj2WLCHXXzpsovnIXR0jmM7y2CPNiWQlP6gZxjGnG+D844uYpEU/WIfxs82Lm1M4QXMbfgkcrS0/LnOH9TCh+6XpLQhqeU6Iu3vrnZRvY8u68mExR/gzFcV8rP55LPHzj7Jc3aoJRbPxdnP6Pf3n+Pjx1/jeHiM1XNm8RljznPE7FzN5l5S5zAOOf92Pr/c+GMN66Wwrs1RSsk8rt6QyC0opaZv1PEdHGyD/ZB9887rnfz0mMIXOej8s/3r9aP3BXQX25lzvzmlPYs8+5GILnJfl5T+4icYp8l5UKAHvbP182H56HMqgIYyfKg+E2BLticJckgK+uSPF2CoU0zj1QVXV9eOd4ii6ryPMXqu7P0x6crnL/Rht+Xg4Lwu5i2pE7uzn+FnxxUep3A+F78/CdfHsXofHWOaBvOyt67e66/izdubePvuNv8wzfU1fyikBDHwsREbrLWhx6CI8FqgGE1bbYsPfNXxJEJhT8Lfb/Of4K5ur36+WY6npMHTfJzTb+LwMKf/7RlqDEm2fwjGlXvM48ND3HmPz7H2OHMP4b4HPvu5FD72YGIePCd3zhEflcmTpLRzsg8nP5cA+MIX/fBTuhnVsrTx7+DnHnKAf4xd8dxsZUlfJQV95Ah+SVGdj8nzooO9F30d4zQ591Owrm5vr+ON70P8jZ3d6DEx+P+C8gdSbz3OO/PupzH2XoO3fil9vd8Fa45cg8x7KIZSY6xD5nxlvTHua0Q1vaFEtV/4wLgMtbXD8yF82W37NHoe7BPM7Z3zh++j12iPpZiReIl19lynpC0pJAWXpLTVZdCDvtn7wsky1baPXnsnt+8f7py/OUqVETFOQ0y7Ifh4v3i/AdT33hvqOMXR82xVif31bey8Nhyin034LZdLIn2K8IzvUPh7Y0AHqyfaFt+izc4h8wQslnmJlzrgRxegzy5884d+IClKKYnq8el1SZlPqZXRL/uB3FNzdf42cNT040PCa5T2bwF9neepvmTOOr2XNnG2GfGUE9eXJ6z+ArlssHpmbrHtWzx8oOt/WeIPgE4JqL8GfKP/n0HXs5WB1tvqlW+UknKs6EZuC2gvsYbno/OxJFy/5Mn5WxtWl/7JcChf6uht+ize+Czkn971/fJFLz6/IMWag/KSGiEpvnnZgZe6aIPXZKBfkFGYy0FBcy1/tnUIL9vQAHQQZz12JWj/FpD9zwLdr8k6hNfI6RkyL/EVs52/8FjqUj/TGz/jAFqL35K+Hh/T6OugqaJgr5FaWX3PG33vmXy/2XnfZ7/e7/c+J+yi0abg4+bVboz9bopbnw/eeE++NW4SN3Ht5zJkuHdRNvp13L65iTdvbtt9ZT/5XmZYx9UZ6Nvb5s66wZX92PmeB6hfjfBj1/CzLvfD0m/MfdMlQeFLUiaA4AD03Ah9U6S+RadTQr+UvslQB9CBVT/7kZRtSWlP+n7pMczJmELnX+hlA6XcYmt3W+88Z/FL0emvlcgvjocXrtzIADl7Cfj44Nvp8IHepoQHdDsXB1yRHL8nleTSIPffgiRLxCVv4Ut6ormZP1KjZcMJzI3OpGVTf0YzI33kdAv8xW9i6KANHVgsfySlTzSkVicGbsxbQOv4Hr2UmousnG/wUgmp6ZWel088wvwFkmLbh7++3UfkwY1tZsn64gfKPGD5xcjsQxbtNW/+S1BvWHIOvoxd0oVOX8fsA1AHc+Fk3fRVH1Q68E168nk9b1DIIUMJkKOPcotOowT0wY/s0Q9RrHMQHvMIhdQAb7y4JGWuJAUXvgF8HbzBTd7cQNHTgYs+eNAHupyktEVbanWpldCARDsufPHKJSmWHIc1+SRkGrA7erOTzOP9SWr07gc+D8OYcoP9hxcQw86bJ/WOUv3wbR3k71tAL6CfsrsrNbtS84M+0Pt7KalXc76sPiCgCzBmwB3JAw2ERYrnP0QO/4wlYHzhhwdbktqDsEvaCYReQfa9mGfMFbDVie4uLinwA0gKyWC/Aq6HL0n+Ha2v16PR4nxhu3WtpqzuXaNaR62s7ch6eG0ufriZvV5O/vh5eLyP+XSI8EuQRMwx+oUKN8DJNzpn3b4Rfw30rJ4vxEKeALmifTwc/UB8zBcR5BLafF6j8HR0mqTkhY++1Tmjz46HJIoEdHIFD7zY7IAGkKME1FPQKpAD0AF96OAlDDooeTCHRt8W0HhgB7wUpgRHPxzy8YYHe3Tg39F7AQ/+vFRHHy8EeAFATtB5tMxqp/AFm7wIgg+9h8dDvqimjg7w8HCfL6Kh0Q+NvzXHOqtD9TT2Lut8WeUlV5ICW7xso4QXSIzdEKzFWkrKLl4bXbaYVitjWwN+Dlu0Sy2pu7gfuqQcX0lNh+/bxA4vQN/ReYB/8VrHd3TYU8+fkvbxQVK2kZEUXJICGfIpKfslpX1ikRRcOx/E3r175wPb29SHffoBdQCfJM/VmjxtP9qlTvxjDJkL2JMU79//6peBH/MDCz7T5wBbLvzSgrnc/cIOOuBBvo3lXTDO0AG88BFf+JKUcRA7exJ98ElPdOIix2aP3dVV8j883vmFwSn48El98QuHB6/VB7+UKFWOrTomxTDW5MefUmrGXWsN5gw2i8ePHEDj0IsdgB/4Sp0+SqnNoZ3zjD7AXAar55vUfJZayUFcktO12peSh3Fskh9iAdgvKtFK5TjTj27kr6+vHcsIq30frGvJeCDAQ4mvyFDHV+r4SJuSWFlvjAcxwY+/EYp+oYu8048OeJgLyFCHhi72PEr+/1bYgY7v8JBHqemUFJKCvKEbYAv9yFFHN/ROY8+ARh+gD5/wgzZ2ug34mI/on/xggR/wA6mNE3rpx1/o1CnRQwnwm7L3SXKOvSrP48l43d7eBmNB+ebNmzZWnjfokRS//PJz8NCELvz98ccfc8zQiW1k8Y/+yecYdMJPiQ7qHfzTP9SR6WOPHLzoIG5JOZfoR7+ktA8P+iUF+yLPDvAQH3z0k0teuJIbeEefUdCLr7ThA9CQQ57xQo7Y+PBwc3MTyDGHkEPvOE3pEzoANOIgZ8RCCQ290NEttXE6+kUtNoiNfNAHL2OOHDLsa9DgIR+AGPALGejwY5sS3+jHZ+YJawA6seEPNqCzLph3/E1ZPtZyj+L+Bf39+/eBPPci7AE+7kKHjxJe+gH6sY9t/EIvfgHsoev+/iE/UlInZvLHv7bAMx58xCgpxnHKeVi9x0pCdZ4H2COlNkfRMZ+WOB3noAw/UPn4EbV4n1giHh8O/qizRlENaJSLP9AC6kMdsw85cDx4PzXQcbXbB+h0SuJiLE5+CY9tnIIGqAN8QT/o+mde3PvjgULe39YWx3l9MXYAWfRQx8bi/sX3UPIGjX70UKdfUuqRFLTxAo8kEAAAEABJREFUB1502ExIiuQtNUvoAD7mRfiiDY+rOc7QGWP0wAedNmMkKVbft+GHVn0PmTznKXubsaMOP3X60NHtSHL8y8U3+gD2+MMLyLC2OGOQY4A99AH60UUeaqkZN/LVvpBbbNMPb6/TRj8lupj/gDXI33CChjwlPE67596I2qBNhRJ9kgLd8Eol68iGL/IFH/34uaUzrxc/4yJHH2UHeiSlLc4S8PZxoCQH6JKUY8RegS0gNX+wiT67kTzooB/gN35RQu9lKTVtSs02Y0meqnOJHPtFKSWQkRTU8Wf28zl1+KwgVs+JWnxu9Fl+dYyr10a4zt94lJ8Z/KjgjzvF65BniFOsfq4IdPi8Ev6oN/sD6Hx4CLlurjj6XPPx/S9xePgSYX3QhrqGeC6xTB0c82hYMf9bHc4/Rz+fLPZj8cItNTx+Q4zT6HK8zBFywNhKCi5JGRP0WCNm+0zcxMb8YJwkeOplnCWZdU055ih5D18nxwzcnbzIkk/mGHstbUkhNVTn2GLee1qbOsA2Jb6gj3w/+MMhY3Dy/sE97eDnqIeHxzy/8f+K5G9IHrynHr3XzT5fh/MQ3uNOvqc83N0HfbOfLxbvQav3yuBsvwF7DOtpNQ3QLvZz73Mma/Hd23fx4w8/JH5wnfsRdHI0jWOQd/zFb+rEIDlPTjZt6MQriWrmAB4a5F5qdOrwU5ai1MscJHb0L/YPGWShHRwfOVod73IGfEfnh3GkD35JOQeYD5zdGAvGDT3h0QxfknJMoY/DkPz4XGpNf8MXfgFJOa+GYcwSvsEyAJ2rdcLXgW/41WFVlx8iRwYdEq24+IE+wDxiDjGXwNXuKu3y0VRS6lqcG/QUt7FD7ItzspresHgpzWcsMedcerSn0I+x+Dm/uFW8xlavzdXP/x4A8x8j24tLr8XVkNdYtVWbuuQmQiEp84bPHeQ654nvE70c/HyKf298prz/chePnrvXV/sAu3GKsM8Lc/XsP3OTmMBiWqh4jzv5mfhomyVYhyev3bv7xzj5fnmy/Mnz31UvAyWWILKG2Fx9jCBRp5ytCzu0O6B3SHKm4hkWd3bMnvcn+7nF0TrxEczOIfoB+i2aP9Q7jXpHdvrXyza8W9BvtstPcZ4kRfgnuFb7bN/gA5AW54r6Yn87evy9DR88T1jiqb5mHd6XtN6mD9D+WleTpw8sZ3+ov4bl7Cd6voUux72g83fa7ynRu+VjoGk7UP889xf694CuDvh6/fXSA+Xx8jDZJHPM8HnWU9lLQhfMSVPO6219MX01Ani+R+qSfY5voMXyui/PqdbyjCDJ6vWM1hvSc/prcUP7FlKPk7DtZxxX7zvZ9+LXurY4/PtFj5u971w6EyZ+++ei68z/rfZWT+dBa6/3ElrC+rL8Z385DwHOcpvqmfJ6gX1yBqjDpVJC3M8o1cYIWqk18t5h+uD7ed+7p/OevfNzEHs39yBAHUzmLaX6XjTEbjf5A+l13N6+8bu3N8G5+q3fE9ze3sSNP7ZylrhCn2V24+i9fhc3e+P6Kt64//bmKm6MNzf7eI6beHO7j1vT+Wh7a374bvZXqYN30AWHq28qdROIpOgXCeiJoA5obwENfsotcuXQ8aSOVkJSLgJJmUDpqS091eN8bfW+rMPCBN769LL+Uob+fjNh0wZJ42ZzPpByo4W+BTzY+x7sfcZUPCkAvN1+r/ey07cleett7G3tb+v0AWiUyPSS+hbYA4sX05ZnW4cfHkpJVBOScqxoSHoWG/FJZ1otYcbol9TkyjkPzDHmGwcbSg4z0EDneSqbbNfVS3zDZ0AduqSLT5KCiz54voeTTzmzx3v2oa2PNfzId9CezYO+LaB1wLPFlq/r2dI8BAE/h3DAgbsDPwD9ADl0SLrE2HMk+dZiZfBAe8rrEOQXmiQPSZMlz4A+SvprLV/pLR4vdAKpyVfvD8gB6oDNFR+lpl9q/vS8dHnK8EXZ4Wb+SEr70pMddAOp6UNGav34BiRFvySljuqH2jhfkvJAjZ44X/jeAV1q+omh+8yBWdJFFj7sdUhKW/gUvigB8owhY3fyA4K78oe+l8AefMjQl4znX7Shn3yIhw+dAL/og4068+bkfQpeaJJynKl3PuqS0t+t//SD/iCY+j3HsRe+4KUf3Z3GWEsKHpIUEaxdbmKUBYIZnE33h+Hd2Af1kx+cj344WvxAJPmI7xcas182HP3CIlxHDqzmnb0GF5fU2f+KO2qp6bvNZmz41W+slNVzEprd8ZnCNl2R5N8011xjxAEgUi4+BPd9nzq0LaCB5kNBzNU1/aCBj4fzwzNt6h3ksY8JOraQlDqkVjIPeciI8zU7/12WOj5RopNSanERL0AMHkoAjXxQ58U0QI6XDdf+CISPvGTmpcCDX4rQB5Ahl/gKD/KUAJ30wQMdfspxaC+GkPH2kx8Pss8uMh/gp6/7Tgku8Xlup++OCRvwA8kKbADaOE2eY4NzJh+SxvyAAg99lIC6JPOU5IGG3fDFw76LHLvFh9+0B8GQFHyIwafMk+cd8ZIXfDRL/qCLNnaQpy0p/YKOPDZ7P+3VtiTl3ENnX2OS0hfyBB/0x8eHfHEGDd0dnr1+GD+FvAZ2VzvvRcXtY/z44w8+6F3H3ge5k9cRf4L6cHqMw/EheLF3dTXFg18AAv7ktN8KelXOlj1kub/epc6VQXOE+C1F4Cc0cPRLMPyhLin7iLV6rdGHj/BDQ95qglJSrlH4mDM7f+TsfZTIQuu8vExijAB05im66efjCTbwAxqgjQ7soo/1g4+9jl0AHdDX74fopA99kpzPmj7Dx6FcUv6BAHRDw1b4wi9iQdbNHCt40If/i/OIb9JT7PiIHWTgQ58k2yw5J/gQxd+KxC488AP8hX/rs6TAHnzQpdZmzmIXO8jiL37iL3zh6+Q1Rhs6vIAPzSffM9yd8cvzCz+QYRzowwdkfvBLS2j4JSl9pw9+5NH3+PiYYw6/pMwPPuEvvJTI4yN7EPpZY/BQIk8/8vTjB23iGeqAmbRLmw9lyFHHNjmgzRiM0xS8yNr5peuf/vzn4G8V037z9m3w0og4sI1M9TzGN+KgjhH0AT644Re2uh38wQ7y8MMH8B2f0YkMJX9DhT7afODDBvVxGmN23tErCZPeM3fxpz/9FH/4w49x7Qe0Yaxx88YPgW9u3L7yx9Ax8JP5Q16o4x/C5Iux5UGRPuKjhBdfV9/j4MPfTsM/YsC/e7/Yho4OeKTmEzLYgYYe7NB+9D5FPpB/9JjzoZP7CPzog04dP8gXNOQBduiDh3rXCQ86yBN5Yc3Dg083/kCMXeSIi/Lk8wH9XT/y9EHrvtEHDf8l5X6LTdDp8CBDHMxLdEstfvrwGR8Acgr0LLAl4ME2Og4+31CCe99TP999iQc+yPgeUPxMrVriaL95p1THIR7NT3t2f8fJ9x5A268GI0uPXynFe0ZNm4wdvkIjjsFzGN+IG1+gU+I7vgDazD/48RlI8r1rdF7C98spfFMIZOhDB8aQoy2JZq4/+npO8QO72elf8JJL9CBrUvoNP+0O+PAL3sXxwwfQRyxg8X4KH/bwmzEA6EI/6LY7D3zYoA9ARwe0UqvjbOsIW9DhoW8LSRkn/fDhJ3Y4Lx191ut0SuTpB9iW91DoyKGTfuqSMrcZr8cTGvzwSgpJmafwxR7B3txlTYpSaxALdtArMXach9p9BB7yAg91qemkDvAfIE+OqUOXlOOPLegAHmwA6L0tCZEEdiQFfRBYx8M4Zhz0ERtjSJ/UfGXs4GMvpk9Sxkwd37EVvqi7sF9rjhd0ePAHefTgJ+0OeMhtXxvoKLVmzuHpeaYOpOYTfNiqtdiXkjlmvzz5w+rstUp8Dw/3/nDLP7ddgjUULBR/3LEKP9so5Po4Vvta7fMSiz+slhrZtgsxL482sVi3Cz/3yOO/+n6sZQ3+RsNuGMPs+bchoU11iKtpF7txir3Pe7vdZF1D3gOu3MbuYh0SzzSzYzzlOKxeL9UGCwwR9ku2WezTGtw/6UMOPqn1kdc+VvTH+aJevOecmyEp9XRZZEDnm3zP3fmMh4y3MPNGzKfV58VTPPhj6v3dIfhfKnz48Ck+fvgcnz5+ji9fHuLzp7v48P5DfP78JdH+QMvB+T4Ea23xcxDKGBPaRz5IHk7WffIwLJmX2xvfJ/1y9O3NTez9MrNWYl5CzkcRETj+MgbPKeQB8DckKXnmAnBJ8n44JIpjP/kePds+OaPOnAPkoDrPkjLv9CO/+P0RoL8BamTuyA1zB1BHPnwhy9kRXPm8DvibLzuPOWWtcviz7Rzi5OfmxR/2Vz8rr7lnLp6z+Fztc7GdiJPnLX2z5+5s38NzFVvjOOSL5Z3HaPQ6hSbJMrIXkSUxS8q6JNtdY7Ge1XkEknI+SQr8JhfkBWALGnzhS1LyMr+wFb7oA9jBB0AdOeR7H+OCTGKojhEUl4C6ct15iLKsJUKOM7wOF08+9IQv5LHB3MSPYgGpxefuFp/XEf4TS+6Jqj5v3cZuvw+Z/8H7/cFzjvswurh3r163q+0VKWqpUbDuDuIoZQipOD9rRCiq13IxT7hOKfdRd0qTZ2bO2Ifl7De+gzhfvY7uLaBLLZZSWl7OIt8skHmtc7EzYPWcWl0H8EmiSEDDPiWg3rFtO6mBP0BSSA2p5PwLOWRW8ni2l23n9MxiOWdV1brIZ3W71clvx+qcr2uxSY++093aaGhtamDNvjCfR82NtLUpJcH2Ki689u1S38huaVsFW3qvEzeg3Xmp/xZe8l7aZ58ivu1/fOPC5rbrZXvb1+uSQjqjyGNToqg80XrfK2WYb5XCzP4pEUHdY+dyPSPMI9aKxz2MNeh/jmVlbBscvgc1LpdknZdWq0gKqaFRnv/+PXF3CXhBb/fS0+HZ3Or0S7naTZg2BPRssSzMzeWZnt5v6Yvkb1WaGRvM5FjSBPS8lOu05DzzQNvipcy27RG4NNFxaZwrknrtXNqXS831b9js9mGVFGJvG4aotQZ7CpBMD0MRkhLhS1LysNdfX18F4Dyw95lp7/vptT+SXvt8AKDtTBtTd4lBEftpaB9S9/u4udqn/I3PFm9vbvwh1eCM4efxH/wx9t2723j39k28e3PrD6rX/li7d7k337Wxt+wuiqTgv/DVA1tys1+8+S/BTY927/teaRX5I1ljh5N4Hufse+3XS53wfItGX8dLntWGvqLZ/mu01OFZQV/Wz78k5QAxiEA6t2vJAa7Fg6wSpXwbdTMR4Nu2pZab8NVtU5Ljjtfa0L6HrWzns4mQmj2plfgjia7s623KDvyVdImR9uBJyOGCcrgceGrmpLVL6rNYcJUi95Wgr+nF5uo5NXsDWcLL68KPTAf0hnB/Rzy7JHSZazO2L+Pv87aX9Pe8PC+bamidBwo+S092Fh9+6Afo7OBg1uuU9EMDvQ0Nna+h25HkeBugbUH+e7vXJV3U4fvqgxF2VueEDkk5fvCP4+AHsylBe60eT/wAABAASURBVOtbP9x1ufBFHXvwSs0Oug8+aPLgzwMsD5zQ4KHkcEq8tDnMjj7AW5XHewn6AP3ohr4tkQed1m0z19Az2v/R+vbe9HZ+OEA/JYAOPzolBW3qW33UsU/c2OAhnFgoOx0e+iTfNpxD6qDTKfG/gzg7sN/rlKWWS+6zXVq7uJSU44yP38PqPRh/sYsfgHqnSc1Pb3kXNfQTD3ExTsS4xdHjd+SFnksewiLnzGx/Vj982y8eTvwAJ5fXvhHdXF/F3g98k18cDL77QF/9YLf4AW/2Q9zRH0of/eKBufBwfxf3xp1fKPKSdPF6Kd4Dhlq9BwyXfIweR0AuuuPUGWtyVUu58A/eZzodHvolBZeHKHpOiBvwwpr8ANrwSfJNrngvqtEv5ABtqelD5ugPSZSM8YIBM2DXxcX/6oel7pOkpEsKfIP+EtDRISl5wxe+SYqjc3jg5Ws+BEfGzZym32wXfuroIW/4jX9S8xufGeNxnHKtwYsO+OGln5io49vklyD4Qwmv1PRgE3TdUqMj1/mQo39Low/7lNCr84Pt3oYmKWPDJj4sOe+4B8Rlb0A3fZSz5z5y+MM8Zj4Tg+QZ6D7o6AfU7+/v/RLHLx/8wop4oaEL4As6Oy/+Mz/RTx97yjiMuW/AhyzxAEn5Mk2S59pyOQtJyrFBP/z4ByT55cacvkgtZuzwQsVveiL8Yq16HY1TjWk3xDgNMYwlqkEJnf5SFcNQbCNs8+glvniNRlTTDl5zR6/haw59PtxhH/S4sFW95j5//uwXVLzUi7je7/1iZWffTjGNk/Wiu4Fpjo8gfKELQJfkj7c3MXnOSLIvsw+N16mLuQjI2e3tbVDvOvAF++QWXYw3PjGG8A7DkL7Aw1hAZ5wBsnbDL+QenPM1+Y5el8igi/rRL70osU3JWFHiw/X1NeLpc/H+g93eV2sJ9JRSct5hF0hK/uq8YZ94iQXfADRiAdign3J0HNSxeeMDODQ+0kPDJ3Sjk7kxeI4N5qeNTnyAjzZyvY4eSR5vZU7JF/rhwz4fY9/6IyH84ZerUvOdGGe/CMMmeZIU/HOl0JHDNmWX3XlMa6nBS3z8CV/o3Pn+ynpyM3OEn7P3J/RCZ4zQT7+kHB/iWzxhKHvc5A9gH170UNIvKecS/QD9zAX0wkcb3/mYgT3yQ17xkw+K+MH9q3q8Dr4XffE96AP/XPuXz/nPqPqEGavHnn9OlX86Fb/QjS3sE/Mvv/ySf6MGW/Rhl378xQ62+RuS8CIPH3T44KcfP/ABOWheqISY4ybJL4s/Z5zID+OYc4xY0HXyWN3b70+fPuZ987P9/2L/P378EHxg/PT5Q+Yff9AtKf+ULWOIEeIA2KbN2EnK+Y1PAF8BY8o8gpdxHMYh1zB9AF7o9KOLkvnSx0QquQ/iN7HgA/a6LPz4SPnly5eMnzjpRx+gT1Leo4gJGjqY74wtPkrK+cSYI0s/Jbr5WzDYxy+pxYkeAA906tiBbz0PBjTmitRs00+sXYY69uAzS+45koIYieHtu7dZl5o8fqOfPknJj38nn3egAXyRFOQVe4wTdoY65PiEL0nRfQhf6JRaXOQYnQA58kAdHvz85L2duSe1tW/xyw/2AARkkQHI0+4ldXThA0CGPkAdUIcPf2hLzT/8kZRzG92SMJdjyz5QVLLdf0kKSVFqzTVAHiQlP+Pe81VMI3/hC9v4R5yU5JJ7myT3xmWe4BcE/ESGNvkGtBnbXkcHtiixQxzEjjxtSYH/9NvhoA9++qijj3gBdpBjmkGnDa/U/IOfNkAeGfigc//CL/IKHVlK9ElNfvU5B9304Y+ky/0cfdJT/sMikjInkkJqIF/YxyaQhInLnJUU3MPQTwe2KMkl9S6D34A+aIzHp0+f4pP3LOY9Hx7uvJcdfJ5VLUEbug/eUXyGL6ZJzbak9A99xAGwhZ/4UUrJfhXl/JIUpTQa+wQ85Ao55g6AxhgfHh9zzaEDnvBVa5OV5FZkPzLwsy9gu/q+jL5i27WUoJQ8FzwG9KdvpTa/TKefuSMp1zP9ABplrdV2SqBz9F4bodzLGXOAb+gF8FKefMbh+YXnAXD0GQ//elmrIpgQhs1ad7XWJV8KTrXE6HxNPh/yce729jrG3RCqEXUswUe5+4e7mH2vRMfq5zvODsUyAB+5J0zTGKPvU4BYSinBhX9AUsYLvda6qRfnjL1tMm0XtQ4WKx6/1fqm7Kt1bGt/aO3FL5M7TnluP3l+H52nOfmHOgVAzsr8s/p56RCnU8M8tz8g+NYvO9/6BecPP7yLP/z0Y/CHk96+e2N+R+rxW3x2SbhOfuWe4ji0up8PW7a9usz1Rp9jJraeA/IAoAGpzQvGcLHu1eNhsZDQbJ0+B9E++Yy6YNP3heR1HXnmHv3kk37q0LEHDUhNF/0gQgGPpFy7wfhFmFac38E5r+GuaPTV+YuklaLof6gy/OxRakT18weAXjyneAaZdmNQDue1OnkeMMb4zTo5em7iF7QOSbZTnmH03JHkcZ/Tz3qeI5JyX5VkP2W/awJdkmnluR7oQHLfGeELHzokpe1annSFr97/Wkkut3SpRFjP7Llw8nyc/eFGdYg5Iqg/+CN+aIgoQ/AXqaHBd5wtUCxrvtXPsh3huSApY189DyRFj4M29slpmxtz0H6Jzgc9zhe01wDPFq/xbGnw0j6rDfk/6pJrBnWw5aEOoAPqgDqQnstCA/B0YBf09qV0zqG3fCyZN9qvARn0PkGuvkQJqTrnDdRfongsV4+zl6PzvxoeNQ/nekYEOsNE/5iI3d8DS+TPlhcC7V5Sfw30b7Hlgf6y7UT5Z03Q/3vR9XT+3r6Unr+9T1JIT7jM4+/wSE/89q6ruvh5seO89k5ovf6t0kPTrFLZMCH7GjYsWZXkOfG0x0jNz9hcWz0bclbpy8o3fn2rHzpwAl6VJA30v0SE4p+5HM5vsku/rfOlH9t2G4BmxsunVb76/bWNZzrOSjhjP6db0VlUKlH9rqT6XjIY4zj5Huf7k8vB9MFntVprUALq6GLPsJaQFMzVWkvw7nkah9hNY+z9gfXm6ipur9sH0Fu/r5msf0g+2UY13xDtnw2ekn/vd9/XltnzQdby1y73lMaN9dzur/1u7crPxru4Nq10R3CG+kuEr05z9b/kB33Y+x7gwRiLkjqgvYWkTJ70VG77f6suKRPPoHwP1YNXS03e6rqkeHlt/aO+jY22pPT1pVzng2cLsye/1OSk75epV/FMppSSbUr8/hrlEhM8T5DpsmzkZdM5MUt5Ttu28X3xwXHx4aLR4dVFXpL1NUBs/O0GSr2j9/X2t0r4APY4oGzzCB1sZXubUhJFYsnfkb6FL2S6rl6i/3g85SGROuh9lLQ5EFB2cACFRtlp8HZ0GnrhARxcecDuoN2BLgAfsls90E9+KDj5AE8/JaCOPH9SlIc4cPDHGx8THGl4jEswJ7ZznzaAATtbQJOUclKJYqznAxF5A5JCen6g3O12scXkF7nYlOTDzOIHpJZb7HYwF6WmK6KVkmJ7wbPlp6/Wkhtt+MIfF/nT80EJgfxRAkkhKUpxTGcg+xrCFzfB2fkmv+hrOXqay2aJ1UzYeImtzgufH+bQxVihb3EbPvRSCkZj9gvYk19YUDKGlfXI/wDGa271gzIIHrT8wTPrLp3hALWEx1pex8U3jvMNZn/ljytD1FKiel9jXEBx++T4Tp5Psx8YF588QfiSlHkKX/DBz0uba3/E4MUo2O/3AR0w7tUPKJIsESnLQxeykpKGbWjwjtOU49f76QPJ6F+SfDZZjbZyJaVO+Duf9ESTzO+bOLGEL0khybX2IynlmY/4QIke0OuMAS+/GSPqnS98wQOwLzW98JA3dwd66AO06aM8+GUJeZumXe4r0CTlekCfpPQTOUmOd80+xgHd6KEP3sk5e3x8yHWEHmxC2/pJnfzCj1wHephv6OzAxuqcoavzSc0H5Gfv8+QTO+iFDz0vS3ixCQ/95A/dyEGXlDGhiz5KfOCl2KNfjNGWlPOBeNBBP3SALtrdrlk9t8fkhz57HcFDv6QcC2z/8MMPmStJ+XEQvdiX1xP9ow9s2MPv8EUOhmFMX9EHmO/QkTVL2hwsR1tS2sIH9MEPL+MND75jjz74eSnD2ufFMaXU5OmjjTx791//+tf8+EWdl5mU4evNmzd+CXXM+QIvwBb6kf9yd5e+k3NiosQf+PAH3t6mn9hYx/SRB6nNRf5fktjscSGHLvg6Df4OPnwRK3slvjweDvH+/Yf82Exs2Of5CH76sQkdvewhlPhFrqjjG/3kCz8qL3+8V+EvdGxJytxHXm1+IUuzf0hEJzL4DejHF/TTd3g85TyCn5jpxwdsUMcOCEXATx2gA0DDXqkl51mxj+SHD03s39hBFzTilpqf8KEH2Q70dduSMjZJPsBfxd6HeXLHGICbm1vT9uk77WmcgvjCFx8CWVPMMezyQh8/3r17l2uAD2d8YORvCWKPeRPeA5DDL/SgU1LONatMX/o4TeOYPqET3g7iI2fYloRY+jh5z+r6yMVWDpndjvj2F//pZ8yYIyiRSs6j2femfLizbv5wCn/77+d//BLv/VGSl/r3fsn//v17v6h9zLHgAymxEh8lfXy8JHZixU9s4YOkkIS5XD9Si50c/vjjj0Fe4IeBeGn38SI26OiSmhz9zAHyT56Zw/hBvh8eHv1R9SHu7+5zrx+HnW1H2k0e3/d//fUfXj/vHfdjgg+wd/f38eHjx/ww/MCe6fs1OVl8/qB84G9M+sPHF8NHgJh8L7779Dk+OCcdX/xxTlLGw/zDR2LEL+KDxlrGf+YLMRGD1OatpJwLjM/t7du4v3+MB8cz+6Xj8Tg7hnBMMu3gMVjyD2igFx2PPo8O3jfZw1hvknI+Xk37GOsYWkvsd9cxlDF+ePtjHL02q4ZYTmvc+iU6cpLyHsrcYF8kX4qW83FSjP6gsPgsVCt+ymeTIYJzUvgu5zyVMUJ1jV9+/SW+PHyJj/6Q/a//+q/xb//2b/G3v/09fvaH94f5MfhbpUfHtDDh1ho+dtnK6rwtMfpl9bV1VJ/Rwmcn7qmPD6cY6lWM5SqGmJz7XVRLKCL9Ze+zB35Re/Cauo9lfbDOx9jtp4hiHhtw9uzp6v5jrG5f+cXA5I8m+6t9FBXn42htCsYmJP88Rym2aPrqOMkL85O6pBj9ooExZnzxo9aa49j7i/etUovtrqkXOnMKHXG+oJ2rsSzWwnp0XhnbxXUAD8DOI3PU50pksEf/g+cooI81CA1+Sbn+Ox8y0NEtiWbGDU1qbWQ7Vudrddy0kSHWXvY6PnXQt9rnlPE6ogTIAwwW52T0Xjd5/0JOUuZMUuYIXyWlX9QBOgD5R4b7V6d3vZIyz/BBA1JJ3XG+sC3p3GoF/PhCC909LkryiU36uj1JIcl5rcYQcjz0owdQB9TxgbokivQPG/Shj3WbHf5FGzpgLBlHys4PHZjV82R8gGB/AAAQAElEQVSh8PwbY3AukUUXe5akpNdSgz8AAiNrnJyzJ1ECdKGbGAFjl/mJlsda21xePAd6HIvPreQFOXjjzIssCF/4wz2t59SkgLfrQRfy3DvYJ7s+fCBe+JGFj9zjJ7FxD0TvMNRAnn5JuQ+gh3zhA/rQIbU4JKV9fOggNuRXrzd0kRfsU4dOiR70YTv/4N27t87nTez8gnAcq3Vab1Xc+MPr/vrK88z2vNOE97HD8SHvl+jqto7+oOYJkL6jH930B5fX2MkfORfnt1rnlV8sMnZvvD/v/Oxffc/BjyvvWbe3b/IPBXEG515ye3ub+z188JAvwL2c5wxJIQkrNr9mie2T91j47r58sa88+xzt2zHvi/yzwswR9IFel8pFHtlsbH4RK2N35Reo+ENbUu69xIqMpICO3p33AAA/Y0uJPP211mC8mMdZug09fEmyjhLMhVpLuOk1MV9o6AbVMqWUKLW6f7nA6Q4ufAL4BS+2ATLQZ78TkGS91TY8vhakD92UJZ93itdbNYYYPC/okxT0U0cvdWys57VE/tF/8j4OmBuU0Fbb2AIafet5X0UXkJo/qct6uwz8Ha/Rtn2+zaSfkoLLdx+KhNRo2Tj/khpNUuYDstTqkiL4ydKVCH9Qdc7t22wsXmuLDS6Oj9Ld+bO6bzWNBuXM/d98YVA/+dxGuXhtrMlr6Q0/cmA1DSznPFHfAvrse9L3QJ4BPJTIgK2elTjShvfgjU1kwJYXvzo6vbd7iT76aFOCr2ye7cAjKSRRzfUMb0S5tJH/Z4Ag/Fk658wBZzgWck0b23QC281+aAmPkssIhYQPigjZL8p49ZIU0hNgwn4H7Q5oknrzmyV8W2wZO73TXmrr/d8ru2wv4e11yjzOWjG7K7mj3UvqgDY5pSSHINvO8+IcdqB7MY0ydbuP+hbQwZb2e+oeLcQSW/4k8GuTa/qZW5QdsHQQa697mngG6gL+oM1LeEJFwvF4gsQTwnX/XOhu/y/+dH9/T2nLdsWjYfvwY5qygzagTfmfAbnocs/ydiZ66pxrT8WWr9umXPDTbNRdtB+Pm6RQqVGHMTG4HIfJ9yWwi3Gi9HnRz4qDwT094fo0jn5GvIorv0vdmY/2bhqDOv/87t738xu/n35ze5N/u/QHn4XevL3x2Wfvswe4Dni4f4PdboqOyXqmcfAz45jvytG73+/Mb/TSZyrslJcT7rfaJOGfRXjzJmtdjjrobUrsbgENKPyfnsOkkISK5zBNPiBIyn7p+yXC2NgCH7ipbMGNCUDj4EAJ3xboWLyJQHutHxqgf4suR/nPgoXUEBkvm0L4khTtwBK+Vqd/9qH9lOVqH91t/jCcn0L5BA5YklIeHbWaISJOPiS89H/bXr1IzJY/69mRbZzU6ZREkRsANHS8BPQt0L1FKvCvpPlwQJk6fGBBjra7Ha+3fvtFGzpIvs2h5OiPpCcfzKHT30F7C3T0Njy0sSG1eKgv9mU5z3Xar/Fs6a2/bTullDz0skFM3hB2fghhYfOCioM6cpJyXKRmU1KwsXR+ZGhXH74BuqDtvDnAQx92OiTlHMAP/Ca+XkKDr+tBHqATPdAlRS3VG94Y+IqfnWdn//H95ubGD3HtgYk2gA864GHqjT8G8GBFH3qwgW1J0S9JUR0X9A78wB62KEH1wyplp8EDaHe9tEHXF76Il9g76IMHGcoO9A9+mVUMi0Wc7zT8Sc/g8sMougB7BTj5oWPOuTlHll6DhWVl2dUPsCt/FtJycQYv9uqgGG2jmOd4fAz+f6GL16C8tjpY+/yJ5qM/zGED87UUb/pTjge5JBf4Ts7oB05ljnurK9fJ0Q/L6OjxH62T+UAc8CFPTgD6yAugLcnrOVJP54UfPkp3Q06b0PAJIA8aj5KHX90mvtCWlLK9Dv83Yd6XfJIgJbCHD1tAI44OiXg8Ml7L+AJ4OUo+UIIsL054CUKbvB2dP/olXXzFf2iU9MMnCZGQ/4MO5HsWPjBHAfqhw49tYpWU+e31VLL5JSlb8GOLFzkd+ACt65MU1HkBA9jbscl86fY9zVKfpOg2JeWLhfCFv/jIixxK2vAB8khptpAUB88l7HQf8IuXR7Sxiyw+QiOv0ADy0Ds/fd1vbAJ4oMFHiU5sJa/3dvIBnYdaeCX5pf5Dxi8p+hhm7N53JQUfKHhZho5uG73Ir1676OdjCC/u8Rnb+CIp//lgdPX4yQWxMH/QgT5KQO74SIEO2vRBow2wD33lHmbj2Oh7Z+r0/DTZL5MefdibcpzIJUAvPOypjCnrTWrjjj5JOTbUa6n5gaPzEB92KfGH/PU6/MRGzOSIj1DYgr/T4OVwWr1fkwv8AG/yxdk+2OvZ8/kgBR9yxP7oDzA9RuSIjTZ8tPGP+wXyvIy7vbnNewt2uJdAJ3b8wx4y5AsZZB8eH/JjNHqJA93db/iRm8Yp0Esbv4glfDEW1HsukAsvEvzGPjk2W/D/cYSHvDvDkHIvlhT4Mlo/vPiJDZC87kcnPtE3eS4iDA192MA+c46P09AfHQ/2aeO7VeQckJTzG/+RQ57+Zn8M9CPH2DKPiQ2f+JhFrvAHfs5G+IEO+KUWA3klf/iADniIAzqgjgx20PPoDyjQqKObOnEC9MBLiZ+UAHv4jw+shc+fv8SHDx8d15z3GnQdDsco4f3F84ayqgT/jOLt9U0+WPH/46ruxx7xoR90e/iFHuzgNzzEz1yCj376JAV8PR7iJXb8R4Y+SfZrDWyh/3A4+Mw959qEl5jIFXRJsfPHwvCHwnHYBWX4jYW3Fu/xEbM/FLIvzdzvtQb/vONQi+f6Tfz44zvvMbemRex8rpM8yww+jp84Z/hsiw1s4v/B96XB6zDWCNbXipGIzNtQim27w218I8+uRvUZahiG3BMk5Z7P3Fm9DzFX0E8d/eSgWj8lfcjtfPYbhjFm+wI9dZqn2J6kQB4Z6Pj166+/5rphL8EP5jh4fDykbXQA/JPa/o3MR88H+Lo+ZBk7fEX34DjYIk8+3ztQ7/uP9mnJOcS8IkftPBaxOLbJ+Vx8Tnv0vGKevn37zuNeI4rc77Obz2qD81LK6PvGnfsUKy+s4+QPpqeI46eIxR9F/eE1bLjWwW3/zEtUj6+Nh1XF6NyQi8VjwVnv9nYXqz+k7obZ/Yew226fYvV5cHQu+YBZp8EqZ388fYjVY7oc11hPEfJ/q587eq5Xz5fVckus5leEP98Ow2Rfh2D+EqM87LOFDz5X2mAM02juCF4aFxunzd8yPPkD9OK8MJ6l1qC+OK7VWsPjgF/jNKXeohrF8/n4cIzHu0cfZRWrPzyzN82nJRjLxbnVEFHOcFICX0stgV989LnxB5hxsr+mhSJKKUE/stzDbdb2hhg8Dow185Bxp52+2V/iZPzGaTLvmOjzrZeEkLqtf/B4SEo+6ujs+URnr4d5ujx0gJ7O3/mOHp/TeS1SYoc9A17kh3Gk6jFmjJagHzqQlH2S8+dY0AkgwgckpUy3S/ysReTB4NxgT2o6whe+bjF7TtLuvlI3u0NsMpLShvTkj6TMOzYk83kyL+5maud8c/3kOT1OU+z2V2FlnjOL19sp0A+Ipa/X4HKMxAGNPvIFOo2SNQ7r27dvrVLeB2+9D/4Yf/rTn7J8Z/of//hH74e7uN7v836787rBzzXWtI/Ok/cBfECn3U9dtE8eK/IAPyV7L/6Qa+zCT0mb3DK/hN/WtzqPJ+8XR+9VXnrxcH9vPAR7brGR/P+I+l7A+KCTvEvKf7UAmqScd4wX+xV20I9f7KeU+ESJH8gw3rTxh3L2fWL2Xguwgdznz5+9R33J8w75+/zpU/6LB+2sdsqxRb7vudglfvLG2Yw4iUFS5ok+V2BzoSz5hU+1yjnfubl4b3/0nn1wzh+Nk8cdW+F5U7z9Hb0P3Oez7KPPLvjJnk586AHYxS9JaYc6tinpa3kaotQS0AF+FltfvTfVUnIehMcdfZIufNUy5Ct8SUo6OmuttmUJjyn95LHPCXwLX+hyYT5FsQ2AXdYyPgHGbfRe0vQpecMXsuhjbIibP9BOHd3Yol9q/OgtRfatXCAHt/odweI9G1DnTFCd9+I+AI9VEHU4kuB9BP40fcX5H3KeES80SvykHiGP05JANnzR3wEPkI1Icu/Tj6SQFPSHL2S6XXJpUpRqJ6kYq3MMXM39b1uHnzbl4nsFuaHeS/oAsoA6/ZQJ3wdpw/9NeI7QBx86tpB0aaLv0siKd5Kz79s+9PBsl6V1J6t/Scq8SM/L4sGSnvLd5V6W2Eg4pixt22ovP+w/HU6kh20N9h+w2g9kkm4J6l1/nnfcT9/ivZpcAOZnL+FFBlAH1Ff7Qr2jt5EDybPxk7bNZx4oAbQO2kASxXfRZSi3jL1Nudg2Z5L0z3Xa3Js8cnEpLUx7idWnuTWg93qWzompTo9/W4d/W+LpBzu9Rf1bgEfSN2NHLv30WCzYxNYLoKMDftDb/0z5mhy0xFkRdQedLeoA/ygB9eXsH+VzOHPEEGvLaWphSq5ZQ74DwrZO+/dAZmKsVttA3s3LT2/DAzF9c16p09eRMZhOuV5K+3iOq/N9r7R5B2bNFmt1VywfXhtrwrnwmYBzAeD8e/Q54WQa9/7ZPOnfWQxRV63w/OM586x9Jn+7IGpgt6wM37e823bWzbPt/z31pv3M+azRaRA7zjQX2HuO132UdF4nLn3v434xlOr73xPYN2t9alPnXrObdnHj532e+XiGv/K578rPcTvOoNPod+FgiN0IRr8XmIL+6+t9niP78z7PCxcd/vjKOeg1YAM693vsd9AuPVgmGOjt/9LynFgXmTRJX5UkC0itD97XwGJiEuPftp92Ykv8Rj35PKl6OfsgysHmW+BG0wFvv3kiT846cjFZL2bpewn4Vi/i1QsK5OZlfm6AxETp6KOEGjIXES6ewffjKJ50klwWg7LBpPCUtWovaut+6QNt/LjAi7zXex8lsKLLD+0L7OylbhudSbL3Rm/DQ77IHSWA1tHtUnbatux6tiX9nb/TF2/k0GY/tGODeuejffLDEiV0yt7uJS+cGHv6kOuAH2CHuckCpt4B7Tla/JIuGwH94YsS+b74eptFyELmxQBgQUODD/4O6CxiDqr0IQ/oh4YMJbTm/9P4S80v+pAd/MIEOdqAOqAPHdgBXWen00cd3g4eHvAfXnQ5VM9V5eEdXqkdHEupmROp+QJfKSUP+GxQoNYhqjdM6FtAQxfAFnmi7D5SAnwYxyHktUF9t7tK/dDQf3NzfX6hPQT94zRc+ge/gBjG6jZ9o/2QZzk5nL2clpCPCVYbfNxURPjR0JvyGFfT4I26xlRLjH64GR3TxIdQ16fJMbsefrkVlscvdwcPQszZsIVipdXjUUoJLuYb8/LRL6BBn5P0kwdAHV5JGcc0TjHYf+iS6PL6t3avzTYX1kAvutDNXOdhDkBHbiuPjZ5P6FuM4+gcjWkPOm3KWotzVhOTb2TQ62YsWsIwRgAAEABJREFUaaOTUtKFDxoolg9fxXlADr8APpucPz0WSQEfkEpILebgOtfpg7/LYxe9tCWlDP3YIB881FOHBuAjP+QLXT0m2tDRR9ySMhZ0S54l3t+RRYb+8EU5nOc28xBd9GMHfRy4kMEPdFO3WMAjNZ34RhsZ+l4C++QR3dQl5ThBk+SXHIfgJQz606bveZToRBd1+h79kgM+6XmO4IEX/ZT4iC+0yQX+YRcQr1T8UuWYdrnXQcMXeKmjA509ZuQl5QsYXmbhDzxS8wNeaOhABvv8rSZ8pY82dGKADxo+PHodSegofpn+EIxz72888lpZ08+7+7vMUe8nPurdN/hPHIx9P8EWdGIhB9jlpRX66eOlFTReGPFiCzl8pR858nSyHuSJCVvQpTZu0Ikf3fDWUvzC6irXO3LcD5hLlMizH+IfNpHrHxah04aOfl5I4xN1Sbkv8Lf3oJFDeBkjdPJSDfv4gk1ogH5oPJjf3NwENOwQAyUHVB4I4EMfOpDHP2KhpE2+GGtJUb0HXvkFLLycr/AnfKEPW/jPWOI3QO/Dw0POF+xj+/OXzzl+knJMyTf6ux3Gpel6DMYHfehBNzopmQMPXgPkAh/52Ii8XclcPfjDHbYkQcrxeHh4yJeWtdb46aefcj+Ah/HBf/KADsaej0CfPn7K+YY/2MBP6gA5/lYGdOrkAx8lBSV+PXhOM6fQh8zhyMvLU8ZOTPBQEg++ge4HPjFn+BjN37qFzhgy1owbvpIL8kQ8+IE+2vjjW1aONzJ85EYe/dhDDn78JCZo6ENOkl+mzrn+GBN44AXEQhzooQ+7PHh6K43BLydLGZz71bneWceSOPmsx/oe5HUxTmGG4PwcPlvPfrktl5P3XPwlZnTjCz6jf/D9cvJ9inqPmzZ+4wP5IDb4AP4SX2wu6D3HxEEMfUzoY15SEj+20V+Hepkf9EkKSZlTdDA28NGHHMAudpgX6CcW/IYPoJs2vABfKRk36qXWUC0+gayGU+WkzD4zn5zgo/cg/MYeoeHD6XjK+Uku0Ev+0AcfttELL3YpGWcAnX7WIXVkgdTWIzGw7sgvY05c2IMHXdgA0JG/84eJR3+I+OgPAcSdfwPXNPJwc3uT9xf8Js/IFO+R+IMseuS5ccq/GauY/YGaOQUcdsh9wKkIPgA6HX7w3iWu9zc5RpKi+Hw2+ky5+H45e+8nB7M/lg2D87kco5Ylqs93Hz/+Pf7jl3+N0/IlxmkNznilhqfjMaIawzGOy0McrGOxUYmczJZd4+P7f8R6uo//1//j/xY//8f/Nx6+fPB5co1Yj7GcDnE0OGdbachzev/mrTWc4mrvj6DFbHZ+8IuDYRwCnjWKi2oo3Bvk43B4yL2SOEyMohLVumqt2S8pyB9jJMlrbcqPQpLPDp4PJ8cfoaiWkUrIiJA/2NzFgz8knQ5zqNSYfOYefEZ0V87pYho+jKaNuyGmaQhIKhFy3uT8rkRj/Q/ed+98Dz75AzXz8zgf4+QPuie/WI9a/DnBOanhcvY8XuLz3edYveinqylOllFVFI8L5f3jvefHwbGd/AHnIetyOort8SJldK6G81pUkINwfhaP1xKllBjGIc9Pg3loL7Hmf/yz4af8eHWK3dUuSi1JL5bpa3Hw3lJrDWiS3B/2Y3bsUwLd8NIPL/VpnAIZSSkHfQt4w9fJ65W57WrydTrlOI6Qg7VAHZrkoE1lDqAfmpv5gx5oAHopNX2oZ99hQheyklJvtw8P/hXHvZpx9qKiD/5wjhc/e8yel6vl3H3xFX5k2ScOvo+xnphz8JDjbgs+/APTNHmuKO+x7EmA/YM9AT5AG1lGCf34ttvtgj2cexUlbQD/yetQUo4x+uHHFrLEgD72KWiU2Do59/h68lzd+SUee/WV5zsfcN/c3oY80vztiGq9j/cPkX+YRyXzhk1sSMo2/jBGkkKS597Jc/SU/kgKePEVHuo9T+zFAL/wE8g28FtquuT8w8N9jRI93T66kCUm/pUG9KObNnsztF9/fR+MD3sv8WKD8bn3OYc80IcMerB1ODx6jT1efMYXcsVZE77j+XyS4+M5wZrCLnz4JQn1eWbD1qPnBcD20XstupAF0GGefC6oKrH6/VUJ+dl7yHx/8dnq4/v3MbMfoNZ7zGk+xOH4GJSerqEiwzPFvhxPxzh4byzVujxnj7aHDWwVlSgIYNAgXvyjb/EcwD8A/wXOBf7CZ5GUR0cHMUOHB1nswQvQ20EbpE37hTzjyFxmTKv3JYftOBT4LoVn3+IczlmGr9XxAXrIOaANinPQgWytJegPX/iAfwD/KNezD6U85URSSApo9M/ep+HtcYUvYlg8Rq7atzXnPjRsUK72tvf1El02l/zUJaWNUmruT5KiX5Kyr9bW18tiP3nmZr4D5htlLeWZDvR/jchLUsYnfV3C0OUW5zljsdPQ6KMNaANoHVaXenv7ZQl/x1b3N/VZgYB/obv4V6FtUPKPl1HK/gEPQvBM7i3bHBYKwPxXmMX3qiWx+AwNZo/fYmZ8wa+su70al7oFqdPfYeXWtyboY8w7tjyL7fS21SCWgJaV8y/aYDnbpd6Bb9B7e1si3tvf4rn044DHs7eZnpc6ioxtm7pJX/18iw4jfYA6WM/xUwf0vUTSzXf0eZi5TZtcEg9t+Fl7lJLHk5syTGdAP1efF7ASs6mIwHeB7XUb0MzyzZ+XssloYpfDT+og+/yL+hYmfefnPI/MwR/gAqsiVvwHpttcAFdDMpGKsbWxrbvL/E0v9f9y2IVS235TvO8I2C+phOTODdbw2gOrd2vDqQ+wQnsV5rPDi8duMSNw1WvN9NVw32s/7jJPi3mbi1535zMxH68v7ZS9tL5d6booOxf1lCdmE2m7iMxJcS4co6QgT1UlKF9Ccr9Za4kAvItf/SQQBn94yOk1XU8wUzWGWoOPs5TF7XEa89mE++kWnAM7tnTut4AzG+DcN/n8xz0FPtqctQpBgXhxQQMvyNmUFNLvQ3GExbxAUgQ/LiWF9DWSHxlDUnDhB1i8ifaNhzaA9hU8q+j7ZyA1W5IuAynp4iN+qbiveqCBPKK2o4iQ/yvmraa9RA5iqW0wXVaDQQWtPgQ3/XFwaVAySIDDTa01SrHNDaQSkr4CvHlgQKY2mU670K0nfJGbnjc2TMBmTPktIGPRsOWQ/Fu0wutvvQAKi4aDFfqRoexAd6/TB5CRFKWA5ncpTzGGL/g6urzJ7ccGF28oq2+CXT8dUnNQauXq8YJOuQWy/El1ZKFLOsdH2fyRhGhi8TwEPV/UkQXQQHEskx8C6eNASp+kYDwkpf7whT14AHWTLj/QkAPU6ZCaLHoYU0AdWfgk+VA82M7gfJYL4IG3YfRDPZjOvPXCJzX92Oo68Z8D8qNfdjz6QYc6NOwB/vQtD1i9j/ihA2g8pL1//2u+wKYOeFgFPMT1kv/3Jg/KyKAD+/hB7NiDTj/YyvGABw0fwNEPTrNfdIVmi6/5YDX7BcjiByzP1ig1ovoj5zQNsbsaE/v9FPy/Zm7f7GMYq2WO4RNl+G1WrH5IkDdsNu/B48pzTC0loCki5DuO0xYmuU4brFFNHLymJVnVHIv1MK+r16dkac8jYlxchq/ehwzrHzCHdn4pQN/sB7ieF4UsESEpZJ98Kkgb5Ongh9eDH+oYJ2TCFzbRxU0B7Pf7/LCMrU7HHnzQqAPaHfhgVTbV1ju68eel//Ahgx504z/ALjRkGCf8o47PrD/qAH2U9IPOC518bRF4k+t/idkvSBYDWeqdDzl8Bd0+cwk6vsKHnU7LGL1X0E8fbfjwn5ygBxp1SdF5JEGO4hJ+YscXiNWThpxQh7/bkpQ3dsaDHCGDXnipU+JHh6R84YIvXQZ+wDoiV+juoI3sOHquex4RPz5ICv42CPrDbksK+nbTVb6Ago4c/jM+UuvP2J3v7hu6iFVSfijBHraPnoPIbvtpk+ejX1igB0gK5DskhaTg6jTyRZsSWUrJ/o8TZK+rJX2fvN/2nNABLzklDuxiD1keDmnzgYt9Az78Zs3Qjx7kG+0Q+I0seoCk9BHd6GH/4YCGbfrRR4kc6HV0kldK7Eht7sCDfvqw3eJWHJwndNEHP/ZoYxMZ6gA/iYOD3q0/btKHDCW8vCCjX5LvCyWwwVjTj178xvbgOcK8GscxkLv3C0FKxpOXOHG+utzICy3vZfjAR0J0og//0be/2kct9TI+yOEH/MxV1OEzctxD8FlyTrym6UMPNGTY7xkvcs39gxLf+NDCB0/+hsWH9x9yLmEHHvzuuYG2+nzQyohqvyXb8jqXlOOJzT5W+Ih9DsmScs2Rt1pLyqIHvyhX6yil5AtIytn3Gj7048P79+/zvkf+AH+7ptTGiw1iJxbsMr74sPosQwmIAWALHmgOI2oZ/OHnKpCHTv/qDu5Fqz9AXF/TV2N/vQseNMIvFZf1FA+Pd3F3/znLkz9WvHl7k/cB8oQdcto/tPJBEcy+7xz8wURSMEdqrQEYE0nBnGEO4Qt0/CFvxEN+inMjKbDBfp36/FKg9zHfiIv8LucXN+s5p/iEPPMEfmTpo0QfdfqwjR54yKuk9BG/4KUvfNFPHVrvw0/sAHzHHv3oQe/geKFjizZ+Eid8xIkedECzCX9MG3NPhw9+7OEr+nbTLucS+uiDR2rzjzo24EM3PuATJbrN5Rfux9yP6O/zBn5sAMYPoB9dyGKbsgNdyNNPnfGDf0vDN9rEgw/U8Y84Sy25ppGBj/gp8QN90zgFtsg1NgD9N96bAONVPCdAf06gji0A/8lnJdYQMe380erqeh9v370NFflstiTwZWsH+9hEB3X2GI5WEv6uMXi/KqVGSdvV82MwarCPjXWM46Nz64+CD3f3+ZEQ3eSSD8673T7Yz8J7Ux0idtPgF/iLPzh+jH/91/9P/P/++j/i/cf/8L75yeeBOU5+gR9ex6olwm8zT3qMxR9eVac4nZbgn6NeHePsD6XL8T4+/uM/Yu+PsMf7D3F8+DWO9+/jePcp5DXLC1B8qWUIXiLd+2w3+8Ps8fTFoR6j1DVWB1rp90dj/gaym7FY/8qe4JyRx8V18rJ6bS1mKM6DJPtzik6rtQbzCjBOyA0+w9ZSo9eRs+H8gTb5vhu1RMYqxWz9R+8Zi3OFXtn+erZ98vnMpu0bPpe4v3vIOV1td/ILisFjpPC4lClq3UWsNSENURxfuC/WIf3FtiTrWhLk6OQPXsQ22GfK1b5Un71KKSnDXCY28tD4Z+u3L+ajzUcSSVFLiVJLVOsZd2OMu10U+1bHGoM/3k5+Xlj8WRfMju3kPffRY8nYyPYYp4PvA7NzMLu/+N764DPRl4f7mJ0A7Nda0yfW52o+5hr+px/mWT1+sz/2dJxct7PBOK7WaTeDOCVFXucSvehHVymOwXYou97k9S/pLOd6/1mdB+qUQFLawA46JAUlQP9iPyUFNjtPtwMPazR8wdfp6GXPkX1zV8rSD502fNsbLQ8AABAASURBVIA6euk7OnfUAfliHFnfjOXsOYUs9qmTx6PPTvBQdl2SMt/onTxn4Uc3srTxFRp7FH/QiHsfvNAAdXTzT8ti+/7+3mvlS1DiU9tnlszP5PmCr5w1scEeOY5jVOaGc4ZNZPCffmxP05j+kVdsVY8bvmNTar5ji3768AlQRwf66DsejrmmiJ97NDbQB+hHB7zopg4f/qCLcSmlzUt0Qi8eJ+qT/e97AnTkvnz5HLy/kpR5+JL/7O5jSM/nFi30kwNk8QN/oIHqWOmjDlo+pswHYwg//iLbgTw0YsHuyWOOnt3+2mNgi2JfmH0vOgV7IS6tsdg3xkihEq6v/mWq96vBPhDjOHivkTwvSxQzEb8kLz3zRpimkEvWI2Pz6Pci+ACod/9auZizydGWFJJMQ53tei4QAyDHwD3ZLzU+7CNLDrAHLwxS65f0TCf86AFS60MeGfJDfinhgw7QCaABaMhTWgWiORZUJEXnQQbA6y3MeV6ST2p248UlNbqk1CHJ4zOnHDqavcaDjfAFrfUtyUcbsFeTE8CeCg3Am/AeSdsqAt8opaYb+ksg02hLxtDqq+tIPuGJ3sZVajolJRN6wJZvW+/OSMpxk56XqeQbv9Cjb/R1MjyANqUjcAz+7b2dNnT8a3sTdCgNZjGvPXRoi88vAJqnqXMfidVfsBLyPfUMswaY/atjWVfTGrCLrsWKqHcsi3V4iZgcDeZ/1g77w973hAgv3GjtyDLCZmP1r+WMrr+X4avXFxuiHvaPEkAD1IHZ84c6oEHZ8bLd6ZT0/Rbg6+i8tHudkvZ6nrjUPU28Jw3BPe7R72HZF+HrwH/qlMu6BOV6jhV52s/QeTZ5gO8C2+519EoK6fuArwPft/LU6aME1LeA9i2Efem8nWex38BTNTwlvbPboswJOHNuwHkMrBva6ljQuZo/9Vhf1/1aCe9/FpIuuftKBwF8RWwE/Gi1l7+Z/47VPuO7p310rEGf3G7wI7XPnJHtUI2E19CagIe+DaxoAegO09VAntx89iO50/YiEXmt/LZsK7JFNVqt/ZYUUkcJ+YxRao1Sz/A5ibNSqW7TtwH3LsD9oXg8BcK6zlakCFBNH2qJybqmqca0G2K3m2IcdzEMBuUZ0PiDoGDnZ71eXvkdVsLvy6+Myee6adrFznqurq6scxeUoMTvuc4824GVFARSSnH5NSQ5IEW/kE0wSF7g/Qa8uA5od7zWhvY9oHvbT7tjYdPYwEvOA/vit9ZQVSKcldVtyi3kwdmC+bI6HjZlK+yhZilZl0FDUpAnJgCQWp+k6Ff3lXKbB/olZS6lpxI6gB9k7I4RO8Ccdssx2kn6t4B3a4M2gMbBBLBRbwENwANvwxqU0LeAZ/a4dpuScDUBDRlKCJIyNup29eIzPCB1+aDb68htITV5F03W4wEvQKfkzSJpa/Y/0ZZAN37jK4th54UiKV8uQEeHm+mf1OwwfoAcA6nRqUPngQA9wzDmmE9+aOu6KXmo4mGNBzX+9hB/UwJ+5OAF8AF4KbegH14wcOj3+iMmQF7wGRAbIA7GkUM4N2Bw8MuYVh788ucJnUbZgTx6GtoNGv1bnI6n/JOp8EJvf9qz6YWGb5ToxBd0wQegQ6MP8MKcBzzonY8XbrTh44GFBydK+HlQvLy0/vAhvnz+4gfcu+BPuH/69CE+fTbty6csP3z8EB8/vY+7uy9+sXvnh7+7+Pz5Y2s/3meJrru7zzmv61CCHA8uGdtaizfi0RvpLj84MS59HKo3fUnBRVz4zsMWdWiAOnFQMlaScg7Cu/iOBw2+DtrZ57XUaZTQ2dPoIweMLTlHb/F8wCd848GX+SIp5zB9oMU0nGMbUJlzPvX4gRS9+IlubEnKtYN+2k++rqkDe8xhgD1swMs48pED8PKB8u9//3vGDC+6MM64Hv1yHb3UsVv9xpL5Dx/6yS+83Tf8ow6OftGC7ye/vAqZyxsJ+XEtJCWoA+QkBfqQZS4hy3rEntRilRTEgm1JOb/hI3eSgosYAbokpR3J8u6EfnQuyQUlsVGXGh9xIQeNPKD706dPwfxjbltFcGhGDzbhn8YpbcAPHf/RTZ6JA1+n835DKQk1uQ9FKCT7Rm7O82lwjtHFi2T4wxdrDZqkzBG2pSZH7vCz+nCCj/iA/4wXfdLTfEaOOUg/9fG8H4YvSelTt4Pf4Qs9knJtoRudxHjw+NKGD32MFbL0dRp+kQtk6MMm9qlDp4QmEcuS852cMuboQR7ddiNoA9rkBUBHnjGjRB802oD7P/5jH9nBOaKfOrz0wYfOXlKHB1DvfIznnV/oe9EFtogdEAf6PJCXl2V3d3cZC/qZPw9+yJKIcU0eZIgR3fR/9ssuxo4XgthFHx9C0cM/m8mHyU+fPud94eiXcvQzJ7t++AA+Eit+A/YaxgI+1jofcP/+89/j1/e/5j8vh034iYOyjw3zFhs9TuTxEzp6KLGFHDzdZ2iM2eyX55Toc9j5t1ewVUrN+SsJkcuYYgtAlFqe0A1NUua7eA+Viu8Rj8G4Rij/+/yJe8u9c3OK4+EUd1/u4/FwH2Y1nG+/TF/88ePB95KT6+GXedNuyD72I/xkPMjTzmcN4qHN+FAndsaCkhxQX8/rtfmkvPfAu9vxsXQILvo4U8CLDfRLinHyg7fPTpwz6GceS8r1RX31eRH75At/8IO1Rc6x3XPCx9U//8ufgw/Bq/3BBjlDh+TcGPgA6GNs0Ekc6EcPcozR5AeR/Js8b97kQ4ik4IMkIJadP5zhR/X9FOAP8aBz8HmHOiX+EhM2mY/olxTQOFMxH9GHD70PXoAOYsIfbEjKnKATPyiJQ5KXoJ8LPB+wiRz86CQmdGEDmqScO/jOXg8PoJ/5TgkfvqCbei8n79lS8wEb+CUpKAH92NraJB/o7SXjAQ/8lLSxISnXQfhCXpJr7YeYOi82oEoKxgzAD4iD8UQnPKwJ7KCffoAeYqckRvShHyCDPnxlbsHPOMG383yAFzn0oRdedEHv5xpo8JAfZPEHvdAAOqU2XvDSd+UH4SKvAX9grGUMSQn6Zp8VDsdHx/oQ88kf9HwmrqohP/CNwy6wr1qCFwhXXqucccn34LlgKxH+mPk///3/iIiHiPWL9XyOP//LHzyPruLk+1UtNVaf6QbP49Va+edPeZlz4g/0FcU4DjHtaizzQ/y//5//9/j04T/i73/9t4jj5/j86/+Mw5df4831ENUf7HZj9dwqsXg/sargD0x8+PDX+PjpF3/QnaMILLEux5is98oP+fzBP/hO3ocOftn/6PgkPPcrlFKsQ1Ht2+z9objNWABiJO+sO+qM+Wye+fzBiufdhPcB+NFBWWqJUISdicH+Xu138ej8jlPNWFd/bMSWJLM4ljni5Pywj43jdDlfmS3mg2NhzPwhVX7ZGieZWaG5uizhLTa4sIuPw3lfwJfiWCRlbJPX1TiOUYvlIkJS0B++JPm3fzAYs3kiFLbruFRsw/0H31sefC599H3weJzj5ByE/SlRYp7XCJfDMEWtNfBldjzoP/rcB/ALHyjpxxfaFnROxvSFvmr/2Qvo3+12Ofdm5/zRH17bXJL5PRf8HBJ+LyGnesFX1wfnd/WcYrxn55v67DGfPAaAmI6Hh4BOPRwvJTiZ3x2BbLVOytkfbFffFxZ/yPXEjuK5CvCHUrKkz4/8AQPi2EJSrM7f4n5KwN4Bz+hxIFZo6GLPPjm/8DZb4RjHzCV24AMH53+1P8wR5FbrRx9y5J0S+VKK1+AxTl7X0Fm/7BOT5wB26ZeU+mljG93oZKzYl96/f5/nB+rsL9AlBTrwH72srb3XF3vC5Ji2qMXzxrEvHjs/QMbq+uBzIHLYIxer30XQlhjTcRNzOeeasgQXsRGvJKtb3F+i+45/5BAeaBFrSAr4AfESm6T0n1jxIXwRD/e/np+bm9v0Ax5inmf+gEbYVolhtD8V7bNfyB5tZY7iNmeLq6vJc/XK5yGfkyJSB75Ur4fRc1pS8F/xHArXzZI/8EgKfIQXf4kD+5TQ8bHzUQe9DQ9+cj8hJsaG8Qasn2EYU3fXW1ScgzHHHlno4Qu/ai1Jl2QXFaWUhNRyST+xDI5JkhOxBhchjV6PYBpr7LwOr3Zj7J0T+lhLYo16Dhy9ztiDj16HJ98bFs9RK7K9SKzOapwvSaaV9KnaZh0Ht5U+0ca/8EUMwNXLD2364RvO805SzgnmAiB+SkDuaANkO1Ao4UdHSR86f+ejhHdb9jp+SKI77WMDYHfx3gIfWLyeoXdAAyn44hf0Lbbdq/PcdVDCR4m9g/eQR9//js49MUDr/Yv3FupbILdtr+aB1tGHS1KOyzbW2FyrY9uid3U9vcSfrR/wScqcS6+UMLyApGcU6andfegMvb1u4lrPvsIjKW1T/xYkPetiVYDFep6Qs9zp8hyU55Dns/zOIYrvl/JeafAHzdayxKqO1atmSaz45/vVGu0/tD0Z7fatO+Rz1Oo90hyLOXxoW33Y6ojVttz2tLvwrOZbzRfGascbzhVUmLCe4WbO4af2eml/3WcfLAcddJmX5bbP7tNMfMWXLj3ZY848+Dx39BmDOkLIUEryuWRO32gDi2cbnpfIcXqxbtDJWuq8qcPxQM956nsbdZ5xaHfQht7lXivR9Z9BH+mu83s64On91F9D73e6wplt+XFtATbmKRHfQvLE6vnZsLr+HGHKBs4dPpCbDnLW69sSvo7uI2WnUdJ+AqMbIekZ4pVLajx0oSd9Tt/sq9W46jxE+HiSWENuK+uLk7GG19AryL41zLua1/B8avob7ckeNWi9XFNGbsq2imoM9Yzzvat6r4BWTQdD5b5YYhiGxDiOvq9Pm3OHz8jwFusxajGvUUuJ4nappvtskPLjkHLoAE8fSdsH0p3fr+x8ztv5GRJM4y5q5bz2/+fsT58lydLzTux5jntE3C2X2rsbvQFoAARIAEOgQXI4FESZJJOZvoz0YUx/35hJZpTmg2Q2kEjRCFEccLAR3ei9u6qruvYls3LPu8WNCPd5fsfj3Bt5K6vQgNd97jnnPe9+Fj/unpm1EB9a5/ngOpvvRUfoeQYopVfRzlWTkKxSQqa8jjb40Idh1JDkMTm+CPUGloMzJZtAw26begP9rY5ebIEMRdzKyO1M18wRNZScYoAT1ehRl1Dq15F+OeqC2pu407r8sS3bl+1WwY+Gais8titvKQzaBNtNpJZNhnxRr0R+hc32jrzVZdArSpeQx5rjJocsUC7KXbChtdztlhwmeClBTsnnrq6oqbbtyQfau7Anuu1KRrYB29Rb2XS3kpFqOekSE3V70oMMCm0LOm3krgP9ADo82l7UiYcHFOKjDs2ZA7ZrTOid2PFkrDT8ACwgFhUlGMOIHfo4kHMw58GJPmig8dMHDg4O8vJkAg8mgJcQDTwAII8cvqCfcQE8DPEwwAtjYgPEQB/xgBZbq/OQx0tWXm4jhzz8yCFP/AmjPlQiQ1/MboV6AAAQAElEQVQDPGCVD58T7aI+BFGH3uTRgZ+7sKd8kgNALNiBB1lK22p0XjzxoAfoR4ZctjxkIOpGii2AfAM5Jf/wIofOrnR1TZBL8k4/uW2gDeZ5ETFfzLPBzeSs9yrbldqGd5G++TwbIshmWkqpawsf8QPgh3LZrvFgc5Jd1Jeb1KHt+mdbXE0eHeRzk4emVQ7xtLvt/G982EYHeSHmg8N9LfIiGd30wZck1cMReWScoNmufqHPTpTZt/BpL5s+elp+Ztv4Gh8+XOShgnmHPuYO8wu9xA+iSrZrTjY5NBGPcqEDYGeRHO/Fz73caHgIJwb6bMfd8Zm5h01kiAf9TSd1fKHEvu0ak7drV/UaL1+wwYMs+vDJTr5ZsOGzXecGfsxmGduAHNBWLvgBsmnWfDZ9tPGdfvzBBr7CC8121U3bjk1NF3bIA2Xjo1znRRQxUUeGOhLk+fjkuMbTbGMXW7ZF3CWxzxcz7eUl5CIP5Lw0G/KSrxSlXzo7P9Hx6RMNeZOIr4wj+wE2iBV9lNglDtvVd+iAcaCfOnbHDDaytiV+KMXtZhQ66EtTtoWc7apvkfFHFmBHuWbJue0qhx1sNB3oATwANP6I1B/bVT902/VDCLbY38gTQJYXuZS26/xCmJwC6MjAe5oPi+SkzW36uSfarnMTXmwxd4mDNqDN2kEPc5sY+KgCiKXFRx0gy4cl24LXttBDnRL+pLfGBg29h4cHuF39IDf4AS9EfJclxkWprPPS1nbNd+ODZ50zFO2ulDomjAEy+I9O4gbwAXxlniADD21lX4SX5YNfyOMv+6btOobwQEeGvAByCdBLm7iwD435SO4ZN9roR5Z1aFuU3BO4dzE+lPfu3RO+2q7rAh0AX4fsPejAFn6Qb2zRT4ntrnSqfwMrL7DtUh+mD/aP8jFhoZK+rvSV5hxx+24u57NEV2YiZnuaR+S0lFLnFHOMXGED+mY9aJHDco634qBvd1LkqHelz33/sAJ/VnlJg9yQp/V1xo7YsaNcLY75bC5o8JNv6MgQLz7QXuUBmbMDdOYefzuGftvRpHzcPRf5Jc/kkDPAejsnyH/TDU/Do8ePBP+dO3fUcs+HUuyhG8Xkt8v9iX58wH9o6LOnOcFYoRM+/EcWfkDesM+YIgMPpe3k6KCOP3aQY+4o4dgWNvhnEuGln1iYKw4DPmAT37FF7g4PD6sM+bIt7FCnBPgAL6g6meSSbNfcd6VTu+iHf5GPefjfJX7bdS4QE23GAB+I23Zd47brx1/8hId8oQufiQ86cuTXtkrXiVia78gQi3JRZ6zxFxv4ga501Z+mgzxBJ1b4sYGOBvQ8yocA4sFf25rP54If2y4lL8IH9bNZVr8qNpnY66wz+sCYt0u2hU5kgZ2oAsaMmIgVn3AOm+inDr2V+Ae90WjbruNGHOShxYsMemzXsaQfOWwtcy9VV8Tf6Btzb1zlpRp/q+/47FSU0JSLOQNs170V/x3+Ukp6Vcd+zGacbnGV9G1yLuu6ollehs/zseDocKaTpw+k3FtDzh4y0yYf84Z8MOtzjuLMbMWXUjIHLjTvHdcG/fqvflXD+kQfvveGbh4uxB9GKeHZX8y0KJ3WOfutV4OK+5y1lXv4Kj5mHLC76NR3ox7c+1hf+5VX9KVXXtDRQaeL5SPdOoqd1RPdvrWv99/7ReSeyI5sPuA+fXpPXY/Oc63COwwn8WctDac5MpwHSx0sSnRLTgoWOfMeHrFu5pkTM3WZj7ajz9rU8bfw2ba4ZsyR5GudfQXeSstLja4UzbblJn3Ks39fusS/UecSfWN0u5Zj5hIfEErOL+O4Cm2jUkYt8sGhi51N9sgx868vfWT7+Fy0mM2Fvi58s9lGfb9JXApdsTuk7pROWdKn5HEU16yfRXfRRfbgGk/0Qx8TA3OpgXkLbMfPrso3/q6gt9MsYz2fz8WHQtYHOro+PsZG5/R3c20yLxjTvp9LcvbkpbhKsbquaJHzETqAcmE/hWwL+6UUufJOPtC3ST6hY489Hb9o97GNHurQWEvogA+gu6139ADbNTb2Evrhb/RW2hMPelON311y2qu245uyQ0AHY8YSrPJBaMj9bciHW+fdifM6cd6VvAsflKRcooR/L3kE+/OZDvOsgL51PvAOkVfkSmyQ6/39vdjtRGzQqr+Zkxm6rLN1PR/Qd3x8UnM3poMclFKqz7ZrrPyhL/bPFc83Z+diH+T+yH2OEr3IrpNn+HTt4mxiW+SanJMzeAH82MQP6Ige5j7EnjjbWSvwYgMeSmA7Oe2CUv2Epu1l+5KOfuwwZq1kXAE05GzXHOBHH7v7/C2JzNUu6xmbpXTVf+XqQmMecpYA8OLvIvc64rMtbKKrJJfr7LX4jwx88NRcZBzRRZtYAXUbXzYaMtYJrN7fkYUXfbYzg1TXwiLjv+DFZNYFsl0p8XD6scOXMcU2Y4QsIF7a5IISmu26huyrEnv4hG3uc/hOvPhOzNxHOKcf3Tiq5xB44EXf5IHqGJTS1dL2pQ18ID8N8HfJK1Ci61yyX8wS+16wL3TPtvnqOou5Tl43+TBtKXrH8PeaZU2XYjk6RP6ylkqRlI9JPftjMGYPXA2r7J7keMy9ey3+yXOFb7aYqY+dMfLkn7LBtkqUNTAvyC3teeYK+bdjOyA+5aIEqdYfZHZBH+1N7pkw0Aabuk5H2a42lQv6mH091fpDu1byizpA15B7xxA+2vgGbMO1zdu6rn9swNcA/y4iUO0rorZlT7jSB8cVMtWEPPouqWNGMx3QAX2UIVd98NFu9NpO7ikBfdcBHdhX/jSfQqLrEsjWRgxSB7QpG2j/Q2FPPuzK265jZltc2CG+Btq/DOC/zoe+XdDf2tRBa1PSfhZDxmjCkHsFc3uTew5Yp1yzLlJuclZrGFJX1hHrhjXS3vsr4SHPOgHYY+gy3KmmE4bUxMei3MbGqSP2I7Wt1+7UW9/UfnbOVJoygKk0PsrrSHfVTdlgO164NT9TDlkngHU15FmXNQET+xBzivXNHkmJvcq79Zf2dcSB6mkiTHWsGR5C2cUm7U32JnIGqG/wI7RNdLf6rm74aOMboL4LaGCX9rw6PJ8BYxu7n6GHYE+5Q1ea9YccXAf9u4CRdkKleoXYgf48XDFd1Rj1ZzFG5YQrrufMl2t24J1sUnuWH/pEfZbeaJ9X2pY9ofGQF/TFfCVRr5Xn/KKvAbnPRZTVOVHnSGJPG7lnVIaWzV057OUxa60x9w/qubnlDDmqDzOYyakH8Tu3UXVpdy7qaHdF3MOY+3bikmRbJf2lpEx/6bp6NoSv53kl7ZLnrVI/0PbqajnxdOmrfLknU85yrnoe+vCVrtPzeKChp3SdymUSkggS0EDiWp1yt02dxcsiBtQB9QbaDZscotkEhiQQ2SHtkYW504YGoINMG8nKxeBkp2OKZkDGLSY9Q8bnCthogC/C9ce27GfBANgTrZQigAyoQvllu9JJFoCnldRL19WBK90kb0/8ZavPtrjQCajbrjptTz7J4qKfmDbbDbPFkbBl+xk0/c0X+6q/6UGn7Wqr8rlc6qDNpGkHrKaPkj7AJGlovPDDo1z2ZJM2sKc29tO9/WHsJhAboB9sGeqGTqzQsNt0Ud+1yyGYAysHZtDq7cDM376oB+ej6eAMP/5yqK4PP3mZjVxrNzkO3/Tzpw/afG1+Nh8p8Y/5CQ+HfB5yeGg7Pj4W4KEN8PKvgZdyu6D/8eMn4m//NB5oyPPghD6wK0MfbejY5SFoWmPreuCc6qv6cEQf/uFvg22R04Y0a86JERAX0M5l+7I1Zp2CKfYc8OuheoxOZz6NWX9r8TJgyLzFNmOJLeaObUHHDuvZdrWdX/nhFqToQM8V0DHxKzamOUsbOkC/ckGjDqBfx24/dexHrNrFp3Ve6NBmjjBXbNOsD6TMEWjZpat/zEViggF75JnxB7tjwtqFx3Y23ll0LbS3WNQHOeYe8wzdgDZzmDxhq88LG/Yk5IFtOfsItpmjABl4WRcAeeYxPF1X6l5kO/Nik5fuF3nRc15fLODvmH2zRB8loN51XZWhbseeFZ/nYi3xt3uwiZ3GRwlvVNWXzsS/zgsK9FNnDlMyJ5sNYpl09MlJX/WjA57GCw8023XMkWXMKJWLvmabOnBunumq49n4kEEvPtFHufuHSGjbrj7AC8gnebWdnE0vxvrcXPEZO/Cgv8QedMabOLFDHyXxMy8Y/8rrImRt15ixwd7EuCMDP76MWVvOg/OQh4N1Hro3WVurvBQ8rX9z+iyxDXLswsdYM3/GJB/dyFPi0yofYWiTI0ps0MfcnucFSosFGvzowhfq8BLPJvdi5OHBBnqo284aH+r+wnhBx3/64GNfwj51+umj3QA/uimRAdSxSx0fkGNPRBd68AOZxkObOrlHL3yU87wgsM1QX77QIDbyRMzIJF11jlNHD2ONDeThoU0JGCf8sZ3cj3WOEw+y9COH7/iLD+zL1Jsu+gE6gD29tGIPP84LQV7K4yxx265+EQO6uc+jZ5XxT1ftIwer7diiV7ls1ve6jgd+wYMP1PEf2L7ct1q/YoD4o6LGRRyg5fTs9KzqhIcc4qPkykssAN34iz304lMr6aeNTnLDnEIX9wb4eQFErm2ruNPhwZEWi/2suVXsrnOfkPpunr5epczibqmAdna6jCed+FiqseR+w72jyNHTzxZCH/aHvKRZs6/zcJyBH2upeg053+IX/hIb/HQQP36Oyc8sh+kxOogD/9fZ26DZrvvofDbX1JZsCzlygj4wr/NRl2ueNUYumY/kgH7lYt6ss97YX5FHJ4CP8Wb/hR9/8RPQD6jDRxzwtpJ5ik5kGl9mgXiBGpO5J6zrWDIG7EXwEScvnFl76FlU/6dYyRfxEVeC3b4szLhEGTlDnn5iwh5xHuXsRR06cuQP/eQSGc46yPG3BGjj/5CPZMc5Q51mz1tl7i+X5zo+eRp/V0I38Y7jmPZa+Ihe6OheLpeVTjz8TZsvfelLoiQ/cVOueydzRZlnS83mMyGPf+hCd+lKHdNV1hl20E3+GbtSymXc9JETzm3EwN+8xj70isyfqi82GQv0oGPMvEMOGnGSA/Jhu+6r+FFc6pyBjz90wthTB8QJD7rRR37HzFHa2KUNDg72axyysp4u6r0fWeKyXXMJHzGhT7moYyPV7Heq85k+ZJCF/3A7pvBBg5c6sVMyfxl3SmTxidI2rFUndqDDD2h3eaglJ42ODDqhkR+E4aVNPlh72Mcn/EMHJXyMJ22AjElCOlaZT0OeNUunPLOvE+OQvOSjY15cj1ppvVnCpQ8/eCsfLd+M1Dp7SUj5Ib/Y6rquxtD83FvMo+ci8+mp3n33Db1wa6GvffUlvfPOG1p0i7wYWGvRj5qVpfZmgzot84F0qc4zHe3f0PL8RHxYXJ4d643Xf6LFotPx8SO9/fbrunf3w/hwrg8+eD1z40Tf/95faL06zgepko+Ig/YX1o3DXh+94UwhugAAEABJREFU/Rf5+Hs3eh/q4b338h7xWBfnDzSun+qTj9/U22/9UJt85M30VemsZdYUubEt+wrktiudiBUQr+06j4gXGcbFJQlx1mDOKJxTZvNeJXpjWF1eVEAr4VlvLrJeZprlY/OsU86+vSgvliealU1iWsc+O+2IQjn/rbLulFd6jNM6+sfxTJ1Ow79UKTkD5WPxbLYKZ+heJq5jjcNSfc5oUZJx3Qhfhzx/0O4yXvQB1iD7EiXzYpn9Al544CW+Lus1iYuOtZhfYMx9o5SZ5ARlVxtZ3kyiQFovB509PY8vY2IaKuKg7Gnv1PYiNuwB7NNGP74yx6EB/IMHzGZ91dPoxAEd4LftyV5slCQdQKdsQKb9oTD6kEUfZSHerSx80PEJf9jX0lXt26aavIx172B925Nt23VNKBc2Z7NZ5vGi8qETGrbsiZ+xZR4pSaRvlhi7ruR+dFEx5hxMmw+xHATG9Up95hsfYhd9J3B+knHPR7955NaZz6dPnwiMOTPHjJQ5VDIneZG+znl6Fd5N7i1jbG6yB1xkL6AsXaez83OVUuocotzLR13ui9QB+yzxzhIXdWj4v855ALCHT/erVdXDHIPXdtWpXOM41j7kbNecosd2eq9+bNc+KOgAzAfsA/xCf5NFLx+NGS/qDchTb/LUkQFj7kG2VbqSM1YveNDZZw2V5KHrukqjbP42um1BY57ADw/y+EgJ6GNuK1fjSbXmAj5kMgx1Lu2+dMdHZAF1+OzJHjbxgRygi/7GZ7v6Sx8y9DEurX/IGTDTJ7F24g9oWNaYe2b9G8V7e9mj9up8RR6QC0p83cWMZ/LkB/3oxh/stRjt6M0404e/8NEPn+26Rnb11b6u1Lxc16Fc5AZd6ElTtgWt7papQ6cfmiyZtZyy1Z35z5yvcz3nS3vKkz3lVDtXSVw2wtKl3swTWGzLnkDfBAkZQBs/KCOMiErjT6vSU17ypA6ttamHVH/IG6BvyBglnZUOz3UM8a8hiYnprG4EkqDrvFXJ9pftbW3Lv219XoGuKM/PxF/bW2bqzYdaj332FWi0AXXAnGygjQr6KQH1WMjSSAAh2JOf8Na+6Kak3RCnwvnFP4zRJVwux9Ke9DMPbVc6mrCxi2bri8rG33hoo+t5oK+B/lZHNsFD+kJU/jo3RiHD/KeETskHvtyyq44xChtyZ85dYRD3A9YF/7JH/eDaZc7z3iXnwE04Nsrv1JMQjVkXQ0B9SI7GS0Qm4zFU/ak7iMXqQ2jTzzSO0AC+Ue4iIlHtCsbINqQM6/h3oLKJseOeBKhjA6CLNpg4n/8bD2MJd5/PsEOdeBNn4kZm2Ja1Hg1jXH8Gkd2Ndbee4NJ79UMffgPq17HDqSHnA/L+PGzSB+DZZH8AQ/wcQt/V+Zl2eEcQ3l2+q/qVB9TsBEvlH4LIMj6fB9s1PdhOtlNPhuPXrin6dgFf63+W3qjh+Dt0XM/9leSzsujf7bte/4foIZs2v6MtZ3dnLJw1LsqMXUm9xH/+hYeKYjnrkhxm8Qg455bSdeJDaclZpuNcGZR5LweU3WKufrHQLGX9g7m2hK6UtqPGQiewp7Y9ldpeLmW6Z3d9XX+sMc49u/d22tPHVBZGHCdpJAZQbxjogyegXpG64hRwSsegu6JdKPQKW5TwldBs1yBSpFTQ2haX7YmWhu38VnKcpYQfW1RiftmeeFMSZIN9Rbd/uXop8X+Hl3bpikqjx/eYrD8tN2w4pOKyvfWPNoz2ZBsdDfZEsw1Lhe0aR21sf9kTbVeOuh16fLFTBo2GGHZtV5/JRZ9J1kAbXkAdOpOAekUeXCjpB7bFhU7mRDv0cECg/jzAB5AhN/akAz22a4zNbiuZlBxmeXAA3Cg44O4CHvjxi5I2QI4SEAt9tjFX5ww+0hizODnw80DNQ+MzODutfwp2lPNAvckD3iovIJZ58XJeX0whR8y8DOcFBCDGBmxM/avKTz+Ajm18bui6UhckfnZdJ5uNdLx8YCFvyNiuY1ja3Evb3qWpbrr40GxTAuWyXXXb05wOqfK3ErlNHkTX64uQhoqLi/PEfJr4l+JPH8/yJqTPnCiZa2M2OPgn5PCRB9RNDuzoianEVISvDbajU/VFBLk4P1/W3MAPauf2l+3YuwL8jBM4z4NvAw+QvIimbGPSfBi3626rMmOvxLHKeK5rbnf5sN/ajAPzjHmE77YTS1cB36irPCNDfinpg7+NYdd1ecDrxTxE334e0Gu58/DWlVLjjMr6gw5iPTk9Td7Pq7+b3FjoRC++MaexAx9zlriRwwfqzElK+inBOi8S4EGP7fg1q37t7++LF/iAdUbM+EtJm5fS8KCb3KMDH8gtdWJHP334wsthxgY6/fA1oAO67Wp7NptuROgjNtvTDWq7P9nG3Uqb5SUGMUNoetAFsA+wRx91QBt+yt1cDMmn7Zp325drAD7k4EWP7Trm+I9tfKQOz2R3XWWRI1/I0Qcv/fBTr+hKXQv2lV34yZtykYNJ97ryIQuIG92L+aLmwZ78RT+2KJsOeHnYb3LoLJlflNBips77VV4irfLCEiDL2mHMAGuJDynwEhf64cM39DefodMP4B2zFyDf8jZm7UFnDtmuaw49+IEe+hrQgV78QC9zCL+Ze8TOfGx12sQDoKGDfj6W0MZus0mduYsu6ujGB9YTfiCDL/hMH36QD+YxJT7hy6NHj/Jy+7jmDj2NTq6Qs6cxRSf+YYM6vAB/oAFyBI19ANvbNFXd6EI3PPDyEAAP8REnNOJuwAY+A3RSQqOfkriQQScxNeAj84R9ApniUvcA7AByhs+AnJI/9MBby82oDLey3csqebk/pOx0sVzXenGvPIGmn51SVffe3n6dv+jaPzioL67oxTdixJbjB+cm/mbizRs3K49yYTdFbU98piliRh/x4Dcxg3XmNnPpov5TjKvL3E75XdY2OabNR59Sujo/Ly4uVLJeiL/LfbjZ7XK/az4iw8dActlnT2q5tl39wSfG1HbVZbvu4cyj6YXrab3nMTZ99DLPkEEPfvNhDj58wT5QLvIOD6CP+OCFTh1/mc98OJznIYGc8AFwLw8N6OefU0cvvqFjL/cg9nzqxEQfscdU/VuWlOg9PjmZzkERpG27/sGvZe7BrAv8Jzfow7Y9xYs/+E6c+IgPtLGBTfopGTfbuR9lzuQlRtc59+lN9l2rpM4HwZKzBri4WAoZdKDPdh1L/CIn0Bk7gF/kh3G6e/duHQPs4w9ziHmNz13X1fmJH/SjR7mgd6XUP5CBLXQjSyzwMX8YU2zTTx95oCSfrZ+9lD8shz/37n2qjz76qPqMb/DEVL3P02aM4Id3nXMYeum3nHx0FeiGjh18AeQkLDU3xG671uezRS2LS52bxIY8Z4GLnAd46bHOg+oIfz6az3M+GSSdJ8/8/y1TFXEDbFBi7yxnE3TZrn/IilyRE0r8Oj8/q3/jGV5yYieCgH7bqK0gDnTCQ/7xkzkMDdCPPnsa54FNJ3NhcHaOlI/z8YRnS/5fo5RNPyWwXdfarq4aR6fEpZxBOg3jSv3Mchlyvs8Hu5xvlQ900qlu3FzEz+wf62Xmz7LmEH+IHQzZB3uXjOdaSh7P8jGUf+b3f/pP/0EaL/TaKy+Jv526123ykeejfOR8U3c++ZnGzVMd7PX5GDrXmI8xR/sL7cfuu2+/qXln7e/Nkr+nevudtzQL3/2Hn+j45H4++DzSQT6c3rgxV9+t9fTRHZXhTE8efhy5rA2dydG9P9/ovbd/LK2f6P6n7+iDd3+q2zc6HeTD68OH95OTZeaS4/eq7nu20+7U9zPN+nnom4QzVLR4mTe2xWVbzotGMObj1Cy+z+dduoboW9a+Ph9PrZxl8lJyTC42/LPJy2O9/86bev2nP6j/fPH9Tz/UjRv7Wq3PEo+yv8+S4018seaLuUon7R/0+bD9Rj4s/0g/+OFf6D//2b+L/w+1SWzri8f6NPHd+eQX0rgUvjJnuqxp5mPf92JuUafvLPOSkljibP2Awl5gu8YKP/LO/Crxn3XBHlFKHGF8T48jNqrPx+J5+rvEVpKHWfbxRfydz/d0uH+UWPrw9PFpjN4xc2eVckhsyPYq2Vew0/e9sN/FX/zEL+jsWfhMnbLLCxv8hp82dODoQQ75OFZ/6B+2z2DoQw4aa/F8+7wFDXn8sB1/uuqfcsGLHfpYk4A6NqA3nJycZr0w1q6x2s7Yry/HoNnGLvXz3C+Ii/2S/Q2ddvIeX+kD8OKbbWEPX2yLizrnFdYd8vgPD33Q8GuRex3+JtGJZ5N5OMkqh4o+Y9RnniqkTe5l7HMXWXvUx9CU/YR9ZZVDDRhCW2aPpARj+md7C/XZJx1dizw3Hd44yvw8qC/lOEccHBxqNp/H9pA5ehE3RuEPY4T/xIbfl7FnTuG/7TpPK307psgRX5OxXfNMjACd8BzkLAWIH36ADeyhG6CDMSD3jAF1ckYeAR/a4EcOXbv6m77FYq64kDFeReUYX7rENst4rzO/LxLzJvPIlcdS6qXGz5gCfACcM/jXKvhfuzx89DD73ImWmRv0EX9Eqxx12zSjc4rddtWLr+gEyNEGxAWUizagDWZZa33WWecitDpzAGxWa3Uq2s/z1WHOqHuzudjT9zOOi8jMI0O5n7kFOI9Q7tEfVJ0Zsz5au+zdtpOTTfJU10LyMtQ6vpBLxo2yxWe7znXo7DUHh4f1/MU4gHn82uVnjBx78C/iE+OuXPBQp9wFdmhThq3mlpyRE0qAb+gF8MHfQBs5eAD11gc/tKaLvookGLoSGzzQbFfbtO0whGhPZaphdcWYtYosfMC28KHZtCc++7Ml/AD5hjFnhlZv5Zix1/ZqVWi7/bS/CFvxWiD3DG/WdbyrfuM7TJSAONo42aYr82Vdc1MbkHK8SRpqPmynLFVX7d/+sqFPgHfXPm3YoFE22Ft+KzpdddpTuRuDtpftyoPfwHaVy28978LeLuDZbV+v0w926bWdAHZp1+t2PAhkuCV7qtiudXsqleu6LO2QL/mofyGia+rP/HX2NKUMhmBU0RDakHLcKcfSSQ6yTukf7fAFkobEtgnwY7BSCzFl1MlOpbjSWAfpqT9jfsPfkGadLyX8tuu9Y569CMBDP+PVAO2XAXLYovwioIt+25PPadifrduhpe/zfrCFrudhdz5Sr8h7u1pmfT1P5jptyOImj1dIvn2FOK8x7Tom7BMgzjIuu4Bnwih0NlT/Nea/CP0SP/g3+R+ZxEAd2nVR23HNIWMh/hJHEEIdd2QaoE0Y1fS1vuvlxHelj/7nyTS+55W2q2/255fI2VM/dYAtylifiu1v29uaLvW2ea1cVY7Y860GzpJ1VrpOXe7Nfc5h9f6bNjJtvlO6Kyrpr5jl7lzRSbNOY+hj+odS5NLlLDML5llHi5xp9nZAO2e+PBP1/Uxd16vborVL16lEx0RHVx/5eQX350LAJHmTyQWYbGCaUOl1ogwYaqDUK3xtIx8AABAASURBVEKuwaecJlykkghoDemS7c+gEFjorbQdJ8szsJ+Vg3cXXQIDjdbqlA22tXvZvvSl0e0rmu3qw658esVVY8og11zloYCDCQcLXoRQ0m6AB5ld35rOPhODjZDkg/0c1Bs4YO3WOUTBz+TBPjrHtpzrYEDJGO3kHdubPCRQItNAG+Aj/nI45ZDdwAPO+dl5fdlTD9152Qgf/LuwncnYXwIfiaP5TgmIEd9drJaHVuLTri/YwZ9mlxJUn3L45sEA8EKbF1GAOg8LraTeAC+yTQf03TYHetrEjt3NelMPwaS060rdxPBpnQes2p/xxl/8Vi5KkOrlfCqZ08DOkkoH/AA+QL3lkbZtwQ9s180RW9iFV7lsX/IoF3LAvhqDkKu/XdYDOWcsbGezmNUXCIs8GM3ns0s9jY8xAowROgB9tEvpaFafsIff+GRbXeyUjCl0oFy2xX/4DuAP+RmbpZTaRg+AhxKgpwE5fLCdg+cmL+mHKkdsAPvwwE9pO/1d9Ys+O54E1ImvydiuecIePpJr5gkvSaf5NL34Zk4wpwC82LGtdtmucx/dvAzkJTU2WAfYtF3zRnzNziprCVunZ2d1fZ3nRQdt5ic8vFiHf8j+oqxve7KHbejwDLkht7zQBuR0zL69ygcz24lv8hI6/uDj9JA2v8wPvkKnH38BegE2ml5i42ESjeQErPLhAh5kkJ/NphsJPkKH96pvVvOEL8gRK+uQuAFt+pBD93nWOaBtu+aQfmBb9gRsANuJd6x83H+gjfllZ3xm03yf59CJP2P2x6YHX4mRPvJAP3XyRMy2616Az/Aia0dn9m3aMZH5VmpsrY/yIi+l8R3A10psKRdt6pRpqkSn7cyHpZbLi7ykWOfjFPvQkHk/aswJD/C38jQW9d1cVqfDgxuyHf6VuPeQy+YrcxZfAHagk1NyTRs6PkC3rb29vbzgvFHnhm1xNR7GBD7ytsiDPPcl5gix8eEPOnX4bdf9Bj7s0EdusYs98oss+inJNf3kHl7bNafogv98eZ6cLOvLF+bM0ydPk5tVzXmziR58JGZklIs2QIa8YL/FT5sPQifHx8JOs40+5G1X/bzYJdaoqy/JbIs2/sKHTnRREiuxsRao4wv66G9x2a6x2SldsrpVxw4+e5rD1HkpqlzIAfyDHlLNLfYX2cuJmzr9xMoLK+KCr5Suzg38BdBsq+NAmTVgW+QW/5SLPJ2enogc4T/j3T6OEB/963pv3NRc8IITvS3mqKjrj3XX9gJoMaOS/R4dxGA787fLC/RF5vam+rjInEIP8Wh7oYexAfiD7DovQe1pblJHJx84qU/+nld9Xe5L6CM3lNiHh7HBFiZod10R/fB1kUEfenhBSj6xWeI7dbuID3H8Lf159hTkoVMCeNFBTrBjJ87sE8SEDvooW5s6e0yLDxlo2G9+0LYnPfiMn/iAXNMDP/kBmcx1PjFW6COOV199VfwTwdhnbLnHNV3oAbbrGiMGgH34iQsf4Gdu0QfNdv2wyj8XjD7yQJ897UXEBPCBl5nkhHtjnwcbePGVss7VDDQx4HOz25UOk3V+oIOPw/Agg31s0UZPywOyADq2AbLwwsM+wz/hSD8x2a57CjIAg5ToXOzt6ZNPPhF/45QXwKxl6LZhq0C3fbVmyS02ATbxE1u0Z7O5yDP0LvMMXcRCnTFFF/OSNjzI2hZ+297moa9jy/mEXLFuKfENGYBedJWu1H18nnsegIYfWfZiv77Ivfv45Fisf/5mML4M46A56zD7Cr7YVimTHvxCNzrowy/mGnXyiv4pjrnsSQ5a64cfoA8d6FIu2uQIsNcQE2NAG9CvriTudc3BkJcqyDOfKPGLcp1nnFpmfyAWYE9jEzNxdYyO3CNzhuccvxnW8XMU9VnmZOngXevDD9/To4d3Qz9JLjLW3kj5aOYiKc3SderyUD3L+ievqjv4kOd069e++VUdHc7U5WPn1776qvb3On3w/hs6fvKh5vPcZ4YHms+W6staHte6OD9Vn1dsb7/1Ru7/0utv/ER//j//mX70w+9nnznSN77xDT18dE8n5090evZYn979KB+w97SYx9dhqQ8+fFP3Pn1P3pxp3JzWv/l6dvypNJzorTe/r9X5fb1ww7pxOOjOnffEx9Q+HwPX9Q9MSmM+htoJSrkyMUry7OK6hzOXSsaeOCn77GPkN71anp/k/rvUIi8nOo96kg8js3xgvHF0EKUbrS7Oo+NCXdno4vSJDpOHzcWpnjy4kw/L9/Ot+USbizO99+6b+ulPfpg19mnO9av4M2Rurqr82dlTbfIR9vCg095i1Ntv/kTf+NprevTgEz19ck/3732ks5OHyeNSm81F8juPzaGi6zrhc6KS7bqGFvkwYU+xMvdYX8RITGDI3KfkT6tvZJ3njH7Kv86wXKNGfEQpGbPVxUliXKnjn1mO3c1mmfEsGoch98RV5s0g5u0mH9uxwRyh3Wwyty+im3mOfdq2M943hd/8oRRKZCnZW+HZz8ceZ2yg2RmFzHfklTo2GB/GipLYoQHWpOUaA/HZrucH+uC1HZ/XyeGmltDQSwk/fgBolPh+dHRYfSUm28I/bCJj49tQdSGTZrVNvz35AcG2StdVX4gJXfAD7LScQQf4YruOM7qUixJZ7MPTYFv25EfY6vhTeid/9sSDDvI21GctVf204acP/UPGlr399OxUp6cBZZ7dznIuPc0cefDwoY5PTmrMuZVpnfcD58ul+BuvZg2xB2df3URPmgLOuhmz/pbRcZ59oCJ6aRP7Os9wm+xlFdGHD+QAP6iT6+bfYT7CcSZhH4aHMWJ+UQe2Y7MIWejI2RYXurAHnXNUm2+MAzbIBTloaDKUzKE6v1zq/MHWWWLAPrL0w0f7LPmitF3Hw57mHefN0+QU3+jHlwZ8AMwHdOMrsF3nDfqxQ98y+YaP2KBRYlsZc5d8+ujSyj6uoKQ+X/TqZ0WlG7ODD8FGypiUeh8Y6z6CLeUiUyU2u6DPnF1kPA/zng4sZrPoKMIH23VdNNvIEwt90ChpgxYXPm/qmXpd9w36xBVdU+Gqs8YU2/bU7rZ120I3bUoJb1Uv27KtWfZu+htsX8ooF37iD7bxhza+7iJsNUb2OejMC+zZrv6h23bmwSDeFfPumJL8hyLa1KE1OAvBXZFL/AxK6Z7RpVzYAtJYY7HDu0W6L39s17rtS77c0ioN+RZTJeSXPfGl+swPvNfRGBq96aJNnz3pam36G6CBXT7qAJ7dvi7xM86glCJgT7rtqxLZK4x1XFo7rdpGL/qhUzK+jC2gDi0aL3Nlp+UJ2G3oMs9avZbd5FfZ+kdp+9ImdrHZSuoN0ECG8jP88ND3eaAf4Dc81Bvsye/Wpv+LAN/z+qFfR+MbMpmo75atzr6OX5QN69xPhmATVL4EnVc4+T1qY+XUN1asQ2FtrHP+AEPKTWjDFvzLCgp/Xvmorps4aCffinzOI6UroajuHUPuL/hoO+twI8Z6TO8u0nzmhz4IyI3RWcvEmirkz8C2bFe67Vq3d0pNdeSbrr+rrMqu/bouQ15qfGQt/tGfSXRN6tkmPA3P9iiiLfLW41Z5poTrEmGpY5Cyjlnyvc45jD+AtQto69o31H2v+r31ecz4Dtv6wNwI37htUw5pg2ecSIM+kOrlD20wRM9UDvW+Rb1hiD7qlOB6nXYDiqlTguv1Ib5D+yI0OXioN9BOmLU51cfLMSjbvaQrXe5VM7X9z7kn2JYdlCLuFY233jucdYDSlJXedSrdhNrfZLrsWVt6oZ73X12e4fpupi5lCV/XRW5bUu9Kry59+NL3+DTTbDbXbB5QBvM8U1xhL/2LZ1BqtNd+2b5GUQ1Q1y6SVAdsO7i0wTW2Z5tb1barTnsqYbKv6q1N2WBP/bYb6bLELsCfBtqXDKlcb4f0mR/bl361TuQAeimh2xaD0OfgAlqdQ8d1tH4GEdgWF/rYADnUcDjkgMlBE3AYhcaBc53DF3YrruW60phgUUjdtvgPf5ot26IOrc/EuvSny6TLhMLfeSbNIg8AlAAagBcgW8ILaFMqV4thnQcBQJubN6CN/8RFCYgVQCNOXgxR1vbJqXiBxwG/gT5yAeBpoI0saLzU4T/PAwu2sI8/IK7W8apxbBcSNHtaoOSOl8Wkktjg67K4KGnbyWpAHRr8xEhpu+aXPnvSh81mX7nsSd6eyrK7cYSGLLAd7mnzR3dt5Bd1dIJNXjBRAujpfmajauPT+okJngbswAMYc0r6bIv6fD6rJXzEyjxooL/rSo23Sx6BnZizieN586eUUnW0uTTJdbLDG4fg24WuXchDyhZMUWEXQQfIkn9iTLZkuwJG+qCTJ3gYBx5gaNOHPH4D4ic21gX1+WIuwEMjKF2pN6yyjQcZbKCLucjcYz4z30Bbs62EdpYPFsxXfML+RT680UYOvbbrYWjIjRqeXcAPsAkv9skloE05r5t8/M64EQsgFvznJSQl8g3INaBvnrUPH3Vsky9iO82LA+KAhiwlffgNWhzECD+An7KBOKExDujARp+ble2aV9p2xi75HTIvzvOQDNDPoQbaOi8XeFHBC2FumtAb6Ec3/58rfIMXP/EJHcTZZ4/GNnm0YytodpFhDHlhzd6DDLxZUHU+IY8cQC8lMtDhsx3WMQfZPJyH0Oj4BC8l/LbrerCnsd5kveBDV3rlzKLVxVpn/GGWAN+RafaaHnwjr7Sxg25K4qMOf8t3o9PXZc9njNGJPEAXepgb+EGdknkDoANo8JMb26KdDOYQMRM6kcM2urH96NGj5GIt6OiBnz57itu2uJDBX/wDtJkn2Bpzj0M39tExy7xmvJHDxnH9J3NXdXyQQz85Qx91YkMnc5oSOfIxm8212NurfsML4MUm8vhcsi/Diwy+A/qJC9v4xMctSviwD73ZYR5RRx/9tuvLx3ZvYh8aEp9ySmfsraJp/Dd5wSwtz1cq7mV1WuR+fJyPv0+ePhHyFxeruk8QI37RP8/atV1junHjSFz4BA/2KfEHfsBHNv6/vPCBLvc4+IjdZi6r6kI3L3pv3LhR/1AO8Q6Zs/CyvwD0VnRF9jSuvOAD0Hnphx78OcsLNEr04BM5s7E3Xu0DcQg5dJdSaqwhCb8BPg7xAZ9oEzsf3bBB3zrnJOYQIM+261xc52yCHubVafygHxo2kMWnk3xoanX60R1xUW8yxI8ebFPH11K6+tKScUIPMRd8jy/YuMiLdHRc5GUpc424kcNvdDGXkOm6Tshhl/iRA8giR+7opw85+tAvueYHndDgwzdkALkiLvIDHZlHWaPK1cZpf3+vjvEicwkebFIij1+00Y1vjU6f7eqzcqEX/wBr9fz8PPvZWT4mzbXPi8i8AMYP5hQ6hrwY2Nufa77odXp2rHU+VJROgr5aL3Vyelx1Ey927Wl+kWP8YT9iXPhXHfCFOjTq4CQvu7HD2mFs8AeMuccQC/lCBhq8H3/8caJQ3deQg4cV2HmmAAAQAElEQVS1jC1yCpDFl6ioaxMdtmVb1PG1244jpe06f8gJyqHBh2540UfeKAE2APZtJ/6u/mGXF26/EHvzOs7kEh58x2c+/hIff8sVf+nDx0X2DrvIATnDNnqF88Eqe8mYtQROkyvsrzNnKfGxzz2aD/P4Oc/5Ysiexb32LC/JsU1eiAN7tkXOuX+d5v51knPDcc7y4JR5kI9tZ5n/pzn3nCzPdMYfHso9fZkyqz9jvtGKD36z7Ad9Zk9ehpsPkFpJgfMhdMwaPo/OMkgzd5oHY+ZQ6aySPRs/Af7Q7kKXLiQvRX2zHmXP6vienz/V44d3tMwHy9Mnn+Yj5xP1ecl+//5ddTkr2CVpGlWkfAS8UNRriK3l8jTz9DQfUu7nw+YvdL480a1bt/Xpnfv68L339eYbP9LI3x59cifPMXd1+4WFSllpfXEcu50Oj+b5cPo3euNn39Obr39fR/u9Pnr/HX3j618RH1L5w6wvv/KafvWbv5pxP9QLLx5qszrVe++9GX33NE9uXnvldj6UfqSL2H786EHmXadXX3lRX37tRR0/fahbNw71g7/9rk6zn33t61/VZlhl7iymlwJZ36XrxL1Hcnwr6kof32YVXfoYUzAwNzJPRo3qMy4vvHhTj5880Jv5EPzhxx+IXJ2cPpXy8Xn/YC7FTr5V6IP33tZPf/R9Dfkw+nu/+9shn6kPz0l8e5D8vhxfX331Zc1nvfYWcx0d7Incz+dFH330jj764D29987bWsxn+vkbP0vZJ7bXwt/p3XfeER+dxvi1znzA3+Znn3GjTR9zANBm7VHOEzs8ylVlMp9T1dlqpWXmvcpMo3PfTQ7mse18aOH/3+rhInPlE92790HmwTI+l5rT2azLx1Q+6u5pzL18tkgOopA5CJpd1h627WmfYL/HPjlexXbzk3VNTPQjc5Lx4x4GL/pciuhfR6bJxpygY6vZIH6eX1j/yBG77SrLumWPxBYytus9FnvINd5W2hY5w0/WPSVy6K62029PcSEDrct5Arv4Q2kbcrVDrMCe9CJDfOjEjj3x4gt0BOmzLdvquiJ04i9lk4F3k2di5AB5IkfDOGr3og9eQL0kp/hzkv0PPugAGrFSb7rQRz1uVB/oQ0dX58tc5ASfoNlTfPhHG8AHz37utdzv93NP3NtbJC5lHp1nfFapT3FuMrfPs8+e5awysg6DTDKV6AWOs2OeFbtSdDNnvhdu39ILt2+rjy9jDpOlWIvMd/wpkcHviFT9xEx9TG7syU/axAdOMu+4n1xwf9jytHxc5CyDrs1mrQGfENymeJP9nD5IxM0YES8+0IbOPQO78KELoMe2mC/4Rj+8DeQNHu7TgDq86LctaMxr6NgZMw+ydCXWd1Dr8bG41Px0pat5VK5SLGwii117aisXbfxMtfJQxxa80OintF370aNcXcaAuu3LOW8zYunc/gwZI/Stck8kJ7YzvKPQbbvqIxbLUmIYtrndZJ+Ch1wrMdlWfsRlu8p1pRM8yoUf18F4gG7rZ9jCP9kmpusYMgewt8q+0/QiAypvHLHxY4qh0iJDiRxxUtIew4scOkFrQ7M9+R+/8K3LPqJcyD6jI7qTrMQ92bQdrvyktF3pyOArNtNTafbURxv656HJ7fYj02C7VePGmNwNz2BXjjrP+ejEpzHjTmz2lCtogP4xcYF0Vf32lR0ItS8V2zWeVOuPPbXtqYSvoTLs/BqT/9ZHSZc9ydlTCX3Xp8ZDSR++UrcnfuaXPdWhPw/NbutDD2jt55X0Y+u6L/A2On2bbd7g3wV8ksUFnfI6oP99gY6ES/FcZFkmy1KOBLV/aicD+Dm5k8+DCiba9ME17fRNdWvIvjRiJKULakYNm5XmWRsv3ropj5vsLSvJg8RZuZM2OZ8OmV8V0T4oMsFmi9Ye04ZnA2/28DHlGN+gkdddQNfORRvAQwmaHPUd1i+s2pbtL+SpnddYai7jK7aehyqz/UX/tnpZ7NKuqb7k+YdUql/J65Rbfk9abNc4PTXzO33P8d/2xLdThhD+5/2gI6O51QMHce1i2PY12vN46IMOduutDW3k3lPnyPjMHsf4N2xyb2r2qix52NpvPFVXaPQ32BZ7R43TUm7KcgrbcilBSk8YoxNd660te6LbllgjKdFVulJ1lsgD9tqK0mnWzepZlvsqoB/Ylr2LZ3VwbohblzzIdF0ngJ7dsjwv0Ea7XqIUkBf6qFe4/r78RR+AQPkMMkC06QO2Lx21n63T/8vAnuR+GV5sg8ZLHey2GTgmSQNteFoiOYxwmONAzAsp/rkOStqAPg58XQ4EyKAbHejjAMmhjEMUBxQOCoB+23XA0Y88h1GwlxcjfXShB+BLA23bdRIxuA27g0z9Cr2oV7+yCzSf8AXgSwPt62j+QycGYuFBi5I2gAesciDf1YUt4gTKAtH2og1YNC0u2gAZaLYrN34De2rTt4vKlLiU7vxMzUxY/AHoQ28DsrZlT1jnQQEe2zVP5BN7khU1UkraXcajlC55n2B3kko2nTFIdKPT1+fBa5GyiMu27AnowvYusAVKNoPGTwlsU8QH9HMzndDk6SQmfG8lYwGIu40D/dQZPwAv8w2bttVlo6DN/KPEH0rmISV80uSL7cvY0MPma5MnfBzygLi+BLbwAz7bsiegD9iTLnuiE5c90SQnp+hb1Zd26FAuYgG07Ss5bBE3H8dt15hKV1KCrvpMnMTW7NjOAWWTlzVrMW/xlXl9moda5jb1kzx086DJC4mn+cBBnQe58/NlHogvhF38QSfAr9rODek8LxWVC7vQ0M84NB5KZIDt+Npl7szqQyb7CfsKsrbri28eyNsYtTpt+Ggjw5gBxo0Xo9BqzNJ2Hg01r9h+8uRJjQH7+Hr//n3xopb48JfYyCl9zXfWCrI9f1p3O2fbjZUlSB04fbS7vPBS/N/kRUCV6TrxsLHOTbKEBz8p0cnHUexhm7iJjX7q+EhfwlCXD4WUskRsgHYX3dRt13HFZ2JAln7q5J86vADbtLGPX9QbDT9ogyZnW7Y1m8/qeMEL4AG2K922uOypRBc6KCEhswt8Aas8bDN+jCn9xAOdl9Dkg1hsVxvQ8Ru9ykUJkBvygmGVh2H0oI/5gTz85BG+IYdq6sxzQB16VNWPIchBu5TLi3E7sWfs7Wl9YuvFl16s/MTGekEX8+jp06d1fTB/8MWeckH9Og07zDvs04cO5ifxTn6c1blqu+Yfn4iNfvwFxAbQwb7E3D882K/80OHBNjLkjjZ1SnxnvvBCixcYxIUN1hD+PHr0qH7cRJ4+dOMjeqijBzpt/mYc9vDbtpbnF0qqxf4/5Cxkl8zbaf4gh78A3XycQN/R4ZHQx/hjB99o04deSmTPs8fYrv+cYKMrF33ENGQfSlO265whJvhYV+husKe8og8/kIMHm4wNPtCHTnxlPuLTPOuAPZEPO8gxZtSRvXEzD4HRC73kAHxwcJAcjHVOIItO7DSdlMqFj/jVYoAOP3bRhRwlskP2Fdv1bwTeuHmj/u0f7DA3mPNjzhzoIw50oot9Bn12qXMKvbzQho/cAPwHyAD44aPO35qOm3Wfxkd8QfYoLzkpoSG7Xq9qvLZhv6yzRpDBP8aRONDNXOPDN3SALfxlTuETbWBP+pCj/yJnLnRO4zPkI0w+eMQiflzkZSjgJS56kCEX6a7zYcikxGfbsqf7DH3QXnrppbqP2q5jxjxosthFP2A88B8Z/KMPYJd+YqUf+/AC/gUEe9pD0AvwDTlA3XY9SzCfiA3b5ItzMfrYL8gL4w0/POw52Dk+PqkvXc9zn3748JEushcuk4t5ztV7eant3Cuol5zpLlbrvIqQFnv72tvPHM28GGO79DOplMS+CdYZPycfY3wakrt8iBnxX7W9Xg+1vLhY1z7aLL3T03Mtl6uo6Wt+bZPeipYbYidHAP/Ps6ZPz07rHsE8Ih/kFvA3kA8Pb+QejoqSOTh92Hny5FiT7T578YH25wvNSqeb2UcOE9NBYltkrQ55Odu5iDb8Gf7LmM6Tq5OTs6qbfWgdXsbQdmLqRL7xFX/wnZwjT6yr8Nb7Z1fEP6eZVz5yiVzu1SWgPUoqyWdSn1wMGvNiaL6Y6SJKnuTj+pgXRkM+ovaWSt6I97ZuHhxqkXGYl14ZAFHwt5CG8OLHkPU/jitlV1E/G7W/53yw7MI7aH9xqHHjvJQadPNwkY94M73z5s/SP1NmdHjnYp4AziPLxH+R3M9id8yH/nU+Dt5/+JG+/8O/0p/+xz/RoJPc911zsV5bP/3JT3V+xlq70NHhXnyzzs5P9G4+Lp4vz2P3Ih9GT7I3Wf/in/+u/nf/mz/SvU9+rldf3NPTh/f0zs/f0uHeTd08eEXazLWXL5O9T/Xk0Tu6+8mb+t53/zy6fq4333lDL+XD6SL3spJ779N8YOYPmm1yL3n55S8lliP97u/8sf7xb/9TzfPxVV5rlRdtF3muuci4JOmZv6v4EizXKsNcy9ONlDd5m5wTWLMHewdpS+NFRmkt7XUH+kU+bP7we3+pzfJhfP1x/LNuHe3r7PSJfvyj7+jOJ2/p4vyxDvOB+OT4ifjntj/+5CO9+sorOr84yz70UL/1rV/V177yZX38wfv6xdtvZY1ciPHbKP9lgXzw0cf5oPpJ5lyX9XqRtXKh733ve/rpz35az6Kzfp58Z5yenmf445ukPmdK29N8zJkkpNrH+lmvE3vWOiXzw7bsCfC5zsmZukXW+sGR1PVyKVXnrLce3L+Tj7tv6/7djySd6dP7H2c87unwYBFWZ/z7lJ362VzMZfbpWcak67qsxXk9v2N3zJy2Lfa64+PjxDcIO8iwpqDDN88HMHiVa5E1ix7ioG9/f1/swS+8+GI+tN/QYrGoNvmAhk3lsl3jWyz21GWd2c6822QvuKg5QQf7o+3ajkidC9wvwHnm+5jDie2qW7nsiRc5bI6JBb/BJnMqLDXWLjHjxyZneWJibyDvzX/bYqz29vaqj9TRh0/QaBM/dfLIPZg+7DRIVrvwA5v0YXOz9YV9aBMfKLEN8AMaMtTJN+NAzPR3XfapzD94AHxlOw/wEeCfbW2yhtDdJV5K9MGPHkrkQWsjR14aP3T6aUNHd40z+lpsrQ9ZdJJP9lt8plxmP2ml7TrP5tnPDw8PsvccijnBXpjprTF7opKPVcYWrJdLbXLvg+bEPGaNdMkrdfpn8SMjrovlWbDM3Al/ctt1JbqGOl/ws/nF/bckV0N0EZdtEVMXPdDIDyVtxpYxBsS2C9uyYznzC/32VEce/cgC6tCwTx1d5JE2uV3lmWmdsxbxR0XmXKdF1hU5iQVZmsD2kT0zi1HcX7qi5M3pG5QbRS37zuqSxPykPVZdfd9plj0Hm8SkXMS9To5s13VDvNBK8gKfbdkW/MRMWbHVQzxD4rYtLmJBR0hVbqx+jvHTyq0w7g15T7HSanmhdc57/PPFYMjc3GQ8V9nzkEcXaPqw6qhw7gAAEABJREFUQ986fNBtV3+7rkx2YrDxIk8dIEO7JB7b2bfXFcoVkVpfxy4xXy+RQwcIu8bsL9Dg3cV1WtMzxoCduLdQ7u4hZdiGLTZTmTmODkDOW57taR6hB0w+jPGDCQCgPB/w7wLdAForqdt+RgG0IeuO+PgQDi9obPQTH3kF1OlvoJ86JbhUnsBpg0bbrUO73obWQB+gTQl27bS6PcVDuwFe23W+KJftOmdsV1qbG7bFBX8D7etofV9UImP7Uv+uDeTwjbJBuewr+9Nc+eIxjsjlz5B11nQ9r8zUq7wZhlryC3O2L3NhO+Rpfu3qCLHOOWj4Rft5iOQOGd+DrJkx+yt73UXOOJvsNau6xw01N7xPQy5HOA1xchMHNympD3Jo1jpaV6NyFlTaaWx/wnrpF75dxxC74PPotS95i5L8xIsovM6728bsGP4q93fxEvfn8KDn70Kzu8sHLY7m5+/2tfJG2LbsXw7ZSeXI8NPkqe9il2437l0OVR328/pc7yOsBWBbtvXMtZOzludn+reNXT+2pM8U9jXd4UBuF0lmqEqRCcZP7De7w85YD5lLu3KbtLlvUta+qkVTPLFrxzY/lJLMf61O6dBS2pYNSr1HltRbbihnOdfPZ71mQbsvQG+wI1tc1xL3wi5nl10+2s8D8rv0QhANO4HWxHxeO7ar8ygDdpx5DrS9nqeHLvtKrumh/CI053d5bKOu+lQr+dVsElur75a79LBfxnu9brvqxS4J5qDIoQ5Qh+YMBLq5KXLwBdwk2fQ225s8egF+I4M+QJ1NEl1gPpvn0NYLPnQiX3XlsILPABq2oDfQhk5/k8OPZQ7PPDxw+K6oH4fO8rB6XkFfA7yXyKaNPPp3daMfOwA7DdAbGi3blZI8OYcwbS/6bCe+7plNQbmQt13jJzfkwJ7ybzsyJeosLttVHj4O9OQR0K4onbBru8r0OQR3XYlMyaH5Chk6ldx40qXFrBP5n8/3YqvPnHCeOcaK7A+SJl2KhI0uxqmLzv7S5y4LsSRe+ilVr9zQtpsKMZI7QL2BvFyntXYrUYVO4qTcBX3oYqwAMuiERh9+NTnbIY31EMp4r/IAAi9AdpXDOKAO2jxAZwRlO7khL5vkJrftJMfJR9nS0QMvtgHtJtd8xp9SOjly9IHGR71LHgH9pTg57upDO2uklIxY8kmJHXzEDu3ZbFb5eEA9PDysctABuiTLvkJcr7Egjy7iJl7WBOuFFwznWUOU0OkHrY7MhsNNcrZLa/o2Wf/ExQMYNMA4EMc8D3n4S30X0Gmzx/ASAxAPNPrIC0CWNvqIDzuU9CkXfjK+zS/6iYN/6pSX0o8ePdajR4/EC+bjfCh++vS4vlA8z0OaS5eXRVkH3Uy8YOaFHXnIvVJ9cgxKeGgTY+k6lS7I2CTBsa6aV2wukz98oc5YtTa5AK2NHvrhK9FjW620Xeca/cjAo1yz+EceuvgCHR2UcjrzQ+wA/ut5goY+QB1bXWIAEa0/1NEPyDUl+u3JAPawjW7iQBcgXsqqZPsLXkATW7bV98zXRS1L6bMmlfm7p8O8JL9584UcABbZpy/Ey26pJB995jToxPywHZkhMvP6ku327duRmYUva4TJLYV/GhfbtY7/xNvnYR4/8NtJGLExz5hv6CZe1gEfxYgF8AIKef4WDTEqFzGhA96z07P6oZGckzs+auETusJaX8YgZ7v6YlvND3uiMc95mYYMfZT4ix3biXUh23nZusx8Pa4vUvGr2SSONi/xdZ2XB+d5Oc5L/vOzpZb5oLleDbkPzPMS/VDz2Z5iuUL5KIId5Spdpy73DfSRD3wB6RIloA9+9hpgT/MUHugcFqnDiw5isacxW+eeDogNHvJCnTEBQ/a4IQdOcouu87wQQwc04mUN04cMNHjsjGRALugjl7brWsTXLjGNeUiZyuke0Gzz8Rg/sY0dfGUP5MU4H3awgY/ohYfpZbvONdqnGXv60U2bEvvQ2gd1fORBEH3ooQ8avMhAA9pezCnihgcSPGMMkzfiOTo6ylo5rD7gOz4jf3p6WudaewFJPgD2kCMWfNvPy11l5G1XHfhBbpGHX7mwB+hDpv2tUvzCH/jwjxL90PGPPnzCH/yMqrpWL/ICDD7b1Sb1i7zgRMa2uIibvRk/0Id+7NPdfCGGJksd+cViLtYbwCYl8TKetJHts+dQkhvKftbXD/DYZe3fuHGj7rV99gfsUvJPAqIDXYu8yMcX+pjzyNFHvMC2GONlzpDcM5aJ7TTnToW+zv1QuZ9vskD38nHspZdfVekXWXad5E6HRzcVglb5sKOuqJvPxD+p5KxD2mC+v1fpm7xZHEtRmc11ePNW/RtmT/i4lPyOpdMJaz5r6CDxzPIBcbB1I/vj/uFR5Ofi4xJYhv9JPriO6Z9nPszzMeIia5O2S9EsHzYWobN/ED/5UC5K4p7P51okJ4D80YbO2DCOJTqgs6eRW+oRrzkm/9SbLvIJbNf/nxpjSn+amc8XlzLQmReUjD16GA9gO6k2YnV/5P9Zx5yGDzAflfzzT0Vii7nXdV3lJz4qxEIMyOEberGxzlmHfviIizpAvu+LFvuz7M993R+VfaZsfcEuvm6yF89n6c+L6vVmqU0+Xs/7mfrS6ex4qXwL1dHeLfXdIkM9Vz870Gy2Lz6ArzImAy8pg/VmlRB6rTORhjgw5oPhmFdGs3xEnfG3QZeP9Pbbr4sPeuenx7mHnqrLB7LT1BcZq8PMoeyKWX8W8X344YcaovPwaC/2Ot24eahZ1hL/3Jo8aDa3XNb6xte/ol//1tf1k5/+QN/5zl9ovrBeeOFIr7z6ohaLmcbEPI4bbdYXWuR54sXbN3Tr5r7W67OM36n28rHx3Xff0uuv/1i3bh0mhrX4WwXnq3O99+F7WuZDCTrYHy8uzjXyQTm5evWVV2P7m7pxdEN/8zffTzybjHEv/t+8r//8p1kvJ9FzopOzezo9v6/vfuc/6723fyZtzjXrkqFxqa5b5eX7sfj/l877TXTtaXl+rBs3DiK/ShaH5KhEx2nyUsRZQAP56fT6T36od3/xU929804+onYZp7PoOtH+XpePLg915+M3dXJ6V1/7+peTn1/T97//g3wI/aHu3L8v1utLX3pJH773C9376CO9/MKL+uprX9beotdpPpyvh5VeeuU1/aPf/gP94bf/ODEX3b51S7du7ungYNQH7/9M9/Ihc7630Ctf+kpyeJQPCmMF82dYbbSXOdKNvTIN5AzaLHOK+VlcpLQ1OvFJ/DOfKpvEqYynY2vMuG/E3OIjTNGgk+PHeucXb+Yj81MtijVk7D766H09efwgQqPG3H8irFI6DdnPaG/WQ6Wzp7JnL3PmPcuet0n/kHs4cw4w15Sri+yMc3Tfa579o8v6s6eck/dZ6JTsFcijj/s96zHimWuLCvQhiw+26Yq+WdZPL9vqY2Nvb6/6Bg97Ej7NsgZBKUUA3w7zvGQnA/GXvYU4jrMvYh+eddYfWGaOTrSu6mX/QK/t2sYnfEcn+x11YgT0oQvgLLTmP34B/KQE8OM/uqgD+Js8PMB2vbfOEi889FPCix3Q9EJ71u5QZZGhz3bimGjECZBFB+OCjcYHjb5Jts8a67J/zGvZ8tLkJ55OlMgtM0fgwc+j5J48ESe+QcMGaHXbiFXY+DgKeXJPDpof8KOHuUP+KQF5bLptC5mK7DG2hdz5+Wn2hDNt8rJe2cfG7PfOnrbOvVxpZ4tX5zF7irO/9dkXZzUe27In4Efzm1xhk3KWezglvl33ZcBG5hf+tHxRAvLEXKSkjW5yyFwkfuzZk+0+NkrWrDRmTDfZd7PnZS9erZapX4S2zthuarnJfj/GLgm1p3xiv+XTdrrG8A+JTUIt2CQn+JGe0F3jZ5+xrXaN2SPg2WT9A9q7sF3nCDknJ5TEZU86kFUuaFP/rNqCvmn2YwOd0AD5wHfqEY2/pcpQt6f4bIcWyqjkYNAm/iHXZNCX3sQ81n7ozTfo8EMD8DJu0Bts9LvmxLa4bMemqUZvLVJO+tGxC/RiA0C3HdkrmYQsT836mzZ8u0DHBMZ5qLZ2+6tgfj1P1p60w2+7xsFcs6f8TXqHmht4tL2ciWFbduO7ii8OVDox1Q9fGN7KUaAHvbU/40FJGzr9DbQbWn9rU36RXONvuuzJV/vZEj3wXC9tq+VBuehvwC7ARkPr2y3pa217stt0UgLmO6BuO5aU9I2XqIT8si2Xkhr9tag5nmrT72aPVrP7RWU0Xdp5Hh9zHZ0N8Ax5vhhyv9zFmD1lzBgDbAPqV4ilbX+jwdMArdazRuOQRvRnXrAOWd/r1Mn3xDfWNRx1ol3h6Gf/i5IhHRNCCz2HI1Gk6+/8QVeLC3vUoSFoW7apxu5Q10Prh6ehMuz8gj7s5KfGRnzXAU/U1xRE/no5JC50NYQlfkzzhPou4Nltx3FxHPx74xklv1wD2/h+nbvSr8XwebRnZZ8f47M8Uwt9U00J2V8IbS9kAE0bGX1Grq1N28/sCcqFbMM0H54/N9YZb57rNxnnQYnJEY6+MRD1NOtP2rbrvbLLvd2eOmtOt3XbsgNJ/LbzOyhB51LPwqUrKsXqQJcyoF2yhXSpd10R6Lcl9a5MtJKyRJdt7V6VTl/Q9b2iauq2HWPlErZlP4tnhLsr3q7rLuVKFAP7SvZ62362j36Anueh9dkWVxssSgaMhQ44FOyW1OGxXf1DNxsShxMOeICDHWUD/dQ5hPLyg0Pofl7ELOaLHJJnSfgUq3JhG2Anyar9yOMvnmK7AT7qlPAD/GVzbOCwWF9A5aUpD2IcIHl4Oj7mI0deCJydq/JwCM8HDw6StFtJnYegBtrobv3Ql9G9jCx0fEkYNTc2HtPKpssiz00CfwF8lPTaTqium2drEy+5pbR9uak1mVImGdq7gP8yX5FDH/3ouk6nDxbbk7/RWVgEWWDdrKibdernwaxTl5cm5p8/CKj36e8rvUhWrjHFqKioiMq0JZvOMbFtPhMDfinXkLy0saMEu+NIHWxy4CXH1JFJVrc6o+Taj+1qGxvIbHKzhMUml4o/Q26Y62ADWeSmy5qzXduSZU9QLvSkqHyUtimqfXTj0yYvK4dsaOA8Lx2hwWS72qFNX6Ohk/mEvO26DuyJl76uK9UeD5tdfAOlZFxStyf7tuvYwY9+Xl5skqdN4p3aU4z0QwPKRmtPctpe6J3NZ3lpMBcPZeRj21Xz0OrNf/SBIS/hAHob8AE+2vgwZHzh3YXiPm3b2t07qLc4sQkPoI6P9OEb2M8LDdrQeWhmf+HlNnVQ95n9/RrPfPtyBV502a65Rb7Fi68Amu28qFup7Rd8/Gp49OhR/X/d8TL88ZNjPXl6oqfHpxWrvNjkpfVZxl8qkgvZzkPnJi/rlsF51UtOAP7YrnTmArbJgXLZzm/VucMcxrfruYCXXNiWPQE+6OiCn/aQeUkbuu34s666+QWPbarV1sXqoq4PCPgHqlPI9fsAABAASURBVGxeplGSS3JGftnroaEDG/ACZLHLPsk86Eon6NCI8zx7JvsxdeTgoU4JD3IAW+iyXeem7epbixlZ23WM8Qkb6Hjy5Gl9mYc8PsIHvdkgD9BtV7+oX+QDALbtaW4oF3nHz1QrX8kGR6zwMTfoQ2+joR9b+EGMF/nogQ5K2vDDCx9ALyX93XZd25N9fATEin/EB47zgR5d+ADQZ095wRd04sOYQxU68QW+J0+e1HmLrO364pC+MTMUPvygzRpibLFlT76gc8wcavmc5969zgtXwN9Wv0juiNMumd9Xe86Y+946awK/8Mme5tk6L3kukhts2hZ2lQvfTvPxBn76wKT3yg9yEdZ636acZ22TI2KgTs7gQSeAhm2ALvjQT5zwIstLT9rEjSw0ZEGTw2fiwSf8RBd1wLhCgxdZbIJ+NsPF+jdoeJmPDP18kMMe+xRtgP4h+yl5QRY/pat8rZJj/Gbe0Yf8Szt/uxGaPfHjJ74AYgDIAvomW0NdU9hq8cOHfWKBjzY+o5tcQWv5wWdotutYwIccubjIi8LiIvYS6LarLeVCJ/qQB/RzHkMX9FK6uh+iB30RqffZ5pdttTp9pZT0D9UHznbE02UtkSf8tZ05uZLtfEg4qPdZ6PDY9K3rfkiuyA9AJ3pu5QME64A+cmZb69xb5/k4uMl9rWRPvHnrdl6A7qnPmrj94svqZguVko8QmfvYQR//KgH3py5+McdYc+glZnLQ+LBDDJTMK2yucj8/zcv2Vewe3rih/cMDzfbmmi3ygnnWqwvGJGI+XyQHF3r0+HFaqvl2csNDMvOMmPAFnbbjY6l7KXYAPjBmtmuutL2Qq33Rhc/4Cz9+UgLG72z74Z+xmWdNctantJ3xGWveUYk8dGJnDjd/KAFjztgx/ujGZ2C7/s1oZJCHF7+YP8h0ya3tagefacODP8hjl7zSp1zr7Et9P1OfhzbbtdzLxyViBPiHfmSo2657JrlkLPFjkTgbT1TWeYvP8EPHt5Yn6vThFz7RtpNrufps+/IshI/YXWefXOWj4CYfx5QPkNCzXasg4/zOwI/hWZ4+1bBeatFFR7BanmqWfCz6ubr8t1mHUTO5zPOBUBWzxFryJn/wRmM+hvF9bCNpnT2o5D43m1mLfPC84J/uPflUB3uD+nxUffjgbubNWn2eAZbLMyT0p/+/f6//x//wb/QoH8d+8IPv62c/eyOyC33lK1+uH8yWFyc6W55o7Nb5PLvWkC9064tTPbx3Vz/43nf1cT6sZTbmPj7Tu++9pSdP70f2tXxQzXpKPHfufpx1t8x57Ek+Zj/Q6ckDffT+m/rrv/4zff8H39WP8mHyP/zH/5APiC/ry1/9ir769a9qNaz0+OnDWs7yrPL4yUO99/67GrJub924mbl0Q48fPtJFzmpnp+t8EH2kr3/tm/oX/+Kf61/9q3+u49NPtVzf0/7RUm+98x0dHUqLfqVueKrx4r42+dD54JO39Fd/9m/185/8lVbnn+r4+E4+2M+02pxmTEcpvm8yYLPFXGcZx/N8iO3ysfjTe3f07X/xh/q93/9tFa9zf3iUj8Hf071P39XPX/+ufvbT7+j2rX3d/fhD/Q//5v+me3c+1L/859+W8/Hl5OljnZ+d6nD/QF967VWd5uMpf+tt1o96kA+kw/okH0IHvf3WT/Vv/+T/qX/zb/573byx0Jdfu60XX9jTa6/e0GJfgXXz9oE+/fSuDg73s190KiXDmY+ftlU6qe+7oM9cmgWdZnkO7PtZ5sE8fnca4s+YEbWTl/CXzMu+hN9FszwrHh2kPt8kJ71+6ze+qhv7ncbVqe5+9IHO81Hx23/4R3rppS9puRp1vhzkbhadVk/e8vHJdvyaizXHmmLdL/Lhvu97sRa6rhNt+rquaMyeq1xd6NBK5vFZPsCC1Xqd/XFZz7jIwwvPkHPNRc4iq9Wq3ifYK6DRhof6o5z50UF9HT3w264+NF0XuT9jHhmAnk14SynVJm3bms16oYO9AH02eroaJ3LwEyd6bYur64psX+qBD3/4f42yv3SJF3+ps3c23djEBjoo+SeNkYOP88hxxuA470J2+bF7mA+RfT/5iV7bNc/oAOgtiQtgm3IX6ICOXYC/mzwfU0eePts1f/RhAx+o277Mz/n5WdbGWdorIcc8sF3v/xcZs3XujdDZ/4mJvOKH7ToX6IMGL3GTG3ixRx/2KLFNSZu+Fp9yEctsNqu+2hm/zL1GY+5xr8Av7usAWle6Ol4Rzz7QCTo5RY9lyHUsm2/YpN4AQ5cxhZ+SmBqttfGhy1wasr/wAnWVXJwtz7P3rDXGROniQ1fkUlT6TqXrUlf8cfbZRV1TfejESk7ID/Gjt5SCuQrbsl3r7Rd8LV/UGyaaau7htS109bO+zm/q2l7UicWedKND2TLpbn3oazmhxFdoYJP7FG3GtuYv8Vd6zknQAe2qN0ptK1tS9lBVZLdQnzjn2c9mQXFRgQeErly7stSxic50ZU6uhZ9VLvwufiZP8MNnm+IS0AFz7uT05FKP7Vq3XfXYrjK2Ve3EBnLkCB8aoAFtL9vPyG/JlYYe2kPugeSHnA7Z/+wrGfvZOrrhodzd36b2WMf6i+rINmCzYcj44Yt9tVYbXy2zX9Sy+qfLHNhWgpGSiHQpj7nCL9vP8OATtpoO2rtAiL5dWmtTVkR57VesYWRbVlralSd+Yqeh0uLYbgm/7Wf8Uy546Es1IbkiYdGMe1Nu4amEnV/IAEiU8DT7lLRB6xsz3tThB9Tpb6AN3Z58KDtz2fal36zXNof0d1zofB6ui+3yNH92yzFjsCszJu8NjU671VsJDey2ha6tPPdYe5p7F7n3w+tStGljt+VjS6Kv6qGRSkYmw5Tf4VFA/y+LiD/zY085b/J0tjoluaD8PMD/DLb6nqFtG5+no9F5VgSEuYvPpRF7dCOf4pf+gb+CLDpr63lAW3ViyjP8kCqwG9T6P+AXuibk7hk9U/3KDm3bdT3aVyVz33a1CE+tXPt1nf7ZNgIERpnYn2N/6nn+76aPchdxtq5T5nCDso4Vdxk/5lEDck277SpXKMNcgojI9g7avbGoK11FequcS2rhJTcl9aksot51KQPKijxvQi9F4iY88vwQDLkXjKzNzIcSHfD2OZuUXFEEd/hjpMshBnBIoSxdDJQJ9uSIbUmWPUHPueypz57KstWBTmC72m10SuitbHV74rMtaMo1ZkBtV3kOcGw07ZDIQZGDIC8PeInASxLa0OHh8IgM8QHsAXvaqBjAdtPGHiAHsuoBmT4OFhzmQDvwUvKwwIso/hYGdR5qAH+ilJfD0wPBsXggAMgADta0d0voHBovD1950Fnlw8EqGyk+7B6UyAfAd25O8ADaxNZgW7bVLts1h8QIGh+lfZUP9DRgR7kooaVadZDLpsN2tWNPZek6ddNkq/RsAxHjNxgk5yeTsnRWlwnMKbKk7PNxtOSBmPaYlzNDHpypgzH1+nCSyT1mUo+Z3GPmxbAFdYCPoNUFrz57tf6WP/IOyGPN986hl3YD/K3e7DTtdgJLw3Zy1AWso4mmncu2bKe/q3Oc/HfJ2ZRTZIoki6v5SdlATLYvZZEHTYe2F/zNX0rbmmx0eWie1QcW1glrpNG7rsh2fCtVP3LkhZhtV/mStU3sYNwehKgrF31NV5p1DdmuurrEeB321bzDX9viQh82sc36A7TxlfUMz65v8LF++HgCvQEZQLuVjDGgPWSjtF3jtVMGXd/XB+Kpf8h5ZLq52K5xYH8/L4t295n2QEo+wVHebkHDX/Yh9qeDg4NLO+ggF+SLuLFFjA3EQg7wkz9wQXzsP3wkZY+BjzwTL3T44YG/gX0JPuWiD/RdX+NBNz6AeV664id1e8o/ummjC17alOhrPuO3Pc0JeNHTwH7G/oZN+KHD0/Q02ZqDbppz6IcfxOU61+gHJXOu0dBhu87TVsdP5CgZa+r4gL/2xGu7vnRh3LhX4BM2z/OQDy9yjAN0gC768RvblNjDd+qAsYUXOXyERtwAPtt1zKk3n9DBOFAqF3T8pOR+wliij3HlPkI5ZJ2Fta4n+vEXHmwP2QvxlX+eEbvQ4UU//eSPOjSAz9DwCblmm/qQwzrzl37ayDM3APz0kyeAHXxGN2360U8eJh19XS/oan30U1/nYwH3R/yFxlrh3k3+7Gm8ZOW8VfJyZa++7LAt20IG2WYX2xe5V1ICfEIPfsBju45BCrF35ledW7a1iR/I2NM+tM59F6ADOrkiB8SAXOlKlYWHXNBfMjdpKxdyxEf8s/msvoCgDxq+hKWOIbKg0cjv4cFhzRc0Pv5gH7l79+7VmLFz6Uds0kcbfkr02dMcv337dn1Jxv5AHzyOTBtreKGjkxjIl+1L+4w9+iXXGMgBPMpFH3GmKttVhrzQjz7ipZ95Cw07tuvLYOVquuC1XeXxgRy0eYAM8md5MX+RF8HN5kVeUuKXPekjDmisCejMDdDaymW7zh90gjY2i/mi+o9t6OQIfeSdEpvEgp+UtjN2G5Fb9o/GY7veS4kLH4iBv5nJGQ/f7Gnews96prQtfMRXbFMC6viBHkqQEOqejT/IwgMtR5uqg/PmWV7KV7/zpvJitdZJPh7yLxDc/fSe7t2/n/lzKtYMePzkST2Tsoc8yot4YsOvSx15AUMfdOwxhsSGfWLCT+i26/qhDi/zFB1D5KERA342f9GDj/Cig9yQAwDNNux1PpBzbLY9AV58xC/bNR/oRx/3Vtv1YwQ+2t6u94kPHuUil8jYrv2cJ1sbf+GjjW/YQle7V+AHdWLAN3QhAw/Av9ZuepQLffY0V+EhTuIF8BOjPfmJXtYA8xG5iNdctPyxlpGnD158ANTJOzoB9xDu/fzrE/AD6Mjh6+nJSf0IgBy+UsKDPerQqEPDJnK08Zc+QH30mFP5SvzTskpNmZDwlsQzzzlj3nXq84b4xuFcR/tF+3vWZnWc59SV9uad+H9U8sJ4kQ/86+zDkuteo+ha52OV8iG1z/NA4WNq6qV04so2lvEbNa7Pck57og/efV2ffPyLfOz7IPJLuQwpz9R1Qz5KHuobX/8V/bN/9gdpjzn39jo8uKFNXm7/6Id/qzufvK+nT+7p4YNP1MXXeT7SzmLzNGvk/Xfe1WI208svvqKXX3pFN45u6jTrapnzwtPjp/VvwY6J+ZVXXtLRwZ5u3zzSS7ePousjFZ/r6dMHNc+HOQv+d//d/0W3X3xV9x881af3Huk3/9Hv6Gvf/HX94u1f6Ps//L44g3Sl6DQfHz/NR9ynjx/qNDZ+8L3v5X4z1/7Bkd544+f6yU9+ou98978kjpL9fa7ZfNRLL99IHG/q5NFHwcf65N2faHV6Rz//8V9qfXZHe/2pvvvX/0Hf/S9/lrhPdXbyJHK9nDHajMrnxkFdPuh2s6LZotcqef3rv/zP2TOehPeRTp480K99/dU8hp3mY+Mj7c82evronr721VdEXAaOAAAQAElEQVT18otHenDvY52dPtY//f3fyUfteYZvo9d/+mO9/8G7ev/9t/V+PkD/+X/+U33y0Zt66+d/q//0p/+j3vjRX+uP/+Xv6V//8R9qf3/IfnQne+uZpJVm3ZhxO8hH2Sf69O6HWm+W8TUfyxMrf9N09EWyvsksWeXj+oU2ukh5Hr5TrfJB+CJY5jyQY5H6bpFZdaBxs595t6dORc5ZqhSr64qKrcPDg9i5q750evLoUT7q3tY3v/n1OhZPTx7pIh+aN/n4PWz4KDtqvVqGN2XOCsx35arrIc+i69DSrPvTKs/uABqwXe9Dy+VSrEdo8NpOLKPcdxWKX13Xif4hz6F8ZFzlvlfLrc5N6OimZA8ppSR/ebaOQmRt1/0QHfQBfKUPftD1fdZRETT2NfYSStsZk32xFzUZ/GX/ajaxi+6Yy5waJl9zdoSH/RM9N46Oqk/cMxoveWo6sIse7klnuX+Vrqt5s50538X+vPqm7UUM22r1u8YQGWyeJ6fsm8RACS92KG3LnoA8dGSwTRs/8BffGvCXfoAObNlOrJvq4y6/7UpDz/7+vuirMrN54uhrmz5o5JNcAuYB9uEn1wd5PqS0J322qyxy+Aw/fnNvqvt7PjSTN+j4i+5EicrLeKOitrFBXg7zIRo7tNFL5+npqdBDrGNWFjT8tU21xlbzsr2vYwvADx2f8AEfaQP6xswHSnixhc7WB5069ij5ly2Y39DZ+9frrOncAzZZc33eDS0Ws6ydPuOu+LPJvFonxrH6hwyxY8OefN6tw2Q7/KZaS/iRw7bl6BvqHCYG6PQ3MKfwHWH44SFm2sB2/CrPwkW2xYXMJrnbZM1SX6fEBnX6Hd4CsoaRIG/1DBWZBKsufX36+tLVeidnL1aFbbWr+UsJDT9rXrMnYQ9aywvtZh8aUPQqF320Z/1M9pSbypu6PdnDBoAOP4ioeBal3kB/tkVN5ZhwpjGDF6CDElAH8AJoWKPeQG7gaYDnOmxXv5+hx4km08rdfmjNBr4PuUfYvmSxr+qNF77PA/IIx2xiH7NvTBhzPrczgkEpvUCXPFNCpx/ZTeyPSu5H5vsWUYjthu1SnTrT135aPyXjMWQdgtre1mmDJtPKxkNcrFvara+WV2moY8k8uYSLbF+i8u/8Qhc2QdNfy5zFYNvth6cBOv2b+A7/LvBxt70r0+SQta/8sq1Ln7OuWt22dq9G/7zSLlJEsNOgnavRdsud7lqlj4rbYGa8M2HU5b5WYxnHnD9WwocMdM05/MKwKiW/U4YvP7X/qoyyzCPmAHa+CFVJfsGDXco0t/qmdQudfWmMztb/DE9i2KU/0xen6GuwLXsXyaUmjFkju3DodqeyBW3J0iWm+LVz0bvTfCaO5sMvUxLzc/kSa6zumqg2dglNbpf296mPGT50XJexr0cn2Z+lPU9WuaA32Fdy0NKdOBJZjF+14wgdXwDb1QfmqT3V7alEGl2gqnB+b1H70qQcklN4GkKuOm1PZQhlWw8hP67rAlpxEbYpkdfOZU/ytX+73llfu+1Wh25P/PZUluLovkKXc3oflHYwaELaXjgAEk+SOWY9D88FPNexVXFZ2M2JUgO2r9qzPJwC/CAA/AC2q3zTbVvQOVzO87IfUF/kBRgl7YamD350AuViIbDZcqjg8MOBjxJAYxNu9ujjIeDs/Kw+6NDmwMtBk4cBDvwAHv52CnwcVNCBHfS0MqbrT6NBB/Du0mhDZ7NDwHYGrYjcEBOHGWJpaPFRgkantH05Xsplu+av9SlX2wTxIc36Qz+wXceKvgbbEj8pS5exzKSiDfB5kw+bqxx2wXpY56F2oyEfQflT1/QNoYAxT7W0N+FBTnkJ4xLV0YfeMQt3mRcUjAvjRV6gKRclOYJGH+NG2bDZHhThAfDtlpUvN+tGp68BGhjyQQ1azF3+2JZtlVJqHsn383A5VpnX9MNvT7L280vlsulT1c1YI0eswHbmwKw+SKETGoBHsmzHr6m0r8adWOAB2l74t7tOqPNQBR1+ck6JfsDLM3IMnZxAa9ht25P90srkCbsN+I0NYmO92hO/7fhegq7GoWsXNvAH0IUOfEYPbdbjMg/OjGvjKaWreew6dJaq176yZxvR2CwVNEr8pQTIoR+aQ6c9XywuddKHD+Tt8PBI/I2gmzdv1I88fca9lE5dXkx0HIrjg0onB8SNDNbZN3gApiS37C08wBLPbp1+0PYcyuX5MofxTfZlvJ1udMSOHH86Gn3kg94+9puvfNAlf+QUX9pDtO364IhubDVZ5OGdxlv1hQqx247tscJ23WeajO2ab+4byOIX84eHdmzbzlzmoaFUm+ju4iO8tjGpTV6kIleSe2Twn5I2duizXcdDuWyLvdGeXhgRP/rgb7qpEy8gdl5yoAvf4KcOyCElfPgMnz35FVM1NnRBB+iHThz2lEdsI4/f6MN3PrZQ0sd8JQZk0cGNGB+4n8CPT/TDy3yBD5voQy9gHHiJwnzBX/jRgfyYw63tmh/ksGu7fryC98nTp/VlCT7jC/MOm7TRS36wdSlbGPtFfXkxm3WZBwsdHu2L/yfc8uJMw7jOAf9cJS+d+1nJS9eTagufmh58I05ySjz0YZMYx+z3ykWs/H8AsU8c9BFfuoQvzAvazFNKdKALOcqLvFgkPmI4yrrENrrho0Rf1ZOXF/iDDnjtaQ7jzyZ7v+1qD35o6KROiRz6aNuZd7NZ5VUu2yLXqdYf23kBuBA2kGPd2k4e55XPvrILDyAOe5pH+IxN5sjtF27nZXleAidX7DfYoR/A08aR3ADsQcd//OUDG1jnhZRtQetKqb4RC/zkHFCHRq6wgw5olMrCtl3nD23s2645KKWrepWrRDeyjCV+MCfR2WWtp7vGD0+LGRrjRRs+ZPCRuck8p59xnue813Wlzm3mEvy2Myf3q+0Su8Ce1iwy+AAfaxAc5aUuPOjHFjEA/MUONOIdEit/i2IsFnh6eqIHjx+Jv3lJe4iJi5wlVvkCcXx6LpW+YlDWwNlST0/OdLZc6WI9aDbfE/rxo0sO5jnDYgsfyCM26bdjK2OM37bFHGU84QPw4Tslcuigjr+Pnzyu/NCIh/F+FH/5Azfogd82Q1j3MXIML384B370kOs+H1XgJffYZk7QfpQPC9ihzV6FP/Ds+hPtdc5DI0ZiIl7GgDbxExu2bF/mBBr68IMSXmzSRh6bxMA8t305/vDhA3zYhJePh+hn3aAXHvrRR8z0YQMQD0AvD162a27wG33Q0a9c+MA9+9NPPxV5QlfVmY/V6a4+YZ+67cvnBvRgA3u26a685AJ++iHS3z5sohcbAPv0YY8SXoDcMufks7MTXVwsM/bHWYfKfXWVdZ256DF2nA9RN8Wcb/bIC+OBDfKy2NsLf5f7+SbjUWq9FGnI+Zy/zdl1ztpaRRc8Q+hD3cOwj3zLFeXh4b4y/eOHk8eSamTz4SfPmprnw+Ribg2bExWv9Itf/CQf1l7Px7cP9fDeh1r0oza5nxwseh0eLMI3faTa5OMV///PxUzSmLNPPu7t5T4TTeqzNkvWKf80K/987ttvvZG11un4yf3MQ+urX3tN77//i3wUu58YLkJ/oNOzx7lHPdG3fv2bunHzlg6ObiXuXjdu7Ons9KE2y8fam6/k8VSr1M9Pn+Sj6C3NEsTLL7ys2zdf1Jde/YqePj7Vy7df1Xvvfqz6TybnI+mDB/d1I/vLp3fv6r/81V/opz/7vr751Vf04u25Xrh9U1967cvS2vq3f/Lv9fpP3sq43Nbx03N98P4nCa5LXvf02pde05e+/Kq+8itf1le+/GUd5oPMIvvFLPn7Z9/+fX3rW7+uV199KR8cn+rNN9+KvVsZk04P7h9Hzz3d//SpfuPXfj0fNg/1yov7+tqXb8mbp/q93/mG/tV//bt68VaXD4CP9PWvvqTN6lR7yfd5PVMqY7SXHKva7DTo7p2P9Fd/+ef5iHqsIiWO2/raV76keebEvXx4LsO5/vC/+sf60qsvann6SC/c2tfF8ji5GpOf+9LmQu++9ab4EPxuPqJ+5Ssv69XXbmVs1rrz0c+l1WP9+tdf1m//xlf0wds/1rvv/Ew/+uF39frrP9KHH76t4ycPdXryVCdPH+nll27rV3/1a9rPHNvkzHGeuc8H/IOjg+yx5/lwehEs69/u3YwrDdlHCYZzx3w+q2PclbmK57L2Uu6JfyZ4Nut1cXYe2+8m/wvdu3tfP3v9db3z7nsa2eTzDPv2O2/qhz/6nh48/FSbxLyYx/X1qcbY2QxLRWHmfKlrxHboYwVrZMhL3zG+zGazSrNd+ZSL9cy6oY+9gDql7azjdT1HIQ8Nnt3+iNcfdNtOfQwk+G1Xf+zJF3LR9b1K18X/oZal67JyVEH/Ks/O6FIu25c+YhudyzxngVXOWbaTz8gnrot8qF7nPogs8VLiDXK09/f3qk/I4X8D+7JyoRM++ImRvQlgk/zQB5CDBj/7KXbYE6HBRx3Aaztr/CT74oVsCxq67amOLWiU6AW00QnQhx30AZt4+6qLOJp9+GzX+OCjTYlP8KDDtppt+rHFGR7sZ223cwz5wDb60dH2fXRRB+ijDR/Af3KFTvxHjvs5Oug/Pz+//IhOW3LNBTrwBRpAzyzrAF3cK5pPtmVPMuiHjxL0/exyjqAPPfZneaFji7P1JNfXdQDdnvTjN/f3k5NpzJSr6Uy12pll/ezlXtVnHkMjRvKBLHqB7RofdYC/tsVlTyV1+tDXZR8b896Kex2lsufB5tw7VVfGmLHd5N6xznpcBevUN6jI/O+zX8zr2RO/0AlsX8YHI3FQ2r70zb7yhTzAQ46IZZO1tMkzCoDeAJ+2lx15fihDs13HKdXLkjqyTc42pOobdPRjD8ADrYG+cRwqrz3JVeHtL9vVTuOnHLMXbLsvC9s1ZnviV73GSxoyyGKP8vNgu84B8qtcyIEhNndloO0irJc/9uSDnTIHHHTtwg49QMD+bB299IHdOu1dPZJ1/YJ/F/jc2tQBbcr6gSq5pw4tIUZddLpIoHRyzuguWUfuMmNLhXbb+QDFt/e8ClCDjA7LpagEti9L+6qOTcaD9cXcoM7ahd58aiU0oFx2dG+RpuT87LY1XV3XCbCOdwENvwCc6AXYAtShg5FfzwE88Dbge6vTB3bF7Di5S9ip25Z9BWS/COwXYd/REMo0eM/Qdhvo221Tr7QEaBpbtNwwJpDI0SbnCuphreu0liEgj9mpHLOLBZUwZJ4MGjMhak5Cu+R5Th0e+qPyUgftRqcO6AfUn0Hs0Ib/eaAPJEuivATKEnxr06ROCYiT7dkyoiKeMc/gIAFKnNnAJv0pTQlSZzHAT+nIUALHVyUHCTTnfqxoKkOvtmvflMcxeR+39Fqm3mR17aqyz6E1OuUvC8U5OzFd0/eZ5g4Punf7r7d3++xndcO7O260QZOxJ35ou6CfMaoleaOyg9JN6790nUqXvaijnNDlkaZ7FwAAEABJREFUGesSoTPvQcl+VWKvoSul7iGl69SVTr3TLkWtv5YqzJAdy5LtZ1CKhW77Wbo9telrexTnBdDaHbYDeNzFdiNQ2tMhoCWQBO1uRo1OSR/Y7afeQJ9y2VdOlRKDAbZ20efGQF+jldLVwyeOz7YHNtvRppqILgHYk68c4tlgODS2wxgvgHjZQ9nAIa0Bvl1wSEWegxngEEwbHU8ePxF/6hjZ63yNt31EzVyvA1MSI8BPQB3Yrv4rF/khj6lqlwe+4kyC8NZ6dNmTXAqV/LKNWNbvtLhbzinRie7KkF/tZgjNttDZ7Clq2AyQ4QZOuakHuRwYc8Bc54F10Pa/PFDmSFlbY8lSKZK7jEF2NTg24R9yAECni1VhiwubThxs/pscEitfOmzLnpBm/cEHfKVBnRJ/we4kRic024IPoLvd9JsO26iodqhAr0iDMkX9sV150Au6bpqrJX4D25Wv/bJd+Vu7lfZER6bbmacDG65c2eypxD6AeL0kFuYhc3vI5o2IfSWHjG3lp8Z/sf3bOughT802fAAd9EnIWFzYQD+4yAsvQL3NGfpBa6PDtmwjfgnboRVhE9uL+uJnVvvR1/RSb7rwpdXROzJ3qsT0y0ana4N+MG43Znsac+Sht1xTgnTHn0l2knFt28+WVXl+2c4D0V5e8CzqwxH7Dg+2e3v7aS8SV6+Dw0PtHRzkxduRDm/cTP1Q/WJPJQ94g4vqv0zX9epm80pT6TRGL/frZXL79PhY7UUsfzPoUV5ys3+QX/LC/vIkL8N5ecre1GIjPngANECdnJ6dnQpe6tDhneJVnRPovciLD+ywn6156ZEXJglZPMgzVvSdnZ3VF79d5iuwDUuF7boX83C9XF4Imb080GIL/TBhEx+oQ8eX1fpC+EkfY9JQ++ITssjAQ74B8raT83m1Ay88xIiPTTexoBd+/GefXuUjETR78hc/4benNvpt15dT6EInsQLbdS9FBj6AXeSxQTbom2dekzfitydd8BELPgHq0AD+I4MNbHIvwldAHVBHbtd3+G2LnKEPPuTxp2RvhfYoHzbgQz8vQCjxG/8ODvYz36XF3kIHhwfJ50yrjMfJ6XHmpHTzhds6zMf/Li8Y1RepC0qp41xSoj8JCbmoz5zY5J5wylzbAT6RE9tVDtv8U37Mkxs3D7V7oRNfoaHbnmQWi0VefM9EH/LwkQ9itV3nz17W2Cb3DNYHeYIHu4wB8uQZfujrzKvcmeL6WGXJFzbpo06OyROyN2/erB8ZsN2AXnTeunWzzj9yycc3XnjZrmuNeYM/6EMv8QDq6Gc+UscGtunjHmtPc4w+23VsmR9NV/OBNh+N6cOG5PoyjHwTP6COXniVC7+JC3+xS5uSNnmFD7vwEB9+2tP8JXfojJq6/2GTfkpyS7z4gj50wIdt21Tr2NlTbNiFB6ADOfRAX2V9Yh+d7HEnJ8d1z6FNzrCDL/hKvskHenixh8/oom/MvfAiL3UZ6yEfvi/yEYkSHBzkQ0DOI8pZZcjZJbMgL45XouSj/+lZbC5P6wtW9KEfO4A2eSUX+ETJvy7Cvk2bfvjIAyAm/LFd/zlqeECLA/5bt26pjYE9zXnygRwlc5B+e8of8vg0cp8LjTZ6wFn2aEDuSTxy6KcOP3LopU2JLP4eHhxm/c8r7GlNcUZq6wx9+MIHSOSQ4Uzd5GkTKzEzl7CDPds6zD3xxRdfrCVjBA8lsvDiN7opyctJXpQ2QMMP+Bh//MAO/NSh8eEfXcjQJmb0M4+Qgxf/8Im44WXc+LCFLmwi10p4kYUXWXygDR0d0MjBJvdI+ogTO8xH23Wu4wNzEl547NDzAIjPxIM8tuHDV3KCT+iyXec8ss0efdpetjVk7Js/zTd0woIcdWSwR7zMf/jn2cuxC5284csqZ0LsIgPom2SmezNy+AEPJfrxFx7bdQ+kTZzoBsRFiQwlsC172k+mtX2ijz76SE8ePtKw3mTu9dmPL7S+OFW49PGH7+jenff02suHOtwbNevOtZit1flMh/ujTp58qtXF47RXeUheadYPWp0/1qOHn+iD997UT370Nzo/faT9fFDdn3da56ParZtH+tVvfkO///u/q9v5aKn4w4fp9Xqpb3/7v9LB4Vw3j/Z178Fd/eQnP8x9bdS9e3fi16DX33hLb+TjWZdnmJuHnfpyroefvqPHwYfv/USrs4f50Pa6fvHGTyX2lcT0/rsf6uGDx8nRQgcHN/XGz/Ph7/hURzdu6uGjR/q1b3xT/+Qf/5a+9c2v50PkIz349H3dvnGgn/7oh/rZT36cXKz0i7d+obsf3tVXf+Wr+tJrr+mTjz/WN7/5zZxFD/LSfqNN7Hz66Z3cK4bMvVGv//SHunXzMB/6fhx7rydE6ytf/pXoeV+3bryid35xR4d7r+m3fuPbeiEffR1f+Qj5YT4mP37wSfJ6N2PySe5jD3T71p72F0VnT+/rYDFTNkotupk2F4MO5nsqm5X+v3/y/9L//f/630fuod76+etan5+lb6G9zLU//7M/0zxnkV/JR988BuaD57Ge5Ey7yHi88vKtfAS9r/ff+4UeP36gX8sH0H/yT/5RPrKehueBzo4f6Fe/8WU9fvhRPr7OtNev9PTBR3p6/+Pk6EZi+rJ+81vf0uP7j+LvY7360qt69cVXVFwy7me68/GdzI/4eXBTs9le7o/rlPtazA+0t3eQuA4137uhfg4O07fIHJzJeW7d5Byk3DdKnmTX+Sjf986YbnR2dqJPMmf/03/8/+cj/y+qzGy20MuvvKpP7tzRV77yK7qR/e7Lr72kV16+HZm15jk7leSgn82zbotYX6wz1gtrqa0RSvpYY3bsabqgw8/+Mp/PRT+yF3leAPShByC/20YWoIkSDHnGHHJ/hBd5SvRBg28XE/9QSa1OCSoxv2xn3nXJxaz6ho9HR0eazXt1xN6VWl8s5uqzByr33s2wzv12SHYHcR/BZ1BKERd1bOAf9Vmen27cuCH8hEaJ3+zZ1OHBf/5QL/3oYE/CF+pdzqfsh7azDg8yzvN6f2cf7fs+fvV1XOBBF7qvAzo+UWITe+jdz0fgRc6o+A6NPwxHHb3woge+5sd+novwzbbox19wlns3Zwv2RuwA+rFFqez52NnPh1X2V+rkBTvotl3jol0y3/ABOj41HdwjiRG0fR//sAWwAy8yyEID+EeuuU+OeQYnr/hACR/xYc92nQPUlQs96EcnugH1CZsaP3Xo8IKIVR127gK5N/HOyU4953bsYJf8jcnH2elp0jJWPdjBvwZ8Rhc+AnvSgQ10UmKbvAPkoSFj+1IvvkEjr+QbTPGNdW/tupL5PyFiYZ3o9qQDvfhEzilpo7PZIg7qu4AWRVkjI0W1U6KvlNgBmc9dYLnmSrnstIJU60/T13RVIr+K+V3jow8+SkBHK6kD2oA69oFt2a62d9v2RLenUvWaYqjVv+cv21UC+9f9pAM6oI4flPBxT6RsfbYnf1M2HvoBPID680Df84AegEp70k97l5e2TZ+qfeVKs9bxdxe206vLPuWyXdupXv40/UPuT0P2ctp02qaosK/qlZBftj+rK3T2wKjJvUmZb065A3EHLNqMrljnVnCRX+tN1lyGdQh9DM8oS1V/qeWQPWLIPWYX+AmUixKkejkPaT+DYdQY7OqgDg9yYLduOy4Y8jOwXen2VXmZd5fLPoTQ14AtQJuygfbfB+h9Bla1eelD1rMdoqar6W79tNmnNnm/AYezfulDYkyeOe8oeyH7U8N5zgbsD8kgInJshKXWx1ahNfJLGfdghw6Zb4oZ3vSNuU8H6R+2eEZHVNAGYY4r4d0Z+zH1EPMzfi5abq+X6IQ2lZ+Vb330g7hyZSN26Sdvn4chOa1Yb+o9BL5xM6hk3gGnjEJlUajWaQcOD3xKWemjlGNjYPFfZpWAJ4fk5K1iUPr1nKtyfoZuP5/+GcYtAXb7eTLPocUncgYQbyV1QLuBdkOj/V0l/PaV3V1++mjX3NK4hqQzKR/rvBszqeJqWKFKtitYA4B5Dqgrlz31O3MeQO9KUZ/7ZUXp1G/RGXruqV1RWCr4A1LPQtVe1Kbfl6CtXLZrf4mCuv5mfT0L9zmzdrEJ8ENWYhgyRxINwYPIR2GpB1AOKaAd7KrgjnLaGNkt4eUwBKgjzwEFRxofMoC2cnEAOc/DMAcSDnUcCk/yoo3D5wkvX05P8vB3WkG70eGlDp4+fSpKQB3A2wAvh526oHbiZUEC6PjBIa0BfmhsdhzQWn5s1xzhPyCWBhdnDW7qgwE60d3klMu24EWOnMwzKHZkWPjZIOAFtmVb7YKGrnUerjlMoJsHlTUvfVZrNdqYzSCjqszRIFM1GwK+Z/ZWnlU+hgD+NC40NoXKH7lxax87YzbyMXmyLScmgC/QADz4AGzTFTWxt5UhPuKEDx/JY3prTMiDKpRf1OED6GuwXechumxXWXsq0Q2dHDbQfgbbB6nd/t16l4c/+NG1C2jwUTZ63Lz8wd+pYbV+2+KyXf2EjjzoYwd9s1mfPoZlFLECdDU0eWSv5wB5OwehjBF98MJnO4f9rgIeaNehXNiwJ9/iQSj5nbGCjh/opP482K5xoh+g3y6ayqZTCpvaxVxCbwN66aNkPrDWsdn6axl/KEfmYurwIoMd8kgJjbnOfILXvrJPHzT0o5u27eonsl3HRjjPQ+lCi3ygmbCfF1eHunHjVuj7eSl8Iw/kR6nvqetmKRcVfT9TiXyXsp/NxWZauq6uc2Jh36l/Cygv0SjZfwD7D/2A/QTf8BEQJ+WQtU888Jyenqnfzlt8JgZigU+5oJELQD2kmnd7ygP87L3zvJhBDzy2YZNSNBp+sM9hl32al8/KBQ1b0AF82KfOA3pY8uJqWYEPi/mivrggNmxCaza75KvZs6e5i27b2SuGYKyxIoMN+rBDHTu2az/+8QIHYIMHboAdeFuJr+hAHzR0kA90Ehc+8mBNHV5k6UeGOjRkbNf1ia3m/yr7LHKAMUUXY84YQ7Mt7ALl6rLm0Yvtkv0Tf+DjZQnj0/igY2M+nyWnZ3npc6FNPlwiqxw3DvPy7mZeEoPZjPlG7s/Dc6HFoleXF4FDXpiWTqJeUm6GlZ4eP9HZ+WnVeZ7yNC8KnZvC0Y2jen86zUfR83yEGkPb39vPC8jM9/hMbACfNpmX+HyalxqzfiZo+I9P+M2LoVnuX4wLY0T9OPftR1kDxJ001B/0kC/KLjbGrG3igwdb/KsO2DjLCyfbWW9zoZMXbNjhPqdcjAe5w06aoq/poY1efByzRzKW9NOGv8tapYQG4EUWn/ADoGOWPZr6xx9/kpfAj0UsjDP6ZomVeQcfcvbkq+06X6CRL0p4WM/YoX2xYlw3GbdNxmRZ942L3IvpRy9gfdLGFuPS/LQn/eQQn2c7+wO+Ymedl1HIYpc8AerILHO2In6AbvjJO3Tb2f/2K+zJDr7Ai/2WP8aCsUeePts1/8SmXN86r+IAABAASURBVI3Wd32lK8Egj0+A9jx7xfn5Mv2dFnlZP8tLygUvDzMn+7yM3T86VJd1sGF+WHLmCrh779N8gDrR/t5Cs7zAPTo6yD69pz71+azXzcgfHuyL/y9fF5m23vAd4Bvz8+DgoM5zfO66Eh2Hop82eVQuO4ZTQiulqH0o7EqXtbnKC/ezOta26/5lu+rkn/m9mY/zzE/mLmsE3eh99Oih2CfOz8+1zrnqIut7llhO8mHiPPOC2Hm4JfZVXqKoK+q6TvPMt3n2cXxHF3X0Mz6MA2PIusFX5h0g17ZzDyNHh8l10TJ2sc3cccbFnuZt04cu6owvdhhrcgXoQ6dyIQ9SFfz4ssxHbXzgb74SI2sF/lJiN322Ya/zHhn0U7q45v4s9zviwDYyxEYuX3nlFUHDB0psOb5jD1uPssdgl/zeygdrjIzZy8gbfOQCX/EF2K7j3WV+LDMHbQtb+GO7PjugA33EzIsF5Brwreq26jwg5/TZln2FMWcX5OEnLurYAMhDwwayxEIJ3XbNEXV4N5tNnWf4SL6gobOV8NGu/Vk7trNGzhNTL2IEfWJV7iGbzDdiA1laFHXu4gf+bbLPkysXVfnjk6e6WC1zn1gno7whGJU3BhryoZHxxe/rQE+XOYs/N45u6eWXX8naeTnnqpsasx9fXJxrk4+apazzIc46WEhv/vwHevr4jk6O72jWn0t6qgcP3s/e+ER9t9QiH9gO9gbtLzYaN8cprfXqqQ73i44O5vmQag2rM12cHasvg/703/97fec739Gf/I//H/3N33xPT56eiRxdZP/7d//u/60f/fD7ietMN/NB9fd/759osdfp7p0PdefuXd24eVt/+O1v66tffU2/9vUv6eWbvW4uYnf1ULPxRKdPP9Y4PNZ/+9/+b/VHf/S7evXV27p160B/9O0/0De+8TX9N//yv9Y//YNv6+7d+/rw/Y90sH8k5jbPWUM+3q0vsn/Nin7z135F//p/9Uf6P/zv/1j/5//T/1G/8qWX1JVNPjIe61u//nXt5ePmD773A33vb38kqei1fGD98MMP83Hv53r1lRf0r//X/436fiM+uB4dxkbW9t279/JR+IE+ykfZV17+SubBoL/48+/or//L3+qT+HPn7qfRu6eY1/7eTPPFTCfJ2WqzzAfin+ns5F4tj/Z7nR/n4/Bwoc3JQ62e3lU5v6+bexu9++YP9I9/8xu6eTDTm6//WD/42+/qhex33/vb72Rs1jp5eqwf/OBHeufddzXfm+s0+vu5lSO0Do/m+tvvf0d/+Zd/rv18nPq1X/26fvsffUsfffCWvvqVl5OrLvNkLv728HvvvVM/nv7gb7+vn//0Tc26uQ72cma52Gidjy9nec4/2D/QXmjnZxca1g59DN9e5sA8a3Oj4lnKIR/Ak8HNvrzp4+OoYXOuRcb03v23JT2KXyvdOFKdQ84Z6qUXbuu3fvM3Mw/+oPr53nvv6d1330+ulvrN3/qdfKj/Df36N39dm9VGp0+e1n31xuGNjMc8e/VBdO/FrwmLxaLW93N/Yw7u5SMb9Vn2dNZwl7XSwPpmL2NNrbb3cdviQhawPjdZp4C60t3k6aeO3n7Wizp2sIkf0J39GJXw0qbfdl0f0ICuXbZlW80mdse2gWx5aduuLeqfQdY+tE3eQ6CHOsy2q27a6AW2q+/4j4+AftrI4qMduSKt86Ef8OEW9DkbZ4TrHxik3XVFY+61m5zbh+x/7EElsl3y3oO+z7hNgFaSH6BcY2K0HfkxUPWTfDF+yLa9jjZ0u/GOIs/EcpG5Ch86iUPbizp07sfgIi/GGXfAvQGc5RzMPEAWIIqPzBPa+AdsC/sAHvrRD69tYWcVP9DVgB3mGmh24MNndCRiUcc3eNGNXvqwjX7azKtaZq0vtpjPZ8lpF9bkIR/VU6nzC3+Qm2VuQmsxb3LWqci8hgcf8Yt+bC1yRoJuJ78RxK8177/Cn2b1c834Zo7RRoa8EEOTo8RXSttVBj22q2/KRZv51cpWRxe03TLsmROxkDkCnbbtqgv7xIktQLthNptVHuVqckWWcl4YszZIV0lfKCqhOfr73L+7rqjLObd06cnPwJxmPqcfPWN4KSMq2wFaaE2gr6HFQpvekjnfbdeCbUg1Nvga4G2oDNtf0KiO+UX974uIVVvIUbcd368A7XmAH+BfK6kD/qIGMTEGgLrta2quxm5XnjGn/Vn8L6T997NeSZ7eiT3POa+5FrgAClVw5bu6q7uqzQynx3NmRVIklzOrpUIbG6H9TaG/bEMR4opchbShJak1JIfkuPauvAUK3l1c715z9HzyvXnxAoXqGWpP3edm5je/+XVpTp5MAKUTu+brlMd2qWuatqTFhvTlNOOa/Dxoa8/4bZex0CT+wJ7Rlcd2fvMzS6kHUKo8bCVPCsgzLtAB4J1HpdkzmfN183n4CkLM8FKcKjD+NT059kJzxqJz7gC63DLxLw9ONPtvmv0m/1IEKTaRJuIZ5tPsJZOL4DZjzo0jL7BVn6I79fhT89TZjtrHgAam4a18z0yj0baInz1rrzzwooPYsX6QQgPQAfmnkaZf+vkSzzNsmm9kz+ygHXqoq/aRj8llXmiWyZ5lkv3NkRjPvG+IHesy6yQyWIN5x0kzuU5cxZOJGVMey4IWmV3Wjy4VgPidIHWlhyxNj5Hdb3q1K6i06THfJHKYb7SPqlBVdCH312F6vF7BM826PQ/6oZbLe+GpedRFZ3dsexc5lRfXbMuegfLMoC/bFMqX7AwhP/EislmHae/8OslXOmn0ZsjzOVTQ5EbasprAivTwJHnqJ7KfolA88SVtns0B12PYlv1lRGux/wl5yAwetw7XU+Va91XtoFeemlYaKaAPSOfraxmfar7Ux3bGURlX6UvaAvqa9GnQtoK6mi9pxk4H8OkYttU2TZkrvG/72ePZ1vxjPy7bTjxV0GTepKiakucPXjqDAEgZ+fn+VezujlPoFbLydGowLjnZjrAMi6TKU+nJntQx8QE0YLu0gWbP8kx4yrRngrBgsUFiEXgW2Lixiazgg52DGUCehQMe2pKCmkcuQAf6bAv9BJMFiDy22Bb1ymO7+JNs+YEOSuH4Vy3bLhvWeVnIq0A+oExT2jVNqzYboaZpTvRAn6YjGBRPILRSl4ExG1QTTbOITLJhAlM6Lh3a5gUGmqTyVG06f5Av1X4OL9ngg0GvLwZQ/zhtm3bWN/GhaRrBQ2rPYtFlEIJKI23dqI1MJ23CZ1s88BVklSLFB9IK27F7WgCtbVsBdNK+IPp6/Z5q36DPnskv9flle9au95hvPva2ZVu0hQ54oYD+IP5n0wqNevsxby0rD3lsc2ISYaHMfrB7lpv9bhqLDwRkA+zux37k93qtetnkUh4OB8m3adTF/0k+PkcF4xyiTPLR16WPmXTIs30yDtPgSz9dYgSwsX/si+0TPtsx+TGoqH1BCpgLzAnmSQVl5AL7cXvbEQFUYkpcgO2iJ5XFXntWxi575gO6KpA7yUcOQP8kHz3U0R55+EIMhzlkIE8Ma4pM+KIoP4lh4oU8AJ2PrC404te2jZrMgaZpSszpn36/p4V8eLHg7efSaJSDwF76ZiEfeYMB46gtY26YC9SFXByRgsFgmP4dlPHWJe7oYV1hvWHtAfPrDzHkAon/DxxYX18vFy5cnsLHxynt4SPPegadFDryiY/yYD8oevNBSMwoL+TQBRqxgwZoRwrddg6KRkKHbRFP/Ogfj5WITv1RxuGUbPGtl7kELGdcTkLvymH7yspKiTf2oW+Qg3v4wiBsIQ/Io5u/WYYttsPSFVnQqIfPjm3jUfmIh8bmD1CHfNqSB4otymPPxhL+sP5RR1v8JWaAOsYxefoEe6knltQhl7i1WXMisugn/vQjfNCQCT92kCdupJVGW/wH2ACdtuhEB3nkEAfKAFm2S4xtF73wY9/dO3dF3/f7vULfzSXjQsboNOs56zvrgRupyVhu82EClpYXNFzIeB20JaVuMjnUeHKkg8M99UNfXFpIG4U2SuqM+wXx2C5jGZ9sF5uGmWtgKZdIpG3GAX61bVMuK6H3M266jH18wcfV1dUyV6hbTDtiQUxGo3EZK/A3mXukXB5Rt7u7K+aFbVGHDuRRR3uAfspOv1Nu01eAPHTGCeOR9sSWONLXXHxQBx/9jI12pATKA5162gHytlMj0f/IoQ0E7LJd5gbt2qzh6KYewDPOuoVvxAF78BHb8WeceWq7jPu2aUs8kI+9xJD2bfzCTnRTxiZ71k/IoQwdecOMB/LIQPaj9UdlXiML++BnXA/LurVQ+sVOP6df8RNZAF76FpmjHM5N2UtkLUY2vrRtT3baZX7jL7Tl5WXhP3pph5w2tqOPf04YPvYro7zDDg73tbWznUPlPQ2wOe/F1bXT6uW9xwVgPzQuPUn3c0G/uLAsK4eZ2Tn3e8Mc5C/lsHmopcVlrSxnfPUG6mWP0sSmxaXFshbhD3McW/p5jxNDgE3P50LhueeeU9tG5vFY3csl3F4u+Ymd8jDfGa/4tZoxTLqQtb6X8d20PclpG6ta9AZH6cv9XPYd5vCay83DrFub8XGS/c3iyrKqb6ztXN4dxq+FrM1c8hE/5nYdT6QA27GZmFKmH0kHx+8Z5lQvcxCMom+Q/qCei0H8QOZwOBR55hRAXpcPOOrgg4Z8ZAPihlxsAuTb9KM9mwOU19bWEru2jK1x9pXoR4bt9ENPTdOIB3nYg5+UkY099mzMEwt8hAdd/I1XeAB6ALLhsV3WI/LoQl7tr6In84wy/MhjrjOPyOMrftKGttjHHxYYDAdayGUMl6fYyPzEDv5GLbzpOtnOOtkX7aARY9vFR2I5TF/0sibTnjhhH3lAXnnQRx2p7TLPqUPm4eFRkUUdCHtZD7CdMu1AHcvFn1w0UcZv/GVswiO59IvyUIet2EibkMo6hVzGQ00Z58QGnsNcpGFX01i8I5pWCcE07//D2Jh83jVN3i/TpNhOm7iTuua432drWJc5NcNUbqRxxiYyp/kOAV32XsPEHhCnNuMLW4k9+ZpiSxdZvCt2dw60sLCkpm3TH4Pkh+q1XWw70N27NzTMRealS+e1vf1A58+fypjf1PrDGxodbeS9eU8f5/Jua+Oufvrjv9DNG5+p344L76P7d3KZta+FXNRtbTxQ67GmuaTd29vWt958M2vMUi4gL2WtHOZy7o5u37mXS76fZf1p9c1vvhna1VzYPtCdXKLu7ezo4sXndfnKFa2tndWpU6vafJSLxc8+1Efv/SwXZnf16fs/V3e4qY8/+rH29u9o2m3pxz/695L2i93jyZ7297fF/8fzJz/5sb72tTd0lMs2qxedQ507c0bTfAMc5nJxeamvVgd66cW1coH86Se/yKXzol56+bxGo81cxH6u1792UW+//bbspvyt1/ff/0Bvxq/XX39NZ04vJzbruUxu9cLzl3T16nVdC7a2NnXp0gWdObsCMJ+3AAAQAElEQVQqNaOMgUP9/h/8ll597XV9ceOePvzoM3XuaSPjUEl7vYEmOQQ6jJ1vf+vVXFrva3K0no7f1NqKtLow0t7657pweqo//p3XdX5trO//1uv65psXtHa60dm1BfVyKX7/4c3sS3a1vZM+293T+edzkXs40rvvva+tnS394lc/1607NzTInmbt7Cm9Fh8WM47u372jf/vv/hedPXda5184q7t3bqZPHuqtt76Z+L2WWN5LnFp999vf0e/81vf1yosvamtjXVwG7+1tyRprJe+SM6fOaJKx2jaNxtmf8LeQp+MufIlz18SvBU1CH5Y1N/TeWDe+eE8ffvCDXOT/KBfW/6v2dm9nnUpvNVKvjM99/eiHfy1nzP/JP/kn+sM//H3Zjk3r+uijj/Xuu+/rk48+0ftJ72Vs3bp5Rz0v5DK8kdUvawVzgHnO3LBd5jhrA/RJ3svMF4ebPHNmnHcRdfyBPWgAOnPMGQfKgyzakSKL9rSBl/akoMu7wk5tkGblx45leQ/28t6zLWTTxnapRw4Z27JnoAwdwI/sZ6XU1zryFbQHjv22yZ7AnpVty/YJnQyykGG7rFHVX+pArSMGFZXHnsmC3mZv1z9G2zSZiz1Rnma8TPMOzKQsfZzlUaDXRF8wSJthv6de2vSzdg16PYWsLmthl31VP3UAO6cp27N4ohPboFEXcul3yqzp1NnGhRL/p8u2BQ3QnvWedqSs/+ShV3nQ6UPKgDriQB4ZNe0yjmnbZV22XWzCVnh78Y3Uju/JU668tCePDuVh3Wc89vuZW4kL7cj3E49er80c6msw7Get7xWQ7/UzL/PtcjQ60OHRvnb3dvJuGRcbsB9gFyl7AXTZsxiNsi/jnQ8N34i98jR0RlLo80BOyGU82bNYIpf3JSl18z7BTxyAHX51pV/gs11sbJtG1Hepgx875oE8QB2wZ7aTn4fy2DMdtMduUvAEX/pImb/QptkfTTJOJ9NxWnexw7Fphl6/VXv8zdi0knIeCPJFnnx+osv2SSyUx3bat5HTiAcdk6xFFdAAdHyqdFJoFdQBytPYS/r/L5AD0Avsmc3kfx3sJ/nm9SMPYDdpReWRZm3tJ1P6WV/x0JYq+7hNCrbz+8kf27IdIkiSH9rOI6QnfqiDUFPytks/PW2TfSz3qbiLp+PXDMiax4wqEYt5+tNl+OyZDvvJtMs6Av80aRf95ElrG2y1j8d41soJyL6TuTPlIiJn2Fyycvk6zrpZMUFWhEyDBE8VxZ3Iq2XbyT4G9fasrF/z2LEpOuZZqt2kgDrSeeAf6I7n43zdr8/H2/hH23nMt0EfmKfBy5gF1LVNo17W2X7W5bW1tXJec+7sWRG3NnS+gdrUsU5KszjYSdOuCQxSFk9S+od2rPGklG1T+wTmbap5GGqeuFdMsy5GdX7Ty0HEQZvHJOMFMG6gMwam6Y95lEvZ45jhf8V0MhV5YoP+ae2LpNNjfujYNw/bmT+gSfokMhpO3rO0nQc2dZH7BO24jL5Kr/kIUuE/5pmvrzxfRaN+HsiZL5OvbUsqZc/eFWDnPOiPVJ/8FP7E+IQwl6FurvhElrp5PFH5jMI8b83DdpJ/yoaujJRwpH/0LKTqWT/Is33y/rIz0CRBn+YdRqwKaj5pieecfttROQNjH9izsu1IU6kXz3FArfyXOnuW0qaibR+PK2dP0hSExgRrmka2i4HFyAyQYmBSygA9gDx1DHQ2BkxoUsDGD7CJeRocKADqK9jo0A6ZwLawpc2CQfosKA/64U+22G3PHLZd2tOuyrCt+qCr6sZugB9gXh7t7Vm7SkcngBfUPOljTDQpGyDJCbCLiAyjLCodKH/OY5LKvD7yglHADXgvG89+v1WutjXNSwgZpNO8lACHYJPku8hQni79UnV2GTSAMmmqyw8+0Lf9/mwDTJ6Y2I/7GX5gu8SxNIw82rZtoybjok1f0BZwecsCXzHoZQPd9jTo9TTs91XqmzYfmI2GqVvI4dVCf6BBeDLC1KMuvG1kInse0IoO5AQcelGu4AMJnora1naxvXFTzOcXPgFiAuivecBTYM3axk/kKQ/tbAu9IYcyFWnbOhO6Cd0pO+2UZ9a3vV6bF96yVldXkq6IA8ZBDkuxFXnono21qeiPYQ5N4ZkHNNpQj25Ae4Bt84hi4RdphY1NLkV0VhRCflFOcjLHyc/QzZL8tr88NkI+aYNO0B2PQ9uJg2Ep6DJ2qAeWE6dZn+A/c49UefAFv4DtUGaLI+1tl3bUgV6vSRke7JyB/rDhmyHZcih/7tw5geVcFtguL2NkNpmL43xIs/6wLu0e/213yqwH0PigI2VNwk7aAfLQqCM/yYcOZfzBT+XBH/qOj076rfYh9Ap7Ftuwxx98msF2ymBWRiZ6bJ+MFWQqDzqpq/rJM67wgbqwxOdpkHUoLxVoyIMOKE9yeIMvHI7jH7KRYTtju1fGFXzQSOGpPjRNK/wkRW7TNMVGZCgPGyBs28nB3b1793Tnzp0clK3nwHFftkW8AbLhIw8oj45G5WMbn5DNeheRiU1TAI0yQC86iTPzhri3bUtVGatkKg9pLeMLutCJfvKAPP0P0E8b5FKmLsO62N806KAfnQPQcewiXkrMlLWhH542a8Cqnjt/TguLg2wfpnJp0mmadX0xlwGnTq+Ki4F+v5cxu1jWiiZxtJ1D5UNNs84vLy+VlL/pie3YuHt8eUT8l4/HdxufaUs9GwvbpQ+52CAm8JIOsw7jz6lcNA36Ax3uH5RYc4DHWCC2g6xXxBTZpMjt4vj8GOj3+6UPZzHpSr/S1m5i71S04W/zkaIP2wF57EAWlwHohI4eUvihcZGyvb2tKn+adQbfGN/zMug/bMF/7MZf7EA2NiN3cXFR1CEb3dBpBw92WC56aAc/NHTBSzv4sAXdtsvfbOMCh/gMc4GIXAA/l67YgA7anjlzpsQCGcjFN8YSeZvx053oxn/o+IfN6EAGMeCSentr+2RMMzarDmwmj820Jx5cKJIiExnUI5c8fjZZB2mH3csZY9meZ7+SeZdDr8l0lu7ubmvajRO7Xsbmghbi6woXjOn7/mAgHduPPOzFL9uqj+2wzHzkYsV2iQX8+IS9xQY3oi0xrjR8p46Y0rf0F/VHOVzL+b+avGenmVX9HMqfO/+coIGVXIR06rSxsaVHm9s6OBqri3w3PQ1zqdq0Pe0fHGovF1DYxLg/Gh2JS03lWc28OH/+fOnjg8wN+qvL2Id++vTpxGIgLu1u375d+m2Y9zcxx580L/1jO7FaUNM0amMndHhsl/UYXsC6trm5pf3DA7lt1Bv0hf0A32jLuKevGVOsFXxQY1/Va1tt5j6Aj5T4Ek90Ek/A/9uTOUVMGRdNbFOeIncwKP1EXUgiRX6xMe8OYr+cdYY+hs57lZS4rK+v604uReBBd5VHv6ED3ciEjgx0A3sWC9qgz3Z5f8DPXCHuyGDOQWPc2tYg8SavTmraRvAyL+xZ+8qP/8QDO22XGMFPTAB86MDuGi8uy6mzrfrgI3KwgTx07MU2eGkLvab4Nsm+oMolhrS1IzM/g/QxvE3iD536XsYI9owyDrFx/2C/xAK9RV+/J5f52hf+DNNfbZPxPGSMtWraXg5XOrXZT0/ybukP+2WcoWd3Z1uHB3vZgzdaHLSKqMSiEfptl35vWmm40E9sZ3r4DsGeU6unpehpsn8fZu7Tdm/7vjTmIutQXS4Hsa+f9cCxj7+ZwNwjLtlaZC70dLA/ig5pOjrU0f6WDnY302ebunX7un75q1/q448/1L0Hd9XlIHjSjbRyeqlcyjXNURrtaHK4rh/+9f+a99R9bT68pkcPrqqZbuYicaxR6lrvR/amDvce5NvjQAv9idbODPXilfN69dXL+r3f+S2t5fJxf3dDbXeQi7lX86n1SK22dfWzd/TpBx+UC7H//l/8v3Tz2me5dNvU7Ruf6Ivrn8aO9di6rjNnVvTWt76mjz/4pV59+QU9d2ZRmxu3NBnvamvrgfb2NxOGkW7eup6Lgv3Ee6T/8B//Im33tZkLznHe4/tZb5g//FP1TWK1u7eevpjqtVcv6M1vvKyzZxfTL4fR84aef/6MtjfXs399Tt///u/kgnCifn+oq59/HvqGfvazH2cvdV/007mz53Vm7Zz+8A/+QN//rd9Sr9dlHT/Q8kpPvcFIf/WDf6v1jW19fvWGbt26r43NHS0urSpDNOvOka7fvF1s3tu/nwvaWzo6eKCjxHW0/1AfvfvX+vkP/41++lf/Wu3kvv7L/+IP9fKLy7p7+3213tEbX7uk3/v939A//Ed/rP/L//W/0Z37N/XzX76Td0ar1VNndfHyZf37P/+B3v7O2/r+73xfznfT7v5u9G3rxcsv6sP339P5c2dzOfmhtra39PDRuj759DPt7h/qctqOsg/85puvpS9f0PnnTmvt9JJO808SLzW6ceNDHR5u6Mb1TzIOttXzRIvDJn17pDOnljMOpDYXvXk9yNrL/koZr9vqRhtaXe70/jt/pW78SOv3PtO92x9njP2ZfvGLH+t/+B/+e33y8fvqNNL3vvPt7HH2dPPm9VyevpP4XdfGxqPs90ZaWV7Ud779LX33O2/pN+Lf5UuXxJzqtb2MBYs1ynbhZR7alu3UqaS2E+8dHWTtZ57bFnxgdHRUeJSnbdsi4+josLxvqA+5/NguOuFB32L2OcxFytgCyAPWLOqUBzrlipCKbuwAlOGxZ/Z2ef+h156VyVcavIAy6TxsFz9sFzvtJ8s6ftAFKNouvJRBtRHbZ/n2uH7GZ89SfIS/puQr7JneWoanwnbxnTULvwAxAOS77DvBNHNYiUOX85Yu+WkgS22+STPoNM2660YCvZzfNBnr/UFP5HttI9Bm3vey1rdNI1si35A5lsu+vb636M/qcxN+8tBsx4wu7Z32vawL/ZJOYxeAl3QeytPLOEJGm7SCci/vDBCWIreLLcSi0uDhXYdc6LyvRqORiA9tqizaodN2Gfu0o00F9fDjA/JoB/9wOCx7LfTBy/yxExyYA2i1LW0o2xYpbWyfxIJy5Z3kApK8PYsTcwNd9qwtsgBygPKQoh/bax0pFxK1jjKwm7SY/aAH4A+YUbPeJJaUQa2fZD8Vi4W8mRwXdtuyj6FZelxR+gUZtKUPSEGVSR04KUcv9ewdoVXM5JXfJ79qHfzjxIwUQD9hmstA/3WYYz3JPou/VlI3bzvlvw2yQFcRJT7zbWrFPI089PmU/LMA36+Dfdw/SeFDBj4QN0AeGnUV9qyN7UKivqLykwLohan86gSNtWGS/imk419d0sprW7ZDybibD04olYe0osjMmvGsMmOzIs1P5M7yjHsrq1CJO7R5II8y6Tyqvvl0vn7e5OJXhNR0mvFcMUl+HrlPS3xU0OUDsEsjoFio8rj8Ri/6SuH4l23ZLnMRf/Vrni4GPt3+K9mdGpDk6Z95Gdg0yXoAD/pZD0jhgc5aW/6ghDrJmwAAEABJREFUZC4Td3d29N577+lf/at/pX/+L/6F/uW//JfiO5TvV3jLmpq1HFnTY1ttx7c2aOQmPZbAsH505Z0Wj1LW3/SUeOZX+GyXeCV78mNbTdClI/Cni0ygueeJcnhPqiwsPcE0dk2OwZ55lPGOb2BeNvIqkFXzlW+eN8KfGKd2lIY4eQaIWwX12DONPyDRKnKqrpqiC9Tys9Jn1UMD2D8P2s+XyUOrKPYd2zRJOo9pmCdzmMbXLnuHAvJBOlByI4U+y1vzD3qwixTUOvtJPujwVcD7NOB5GmUkRRa8tW1NoYH5NrZj5pfBPKmwHXfikx4/yAHIZpTJku1fC+Wxnd9pkdjS56Uw98v2iYyq/yQte6tGZR6jmAHJZgkwmQETEDqAp4IymOflI7yWOVCo7WmDc/bMGAywZ3no1APsbpu2BKfyyMfOxUF4AG0AeewjpS00bGJjgB0V8ECfB7yAdrZlPwno1HeZ4F1ePFzC8FJTKWe6ZUPdZRPdJZUylJNX0OUStQttkkubyWQUMWUKiE23myQGLvqUJ2rzW+riH8DG1JZOYfPJ5o6NIkzT2EE9KWU3TlKGaNInf5AFxbaIJWjT4cpju9AoQ38adhbfLJBd0Lotl6CDfCj2m17Jl8vSlHspczHaNk1ZVLNGqW3akredl9y0bLyxWccPdtEv+GC72IH+NrYB8rZLPODhcIr+K/nEdZqXCzIANID8Cso2cVF5bMtNU+JNG0CFbZICImi78GBDjXlNezlQ6uVlNY82/sOLvUVIfiEb/aTp0eIbbZDDZp5N/XIOJldz2Up+mAMx6LWf5+UhA1kgoks8bBeZ8AF7Fid8h195bD/Bg354SYHmHtoAdADkAGg15uRtn8hUnsqbrBI08XR0vpMLnI9JoDbl0JFR25Av1Ix3dDEWoDVNqzZjABuJFynlJn0Hf9v2RRk69YC4cchPShkdrDuAD1OAfPSwNnFxCLZzUcPh8u5ODnd2d8tlEHz4zJqFHHQC8tArKEN34zK+aQeoJ6X9fDrzrTmxHfsBvmAz/sGDzDZjig86eyYbu20L/soHL6CMjFpHmbFEGfrS0lL5sKVMHfJJKcPHASlptYHDff7mFXFi/YQPPbQjxW/sAbN81rxU2jNb4alAP+N8MYdOpKurq6oXTci1XcYzurGB/gPk2RgiH1uRY7nEOapKG+JsW9SjD174KqDRB/iBrZRpw+E5fQ4NXuzgQKPf74lDj4XFodqM2zLcONw9vlQ6KIfbA0lNdLYltZukLuNG2cQjD2BTKsoBGPpYq7CD8agsMviHPdQxNsnbzsHgYQ5fd4Wd/f5snOMDPKTYTLqUiy/+AAvji7bErPKznrRtI9sF6NzN2GasM+ZB7V/oDx7cL2szcgpiYNu2Ii5bmR+0x04u8vCBvGVBL/yZv7bLGMMG2g0GfTnzAl5spx0plznoJP7YAS9tqj7GB5dV0PAVv7i0sV1iQhn/7FmZiw902D6JGxc72MV4a9KJyEEX9pInfsQNMMbq/LBdxpUd7wJswC7k0w7d9Bv82E0fERPkogcabeDFV+q5DMRe9APbQgb80NfWZn9LEF7AmCEG9owPWwF0bIEfv8hjO7FCH31Le2yjPXXYSzvo1TZo6Gau4NfDh+tlTiEPP7j4rvbt7e2K+KKfWFGPX+Snef/iO3rpW4Ad9C36SOkD2zrM5ZDbRosZs4PMLfda9YaDgoY5d5yfZNwhAz2jHKBjOzED6MIOZOLLOB+f2IEu0ib9jA34B+Clro0u4kw86BvoyKeOdHQ4Kn2OXPTBx/sL+/GNy9VMaw0WhtrP/OdSBF50oZO+ICbIsy17NoaoQwZ8YDwalzpsgxebsYe1NxViPlNHv9AWftrB17StmrYN22zMQ69xKrzcWMV4ePGJevLECeATfU2/Mjbaps361gp6eywXW+FBru1yOAsvNkW0kEMdMaE/KEOnPfFljoJKt2exwA7barNnIo/v6KE/7Zke5SEW6MIm5DGOkUdKfLEd2fhGjJBFP6SpWFuZB4tLi2UsQ6NdG9+QCy9xIaWO2EKfHq9bzFHo8PNuqn7DAx3YVpP1jHijn2+ASd4Lo1wOTptOY/b9GWsK2vg6Yb+csc2eZJrvAPdbKQfuTeqHiwNxAdZG3nh8pFG+Ddqsl1MrPJ3aoTWa7mmSi5yuadUfxi+rlIfDJm+fifJ6Us89DdtBLgebctGmtqc274xI1O54T4eTI3Gx2WsanVoa6uxKq4E21YzuqNccSt1YEZt8L3Ngon5vmouarcTzIBeS1iD2DWP3Ueaamr64eHu08TAXjevS6JYOt3ORtXtHC4NOPU21t3tQ5npuObW9Fz2xZzrqciknLS0sF55hb5z8WIuDSWB9/Wtv6Bvf+KYuv/RKVCzqwuWX9fn1u3rvg0907rmzWlkZ6F//q3+uD977gUa56FsaHGh56UAffvCXsfmR+v3d7CemGg4Pc7H4mfZ3ruvOrfd1+9Y7mowfqO3t5sJrqi++eFdfe/W8/umf/u/07Tcv62D7c032r+rMyp7e+vpFvXLleb105Yr+wd/7h/qjP/ie/sk/+J5Wlw5zkfaaXv/aFS2uLmk7F4A//eXPdOnlK+q70+fvv6+tuw+1GD+vfvqRrucSdnt3T+ubR/rhjz+JPft65eU3tHb2vO6vP9LK2mntjQ70cGNdO5F1/8G9xN9af/BAO7lEbHPpx9+sfbj+QD/44Q+1szPW55/f1Y9+/APdu3dHDx4+zKXhTaWRFtKfa7mAXFo5pQ8/uh6/t/TGK5f1xSfva3/9vhYymK6994kurp3XhbNrOnN6oAu5XP7Hf//39bu//d3EsC++SVdWlzMWpd/8je+l/3Z0+85djY72dfb0UHeuv6vbX/xMf/a//He5fLybC9TTWjvVS9we6jtvvqQLz61IGafT6a6WFhvt7mzkEvRj/dEf/V39kz/5J7p9947uP3ygh/H9+efP6s//4i9zYX5fK6eWdfrMamxYzLg91MVLF7SRy8mr127p3/27fy/+kNiLL7+i8VR64xvf0H/9X/2J/s5vflsP793S3t6GTq32xSXxtS8+0Jn41Hkv42CqtbVh6K0erd8Kbmd87GswmMaujFcdZP2+l0v92xnj9xLvG9rfvavnzy3r5Vy4X3zhjA53tzO3pvr4w/f06acfJv6bmWdT/epXP9d//PN/L+brdvppa2tDd+/f0C9++cP40pN8kL3Quq5d+1g7u+uadkcaLvSj5yD27ok1D7BesXawjioP6xlrDGDta9tWtR7eWialje2yZi9lP0/biJDt+NmdtOP9hi7bol3TNKUeeaDKJ1Ue20VGsif8tLOd8TGBXFL00wYgnzKVtkmyNjZFDvpsl7z9OIUOqg2s2ciijADbJKUdGdslb89SaAD+kFKXdTC+OWuUPeOxZ7GAzzbJCdCNX6T2rA799iwPo+3INdmTtBTyC72ANvgOQs7P49hTB0+IJzGvNOi2i1w7aZiSqMmvgsZqgjbo9dr08zBjt5+xM4qsad6/jI1J4Rlmv7S4uJAx3y9YzNnBwmCochaTdw/jaTgcajgYRM5C5AzEQ791eS9hO3neh6SUATYC4sR7eDDol3FFW9tFV9M0xQdSQB2gnbJ/C1vqu5Cmmub9Ms27bzDoFfvbthF2g36/V+T1+/3U9YqNzAHb8bFRL/XFh/gBvRe/hvGnzRxpYgNl8srTHb/HkxXxBraLnDZrs+0yhpUHXnyGB1AOubSDXgEdVB7oNUbwz9uAHQCanb4N4KF9BWXbxSZkAupoU9uSVx7bEj+kkmyXeNRYwWeHQbMHObPc4982c0HFL+YaPPNIVxVmaCWTXzVvOaUnf2zLnqHWdBlLtMEXMBmPNc0moeNcLueTpT5p0R/eDGRVvScy0nfIeBrIq6i8z0zn2j+rHrnQ7Znt9uMU+q8Dbb8K+FLrkEGetMKOnlLowjpDKT71i3b4GaYyNuhbYLtwUg+mid80sZyAxJexWMrZm5FWwAtmjcvvJ37VOtsn/Wn7CR4K9pM0+8nyjEeR0cpq0695z2TPkSNxTSfxN+9u8lIjheMx9OTTNbMxGr+qD0+n2PwszAuyLdtzJPJ1Dig6YlM+5LpAsYl0HpKlwG7kgHyXZezX6X1W3TyNPtXcY1u2Rf8+C/ZxfduI9Y11j3V4aWEhe9gVra6s6JNPPtE/+2f/TP/tf/vf6l/mQnWYurfeekunj/+ALzY3TVv0kCeWk8zJacaM5h6b2HTiGyhunqTkn4az3jrvpZKmHWLsma3kK0Ipem1X0knZtprImQexwi5stF14C+14LJDX8UP+aVAFjTiXNARSgEzSgsydLoOxS0Ae0zNAs4e3Z3rtx2kM0Tw6OV83iVUWr7RShnnBJOV5TFOu6KSUHiPF8oMNJfPUL+gVterp8gk9mVpX05BOfqCdFI4z0IrvKRfb4i9TgXzxKfQptPSR8o5V8vSVPYtLqssPckrm+Fct1/SY/DcnVhlzZfylX2hfUew8HgMlP1dPmbVvHtBoaztm+0vjrI0/TZt5nTHcgHw8N/MIzSeQ3CgPkQmsItNJBfTlB92AGmIKr20VXRw8sClnszWPp2l1g4Ez88DRWtbxU8ukkGxHWSPbBTp+qKc9sjnIIj1BDqSwBzsqDf4TR46D3rZtxkM7ky8XyfBVVH7bsmdoE8z8qGGCaSozFXIhqieQqZJyl4PEaTaJgifomKjpfMpN5FX9dfNDalvTwlPMKb+apom+gDSwXegnv46LT8ujXNqmDSmXLuhgA0q5wrbsGZDZHcenppJKPfJYvAF5QB602YxSjpvZ2I9F/In95PhPi+DTpLzQJ2XDSh7AA5QHfdBqW9rYLr4rD3XQMnRTUrFp3gfaUw/Ig8aN2nx0YCO8On7IA9tZYzuRbzMe4CMtyMacFxUxm6En6JXHx3GtNOiIr3bas5jOy0YOMufRNC59nrCneRe/FHtc0LaOzvjQNqU8zoU7B4WM7Qri9TSqDTUlFspDWpFi6QvK5G1HRyMe2yQFTdPEpsfl+fgiH5umGetdOn+c8T7J2J9mboD0trocIrpnAfLTHPeN8wEFL4Cfi7lJ5geyybtx/G7LhxRxBcTZdumvTkp9o0rHRqA8yADYRoyIFwezrFd7e3vigmY7lz8c1HI4TOyorzR4aBtRJz/ooe+wgXgxZgF6bJf4zNehF1Q52DYPZDEGSKEjEx3QSFE8bzeyKB/lwgG91Nd208TNdonVibxsDLCtAn7yyAHosy1ijY2AOCAbPnvmE3RoBcd/wph84c06Wzc5pPiP7diFPnRU+chEL0Bmqct6UOTwcZU1j/jzN1Pxs7YjT7/ZTn+3qrKVB31t25QxjN62bUs/VPvQCa3J+EVnmuTg6kj0NaCfa/8rY5cNKXJoj320XV5ZknJROhofapox22VcTxjjWde2tjZFf7TH6wv8tjXOoTfvpC4TGlnowU/qkQ8/+YrFxUVxMHjTJFsAABAASURBVL+8vJJDjUVxOKA8tMFu5OALZdpjJ/1M+1oHjXbwQV/Lpvl0LuC6jAP8p46/7bKxsSHijN/EgHjv7e+XGFZdUS30ULZn44CDuTNnz5T4o7MCmwDzET3oxgbya2trRY5tQbNdDg3RyzggJTYJfZFLW9q1WSuIBzYAbO8lxtiA38T07t27Yv4ip2ln4wJ7K0+RiyMBc4qLEOKMPPiwP1U53DwQ/iMTWo0jdeSxu2nbwgcP+ogd4xIe8vhPnnpQbcQ/+CljF3WUodMefciXJdbQUeb2YNjX4lI+ilaXNc4lR9NK04y7vf0dkT/33JkcNC2WuY5OfOsyzpCLXwCZ+Lm8vCzyxII5RAz4m6/EFvoo83k/fX/r1i1xGUpb1kZo2Ec9sokbbainDr387fHyJ10jY8ghXT7WsKWfQ6828bJddOOz7XIIBh27KrgEww50YiN/apbLz4PDwzJHoRNfdCKH/gbksY90kvcOKXKwE9uwgzK2K8G1LdvlvdG0rXhvM143Njf1KOjF5v6gn3FwoK2d3Vz0jLV3cKi2P1Avh4/Lq6fERdFUVr7/c3g/Ef/fYNklP80Axm7WYeLMh2t/MCj6GEP0A7adOnWqzAfloUwcqMdOYktbUnzDZ+oB9VFR5NkuMqDZlvKDjEH0tfGNlDL146xR9owfuYxB+ofUdhlHtk/6iZjRln+K3nYuPhbLPo62zEvAnOYiHfvRR+yxm/GHbOVhrMALD3Tk2rMxgCxsw07q8ZV6ysMciEJbWFrMWt9oOBzo/Pnz8bcfqU0ZQxu5TImoMj4YC8gf5z3S7w/UZr/WS18qDP1B2iTd3tnWRtZpeOgn9hj8zd5e6vmTzNC4vO8PB2qyxgB4oPPBQ/7c2bMlRtiNrfiG3/QRcwQfeoNWR3lHHOYSjEvPJmvYJPPWrSLXUvZAk7w7jtIn6N3d35tdrKZ+7yBjLhdTvX5PslR5Do+OssZt5nJnp+h30yrLuSJCvTb2ptwEw8FC2dMcHY2V16iwjT+hPjraLX8Lb2/nvg4PHqrXHGl1pZdPlVwe9Rv13Ght5YwGTV+ToxzGTw41aMc6ymXkg/tc8n2Sg/e9jINO7vZj2kGOww7SflfD/jTo4tZE2X7o4PBIWYZiW+TE75WlgXa313X/3g1tbtzToD/JZdltuZmGbxS79nW0t6uFgSJ7R8uLk+g+0mSUS9rxVi5WH+WwbU9ceE1y4Xv/7jVduvCczp66rFevvKWtRxP1vazvvP2bunHjlv78z/+jnsul6qnTy1rK+JlmXbhz57aUicM/FXk3F2x3c2l35swpra4u6CDx+Oijn8WW2HG0Hbt3c7GaS9PTS1pa6OnoAL+H8WFLTTPR/t6Gzp1d0suvnM/F7kVNphu6dvVDfZLLtDNnT+WdupG5chjeRozJS5cu6eLFizr/3HPRt6Lf/u3v65WXXxR/IGktNrzxxuuJSZt4SMwJ+mwxFx8rK8u50P1C/MsSy8uLunv3tm7fviH+idsHeeedOrWSdj3xL3fw/wn9zre/q+loqtdefU2nT53Wq6++qj/+4/+dXn751VwO7uXCcTeXzWfKmLh69XO98soL+vrXX9Tf/89+T6+/dknfevNr+u3f+g2NM/4O9nbSp9Le1n2dPb2og92N9PWRtnIpeJQ1mcO6V19+KfEZ6v79R9mrLGtlsa/V4UQvvrCo//qf/mfq9/ZKP7PPP8zcey7voLdzEf7WN74e3gU1bZf326I+/PAL/c//0w/005//TG+/9YZW4/fRwVhXLr0idX299+5HunXrjpazJ+pnrHIBu7+3pTuJxVHW5ksXXort39HLL74ka5R4XM+6PdL23qFGTaNJJu/t+w80GAz0wvPnspYoF+0/0ycf/VA/+8m/1acf/FiP7n+Ry/J7GmZevPeLH+SS9J6eO92q7Tb16Uc/zqX3O7lUfaAf/vW/Uzc91GYue1v3tLu1Eztu6eHDO4lBXx+8/26J0fe//5v6B//g7+nn8Yl+20k83/r21/T7f/ibunr1A7333k9y6f2ebtz6WL3eWNPuMO+PfbnpUu6pzfrNep9BqyY+sLYcZQ04TOx5P+ILdMYLPPDSBprtImOYNRQaPIypWgc/dNqwTpPaFutZRV3farmmk8mkjFHK8FTZlJGPXchHJrLRU8vk4bEte4Ym33bQqAM1T0o7dEAvYE1umhIPytQDeEixYR7YBma07sQ/27AXzOqmqjJIQWWhnjLMNcW2CvzE57Ztik/NsX2k9mM9tovdNjQXXntGQ0blRwfIwFe4TuwKq+xQjgH/CY7HCnIq2tCoxzb6gbyNvhnaJnFMuW2arOu9rLe98g7oNe0sdaOl7OUWB0PRto08ZJNXHmxkTDEeGZfkGaPjvJDgtV3GCXTKtGvS18io9kRMfFLGehO0FJUluuRpxz64ywulbYmtspYelnjQHjldXjL0b9NQ71n7ud9Q4AGQbRdfKCOfVHnI4wOyKmqd7djocOmZaR0fHYZLZYwhI9liKylAHrzoitlFFnaDNrEltWdzkPYV7CNpa89sgI4M0iqXemRPc/kBveTz8qdvDg4OErej0hfw2S7x1dxju9hjW8mIx06eTGA7ZBd/pjEeOSBVT/zYM75KhAfM2zRNf2IfdGDP2thJZUVJEAnRQ77LJqeLL0pakU/wcMJrNW5lN0kZA4FCB52e/YQ+r78y2ZZ97GP0wQOwsfKQ/9+CaXxCJugShyq3piaTX2HTjCejKoWYRU3CMSt3oYEn5MXmwjT3Cx4AyY5gMoHt4utszKnooo/gfRphP/mB/9cBRuz+akxOfIC3Iu6Ejh3pHMW2Avqyog3lMZ62cZpYFp1Jn657ulz4EqtpxtPkeL7AU22pqR07jtFkfNmuVScpMuaBH4qlXcc4gj/2Z3y2bV9N05PUJNbKXJwWdHHXhqfCszjErmlsxK55REDquwLWDACN9WBvd0/8gVW+19gP3s53PP8ayV/95V9mT/J+9sFL+u53v6t/8id/kv3nb9NM9+7fE9/VfGvbFn3rrNHKk/DE1mmBjuuyzBbd8zaRD/sTP8gBtLMt09DxLVxxuayUNXXbqMm3jvNuJw8SvmOeTtMEiVgwPlmjiz5HUH6gJ4kaF1DXxXDiwvuBetoQH/LUw982jeBpktqGVGDP5Qtl9st+TJ9R/ha/08R2sevXcdc4hFHFb+txmr7ojjEN/QlE6FSJT4CMEqfEqpsr4+8JoKc+zU5+St1JKXpTX2hJiVcFsa/5r0zz3Z3BMSftq7O24+4MVV9Nv7KVZzWWRb81bVv6sEeafiz9mXzTtLP60Gzr1z22ZT8b8qylbdnPQPol5NQpsMqTxKG3bcZXD7SxsVHTusCpcyPlIzdtJIW/86zH8F956MumbKSOD8JrhZ0JlI5hMFMPyNMh8NiW7Yh4siMh2DM6vIAOBbQfZ8NGWuWRr4AH/iq/SVArbBd9tlVpTDrloT1tQW0fcsYH7pGbAbkVthMsz2S1TfJNyduP9diP81Wu7fC2BU3sU54qE555QE/1Ez/2Y5lU2CYpaNzMybWQhQw42gw2/AUti1fatc2Mv21m9rThaZr2JE4IpX1NbatpmhPYSH7cf8oDqfKk+4sN1Y5Un/zYPtFju8i0Z7Q2dlRg7yAHY8N8DA9z0MUh3+LCQj5eF7SUy4elpaVyGDjMxyO8tlWfx3Z0OeAYiT9xQx9Tbz/ms130w59siaHtJ+yzZ2WVZ5ZnYw+atp1Rj3mq7TN5LuOIj4NJxu40FzBdXvzKgVoFtEkuXqD3mIhFXJeDj1E2w4c58NkXh8k7OZQAu7s78eco9eOko5IyhkGNtT2zsUsnAOjUj8ezD2JoFdhZP7yI4WP7sX0a+6fxj7nQFXuOjg6i9zC0aWJlYTP/D8cufuEjfrFMTCnnMKvO2XHWiDpvJ1mAq176DhDLoj9jjHQw6OdQphf5vdIXtEEGaRe/sJOxQR65gHoAT0H0kCIP+YB2zBV7FiPsAHGo6GKMYQ9y+ShBrm31+zM74AXwU8dLG17kQiPWlG0Xeeiu/NgCP+3IA3gB+Wo7cuCBji0A+cjpZz5gP3KBTT8l4okJupFDe+As4v0cLtO/8NIe9BNbyv3BIH71hTx7Jgf7kGMbEWUOk6EdwKYufQsNPmjYR9yg0Z60O7YHnrzPIZV+bNtextTMXnhsCxnKg+34h73U8U9mcoCETOQQA+yGj49FYpRm6rKRgr/LRhTaNP3eRO5C1oVhfFRsoQ4e+AE2Ly8vFZtqP49yMUwfYA+AD518rNousUK/PYsN8pDDBRUpNgLyYGE4KOsTPi0er1e0pw4f8QPdu7u7IkU39uMbfcL6BuCnXdNYg8iEjzZVF7Gv9touPhWevT1xAAofwJ9xLr5IsQld0N2w2Z8Ke2hHSj2wXWzDV/4W5ygH7k3soC18USZiBG+bdwuy8WUxh9nYxWUDfPi/nENVaNgKP7At+qfYkTx19mwsUg//OOsW+nby4cB44AIFe9qmiXoXuydZX+BDN0AOsWPsYBOgDX2JXGwZp00TX2zLYSDG9CX15NEVcta9I+3u7BQ/kQGoxzbw/PPn1YvvTdtoeWVJvX6bS7ndHN4OZc/GDf4RP1LigQzytssavpt1/Wh0qNH4KPPBGmSOTrN+4gM22bN+oA2XmPiIHOxrmib8gzLWKAPbOdzf1kYuzu/fv58D/Ad69GgjB75bJx9fB7lEJQboeOGFF8rBP34hj/6yXXwn3oxJbLYd+5p0WScu1Wg7ypiijnFqu/QHZeLI2AizeLAdu6GR3824JybVD9slXvQZNGyxnZiMdMiB8tFhWUqmmc/jxIY5hA54sZkyefqElPbUw7+V/puk3X4OpblAHWeNOIrdpPD0+v2ie2V1tcxzfMIf/ObDkz98UGOCLurxET9IbZe1kjb4Cj+ovPiKX9Sjjza0HWfNQQcxAbbVNq2wHX9siwde2pOnz/APGbbVtm2xGdlNm3zWCNoWGf1B8Yv28Fcoj20xtgZZI7uUsRUdxO/5559XmzE9zpqKXHwnZd4gAxsANGREifqDgdB5NDoSMSeWfCQ3kbOUi5KFrAmH4wNx0cjfghxNR7p195bGuXhTK+3kcnGPf8IyHxpN5lCXC6y9wx3xt577vaG6fFX2+kMtri5o1I10lHWhn4Nf0Mmib0eh7e7tazsX4lvbOzqIPGzpp38n3VSsR/iID8SEfiRlrkO3nUioxJQYExMIG5lH8NJXRlfmTkuse/3Ca1vjXGhJTdiZH866OSr5ad5Pk3GXedNXH/7s8ybxfYrfuU6dTI8iQ3IrkW8iomlTyM9CbhrPnFkre96FhWFkNNl/HenwYKLpuMnFYxdMExtpaWFRw0F0tI16rbW40Gh1uQ2mOntGWl09kPRAnq5rdXGSC6NdTfYPNN0/0jgx62df2mpfe7t39fFHPw3vRuTt5TLptnre0UJvX93okYa9A40PHkm5gNzPpdv+9v1tKcMtAAAQAElEQVRiU9v2lJu32HMQ/rEmRztaHDZav3dTp1eHOhyt69HGLY3GO1rIZeXioKeVxVYDH2jY7qjvR/FhT8sLRxr0DrW/e197O3fF/wuVi+CdnTu6ef3jXMCOk97TZx9fj7pWO1t7iX0XvrFeevFFsR4fjfZ0+84NKT4NF9qse4+yHm5qc+uhNjbWM+6Hmk52dOXKWZ0+Pcjl5ceJ4WHk7OvDXIzduX1TVz/9TPvbe9p4uK6rn+TyK6e56w9uxab76rrt6FrTt7/zRnRM9NlnH6ufy/TBsJe0ybp5IOb89etfaGd3W8OFoe7eu6P+sNU/+kd/X29/+5s6ONjR1772iv5P/8f/g77z7W+L/6/m7dt3ckl5Xzdv3RT9rdjvzIPf/Dvf1QUuks+d1oXzz+n0yrL+8A9+T//o7/3v9Vd/8ef67NOP9Wf/9s/0wQcf6i//4q/14x/9JBd9D/XW22/Fx8uxd6IXX7ys737v23rvg59k7mzr/voN7R1saLAoXbpyXpdfvKDnL5yLXXuzsZjvkl58On36lM6srWlxYUGMefYAg1y2vPmNb+ZdsqVbd+5oc3s7l7731Yuwf/iP/kTrm4l1Yqemp5//8j19+OlV/eSn7+rGnQdq+8t678PP9ODhpj748NOMtc+KnL29Aw36C+q1Q62urMputJ9x+c47v9JfxMfx+FCvvPKi3n77m/rTP/0H4VnWzZu3E+uxeD+PxiPdTPx+8at3dOfeug7Hil376vcXM/7P6s1c6L505blcPN/RynAnONL67c/04vlT2n94U3c++6V273+in/3Vv9buwy+04H0NMh/+w7/511rPO/Tunfu6dv2mulwGf+e33oqPt+VmlAvp1/LOa/TP/x//b62vb+qtt76lP/nT/1x/+Hf/UG987aXMP6v1SMqF71LG/fJKX1cun9fB0a4OD/fE3mUx+8OmaWS79Pswe1fKbdaBQdbVhYWF0BciQ4VHeagHrFPD9Ae8rFGUU136ivQo705SMJ1OBcbZ+1CGd5xv0y7vRtZIUui21TRtkdHGBuUpvGlHW2TYLraQh9bE/rAVWi/fHcizHTnNCWyX/c446zTyAO1r23n9On4qrcv6De8xueixZzZUWhc/7BkNmQD7AXWUsYuyPeND5gxd5kmV9OWU9vCNj2NAOs3aDid1pBW2RQwq0AuP7SdigR3UPcYs5vbMtqaZlZGj48dOXWLdBJCm6dMqu01fwUudbarjE++eRm3TPs6HDx4YbJ/YRFviQ9qGB8BHCubz8EFTnrL/bZrSJ/BgE2MxVflx0Qut2jnh4iB9lZ9SFyYhC6AbPsaG7bK3pR7YfsJW5gXzg3b2TA9ti64IJw8oK4/tEz21DXXoehrQaTsPHT+0BWxIaQdPKaeedhXQQypxIQ+og/Y0iBsySLuMK+TCyzgjT0oZIAfUPGkF/YIM5Fce2gPK84AHJFQkcac7SeErBX5VBvLHsF38Oi4+kZS21knfUmm78NtPprVuPiX/NDI7s3Z1wWwNI0bFrJhMSnmauGWZiOLoYC92fFMBDR7qAbzz8rEXTDOXAHlAfp7vWXn45vE0z3wdNsyX4Y35iZPiV5d0hkJPBfrn+Z/Os7ettDSm2RNgHNguNGRVYIft0h+1/dOpPaunDWOH8VcBDf4ieO4XNIBd8MwDOphjVwzIj8VD3VeB+q9E4vRV7b5MfyyFOuwjrai1lKcZNKTQbBc7bZf1x7aIyXw9c5e1q8acOnvGD72XvX9F07SRAxo14WmDfttXm/+m46kOdg+0s7mTveeG1h+s69HDR3r44KFu37qtWzdvlfTunbviEnV9fT37jnXdv3dP/KHoe0nfffddXb9xI98TUx3km/e9994v/8zvP/vv/pn+6q/+Su+8844eZl/Lt+1RvoOVp81637hJrhO+Px0b/JlHGE9+bJc89SWTX0/mleHZFcBp81slpgkAmQKm61TKrrfTJKsRefdatYO+SPkeHWW/Mk7fKO+bw3xr8r96uPrFNeEL45P3wenTp7PHXyl7pl72ItA538Mne/aeiJqZ/mRsn+SZG9gOL4jV4ciP5+HCbz+ZhuOZP/ZjvqcZ0FVB3Xye8jywJcM9kZnFaJocZeJEHszi1imfy6mdta4ySQslTpIHpZxfyKFcEVLpL2Jwgrl20Lqsl5X/K1MEPQX7cTxsP1U7K9pW+Q/DQiLfhNaG2oD0f+tGBeSbVm2TctBr27L/YiyAYfbQ7KnJ835kTLThacJrW7ajIT/oStZ2odmzdJ7Pdhif/KEeec9C07jIgsclr1K2LZ4St/RUQ8H2lyoJNIsNqHnS0jAdQjtAGR4wzscQKTRQ62lXwAYsnVfySam3Z7rJ40gNFMEiPx88eKpc8gB9TLQqs6bwkaeelLJtEZCZnkE+0nJwURbInqCBWk++Apo9a0u+wrbmH9sn8uHR8WNb/JdfspMLqLdneXuWNklpMs1BI3bj1yRxmrd9Vj/VOAtSp0xBq8hEXts2RX/TzFI7lXryQVYFcUEHm2aATmjU06rNYAXIs501M4hspHaxi4/IcRZy8tAycwXwo0yG4/b2bPEr/PmQ4UCLg0rAAsoBGYe02FJ1oxPdjAO7SC++VRp08m0WanjBNBsxZOAHKT4B8tAAeYA+6o5ywEsKpvFJeWyXmCZb0kliPcqiP4qvo+OU9thdwWHeDPs5PNxTpeMrvHwQg1FkoB9dYJJDYVDzpIA4gJgSG7CkS2gnmmZsQOvlQK9trXEO7yv293dzMHGQTcIoGGsUW2f+HeWj/yBCumNZiqwu5dkPsQO21T+eD8w9YjwPaMxHUPlLH7Rt6RvsxXb8A/gFjTy+V4wSA2JCbKBRhgd+xggpcgAWjrM5qfGk3VH8gp/6x5hdNDsN2mZmT9P4iXlN7NBHG+WxnXhY7TE/erFFefCVDz1APqQSM/ymXONCnnjAx8XEci6c7Jlc2yUuxBS+NnGyneAr/TYuwBZk1jrK+AhKfBIr7CKOFVm3S9uDHAgzh/iTbcQH2/GPVHmQRVtiZbt81PJSigWpjRlZx6mvcmuqMNiW7cKHHGIHLykvNfyh0raIRZOUtQCbaUUZeZPMd/J9NkTxpfDEbi4JWSOgF/+bRsSgbZoiD5now5+Z/qkWckAFHbn4e3h4VGxcWVkpf4JPefAVefQH/YKdtEE29LCUPqGev2XGIRhtAHWVHx2HRwfCH+Y1NlDPelXjzWErMpGFDmC72L+4uFQ2grRBtu3418tBY081ftDpP0AeaO7BBvoSOv6iCz+g29YwB7z4aLv0LfXUYTN2Igr/oCNjmPgNcikBT9s0JXbU1ThDx394J8eHZYxD2+qytrLpx2f8RDZAJu8o+IgRsqAjizyx67JxRg99Xe2ZZuwtLi0lJi3sJSZt25Ry0Z91EVua2ImOLvxFR2ShhzIb7mEuY4gRfbCUy/WM6shjbevU67ca50B5YXEg/iZRr99oaXlBw4V+PlJyOJrD9b39He3mItSNxJo67SZayqXRqVOr5W8EYQvyIzSH9qdLnLmcxC/sqPYNBwvCBmIDv20NE+8udvOuXs66wDjFB1L6jVhQj2xQ26ITudCIwblzz+mFCxe0uroCKXb2yodGmzmFDYwf/oYpl670O+2h7eayczmH9qurqyWuNjNTpT26OOhGPzLapin2tlmjsA07mXvYgZ1ra2ulHj+gw8f8qfXwYJxtZaOQi5ejHPTvl3S/XIhNtZAD5yn9F9gWerAVW2i7n3UBe5CN39jFWJ5m7KGXuNbYHWXuU2c778TpyUcoH6NXr17N+2+Sd+FR3oEjNU0r2tNntEFPE3+ned+38Rf92MF4xW/6kb577rnnhD3kz5w5k/ivlhggA15izbsIu7AXf4j1YfYU1OETdHTYLnHvsng7uhmhbb+XA/nDEiP+Fhv/rDA2Ygt2HOQjOpNU2EObacYSF407e3vaTay4YH64+Uh70ceH6jDjlj8RO86+8CD7gvWtzcg+LGsYY4G/uUyK7dhEn02P9+TDxQU12UvRfu3s2cjfK/9s5170jDMXt3OZjX7i1vQsbGyaVmfOnFW/P8hF127pzzbxnIy6xL/LpdtEk1w2j3MrsrO5m0usI20lPdif6vBgXPoGf4kVdgHGVu0X/CZ+/O1n5PKHbAb5qLId+ZNiA/X4Qx/QV7Q9PDgs9fQzdGy1XeKInEEuq+3ZuBlnb1d1Eou26Qm/+umbpjFdGFmdrBxkl6/bRq17pUz8ODzgEqjJ2tJLG/pUjuyM8b29Ha0/epD94I666VixWv3I7LWNFtqBOHyJNA16PTnrjtPG4UvQ5KxbR/tbmhxt6NYX7+VA5qPkb2mh/yjpbU2PHsjjTS31j3RqUbmcs144t6Drn7+nG1ffK//U6zZ/m7TX6eLzy5qOHqrf7KrpNnOR+qDk93fvyNNdnVkdqMla2Eu/9pqpVpda7W3fy6XoVL/82V/pUS4gD/ceaTA40rnnBppOdxKDQ03He0H6dfuONtev5vL0prYfXdXS8CB6tjXojzTKhe31Lz7SZ5/8UqdWrUa76ro9HR1spm5L27kc/bN/979q/eEDff7ZNT18sKGV5dMaZBydytp1enVZWxsb5W/BTjOmRwf7uXzd0GH2uusP7+mTjz/Stauf68zaaWXY671fvae7t+9r48GWukmjOzfvx9Z+LhJXI2czNvX0wvmzOsxFWLoreu/qpSsX9OLli0LXOGvVi5cuqZtOYuOeFocL+tobb0jpN/5AyH4ur3/1zi/LPw87HLZaf3BXP//lT3T5ykV973vfzfow0I0cgt2+fTvvi1N6LrqWlofa3tnQwqCvNnIePrgf30eJ8V6x+1tf/7q6XDSeP3tav/Hd72VujHIh/HH8yOHajVuJ655uXL+u0WhfqytD7e5t6513f6rllYF20i/T7khd+o81/69/8CPtHxwkFJMcxl3Tbt5v27tb6udSdZwxtbmxqX7b15tf/4ZWV09rcWklrvW0tbmVi8st9YZD/eAnP5V7i7r/aFvDxVORNdTOvrS5N9F20j//65/rJz97X6+//i2dOfO8Ll2+oo9yuTrMO/DevfTj55+r3+/ra6+9rheef14Xnn9B3/vu23q4fk8//dmP9P4H7+jGzeu5gH0k3m0727vaieAP3v9EP//Fr0I7J2Tt7R/q8DBxynzu94daX98IfZh+WtCjyPr8s4+0tf1Qe3ubedfsZL26Lw7nDtKHBwejzPclcTm9tLSse3fvqpcx9dprr+r+/Tv5PtuNfS/p6197XR/mAvu5c8/rd3/79/T8+Re0s7Wtd3NY2eX9MJ0e6mh/O/NkrFdfeklra7mUTozw5eOMvUsXX4ye1Yx3qZXCN9U476bDXCJPcgk6iM4m63YTWYNeL3NnmvVkIp5paKxdtjVl7idtmka2xVpGHXysWbazLjUiD3hn2S7lxk3hr+ucbfF0kdmhG5kBsgFtK5AFzbawp4L2tost83nbB1b/jQAAEABJREFUmm9b28ODLlI77TSTRxkexkO/P6BYYFvopY52FcpDnjpS7CEO5FNVYseaDr1tZ7GyXeJAWU89tCUu8AP7sf34Mcj7pKWPEh9SaKRt3oUlPa6zZ+3wgzak8FZU3lqu9U3k2i5W1Txp2zQn/tMWGj5iK/5hN5jm/Uxj25mnKm1sy7Z4aGO7lO1ZiixkzgO75ss1Dy9ADvEpOjMuyQN0gFoPbYZOGV6pctCkX7rst8Z5J09Lvs0aAyaTrpRtJ50IOegDyGGfA3gH43unLr5I2Nvv95L/crtqIzKqH7YLLzJH+eZEHnIpV6C75pERwyWr2KQ8dgqkzSyFB5voj3H2QKkqvPNykIcN2Is9FdBqnjrKwJ7Jti17BuQBZE0zX9GHrtrenvFRj01PAzr8yOiyV6bMuKl8hR6586k9k2mbpieoPLYz3mZj1HaxVXnsWd52SrPYzbeBSJkUPJEPodiW8YVt5GtKHl5AHjogP41Ptp8Y+52U9aoriGspOTY2atvZ/g3aON+wXMCM8y7nD+IR2y7j6wRhQh+yIuDkp9Bq3VwKA3Wkz0JMlO1SBd80fpbCr/kF3wnCRz7JyQ/lihPiXKbWfVUKq+3E5klAr6htKdszviZpHX/EcZwzuHlM0yddF14F5v2jk7lR5T2d2vB+NdD/dJuny/aX29MO2CZ5Ak+3p9KxGd/62aPUuQkdXsZcxTjrCN96zEfAmsI3Bec/nIU8ePAgl6EPdefOHbHf4xL04cOHWs8l58bGhvimQwbv57ZpNegNtLy4rNXlVZ1aOaWV7L0W+gvquad+089ecyl7sjWdPnVGy6tr6g0WtbN3ULC9s6fzz1/Ud7/7m/rOd35DZ8+eF/qwo3xfZ6w5/YBfXQY0vkxDm2bsk1ceUpDsV/5QP2s3faI/07snbSI+825aAH+m1EmdbdkzYEvTNmUtt2c0N1abfVDbtmnWie/Lh7lMZn0dZl9lO++QcfaGm7qePS9nLXwfgsPsa4knqH1Eir3Y0cVfUuWxZ/pkaZoXFfN/kvrHmKjQat1TKW3wEyCjK9ZGcH7sCE3KD7oBesFX5al7FpBRZJdOozQDer+SP7zUzTh10k/JyPYJaj2pfUyn8J+KY33oBH9Tc3jmMT1uj33pjCTxODTyKeDAHKRYmnLSBMHH6Fhv2AslpR30JpxN/GJ+2VbThGKFml9SSW3LtnjsWUp+HrblEOZtTvHkB7nAdtHRtG1Jbcu2lB/laYLygyAGAoOThQOweEArDPkFT5L4n2BkcJG3LdtkQ5fm+cnPo7ZnIrGIPQ2EwDPfZj5P3bNAO9tl0rJAstkF5NGBPkAeWtvrq2nbwg+dQNWUfEWlkaKj2oINlG0LXuqR3Ytc9A6yKJD2smjYnsXHeuZju9TbLhGtsmG2XeSjAygP9QBbJjkIIgXQUv0EP23smXzqAHzwT7I5ZFEiD406YFv408eX/kD8aeZhPjj68QV/BnkBDVJm4SMlnrbFY8eHTJIqu44hLk4YS5TBJC8pUja79TASO6oM9GM7KfLRi41PAz2joxzY5JIG+fXFh19PA/nzoJ72ZaJHMXWUR7mowy5k8eIknWQSU0cbgK5RdIKn8/Bhp+1ZHBOvXq9f8rYzP7ocioyS8kE9Td936TMnVR5eUON8dIzyQjkqaZdFvmmc9k3hU0YJNOytwA5i1Usf2c48zPxMP3QBNGJIX5G3G9kW8QXQal/CAy99bWPTl6HjBz95wQEORInTKIcHxIc6bJtkfE4yzubtQBc6bMe/SeIwPbEF0V1+0RbQjhTQF/QLviITGoBnBhW/x9F3xKFb6Z9xiTU2VV7sRA5l7FjIXG3z4Wy72KE81KEDXYB8IpE+aEW8wlJ4iV/lRUfFzJ4ufTgumGRDAx9AFuUaN8YPNGTShwC59EXVVeXBQx107EIfddBtF9toR4xHGcfUI3uUWOAzZTdN/GgS+1HiNS1jwXkz2Q7dGuageXFhoD4xyTEadf1+o4wqHR5w6LWl/Rzm09eW0iYb6WxSks2h0oJOra7KdvG7bRpx+LS8vBx9k+jrIn9Y+FbDRxsO0IkLfUFK/wDygPiQ2s7H+lHpT2LAQfYwfYf/yMBHZOI/cqHjL/SjrBHEwXbpN+iMJw4fOUSkfJSxCw8grzxLS0vxrxW6sC+kkj916pQAFyyk6MRGdNJ/XAJMcziOXcwN22WcU6Yf4EUnfsBLG3ymrtKQCyjjA3Zhs+0SX2TwwQwNHYwneLCZS0bk4gdALjK6rAfIa7KejBITfILPntlHGT7GF3zYSBtoZTOT9uglHtjMXLMt+pcYQEdGbY/98KEDGY8ePRK20E97uegj/pSxEdvH46x7WTPGwULGoBupaR1/u1zMHGow7KuXsTjJhUPTSodHOdnNIfLamVOa8jfdcvktxnLajbIG9DKGQb+fdr1eGX9Hx35jY6XLKuOT/p3kAxyb8JO1wXYZs7bLWKDdiy++KP7p0mHGH3zAtmyX8QEPscOnNvuMhRzI00dHGWPECPpuLnDrRxmxJs5chiKTeuU5kdG04h1M39K+8iCTPP9k65UrV8TlH31PfFdWVsTfToxVZS4OM6/xF1vRhez+oK+maYrNvAf5AGQ80ZfwYm8b++k7wN80Z5xiL3y76UP4sAPYLnOUenTQhvqlxSVRjzzmjPLA00u/MEawybbwDz7GCeMZOnKIR384kNtGHJY39Ouwr96gryZ56pZz0czfnsT/119/PRok2g/TR4PwDRcWtJR1iLjYVhNZyjyQVWQs5iISWTkfKDrQNc66zdjFJj6SiU+1Czp2KQ822i6Xlugkfqx7xAqfocFDzIf9oVqUZs3c29nNxdioHMTnyy4XSP1cFJxSLweRhxmHnRtNY9BOLnBG2YOMp516g4GGC4uZCwtazGVT07ZC3GEuVPk4HCwM0wcjrWeuEc9eYkwfMiaxmTx07MIXLh7wg77CTmxkXMLD+GFu1zlBn49G+QgdR6VbORhjZ2zs9fqaxj4um7j0nByN1UytftuT8x5pmqYcJqyvb2trY09tOyjvAeVBv+3QWhG7fmyeJj7YhE4ODJQHGh/XjI8UCz9xHaaPaWO7zGPWj17mO7Koq0Aefcm4xR5AO/hqvkufH+QSdMxakvyw31Mv42SUC5KOvUVSxS8uZrLUqFEr5re6JpdYo2CcNS59mjZLi8O8R61hX7k0vC/+yd6ex2q7cUTsaMg/DZqLsEHSdnqko72NXKrtJU7jtJlG76Gef25RS4vjjJP72nz0uR7c+0AP7n6o08tjLQ0OtLp0mEu5z7S5/rH+p3/9f9fu9k2dWVvQB+/9Sjub21peWtWt65/r3q1PdPvWh9p49EVCtyVNN7W/cy+yPlfD5eb+hg73NjTsxXbtJT1K+3v61puv6OKFMzo82NHOzt1ciN/V/u6DHAAdSpMdbdz/QqvLXXhvpfwol70HWr+fy7R2pPfe/Zl+9KO/0MbmfT24f7Ncyi4tTLR6al9/7++/re9+50W99up5/eb33tK5XCQqI6XXLurMmef02muvZT07qxs3ros9SJN4XrlyWWP+2fRG5Q9PbG3sanzUae3Uc9raPNDe7jiXsdva2xnr5o0H+uzjG/rg/c907/ajXLjeSh8caDNtbly/rfff+zCXag/EH8rY3d3XVi7QGPeMhZWVpcRtSUfZN7V5//yLf/HP1TSthouLunf/bg68lnTm7FoO0u7q6GhPVy5d0Mcff6Bf/eoXqVvV7/7u78e374m5cu8uvj9M/A51++7tMr4///yqNtM3vFNHuSz81pvf1KmVFb3y0ouJ9UV98xvfSJ8v6eyZc7r4wqXMoYEuvPBC3gG92P2ubty6lffggray/p49d67o+fGPf66f/vxXunXzgZZWzojL1a9942uJ5WmtZJ1YzaX0OO/EjUfr4ble5gnr03oO/zgIPEzdUnju52Dr6hc3tXL6jBaWT2nSDnSQS+lbDzbVX3pO+6O+unZVf/B3/6F29sc6f4H3zkW9kcvZa1/c0MNHD3Pody46V7Lm74i/lTrJ+/pc4jVc6On3fu+39PVvvK4333xDL750ReOsJ/u5NL1w4aIuX35Zv/mb35ebQdavLX326TVNM6/2cjH57vsfqekNNcxkunL5vJaW2vTJYfT0dfveF/qf/pd/pcNcSPNPvo+yDt24s66f/Py9xORd3bn7QAeZt7vbO7qei/c2e7NTy0PtZ/09s3pKb2SsXfvsUx0e7umXP/2RHty7rUf3H+iTD97Xx8GNGzfTzxOxDr3/7jv6NLxL7A0zJv/s3/0brT98UPYWytM0TcarAwXW9Hgd49CQdYc1CBp8bduWNZB1GRrrIOuZjh/b8bERa5nyUAdfBTJCLjx2dOVbER7kjPONTZ1jT6eprE6OvU07s28aXviQ1YRuY7PV7/cLmqZV0zRljbVd/JjJjJyUFXm0ncmYFP+byKGN7dKOuYTt0HT8UAZtO5Nvu/DWMrzk7Zk9+APQZbvEAhuRYTeyrdqGFFA/zDuBuIK6Z+oPZr5RX4EuZFEmtS0eK/8ljzzbRQf1tazjB/9tl3rb4mmb5qRsz2j4YPsJX9Gt48e27MdAD3BiCkvxX4/rbYt6YM/oOn7QBY6Lz0zsx23grYC55knRW1PyFdCeBm0BMXkWX6WTMpbgqTJoZ8em+JihqXG5vMnInZaajL+MuE4lnWQvNBqNs4aVyszNcfjHx2WrbZqMk37QC//0BOhFJyCvPK1b1X5gPcSeDO0ynm2XOurbppUd+46hPIU3qe38nv1U2dU/26Vd7SfawEMKaGW79GWbOZFs0V3rlMd+LAM5wHZqVHinWe8o2C66bJ/IU55p1iDkgRTLT4eTJffVv+B/GlUW6SRySed5qrRKo3yST//Zj22kDpzUp0B+XmZI8UkFymM7v7/8Y3+ZbltuXJiRi8/TrlNBYsZ+GUwz4KaJR7axehq2o3uGIii/kJWk/JAHTsnmdzL5gZbkpK3tp/LUzlB5Z6Unf9dYQKXfAXna1DryM8SL+Ed+noexDjr8PO4z2kJjnJI+Deor0Ansxz5EDSoy/hiDZJ1fTco+gd2qaXpq8z1TZZF2tXFazP9A/xKUQXPChA70ddExA9VPt6k6SPFrnPOEo5yH8c1zeHiYvcCB+K4AvJP5DuIsYiMXoHxbkFawJ6w08vDRDrnEhHfCcvYCfMfybUl69uxZ8QdAz6ydEd9PvIt4v8CPK7QtduS7jrTuCahbzLeys+c6k8vStbPP6VL2RG9/+3v6O9//bV28fEWrp9e0tLyiy1de1IULl7In39W1z67pfvaZ+7t7muYMRennLt8qJSXWATFC/jMgmz7rsn5OgqngfRZO2kYesYWnpuRrve0i056ljDF8hIdYsHdazF6a2JHnTIC9PfsF29mLb+mjjz7S559/XvZcxLxxU/YlOn7arJXEE9hmUASzSvSc2JUBUuZ3HffEJvZXHvjmAR1MwzMN798K9GwAABAASURBVAzdbM1IeZxvwoqydiAfpG6aNt18PuUqG5lgZuHj3/M02lKueMz1ODdfV/M1fcylJ+JvJz569pPeLn+DeBK75wF9HsxCIER9hbx5O+L6ccy67D6frfurqMj5qrov0WMUJjUxjFQldY4BPRsPbBHm4CzwDg/jaT6l72pf1RQ7KpTHTotfg6Y2JKVh2ogBykBncLMIMHABdOoL4gQpNHgBeduQBT9t5wEPgK/CdtFnz0/oiao91SZ7xlfbzafoAsjGZiZs1QsdXtuyZ1AePmTRUcECB2oZvcB+3AY5yKuy0UUevdQ1xy9uRz4/tk98s2dUZFbo+LF9Yht1kOls5CIfPehFB3UZ9yWBx9FZ6dheFy5S/EEedPLQaGjP9CEf2cRrIYeNLHCABQ4sLiyVg1bq4a2ySG2XPq52VRuoA1UneidZyIi38sBHm8HxR1u/1y9yoIOwlMWcdtjLy4aUxZiXISD/NOChDbBnY6naQYpcQB7bap6URaPSxzkcHOdDFPmkyCsLQ3ygHeVJNvPj8JFOsymj3s50DpqmjT99sYmQmmzyp+UFlebxq4k6F6CPdqTTLNBdFuM2Lwj6AxBv22UejGMPmOnmhfcYXYRMI5w4kY/w8mNbyGD80H/0K2UArWnY+OhEPv6ySWBjcXhwGJtnOsbxcxz91FfQB+i08UXxq5NttXMHmOhp409qSx220YZFS8eP7cSpOYE9k6c8tks726V+OQfhYCHjtAKfyKMLf2zPbNGsDTTlIcWW4XCQ8bxQXsptDuGxh79tQOzII4fYA2IEoNnWOBsy4rO1tZVDl8fxoU9qXEiJVVQKGbStfpMC9IBhPvaxifbEExvIY2ttBz/yAPmKWratxaVFMVdt51BtlA/Lo5I2TSvkDOMztjTpb+xCd5t+KQfeOUBr3Knfa5RwqMuh13h0oGl87XLgxCHmoB85bSPllRgVid8wB0ADYQt2cylnO2O+PUETXehGL3z4RZ7+Qjcb1eovvlAPnf6tF0L4RN/aM9mU+1kzkANdeegPYu70t7MO2i4+o3+aOWE7h2/D2LyYzfNBDvf2hD6Q5qVuaXnpZKwP0ydcRNGeD2vmAv803Tgb1MPytx32wzuOjibpKH3c0+7udmJ+kDFB3SixPxKbP2yj/V4unqstyMVP4gYNGyjjF3XTrCu0Y4NPu8Ns/IkfG3QuNogBIE7EF3tpyz/xCg80ZCKbmOIneXi4ZCL+hZ5DYvRhB/Hr5cIAWbalxBE5tBlmrqGPctO08XcQ33uJ5X6J5TQb9rK2Zw1CF7KRSR7bj3LBk11NXldTDRf64v8V2vacC4ddLa8s6vTaqigPhj01rXQ0Okxq9TPm+PjZ2dnWwcG+HJuajClbIqU/0IEuPmBsZx3rypi0XWxcyrwYpj9tp28OBa/t+NAvfMQCHxlLyCB+8J8+fTo8g9jQz0H0WvnDAOhqM2foV+ptiwd+4kMKsI3+I0UeOuCjPeOWfqMOGedyCM5Yh76xsaHdHOwigxgC9GEbcdxJXeHJ4Tn9aVu2y8H9KH25s7Oj+sHHuIWGHYwjbKbNXg6k79+/n3E7KfGBB9tIqz7GPuMN+vLKcllX8IE49eL/MJdDtkv88IVxgWx8AJSRhV7y+IA99CUy8Z0yMokb7729zA/q4MVm5OI37ckDysjENtqSEit4bJc5jV76eJJ36Z27d7UbuYzfUd5dfARvbW5mLB3o3r17GSvTDPMma16bODaa5h2nvMdzL6/WTcGg7eViaJD5nMuljD0++BbyAUi/YqvtclmNbdgBjfiRxxb6HH+xiRjjGzaP01/EbDgYin/Wtezh5DLmaMsfVIno8hGOr6zvtAO2S/8hH3RZ40gBMoklmGYvwXrBOIMO4GGckOdSYC8f3tgEHVsZZ8QYW4kvdZSpX1hcyKXFSj7cdxLDUdI91Qso/ibaVi6iDrmsiEzbOuRvs+Zi4mBvU9ub9zKXJrk02YntB7k0Woqs5fK3v9Bpu7w3bAvbiBc+oB87sI0YUwet7bVaWFgQD7YC2sCHrYxV+gjbWTsOs24Dxt00Y2OY96GyIs1o+xk7o+jle2Oi0dGues1YS4tN7N0N236Wr30tL/a0OGiCngZutZC+46JYWa+79Ocovs/+dPlA48Np6he0mvVnlAvZYX8qTfe0MJyq3xxoODjKpfmhBs1hLnNu59JyPxeoj3KJLp0702rYP9TB7j0d7T/QO7/4S/38F3+hw4P1XKadUquD4FCXXljReP+hNh5e093b72hxcTN23teF8z2dXevpzp1r+s7b35Iyrj7+8Jru3bmjvd1Hwo5Bb6TbNz7WQdr3e0fhH6buoQbJn1lr03cPYvtU//HP/qXef+eHsbdTlwvgRxvrOkp/riymf3fv50J4R+fW+plPV/XBez/LBd3n2tvZjK6rufjd0kcfvqONjYfayn5pkvl14cILGtEX+xvRfVufffZTHY0f6ptvvajhwjSXoHd04fnz+tEPf6j/8f/zLyPvll55+RWtZT1eWVrW0uKirl/7IvYs6M6tOymv6MKll/SP/vGf6vKVV+NpX9dyCdj0hlpaPq1JPpqnwWuvv5F3zWm9+uobWSN3ckjzuT757EbkvpBLsL2M46NcxO6obXraeLSdw5tHeVeM1DSZ3+efE3uglVOndXg0Ef+EL++76aST1Gk5h2gLC4O0e6CNzUfa2t7M2iitrqxGXj/yN9TmIHFt7Wy5/J1aWlpZ0V4O0f76Bz9JHEbafLSlG9dvZrxN0rbTKO/Ay1cu6e2339btW/f0gx/8SPyN9Tu3b8e29fJO2t+dxuYDPbi/oa2tQz3//GUtLpzSxx9d19mzF3X+3GUd5bJBWdAOs4dgvu/kHcF79eBwN/uTDd25eV0rSwt6ORfUH3z4fpmTzLEHDx7qd37v9/XTX76TS8qH2t7Z087BUWL9mj769Ibeee/zkv71j36eWF7VL3KB+8H7H+vWnfs6f/55vfLKK+r1m+wR+7kQf0VXrlzUyvKiRuODrAONpt1YFy6c1737t8pl9KNc7vJe+uijz3PZ/ECfXb2um7fv6cWXX9P5Fy7qF798V1vbh1pYXNHZc+e1srqaOdLqVGSef/6sXnntsv76h3+hDz9+Xy+//qqI8bWbd/SDH/0itKtaPXVG/czXtaRHmadlv9tKH77/jlaWBlqIrd/8+ut6+1tv6H7mzf1719XLGvDKSxf08ouX9I2vv6rR0VjruVw9TL+l46VupOlkpLe+9aa+8523s6Ytir1OXYtYa/azBlJmXbIt1nY3TWluO+PKJT/JHgqeLnso3hfwkS+V+UUeHlIQUhkn5OmvNCtl6ID30EL2bcPsfSiz5sHbZbzG8JA6OWa0baNev1XTxg5bTv00+/5J9rrkJ/k2mBznB9kfgn7W3i7vFvQqLVpk9HqyG/E0Tas2+4QGPyNzRmsKDb9ArYenAjpg7Qbk4SOPH+wtyEOjjjwp7aGBmifFPmIGugQIQO/lnW4bswQPcZ/nIQ/NtuwZCvNTv5BXSeQroNmzdvbjtNKrnfCjH33UzcO2sFV54JtHbUM7QDlshZ829kwntG6aHj/2fV4GdcA2SRk7VU7lo6LmqUMXIF8BD6h8NV/rK/+z6MQY0BZ+eAF5aLSxZ/aRl2b5uFOydiPJ2U9M8/6eym5lMw5bKW/ILut+tkapV9AFip9OHe2A1GbconNvf0+skehtM3ZJsaOCsu20RUYXOU8CvqOjo9gxjp5JqS/M+UVb6ivmy+gG1EGP1LSQmrYVdtgusuAhVqDwdV3hs1344G3aNv67QPVxzegJOjLiSfnBbtaoExsim3rK9mMB0AB0QL4gQaYMsL/QIkNzD7STYmTaLvbYPiHXTOW1n6yDThzQAyq//SQfdHhJbX+lHuqxl9R+zGc/zlMHkPcsTJ+eXzAH9pwMh5AfegwkO/cz619kzxFLttJsFx9m5Vic2JKfR2lw8ssnuXke8lSkOcnJuJqPKTwVhWnul+1ihz1L56pKtq49pZBfVc404wMdjN3KYzscGX7VmJQqvz2LCW1omyo1bopu8vBRB5AJRnlHkQLGMnOZdy/gPQw4zyzIXqjWb29vZ++3W84ymAfosy3eK4B5tZwzR76h+J7gjKCC8trpNZ3NpenZM2cEnXcuPiIHO7AHe5HD+wo6etBfge34xfttKXtJ5PAHj2mD7kuXLuull18OXtHFi5fLvhIdtsv7C9teffW17P+e16P1R9lHfpFvs2057/Je3tWkAB0l6on5lP1Gvlkm+S4mn8FAZySZjS/l/Y7dQOGn7d8EeOeBr5RjZkR0xVZoVQ79d5izIXjw++LFi1pdXsn+sF/i38Z24od/xI64rK2dFnsB2yIGgDiRArsRDzLRBZDRxR/oJ8hE7OLXM5G4nfAlU3mQBSiHXHw6SSOv5POrS/spspNXAp7XkCqmSu1TtFqXmtTS6Emgr+LJGrrsWPHTFcfl2o70mPSlhLqvAn7MI2824cM0UkoaX9hrT1KmDpzUxZviU2KBjK/S8Sx6ghuJT/7A9yTlq0qW/TeDNeUJyGr+hv8iNVyz301yT7TP2Gtpj6EVymO7vKRZUAADVnkqz3wa8hM/dpTNoVbOt6mDsqbwUE/6LNhPymTiFEeyYSdvuzRDBjKZqKBuJqmkDtT6WTotmx94nwb18NMWOMGz8zuoMSEuwDYsBbSZ5iXLAIKAfUBzPNAr4O+OXzjTpMC2Zm1U7GNhZhEe5+OYxQGeaRYIO3xtk74C6crEw35si44fdBxnS1LLTfixv/pjz9pSjw5S4nKwf1g2m7wAsIOXEy8qAA374AcoQO6z4BxOVLptkWehbJo24XFZcPEPP5EL0AHQi3yAXSwjJc1kVZ4mvuDHTF5T5NmP/YF/Gt7ahhTfsB3ZpPw77hy8jnPgNqYvsiCwaEzSjoXCbjPPsVOxFYmOD616PV4AfbX5UGviyyQHbMhDPnqUhxQoMm2nXRNZyOhKH+M3/PinPE38abNBBrYLT62nrpcPAXwFvIh5kZMHs7pe7OoVPcjGxwp0YAvpFF/zUoUHGrJBjMtPd4xp/H0M+GzHShUdtgvfTN6MD1uRSR9y8QEztBKX6EMGtBnPQRlf1MFPyvzGD2xBLrTxmKVaJRaMCQ5LAeMROfDZLjYRE168xMN2sR//aUeKvGn6CTtoRxk6wAZSaMjF7gp4sRvYlu0SY+ykr7AZ2H4iJrRHF0Am8pWHNrRNtsiyTbZ8mMEDP6A9Gy9swt/qBzyT8aTww8fhOwf6+I4dCONP8Noze+CnLRvJwaCvpRz4Kq/IcQ5RulyeTjLuaz1jAxnIPcgmFLspA3tmp/LgA/F25je8IZVNETYsLS+rbRphN3EF2M9mFDn4TlvaYBs64OUwncM/4k0fogNQ9+DBg+Ivm03ksKE9dfpU9LSln5ELkIUMZOETGzJigy5koRd7sQE68igTm0nigf3IwS9iNcwh/GIuFdiba6moAAAQAElEQVSkIhu51ZZJNqjDHF6RYjPtMtUT3yUt5hAY/hN6DMAW5ix05OA7fi5EPvYAbAxrGUfEDZRLoRxOE0NiAQ0ZGxsbOSDl4vGgxNq2kI9u9OIr8vAPPdjX5R2CvYcHB+LAmwNXbOn1+5pkXdjinwhNv5Nv2qxXuXRHFjEHXC4hPwZiZtHXZa3EJmxDzzRjingxloquyKOuCx+N6Je7ufjCf+q5YOy1bUR2OZw8KnMdu/mbXys5oMbuJuMJ/4GTpw8A/TbKoQay4dnJBeQ0PuI7tpDSx8jDBmUIV707OWgmtsSRFNvgZ14QX/oWGnKoRzf2Eg90YReysZE64kgd8gE6i11uytgl3pOMMQ6R+ZggnsOF4cm8QR5yaDOTu1I+mFZyEI89k4w3RxY66APkYweyaEseOvbaLnKpe+mll8r6yD+rgz/IB/QZcrGbPsE+/sY2erAfnyexl7WGduiAzpihjB20I47Ygp3OetAf9NXLeALP5WLiKB++TT6UAP80Ef2Hn/QHdmA3dhJv7EE+fWJba2tntLiwqJ3t2cXHJO+Dhw/WcyFxqH5voN3tPe3vHmiQ8fNCdK3msH06OioXOIPo7LVWLzadWTuVi6NWGc5q8jUzOjjUQS6aR0cjDWJrF7lcjnXZx0HDLuYA42snH+D4iY2MD94/k/QFMcCPgxy2ExdiYFvzfUebXt7b+EY6D/xGDu3Io5M+QT5ykQkdecxr+pX2jIHx8fsUum1Bh5+2/HNT9KmdwR4jqaOvwPbOdplf9uzdYFvIRR5t6RNswg76H/+pY+r2E++26ZX+4A8EoBubmetd5pymB7ls2NbSwlHG7ULy6/nIv6nlpWnivqd+j0+wscS7hzHRJJsFc8wB/nSsfr9Vr9dkDThQpnhJj0YHatOHsTack1JPHTg42Ct81KeLC/9iLv4Xs54q3P1+r7RtqDwpNzqd9wb12Ay4JOm3h7msOdKZ0/3YupuLkkb7O3fVNvuajLaSHmpv876a6b767UhcUC7nsrWbHGR8Sas5FOni0+H+jpaHbS5rlPH1UOv3Ptf9ux+n3aZ63s7laRcd08RoL3I2tTjc07C3p+WFg8gY6+G9j3Mp+rEe3r8Ri4+yRj8SF4sXXnghl0CLuZB7qIXBWP1mLwcp13LJfU8XL64mdmNdvnRON29dF3+D/qOPPi6HRk6slxKT5VwgnTo1VBf7X3jhtBYXGx0dbEXmJDZ+qufWGj2892kuWXs6e2aYMbKvCxdf0MXLl7WYPrn20btJR9F9pPv3P8sl6LVcjL6vg/1dNW7URM8kF03Xv7iqU6fXNFxYjP1NLtMmatKe8QRPm4u+e3du5sL457FhkIOSfi4Qv6l/+k//C12+eEH8TfCD/SMdHY7kyD2zdlaXLl3RhRcu5dLuBb3/wUf6/OpVHXDR9eiRfvSTH2tnd0cvv/KyDnMh+fwLz+vUmVWNpoc6dfaUBot9Ofqfv3BBbW8YLORic03rD3a0vXmg1eUz6e9WS4vL2Y+OdCkHPJcuXcgB1opefvl1vXDhUi5E7+rGjdu6evWaDrNusEacPXsmcb6ib33j6/ra175WMDqaajGXf/t7Y127ejux7uvhg61cON4Vf8v89Tfe1Lvv39bde+taXl1LfKSLOTgb5NJvOh1pY/2hLjz/Qi7rvqWDvQO9/+6Heu3V1/X8c8/r9OppnTt3QVmOY8NUd3LxuL6+mfYvatBf1MLCKW1u7monl6DbO/vqDweJ2wWtri4npvd1kMsDYs8fmrv++ee5VHxPq0sDXb50QZcuPK9L6eumbXXzxv2MsUMNFpYS4yPduXtf/cGKdg+m8aen61/cygXwVEe5aH2UPclmsLG5kXG4m7X6lNq208ajezq7tqrVlSUxBxej5+H6PY0zVy5fvqi3v/2W0rX61a/eycXwA/35n/9Yh0ddicujjS39xz//gZ6/cEXk8/mrL67fVa9d0KPNLX34yce5LP0wF8z39eY3v64/+nt/pNPRdfP2Ld178EiXrrys5ZU1ra6e0Zm15/Rq4vfilRe1vLQcGa3eePXVzItHWl5u9dknv9KdWx9p0DvUt751RW2zlzG2oIcPvtDnn38UHw/Fu43/59nNG1/Er/VcdF/XF9c+0d7uZvriULYLesdr/PB4PzjKweU4azTjfpJ3RccCmuWONZgydeRtq03cWeeRASjbVm2j48d2yc3oXcnzi/lHyvoPbMuNIf1adFmz0Ydu2yJdWFgQTxd7sdN21txexsCgpDPbmuIzfPZjO2mfojKhMrYzXlgTsq5Pgi556G5SHUyzR5xmvzmjS9R1aQWQYbvoaOJHP+9n5SFeSYQeQL4Cu8jbs3b2LKUNfnTxB8zzUAbzNNsUC2wXGyggp4IyNqHTjjMQAmTNI6TSh7TDBlLq7ZlcfLCfzM+3qfzQngXGEOMM2RWyZFvIBsqDziSFPp8qvLRDz9OgDah08vCCSqvp07TKS/rrgC3zqLyVVstFfr7b0VdppDZjT/n+64JpoMSb1nEsbyThYEnpI2f96bLOjDTOHq/tD5SJV/LT8EHjz8pMJaU6vNO8u8b5JorszBN0V2CPbdkO95M/znjFtspb08pFHXnSgiiDh75ELnnolYdypdcUGuC7vaRZX6gryLkAKe2B7WKn7RSB5soqD/oABeSRryl5QF1NbRcZhXZsPzrn21BXQbuKyjM9no9Pt4MPnqcBHVSZtvU0zzS2VJ4ua0nlhVZRaaS2SU4ATykc20b5y2CEFK6v/hW5+cSIBZ2mGTuTY0xDAcoYcZsxmTSBVOHFlGPYZJSx3GmScV9jZFtN0xTYTtNfj8pbU9YrUMukNjJ0IkvHz9N+T3NGVFHtIYXvuMkTMmyHPBVtkil1pPBDI6WMDQC7eBeRApv2cKjIQNdsjoxFOs5em7Vvlh9n739UzkAqDR0APYA88uuZD99UzwLfsPCjD+3YRjvWe/Kcx/GdtJ1zEvYGfGfxzsUO+AFtee/Dhz3QKpCBf8gbDAaaIfvyvM6hLy4uirMtLhr5V7Cwt2ldfEMHfqCT/NraWvaoL5XzJv43N2Bvd1eKLPtx/NCJPvYmoM1+Ax+RlUGmE86Me8rUdenvimnWly5zKz+pzryL/GNWTZOBH1mP0YWvK+MU3cpDTIjFKN/bpPA20dy0s/FMHE6tnhL/utSr2aOdO3dOp1ZXtTCc7UdsF5noijjZ/mokXjJcfzs4zMidB/YBaDX1nLh4+IQ9tQr+VNRiSaGBUpj7lTCmqyIpgk/WgLl6ss9sdxxz6gE8T+Or6PCVAQLD3wbHumg3j3kZ8SB+zCjVD3z724ivPP8p/NhR25U08bMt+z8NaVCa/7pfkagnEAdbNeq5Vd899Zq+GhYIJhWwLdviqYbWFBqwXXjsx2nTzCbC0yn8TB4GISkg/+tk0mYe8H4JpctmXLZnmfyGb5oXFjpqGnKxF9tslzzNZ502K9s+mfDzfOSJCxOd1J4tZiyaFSxm4LFv0xweTcqix0EYi+koh7zwYJ9t8ZAH8xsh7EYOi0yVT3vyLN7UwQO6Yz9Lmnx3PNiRPQ/bxTfsp6/x6Vm80JA/r5v8mAU0smnLQscizIJsOy/4yfELbSxsUh70UF9BO2j2sd/HizP86JvmQ4rYAPRVP2d106xHXUFEFx3Y2SEjNkGrsF38xL80UEM5sFzaTfJBi46KSU4jkKU8tiXQHKdJKDNG6jgiDpPjWNiN8KkCnTaNFNVdDhQOSv+jCz8BbSmTUh5ns4t+2iKH1H4sw7aIIR+1HMTyciX29AEgrvNtdPwg//DwqPQLJMrj+E5sKdc8dIANkmW7+FTlEq8y7nIYQFvawY/tQHlsCxuQwTjdyoEKB+AcvnLoPGszzQHPQpGtPPAmefwTGbZL3JBFLGSVPqM9ugHtqAP4X9AfnHzY0xYegJ0AO6ED2tkRnMkPD2ViCogrftuW7WIrZdrBixx71h/wA2jKU1N71pYycSMe5MNSYkRfDo43TejuMmfxq/JgL5sj2lbdtKH/waA/KOMBW9n8nTp1qtiJrGonMgByATYA28UG5NJ2EDukmb3KM8rGZj8XAfQ5OqlHDn0IJhkDtMUO6rF5aWmxbN7SvIy1ScYzOukzgJ1O5UIOtMuGKPbSFjrjGVnEEXvYKJJSj142svhEeWlxqfjZHc93/EU/ayvjDeAjurGVjSsXMPCgNyaU+ai8/JBNO/iJM3ayEX6QC1raA9pN8uGCPmwghUZdbQMNH7CZdJgDyyZrR1YqHR4eaHFpQcMcRtGu6iOm2E6Zfiae+El76vAVoLPGhjz2ow9b4aMN6TCHddTTBhoxZFNNHtm2y9yADx58Ry+XIqyf7DO5ZBr2Wi3F/rO5ZFpeHGp/dzvxdvGh12/UhHGUS46Dg/3ypziZ28ggxT9sxZ5eDhGJDzbRr23blrhThw/Y0ba9zOuu2AUf8eNjgTz+0Rf4in3QaEPbRxuPtL29ldgepv1UyKc/GF/4y1zA/0Figp/YAfZzSUaKnYC8bRGHo6yRmzn83c4FGbZjL30Bz2EufZFDHYfmw8wX6tFx+vTpHMAuy3ZZ47GXMXfz5s0ctt/KpcBQ2IM/ykMbZAL+FLzt8uHUH/TLfMaWzc3NElv0wod/9FktM64Zo49yaYBd+NJl/UAHZWLcZX4Qv0HkIgNeZCMHnqMyx/dL/M7k44vYEkP6j7bwIYd4HmW/gr/UYwNxyQJdbNzMxT320Ib5RYo9yKt55cWJLQeJYxN/D7O27O7uqW1adVknJrkgyemUiC2xT5jKWKE9Madv6H/qQJuxtLvNZU3Gai47+IMw/KGrl158SSvLK+JDC7vhoz02crFpO3XDMl76vX7ZE1izdw02o7f6jB7iyRxGN/HApzbz4/SpWZ8zXmlHfIgteXQih7SXSzvkAcrIIYbEAh7kM//5U7nElX6Blzx1xKOkiRvtsYl69MCLXurJUweoI27oIWU9JIUXPfCSJ170I2XbZYziI/YQM2JOW2zFbvyjHXKh2S5x3N7azgXGurCZtnt7u+m7vYyrcebDoQ4O9+LqQS4g7mlj8wt98smPtLX9he7ceV87u7d0eq1NDxxoZWWgpklvWGk7zdjaK3OniR70E/vqH7Fo3IiUuUEe+4jFUS7M8cN22Y/iM3TiwjjFRvygX/EF/7ucBsDD31Jm7hJjdC4Osz7lwnRytKmed7W6PMmF0br293KR1Byq0X4u6/d1KvRusq6m28rl2yR3sI+0sigtDiYa9FOeHOpwdyv0A12/9rEOdh9od+eO7ubC5t7tjzIH1rW9cU0bDz/U1qNPI3NDhzs3NNq7o+7ogZrpI118bkHf/tareuHiOR3lInkjl0s72/vaeLCRC57Ps6fq52KjS8xarS4t6louxm7fvh7eXU27Qz1/6axeeu2Krrx8Uc+/cF4h6sG9expkPPd7jl8HmowP8u6OT0Pp//kv/m/64vNf6CA2nEsfXbm4pq9/P/rZHAAAEABJREFU46U0G+n23Tu6efu2FrIObj96WC6Jr372rra37qZPjhKfLV258pK42Pv0k0/06aef6cGDdd29+1Drj7Y1nkTf2Do6nOQibCd2bOvh3W1Njpz4ndK/+h//TS6vzgZnclF4Sv/4H/8D/d0//KP4tqA33vhG1skFbW3tZMye1vrDR9rY2BTr0Znnzun6zS9ywbejnb097R/uqNe3Xnz5kj7/4hM1g6kWVlr1hp2+uPW5zpxf07nz5/T93/1t3bl/P5d2D3Jg9bzOnbmorc09bW5sa2N9W1uJ9WZ0sO959Gg9ftzTcLAU+y4oy67eevvbOsglIuPxdN4Hv/j5z3Xt2tW8FxbFWPvkk8/0H/79X6bdQ125/Kref++jXLi+qm988y3xz3U3/aGeO7+sw9G0xOfgaJL+XBLjfWdnU26m2t3b1urqin7nd35XjfuZW5PMobs6c+Zs+n1YDv/3805uB432Mud4V//xf/ZHWl9/oMXlxYyby+rnAKppemKsL+dC80ouMH/3d34j+7a+XnvlslYWcoGdi8jLuUTl/9G7ufFQf/4X/zH9dKA//dP/XL22H78+S/uJXsnB1mC4rDX0x/5vf/u7OpM9Q69t0jdHWk+cDo72NOmOdHC4Fb5ldd1IOzsbGRc39MUXX6Qfhzp9+lTevzu6/+COzp1di+xD8R75zne+oysvvajt3QMdjaV//x/+So/SH++8+4FWTp2Jvxk/42ku0T/TzZsb8fGMLudy9G76EZ83Ynu/39PNGze1nsvUa9eu6VbGLP9Cwdmzz2s4GKZ/VvVCLqIH7YKaptG33npDg4VOD9avq+0d6s1vXta9e5/Epkfib27/xm+8IS6An8/F9qA/4J5PXDqvnV7RYmL3i5/+OPPuI1EeDPpFJuuO8tgWaxjvV9J+vy+Fpjy2C6/tkCz6fZC5RQravO9IAXlsnYdNu6a0tcnP5JW1LfsAdAE7dDeab0semcgG5KHZLnZQRs5oNFKVoeOn8tXUnummDTRSe0azn0xZs6mHz569g9FDuWlnvmRSZ8x08UtZV0JrLDdS0zqpMwfGIr5N+s52ySOji88F2XhQb/vY4kg8rmvbVs9qByNtSaknJuSB7dhisrGnLXnbJYXXdqmb/epKgixsKsjZBvY8DXhoD56uo1wEPfFrpod24Imq44LtYhdF2yQllvADCPbjmLEmAOycxk54KrABzJfn87QBtJ9hkjkzLv0BH7oAMub5KFfARx18tovtlVZ5qK+otGeltAO1Lo4XecgG1FU5fNtNj8fECW08KbbX9rOUHUPGTwR0Styy8NNukhRMM9bySSlSyvOYhgcZHW2PdSHNdhlH9Duw43fGuI4feGgHsBmy7ZM2tsVjz1J4Zoid0UMdmNG64hNlAI10Hic2HMuzLduFBRsA7cDTecqgOz6LgwfQmHQe8HHOyZrCeCHutX6mbWY/NHhJAXl45/sTGoAOkDdfhjY9Hs/YApBFOo95Ws2TIqum6eL5Jl/Kw1dR2z3dptbTmPx8Sr6im29IHwTj+MG4Ypxx6QqU8UKZcVf/8gfjrYy1KiypnTGbvjmxKzR+7BpxnfS1jp86hObtJP80kDkPYl5R6bUNtkE7Kc/ZBO1YdVk/6Msqh5S9VP3OODg4LOs/PMibThOxGJyfIgJZgPWb9xaoed6tvIN5F/MH/KmzXfy3Xdrzi/boZZxOYyffGvCSRy8gD6/t0n64MBR86KJttbnKgJ92gDxt4a32kKJj/v1Evti6tJQ94Gr2a0tZA5qij/bowVbaAuZxL/t6voFXc/FIzPi22Tg+V4CfdrQhjy3AdvZks30L9X8znFEaZLBNE/j8KN1Q0GVQTgO5lZteRDX5vkgfTeF3JriVkDKV5fzXtr3sL3vlndzv99RNO+3mAngv+3jiUy+Q+9k3RV353iR+tiM74rrIPoaSFqTGdpHZZI/QJK//hIf4zAN9ABppFYU90CpO6NiRQqVXvpCe+DmpP+avlZWeIFfSEyn1TxCOC5VuW/aTOGZ5gi6HOo8U/7Y/6Hoata1t2TMkU8hP8/5N5dJo7hf8c8WvzBLrr6z8igo7tqbOTjqHkJ75gy0zMP6Cadgy5vO6lzJ+mxTTd7OBWfLp4FmDTgwg8tDtJxXaj8vPqofGgGZisDiQAvLQbcNSgA50ASY75VJx/Ivy0ziuSp/5MZrk5VI1zw/BtmyTLf6iiw5gsrLYYlvF0zYiC35sI2UhYsHisIbJTx4adfBWoIw8KSAPD3nbxR5iUQEdHlL7cb09y9vOu7Qpi4Vk8cA/ycUg+ismufRDD3Xw2Jbt0g5d+Fd9rSk06oBt1cdy0Uk9CzcYZIGjXeNGbRMcp014lUHF3/ogBU5Zk6lqyqIJlJWVP+mCzdXeanOXHrKjN7KxBygP9bykAG3wDxr5KgeaYgdtmrZV2zYpqTy2U27LC6TfH5RDbfywLZ5ZW6k51tvSvmlL2Rlb0G1n3Z6Wlz8vzoODg7LQo5/28CCTtE17xheANg9oTdMK2iAf0sR1Rmtku6CJHW1kwEMeG/EV/9HNuDvIgQo2AMYj4KVEmdg0TZtQT0U7ytiIHGCbJOjCM8lmZVT8CiF97pKnHW0qkFFR+I5txH4Oa3mZLy8vl4OEJnXj8SiHJ7uRP4W9pLRHHgTLgs+epeSVB73AdukvYkS5tgtLRkl3Ig+ZtksZPgAvsF10INt28ZMYzvdZmzijAz/goz31ANnzoA5++GZAfjyx8nSKitgxSX4avUoZO8eJ51HGziTjrpcN0mIZi9iHPPSQUgaUgaXCZzs5RZYL4OllA0VqWzzkSbGp2kdqM2a76B+XcYBcxs5mNlvwM+7QjY9s4tiUEQfy9OepHBhSJmaMLVJ09Xv90s/wnDlzJj4tndjGxRFj8CCb4HpIb8/sRMZB5g12kAL0M3ZZT0mpQw+bVeziQB9f+FNqzAf0U8ZX6imzwaNcAQ0e+EmRSR8DeKBRh//IALSRZvFSnibzvtdvE7eR9g/2tJNDcg46j3LAPRoflkPPps1cmYxK3067idbXH6Zlp6ZtxN/cOnv2rJqmORnH6DnIpSu+4hf+QwP0C3Qd24B9xL5t29JeeYgV85+2pIC/5UhciR3t8dV2uCX6Gdn0Exd9+G/Hx7wnYEAeeke5NIcPrKysUlXWJ+KD/cxr5AJ4aGdbGxsb4m8SYSsfFtiDT+SxEbugtW2TOMxsQgZt2vjFurGyslI+HFDqxKoJkMelI/ZWfcjCHmTbM1nUIQ8fuBSyrToeoeMXtnJphD2Ma3y5cOFiDndPl/lFGV50YRNxJO6Mv+2dnbLGc3HDpSbjGftsCz+J65UrV3Io/FyRhb4u+yjk0RfoRmZIZQ5We9GJ7/QJ9iKHdthIW/iQjy5sJh7YB514Qof3wUPGm4rug8y3lRzCI5c2gHhN82F+kDlHHltI8ZE8fmInOm0XOWPGRvIHuXTe3tnVQS74bGthcbH4QCy3ji+ikYUtyEFfl3f76dXTGuYwfmlhUQs5yO45fd9J/KELOzqaVsO89/BJeZBBe2wYZz+Df9ThKz4iH/uhw1PjdPfu3Vwy3CnjlNjQBjmkbcYWfMS/IqrKOCPm6LQt4gAfOugD+gVd/MGgjUcbZd7RHltI0YMc25nzXRkbtEUedOQBZMCPvbaFXeTbpi32Ig9AZ43o9fNRySCJEOYsMgA82HeYPqjyysdybKt0O2vQeFx00PfQsalNDOy88/Iexh/ozDXiCKJK8DVtk/fSoAB9+Ij95OGHj7Zra2u5gDqj4cIg27pxaTvN2OICaJxLxOl0JDfj8s/FWruaTh6laS6IvJ3184EODjaVG8NcOu3nPXxU4jDKheji4oLwDVnsGbp8oQBbsakf9PJOjdysm8oR5unTq3I2mlme1Wb9nU7HpQxtOOzHLkV2k3j0SzvaUAdv06rQV1eXMxaWY8dh+nBf3fRQXHpuPPwiFzJXNT3a0Mb9a7k8HKvNRSqXpd14S/3elk6fmmhp4UCLQ/x4oK7bzKXSbU1yGdtqpNMryzkssCa5YNrb3dDygvT8c8u6fvV9abKtyXhTly8uazJ6qP1ctDba0cb6NfH/L211kAu927FpKxdu+3ru3Dl1OZSYTlJT/mZgG9/62Vdt5cKO8f+g/M27ixcvaSGHO2o7Xbr8gh6u39HX33xFh0f7iUerbJj0yaeflPfBxVysqZGYW//f//lf65tvvqbnz5/RxqP7upoL4PPnT8e2o6xpZ/Xmm2/q61//evzp6/f/4Pe0s/tIS4tt3nM39crLl/Xtb7+tTz/7TDdu39WFCxf0e7/zW3rrrW/lnXBPr77ykvjn2q9evR4bFjTsr2prc6wPPryu7e1R9G3rv/qv/ku9lsu6xlM9uH9Ln332Yfy6nwutAzEmJnm3jkaH4tKN92mbg5hvvv2W7ty7Ky4Jv/jiWi7gDuJem5Fhff93flt//Pf+WG++/U21g54ePHqUC7mz+uzzm/rRj3+hTz++qhfOX9A3vv6G3nv/I21s7mhp+bTWTp/TzZu3xBRk/A+Hw/In5L/+jTc1yUB89fXXtbC0rE9zWfriSy/lcveUPv/sqn77+7+l5xK7TCH9+Ec/1v17D9VN24S3r5u37kru65PPvtCDhxtq+wMdHI3UJP38ixv64sZtDXJJ+cln17SeC9yFxWEZj2fPrmk4HETuWf3e7/2OVldOJbYXE8u9pC9k7o0i85peuHBeZ86eipyrGi72tLWzrp/y//188FA/+cnP0kfruWje1QcfvK+uG8tNp5dfvaKFzJFzuQxdW13Wm1//mm5ev6Yf/egHeunyJd24cSNxuFn+2bjF2DDIOv3Ou+/lIvN93b+fsS7r0YP72t5c16Df6P/83/xT/cZvfk8vvfxibG4zD9a1sjrUxUvPFbz11jf0jcTwUsbn5uZGsWV3d1vKpfH3f/s39cbXX9fZc2dLbPYPRhk7b+vv/NZv59L6u/rDP/zj2HInl7G3YtddvffeNeV1lEve+1m3p1pZOS0u1VdWlsU/of7CC89lnEn7e7sZo0M9yl7sl7/8Zdrf1Du/+kAbW3vph21dv3Ev43BTGxvreZ8d6satz/TRR7/KZfdOLmE/0/2HN3TvYcb3Ky+Hb0vvv/+B+H943blzS5sbj7Sz9UhcrN649pmuXf1UbdvKduZlr+T7/X5JoStP0zSxa4YU0xdxP7RhxliXAdfr9cpYZ71lXeY9AR1e20W2bYpqjByf0Kps+gl9yACFOW1qfU2ZU9QD8ugiRR+wLXiRBdAHvfJXXh0/tgu/8tgzu+BP8cRGN47PXQF0YM94yQPaoAOgA5AH1DeRYc/kUDejEYtjuCn6sBngQwX8yEEHNOrJQ1NWDlJ4iAV00lH2w9AoV8BXQT9VHmjYE49IZugiOX1LW9tCr+28j6YZc+PM81HJ03Ye6K6Y0Sfqco4yy0/LOMEu8DRtvoyMeRvn+SsftnXdVDx2rJ8DtDIsTH0AABAASURBVHl0x75UP2wXn+gXaMpTeWqKnqf1UgcNUE8ZUGZ/CI3802mlwTsP+EDXdYI+jZ3T7F+hzYP2IL1S+GLuSWq75J/FDw25gDag5kkBMqGDdLuKDYnrlLEFYtNkOs36MhYXZPN08l14OiX+TSu7iRjskdCNzTMdIecH2mN0ZTxQrjx25Byji07oT6Pyk06y354kXoByVHzpx1+izAhdkio72ZMfaBRIwTTjlzKgDGqelPFjW/ZjQAPT+IBttQ385KGTPo1aP6NTehLQoZBWGaTzoA6eXwd4QOUhP02fk9KfyCv59D0pfPMpeQAdkAc1T1oB/Wn4eD1M0MroQTdjC4yzJ5+GSp5/dY9vKuqh0a5pG5HKVcMs7WI/doMudlNdMeOQbJ+gaZryniOdh33Mo1mKLPqQNamm5Ov6RB561UtKGfo8oCPLtub1kecdyjuQdyrvXwBdeWjT4VvGeRe/Qio/5EtcMsbIQ2zbtqwF2IY+ZEAjhRe7wDQxPsw3NXy0Q+/CwkLZAyALu2lPW2yrKXlsgx9gMzSrSY8xoyTbJ3GlnaxiE3m+T7EF+eg+zDcR+cV8m3MJyR4ZeVvbW9rMGR9nJrynbBfbkKE8tAHYmOLf4idrUrjyKaKCWMt4wteQyw/5CgjkwxbbY3/WgOmkyzehgk6TxBzdR/lunWbv3w5aNb0msqeadJOCqZJPnMcpd/neM2O+tdw2smNP+nIKomSa/p2EtyD8k5Sn1D0D2FWQdkQcO7Cn0MJPiv2A+pKGDt98XaWTgvk68l8FeMF8fUyBJIL1BH1GLb8rvRTmfkGvtpGvqCy1TAqtizL8KnBUPoVpqZ9xffk3En49bPrm1/P8b6mtfiCj+IC96R/of1vQNoMoP/4SSt3cL2TWIvkuY5kyeVLQMJnqBubpzoBhnrmWoT0N2j4LtGHyNs1s8FOmbeFlsGdCUQbU2XRCV5yr7ebbVp64L+ig8kGjvsiOXNIqF3oFdCbcUT5qd3Z3xWJzdHRUNiXwFyRY01wCzhbNx5tNdM0vhCyGlFm82qZ9wqY2i3Ktw070Ixv9gLLtkzbw2PEiYIEFpX3bKzy2pfwoD+2xjf4jD5D9LFAH4K+ofJSRAcjD93QdB9QHu3s59NnV4d6+RjlgneRDwxm8Wd9kW6S0PcrB2GEO/YjnYfIs4mMWuPR1h90Z9HWRS7FsFnnRo/PEf5mqAtuyXfw/qU/ZtnjsWUp79OMD8oo/WaRJoVNf+ckDeEmhA/LwzoNxgoxRZLlpyguOfgXYQ/o0OMysYHzMg5ctZfrVno117CBOxAyQB8SRw1QAD3UAOmmxazQuMcR+gE3AdhnP08SeMjqB7cJPW+SgB9kAmRygom+UuYFftG3yAiO1XfoCPcQIfnhpgyxkQrdd+ov2zAtkE1vbJX62Nf9QR7nKII8+2gJHP3IneRHDizx0z+uFn5jiI2BjQQodH5FNO2yib+iHIju2zGRPSrzgoUw723mvdYWOXtpCR94oY3uaA9wuL+2wiRiRdhnnHAaPcniNH7RBD+0oIxsdADrAbmzigJ8U20hp0+aQBT/wBz5kjDL38Ocw85D4EwtiDzrmZAyxLWRwOYAO7Kh1bMZWcuG9lINBZCL79KlTqrzoxQbotAPwruUgHR7qIj4Xibtls8aGbW9vr8Sp3x+UP6nHmgEdW23rdC5k6S/8XlpaSryaHLwNy1ikLX5QL81ijg34Q53yDHKgh17oyMAXQDyhESN8CmuRbTsH9kdZbbqiB1nEAV78wW/aA+KObGjwDAZ9kYcXRFQOPAfx4ZReeOGFk4s62hAjYM/s5lIEn/G9l3Ub+7no3NjYKPHBTlDfuYPBoGxwsRud+El8RmV8Tcv4o6/pY2zhXYX/8KzkAhJZtKVMSjyQg23k4aU8ypjBFtuwqWmbHMbvlQMdCLaLHcijDQfg0NHN32pDF/KIHbrgQyYgzwbedhkP2Agvcpz+JKbEmT6ATkqZdlzKwQedmGEX6yy0Mib2DzBDxIWxV2U1TVPiOcihJf7BhLyFXMogi7bIwD58YGxRHuRwGL6jo8NiK3xbW1vlcAvfalvotAPIxt62acUcQB8+kiJrfX09h7VflEPXafYN9BW67FlMiRfxW15eEnYjE7vQC5BF37RtW+YO/MhFL/yko6zz0JCLbei2Xcb2WuYWbaknTlkCEq9h+rOvo7Q7yDrRpR+WcyB/eDTOvD3IJ0qj5Vx4dm4FTq2d1TjbnKP8ci5Bp116rump1x+oyTim/UIuRtHDeAfotWfjHjrAVnzZP14P8O0w+wHb/z/e/vvZkiS77wS/J+LKp0VqXSJLdVWLalQriEYDDQIgwCE5ZuRybYf7w9rOrNma7f+0P+2urc38xuGQHAIE2WALoKurunSlli8zn9ZXR+z34/fFy5tZVWiAP2zUPdfdjx8/yo97RPjJ+yr5mPl+4iQIPoOO/r6fvYiJws9sDa9zeMOLRE/d8wsOGsZCRwzgP0rWG3HBGEp8h88AeKAPfOHTOnrRJRaQHRF0p/VMH/HHfFT6IhefoiOE0MAHPCXyAWTTJkbgzRyhR88xFjG2Gzr4Yge02BERaf2hJzIiIsU0+iILOYyBlv0DHtACxFOlE3YzHlylAzQA7cIBQQng00ePHok+5MAbIKbQG79CBw7++JF6RKT56w+6Ts71vG8PvUdm8u1J4aRIs1lXXis1PdNKSYxWM1cx7OjsmSUnXh7p0qWzxte1+viRk99PPLbhGK15fxulfbVIzykyv1y1PLcfhtYxc39huQOXpdu5o7j0uIbwI/7A9+gtX9TrjpdKf/C5eUU4RsX4sNzM/Hoe7zXgxK8fLcyz8Dqq6bCzp3o+En+muFUv1XXScGPtvqaaoWF/2+01He49VqN2oLJY1+72DW2sfqb9ndvqdR4rc0J0ajqcqBoqLzbV3V/Ri1dOq2b//Ne//q/pfnzm3FltOwl11wmYlcf3bEtdQx/wrDx+oNn5lrqjfU3PNTU129b83IxOzs7qycMH2vMe1XDipT0zo6zekCWo3na90dbU9AnduffIibS++r1SOxu7enD3gdYeP1bb/lhaWNSpM6cVdak121C9VdejJxva2evrsF+oX2Z6tLamG7dvq+PnvmZ7Xt2B+ewd6M6t2/rko1+r7gTtrQf39dc/+5me2CeD4Z6+9dYbamS55mYXNT1tXZxY29ra0Oeff6JmY6Df++1v2lc9XblwRnUHyt7+QPcebumvf/5L29DUlRdf1jUnJt9/79f66U9+oo0nqzq5uKhRt6dyODIM9fOf/sQJvMeOuUPvWUMfsAw9Tx2trW9pxnIPOx298uqrylW3n7Z1/fOH+uTju04ofqRfv/+5/vqvP9RHHz3QL352TQ/vHqq319Sd6491+9od9S2n0Z7Sjbv3de/BitY21p2wXdKi99Oe96wyMl27eUu3763o3/zbf6v9zn76FejQ62lvr2udRrpw8Zxa07lOLs9rb3tXh7sDJ6Frqtdn7MuRSDA/2dxRx/Py4P5DJ/n6erK64wToOcdgTf1BTfcfbijL247Duna2D9VsTnlf6KrVLrW988iJ4MxJ8I81NdXUzExb80tTmp+f09WXr+jkidO241Btr7co+/rmN97UyaVFPX70WMNuX+fPnnccrGl9dc0xW4j7+v7ejhO3a467gQ4PHW/TLdd7evPNN8T/P3XQ6yjPQuecWN3YWFPD8/ro4X393u98V7UYmd99dbt79tWC7ZjTpUsXlGXyvauu3b1tdboddToHTuSua3dnWz37ufT9ZHV13Xo9UVlKS9bxyZPH+jf/5t84cb6iLSco9xxvc3Pz+uUv39NP/vpnuu7YuH37rl6++qouX3lB/Dq53ljU7l6oGDX13vsf6/ade9rZ3Fbh97O27+0XnLC9cum812zN76mHOuf1xl6x5gR3tzO0LkWaG/5fs4cHA21u7KXE7YsvvOL1Ny9kDAcj72/hNXeo6alZvXL1NZczfvY7KbvF67m03/a0v7elOe93lyyvVqur5ftLw/cv5LEHsb+yB3lrEnta7r2o5nUA1OvESN1+7HqvGykiEjAGOsaPfP5AOyJgYb/Zca4VfscADw1AfWj7kUXdJMe8GApuEuCfecIqqNpSHMtAR3hHhMJGR4S4ntIq0cIXPLQVgCs8yZTg6Acm25Xs53UGHzGWxRjGA9jH+AoXMaYB9zxAC1/GQQ9AM9mOCGELdtY8dzXPC+2I8NwXciEuxnFvqvjBAwCfHfmFeuE5gd5eGRf+jgjzGUM1hjIi3Dv+VPZGRKIFO+Y3nmvaEeGiTP5m/CSgF5DGFEWKJeoRkfhFjEvGgJ8ExgGTOOgsLI31FFI9hogxr4hxSQf0QMWjLMpn9IQmIoSd0FUQMeZBuxorLgut2l+mG/STYJPTfDG0AsaP3JHKEWu5SDSMY56q+KhK5FR1aL4M4FUB/ZUs6kBhu4sjmZTgKpqqtGeSb6r2ZMls+3hDZuN7nBI4Cl3GF6CMXIAyyrEf4VXJrUp0KOxPSmASHxEMSfoUFlpM6E4deiAR8WV65pDqbwLGJZjgSZtxkyX1CiIixVxEQJb0qvpARETqR4eIcT0ijukmaRiHDYXXZGmgzhxTAuWETxhXtau+VE7ontoTYyr650t4AQnvCmVh31JWYPSxzhVusqz6I0KTtmriKqwbzaqf8eAA6oAcUNkRjywymmJNDHwO0DcMvS7sUAGcx1ZQekzkmdEhRtnDqcxCLo/ANLkhM/CcNvK9J5XmOfL7JjIGfqfjDGg47PtZZiCepwD6mAuAOu9L3C9pT0JlS0Qo930zbENEiAv7KqA9CdW4SVxENU7J9/QxnjKBfUXbxbjpuU4Vf4F3kcaluokoAbhG2EOmR3fsALCr0oMS/YHJe0zFk3HsPYXjJMsyZbaTvojwu1AtAXhkFZ53+B84Z5HkmyaVHhARgg/tOZ/lnTx9ys+KM+l+sOt3B95t+etzJvU7RyP5tOLHmL8TPMhmO4a8g9nWirZw3Uj36ql/3Er9lFa6NBQmKkOiDhROFpjT8ZjC737okqBar8Zx9p7ooDfAZ1gONfSZ66gYauR6oZHfCyooXC8NhftGGh3xSHztu8lyZN3Rv7DfC/exNtAb3NhW24QNgGlTn+noh54S3CSYNH0qXGr46/m2Uce2U6+glCUji7JCuqzGU7qZPtSfAetGG90oK6ANVG1K2r8JEp11SXYi0fGlY7BvPK/MJVBY3wqwwVaoPNKHoZMA368C6MyWIgF0qfL/x69KZkSI/xBd4agD4NOaNA3lMdB53GAxH0GEhxwDVHYgzrWTqolAyJfBmPopPYucTQOoxlY0yGajqfulH+BlhAMs6uArgA5gXOLhRVfJpo0MgMmMGOsOfcS4zrgKIozDVS5tUtpwGMsmCFAfjoYCntc5IhIbZFOJCEUEVYdUKXSpYJIGXYCIMS0Dqn7qEZH4QEMbHvRTpk3BNyraFUATUY2VKs7aAAAQAElEQVRh483TxvtlGzY8KsAeABuxlc2Zm1wF4OirgDb/cqTnG2bPCaK+IfmFTcgWs4jYmIaeDzYk6iPqhqF1HnjjY0HKcVVmIRtpcGxICuPQNxTuztIGX817RKi6IkIRY8B+8JRAZRcl7apvgL4+EMEO8BGRZESM+ejoytwm5gB0wf8RcUxLGzx6KaSIONaTl+d2u+1DhPbxDSrCRFKiw8/4jwcGDivxMf4GD/R9cEUfN8e9vT1xw+PGx0FvRdv3Qwl1ABsriIgkk0NbdEDHiPGNHV0BdEcOYyv5jEcn+OIX1he0LR+Uw6t1dCCQ/JEeYuCpFNfQMx7ArwD85Ys+6hVv+NMPDJwYiojkN3SKsI/4UGrM24UPYDpiHHxoR0Sah+oBAxnyFRGJFzYfg3WteDM+ItJY+arGVf38QgW98MvAD5YRVsZ01MG7Kkra1PERJW1445tmswUq+QV/gK8AORweUkZEioVE7K/S6wIb9/f3LaOfYqfa79ztw659ra+v+wBxLQGxQYwgG0AWNjOGuWLu0KcC8OCQXXpz23YSDyCm4IPN4FmbFR14boCMZRy2Q0Mdm2gXfjBBNnjkR0R6WOOXKIwDj/6MoX/eB5ILCwuiDz2xmTq8AGyhJHbRHR9Tb/pAjDo80A++yAWqMfBibESkOEAmEDFuw4cHyjTe+xRlrZZ7rkrBD5siIsUHdfhVeOTo6EIGffiHOsA/sBk4ng8PO8fxytqKiHQfwb8R4bkdJlmsqeXl5eSrSkdkDhx3xAD02Fv5ANHIxP5GvZHWOLbM+BAdPzaODuvQiT2OEnpsjoh0OAcOnQ6d0CJ+kIse2JZs8D186JeeRR9cww8c+lT9+IIx9FHyD47Ym4gjaPAnfdNOyEPLeOTQB08AHLZNz0xr1gmBphMBySbrTzvL8nT4iF3g4dNqNXWwf6DS+mErvgCPv9gXsSnzPQPeAHbv+EWBfujBYTttZGMTutIXESlW5Gtra0t7e/tpvuiDBt7swYxFBjpFZKYu030VHPLwAbwjQvBBL2zD/9D0ek+Tvx6c1jN8WdMkECMi8aOv7cTvtBOs0/YjbeLhwYMHKa6QP/QzCPZHhDpH8dbzPQ0Aj7yIOH5RxXbmoHDMd31v2dze0cbmlg47XQ2cnKheorlPw4P4wB7kohtt5rFrG5APQFd4PuD96NFKsgfZ4PAvJX6nDj4i0rwSs7n3ZHwLH8bDi31haXHJiYGptDcw/8Qm9uNf75Zp/4Mn9qETY5HT9r0WOnARIfrlC7nYwHg3RZuSMfCp6KlHRBoHLf34Ht2Zf+ISGZXOlNiAnIixn+EBf4A6Y+HDHINjXWATY/gT5fAEiKvcexB7InyRDz108KEO0FfhIkJc9IPHDvjgR+IWX8IH+fiYOnT4otILHGzgWcUpZcQ4DtEXwE54MG6yv8LDk9iIQKfCa2eg4WjgF9ah5uZmldfC97KWVlbu66YTcPxaenNtXd3DrmbdPz3V0qDf1cLCnBNAS0449Z2g7Kr0S/HBwb58q0r7c+6YqTUy8x2o8MtyxNjvHe9lw2FPmZN6RTlQ5gRlr3foeNzx2I4TbzvqHayrs7uq7t6GctM081ABfyeMIixjeM9Jpw1Ntw+8J/WdIBk6SXigcmBcraNWbaC9/U2P6WlvZ0tTzbqunD+rtUd3tLV22zavOUF0zcnh607dOYEzeKyXLre1t3FNWbmhmamhhr1tJzPvqrN/00nWm1p5+Jkeefxrr78iDqkOrEu339GTtUdpb280WiqLTLt7h7p244YePn6orb1tLfie0W5NKQ/722+sZ06fdfJzX/OLy050DtP+te6E4vLyKdsyr7t37lvWYz18uCIOTU6cOKHXXnlVW17/POP2fc9adgKr6X244WeXs+cu2J7Miaw1nT19TopM586fdyKsq23vjzdu3PSz2ECzvu+UZaaDg64unL+iH/7+j0zT99yNPIeFE0oHqjkZsef99MTJk177Tbdz21ToxPKSlnyP+d53v6Pvfuc7euutt9yXqd4I70c9nTixrFdevaqbN69LtvHFF17SwX7Xya6GLl68INl04q7tfZJ7aOHkEknblp9V2U/fcxKW/fLa55879tra2d23T5tOsr0r8Kt+jpqbX3Qshba2dm1iPfn1xZevpuTyIycc4cXaZy9/9OiRLl28KNZZURRizbSm2rZxS99++xvmsaad7Q0n7gbWc8+JwYe6ef0z+6GnkWPToWubF9M9eG9/R3fv3tKZs6d1+swpDR2HtbyunZ098avyqfa0dTjjOFjXo5XHisj9jDDnNTL0ft4Xf55WCg19GHlwuKe5+Rk9cmzs7jnuzGt2fs765frkk89Ut/8vOqlbd9Lz1asv6/q1m14LHX3nne9o2Xtty3M+7VjqO7lKAnneY19+6UV9fvOaOkVP9XZD5y6c1anTJ5w4fMlzWNfsdEOvvnLVMfGiXrh0SX/+j35PVy/O61/99z/Uv/znv6/f/sGbuvLSeV25eln8knlne93+39Cbb77iuTunzsFI3U5dh3vT+vyTJ9rd3lO/09PVF191HF3WrZt3nPT+VL/7O7+jKc/vo0f39drrL+vxk0cpvpaWTmtqZkE3HNcDZxlW7KNavanr12/q/oOHTn4/Ur831K1b97wH7Ovx48fpH2q0bWvh++bS4ox+8P13bEfbPu15vRyqPygdd6G//dsPlOUtr5PSCeGzXtPeA6KmtdVtz2vf8VLT55/d0ocffOYk9k11vIfhy7afT86cOuV7V0s7Wxs6c/qk3nrz9Wfihf15amrKe0ihiBD7WUSYZ6HSmxxxRQlQr9frIs7kq6KNcOC7XfpdoTwaA21EeP3UEn1FSz8QEeI/6mVRKiKSbNryVZWuJt3gB1T4cVnSnfr7fu+kHxj3SfRyL4IIO+lD9woigq5kZ+n1Q38F8EBnaKlXeAZEjMdVdfrgPwmMoR+o6vCqeEaYhz/0JUjyvUf5DAI+1Tj6qAPIAejnjIU6/RFmpFDEGDwFySf0Mw6acT2SrdRHfr7i3jnyHkX/84Cu4JBFCXAuMvR7Vc97M8AvyDg78VYohT95psgigbjCXxGK+CK455kPOkWEMj8vR4Sev5Bf4aCtAP0qYMahmwToqv7JEhr4lY4S6hWAi3jqJ8Z/FTAG+gpoVxAxtoGxyKWcpKMNVPTPl09pizSXtPENJbTwrOq0vwqep/m7ZH4Vj6/CV7zhCaATtOCfBVaiZ8cFsVn1RYx9FDEuK/yX89BxHOEH1hFAHdmF43JcFinG4UGb8quAfoB++bJ6/v7ih/5JYEwF2Aw83wY3CVX/F7mPMRFjH0REshO7Isb1iBgTfcV3RHhM9kxvpe+XyaUPYsoKxB5sBwQT5DptO1Kl6xUN5fPjwAHggQh0eQoVjrIwryLtc4UoGVdBwfx5LwrTYEmuTED6C0EKyfjCe1bh/dEtZZaTRSYvX/Gcha9L339k/iVgOndY/6FKnwGPDMN+T6NRX/LzSOln9cLPKkM/4w8MI98/Rn4/6LtM4D2O/RE90Z35oEReFXcRaCKV9llFFxHpPtbyuWR6dvX5AffM2tE/foEPEBHWZfQMTPKABjkRYxnyhZxJsGB/vINZ/iQePpNt6h4u2T/04SuAOn3IQr+GdUXniFBEjIdgcKp5uOVQhT7wvRvUGQtU43O/N1qrZFtEJH8gpwKZNeOwDxzPr849aqY9lSA3QcfnKjubm9o2HPhZvfB81rLcz4419+rvvqynPwIK64+MagDtZ8BEhcGhb8qK6qmtFabqh1flN+oAbWCyntrmmMaZf5IZUjEBfk1RmdlTDuPCc1OqkKoyPNKAmxOYlzutTim7VHmWOdRHQqaRxkVaExEWIFNaJn0JqjalgU/prwIal9SB1AZ3BM+3TZrkJZ5HNKnutZnW3BEOugpS/xG+qo99M6Ej6/XLaCoctlf1ibKS8WUlsr4M/zwOu0vzx1b6IkJVbFICoVB1RcRxf4SfE/TUDlf/Xh8PU0T8g+E3Mg89w1O+IjJlXjeZ4wWIGMulnn3VJpX7zTAiPDBTBAy+CBHj/sToiDn1iAkBxkfYSZ40+YoIQQP/Wj7+lxdsHLTBR4S42JzYfCkjIo2JGPNhYsHLV57lYjwbLOM9jylACbDngXEVeGj6jG3LFRGpzZiKJiISftwu0mY2dJIO2egGUGdMBdBW9aqEBjz6cdOKiCRr8ot+2hGRbJWvCufq8ScilHtuEmRZos2yXFmeJV0j4riUr0keEaHMYyLGfpQv+gtvOIVvvuVRWZRsKiMpCoU3p1otU71eS3LLCBUG7zQyszGEZKGKPEtzEZaR2hGeC6UXSXyAP5SuEDQRkXhm0OvZK8I0IbOJBPJVHsUQZURYfKbqiojEK8/zpAM3IqA+8bKKDsxZNYcRoSzPvYmWPrQYpvmFBv7yRVxxMwRYJw2/qEfEM/pAD88K4A0cHBxo1wf9AAdCHNhwCAodYwAeMnj5gve8k09LS0vi4BWdvaXYd2xNVsQfaOHBePxYjYcngEyTpQ/9EZH8UPkWevC0sWtqajodQFFnEHzhg5xjWvOgD4gIimcgIgQ//NxwEgw/AegPVHMxljG2Bd+iR+kbhnxFjPmCn/IhBOMiwnNS+PCjL/Shr+74a1oGutGOeDoOfoX50Qc9vsDv29vbzxx0oCtgsekTEWku4VcBY+GBL3gooT1pR+4HG9rwOQrHY17gsLXumGNOqUdEisumY4e5XVpaFn+Kg4QT/QM/ZCKHuUV/eMz4APOiD/WuXr2a5gh+EXEcD8jH55T4rN1up8QE/MBFRPJfRCRZyOMwkgQHemVZ7vVc98FjI80fuIgQMYsuhW/GAEkM/ADfiEhrBLnTTv6g08iHVvt+MIuItHb29vZ8aLXrw6nNxDcikv/hu729lXTCnyM/yMlXtS5oD5xcpMT3zFvudYlc5KMTfcjEh3nGg08h+vFr5jbj4EcJMM4iBF/G13yQ2fIhLGMA+EVE8hu+50/OMgZ6APuRh28rQA6HLvV6w+t0xofxUyl+oKWPNYx+p3zgxmE2NiAHm+lHV3DQM2/EAHNCHZ1JaHU7HaEPPuMXHuiCXrThBR/0h2fpeYqINJfyhb7EDnIiIs0BtIXXBjwZAw9w8IEn/KFnXMMP//SxFsBHjHnwKxL6sA9dAJKrjI+IFKMRkeJ8Y3MjrVl8Bk/4ILcCYqrT7Xpe+sl38lXYDujYC/MsT4fRrF/GuDvFPT6CJ/pBCx59APQBcscMPqCvKrEFfESAFv//TnxODCMXGfTjD3hAhAyAIXXvO9ChN76DhpLxzB++Yzw8W37hO+m5x+6hX1TxeWHfR2TyrVV5VvM6KeVbrfZ2D7zeDn1Av53uE/gSGfAr7A9ilpdb9AKQh9yhnz+QFxFpbbHmwEeM1zwy9/Z2UwxhO36bmZ4RPCJCjAUvX/iT/iXfdyIi6WG0eIbC/+iAvXXvZ9jHHsIY9GQO6Ed24mk7OqRqsgAAEABJREFUwQHoTzzjQ8ZiEz5hbcAfntBQQgc/7IKu3qg7yXLCB+xTKa4ZTx/6MxYafAFvxu3t7x/bBh06wRs6aLAPenSMiBRb8MEOeGInNkCHjugEwAPZ8GEsdegpkYGdlKwLgPH4Hjz80Q2+JE7Ylxg7ckwwhr0GOnAVP2QCzA12tJ1gQIeIEPpDT19EpPUFT/gjG3lt3wOgqXDYDh90Hzhm8DPtJ0+eqN5opNgZDIbek8uUvOk7+c76m2rPOEkxSHHSbuaeg75mpgtdOLeo5flpJyn7atYKNZw8HXn/zxzTQ9vVOTxQd3/LSZxVHeysaHt7V3fuPXbSZMUJy2n98m9+qd2dNS0tZJpuD1SLHS3NFZqbMi8/Y5aOnyzL1ekd6LCzq+mpumUN1arnmp9uW16p+ZmG6lnf7VBNh2pkXS1MZ1qcDg0PVrQwNdCF01M6s1DX4lTp/o5OzNe1MJerVh5IvVUVh6vKtaP+/ooGh0+ceH2oZrav7s590+zr6suXndz7TOHDofmZKSej5tKv3KbaNc1MNXT79jXNLcz4vlGXH2ydSBvphStXFD5UOtxbUy0O9Mt3/0oLiy2dODnr2Ozrne98XdMzdY8JLZ+Y9R7Q0aXLZ3T3zj3HY082XWUZWnCilH1ib+/A67en2/fuuy/T0MmkxaUT2tne19r6plafrDtp/Vgnlk+o5v2JP+H6zW9+Uxcuntf3vvddvfrqqzp/4bz32IHOnjuTkj/ra4+9rIt0uHJw0NGDew+1sLConZ0DJ78uyQ/1Wn+ypuuffa73339f3cNO2g+6TsBlkTvht6o7t+9qc2Nb9VrL4/a1sbGVgATh1NS07bmvrZ0dffzxxy63nQCc1QXrsb29KRKnj1ce6NHDB9p2YrPf39f8wpRefflFvfPObynzc9Ut8z9z5pwuX35RipHu3b+jN9543TZ9X4PeyM8VW1ry89P29o5y7/Vvf+sttZp1LTtJ/OM/+ANdcuJ7wwn81ccb7s/UbrV15swFzc0uCt/meU3XnIy7eeeuVq37gn26bX0jpLrjbMd1ueGP56Wb1tm0n0nfevM1XTx/Uguzbf3W229pfq6ledfbzZqfoWoqfWj4wYfveV3lev2NV5TlA33ne9/SCy9e1K4T+61WUw3vobNz8+Y5TInedd8nV1Ye6qWXXhBJzJMnlz3nnSR3d3fHa7Kr+fk5++1kSpLPz8+nX9AfHh76nrHjOLyjg/1D5VkuLp7D5hcW1J5qqdWqq+X9YM/PYxs+PONZ5MWXX3LcjRL/W7dua3t3T/OLi2q3p63TQEsnTlp+V5kPKeeTrBNywBjX14aT9jvb2753Hqh7sOe9ua7l5QXPx5qT9w/1wfsfm2ZHRT/Ubi04zmf12ec39e//w8+08mRVzfaMttY3dM/xzJ8JfvL4ifeFO7p80etGIWy/63i8ePG0bZ61zJEKtdTpS72B9Bf/6a/1q/c/1drarl59/aL+8A/e0T/+0x/q9373u3rphYtel9NaXpi3P3bs51KXLy3qrbcu6MqleX3vO6/q//Av/8S0b3tPkTINddZJ0E3bNDU9l/4U8ru/fFePH66oXmto1rGyf9DTy1ffUN3xs7uzrwcrK7pz57YTsQMtLC2o7b152kn2vb0t8Svs9371rn7961+p7hgqfHOPCMdFQzX7MssycbF3UwciMkWExvUQF/cL9nvqVRkRiaYaK1+9Xk9D7+fgIiL1I4f7QO41lHtdRBbH/OULWhfeY0qKBOAAZFEm5NFX1aZvEsCjMzjkAAyhPfLB/bgcJTnQRQTdzwA08KmATurggZHfDSIi6R8Rgs8kQAsNtNQnwYLH4/C5x0qhL7uqMRHj/tT2JgxPZNGuZDA+YkwXEYoIUAmgSxV/MY55eNpr5MQHWgBUVXLuYoZiHBARNqFMAB1QlKWG9snIz4T2rNdFqYFjbOgbxcgLtLDAqjyu+/ymAJzkGBmG3p+GTn6kBQ3T5wDdI8zoCF9a5lE16YJfAHzyVUD/l0HFizIi0nxWcaPnLmgq1GQdHLwpAfpYA30nasBPAvrRhgbaiEyT9lUrgH5gTBOKGPue9vMAHQC+Kifr4P6+UI37Ir2SDvJV9VmrY5zRx5/iKFaxFVpP0nHfV1USnTspC2KJmDJQB+DF3kU9IkwJuPCHMS4sphT9fxdAWwFjAHxe4aqSWKzq8EM+QB2gDqBFBN8e4bicHFPV4Y+cSaBv6NiHB/wAcAB0EXHsW3BVPyVjAqLnICJSLBFPjAH0FRd9wDPdKGobnNPx86USyHMJVDjqAMmugj3VUHq+7Hw7wGP0VDOrI66IONYrcz2PTE0/6zQM9Sz3Pc/98uU9A94JzHfk+0jRH/oZdgyF2yPOYfwuQB25+IK1VsHIz/r4CH3CLL0FqbQN6IoN7GPNWt33wpoatZrwFTiexaanp9VqtdJ+V+E5N4RNRCRa8EDu+xjj0n3Ndsg7nxBmKG1HaT+WLnV0RUQaH5G0EkXEuC5fEU/rbqpM48tU+sufUtgFTPaN68UzfYz3bnE8Bh9VwHgAGiAirMtTyCJL7ck+6viPcfChxAe1Wm4/1k2v9OxW4SOCIQmyLNwfqU4/QIP5ggc+X/Rz3pSfY3k/Xffz8framvb9/DfyfDNngF/B9GVAH/yA0r6nBMZ+MQY/GpFC22VhmmfAqnFfAkbuA6hDb/Ljj9nYn8fNVHlGhgmwrcJBUNWPSyPhSxsXRVi4ISKSjyLCFEr1zHVaAPWSWLIMuQzrmcmX113pPZIDm3BfaYA+9xymefQ7WxiMTqFJHzQeKeqUSR9XKGVCygq4twNV22SJD2XCmT7VXcK3AnAVgKvqVVmNfb6PtmfMavCtpGNEKOKLQOwAEaHqSuOf0+WrcHZhksOcEYvV2QT0kYVY38B/qwwdXcnWo3pVRMSX2hQxxld0X1ZGxBfQEZH4oWua96N2xBgfMS7dnyXCiDEi4tlyknNEJCewyVWAQwAzEhAR4sJpFdCGpu4XygoYDy7CoesJwumTwJiISLpV9Yo/fMFBT1jQjogkn3rCe1FQfhlAo4kLPdCr0gk51AHwQJblSZeISHJyb/ZfBlmWJR9RAvKFPPSwmQr3g6/AFqaggwYw+TF/5Nd8I6nkHI8JjzKwEOE78qEWUPghu7Td+CStynCoGcp0IxpvcTpKkJIkLTVSapsmy80zcxMISYCeXsjp+0bLwhh5g6ENlBhlMkqgwlGPeMoEPDBKOpbJZtrQYWdEKGIcC2aX+iPGvsyPfAAeiAjhi4jxGPmCD+CqIoLChxtPX2jpQ14FqW07sGWU/DdKN8yEZxP1A8LI/dgL8ODOi6yZ+zPWEzwAHQIjwEvg4INd3MRmZmZ8oDWVXrDRG1ogdwzhPvjyMo0MeKEjeGjMMtkKLXzBUQciIt1k2ajoYxz84UEbPHowJiLMZ+wX+er3ez606OjASV9ushUt4yPGdFlkogYOeQB1D1dEiDZrA7mFH87ki/6ISL4cx2OZaNEDOnQDqJvcfTKEMm+wHDrVapkftjIfyNR9UNbww0TuPvkqXYbwJTKAiLEcdO/2uske/Ig/kVfpxzxAT7vmBz0e0JDFgx360xcR5p8dQ9PJzzkfZjF/De9b0LZ9QNWoN8RV6U+Jr5k7ZAPoAx6+4NEHwNf7PvyHBh41P2zWzY8HHuyqADw8oIsYzzH8GANPAPuAiLC/amkuaCOPEh6U8Bn4pRM89keED896hr4PW4f2bz2Nxw8NH7IzDlnIJi5IoDBf6A8/Sg7pqMOv72QwbcbgM3SEB3TQUEffZrPlQ6h2mj/osDkiIE+APPwTEar6GIvfAcZgCwee8GUQ8uEdEWneoIGWeYIfejcade8lhQ/ofRDog0j8AJ5+5FGvbOcQkfmGJ3OKTRGR4hPes7OzyV/0MY79F37IZAw80Y85RlcAH0aEuKhzGMpY/EObBCr+w2Zg5L0HXtiGnegAH+iRRR+ADhGR9IHfmKbvQ9ie4Ice2Ae+5odyfLmwsJDiBD2xeWZ2RuCm2lNpvaIPfJFNLFR1dEY2bXyLfOKCsdiFntDjh4X5BdXqtbQHMga5lQ2MQ64nRPgT3eAZMbYDHrxc8fCPr1kP+AQ88wItuoGnjd0kw+CLf9ADemTCH1pw0KELsrn/4nPGYRc2QwcsLS8lvZADMLbw/bRm/xFHQx9KTTvBMjXdFr8W4tdH3EMHQ/t8f0f9QVf7ToSMhqV6TkIMB4WyyNVstDDZ+1PXiZBVlx1xYRcxhz0AvgWwZ+gXHfrRa6xnN80RePTC3oHvx9hEmzo8gdIxhM+xGeBPjqd2r594QA8fxlDCHz7nzp47ftlFD3wIQEcsIZOxEZHoIuJ4nrM8E/rChzjgYZp5YAxjk3zvQ10n0uEB3yzL0rqFHlrmibVDOfQ9mX78Qj964gt4wROd4HXq5Mm0r0ALDjnwViitg4hIekELHrvQE+BZpPI/vOEBHl2oR0SaK2QC6ICvoI0Y+wB/ozP8kY9trD3wyDt9+rQosYm+ii88GMdarWIQ/ugPHUA/OPhCA0/q6Iif6Vt3cg2dtje3fHiRO1FYqtmoicMLP754GuoajEKjyBSNptrTszro9DT0S+Di0gnJ8Tk3v6j5uWXValPq9qS8Nq09J3T6/cfqdj5VLbuhQedzLbS6akdHU42e+P+HNuqZ4ztLCZWbNz7X5tpDra3c1Ki7qTOnlvTOb73t/vB9pqepVq57dz7Wzu5Ddbur2ttfkZwQvXfnM927+5n5FV4zm36hP0ww1XDiYiZTvdhWfbShxmhdhROmrXJTS9bj5GyhpvuGew+0v35DB1v3NJ0fSJ0nmqnv68TsQLMuW7GtE9N9bT25pVaY51SmmVpfp5xkPTknzTQ6mqrta2fjuvqHj9Xv7up777ztpO+ME4j3tfr4ofq9Q137/GN1Dvc03W5Y/0MntDbU6fS08uCRdfcBkZ+xV+5d0+7WbRWDNR0cbtrXmc5fPCllfV158by6vT1tbq3p6isvi/mt1RpOSu7ZFwf20VCLThSC2/CcjpxAPXnytHa8n9y+c1/bTnqe9fosfBJRFFK91lTPmaa7t+/p/PlzTohesD6Hunv3juYX5rSzvaVevysSc3ktE88wM0548gvMM6fOWn6kX5ey1/761x84ZhpaXX2Sym+//S0VPog8YX1yP3vv7Owpzxu2edcJrS0/l7X1rW+9nZ5p8zzX9WvXNe8YCsdYw3td04mmU4773b2dxIc//bu/t6mZ6aa+9uar+sd/9ru6evWyPvvkQ7Xa9aT7K6+84nt0R6+8+rryekONZi0lGol34vvlq1f9rHro5NV1x9sT27edeH/7229bt8zJxVs6e+6U+EsFFy+e0auvXtX3v//9BKzNzM+XQ9u0eGLJ/HM1W22tOKnX8570khO6f/7nf65vfuPrides74tXrlxWs1m3jW0nkJ+oFkNNT9WVaaR3vv0t3bl9QyedAL3kBPaJk0v6thQDTtMAABAASURBVHGvvX5V//P/8v/V/+lf/0u1HWdfe/MVLSzO2taXnTA95WefBc/zyH6Y1YWLF3TYPdSnn32sWj3X9va2k/SziaccS5l9ue6E39bWjnksSZZc+J3k/Lnz4k/47jnJt+3kLz4/POxqe3dXHzmJ/Zf/6a90+uwZnT59Vu++975WHj3S6vqa5Q60f3ggEqinT59L87988pQUYb/31Pehaqfbdyxd1EUns/nzy/furyR/v//Bx+oc9g1ex9NTjoMN29dwsnxKh06uPl5Zc6J1qCym9OTRjp6s7qs/DL3z3beUNaX1ncfpLyQ0Wy3NO4H/7W9/Wy87uRsRajTq4k8JZ9HXwwcrOnPyrGZn5tTIcg2tz5xj1q+smmq0tTS/pFbTMpygXXn0WDv2wfLSSTXMl0R1Xq/Zl5kaTfjK70aHUnS1uNDS+XML+v53v6kb1z7WmVPLjrlzWneCd2ZmWu12LcXO1954w7btOM56OnnmjJZPndJBd2B/nlPDcaq80HDUV61WcxL3iva3V43a1YOH76soHZO7DxxX9qfX3cj769DrlPe40omtLJMKv/sWLF7PL+ufezP3Mvmi7cLzIk9JHAP0AHs995DMjHKvOXBA6ZgAzzqhBAdQZ8xTvqW4qjZ1ICIojuVFhJAREc/gIkJc8Aaow4s6ZVkW1r08gnFdvvtAB5R2BLSTUOHAVTTg0B1cRCR+VRsb6Uc/cLQB7KQ98jso7WI0hF0C+ACp4S/GA+Aonwf40GfSJLu0XbQngb6ISP4Bj3zkMp/UAQ6q4QVAQ8m4CsBRLx0P9NEu7SNwFTzfxp2TOOrVWMZEjHXKvNe5KoU/BuahdMwVjsPS+xcgLyrOgHyz1chygcIlkCLFDChLcEc6YhdtQL4iQhFjAPdVUOlIf8QX6c3q+FP5AdoKwFUAYcSYR8SXl9AAjE+224aq7SEpvqs2NPCm/DKY7KP+VfBlYysc84Y8oMJ9oXQnvF0c+1RByxZYf+jpB6gD4173u0L7eTD6+EMfYwHqxx0TFYs5inlmfqIjVb8MJ0VEAvmKCH/ruP1VcuSr8L5VOK6AL6OLiMQnItJ8sebZ9ygjxjjGpfFHfKgDCe91W1oGdQA8UNWJSaDCyRd9gKveq4tjX1Q4ygqgmYQKX5XwBWhHRLIhYmwTOPnCFiBivM+BBxg3Imk5GjmPAxQugZFK2yrs8l5H6aNbVVCCNxQex5/Y5X/HlvakwUBDw2gwPCoHCstnPLTgC/dRluZL4ggoXEcXAF8B6AcwPM/yZBd1AFsqoF16H+Jemft+FRGCD1CNh5Y+ICJpxDBFRAIaid77eWmQn9/ke2iwj7leGkbGj4Z9hRdZnmfp+S1zaRYMV0kcOLAL+w1gtZRup05/UU97nnHUAaM9rkzAmMI+rfD0RVjaV9BXdJRARDBEEZEgNfwVEf4efyr+hXUcee4Yl2XYUktjKtKIOPYhtEA5YV9pnSIizUlEJP3BMQezPrviH/kvLS2l55cDn/vu+PmRZ2uej9nb4aevuMzaHrb3XIHnJBltfFgBO8UxQD9J7HqiNzd72C0++KKCzIhnISI3DnsAdAA8Gt5fAmat4D/7IMI1gxko4mm9alNid5bnavj8s1Grp/U08vlL8onnY39vP/3lkzu3bom/7hLK/F9uyDSuu/R7mQrjS4PLoExgmX4WDIMSyMoryVB12QZPlvFlIqnQlPgKoF4B7QoizN9Q9U2WETHZTPXiKF4YX1gutlNHfioTFapYF/fTBF8B7d8ITL6JGAN/YpqSttGKiOMYlS/wk/1G/b0/ZpVo4ZHAaxVeAG0d6ZKI+PoSm6AD6AYiIukYMVHKdc+4XOroYkwFyMt4CAQIHADDK4AAYEBEJAfI14gNzEFGX6Usi38Scgdn1Q5vqsd184HfyOOR92Wy4QsNAF1FQ0kfAL4aTx0Az5gIGx4Oam9IyLXKmvCBIugP0YeekeVP60d9EaHcNgBsRhVUY5pOtnDIxwKkD7qqjzq4CmjLV+lAdpHkQwuEfQOu9CRPQsSRjvmRHbQVkCaIiGP9MtsZEYpMYpVGOIKANDmuu/TS8HrxDdkbNn4qJm6UlVx9xUU/XbUjfyCvgoig6wsQEYoI6zjWP4KN0Fo8F+zMG/zxUWh80a4AXb20rTt2uGY/gaM/Isw/Fxdt8NQjIskubWvVZi6YMw7h206KUa/V63Qn3nXXmUtKdFHIL+MjH1j1/HJ94MOGfqIbOm55QAGIR2IQGyjHMNC49IOLN2TogIqWkpsXL9GMw4+5D6yQOa7nog5EhGUmFUUfuqM3OmIPJW3ikBKgjh0RjLW/7a+ISOMjMkXYMI39CE94QN9oNH141Ew3WnyJDeiNT2l7iKBnOO0KHxFpDH0AeMZhY9cns9g5hq592TUPmT47hjzP/IAwVKdzmAD/cIPf29szfc99RToI6nQ66vogHv654xBbeUDgF1MzTlZjN7gGN0RD5jUhXyPHOf8qF3vwd+GHMUp0RC/kAfBlDDwA/Bsa+1C20aySHhxw7+3tpXruecMX6ENMocf8/LyASq/paQ5r2kI/eCIL+yhpc2CHzpVO8AMPoA+8waEvdfhBDw6AD77Z3t72welu0oux0NT8YMCYeqMh5rlWq9n/mX1fExf2b2/vpIM87MJH0GN/w/GAzod+6MI3EfbGEYBHNw5qkR8RaW4Yhx/QC170QQsOIKkLnnmk5BcTzGHjSD9sI0FHnNMPHX6BX3ifrDfq6XBz3knuxcUF+7Thl4O+ej6UbNRzNRs1JwG2dbC/q/DhAVDLM+Pryj0+zzPV7RN0QS5y4I2Mmn3DQfOuDyWRHRFp/VcPnWuraz5IHh9KYic+J0bhUc1nxQu/AtWcyRd9EaHMcZk7ftFhyYfVxIl84Sv68AE80QffoVtE+PCynfYV+IKfmh4nQCsfwa/uw8S69zHiEIA3eMZYhNdXR9iDfPiX3ouxl4Q4uhID2IX90KBTxwlo5h969Gp4rqDZdrxhN/IjIsUd/oM28L73XvqhRT5zjy3YyBgAOeDQDf+AYwwl7X6vJ3yMrNW11bQXQMuaRjf4ohc8sRscv/rb399L+zX8I+w77/fozVj0wzczfrmY91rFJmTxYnGwf5DmHJ9V/Ojr9jq+gxaam5v12snNu+fYayWAJ76KCKUXWB/OR4SYR/wfMY4j9CRuSEKDp46+6AjgfwB/gEdP7APQHRvhib7oR5s4oI8SfZk/5reShX3EOTQR4eRK79iH8K90RwY6DP1cBy284UEJX+xDX2RXsiLGNtIHHfTwwP/8+rHb64qkNb+upg8aeAC0sRPeADzRh7nHRnwOHjrsYSwADT4Cj57TPgiHD3hsgQZeyN3wQXklCzx80Q8Zjx8/1rbjd+QDC0pw0MAHe+CBfHhSsicdy/R+Xo2BH/FdjUs8fL+teQ0O/ZywurauhyuPtL656STPnvYPDlVvOvFWbziOGsry3PvZVEq01Js1RV5q5ISf8pFG6jlxVxMJHJ7nzp8/73hrq+N7auSZ+oOeFCPNO/Ez3WrqxNKsZpqZk4Bt7Ww+1vqTh8octSOf6DebbdUsE1/V6rlyPxtOtWtO4q1Kxa5h27w2NSzWVW90Nexv6sRSW+1WqcdOjq6t3VK72VOW7Xj/7DiBsqqtzfuamSo1GmxrbjrXiYUpvfvuTzXs7bt/20nG6+ocrOk777ypSxeWU/nmGy9oc/2ebt/8QDPtka5/9kudOzOjs6e8lmr2jXVpaFerDz5SZ/eeasWGsuGq5pp7mm3sqzZ6oqKz4sSoE7zG0+ZP7O48uaG2x+9u3NKw6yTtaF0arGp5dqDoPUp8evsPlZc9Jzsfa3vtgQ62VtTde6ys2HGCpqfXXjun5aWGanmhTEMnhR4qK4e+txzo1KlFvfm113Wwv6NLly5oVPTV63XSWursdz0NpQ6cfJ6ZyrW82NQf/9Fvi3/9ff/uA33+6ad6eP+BfR7a3NjUxtqm/uJ//0vdv7OiqekZLSwuW2ZDb7z5DcfknnadPN30PXnOe1Phl+9zF67ohz/6QyenhsrrLV27dkM138Pu3b+vne09HTpB1vCe/O6vfqmFhTnNzc+lPZM1tGOdhn4GDc/3ysoD7/+Hmp+b176freacsPrkk0/U8fh572v7u9t6zUneV195SbvbG7b3NY2GA/Nc0De+8S2POdTJE6d94NBUp9MXvzAk7r/zne/oe9/7np48eawLTixO+1ms4WcH1h4J/bt3b2t2bsqxv6vBsGOeXTkEbXOhBw/u+JBiRfver2fsi6HX4+7Bvq7fuKGen/Xu3r2rxcUlRWT64IOPHP/TnqdX9c//+Z/ZjlkVtu3f/7t/53nZtZ5zevxoRaecLP322990Yu6+fvWrv9XnTlb2eo4pr4d2q+Y9+kC5192TtTWvyQNdvHDRfne8rjwUv+btOxHGHrPuBGTNzwQtr62B53p19ZFmp1v27Za4H/zu7/2eVp3Uww97+wfpF7MnT57wfbphXzywnzJlucTe8emnn2l7a09PHm9oampe3cFIL774kv11QfVm3f6Z04h3w5BIzNZqeZrHfn/gtdRVntV05/Zd3b51R++//4HOnj6jae9D3/mt7+iME37cD/iHQC+88KLOnrugZc/TqhOxp86cM2/Pt+/hu9ZxbnFBralp5bWGZmbnxPPUrTt39ch27B90NOuE+Omz53XHyfv1jS19+PFnWl3b0vLySaEL/89TYnh2dtpztqPLl8/riuHSxbP6tpPrly68oI8+vKkH99dVq8/YzkLT87N66xtv6bSTk/v7h+KX+txrr14lwXzC+9mB3nzza/rzP/sTnbX/Bp0Dr/1tTdkve9ubWp6f0W+/87Z+7/vf1YEP/z7/7HM9frKura19HXaGOugMnJC+odW1Da1vbGjPz6v3vd7m5uY0HA0dp6va87qtN0IzMy0neL9pH8+pKPva8BzP2Ja6A3I06Huvvu8431G3e6APPnzfc9lWWYT+5m/eU9P7duewo1u37zgG9sR79vRUW8NBxwngOe1tP3ai9oPEF36F917WYFEWcqCqXsuUpWe/cRme63q9pna7pWazoTzP7OOeRtZ5wMG37x86ujKPowo/YOS+0vxlHkDCFSPLtiwT5o5vxkSE6AOMPq6zbsFRAt4eRAnfqqS/AsYC2FLhoAPAg6MEIsZKRYQiMimU5EJb8YceAEcpX5QRoYhwS0J/KtAA9NOmrAD88xARJgNc+BMx9sHzdOgy9P5BWTJHpkUmOGhL38eBkd8fKcFBC9C2VckuD0s6RzyVSV/h8YypgDEA9FVJHX4V0K76KJ8BOg2TuIp3VVZ8oDFp0o8+8JM4+oAKF2Hd/SmNTHqju2HkZ/iRS6KqNE04rjwx3qtKPysUAkfbDlBVwgO+8KFulkkP/EpcD5206fsZGZ2eh8JxXelLCfAP3uDH3EQE7BK/VPEXNBVABxidaKg/D9B+Fe7Lxk3idGRQWZbP6K7hAAAQAElEQVSJP30VVDyr9mTJWq36ny8ruuTrI/vHNHpmTVZ6V/RVOaa1BM/TZJ1+2owDqFdQ9VXtyZI+oMI9Hasv2DxJV9GDm4Q03nEk1pjBq1FA5qmcBHBjkJhmIPPXJN/JunxVbWQ8D+52SGbmFc8AeMYRe9UY2uAjYjxG1sT+nOyHpgLGApP9mry8Z0RR+vlRopTbhZ9tgJH3HJk3vOBRAbzAyVfEWOfnce5KMcFaqsZR0mZtDbyu+n5nLi0vTFza78gEEs7xm0cmABx6EdP2kiLCeIPvNeO1Np7v53WSr4gj/3g+oeV+ExG+d42ELgDjIiLxjQiPUqrLF30unvlExHF/1QEdNoiznJD7gTKVmW9amXG5y1oeCtOoGKgcGYZ9l0PDQPIzvHxvBAqX+NRIPQVX/UmyPC+uenq+ej3Rz9jyiBfjIsL371w8L9brdQHUAX3FxbinMCaiPa5JEZGgtI+Z48JzKV+ldZwE8M8D85ln43nO4CPzAlyv5ouSfZgzg0M/H/IeSwwhC/4WlfzA/jtyPCFDjmm7W4A7cUOCip4xz0NpBP2ppH4M9rFtgm/qf84ukx1/6C8sm9JkSbSHuoxjkN/axn3mG1JhW0tsNl6pNFJHVzku4YcfmKd6reZ3kjx1FDB3rZpH6La3t1VYh1aTZ0IzsLCIUJ5lhlysgTzLlHl9RUSSyNpS6foEPG1n9qPpC5cGOfFaehSybIGeBdnOUs9fEfE8KrUjQhGR6pNf8KQNJ+rje3QpynSft93M/yQUxiWdbO8/tIyIpAc+jghEJzvgWcmgDqTOf+BXZKEszwV/ICIUxkUY77mICMkf+TrW3fWIUEUvX1Xf8zqBd/f44zE6Ygb+yyBj4wP49QLMqFMCGFkNog7QjsgUEQlKT7uOrogQShJYBChAPc/yRBsRqi74wA9AVgXgoaGMGNNTByIi8UFGBRFPcbkdi8x6re4XlKZfaBtPNzYnPuivoKKrFkzE2KZK9vP6VHj0AGgD1IGKnpJ2RAgdkZdlearLF/bSD7ipiEgLEX2A3DZEhKCDFwDt8QJwcNM3CfRr4qraEWPfRIzLioT+wps0PKgDVR9lRFCkwKcPugReUKmc0IF+iLMsS3agfwXgsix/Bh8RyebM9BHjOuPhi43gc/sAAI/9xCR15qrZbB7PK/VWq+VDFl5Im2muoQHoy71Bwpfxfb8sc2jMDYSbRgXwh4YSGZU9EZHmLCLEBT03nMPOoeBDG76MmwRo0R0dKGlP9lNnHDwokYfNEZH8jS4VQAtUsiLGuoBjbIWv2ujHzRGZDR9ooUMVU+AqvtTRDdmMhc/A/ql8Ax6dGj6kA5A18kv+uCwYfuybiDiuw78aC38gYtw/1iNLcQ3NyC8O8KMOHf3oyyHR1NRUmkvwyG/6IIM6OkFPggU48MEJiRf0BgY+hKh0gG4sY+AHvJG4GA8f6iPbA/3IekALMBYABz/0i4gUr4xDP/QBarVxXNe819BXc6wB8GYs8wBUfJGNXRzytJ3cgQ5ZlPCFB7S0oaU+8IsnutAHb0r66aMkxvHXrBND8EYv1gP8iK/t7S2tr6+LhyWSZjwQUEcu/BhfrzfSnERE8jm4Wr3mB0Pb5zXa9cM5vmY8diEXHuAiwnS1tL6RiV6UHCCiF7rgA8YB8GK+8Cu0JFoOfHjadeKF+0iWhwr/1xt0NeAXAI1c9WZN7emWhn5IBujf2dvxodeu+j5w7XlszzoC+Aq5rANsxI/oeuA4ka+IUO55gxZfUEID5N5zZnwQDNCGFzzwx+LiohYWF5J/iBn4yxd92AEdY2jDB8AP+HjolyhoqDMWvzEe/g8e3PcBWj+t+6FfshhHCQ16W8Tx2sqzPO172CdfhR9w8S/6IotEJjbhX3f7xaYwjNLc0C7LMsUxekREkgstspgbeMC74TVPHV2BLM/T/goOPhHjOcd32IsO4LFxyge8FX/oiXPa6NhyzMMPWfiKeI0IYS/+yy0HWvDgACuc7EdGy/sZOHjIzxzIjoi0F4NnHHKoZ1nuA9FuAujRFbuyLEs+Qd/MY2nnlouujIUn4/E9ffCMiKQDOPigfxVP6B0RycfUS+vVczyy5kjYsWbQHR3oZ86RRx1baSMnIsSFDyO8Bo7ur/iM8RH2uZ9fkMsYbIGWQ2liCR4AcXry5MmkD/3oCg1rEP7YWcmt9ICG/SMikm+wHz+gI/fMiEhxDz/iBX49rzf6AfSBF/6BZn5+Ph304zvmf9qH98jFF8Qo9OjAWPxS8WQseHBAxFhuxZvYZO/EH71+z4f5+z7IHjpExnqjEzbCl1+DYhN24BfwFU/8Q2KSPvwIP/rxA7qhD7awLvAtuvd6gxQDm1tb4tdg4LCt1Wyq3WokaPlAPMsbarRmlNX8TDLlxNbCsuYM8wtOsszMq23o9Tn0loZev7V6IyXJ+DXdQafjPW9sTyHHtRMpjVbTiaueZed6vPJYvcOualmuKOT6oTr7uxp0t1SLQw17m6Y7UDnY1uXzi7p8YdGJiExLs+Z1sK6699Wmk4StbKia9qXBhhOQu2o3dj32nuand7Q0d+Dk7J5Oniy9t67qw1//Qm+9cVVrjx9oYL737n+o3f17unfHSYOhxzc6WpgbOfHR0ebaLU01rH95qEsXTjgxd0HN+kjXPn1PO+srygqvx4MtNZ2sPLk4pbs3P9VouOPkY02Xzs0phps6MV9ofqqn3u5ddXfuOqlyRzHa8CHPrhPLfSc9O1p9fE1ZuatHK59r0N/Q7LS86vYV0dPDx7c9P4/U667rcH9VT57cdILkmm7f/sjxsqlb9+74ftJQvZFpv7OtQ8Oj1fv69YfvqjVd9/vsUJn9lEWpRScm5Xqa18ic9OnpvBNvV5yw2trcEHFz4dx5nTt7RvxjrbnZGX3z629q5eE9dQ73NTu14HKobqdwsq9n/KounL/kJNorOn/uBV29+oaTVKf005/+XPcfPpbKzMm9ffFru0sXr+j99z7Sp5/f0CdOxJGQHwwL27Omhw8fpn3t/NlzPgsbuH6oVrshYpq113LMtByTHSelpv0cVfP9LstK9b0vtdxXem/JveedO3vaYw+clNrQhYuntOCk1dnTJ3Tm9LK+/vXXdfnyBbWn6uIfe/V9SPfZtWv66KNPncy9Zhte0CnvM+32lEajkQZ+dhz5fv3Rxx86CTjv+QiRNLt7767mnUy7dv1T9XoHWpibtg/OaHamrUsXL+iFFy9LUerFl15QreGotN/29/c1vzCvzz+/Jv4c8WAwsh/7Yu3Pz895Pu9r5dFDRVZ4HnO99dbX9Oprr2pxcd4yurp06ZyTXTva2XZsN3OXK5qayvXP/tkf68oLZ/Td776tt958Xd/5rXfEX1EgaXrlymXxD8NyP39wqN1o1tS0r3r22Z07t+2TU56/h3rvvffEX3HYcKLx82s3PV/2/dSsev1CP//Z3+jG9VtODL5u3cI+8Lw7Uc2vix/cf+R43dDNG/f1t3/7vopRpnd/9b5Onz6rRr2pn//iF7p165a4b7BfNb2vrK2tW6dd3bv30AnBDc9DW41GQ2+//bYG3v++/rU3jF9Vw/tOt9c33YruOHm/s7uvxaWT2nKinSTozPy8XrF/FpYWnAAZ+VlD+q8/+7l++av3bM+vdcvJ1PmFRfEr1dLRv7Kyqhs3ve7yli5dflGvv/FGkr2xua1Beh4tk17htTEa9nTBa/3Nr13W5UundHi46+eyPW2t72jlwZru31/Vr979WP/pL3/ipGdXC4tLKU4P+Ecl9bpahtnptjgEPXVyWW+8ekX/6Me/45A49Jxv6PWXz+nP/viH+uMf/8DJ1G+ot7/pOB46Fpbsr7v2/4HjTzp37qJO2ZcLS0vWqtSFixetS9fr5Yn331kV5UB7hzuamWvoypUzjrWRcX21WnWdO3NKnc6+94+RfTMS62V3d1el3w9OO1G9tHhC57zW+AcEq07ALyws6MKFC2L/X3bifsl+Xff+uL3qOPO+kmugZq30+J6kkfLcRZY7sdy3/wbpuWvg9xSAtTP0c1/P91Pa3APr9knN7xLEAW0AOnMRuIiwrmH9iwSl10/mRC3P7JGFaA+LoUblyL4oGGa7SnFfTI2jL9rwzq3gyGcBpUrJ481cAH3gKKGtAHqAdkQkvtShq4B2BaUPIKnTp4krIo5bVV9VRoTndZQAIuymr4KKH/jMtBFhlZ8CYyraZ+u2EYQhYkwPXXGkI37GNvhGhKnGH2jGtfF34T3URyHJdvoixrTYCkVE5nnPHUu1VEJTAf1A5VtkTc43fZPAONrBl6Fqu5o+EaGIp5Bn2TPtiKd91diqhEFhQ2ijeyrdxj6gakNXAXjq6E0/PhvZH+DhlcAEqTzCQwc9UDjWoAVXQdX2NHjFlI5dg8cSl4WRyOB8EmC9wCMiHNeR5qAwLQAdQB3eVsM09vSRTeDoB6jTD0SMfTRZjwiaz4A5HfNjfCiO+2kjt+JNG2BZVUS0nwfGAFYxkT3tL45ljfst3UT0VzypPw+Jib8YA9Dv5jMfcF8FzxAeNeDzvF3Pjz8iTcVkH4jJNrwqKB0L9D8LXqO208Yb7bqNha5IySvvaROlCY4/4+ka+wj+rplF+h6X5gk+wbFc+I9ZlO6vwAP88dgJXBp3FGfP14/HmRURQTuCmhQRCdin8sz7gvcGb9kKxzUgvwdQ1oxv5DU/32e+d3jfdr9XskJSabkDvw/wD8y4VzAXX6ZDRHh8rsLPZNBUekSEyrJMawU8a4i1RF22Ed3GskxnufBmLPeDyN0DWPfsqESplGSzXtA9D5lp2UeP+diGiFBEuGZ77Hb6kI8uAPc/2hAkfcwjy8JjwHwRnsocrxNztSlm7HihPgb70faVvhfKd0Md9ZWe/wqU8IXllMoy5JTmU7gy5oXKgBGmkSFkglRGhMdkz9SxPWKMNyeT+ts6YC9Quv48oFaFky94uEhjh34OqfwSEceyIqhD9SxEgDcoxh3JjDK18shUd4w16w21Gk2N4y0X8UhyfeDnyL6BWBsNR+LifbOW+T5m54S5hOODeIS+8LPLCP1MO/QzDYCNx3Bka+GysM8LShtrj0jwcRu7K/rJeoWrSnQBoKmAvqo+LmWfOYbNF1qgPPoCZRWUwEiLd08kGFr/vtdXer51TMs+ZA4a+MjP3JwNLS0t+znwvJDzRbm2yALoA+gfeQ1SnwQLS762CxIf/A4uQRo/jmX8ZBUhO4LSUWpINGUaC19kAIX3kNKAT92p49L0iUESIJsVCuYxc+lYCJdGanyVYxkeYC1S3TlgPQMmRO7fBTpSPCKED9kHAOroVtgvQ8cNgJ/gpf/WyzKSvKPxEdg1hiNUKioZVYkuEZH0ow5EjNsRIa6IsGuCairHtdQct93PuGcgIsadikQZ8WwJEiUwnIVdOSFiHLT0MaEV0GZMBbTT2CMHlo5i2uArgDYiknERz8pnIni5bDioedFo+GWDOkCbiX/fTgAAEABJREFU/mcMOgoWcJN9EU/5hm2N8LeDCRoeZnO/wFCnlC90xNYKsK+qU9IGoKOctIU6uL4PITicGw4HjiOizHHuxTpiA3JQjQyMBxhTgcWnT4R1PAIQ9EPLOHQAqIMD6IfOoxTh7yPAFxFx7N+IENcxvdsRkcZUtBHjNnQVlNYdORUwHqja6AKgF0BfRKQXCnwMMGeUAHWAOr5HdqNR9+HHlGZnZ9KhLPNc9VMC0CIT/3LA3POhR0SIPuSDB/A9beizyAT/iLFdmUulq0xzw8388PDQBzK99NILf+jhiY7UsQd+rANK2rCICIoE4CIi+RK56M946gB1oIpp+GdZnl4c0QG98R3yIyLpnOe5bcuTHyNCXPSjA8A4gDryGd/3gUuFo02955d2YMBadOyV5pU57ikPuz3t+ZCj5xuLfMMtIhP1UqHMa4obDbohN7c+Y9zAB14HCegbOa7li37sxjYAe2lzAEnfyLI7Pjzm0AJgDhkPMGdmkWRSovfAh3URIWQzR/DETiBi7I+IUMQYGId/uQly6FHRD3zDx35kAHmepUQB+kGT2y6AdtM30sx2IwOZm5ub2t7eToch4Lr2174P/uQLWS5S7OBreAHgIsKHbT4gPvI9dmMnvKGBF3wqHPKxE11L3/mhK31TjBjb33UCEX+hE7x6fvjBJsYgj3FjfC/FNboxBj74gzb9VVKEeeGAEJuPxx92fCC5pwOvB8Yt+ZCKcdSZO3SNiHSg1PB65cE6InToOYUv+lFu2V+8aPe8D/KA4AlSy0m1eR9IZXme4obDn/ZUS9MzU2r6ANNsHOs1H+A109xUtuMrZFf+bfjAcXdvzwdhHR+kLorYIlmDL7ETe6ClZC+pO87Ru+MYx078TB82ga9o8RUym+YPT/rxKYCP8R0yoKcvIpKu8IQPNPDmUI55GTh2ocUn4GePEt/QTzv5CA8AmoHjk/ng4JhfMIKjj8SUQmmPiAgf3g/TXgAPeDIOWwDogdKxg3xosIUS3dGDRBHxA/+5+fnkZ/SGDzjs6DteI8a2IR//w4f1BC16Qo8MSmypeU7xDYAceCGTeUM+dPBmPHV8ja7g4AM9fdhUOuaRgUzqsi7Ihhf00DE/2Iwth55XeIAjNuCBHxcXF9OaRR/GYgf8kAXAC0A/ABr0wkfojhxkABUd/qAOH0roGIMt0zPTvnfNprXBGAAbsIU6tNusC++B2MM4+NCPbhFhUyPNLw+eEZFinDU2Nzef+KJTRDgZs6wFryV0xhb8znrjGYb4ky90whfIANABHPSMQ3+TJZnIpw2+Xqv7oL+R8PgVenDzR/ECDt25F7KHMwYfM68RRzrbRtqMJe6ZC2RDiy7Iwzfg0AF/gEdHe0Ed7yfMJ+MYAy/WxZnTZ5Lt0CKT8Yydmmr7HjHUgH+Z7Bfovb1dz33PNsh7YeF1M0htfA1wT8uymn1d9/2m5rHQhe//I9Xyhmq1RsJt7+xqb7+jRrPlBE7T9DXzK9X3euXXSvgCG+uNmumH6ve7vhccqhgNnFzYTkmrQc/PFt198y014l9L56V4sxpZzzKkTLmhoXJYcwKxpnZ9RpJl1ZpOGhdpf6vXM9WcGBh2duQtUycWp1Iy8uSinLzrOVG5q+7+fe1t3lA2WtNMq6NGbOnMUqg+3NRMvauZZkenFjMnPvc12zpQPdtwAnNf+9vXdbB3U93DOxoNHjsZ+cC4Vf3v/+7f69GDFb37tz/XEycr52ZKnTrRsuo72ly9oWZtX6eWc10852TiWy/qwtkFnT+zoPmZluamGzq5NKezp046cZLrpStXFH4WXpid1isvX9LLL57Tg3ufWpeu7e1a7/tqxoFeurSoS+dnzbtnn3TU6e8o8oETI229+fVXNbswpVNnlzW3OO0EdUPr2xva2NvXhtfVru9Zwyg1vTSjsiYNY6SmnXX1tauaWTyh7f2uHq9vpl/hzXrtXHrBOtmvH9+4pvWdbRHPeRY66eTOKSdTxr8Ermno56JPPvt8nGgqc81Oz2p7Y9N7f0NLS4vp2eDwoOsE17byrK3OQanPP7rt5HZN60+2DOuabk5r0Wv4zMlTmmpM6eGjVR10+inODjpd3b1734mwEwnXHxZOAB846Xuonf29lJx8+OiB2tNtnTt/Vq+8+rLOnDmtBdsgX8vLi2KdsyYBo3Tt+jXHTTPt79gz8npkfW87Gdwf9PTD3/u+/sf/6V+rcAL85asX9dILlxU+zg7H2Praiu/nu3526ahWz/X7P/qRMj8XLi4tmGdDm+bBHtNqNfTZ5x9rdm5ap06d0NrGuk5bL+799XpNm1ubanhd7O9ti2Tb/OxU8tf62qpIYuZ5Zp+tOll9qFa7qbyWi/2t0Whp6CRlKNdnn13T9ta2E8n3de3aZ5qZbep3fuf7es1Jwqblh1/9t7e3tGHZv3rvQ33wwa/Vnqo56VbX7s6K18pQG+v3NNUO9b12rl/71LG8oju3btvH++L/mXnnzh3V6nW/c7Q99ye9B/R14GTo9vaOeM64cPGSuj5wee/XH+mjTz63Hre0uXPguGxpZ8/Pd33pkedz2YnMPMvN98B7wED/+a/+qwZ9e9XrOsunvBfIe0ddDx480s9+/jfiufv8+Yu6dOlFzc8tSbaFe8T01LSGTiSfOXPW+IW039VqdftqTa1WzbrtuWyIQ6/CG8ibb37D5wo13bhxT+sb27rvNZubnl8wMyet6Sm1pmacnL+us04+ttozItH6gx/8QPteMwd+5suyuqZm5vWjP/xjDUelDh2TWztb6ZfCFy9dUZ7VlDsGthz3g0HfOi1IZdf27DhO1rS7+1gvvnBB33nnW5qZnlYeDc1PL6vm8vHjVXF9+tlnTuBvifFb2+viF9OPHz/UysPbevT4uspiz/M2p4PdQ33zmy9qYbb0/vOpiuG2rr58Vl/72iuey1X7cahGvaFVJ539qKDMCcWFxUXtdw4cby3rMxT34oH3aBL7Pe+/B909+2jgRPMTvf32N/TmW6+raV++9OIV9Z0YXpyf0fe+/x299trLajRrun7tmmP1lPfzoe7fe6C52UVNt6dV+tlqZ2fbc7yrHfun6B+o3Sh189qH+p//X/9PHe56rbfryryWiOXIXBtJEaHM9Yhxmfpcr9frqtVqCYZ+NyttEEC/fEWEv7/4gWbkNc0YgDYwSUkbABfxlE9EJH2QkXiYDyXPGYC8B5pADi1HZJkS8egOPbxyP+tRAmP+pcmDZoIxzuFxZAvIChcRiTZiXFZ99KND4YQJuEmgbxLoi/B4+xO9KgAPHXoC1CsoijLtLYXPMSI81pDZzohxnbH0TcJYnyKNq/hQTtIwrpIfETQTfTU2IhwzpWgDjAcqHuCoT+KoJ0Z8lXyNfUmt6svy7NiP4OCB76gDEZH6mauIYGjSgwr9QCUbXJZlgpZ4pB0RaXzEuFQoxS800EaEIp7ahnx4Amm8v6q6q+kTEcd+gB5kxJhPoVDhgPPW42ckGUxrXOR1AcpqcsXxmBk8JstkhRJEhIjZACcJlyG7AqPM2xKgcwM88imfB3cnPz2Pn2wzlmcFSoA+xj0PpTWhD0h9KJYqz37RX4GHHHeCo0EJIIv1Wc0bbYD2JDDmqwA+FTxP4+V6bDt8gYr2v7V8XkbVnpT19+FtxaqhruLISRh3Mf2Z13Th56cyBZJjwWVZeCYoDQ4eRYRCjh+534ogH1sB6hW4O8mq2pQRHnsEz/czPiJAJyDRwd4MMD+U3JOoQwtQr/C8x+7t7urAZ0sd35f7PmcaDYYSe5bNzQxhfcP2JHA9syV5eO0aMstmbXLeGRGKeApJIX9hQ57lYp1z3zHK7IsEpe9tHqLIzDUijU/8crfBZSEjVW80lPtZzctVQLg/czv3Mx91QSfUrviWR/xL+3OMc3f6lLaB+cEX1Dkroj5ygshdpskMlqvwWCUwwiW87BA3GPc8GH30eUoHoqIzA5rHMMYXRo/BktwHf8aPrD//wGegwj5KWPunOKYYU/P+zXwOfB8XRPTbiDHvUtiVxhtHHRuhpw6NydMnIjSmQ5cjRqnn2a+IUMQEuBs+ADwneUeEMs8hc87ct6em0nlCs9kUOPkaWW/Ofrp+9+asrOtnQHBWRswCYAepdDyWnh9v0soVquV5uneEeRx/bCN64JnC9cJ+Yz2ktcn4IszHI8rMHDKTUR+DyVXabMZPwjHvowp9VCkBM6Ep6oWZ2Hte7vY79QSF8Atg9qlerUfauZ/DWDuyRqxJD1HDZ8H8A+3p2VmJuDYUtoW5HvLc5OcV6gB86YMXOmjiop3gKDBS3QJSeYSryBPOfVV7XML1qDbZR70C7wvHc+O6DRTzlPTyfFFXwpd+h9dTsL1hyI4ggpah1DMXa/1L4YjKI1KMRcQR5mlRWEcg6ec6NtIb8UVa8L8JsIl7IWUF8ASeHwsOAA8t9aqkDr4qI57Vx6o6nqD4u8Fry+7z4Igxg4ohwyLGOOoJ7Fj6KyXAUQcIPBbucDQ8fliCtoKKZuDDFOhoM94KpEWYHy3GqgQPRISn10AJeDMAX0FEwMbGlscA70oGdaBqU1Y6gq8APWVeeZYlfeAPDnpoIsKLqpE2n1arlTYfaBAe4U3BHo8Y6wKOsRUwvuJDX+Fgpq/wgizYVDy2Km0EJF+AiLB6kQIVH7H5AdTRI2LcHxGSP5q4kDXRdNUT6e/qw/gEjD1CRoQingL9yEImG3HdL+rUwQH0R4zpqQMRccRNSe+KPo2feIFs+MYMsKlHhF9e+07m7IuDUuIK/SPGPh55Q8CXlUzkDH3QBQ6Atu9EIgdKHLLDA99WUNHgAcZmWZ7mO3f8oSzjAeaBMeAiIs13pXfacFOcZMmuioYSYByArIg4HouMzOPgQwxhb57XLKpMfOgHoKHEXwBtKcRFnT54MD75zfHYbLVV900xt1/bHGTUG1KW+3U+VESm0nVZVs0HwrVGU+G6w9CHTtNibNM8Gh6PPORwQIzvun6Yk2VHmI9jFf+jA/KBPM/TeueGBC2HdUPfkLEfOvhFVGNHAt/wfHMoz2Hl8vIJUccf8oXPGAONmz406Yp5hC9tZALQ0IbfMXg9MR7oOulIyVyiB3oCjJ22f5BJGxr4UJKMICGHvJ5jiEMt5CKreeQbxlQAb/pJJuzs7KS4jQhFBCyFXGga9cZxHRz80Bk5jOt2O8kv4AAGVzKgb9hfMzMz6XCo7WQkvkIf+kbeb/E3POmjRCbjaQPQ5zzoHs0VdjG3FRDP8GMsPCNivNf5YavpuBo5UMoyNPQLSmQ15bWGhn4p4dcypUK5Y0keI1+loe89noPJpLN9jc9HfujIHPvuTnNKm3ER8B36cG2Q8JUv0RH/MCf4iHgkxrA1tx1D251luZABL+aBOnZQxxZk4bua9yoebqHLrAP88DN1IIefYxZ58Kj5gYr42XOyFn3QAUA+9CR3Zv1gBQ94AshkDPqB7/vgFdnoQxtdKCu74BURdi+SWZkAABAASURBVNt4f4Av89Z34hn9mBsS+OODwJ5G3uPQj3HwgBfy0Is5xseUyMFXxDjzjm4ANiIDfUgGVrp58xE6V33gAR60GYM+8AOQjz/Awx9Z0EaENjY2UtKPh2r0QB/kUqekvbCwkOaL8ejGWOoRIUr5Ql5Fj63U0Zl++gD8hG/wU6PZEHNBiU+wA5sixvcR9GY+ka+jCzrw8KzwtJGHXugMH+Tw8M9cIBddANjQZgy+i4j0YhoRoh9AZ+ylH7/BDxy6AoxlHqmDh44SgDbJ9n7L2Igx/8JrCNkANJTEALrQxh5exPkXoryIVzzxM/3wRC76gZubm0u+gw5dGI8+8O14T4I2Inxo33LSqCmFfIC8n/Y5aPFrnuWJB+PRXb7Q2UXa86DBr8TN9va2aKOLzCwiUnvaB/3tNjIax/GR5Vn6R1XommWZ5bfEg/P+4b7WncgZ2jeybPlVjl86DXyfGvQ6fnHoKZxAK5ywbDRzP0fsOr4HGnhdDZwA2HJyZ2WFRFFH7CHwx4eU+EG+pr1nNVvN47mcn53RPL9UtL74pGteJL8GTnaUkalwcm3PydZdJ3S6hzsqhmM9Sh/Qz7QbqmeF38EGyjTU0DrKd+Uhvx7yCxTx16q3VQxKTdVbamR1DTs9dfnHAX6hRa+eEwThBFdWdtRuFfZ3aboD893X4kypKNd9mL+vw517TqjuaW3lM8Mn0mBNebGhZmyZ7lBz7T0V3QdamO5otnnoxOyuit664Lv55L7xmc6fmVY99lX0d51cu6TDPSeMbF/Tya0zZ06p0cx09sy8Wo2RavmBkx4PreuqRv1NnVhq6BvffFV2nVqNmqIsNTczp8cPH5nPoVreh0+eOKFdx8GB+TJfr712WdvbT1TPe57JrvmtqV4bqufER5YXqlve3Xt37bHCydItrXqfufPgvta3ttQblto96Bi/q/uP1nXQL3XQG2rHSc09J4dOnT2rcxcuKas3tHfYVWt6TuF719nzl7S9u2Pvl+IfI51xcmlhYUll1FQWoY8+dIJ3alY//8W7qjfaTr7sO2HW1Xvvf6yVR2tyrl7yAQD/EGVUDBSe357nem1rVw8f7+iX713XnhNsxSjT9taOE3RTOuME44wTiWtrj7Wzu6kPPnzPz7eHevPNt5w8mtemE7w//N0f6ty5807mnVLNvnrllVe1xK/fTiwT5mo6cXj+/DllWTiZtu/k1ZaGVoZfwfPLxr/4i7+w3D2PrXm9NHXW9q+traX76ksvvaShE6jzC7NadPI3U5nWybXPP9DG+kN9+MG7un37uv72b36q9bVHtjvUckKoVsvU9np4+eWX9D/93/4v1vcN7e3vam5+1omkTcf+SF//+pv67nff0Y//6EdOnm4n+quvXDXNvC5euqiWA+Le3bspYXrr5g2xd3e8v9y/e8+rrZQXhhYW533/OHRC7YE2tjbk27v5ftP+2xV+2N3d994wrbfeesPj10y7azhUmAP36U8+uaa5uRnvGQ37pmPdCie8m3rlpXP6J//4R3rz9Re0ONfS1uYTbaw+1scffqhWs2l+b+mFF64ootQnH38sfv1x//59yx8Jn/3u7/6O2k6gHTjOZucW9eMf/6lOnDynMxeu6P7DVf3lX/3UvprWD773e05O/6E+caL1L/7irzy3Ha09Wdf7732iw4OhTp44r421PY1GuWWM7KN570mF52laO9v7erjyWCQaDzv7nt9MbG97e4fmc+g991DbTuo2/Nyeec+reV0sL81peXFBzG/f+9GTJxv6yX/5hZ+Vh4nf4uKyPr92XSRTP/30U/3tL38pniXyel37tuXs2fPiHk/C1MZ7Tg/1b/7tf9Bf/OVP9G//t3/v2DrwfHV15twZXbx8Me35zWZbjx6ueB7m1Pa64H99kOXhsdtOntZ19uycrl49o6+9cUlXXzin0knG8Pva6ZOn9KLjj+fFlp9fc4+5ffO6iE9+JXz+/Gl94Pib4dfh0fF8L+uP/+RNdQ83nNB8z0lwaW469Ns/+Kbeeeeb+qf/5E/153/6B3rkfeDw4MA+2hfreNXz+vnnn+nWrTvW6UCbXnv37z/UtevX1bTcRqMu5aXOXjija06ol96D79+7o5OnlnXl0nmtrz+xzF3xK+1XX3lJCwvz2nDiuChGXuOR4pi43dnZduwdaNH+P336hK5cPKuTi9Namm2pFgPdvv6JBp1dtb1e89xz6WfnUiH28tJ7okNWEZGAduHJpqSLMiJECUREioeIMa4wEfg8zxM+y7JURoz76dPRBV+AJnSU9ANVnXsefREBKkHm/YUKdIynjBjzr/DggIg4siP18JUAW+ENDRARCc8XbfoquRGReERU5dgm+qGvdKAOMB4A/zx8GR7cJNi53jeHRzBK84K+AHTIiBjrgg4R4zr4CqBFdkUPPvgyVDhKADqzSM+48DOJd1++9ZzdkdryVY2jRF94ALThRTl0kgV+EeH9ojCZo+yojn74mJJxZvmVH/qhg74C+FexRn8Cr2Xo6KOEFjztinnE2Ab0Al9B1U9ZHluvpHNF80wJ4REMfDMY+P1s5HUy8tjS+MJAnV+vAoOy0NDPx33T9k078Jql3un1tO/nqK7LkfX38rHQMPjjBvoD2FMBdlX1Z3QyfdW2+Gd0px0Raf7gB5Tpvbl8hs6tZ9vmaTKGH8MkzTHy71lBP0gpK0AXgHZVUgdoV0C7tB8ZPwmldaR9VFB9Buj/KniG8Esa/5BxzHtFj85VnbJqF3YmUImiL9UZnCr+ou4ASvPjcwy5DoT36XAfYwBTprmirIC4rvl8gP1XitRPrBAzg8HA9/RB2k8YXxCvjkP6AOgiIj2fMT4ixAVd3+8mvIdEcJ9pifeCSg4yAdqUWWSKGI/1ciCQE4BhzcKPNQEMLZ/Su4NsnuS9PTLuSaU4pxn4rAZ6hRQRyvJckdNQuio7KIGE9Be2MK4CfGl02ofoGx0FC/20K/tpQ5fssB7UE19Extif0EAP2MH+eEWkeYHahIKOMjNiDKWNGwOuGPeXx2PE9B7xMdKj+FS+Qj6AXIA6QL2C59sj5tb7Teq3ILgC+DZzfFDyjgochddYBws2ud9lmRHrRbx6zcEfcLci4giUSnwlX0mW5T4tR8nfjDsG+JkGn0NX4T08fSJC8IsYl8QhcUW8AbQj7D/zwf+DXl99Eqq9gay0ssjU8HlfPcsFn8y0IfkdUgqPEYCBBmSLy44Jl6HweENmiCzVI0Lji3IMHiq75AhCDuEEpd/NqFMmSHM+9iHxZzFmFUrj+XILHdI8q9SoLFRYP3CArA994TjMHff4IcLjobUg1gb3HUefMtuMvRHoKMkleAAelKLLtsGPutXznJfHUJovOPRMddqS+EFJCZV1Ri/A6PShDsiD3G3bygQRoYgxJJ4hOJhs3M9gxgEeIHeAGpcEpPl5gBJM1t2HHL9wq/T9kvOvkj0SgM7AHgkknlXb3CNC+AiZhWOwAtrylWeZ8HPu9QEdYPR/06dIc1mkvbaK9Ul5yKxgUgA0xDXAOAAcAD20kyX1MchuLP9OyMqyZHwiShV/RcTxREVM1B0olQMQQL2CiPBIf+xc+lw75hkRyYnQ6uiKiOR4cEBysgP6+ZK+ynEYXBmfJlJ6hge0FbjLC2dkHYoEdoU/REqhzJEAsGwcMSr9UjXyTWXomyG6w4OFxeZCSRuICNiab2ko0kQWR0HDOOqUQEQc66aJKyKSbxOqtEqOXMZVUG3S2FnBJD/0Qa+GEywAdXyGftBVUPF7vqRfCnExJmJcp211KBKM6aSISHOHDGQDEaFwLESE4AGwQJo+nGg5KQe0/fI67UMY9JMvaKjTBx1tZFQ2UnJQeehDsI4ffqtgR/+KbowbihIAH2FdDNBFRHoIqdcbqSRpUPPhQdoQ7WerkeyhrCAiUhVe6IR92Iov0IkHJEr6IyLZayZq2k4OF7CJMYxlHPUKRx29GKujq/AmPfIDP/gIR6A3Bezu+WbV8IElfszyXMgorPPIm78/vhFIQ1c6TtLs7B9I3tyLyDQwjn2OQ5JS4QMQvzz4ILbvWB76Zo/+yEeXhmMGPSMiPdCB45Ab4EBGvnLLRv+m5xKIiDT/1Jk7DiRG5ov/oWOOSUDRR/JgZmZW0MJnEuQLmxmHrHHZ8yFIV5V+jIMP87/lw9IdJyjxDXyQBR0PnPRTAvAya2FXnuVJ14ixfbltwWbsjAjI0rpFNrpkjmGSUfgoItJY+aJNP+MrW40WvMDRT5v4arenjG8KHHqh70E64DlIB1DIOjw89KHMRgJ0Rld0ggclPsRueIOLiGRPRCS+8OPA8NDzCn/5wlesMcajK36IeGo3vOjDZxHGO17QBVrk8QsvfnE6Pz/v+Wopy+vKaw11HYd7+4fyfdTrrNC+Y63nB6rSMvt+eccW+ERE2v+MVqVHRNgXDc0exYB8oRe+6fllFkB+RCRf44csyxURyrLMY5s+DJ3yYd1MSrBjI4C+JHlI/lSycs8th1n4jTkCIsYvItiFzIixjpXOzF9EaN5JJOTt7+8n/zKP8GEMMQee5NyME9iMIa4XFxdTnNLGpm0nBJhL7EE28Ylu8AFHLDBv2BwRxzZCh2wA2/Alc8saZBz85QsZzA3zBB1zCW/sBmgjD7/AC3ll2ku6PlA9THEOr4hIbexCH/giE1vRG94RkegjIs0DemAbMtBXvqBlLDj4GuX5aiR69ME/8Ko3GslW6LhHl97DkPfkyZOkR8RYFnMCDXLQHznwocQmbKWfPkrwjUY9xQd06BARPmzfFofz8EEWfYxhPCU6oTdzis3YxpxMO4EHPXrQDz3zDQ14ZDK25SQf+BNOAjEf+BwZxOK072+Mo80Y5hH+ESEuDq8p4cl+Rh9j4A1PeCEb3Zh/9IIeXvgMOnRo+B5G265Maw462hGR7nPwwj/wg770Mwlt+CAbGRU9uEpfYobDeBLh+Iox0EJDHR9Dg36VTMaCp586wFjmDP/gD9YXQBIFG9CLfzSztLSsWSep2j6Ub9Qa2t/ZdxKuUN9JnmarpuGI+8GhY0reHzLfG3ppL1BQ78tva2pNOeZ8IF74PtpuN9V0spK1Oij9XFCOnK4sfNDddeiFBk62De2LMkJmqPb0jGbm5lVvNszLe4N5YBc2Ez/EArZTx2b2BeZsZB4c1nFAV0qqeT7qjaZqBkVN4b0rr9WTzHI4Uq7wy2V4vygE70MnL0ZOloZ7srymLOpjcEJu4OTfgZNTg96Bup1taeSkUbvQTKtQpp7ajULLTlJOtwdOFskH+j3Vs10tzo801er48XVLg+66plsDFcNtzc/muvrSGZ05Oa269rS1fst0XTXqm973DpVl66ZbNe99DXq76c8F52VofnpBnd0DJ0YP1KxnIvG0ND+rH/7u7+udt3+gi+de1ObGrt599z3duXNTly+ftR5OCjXkJGpbi/NNnVie0fxMU7U8896Q+75Ss74NsYfxJ0y3t7ZAF56tAAAQAElEQVStw6xInpxYXvB9oq2bNz7XvpOLpZOSJIgWFufEn9V8+GhFd5zUml1Y0snTp9M+ff/+g7RPeZvT3Oy8ZqZmdO7Mef3gu7/jfcHJqWFobuGEQrkicj1+vGr/D+Rp1lR7Rj0/V245GbvnhHru56bO3r59VDrZnKmRNcSLZc8J8n0nXh+vbmh2fskHTqVOnDmn/kjKm1Pa3u066bKjv/iPf6V0OXE/0kB1x+IHn3xm+WfMZkaPndy9ePGivvX2t5wcelnnzp9yPHa0sDijdrumK042nTxxSjPTs1pd21DhOej43kvS8OOPP9WWE0FdJ8n4/5puO0m/sLDg+J1ycnVZd+7e1urqE8dboSUnfLa2N7S7t6tLTly+8cZrevDggYhh9Lt9+3Z67piZmRZrZt90a07o7h9sORYKzc/POGn5NTWauRqNmn70ox96jUx73U1p2nvfyPOytbGmv/3FL3TdiapalgtdDg/3nUxatI9XnChccqwPNTc9pQ8/vC3+H6HNZss6HKRYOO+EXFEOdMNzXXidHvj54vGjVff3HR9TjqtNJ4F3nVC852TeX+gXTuh2+l2v7aZOnT4pHkbyPHcyeODE2aEazaZ+8ct3dfPmTU21mlqYm9Z/909+pP/hf/jv9T/+X/+V3nZC///xf/9Xeu3Vl/TOb31dWQz18svn9fprL+rP/+yP9ed//o/0zjvfUqsZunLloi69cEnE23BYiKSkH8+1u7tn/Xri/9u67+e302cvWJcL+n//f/4X40daWdmwWrnn9x399Ke/0O3b96xfqWufP9SVyy9Yrym9/e3f0h/+4Y+9bhd12BkorzUdx4X9njv25zy+9Jihpmdm0ph1J+52neRf8JzyDz4uXbqkRr3pZ7B9nTl9Vo1GXbVmYfkd8cuVzz77VEtLS+Y5tD5PdOH8ZS3ML+v+g8facvKV/7do7oOLufk5zZvnltcf8bVj2+44uf3xx584jta08vCR+5d1+vQp8Zzgx3vt7Xa0sbmuJ49X1J5qyhta2o+nWjNpzh49eqwpP/vWa23tbB/q82vXrOO870cdXb40pze/dk7/+v/43znB6LiqS7fv3NWFC+f1k598bHt2NT09rV73ULuO7Tykq6+8qMXlBXGfunr1im3q6pKTlH0nZHPP3/17NzQ9lXt/2tR//qv/TaPBgd54/VUtzs1oa2NVn378a/uxpcuXL2nktTQztaBBv1CzNa2Xr74mea9d8X6QZQ3vYe9rdW3V99KeVh7d18HBtuem1MmTi36WcKL+cM/lakpUP3x4T7J89qz5hVlNTzdtY+79pu15ONTO7pZl1DU73VKejdRuhrY2Hzsm/rNuXP9MA7+HlSKEC3+PP9xTwGMrz1XUKa2kap6v3LEeEV5TZQLoS9/8I8KxbGf5w1iAcZRVv3xRnxwTMeYFDqj6qUdEkpllmSJC4zLzXlEkgFa+IsY8aE9ChJVxP5+iKO3TEdUEEU/7JsdUdfRG/8L3VwD8ZEkfOOjAw5Q2bCPG+oADwOO/yncVrhoXEbZtrA/zAT2giSsikg8mUF+ohjERkeiq8ZTIGflGg67oDSScF9O4v0z+BAfQP/JLFiXtCsa0xTO0VV9VVuOgZTxQ9Ymbo3XkQ38F9INjfilpV3EHDbgKaAOFdcceYOQEJf0RkeY44dwPH2jpo5yEiLGfJvugr+U1z0UGWtCDwybqQOrwF3XA1WO6wvaBAybthkfhNQK+8J2Rknn2glGWZ17+Y1083Lxk/0rl0eG8py09I9AGTKw4eoaQ9xLArFWBfEWEMq8Z+UIW8it9jEqfUv7Pg+gHEvJLvkxi3s/SQv9VMMmioqlwVRt9ngf0q/or+smy6qvGVe2nNF+u49P+Z2uMH/P68nH0exaeHXTUom881rNpB9GehIg4ovxiMUlH72SbesW3KvFLVac/IhQRDE0ArgJoeaYn/gsCxxQR8Qy9NRax6K6EZ0/nnQmIGO9byIMXpb0jc1BEiDZQyYMHEBEUKeaIu4hxGzrogYrfyHE38p46NKTS65QSncIxm9dyRebxEaKduZ37vkMZYR3s75GBO1bpdgJLZz3BA1nInYSiLNK+QB96jP1TCF2xn30ZoB0R5qZEX/EAQV9FQz0zXdVfldABEZH8FRHPrR1HlHWHhgKwG+zX8jm6EpIEk7wjIuEmv+jHLkrwVTlZr3CU0FpY0g87IiLVI0KueHYkygLlvA0GD0C55C3HW4/15OfHtDPb5jHQMX8AdaC0v0uPB5AHlL7/0gbM7Us/oUh4/AygHyXAPI0hFzHCs36UocLPxUO/i/AraYAE68jvuaXjyo5VaQcXvpfJ+gBhPQS4TR9APyUQxicl/BUx1gedgWSH+ykBcBGhiKfgYeO2wpMNaCzOMsc+ktWw3g5gq6Yx2K+0Pe3EtgvTFI5BI91AFvfDns8pyRfAx2gV9vPQdhLTAPogH4gIRTyFCkcJ3SQknL8qXGEb4V86GgrLSHj6j6Cg/wiMMpWpabtG+3lwr+2x3fZB4gXtBCieH/HFdkUSx8zkYaFxW2Yu8b8Y8guuEphusl2OSvtzJHz5vA7yxV6T544tA3EHjdH/4A8+s+jjcf8QPs/rVjGJsJ1fBvZARfObypRMnVQmItKYiKdlxNM6TmDBUQLUcVBVgssiO+aR2mzgdiAHcAC0AOMAaCJCEV8E+gA5iMoq6FI5UumbWeFEaPklUIwGCo/JvSHVkO/S7AWUDrKRF0iRxheiHRHKTKcvuSLMyWOgK7wyGTceXxwHzli/8RRHROIFv8o+6vIVMbbR1ST3Kc8ivUhyE3oWBumFjIWe8E5oUAdoo0cF6EYdnhEx1iEy2zyWGXGEs534H2A+0I0xkxAxpkV/IMvyxMdK+1OmRQM98pBLPTPfiLGv0A2gf99Ji+2dbXGgDGxvb4uDZw4v2bz6TtZgD7TyhV48eDR9aIJ+EZH8TP+Y50iMq5IDHnLsO/DQ8MADHp0yj4cfkDsOwVe8oKWODQB2VED7+T7a6Nrr98ymTH6ABwB9RAgZ2EAZEWIzZoMmGdX3Yd3AN6dS4Zd+qfDNil+NclDbc0K/ML70nHlf0sA3qL5fYoAe/3KNjd4v5/BFB2QC2IpeFeBvcNDJFzT0RYRbOtYZO/EPPp7xgQ6H3hDAOyJ8aFBPtsg6QVf5DzvxMxAxpqMvIhwbReKPPOjki7H4AznIaDkRTb0oShVeTyYRNNR3d3d9SNEVcw+OccC4nisikk7wiYg0jjr8oEGPCvABMYIuEehWprWE3gB2Li8v+WBkSshAr4WFBS0Y8Adt+NLH4SRjKl+iK0C79H6EvsilBPA9cqGBx9zcnCo9KzraQL1eSzazHpg7gDry5Av5jKnXx/MREckP8CfZAWAL47AXvTmsQmeAPnjgH/SihB96sg5v3rolDu/wPTyhp2QM+uPH0vtfnmc+nO6nOWNspQ/JLPQFxxhkAozNvCdwCEhigjp0lZ4c3FGHDj/2vaaQhXzsoM/mp3iiXe0dlb3oDr4aAy3ykUEJ5F7vQMR4/iPC/ArHaZliDJ2xlbH4bXZ2VsxVo95I/Y1GI8UMMlrt1jFuPG/1xCcihP7ozTpnb4An/oE/JbZgLz7Al+gIPbYjAzra2MO8w6/y4aSd+BpdsAmdSVIgC9273Z71G+u470QBtPCvaJuNZtIXOYxlHLLph442uhVel/SjSwXoU3itolu32xVzcHjYSXYzBkgPoI4T6LBn2gf4+AndmH94Ygu08/Pzya/Ipw0/+GLboQ+vkUsbefTRPjg49HrPkw34FN74kzq8oek6YcJ4kre08Ts0rAdkQcscF7YRucQIgBziKyLSXkBf5Rfkszbgi/6U6+sb4hdM1JGNDPjjw26vm/aowv6iPb8w73lpivlfX19PdcbAi3Hoc/LkSR+WN5JttIlB9Ep+t0+hx7/wBId+zCO6wbcCcDyIO9oFH3wPnwrwA7iIsC+zlOhiLqan2+p1OaTf9foYiGTJ1taGCva2VlNZbvo8s+4NZX66rrvdbtadcGmK+lTLuvuZK3efyZwYPPD9fjPxCuPgB+zv7/jev6Nmo6Zz5846GTCvE96D0SnzXoEcfIqdudfuo0ePRCwTFxGZkw9dyU/y/cGhevbzyJkP/oV1w/Iz76OR1RQcDjgJUShzImBWne5Afd93d/cOXO8rrzXEL7IGvg/X63WRbGh4nRNPxC0xg4+3fNDPHBFHe3s7jteelGc6tJ+QPbTsbtqzhsrzmuevpbwxpTIakiGiqWZr1km5E2q4HA7D62akfq/QsDvUsD9Q4ft6uxGanco01Rwoz3bE/4e011lRu9Vx0mBduzt3HReb2t66qd3tW9ravOmk1U/06NEn9sGa7jnRcLi/bf0Ote/D/ZMnFv1ePlCjVur0qVnL2dXO9j0N+quaag2dPLnpecsNTZ09fcZzMaVmc1o3rt1WZ+/QunXNd99JuZu6dfuG7009nb1wRU/WtrSwdNKJhl19/NGnmpub1WDgveBwx/W257qvwbCr/rDjZM6asnykXn/PCYc1vfTSZZVOde/ubSmcgCydKL5154b3j779VhNX4TWJ33cPDrS6saWHa5u6ee+BtrzWcoVOL59Qq97QhbPn1HVCrvQz/M7WluadWF12EvVwr6POfkezM7NO1O9qxcnYTz/8SId+pthxoqqeS9OOkWnH3sWzZ3TCSaYDP4s+vn9Pvf09jTwfdfNvtKa18nhdZeS6c++hHtxb0eXLL+rsmYtaXd1UzbHVaDY8pw0nYvYT8IvRjpOwTc//b//O7+m3f/d7Onf+pA4Od72GRppy8mjLshp+pn2w8lAnT52yX/eVeY6yrLDfeo7qkZNN/9lrZ9+xUNeZE0tOCL6ilhOT7J9PnqyKhNvXvvZNra9vO4H3UDecpDp9ZkHvfPfrevGlSzr0mnjltTc8b/ecRN3SSSfIcsfscNDR/OKUTp+Z1Te+8ZJqtZ7XwqYyz0Utz3X69Dnde7iqx7ZvMArP4cjzyQqSTiwtOhF9oM8+/sz+7euR6Vr20efXr6f9o/Q6aJjHdKOuf/Ev/ljtdkvrTti26pnjLZzcv6h/9k//VD/84Q/0W9/7tvb8vD+/fFo1+2rdMbXlue4cHjjGvY6ygd5686qKbF/3H93Q6to9LSxM6YNf/Tr9/zcP9vuq1WdVFg1NNaZ17bPP1e/uaKbVs6xtba59oLnWvn7187/Q+sqKnjx6otm5tn76s//imN4TvyI+7OypXu/rB7/zlm7e/djzPFTpFXP//hOpbOm//vRd7e54DTgeDjv7arfqjtOB5udO6czZV3Tj5oZWnxwoU0s3r99yIvScdWyr3znQicVpnT15VqdPLml/b92J2lN657e/qbWdJ+LPT5N039rZ1sqD+zq5PJ+Sb69cfcFrZFVnLyzpw88/Vq/o68z5k5qeaeqFK+f17W99XY+fPNBw1NfDBytef5uOlUJvfuMtPbHv+sNcbmdlqwAAEABJREFUOzsdJ8Hnvc/1te1966ITlye8r3pqdHg40K2b93TXa2lpeUGvv/6a1rymzpw5p7nFRR34ueH9X/9K3Gbe/vbbOnHipP7oj/9Yb731ddt7xvHY04nlk1o8sZzmm/ff5eVlz/G6ZqYW9K2vf0/nTl/Qvft31KgP9PjRNeXZnn1Q1x/96NtuP9DU9Ix4zvwn/+T74h8ZtFpNbW2ta3X1kRPXW7p86QU9WlnTIyc8+XVvltU8Rw19/7s/0Ggw0t7uvnnn+vqbL+ryhVO6c4s//Xuos6eX7f8L+v73vqOXrlxWLcJ0Uzr0nt+oT6tem9bS4ik/364ZP+Pk+Ipqxv34xz/Wb73zthYX5zy/Ddu8bHzmfbCuxaU5t5ds87z++E9+pB/+/g/0ihPzi0szXrOHOjjcT+t1/2A3+aPWaMi5Ws3Mtr2/79mOu1pfXdGjRw9V+Bmg4f6W1z1l7nVS88F13fcd6pq4IkLc5/b9vsy4LMu8BkeihGzk/Q5gj+Q+T0k7IpRF5vkrkzzG6rmL54UKTwlAEhFJBvyQzTMXUPVXshn/VQAfYLKf9pcB/CpARgWMreipTwJ+YkyFG40KRUSyFx/Ag/6wD/AH7edhPHYsgT7Zt0BpPlWZ6m6H+0qTFl4Q0E7C8GgOIsLDxj5HJpBnecJFhCLGkGUhrrH8MulMOyJMG4lORxdyKnuOUKk/YkwX8bSs+iu+EeM+eFRQ0VQlePSkZBx25o5HAP9BBx6oaNCf/twxCx6ICOueJYgIybsneIBxQOm4j4ikvwmS3Qlvn9KOiInxkkLHF3wAEBGhiKdgRscxDg08AeoVMI46JXZV+tMGjw8ogYgJ3iYAB8Cz8PnLyFD4ucSPwTYzEvjYUKNhmYB6WvxsAAabbXyhNM6HOCVjCaYJ3vAHjEof4oz285A6v+Rrko7u59sR8azPIHoOJsf8pvpzQ7+yCZ/CDsC/AHWgtPMonwcYEQ6lv54H+ip4vo921VeVEVFVHSJHDjcG2ufB6C98Kho6qvqXlRGhOFrTz9NGhLJaLtbVyDZzpjd0CfR9I+4MeqLkl9b94VCUnBcMnZji3U6+iFcXKcbx4RA6n/mxP9OudIJmEhIeRJ4l+WE9ki5u+2YsWefS4MCQH+9SGxrWNWUZEsnXgc/SJ+MRlgA4dEzg+SqMfB7grexIfpihaZJepnf1mQ94EBEh1mdEeM2M0v0Pm8e2yrjCvig9p5K3GX89/USMZYCp+E2WVR3dWYfEH7gKGPf3gYiwafEF0oiwuVkCbMiw3biIeEbViEjjI75Y6rkrYkwziUb/L4DCz4C+/0Qu3lOU5YojkPVQhJ4BHV1G4wf8W5X4uwLw7F04PM8yNesN8UxVOEb7nPv4DKZ70FHfZ9HgSq93aDPL4xmEMiIs2nAkMhWOAWiBgj0x7avMLVHkqaXfAO14fp7ixm1i4IvrGnoJWfaH11phfRKYF+N0fIVkvYBSrhtMqojM+EyFFwAQfg/IspqAUIZpViRSCb8K9NwFHrn4j/K5bo8f6+/v4y7GJNAYm+pHelOvCKknsNqlkVCn9hGtUWP+5oM3C8pJX7g9Sf9ldXhMQkQoIhKK74hQpNbEV2FNjnSAJ3ZjP/VJYARt+iugHYFfS1U4SvCTwNjnISJT7ucW1lsFEaGIMUzSP8+rov+qMmLMI2JcKszNseHv3/hx7EM9posIRYQqQZGFuI4VsvNoR4Sg0dFFPc/yhKMeHhcxdhRjI0LggckXCdruskwJSaUD4FkYOUjG4Ig2TWlwuJiu8FNMAj/cVpMQEYoYA7zlqzQopIhIOkS4ofHFOKB0QIwxluL6sxvLyBv6swA9wJiIMT8Po2l9y2NICH9FjH2BLMCoZwIIHFDxpP8pjMcSpOg1cMKNkvbkGOzNHWC8pAH4mXbumyol/REx9oPpnmln2bE+yKWPMRVEME5pbEQmDl/gHzHWjRs9fx7r0IfgvIhVQBs9oWWjxT50BqirumLsd3CTsqlDAn3heYZXRQNP6gB6QoceyO74QB3g5RA8DwC06QMH9HwzAKjDF7qISHONf5EJDh0iQlWJPKDX7/ugcKCR14Q/Krzghn545tD2sNvXrg/7tnb2tLG1o8NOz7RDDXxDGjlQCgdlfzD0i3nPuKGwZXpqRhGZkEO76ZfvlpOOAPWmEyENv5RThwbdsXdkv0SE0Bc/NHygxfwD0DEGfo16QxzItdttHxg002bkYYqIVG+YN8CYtK58p4mIFMv4o++DJWT2bTdt+Sq9Dnnx58AZPP0kHfA1epW21QySbugHDppJvc3GB7IDDR3X6I+O6I7OADoxFv6wm5mZEUkCSvrCew39APzhDU/a+Ao6+IFDH3hWPogIz0HXh6EHCZCBbcQtiShsgR86ox9lxRfZ6Duen7bg2fZ8MR77GYc+8ATq9bqgjQgffO2kAzH4QcNhfdsHkHNHCVd0jIg0N9TxCfIq3pTYw1yBhy92UmIjcwKgX0Sk+MIm9IAfY6BDPvXz585penrqeJ7gW9FRhw9j8SP4Sj6+QHf8jD74bHV1VR0n2RgTEenhuO/YwU5owMMTPujs+3zyPfqhMyW0lX7IQB669h17tKu+PR860Qcv7IA/NPRHBM3j2EYuNG3Hf1WHjnmqgFiCHzqgC3GdmPgLnfIsT7H6vAx3Jx+jR9PraMYHh8Qo85Yf7bX4DhuQSR08tuAL5g16/EEMLPnwemFhIemOLHSib35+3omHRooLdGY/QyZ1aJiHiEjrg0QmfOGPPMr2VNsHtDOJRzWOOUMP9ALGtuQUaZ9o1P0w7YMU5MOPDugatrPmewsywaELiUzsQhd0QnfiA3+iAz5kLLLxLzoB0NJHHTr6qcM3IpIf8D370qEP3ZEFX0r5gic8XBXJCsYC005gVDrAEzpsRZ9KR9qMRW9kQ0M7Yhy76Alf+NEHTaNedxJwUee8bpgT5NAPICfznsQY/IWsDR9cowdzilx4Yi8+ZSw6wJuxxAwy6KckLvAx43d3nJjxvgweXEQk3xDTlR6VHdhAHZ7MVUR4Ky5T/LI/EdvoG4GdXQ17h1LR8+F4M8HZ0yd04eI5nXBSIDKp76Rfz4DPS+sgX8QzSVwSxOhkVNpP0R3bT5856UTGtKamW6o7sTK/MKO5+WmTDXxP3PU9clNP1lfEr4TW1taSbvV6M8WvidJ+ObZtVo1GTUMfKgx9D2XPCCvFr7iGPmxQyMmIffX7I9WbUy4L9XyYzmHYwPdZmSAirEP92Af1Rt337oGSDfyK6/HjtA+tO9mNv/DvyLxbPvTnz7DLF/PE1M5Mt23HrPXt+6Wyq7wWvo/3TCHXG8rrDXFYwr1+fXPT+vQUEZI/7amWEyg1zU811MpGykeHmqoPNdUaGN/365ufFw4eeg+950TrmvLY0+ef/lztVld7O/d0+9Z7kvb9nLKnYnigO3duqmaf9Qaybbk6nb6TD4WTQTtOuK1qb29bN29+7s7CSY2V9HI88sEO8UFyed2xuefntp4TFqMi097WvjbWVnXq9KIWl6d09vySGlM1+3fLL++l3v/1B7p1577WnQRbc+Jte3tbW7ax9LPAw4cPxJ+A5R8T1OqhqZm6eczo5JlFdZ1UPXvhpGqNQvsHG07gbNlnh77vzCS/95xga7ba6Tkpy+p69fU3rMNZ637bSY0TTub1tDi/mGJgzfcYYvfmjRt6tPJIt2/e0sjPD4Xn69rnn4tfc/b8zNV1crPve8+U93zWIc+g/WFP07PTWt9e19b+thZPndDlF19wHPTVyGriwOCV117TvJOzytpOyow0uzDve+NQC07a1p0gf+Gll/SWE1xDHzztHex57KF63X1942uvaqopL6N9/eq9n6o72vM569C295wMW9P2zr4+dBI6yxu6c/eBlpdm9cRJshNOmp6/eF6PHq3YH9O6cvmKHjgRvLez4z245meFdf385z9XvdbwvnPCPj7Q3kHX85F5rcw7iTOT1sqt27edbHtk+k3jZ9VuT4n/lULpB6e1jTWRvOIf+uzubcvLx88h22p4HTT9bHnn7j0NvK5/9rfvam1z2zqP1BsUTm49EYnfM97rFheW0q/1lp2ke+hE5cWLF/Tw4X3VvR9ueN2srj5RI890+sQJNc33vpPU01NTYr/76OOP9av339e16zds45Q4jNnZ205xtbgwp2G/o7e/8TX91re+phcvn1GzJi3MtfTqKy9q0D3Q//lf/0v96Z/8geN6y0ngQ7355us6f/6M+DVle2rGCa6uWs0ZXXnhBX3t62/p8guXk20LCwvKs9wxdujDwtD1G3edQDvn5/Ku/uNf/kwkGluOu29+662UAD9xalF/Yjmzll2Ufakcatuxwj15wz5cW1/TKSeo+ZXncNSzDze0vLyg/cNNZflIv/Pb31PLtk9ZF5KD/+v/+h/0s5+968T2rtgPtplTy5vxc+zcnMf5PWF9Yz3N18VLl520e13hZ4Z+b2jduvb3unXf97wvShHCxldffUMN81jb2tYHH32m+w/W9ejJlssVffrZp7py+bQTh7lmpmY0N7OsOzdXVIzqOnPmvOe1o95wz4leJ/KjoVyZ3vraK3rl5Sv6zne/qbr3so6Twr/65bv66INr3nvuebtt6OadB/rUa2uFvzCxt68D75n5sNCufZJpoBN+ZpluzfjdsCF+Ob3y+L52nGx85fVXNbOwrL5ferZ2dnXi5EnbtKGw5Pfe+8R6tt1e18gnvFNT847dPS0undS9ew89V7edBF2VtyadPXdRW5Z5uLeld779db1pnXudXfGL/ksXL6iWyfMc2tza8Dp64rh8pCdrm3r44JHjfs/3paHX1BPvjyNF1PTLX/yN9nZ3dOXKZS0szNsLpX08LxLQPGNMe49fcrK709tx/G7pv/zkP1qnW9re2fS87HuvLTXj54tNJ667vi9N+9n957/4hc6cO+34OKlven946+tf875R+N1mlOi5f4xGI7eHtnckO1ZcEUGRaLMsE+uJNQvIV9/PvQPLYDw4IHeMQFfzs1lEaOD9D97QVBAx5msW6RPxbDsh/VXJhF/Dz3Xc+4xOH2QB8ARB/fmywoGP+HIZI99z4DGGUbI14iktPAB4PA8Rz9LRD21ECD/IF88B4AA3Pcch7AIqmqovy/PUjy4jzwcldNQHvocAQ/DeN+kD5CsijniO9YkYtyMi8Rv6TGrk+yDA+DQn3lMZn3h7DilpTwJ6VSBf1Kt+6s+DSZIeEeNnuog4bhMP2BIRyccVH/mCD23KiDDGIWgbabuW2hGRYpUG+NHRoTd6VzhoIyLZDI1Z0JUgYoynMSmr0mkSTx18mp/IjuWCB+CNXOYWXmMoEx11+qGbhIixfPoA+iJs09E8VOOqPvqfB2iAiDGvqr8aExEV6gtl6X0OfxQ+C8J3Q++RI2Ai+VoW6PMUMoX3n/C3jkG+KnmufuVnkqaqV2U1KMK8j4C+3wTVuKr8TfT4CoCOMWAa12AAABAASURBVBFP5dF+Hl/NeUTQfRynFV1C4sRU+eIXdMQFMgHaVUl9EqrRFa5qf1VZ0Y3L4lg3+FcwnuPyS/tGjrNJ3ahXwDjklnxhuu2PPFPm92jKkW8IJFspHSJ+dgyl0rQ+XlQCj2V80k/UpIhQZJkrEkk36OQXFXjGEW9ZDrgBe5R1LCSPLjUoR753DP2sN/A7y2A8fsL3SY7blB6S1h51fEEJDogIWRGly3X6AOgqoJ36j74iwkO+CEfdCgwxlFaW9WS1NZpYR9RVet+YdJLCwwEX/iCTOSnMhHoF7kqfiFBEHNtV9VNCQFkB7UlbwIMD7KLEgzo09FUwbj+NpQpPCf1XAf0A/RFjPalPAv0JvO+kOLOTki6yTRPgpw0/fypB5DVlBoV9F+E4UJr3goFucw+p+Zm+7vdK9ubMsZWZNs9y1bJsDJF7fqTS+1zBPcL3y5HvndRLt+2M1O+oFFdEKLM+4ZClf+yT0mRj0MQVEfLHEAmLfVQonwf4JPD8QgNAM8aVx3ZZrMzQnxC20K5A1YX9rofG/6Wm4y+wPc+VG/BFRJjq6aeSN1lSB55SHdUstEweH7epQ1fBGDv+Zj4AD0mIioYy4a1gqqc5Nyfa5p3o01ca5i/PMX3/APCgp58vsRe5k4C/J9tfWZ/U9Uv0gc/fDaUKx3rhuPNwB2Ao/ec5igRuHelb6VBYJsZEjPsinpbggYq2KhkDEFYV7jeVjo3sOEjcUFpIfkCnzLNcEU8nIi1WLxqEoABAHXwxlmoUs1h6nJR5Q8/zzPwj1c1KEpvK0AdRPb9U9L05DjXyg/bIBxOleVQgB4WJzSeOoTSiTB505egTMe7PsixhIiKV0KFbaUdSjwjrgC65+DMj+cTCoB9aQL5oTwJ4YGTbgaE3DUpwALQelj7UwU320waqvkToL9oukn3og8+B6qWGFxuAlxvKCk8JHTZHBCxUOsCQyYsXB0ccmFYvYMimr9Jb9iG4oQ8au92uOFCECfzQKfXZRsbTB0/q4/HM18gBXZhNmXzKOCAiUvxgC+1KJvq2Wi0fbjSO+6GpICKSD9AB2dW4sbyR48PgeaQPqPojxrGJLIA+9I8Y6wEO3+GrijcleIA69IxLPD2/Q8C2cwOmDyjsL9p9vwzxomVl1fIBXeZ1osg09M2jYz92naBlPHY1mw3bWxeHsTU/0GR5COBXOopCuQ8tWu2Gmq265DXR6R76pX3PL+qHfuHvHANzeXBwYHwnzRPz4AFeU3nyZdt6TE1NqenkKzHSbLY044Ma/I3fsTMirOPQ/Pe1tzeWgc0NH6IxDtqIsFkh6Gu1eiqRzWE5h2F9H0r2/VJPnZiBrl5vpDHgiZMxz4YPA2opPsAln+BP+xU6xmIDfq3Zf+hIfeBYHJkGvugDjv6I8RwzDj8QE4zHjojQwHqhU98H/YynH7novbu7q6rNeoAHfehBCYBHVtOH5tM+HMGfyMen1CPC9tR94LIo8PCr+CAXPRgPTztD6IbfKl3QgQTjmpMFyMNH+HzOhy/wo50f7UXUgYhI8wsPZKEjtlPHX/gIefQ3fPhBwgVe4AFwESHkAIxDb3igM+Mi7DvHM7zH+hbigj/jGQNtRAhfMBeMQ1cAWxiLHugMD+jOnj3rRMNc2hugh2cFtOGNThWu5UNBcLSRDQ+gqkdEikXaxHXVhz4KJX/jc+YAG9GJOjLQCxy6AugK7Z7jgpI+aCOytMd0fQAPHtu3t7d9CLftQ7hu6oMX4/EJvKqx+DsiEg0xRx+08Knq2M0cLS4uKmJsD22g5X0RevwHb/hK4fV+mNY3dmMrstELefJFiS/wCTQR43VCHVriDn7IBgcQqyQ86UcOOHxPG32hxR/wZo7RK8szS1OyjzH0MwZa7EMndMfvme/B8IEfAA2DWUfU0TciFBFpXdIHPXIA6vBkLLzwTcSYloMp9gjkzzupDK+KBv7Ygi/gA9APH+jR10LTnkQf47AP/sQJ/qUdESme8B22Zlme5iCzXeha0W6l2NgClejxMz6Ad9P7/sLCQtozaKMH84zO6EMMsPab3q/xLXOC7/APgGzayER3eEA3MzujKe9PcqyWsk98vy9c+tbjJIF04NjtOKPWN4Ky2Z5OazDxMA7f5vnYHvY5dMQAbF9eXvYhPffnprh/7fjQe88H5t3Dnna2dp3I6jsxM63FhUUfdC85ebCcDv+xAXtI2BAH2Ie9ADYMuj3t2Ved/QMn+Pqpvru/q/ZMW/PLc2pO1Z3Yaqd9imeypu9H7Ofw4UB7Z2crrb91J2rwjfzi3O/42WMYKp34m56ek5Q5MXCodsv2GndgnaFDf9k/6MFcRoS6vY6fKj3eBwgRI+/nDTG1wPz8rPfc8LzlnvNMw2HffbRrmpub9b28YR815du4E0FdbW1u+DlStqtnDUZq+H6usutylBJqzpkqykPNTYUWZnPFaEcabquRHSgbbqrsPdLJhUIvXJrVwox1qR1o0F01r0OdWp7WyMnH3v6aphsjvX71osrBvga9Pb30wgXNTretR/h5oK/SL3uz88t691cfanun64OR0NbOgZrtmfTrxHqtqaXlxfQL3f29ocqoO2FwzuNy7zEdbTmhcO/+XT+BDPXaG685cdO1L5vu7yuygcdlKsqeE1gHTgita3pmSr//oz/S/OJJXb95V+sbO7p7/4GTe/vqOSE2Zz+urj1RZketPH6gX3/4vu6t3NX1W9f187/5qfXrqdnKLCPX219/Xesrj1XPazo82LEOffGcteck6PzconrdjrpOpG2l/6fkmh6vbjlZcdGJq47tKHX5hStun5Vy6f7DO07Q7ul7P/iOLly6pCJyTU3NOmZPaHNzR9du3NSak1ZlhB44cd73+rl1754GLnv9oZOcH2vl0SNNTU9pe2tLP/3Zz8T/a3JhcUG3b99yQuxn3gP7KnwY9dmn17W+tq3ZuSVFra7IG/bboS47MXP2zGn9zd/+XC9ffVkk4Hj+e+mlF8V65v4LL/l6+PChY2xoKHTq7BkngD8VybR3vvNdJ8g+UsP7SMdJ7ovnL4j/p2epQg+crO71Otp2Qo5fGW5v72rR87C713XS6Imw99Lly+Y51Jz3yJdefsG2b2h2flanLePA/B7Zxl0/A97znDUaLevdsU3SSy+9ort37+uSE7nnzl3wvM+qsA8fPFrXr379oT757Jpu3r1lHe7qxg1+kbpoGTPq9rqOgTU/V+4K/s1GzesitPaEec182FK4b19XX3lNZ89dsq/qIkk1vzCj69evaWZ2SucunNKLV86r6B+orr6uXjmrP/zdd3T5zLJqMdDHH76rRiN088bnun3ntu7evqFPPv7A8fep5hbm9MAJs//8k1/q0eqOdna72t7d04OVBxp5jfMPNTY2t3T50ouO0b7efe8z/fQXH2hUTqvRPKHBqKbd3UPHu/RkdUULi00nJu/qa29e1bJ55xHe75Zs56E++OA93b//WA8f3rUtJ+27XbXadf3kJ3+lRiNzfHTEWsnrmT77/LpmnMj8p3/2L9TZGymLRoqBtp/XW60p73ktJ4LPan5+UZsb2/r0s+u6dfO+up1SebT18MGqNtd37b/cNj+wrJ6mvKZbrTnrXnPC7oLn/owazWnxa86XXn5FVy6/KJLJC/ML9sl9ce84PDjU0tKyzntOO15XncOB97eWLpv200+v6eHDR04SPhBxOhj09NZbbxre0htvvK62k/H7+13x572np6ZtQ802hJPh0zpz5ox17ajf3fe+WFP3sKP5uTlxb+OvLLzs+eYvAnz82S2tb+2JX1Lz56w/++wz8cvX82cv6Z3f+q7XcU2nzpzVysqqugd9nTm57P1pThcvn/W6zlSfmvH9YkFrvif1/P7x+OGKeof7plnQj/7od7W+vaLD7pbOnj/l/WxXP/6DHyuipg37rtGYVa3+/yPtv7/syq78TvC7730uvEXA+0xkJtJnMmmTvoqUymi61GotmVo9Us+s1Vrzy0xrfpj5U/rH6dXT4yTNTMuUiiUWi8WiSZJpgUTCe0QgHMK7F8/193Ne3MADiGRRqy/efuecfbY7+9h7dkRgwL7b0YkTp0X7W76MPXH8lMYmJu23Wdu1qJ///OfWP6OLFz/Vjtec8bFRXbr0qbI8M/6+Pvzw19re3nB/TdqXIzpgGxcW5sX7c7/35FX7eGtn1+Nr04Hch+73QY2NjjkdUu53nKbvN3Zte9PvQdp76JvIIpXYo7uQisq8IXXLHbclEoAL0xcplMgoICJEXZ7nAuSHPRNo+72qkEfqqiQzoisbGqCQRYqsiIA0AXzYDx1AGYAWKOrIAzBRD5CPyFTIfDL/pA54Afh6ARx6SQs8cgHK4IGCpuUzD2XqwGEfAA4AB29EqOMMuMI+eIxSRCRf4s+iTn46ZoAGgK8AV+1/gr5yX2R5rsizBJnvATyJBGTu44hIOmCKiKSrwGvvae+1o9BBiu3oJgXI75F7DWp5LWunYqRvudxJawG8+ICzIOds7jXgBV/4C3kRkeyK6KZ7YvYT2g8PAD8VpJThBygD5Aud5MEB0ALgSJEZ0dWHvyMi2UweiAjU7NuVCv4CGxH7ePxn9N6nk9qO/nTR3267r915e7UkvbZgB1DgqSvy4AFkkRZ1RT0pEPHYlojHedr5LECWjaSTfF7UPnT/0mfw19X3IXxWSWBnwQdgRwHyQx58oYt8L1DfC2b5jU9vfTePeV1fdstP5gsBvXXgKJMWUJRJe4F6yr12FmOzqOttT0SIfo4I8cALFPzgCgAPFOWCpjftMC7sU+h68W37G1wv9NoBvpBLmuq8xrctjzI2lrz+M35JwcFTAGWgKDMvkYE9EeExLUPw5XEr4ZOW78jTKPb6Yif4VSfkGe9zTFOcnds+n3ZYMxK01Pbajz0AeoQ483acQp/AMtOa5PUpc538QAsPQL4AV+1/wBX1RQqugAJXpAX+t6UIpz4w1IUI5/bAxfSJiJTy9Vi2utPISx/N6TjACtAV0PQC8nsBOZShIS2AcgHgyJMWAB/QLbdFfeq/vbHUxXfnSrtnLLVtFADv5wG81BUpeYAyAD9AvoCivsBTLiCLTIzHiO66ylhqp1FlX4b3pyxXGDr2e9O2NhotcbavN+t+D+iIM22p7LN9paSccWK2TqetVrOhZn3X72p1NTjjGNJayzzwGOw46JVZHuuZWSzdupTZLKCLsbtcfvITEYroQmF3RDxJ5FJEdOmyzGlmDBBOozseLNyfvcHRMc7gdtN+5lLHlYAZjJXa/u6FjiugbXoetTy3mC+U4SnAJNYd+0C5AGiK/H5qoeABWZ/CNYATrHPy5GfPRugB9Lfte4Dyk8TdEvPbatSxf5L8Lvpzv5FTwNNEBf63pQVPxF5DCoTTJ/ieKrv4G5+IUEQXnq60KzzP7CU3zi5wf9qDnfBXFzqe9+4mr3tGOd+hzuMtDHaGJNMlcD0yOh3Laydg7j4Jbcs3kf7Su8UMAAAQAElEQVT2B6osz3OV9hb8iBADt4CiruxJVDZNtVJWxflSKVNER+Gh5zHsQyB8UjoJqCObmcDiUpowHQwDOsnAiHAdlNSm7P5XRCgi9m3p2pHv2enJvGczF3DUYW9EJJ6i41hQAA4/hYOok5/whlHwuZjsgRY66MH1Any99Wx6BUAPQFPwkIeeFCjwpEUZm4GIsP/yBPTDswA6+SnsK2SQoieB/RsRghYZpPIDjZP0iej6KCJS2T2RBlFBg3yAtvHyx4GbFChwKc8C6kAM7UZ3RCTfR0SSW/g2IpJvkQkfgJyCD14gMfV8RUSSh13UF0AZWUCvDMqwc5CAlnzRfsrUswh2F8S22p5AViCAPMAoxO5y2WPcF934sOR8lufJp8ijruSNBDtoy+5u3QeYpuW1lHtOlHyJIgdKdxs7vlja0K4vJyKTLw8rqLIv2gZ73fqxqytjV9iXW0+fL1pa3oAa9i316MQO9JbL3XEPHfiGaegfUoA8F8fwRTz2e0QIevDQoZNUew+64SMQND8/L1Jo4alUKr4QGNTo6KgvVvpEmcAAFybkIyLhBh28HRoc8mVef6LL866t2I69+AudyAUX0bWPctGPESHqCnp4yGMHKfqop51c3AMEMKruK/yGftKIEHLlB17y8NX6aoIWXLPZcr+1ldvOPuPxbcNB2WVfoj569MiXL5vur1C5XE6+w2cWl8qk+Ay56OeinwtKeAmEYCv+IqAAjI+P+wJmPPmJNkSE8MXS0pIvsqaFz2kTKyG88ADQ4gN0IJuATZ/HR9OHFPSs+0IU3ffv3/fF2YPUb+AA5K+srPgSc13IhAde7Ko5eBcR6cKVttDGiFBmQB9jgfYig3JECPvwHW2OCF+81ZJfIrp5+p/LNXShF1vxUUTs9yn60Y1saEiRhw7aqr0HXQB9hjwAOvyATMhoD3YTyMG/jEkCRNiIXPwCIBseAB7GDO2KCLUYAxyQDPKexbgoe45h5/Hjx0VQmN96YaxThx3YxOU6Oukj7EJuoQdagHaCw5fojAhhQ0Q3hY82Uoe9zDnoaQd60AdARxoRvszbToD96Cx4kQsvtNShkxT76Bfw+A4c/T/gYAH+pgygn9QuwLVCLv2HHC7/I2J/DEGHPGwnRS/2Ik9+yGMv4GKah9gKX9lzCZn4lzw84Kknj28HfDFJXWEDeqhHFvXw0ibag8+Qhw0RkcYjeqGjDyYnJ9M4ZVwSpGt53lCPX0ZGRlId+uEHLz/k0U99RIBJ4xc7aC/00CIbGugjIulGJ7K3fam8uLiQ5iO00MAvP+SZu4xN5j8X3bS9XKuq+Inkitcj5ZmDPC3Vvc8CLe8Xncxzrd9rcLUmv5to1+tV7vWLy9pdv8BYfFpj+H/s8FHmgxl68QcvAfiO/mGO0EZsLXC7llUqVXxZP+CL7imvV5MaGrKPqv0aGBhM+Ux5OqDmWa66g6T0EfLpA3QBtC8i0tpJu3ghy7Ky97ywebl9WTVUVC7XfBEty2kqi1LX7v5Bp7W0NuJn/I2dw8ND5snN33Gbd6VOWXlW8zZbVmOnqV0HkFuNpppuQ8MX2nlbxtc17P2o7bnNXAxz1x30qXkMtj0O8qytloOldQeXdupbqf/Qhf34izbV697bzc/4I593ZA+E9Xcc4GipY37kVMtGtXasf92X/Etqbs+ovX1fQ5U1HRxtaHxwW6X2nI5NZTo62dH4wJaOHuxodHDFtDdd99B896TWsj756Gd6cPdmsq3brrqaDiZW3fwlBygX52fVbOw6aDGi119/M/XT4MCoNjd2HUA8q+GRSV26ckMzsws+mefK8tz7XEsEk27fvu81P9P87JIGh0btkVwHPEcOTI6r3dwyruR+2nTgQjp45ID38X6trWwqWmXtbGxraX5Ob772or73nXc15D65N7OgucV1B1IXHMRsa3N7S7Lzt+sbes5BvPmFBe24T0YdtFhZ39TREyd18PARTc881JoDI6ve/1hnTjhY+ODBPYUdPL/g9rWbIhhzxcG7lZXVNB7atnZwaEgTkxMObN6xnR0RlMk8Fje3NvXKKy/r7/7B9/XOF9/Wz372M927czf9+deqx+/K8qqXtkzDQ+O6ce2mph/OKgUiV9et57AUmbK8rDfeeNPjfDitf4cOH3TdhE45OHrs2BHrazlQesyBlwUHVA44kL7h4OdN3bx+T6sr2/IwUbXSJ9YkfjP3jTdes6+bab2uVisOaC5pbHxE519+Ud/9znd07txzDta9pNWNdWH/X/3oxyqVKw5S3rI5uV5++VWdcFA0sizJZF84Yt9NTIzZlrbYn77//e/LdzK6eeuehocnTbdlv25oeWVFvD/eceCTH1woeU+7P31fa+sbGnGAh0Dso0fLaZ5vb9c9B3cVZtjZ3tGRo0d08+ZtrTh4PTO7aFkbmplb0M/ee19TR47qv/gv/gttOnC0yf8pubzg88WqTp8+6XE4phMnjlvWjlqeZ+9++Uv63ne/o8MOuOUegwR2+Y3Ew5Zx7PgJ27riNaCkF1963v27ozt3bklq6qUXzmiov6Sf/ugH+tgB6bLP0kemxvXaqy+qr5Z7otX1+9/+mtRu6NzzZ9Q/UNbo6LD6+wc8Lzq6eOGK1ja29HBuXtWBmgPCfYZ+rxcl999Z/Q//t/+//TWt1fWGadYcXN/Wwvy6/uIHf+0xUHUfjWl5bUWb25u26Z6DiKuqVQZ088ZtHTt6PJ3VXnzpjJ5//nl98YvveCwcsuyyx9awA66jmjwwqmpfJi+l9veKHjhY/+tfvaf69roG+0KbG2va3txwuir2gY8++iitafTz0rL1bu7ozq2Hun7lrna229rZaunSp9eUZVXlec37QUdRGtDhw6fT+Pvo40sq2765uUf65a8/dHD5jjY3t3Xv/j0dP3HM/T0k2Yf3708r81h6+HBBn3z8mXVMq2SZx4+dULXap5fPv6allXUHimf0yGfg99//tX784x+LdePIkePa9np/4eIlDY0Ma3B4yG3s99iue6yW1Dc0IAI+EeF+XbWduVZWVtIPbh47dtz+vmNdFc+ZFalT0dzsvP0ybV8u6qhls2/meaYjRw7b57fEb/+yv3/22RWV/K4VkRn3yPq23Q+3tLK0qrGxcdeVEv706TNpXq6vr3nOTmpldcX9y1gf97zM7Kfria9Wq+qF88+LH3DY9j6xtdvSxUs37KMpdbzG3XEgu1bqV6VUS/NoeGhMESV9euEzB3gP6Pc9byd9lp8YGVU5KzvAUfb8K1n3hmZmV/Qf/uyvrK9s/etqd+paWZnVnZuX1Kyva7i/pmqlrFIWnr8dZe6Lit+tIiL5K/ccKXtvIuU8B2jviYhEL56OrKO1X2aPZM9CXkQk2cU7cETsy87yPPFAp9/xwYam90qA/ZhyRNgnXT3gwRU2RETSF9Gt196DfQB00CNr1+cVUmSAp36PXOy/+CEiClRKI2K/DbQDHviRGRHCf+C09xiVbEUWgFwg8Zqml7bjhRRZT9tisuRvdADQkAIFf+Y+RSY6oC/wRZ5yIZd8Ab315AHkoqNpv+MfIN1N4ArrkSHyTICXbOXlksreXyi31fG4a6vJ/UHTqd9vyLdarTQuIiL1D+MOP+QeE9giPxGRfOVsSiOC7BMQ0e1XeJ4FEGdZtt9H+BTdtB2gPuKxXGSAB6CjrQDtBxcRSRZ10EZEsk1+KKPLKLdagh4cQN4k6eNjc2p7wnnuUG8pT8ihDjyQmHq+0A0UdRGRfKi9BzxAkRQg3wsR1mgocNCgE0B2AZT/Nki8vudr+wWAfC8wTtoex6Tge/VRxhcFrjft1nWSnz4vL3v58+oinmxfssF20K7P4wFf0JF/lj3tvTa2LQso6CIej8Nn8RU46LGB8cS4KgBZBUAD4LMurvXEWCpkFSm0vQCeMmkvgOPdA/3IpQ7c50FRz5xM49rzKAK/ZlSlvkFOIY98ARBERJorEeZRKD3u8A4+BLwmdAyZ64DwXCDNM8/XyJRnmfhrg3mWJV1m3Uu74wJd8hPx2Pe9baEewL4CKBc0Zn1Snm2hvgDoinyResgpYq8tCOgB6Aso6IsUfJEnha1Y75JvLbOXBnsZI9ABvXUFP/iISPZEhJBTQMRjfEQ3Lz8Rj/Mu/sYnIp7AoRcEKfB5cw6aLjzuG+gzy8OmiEh2QoP9TwPtLYBzG7zQAhGR2sY4LHlvqXpvYV/NOYflmeSPtarVaanp97RWq+n50vLem/vclLm6Ix8GJePlPs48d8NgIuParusoC1mHAV0KpcdsXtZM1lG7ZWibdA863ugQ0TGNEj08XYgIRTwG6iNCUhfgKXjbDqwVQTbSjuXKgN6OZeOHZ4Jsj4naCbr5DjiD2QV0G2Wd1m1Rop5Uew9y97JPJPC2PRmh7cBr56TUoiCMCEWE/NUFPfWYEdnAUzW2Qeq4v2R26n8X6JVR0PfievPU95YjQhGRUBGR8hGRysVXxJPlAt+bRjybJgJ8pHZB/7R+cMBv4O2jULhqDzpODR2PBznFSaHcFLm70WkYlNl5YVxI/tbv8pjUq6dHbadtFmt12m41PKC74LcMMYcIoFarZVUqfiHwxMqzzPTW51FoGabJPEEyMQkjwHTr9ieyD3T7+baPfebLoksPT4a8PT7sxiFAwUOAqenDIbgs7/Jl8HjwQQ8UtM9KW9YPNH1IJYWGFHnwAuSfBdShCztZlMt+6SmAMkCZegDaAiJC5MFDU6lUVXXwh3JEJH/BD0AnP9iGnWz+2EgZuyJCER5M9h1lIKKLC/PxAUcKkIcfOQAyKYO3iKQbnQD02BDRlU8ZiIikE5qISG2JCHeuvPB1+xH72l6deEGq+wKSF2FSyugE0EkKkI+wDCltsNiEfdAD8G7vbAs5BXC5SR20EV0bkcWFLnVc+iNDimQj9uJjfI6+ro3t1GbaCVAvPxGhiC4gE1mArRP6kItuAFkRmZBvVoXHX8fXlpnTkucFeOQCFb8soz8ifGHUSG0FzwU2gE1bvpjiAg596EY+cugfdIMjTbosB7sBZKML/2z78r7wAXKA5MPt7XTZgHzaAF9/f78vnnxhYNuQDX/RLmiwj8tnZFMPRHT9jcyGL62xGzuxCXraSHsq3njBA6nssY5OaKAFDyAbPHl004foRldRpj3gsBd+fEBatBteyhGR2kN9IQc8+rmApC3oQnbL6we2o5+LlQH7gvUMXnRBBx86oEMebYaeIE9EiDztRS62jY2N+XJm3JeZwxoZGU3jS36QRxvgR+6IgzeDDjgjG9vRia6JiQmNjo6mubSysuILmGXNzs6m4ChBVvyBPmTAA5Dvd1AFmQR1COxhD7qgpd3YD51NSfMIe9YdfF3wBTcX2NRHdPsVmdiE36DHxu4FV554GU+0peUDUkSXB35oaQMp4wj92NvyWosdAHToLlLq0QMf9eTpmzwv+YJsTNhOW7AnIkTdjteUiG4/s3ZS13RfRgSqNedLfoLZi24be4U2NAAAEABJREFUuvEnfsHfEEBPvyEXn0SEevVjU/OpfYHgNQGvbmB9K118QkdQqu6LxaK96Gv7ZaXgp60r7kcuStve52gfuslDQwoPPmVe0ifwIA/55PE1eWgjwpejm760XndQa0C0gbqiHeThBcgXOiJC9Ad6kInf8O22g0cbG5uK6PqAMUxfU1/23k7fR0Qaj/RP4vE6gtxCPj6lTDsivLY5YIKP8SltpQ77sJU2gEM+eshjz8bGRloT8Q+8EZHWWtqB3dDBjy7sKFcqgpYy9Nh58ODB5BPsQh/1+JQyNjB/8S/ziP2k7cM9srAJHZv2A7YAtAW/gyeFH3nIRRfznzJ4aAoe2hXRtR08EFmW+gldEZEugdGJXOzH56wbU1NTYpxSxw+FoYs8MtCDD/AHPNjHuKOe9kWEX2DKyYfU9TuYAD99QFrwYyd5ZNAO+Bmb8GAPaw0+kjxeGm1fhnPRv+0AZUvra1see1seR7tJD/w1n1123d/1+m4aI/gFHV0ZSoEL+g2d2F5zMKtS6hMBiUq5T/19Qw4stLXtIMHWZl07dXRui9+su3XrjlZW1iRlXmdL6ZzE+F1bWzWuo4iOyuWS9Uo7vgynf8P7bqUcGh8ZcLAiU2t3Tf2Vtsqq+7K7KTE3d+tOW77UrmvLgYztTevweSUM1UruS4Rw+3Z9+b/mMdjwPt2yntxn3ZJKpSyV8zwso6O21x0uJWo+A44RxKmUNdBfVbnUsb2hseGajh3IdPJQrqHKsiqa03j/pvq0oFpnXovTH+viB3+mUtPBntKyA0Az1j2rxu6CGs0VB2ym1G7ZTs+PwwcO6P7t2/rlL36uy5cuaX5uTnnkGnGQ+96dO9paW9cP//wvdPfWTQdCa9ppbOj2/euq9ucaHhvQrgNOGzs7uvjpZR/jc41NHFDdQd/1zXU9nLmv2elptRo7mhwbctsaWl6eV60vU9Uw8/CBgzxNt6vmPll1kOpTTYyP6tSJE7a1ro2NVe3sbjnIsm27G3rAb0zu7ujI0UMeL9u6eu2q7tx9oFC/dndy1XcyLS9tOTi1KXVybW83vbZnWnUAp6lGCr6yF9+8eUP8+VfG58FDh/XWG2/pjIMlly5ddD+0lXuf2N1tel/a0YkTp2xjQ8cdsJmZmdGDB3d16PCUvvXNb2h4ZEjDw6PqHxh0kPmktrZbyktVvfTy67a343YOadSB54cP5/Xg/qx++asPHPBc1dWr19L+W3H/EkTFJz9yYG+3sal33nnD7WkZOm73rjIHo7Ytl99QzbOKx0rNY6bsQNZtffDhLzUz80DT9svS0rJK5VwjPgN8/PHH2m007L8NMU+Zr5sOfg0ODateN97BtPfe+7WuXb2uW7dua93jYMNBInnvff7sKR2cmtTDhzPi4bfpbt2+57btOsD8QNeu3/W8aCY+1sipqYMOjt3XIwfH+voH9anHwaKDqK/Zp6MORm14LnDOzLKS+2PbQcV53bh+Xc+dPWtbdjXQN6AsKzuguuZA5OnkPy5RvuVg5tfe/bKDYbPuw4Y4i2w4KEz76B+C3DdvXNeOg+ujwyNizoQNrlZrDoBfFWtQX63iPijrpZde0PzignYcgOW3ZZceLWp4qE9f+fI7Ou3g7IVPPtS0+3VyckyzD6f1iuknxkZ06thhHZoc0YsOvh53sBvdfX19Ou5A7fjYpA4cOGQ/zWlhYVFraxsOONTUyXL9t/+Hfyabpfv3HogfQoNn+s59rw1NLS0sa8bBxrHxKZ06/YJ9X/f5ecPjY0Gjowcta0Xj4wd1YPKA1te3dOGTS1qYX7a/7+n1176ghtcy1j1+mGBre0UDQxX9/ve+oa9/4w195/de0b/87/6ZSllD1Yp05OCEx1FD/H+1/f017exseW2sqe2LpC2PgYiSbWprYW7RNLkWFpd0/8FD3fOc+k8//LH+X//v/6+yvGZ7pvTTn19KY/zYsaPa2trUhuf3psfNpgO3jMGDBw/oG9/4mu28bfmhUl7V9PRCGu9DXktOnjqjW3fuiSD6AY+ZA5NTOnrsmOfSQZ08eSbRDQ4Mu7/6NO15xrrLxdKWzwXjnF9Hxt27EvvVlPc01oIj/EnosQnPpYU0lo8dPaVjh0/q7OnjOnbspO3cUdXjYWlpyXOmot1mQ++990vduXPbssIB+tMaGOjToUNHnA7YhmWvlS0d91zf3a7r6uWrquQVZf63w2/b8h61vOJAfkNbbru0o7X1JU3Zz3/89/7Aa8Gw/txr5b/9n/+j58odDQ0OJ3vHxkbFujM2Npzm54svvGAb7mjFsoaHBrW7vavnvP7kngdXr1zTw3vTunPrrsK3VMPDY9rY2HUfHFFzN9eBA6c0ODCluvem+3cv68HdD3X5wo909/J7aiw/VGtrRX3VkuQ7lqbPyPXGti8k64Zd3zt2PH7C8yk1X/jXOXmQpDxzhjlNqr0nz3OVy2WRggciQllk4mENfRqgoZ8iQsgDwEEPRISol5+IUEQXwKEHYN0iLXARXRqpI2QhEyBfAHaAs9gkH37k9ALyIuIJGdAXfEWeMoBscAB5dBQywEVE0kUdAE8Boe7DfIUvIlJbe+nIU49M7I3o0sCJHOpJWUMjAnTyKZkuvkM2yY2IlIKICJJ92lTY+yp0oQ/AP5Ajr9BHWgC2YyMpOOgiy5XAe2UkKKsTuVq+OHSMVY1WJ+U7kdkG2d9Sy2dj+AHaQ/o0IBszSakrUnC9EBGiHfITEandlPM8F2B0+kRESvlCJzQRXRzt2d0LuJMv9HVpu+Osm5fb0EkADWAMVfuAncgul0r7+sFBENHVR3kf1JUXEYk+4jEN8lt+rytotfdQJmvOZEtRBgdQjojki4gA9QRQj+x98BrxNA4/AG36yvVPCHABqRFh/W1Dx/3aTZHjan+exHV8Nt7X5zZFxL59EWH63+1TyEAPABcpQL4AykBBn9piveCgoY8KoEw/Utfes7Obb6d2tff4ipS6AhjLT8uOiP22FXTPStEb0aXFFsoAtKQR3boI/Nz1JzagD4AGWoA1HBzvRw2PZeZpbz00BSAjIvbHG3hwgPxEdPViU0QYk7yTUr4iQsW6r2c8EZHaj7xeYAx4sIi05XcbwK4V87Hj9aIXwLfdF12c9Xt56yR47Ie2iQDsBzAlIkgSgMMn+IY8QAVpAYnfekJdHz9dX9AVKfW9AP6J8t587sWRhw5djJdu2vI62PIe3EppsvMZ7XnM1zJtcx+gB6gv5JMCEW6NgTwQESS/AQUvFYVvwXU83ztGPAlQ7YHrijaQAgUteQDbAPKpzn7Z405JxGObIkJ5limyUESIJ/FYD3nGIWs5dwKcQZJcr0vmUCnLlSkU9l3H7y0CPLbkM16nsetz7Y6afldsN3fVdqypY5DPQx0HZ+V2oi58p952mTnDX4hquR6g3LIeoG35LfYyg4eL2rat5TaxPlMHYLNR6qadlJJPYKaOgfaY1XXxTKC+gMRn4iItdBSpNVgd354fzqVAaThvaFMGwvUue3qpQ97CPY2sm28X+Oxl0UOxgIhQRBfAIQO5lrjPH9Gtp4+cg+x3BvT9LvC0wIjYR0U8zoOMiCdsjuiWqUMX6RNg/z5R7insuaUH8ziLLKDAkAeeLoMDCvyTabizwIRt9vnItuJfAF8/C0woICJ85+QBjITMEwfQUw+KGSwAeaqLNIIB2EkDGRw0BTwe/C3PFQ9zOwka+CNC4uM0whnZAtfD0/LkY9JwmOJicWdnR3W/bNd9qU6+2JigAVqeaKSFXnQAFpk+vXkQlFvW0TIfQDkilO8d9oo0DUbjSTnUVn2RWKvVVABlFpNeiAhBX+CQFW5oRBdfLpeErALkh3YCadP1Rct+3osP7QKws0ih26cxPfim20Ja1FFPGb4IW2Cgb2kruKZl4y/yQOFb6m1S+tAOgDaQAtQD8CCffESYvjsOwGEDgHxXpElOHp9weQHgu7JfBJFJHfTYAFAO+wxZ8OMreAYGBkQKHzZFmMoADTyk0AIRIXDIwxfYCR4cl8iMo0I+deAB7KF/sXXHQRPsQm7EY13IwX7o+h2Q6+vrT32OLi5/uUTGP8iCNiLS+EcWNMCOx3SiybM0nmhXRPiSYSvByMhwukSgrVnmSe250WsntlM3NDSk/oH+JKOwB9vwD0AAY3BwMF0Y0D704o/ClqKMPGThY9oLLT5AFmXoIx77FFsA+LlIJ4iBX2kT7ePCftOXdfgCGvDQo4dACsEq8hGR5l1ECLu4XHnoCxvqkbO5uZnGT+FH2kw7savbropWHLxCD/rRgb9oe+4XSfS2vPmWSmXJY0re5rOs5P7KPT7kg1B7L215jamnfooIIZ8+QQ6yCToUemgPtqGPPDrkJ6LbT/jORUVEsp162goPwUx809gL3tFm5CMLuohIfUnbCv3Yj0z6Azr8t+NgBn7HJnDUR4Tb0hY2l/ziCD9y6NMxB32Bo0ePpnGF3oKHvqUdyAGwBx0RXT8wxtFdt07agY+BiEjtiwiam9qL3/IsT3jagx5osYV+o//Ij4yMCNuQS/2O5xp6sSUiUjt2PEeALY8BZEFHit1cgKGL/KQvNycnJ1WuVAQ/dLQfozhYgQMYFwA2IQe6iEi20q6IEPXUUcY+ylwUQ4tv8DmykAFA2/Jegh3Q1L1HUU8eXtqHLbQDevBARFdXRNd3/CYWMvABMgDy6JMfZMAPIBcd9D39BB8+pZ9y72HYjg74W94X8FNEpHmyYV/CC2AT85agMQFH+JAFL2mW5Wks0WfIybIs9TG6aFduXdDKTaCOPHKxEd1ARNe/tOPWrVupf5BNe/AvsuCjzPgAaAepm50+6G7tzRfk4xt0YC91EZEuFcHRVuQB6GHsg8t8ttn1QR5++hHedrud+CIitZM2oBce8rSbHx6BHlnYiG0AeWjBR3TnLHz4BF7GN20r/CQ/4AHsxOfTDmaxFiB/Z2c7rT3wR9ihpm973UIHdkREGpvNRjP5kDYhn/qS17mG24Zd0AK0D9+AK2jBoZsy4waABhtpT0QmAk6VSp/XiEFfQI+kH3ColCvymV8ERbYdgK5vbavisxA+RmbucYAebMlsJ2t2RNcnuW3rHi9DboGkTI3dhnKvwbxf9dUGxZ8mbTqQe/DgIdcrzUfGTqPREnbhM3S0Oy01mnXvE9uKrKOd+ro2Nx5pZWlG7daabdyQ45tqNx7pxJEB1cotQ1mZX7ryaDs4VFG1nPkivV+DDoAODtQcWFm3PNb9Zjpb9Hs/xwh8iF76F5+1mOP2fcfnpswvedWyNNxf1sRonwOoJQ31y/mKhgdCi7M3VN98qPbukjq7K5q+d9lB0G01Gss6enhEo8MVzczc9Etlwzbnuu0g8tjkuBYezWvEQdAjRycdUFzR+GhVX/7yWxodH9N9B+VOnTqlF86dswel8y+96P4Z8kX/ab16/rwGHJwa6Ks4IFPVUQeXVlbX/KIWOnX6Oe22pNGJKa07SJO5L8sOYt5M+EMAABAASURBVIyOjqf1d3p6xj5t6vjJE9bZ1KOlVY2OjDlAMG6/7GrywITPI5v61re/abd0dO3aNV13wK3tF+C3335dR44e1OrqqoOUL0tZRYuPVrTlYMKog3WjoxMONm2orzbmYG5Fd+7OetwM6sUXX1Nf/5B2vOazrw4O9lnvrDoOqk5Mjnns9dk/Mw481Mxb04njp/T222+r6jbKVC+8cE6nHAAaH5+0Txu65EDzwsKc+zrXnANu0BBQO3fuRS0srKiU96u+09Di4rIIPh44cFhz80v68ONLysuDHktVDQyOaM1ju+mX6x3vO9uOuH3y8Ud69dXz9vlZnTl9wmNtVd/81ld09uwJTTqItLPT0sVLV7xXZXr//Y81OzfvAPOuLl+9q7v3bmlpeVFzxt1xQLzWV3VgbkHnz78o8sz/Bw8epHa+/trrWnPAD9+Xy332xaoezs55baq4j4eVZ2Hcgm3s16YDZVvbmw4E3lXLthLsOnrkhJYWV3X8+Emde/G8hhwgK5fLuuKAdq1/QC84QNRstLTpIFSrnVvWmu45mEigsVote761NOjAEQHL55876zFUM/Sp5nFSzso66zG0vr6hy5c/sz/ntba+om3bcPr0KY2Mjoh1fXl5KY2Nst9varU+B1oX9HBmVoM+s/MDY9euXPUYaOnVl8+rUippfWVVhx14a3kRmHFAOy95jclK6hscdP8POdg3I/5s7dtvv6Mf/ehDbfvs8W//3Q+S/pvXr2nUQfJR026tr+vOzWue16G333xFayuPHHSd0e2bN3Vo6pCksg4fPeExui7OlkcOHdThw2OqVTrqr5U8Zlo6ODGktUdrmvAZ6f69h/qbn/xKH398RZ2o6a//+pfa2PSlTzMsd1FvvP62fTct/r/UFc+x1197S8ePnnJbF9Vp5u6r3P4+o8PHJnXEcOPmpxodzTQ8tK2B/g09d+qgmjurDvjNa3TIvm9t6fSpwy4v63vf+7ZOnjiit/itZl82HT9x1AG+4fSboFJHwyND6Yzz+ptvaWh42G1a1YcfXNDhgyN6/1cXdPO6bW7XVYpcJ04e1Te++U1NTR1wu+2T2Yc6efKEbZ/1eJXOnnlet+/el9y/zOcV98dxz7MXzp3X/QfTqvvyd9LnqtXVTfEbs3fv3VWeZ3rrrTeVlzKxB8/Oz2nLQcyFhXnP5R2xVu96bT908LBtHfN+1tGBAwf1/e//gcf+cpqr6x7nS4srKperwn8N9/+ax5YnoV5++SU95/HHnvirX//aQdcT2vCcvHDhomo1rwMnTuiQ+2/ca0TZ4/uB18RDHkPVclmHDh7U2VMnvGaUNTY6qH/6T/9LfeXLb+rWzcu2oyF+61V++BPcn3zymf7iBz/UZ5cuen2paHZmWt/99rfU31fVDfuwr1o2vup1o+yg7XWv3RVtrm/r4ORhnTn9vNev8+m9Ads++OAD/c1Pf2odbd29c1fMzf7+Pu9p/V4/617DR3Tk0KSmH9zQXQdYb9++7LFQc2+27AP3v3PeGMVFeMk+yb2XljyHKo64Rx6e4y27JqTMxhvyci7AJetsJZ82fTbq7L0fkm/6zNcysHeBjwhlWZbAWRUPddAAvfTgKQPkZRtJAXDogKeQExEpaxO8lnRSPiIU0QUp9nR3yxHdMjKQ1fAdBlDkSdGDPiAixEOeFCD/uE2xLx8+5FIPkAcHIHfX4zqBdYKLCEWE50Q7pYzh3H0AIJ9UfpDTC0altrZ8RkMu9lNf4IsUG3ohIqjah6JuH7GXAU8WmeQLaHvN7+apdc/Y6ZQpRYTbkCW7wAERIdpA/jdBfsLAJ8xHPnPhcT7LSuYvJ/Axyn5CJ3TQmFTdPDnk49MEHpPhfSsihB/lp20B+IoUWlJLc40/pgPnXPpEINe1e+2jrgD4CihwvWnbPmpbV4FLAv2FXeB7AZqISDZG0KaOuGCHtoCCXsVjm8DBW6TkAU8VkXKx31vXTofgQsDjFNpnwlNtaFtnL13L7Uv2tVvuk/YTgP3o7oXWHh089AFp+ymbEs5yCz70YSkpdQU8XQ/N00CfA7145Pw2KOQWKbTdfCutdeinTPq47sm2U1/ohAYoyqSUAfIAeaDII7uAwk9FmRT5QMETEYoI2BM8ic88b/IEWZ4/UU8B2gIoIx+dyCcPkC8AfzKXY29ehQK2NN6SHAZfwnS/IkIRj0Hqju9CXttjLPE9NbZ6cU+JtC7tPeG0gEwRuWIP8rysLMsTRGQ9dN35bIQiIkHmfSkiQKVyyvgromsrtrT3xmSRL1Lw5AswW/pERJIVEZI/jHNoC4BefiJCEaGs8KfzEWGc9h9oCwAZEabPEkRA+xi099CmvWyal/Qj/Qr02lDILdKChxRckZJv01f2A3nwBUR09YNves9vep63TNfeA3bjiEj2YldEl14hf/ylbp/Av8+zNx4ot7y/JdiTBw5aICIU0e2nAh8Rltj9QNNqtsUZv227KGMDP9RS9XtoxeecUm5fmryjlvwSL0tT5suGks8+9IuvD5T7nR3IcinScGp7WHrd8/rV9p1AW02l1O33gUkd29rZa4N4bFKEv9zPFm5eqajHP23TJujhK+pN+ZjWdAWe9j4N9DO4goYUZaQFYM7TuKIOW4p8t4UdtW12gcMW0Q4AQXtpRIh/oB7TUupCgftd0i6HNe21lTJ8pOGviFBEOKeURnTz0Pw20N4T8Zi+8FWRPot/jy0lvfUJ8Vu+oP0t1b9RBX0BRWXHHfWEbczBPb8UtCk1HbTks4huAyNCuRf9LMuSo7T3QPQ07FWlJCKE0qYPqBwqmz5IAcXgog7+IiVfADQFUN+FTpJHvqAr8ihsetI8raegI4UGiHjcLsoclMt+8eq2LwP1GxMFZEQkP0Df6w9kF4A9CbzY0Fbs4ZAOTn4KOmfV9qTvpaG90EFDfcVBAOwqoOqLSnCVciXZgQ3QQQ9fRLddHcvtuHOpo03QAdiNrIrlApSB3CsTdOjnZXjHl0aFPPjIA8gEyAPQA7SBMkA9esED4JANoKvQj9yI7viABlp0b/pS/9GjR76UWE4v5r188A/4EqjmF2jyyEAX+vExvo6I9IJNAJCAIe3EJuSjB3oAHGWAMrJ6ZYKDBv3YjM6+vr4kG1rqwSOfMnKwAxuKdpBCR7/1+zIWeuo3Nja07sse6iNCyEAPNkKPPABcRAg+AgxDvthq+HK8aCv6oIcOiAiRIg97aU9Ed0wgG75NX0KgG8DXu77kQA72yw/86IaXlHLD87fg392tpxf1iBA02EZaqVTTRQH0+A1e2l3xWLPYdKmyvb2d5hX0ALQRkdqHbwd8wQZPYQ+ywXHpxm+bHTp8WKOjo4l+1y+/jFNkYDs2ksIDDr3kq9U+DQwMKfdBjovJxcUl21L3Opb74qPlMbarlucqNtMfa2vr4sIeGdiEH4eGhsQFIjTU4TtoaSP9gs3oK5XKyQfQl3wxiH7wEWF9mXjgAU9KO5GD7dAzRqr2F3oA6Cr2K3zQ4T/aiG3gLDb1N7SUwXvRTmN0fHzc7R7wxQ3tayW/r6yspDL93nQQgLYsLCz4InYz4eHHDlL6G33Yhh3D9gH+oA6/r/qinHGMPRXbHBGiTfIDDTqA5eVlX7Bup7osz+zrVho/8NF+5jqXmeihjeDo24juPGa+M4+znr0nIpKfR0ZG0tyBB1uRCS968Qnra0RXDn1E29wRou0ttz8v5eIQ1XB+05fkuw6IlCrltC4jC51ujsgjFz3IbXjO0Gb6Hp+Qr7qfyOMr9OAL+KEnhYY67CAFh2zqW9630AGAh4Zxl+W2z0TMgTFf6OIHZFOmf6ED6A/aXNQx/sCbNfUrvkUuMtHNn1YkhQ+dyMWXAHTwog96xiTtxkbq4MuySOMpIoTOAug/7MBXWZ57btXTOs4YKGzAdmTAgzx8iC50ow9dzC/8gh3IpB3QSqGISGO+4AeP32kz/OSxNSLSmGOcRkSaC+VKJc0N6gF4sywX+tGVZVlaW8oeA8jK3QbswV7K9CEAru2XAOjJY2NEpLFNHhx+JQXwM7KQQX3da2ibg1ZIOS8O1YrCYxEYGh3RiINkfYMDqvry1Q1OPsY+7MhtExcgyMWn+Im2Dw0PCRpw6KN9CiUctPQBupFB/+AX5h70EZHGyYrXB+rpE4L4+Bio2Y6Sbdzx3gNwkG94zPrdRpVyWU3jm61d66p4btfT+on8wlfIZY4DxXqzsbGijbUlbWyueP1Z8Zq8qUkHDrd3Nj3fWtrYWNPG5obw06Yv5rccqG04aIlft7a2NO1g3/LKkhYW55I++qPe2JSyui/sKw4c5RqfrGlwsKNKvqVjRwbVX95xkGRbg7WWL8TdX57v/N+trUZdg/1VjQxVFa1tHZwc0uRoTScOjzkgWlW11NLoYK6RgVxZc0fba2vKWx1VbN1ApaXDYxs6dbChocqsDo5sqLF+Te3tW6p0ZtWfLWp35YZuXv6ptjdXtbS06EDarOT+7x+oOTixrY31VWW5HCQ4ooMHpzxuK3pwf9rt37IvpImJcbU7TTVbO+ad1icXPtTNm1d09MjhNHYvOWi4s7OtcqVi+ctprJ9zYJE51ed1qerz3WuvvKq6g2YHDky5v9opgHrl6m398K9+pkuf3dSNa3cchNnUHQdS3v/oQ1X7ag5QLWpza0d5qarNjbo2NrbV9EswfZ5b5pe+9MXUZ2WP4SNHD6VA69Url3X/3j21mh2PhwE9uDen+k5HeT7oYMyi5hZWVCoPOkAxrMtXburCxc9S8OShgzq//vADy29ocKhf5WpJtf6Kjp88rqXlBZ09e8oBxgc6aj15nrkNDQ9vy83kNWbJtq2noB5BWILQPgInP9xwgLfs+Tw2Mqwhny9uXLuh3Z2m948hLTlAPDk5pbYHdP/gsB7MzHkeWN7KpgPDd3Xr9gMH65oOgE7rpfMvm6ff57ZVB7d+X14qNDE5ov6BsntyVycc4OofqOqLX/yCphzAmZo6mOT6aOG07eDXqPrdnrfeflPPn3teX/nKlxRZ6Ad//oO0lu74zF2t0n+P3KeW6/n/aGnJPqyJ/89xfm5RRw4f18FDR3T46DG1fb5nLq16f7U7PHYOq+1zGnP31VdfV61vQKtrW+K3jW7dvqPbDtzym6j8BuFzZ59Tn8+yiornTsP9vCZ+e/XK5Rv2+aD9P6xyueIxdkM3blyzn1s6ceyw5Dl/8MABLTig+9lnl1KQccTrDoG5Cxc+cYBs3PZWlHksbzq4u+n5yz5VczDqoH0SkakIqq/7HNq2vHWfI9Rue47lajtQeNqBL8btnbv3VKnUtFlv6uadaV2+dttB7k+1uLyhX39wUbcd3OzznFxxG9/9+pc8Rw7owPikWg6uPrJ9JWW6d/umWl4TrF4nT0xpbXVRiw7wqZXr4cMFB/JWNTM7q1qtquXFWQ3UQgN9JR2eKuvb33hN77x5Sv/y//SP9cr5s56uHWV5zVc7Zf27P/uRRh32w/9LAAAQAElEQVRQ5M+s5w4g8uebjx074rm8ZZ/dtT9nNfPwvv2/Jn7L9c6d+/r5L36hre0NXfz0ouFTRYT+1b/6/9meh8qyLf3Df/A9/Z//u/9G/+gf/oH+6z/9E333O55bYzX96T/5E/V5jRkbq2rywIC+/Z2v6NyLp/Stb39VmztrDqj2a3Z+Xu9/+GuvX/165PXw6pVLHscd/eN/9Ef6l//yf6t/Yhnf+PoXHEj8Q6+z2/of/8f/uwP8Dz1+xzU9c89yx/QHf/gdMSbr9R3P1XD9Ay15bJ06fdbdk+m999732vPIY3FX97w29fk97CUH6Ps9px55TXvvV7/wfP5Md+/f1pkzp7Tuttbdn9VqVTycFXOvGWur61IntLqyrjwv647H5trKiq5cntaDB/e9zmx0A+5eDxaXH2mn3nDfjml0dDjZW/F6Vt/Z1UPPVeY5+8Ddu3e9buzowNS4Jg19/VWtb6zq1KljOv/SWa/1Ld/HbXlMt8x3Wy+7P195+UUtzM1ox/Pu7Nmzqtb6PUfHDaMaHRvx/KjozKnj+qu//IHeees1PX/mpLYt84iDtkNu+8TYAU1NHlK0My17HZmdXdCsx9TWpu3wGvvNb37Desvuu5q+/a1vuE1z7me5vxe15SBxo76tjz/6pW7d+Uzbu4+0vDzrunn1+32FH3AIj1/mR6Oxo3p9Tds7G8lW9mv2wIjwdGx57WhL6riP2glcSGMr9znhNyET+zkgP8gpoOngdcdrCpDODq5vuYx00qbnKHs+ZfLgvAWKcrAY2p6OeYDM5ZYXPmQjjzIQEcm2iG6aef1r+k6INnEmoS8Ai7GvsgS0AXvLPmcAlAuADvlF+nSeMm0ByEd09UJf2BYRSU+pVPb4KKuQjb1FPiLs566PkQV07A9kIgeQH+gLPlIg4rFOk6RPRBcHX1dGJ/UlZQjAkRaAPvwD4C/KT9NY5B75Y1m9NHnW9Sc49ADIIQXXC3uCnplERMJDDy8yEmL/K9zH6Mrt19z53DWZ/RduY0dNDxoPtbQvNTxGmr6I7OLavu82eE/oyu6Yx6PJ+go/9vq35PdryhGP+8aKrDNL8wAZALgCOj4UdDymnwbaATym69jWVlF8ZtorA14AHMSkADig5TYB4NwoSJx0kp2euvtl6nshVTzjKyIeY92eotDL27Ff0d0LRT30+3m7mHxEVyZ5IPH1+CuVPeaLdL89CNsD+MiSoj+ltq837fJ39tvfLbdTuaBDBkCZ8c76UK/XvQ7W/X7RSH1T8EEXER5nj8cBfAl6fADd01DIIE30T9kKPXi5kyKC4hN2wgdERNIPQZfeHHuywPVCt77bfvLw0z7aiU8pgy94yHfx7igjGfPF2GdeAEYnu2xmSp8lAzkFUA8UZVuLiB54bN9jmp5qZ02RdBX1vz01gz/obKc+6Xjsd8FuspxwbWYfdtcKKUu4js8JBUihCNOo28+9+to947LAgyvyvan2nogQvgMikP2bcuUnIvwtRUSix//wFGlEpDr1PBFdXMTjFB5IIoIk8YCLiCQ3IhKu11by6nkoA7QN3gLMyMeUHfutO05cSJ/wup8g7FNj2K892+z/trp7eOeJtGN23i2cMJyU8kYWettes9nbW/Sj5clylbnfDJ2wjgjLU4KcPdXntZL37sz1mW0BIkKZ9/4It1kh2sO+3zvHwclPBk0WblfbdC1xR9d2oFS2DppWq+E9pWkgbajVbirVR1tmU/iSInxKKUDm7QC+v2kbOh47Ha9zVmBtHUP306HN3Wz6TmXjUsFfXd2t/bWoqO9NoQF6ceTNbnUdt4BcF8AX4Ja6De0ujXV2bTQ9eUPisP8LelCdzmN6MyYS6o116zsJWm5ny+1tut2FXYnwd/p67BvIkQ0gp20DOnv2pEb1kEJTALRF/um0qCvS/XrbW+STHnQZeum6eKzyqHAdOXhIC6AMpLLt288nxG9+UQ88XWNWu5fvHl1uNLS/DTIqMRogH+HBvwdPK3m6DD0QVJinm4QH97OBevSwcfRuLOABJiGQ+yUhbSa+fCQtADwQmRdc64P2WQANeNKClzIADiCPzsIW7KIMnnoO9eTBQwOQB2izfavwTIYGgKfQFdFtP/IAeODnoFwsJuQLYKNt+bIfOuTCA0R05SAf2dgEkM/90go+z3Lle/6iruwDaLc+Ty9VyGERw9/kAfRQph0Fb0TsLxoRsd+H6IjoluEFIiLpzDMvrB7Y2M/lJyn06Ed20aaIEA/t3faFKXkunat7L+GU4an4ohB7mvYFciIivfzQLvBdma102ML+lg+wyGx58adc+Ja8WVP7kQuv7FjokQsO/YMDg+KSur+/35c6FVEHL/6iLeThAciD33awkLZuOiDMZfKKLwl2fcEFL3aSQtvaa0O/L6mRX/UlWtXtLXlMl8sl25YbMvsxEpTL7kePJ+ws2oENLbeRlHYiNyJS3/TiyDeaDdGvEaGS5Ze9uQHYIz/4gHaDA/B1kZIP60ZHF1c1h/b9jFx0A1mW+zKtmmzATnwBH3URkfwIPXXgsJ8UHPpr9gH6KJPCix97gytcAuKrzOMroiuzv38gLXDIYhw07XN0oD/3+EcPfYM8ZFPO3Cb6GVnwoB+d5KGFF99F+OLHF35z874U9oEe+n6Piar7DH8gA5vAle1b5KMbOeSRgT75QT9AmTposK/qdgMRse/XsvsI2SWPCXh2fTEFDnn4g/GGzQO+zEI3tmMHcshjPzrIw4dOm5D8hF4ORZTRT4pM9GA7sqGnDh34GlnIhAYcukjBF36PiCQfGZ5Sgo85hI3wYTtAPiJ8cTWiQ4cOpRRdEZHWGeYPl2/QopPffKVPkBsRSW5E+MJwV+jGBuwljejaAC/Bl3SA8CGCQwWHiI4NK9m3gAdq0gcvbcEGZMgPtuNLfEsd/oIu7S8eO+TRYdK0DpHiN/yIrRHhuZuLp+15SgpgL7z0ASk45JNGBEmyCdnw4St8QTAMXwDg8BE2Igc7Kx6P4CkjD6AeQCh6qWvs7irPsjRPwWErc4zfiIIOH2AXQNu5DEc+vPgGHiAi7L5QlufJXvREhNALoIexN+YgMEA9urCRfkRGAbSJ9krhS8y+ZFuE+9EHKfkplUuCP8+z5Gvk59abuR0RpvM+g1xspE5+GPPkGXvk6Zs8y4QNrk5yoK/4sE+7IiLpwCZowAHQyM+aA2jIQCaATwhckDIXsAegDrsq3q/Ay22ivfgTWdRV3VfdcZQpy3PxUB8Raf6T58+Toh85pPBGRLKb9qCr6nWDFN8V9kXEfh9Qhz3oJ0VP0wFJ0qJv4UX+xMSECHhgH2OLcUwef8zOzWpjazPNNfy8urqSgkoPHz5Qw8HFciVT+OVle2tDK8srwi+1Wi2NC+iznPpwMKk/9S928dJTrrYcFFtVnu9qY3NeN29/pnan7ovwJfGnGNtq+CWgIeXhMVHzZXI9tY32Hz58WGNj49Y1oLIDGh4iGh/rU6XcUF+t6Sau+6J71RfXM6pWNrW9Pq2+6rbWV26ruXNXowPrOjja0mBlQweGGhrIF7Q+/2sHRO+pr3NH2rqtfOehqu1Fzd1/X5trV1XLl1XNtnT2+JRqWVsD1bZK2bYaXl/q9TkNDnTsl1ktL913gHTWAYMZtZprGhgIX9BXHWB5oC0Hghlfn376qe0fS+2ZX1hIeyPB5lXvNU2fD06ePKUsy3XxwkUHGLZSfcNB66wkjU4Ma2S0X5E1Nerg++DQgAM3qw6kPHKQeToFcBreA9Gz6zPJIQfA1h4t68VzL6juQMQvfv5LzUzP6YWXXvXLaei55192QGbZfbCj/sEhl593fktbDjTMzT/S9Wt3tNvopCAK9l12wPTevbuaX5gTQbOVteU0Nux098egAxZz8ijUO29/TQP9k/r04i0H8+Y1PHLI9QcdTLquW+aveh7UahVxToo8U4sX405Dhw4f1MlTR3Xj5jWtri9r6tCU23TP/hrRuv2ztraiWrWsLQfsms26x0/Yjg0H1hd1+vRpbThQNzc37yBZn1577XUN9Q9qe3vHQa5FfflLX9XxE6c1NXXI8m+6Tx66fEzLKytaWV7z+Mu0u9vR88+dF38CuFobUqMtNf2yyEvbmgNM9+7c0srSgi5d/Fh3bt3wGHC/rz5KwZdyNddDB2lefuUVvfHmm3r99dd1+swZ92Xoa1//os6eO+Ogz6SGh4fFb4YeOXLI7W7adZ0E4Ofm5sRY4AckTp06bdtWlZXKuvdgRp12pH6+62Djjvvn5PGjHmfLIlice57wAxJN31YvLDzSZ1eupvFw/Phx93NDmX285fFQqtbcJ5e1sryuanXAsvvd1qZ2G7I/5j2mJuyvbZ174TmfgfvSHG/Ut3T08JSqPo+0HQDZcD8sLS5o0bbuOjDU11dxH2xq8dG8WPcYF3Pzs9ryujExMe65u6Wh0XFNP5zT8uqaIkra8lx45ZWXFR7vda8dHae5Qs3dll46/6qmDh91wLClB7OLOvviqxoam9Kp517S5euen3mf5peaeu9XH2lsYspjaFW/eu+XOuhA1vCgg2Fe14858NVXCQdRH+rQ1KjeevNVZZE5sBb6wttf9pq2o7AdCz7bzc9P66UXD+lf/h//a/3h97+iV5wfGtjU6EhT1cqu/pt//qe2ZVuXPrusre2Gzp0/p3cd0Dx24rBW1xYchJZOnT6kt95+zmNo1zQr6newd8p6l5eXdPToIY/TXNMzD/Xc2Ze1sdrU+kpD5ejT1tqmfvnef9L62rQq5R1d+eyXGuxr29YtbW3Mq9Vc1dBgplJp13PrpueU9GhlRl/92tsOHo5a/7xefvVFffjhz7W7u67v/f7X9c//2d91cO+W7t66rEfzd3X+haNafvTAfTusti9Tdneb7qeybT6mn/zNTxzIvKOl5UXV+soer8ccOJ3V4SOHdefOXV2/flMXLl7W5c+u67NLVzW/uKz5+QW9/9GHGhoe0LlzZ007pS995S19+Svv6Mat69p1UJa/qnDLAe0Fr28jwyP2tTyu6lpaWtHi4iNd+OSifRI689wJ+/fv6e/8nd/zvDvruX7f613VwelGShc8zg56DXjp/Et65513vNa0tLW1oxMnTurIkSOq1apaWnvkeTdt22Y1PftAV69fsR1X7Y8t1evrqlal8YkBnTl9xH65p+n7d/TBrz/RtatXxV73yiuv6vlz51SuljTiNjVt/8LctI4fO+R+aKrk9f6U59Fwf1VXPQZmZ2Y8hz7RktuxvbGtgwcOuX8qWlxaSns4azh738jIqPmlqQNjtnkrtWfZa8jG5qqmDg47SPpIV658osH+in1WV7sptVuZpExZVlKpHCp7DNf6qir73Mpe3fL8axpMZJ+GAXqJMwJ4zg+kAPsAPOSbXhfImxJWFXSk8BYQgcyw/iyB/FAHb0QkXJZ16yJCrIsFtHxma/i82/QYa/lc1pa8dra9/vjC0zYjowD0lr1xV3xWqlarvB4hbwAAEABJREFU7sea/VNRWLYb5U+YW+qlh4c24VvwVpHaDSE2Nq2DelJowUVEsll7T0SkMm2IiD09nSfkIBs5QCELHIBMQH6QUSqVPI7zfZldXLccEaZSkg0vNgGFzIgwb5Z4kUkdqfxEdHkjQugou/8LoGySZHtE7KcFLs8zy80p7utGbkQkXGFLRLeckHtf0D0LsLnXH5SxNyL29Ud084hCB3IiItmCzRGR+hN8mz3V0JGfyPxmlvm89xhaDqbwl9IajbrHasPzajelnU7L+pTAnk3t097T9vgrAB2gIyLRtK2r7foCT52MS+neF3UFFO2jTHVEKGNs6jcfaJ6Gp6merqeM/wDsAsDBFxEkzwRoCugliAj75PNA+3V66omIhInopp1OW9jS9t0ZaceT7FmQmPa+PHv2fNx2H7XEn/2nXc8C9h/wyO5NyffqiYj9ccMawfjJ88djWntPRKS2UYQfuQn22gEOSDj3Pynl3xWkrvyIp9Ms2RcR6n2Q/9ugtedXaLCBNjGuMt8rRIQiHgN42l72Olny2QvaPMvSOIyIpBY5vYDM3wUKnn3aJO3ZX/s0nzMWqH82J9hOGhvQPA2FDUVKfZEnpdwFz3QvFB232UdgtbxaAOSBjn3XsTv2wWrbe7b2yinyLe9P5Nue/135Fm6eIk/a9lh5ekyCN1lqD2mElZL5HQB5ADIKKNgiunJ666l7mg4cAF0B0LTdDqCbb6c5yPrFuz97ZcPv/bSlndrk+pR6nnqvLvDUJZ9ZASmAV9jDC9j3L+buAft1lnfHpNRda7Ej8boPWratiT4j2tRH5vVBPhO0xF+WaXo+RITPPW2f7Zo+s+0maNk25ITp07jP8+R37Ex4+bF8I/3pdNcs9Pg9Iu1T5m8bEq3lI6PsPbRiKJdLKqf5FAqPpU7aUzqKrCNfHCTopFHW9p7UhU6ia1tXF7CjF9CjvSfCcntgD50S6AAL8sdS3QZrTXV8Ufc0oKcXZwuSdcyBVmpzO/U5dG37u22ZyAKe4POaaKWgE/TWfV4ewh5xFJ+AxJd80+G7C2aICGV7a1WRRvT4Bc+bLvE7bbsdQFEmpR2kAHaTFgAtYFY96ynoSKknTWALKQOpbAFPp9QV0FuXbHBFRLcdzv5OnwxDGdBMSoD8b+O0TdZlhzpTGICMMBPOjAhFPAaj06egLVJ4Cn3gEtFTX1lk+7KKqnAmwlPD+uFnEWExYWIhJyLS5semXE4TqixSbCvqqWPzqvkysABowEMnP9hHnhcAAHrqmawAi4vJki+gxW/YQ4oeADxpQUceHAAdKfZz+cZvZnAxtr2z7UuJnQSp7IsRaKBHTgGFrJY3DOqQRdr0woIvCgAPLXW0kXaQggOo9xaWFinsB9AREcn31MMLkO+tIw8e+wB00hcAcsL9hy78FhGpXwgIDDgwNjIyIqCvr0/4ubAFPtqNT7jU29jY8AG7kWiyvFjMpYgQT+aJXPKCmeX5Pg5ZHh6JB/1AluX7baQd2F3frWvTQVEupx4+fOiLuIXk9zzP0pjp8mXpJSe3/My6SBkP/Q62FWOHhbtSKfslseyXxarGx0d14MCkRkf56f+S5KW64wWu7bdoLh8AXiA6NpJFEn9hB32PD9t7fYrfCh3ojojUxohIbYNffqgrl8q+TKj68qQvATZiPzIiIvk+ItJijI/RQwrgCw7VSY7nTK3Wl9ovP+AKoO3opG/gR8ewLwzpQ/D0GwA9eqkHsAN6Lg/n5ufFRQN6aTfjhrxVJRvhLZcrIkA3OTmZ2hIRe76t7dPUPG4IAh32hfvAwIDru20nqAOgd2ennvqUix7kau+p+MUeHvqQPO2nqub1AFvJg2vtHQASr3dC2khbaRs0pPBERDogMK7gB1+kEd26HV+K4jf40Asfcmk7PhgdHfVl3DGR4lNokAE9tqCbNkVEurCZtx8JruBD+gUaZGEfdPgPPLYwzwp9yEEm/YRNEZF8Sv8w15AXEan/M6fQI2dwcNAX3WO+tKqneYTcgcGB/f5BFu2AHj/QNvLYiFz5of3YiY21vppK/ABBnqntQ07dF1vIjOiu7cgCOp4j2AYffUU7kM98IR20DdRnnpvw4wPKVudPR6zT2A9/RKS2kucARordyCLddSADnXX3FXqRFxFCT71eT22XH+zHFuTSR6QcCOAFj/6VlRVfKm6n+QZ/RCTdyIQ+ojuX5Yd6+og+o99rnn/Yhg3IRB7tKuWlNP+xhXoAPDSk2IJ82ow/0FOk2Mx8od+tMq0fyKF/sJU+Ql9E1y7WA+RD2/EBqKjjjEIbwRdzCL0R3TFDO9DFeGEcYw/2w4+O7e2t5E9w2FzxBRt1Dd/y4wdwAPIjujKRAQ3tYWzTV+QLGvioR2+BxzbKEbRHSSd08Nc8z7GvkIvPC1kRkebytvddbMRH8EVE2usVSr7DRurxEWs/7UYOOHgZS/gFPdiEfcxt7EIXdfQN4yYvlQQ+IpKd4Ln8RTd7IH2EHmw/4KAZ/i9sIkUevu7r71NEqFQppXkJPXwDA/1pHCJnyZf++I867GVOgh/y/G4R6PIetb2zpU3vu9vuq77+mnl3PZY3VPfZpNXeVbvTTGs4/YmN6Nh0cIu0sIf2lfLQocMjOnJ0xOtaxZfch3Ti+LiDQiUdPTLm/R+7Gh5SuXV0vH8NGGqqOAAXmYMQ+Y5qpQ0dnujo6IGWjk7saLgyr7x+R6X6A714YkCNtbv68Of/UQ9vX9TG8h3tbDiYMNzWxEhDpZjR6NCOhvp21F/ddoB11ro7mrl3UQuzVzU6GL5IH1G1smt8rvrWnHa25zQ+kbmP13XkSJ/7fE0b6zMONi375W9Hm3vBvUOHJh0wmPdY2fG8brt+y3t/5sBDv3HN1J/nfHGPj1dWVizriPjTrvQra/fqmgPBXrPGRsfEnjjti/uHs7NeE0sOMq8oy9s6cGhcsq+PHDmozY11ffjRBd24ccO+aqlUKolx0vbaueO1c352TgN9NW1vbOnFF17SqVNn1fINxKOlFZ04eUY7DWlgcNyX+8e0srrpoFFdp86c1qEjh3Xs2HGv9zX96leWf/OuPv74gvg/bLe3Tef25u7HIa+zMzMPtLKyJMbK2NiEhobGdOvmfbWbZUPFAb+6Pvn4moMX91WtjmpyYlJnnz+jt9/5gt548w2dOHHcQbFxB13v6qNPLvhFu6mhkWHruq07d+7o0dKihkeGhI8zv0bmDm70VUsOoI9qYnLUNub68pe+5GBU1eO73wGSDV2+fMX+WnO/bevQwcO6f29as7Pzmp9bULvV8Zg7q6PHjmh9c80BqXXlpZquXb8lfnt2cWnNgcU5+1Pur2HTbKna1y/mMwHQkdEhvfnm6zp8ZMq+3DXtA/ESPvtwRvyGXF9/VZFLO94b7ty9I3eIRkeHVfZZjOAQ58ozZ08ZnSnPM01NHUiywQ/4zMIasr6x4UBKxYGrRw5uLbpfqykQmefl5L9TJ064netaX1u1f5Z0zMGevj4H5xw4XvecO3HilKzYweV1nXF/ToyPa21tTWn+OaD64MFD79sHrPuIcX2u2/A4GfIclhYfLapaKysvSa+9el7Hjx6x/szBtAvWParzL77gAFBN3/jm1/TaK+ftz7YDbhcVyty/ZR08eNBBtufFs217bt66rRUHYI8eP6a79+/r1t3bDrK0lGclz4mWWHc6PtuWyhXTLatWqehrX/mqSp4HnIlXvTZVav3qt2+Onzyt1fUN/d7vvevA3xnzt7W1uZ3yHznAx543/WDWPlvQtoO5h+zbUqmlCfv/Fdu9tb5mn62LdekzB8YuX7mkPO/o2NEDxs967al4/j7U4cOjGh4q6ZNPfqVff/BzTT94YJubOuJ1anN7xQG7z3Tj5mX3W7jPRz2Px/WHf/Rt/bf/4k/11a++5eDsaY2OD3jc9ovfumfd7+sb0syDRR0+dFbf/70/lJoDuuXgcCnfVWN31f7bNuxqcfGBA6e3tbGx6ADjca81Ww4urujR8ozW1xf1V3/1F7r46UeWO6p+jzV+E/P111/1/D6jO3eu6frVC6pV5D6U7t6+6vJFTTmYODkxJn6jvOwg3aVLn+r06RMeG8fEOvPppx9r8ZHXmWroK+++o1qt5vG2ou2dXfHbl6+99qbe+sJXdOL4GdtSt5+GPJ8cAK5meuutVzQ6NqyN7TW9+dbrGhsf8dy9ad9UPB/7tOXA+a73cc7kmfv8v//v/2d98OGnanvPuH/nhirWWcqks2dP61vf/pYIyLHm7fDDX6XcbV6zL9bd1n77qZlsm5mZ1uDgkNfeXXUi9NyLL2podFxjk1M65jEyOnEgjZPZxXnNLc7pwfRdB9YXvVdtaW52Rm9/4RXLqWjG6+utmzc9hjY93xteLzY1Mjqo5547pefPnvQyuyN+kGBnc02HDkzp+JFDDlh/ywH5193HZzUxMeq+mk5tHrd/mTcTk2NeNwb1lz/8sS5c+FAnThzVrv3IOe0F1uCTx1Qqt3TvwXVN2m+Hp6Z0/849j/eSBqpDKmd9yqMkdXJ1vFbxA6LsoRHhOVkSazxl3kO6acvzoKniiQiPme5dDPUFntTHZhJlnlsF5HmecHxFhPulvc8PruOvjhk5wwDIpAywVhXliEhysQ/ZESEe8r06wEWgp5N0IWPXfc06sNtoqNFspj2AcUBQtm4c0OS8ab4st1+ctmV+2+X7Q8nlUrmsiteOslNsKHS2zYeNADaTorMAcL0QEV4T8gS98gqZtAf6Qi4+wX5SgDyyqS/oSOUnImzqk4A8ZAPkTZY+8PdCr93gC5mklOEFpBBPRDctbAFHfUQo4jGA/9ug4OumWfINefSivxfQBxT2khZ06OmlJR8RoBNABxR4dESEx1WXJiI8Nt3zvjfpGJTuUFoeR83faFPHYwOIiP06+QHnRBaUkogn69HfC9AXAEORL2g6yQ5qHkNnTzdpgY14rCciCvQTaUFPug8e5wVRoROfApQTXUHgNJV79EdkinisLyL2y/v8pjerP926CPzs+eW5A00vFPJ5RwHf8QQscBZgv/Lp2L2PATog1e99RcRe7kl62sU86gXkQxwRKsZERLjf22ntQzY0EZHaFtFN5YemUQe4mD7IACIilfnqrSffhbb3hdYTgC4shod8l67zRHvBUR8RT9gTEaCfgC4qEl1hU0Tst1M9T7EWIx8oqiK6/OCwCR8ClAsoaHtTaBP4fjilT/V3wfu3pQXvs+h69X1eHj5kkPYCOAAcvEVKvgC3XHbeY8iMyTNpD1Kw1ThSrxzqjtuOCrmMD/nJ9vZE9g30fB60Pd7b9hP1ZvtbP9A+DfA+DQiCrtVsqRj7rKMAfcl+Dw80zwLqAOQolM4J7IW8t7C30K4CaGtEyB9DpLFW4EiBiMf4zPmQR72dhY6W17zkxyINj8zMFIamz/K7vjNrekyRL2hFtX2MDcgnrfqdvlQuKcszS1eaZ7SXPRRoWE7D+3/K+4zQtiMBz0EAABAASURBVMwE9j8MEaHMMnsBuZnxyU7Tw8vZgnPotu9vyINDDzRA179PzvOmA7MttyWB36fbbmvHEBEqZbnKfkEizZ3P3DhcEPJjVxRLdsf+MuY3Pk/gTUMZ+QnM3AH28DBT/xtgH+ALbE/jwfTw99JFhCIeg8U+XqcoIPy3QJJlupRafkpd7mVJuKLOKXVP436jbBlhwohI9jmb0ohuOaKbggeSSy37CTkKVwFO/Il4nHfxcz8RfztdoadXSMdsEf7aQ0aEIp4NeyQpScFUOoiOAsgz+Mj3Anig40HWcWPJ90Iv7bPyBS28BURE6nDqwJEWQLmAXpxblRaPPM99OVBOUK1W0+G690DMpKOF8PbaQ9uaXsTAR4TFBWTJDuiKCc1EZFI+DY8naf2JhbCXjwtGoOmXBWSiAHuAiEiLAvYDLH7J7ko5tSvLs1QvP7QfOwHkFECZOoB8L763vOvFaduBAeqbbjNBA4C2RUTaZLB7x0En+Mpe7LioybIs+SMikn954QaPn7E3IlI9+vMs88tqTVzmckEELfyAm7Dv34iun2krCwF6WeiQAaC/uecv8vCjE30AvqpWqr7E6ULFL1LIQh9Q9ctVtdatK7suItLhC5nIjwghgzJ9umO/oAcZ2D0yMuIX44HUBx7eqX3YAETEfl8jC33wDPoCGhvpMy6Dtn353PCmgFzoAPTRToA8NiATkB8WSegjIrWNgAq+HB0d8WXlULIJHQDtQib0Zk30yOl0OqkvkV93gHjbGwlAG/lpJfBPA2MCWQDy2EgiIvWXkyQPW/FPxX6njfCUSmVUJ4iIRFe0jTGPXsoV9weyAXyFz5A3NjamKV8q0M6SL4Spo73k4eWyeXV1RQRcyWNbw+MYhRGRNmHKBS0Xh/y5yI7XJewDOnSgGUgZs+gq8PgQX4LHHvyHreCgIw+elItw6OHFr7QPPyKXPDaQL2yMyNLFD3KQh5yISOMOeQD68A92r/riEdnQ1X0hDm5lZdmXSuu+VNpIl4/QErQgEI1PoMdn+JMUv0VEGuvgKGMXYxw+UmQwFrCd+S8/tAsfFPZQB442g6NdufunkAk/NoCH1iLS5Rll5NMGdJd8KVZykLRSLYuftC+VM1+a1LW1veG1JBc/Fba9073Q2vVY3alv2/ZGais6sBcgjx5swW9Vr/HkaX9EWFZZEZEu2cDRrm2Pe/J1X26vrKzYjxtq+GCGrQC2lstlIcfMaa5DDx4dzOf+/gFxGQ4e/dTBm2dZ6kfGHvIB+gM90MAPX9PrLHnGACl1+AW9yAHCsiJCW1vbvkSfT0B7C3kNryH4E4A/ImxuJHvhB49M2sE4w27yDc8T5OALaMyU2ooM2lP0E7TUYxMpMkZHR/f3UPq87P0IXfDBHxFpTWQegAfQh8/xBfmIro0RIWTDiw+gpf9YYyOCYtJFppg78ENPiv3Yih3Miab3BfiRWfBQBx4efFEANLQHPLYBzDP6IyI81prCXuTAzxwiRS/rEIAM9KGDtlPGZ9D4bJjaFhFpLaIewN4tXyYjF5+uevxt+pKfPy3Nb3wqC9Xdr1sOSGaeI+D7BweUO7/lfQMbsRUdyKFP0c96CaAjz3PhG2gKffAxL0l367vd+eAxSBuhA0+gAz9HhPIsT2s2clgf8BN6oIWn2dxV2y8Uuedtnmcp37DdA/39qjnw0m7tatKX6CND/ZqaHNHwoM8teVPNxo4v9ivqNNtq7e4omuva3Z7W4swFDebLGsjmVdq5pRPjdfW151RfuafJoT6Vo6Zcg+6Xqja26lLknrM7ajXW1GmtKNOKavmG5qcvaWXhpvPbKmlD584c0uRoVbtbKw4gDKvuAPCcg1zsw1XvVxvrq8pjW9KayuUtHT446GBIv/eVh+ofKCl34KXRXHMgZtH7rBywqMlNdKDhth48+FRzc5+Z9qYWF647OPi+gyNXjX/gQOAt8X/lPZx7KHx76/YtsYZl7l/+3Cd/IaLkdZMfXGD/Ake/bnmu4+fz58+L37QaGR5Sluc6efq01tabev/DTzy0Mo06GCb7fcf7gXyBWO2vJPnDI0PeW/rSmPvs0hXxw18EZ9t+CRwc7E//ZyA6+X9NP/z1+xofH9Orr72afjOS8cv/8xhZVZ9dvp5++/RXpvn4wgVtOQg25qBnJ0qqOQh0+9aiZh/OifWg6vPUnNu5ve3Ag/W/8cZr4v/93LGvjx07rPv37+jGrRsOJFzQ9Rv3HFi9p7nZRw4GrYl+7HQy72PbyrKyg5HhQNWcjh89oxPHzmphfsWwps2thl57w0Ep++Xo0aNun8eSg/qlUpiv47ZvaNDjpGXc4cMHteOz6q4DNvPziw6GrYjADf3N/+vZanbcX0t2X1mLi0vmz/Xy+Zfti3HbsSHOw5seY8dPnDJuUtXagP3zsvtxw7QeE3lJd+/dU2SZ6LNjx47ZV7d9th3w+Nz1GBlT2XvbqZNH9fpr57WyvKCm7cLXhw4d0aefXtSVK58Zt6uTJ0+4bWuibwiyEbjc8vrw0GMU3z333GkHXtbVXwmNjw7o+9/7jiYnumej9bVN3bk7o0dLG2q0S2q5b7JSSfVm3WN4UvMLs7px45LGRsMBnJq+8Y1X9MorJxwgeuQ2bjnIeUCXPv1MbH0zs0t6/wNoR8VvkA4Oj2jq4FHNzi9YXlv81HjdlwlbzR1ddcDrs6ufegwOqr8v0xuvP6+zpw97fg1pdKTPgaQJbe1Inawk/q/NjfUVBycPqVQpaXR8Qlml31tOR2NjI6Yd0/ZuUyMTB9Q/MqpOueIgZaQ5Xunr9/pfVqXUUd7a1NkjY/rmF1/RaH+oEnXNzdxVKW/pr3/0E/3lf/qJttY29N5Pf2H/OjD43FmdefF5hfenVqespbVtffLpdT10O+cM/CDUmdPH9OorZ+2rQVX7cr3xxiv6/e9+R0vL8zp0ZFQr64v68OMPdOnSZUVp2D7IHKQ+pS+89aZ+/ztf1ZkThx1E7NOQ5+jp02eV5ba33Ke/+clf6czpg1pbvq/PLr6nTy/+WtP37vgcXtHXv/01bdYbHp+Zzpw6r488t/6f/+p/0lp9VZ95jbh847bOnH7BczxXltXUyas6duqcPr1+W/1jU/o3//4H+vjSPf36w9u6cPmBPvj0ll5/56vu/44eLS7qiIPFVZ9xq3mm0cEBz6MjHucSvzE8Ojzgefmc+M3bPG/rrdcdBPcat7Wx6rEwrtvu1+fPndZrr72gl86/4PE8pKNHD2thYU67jbpt3vZ4Pa5/8A//S/tiWz/4wY91584tr/1NrW+sqNlsOBA7p02f4Xbqmz4HND3OL+ng4Sl985vfTOtZ5jlT8hidmJjwHrWd5uW/+Bd/Xy+/fE4HDgzp+XOnrO+hJiZG9PNf/EyRRfLvSy+dT+c01tARB8LZl/7iL37ocZSrXKqoUqmpXC5pYMjr3/CUHi5s6t//xx/r/oNlXb16T5cv39WNm/fdX1O2t2z5Exox7eFDBxy0fc599Jm+9a1vuX0nxA9C9A/UTDNsvxzQ1OS4+rynDfRV0tzjt1W/8bUvq+39a9JjeGbmlhbm7mp8bED8f7YjIwNaerSgSrXkuTlvWEzr1dZ2W/wwRd2+OXnimE4ePyUvy15Xlq1rSL/3nXfV8Nn0wscf68DEuEJSw2e1VqPlfMn5tvgt4h2vxS1fCrJXU9/0uSciFBH2eUf4uIDcewdQss+fxplcyOh0OonX6hI/Mne9KCAXPQA0ADSZGZFXqVQEIJc6ZKELABfRtQd+gHr4IyLpBQcUeGQAESFklMuVlCKLcp5nqW1Vn/Er1p3npa7dpkcG0PKFIpeeDfuEdXyX1EAgtkmdoeX2dswDFPnc/sl95i8ZUt5l2pjbf5nHLHYhH7/gn8fQdB+23L9dgAZ6+ApADkC5qCONCPFEdFN8ATR9Lmtis/uetItr7vsMHdjTy0u+AOoA6LrQSbztdlud9pN9Tb0Xm3370QUOfuSR9gK4iEh+jwh169r78uFFBkAegOdpgC8iEjoi9uVFxBOyIGC8RTzGw4vcpwFaAN/ia/LQAuSB3nxRBocs5n1HLRUp+bbPuJEZlYV4Oh470NI+8uAA8gW07WNwzwL4evu0yIPveGwio+CLiOSXoryfdry32o6CNiJEm+WnbRnIanlhIQ90vB+Q9kLH/CZPH/K9deQ75qEyIpJszjroKCCia1tEiCfxWHenRy74AkJRZFMa0S3DBxR8EaGIUBZZGgepLV7rev0EfVEmBcD1ysBO+QFfyCA1StRFdPXAU9CQUoYmoltP/lkAXcf9nFK3mRT+AigDvby9eiOit+qpfLcOfuSRAr1EVpn8A/63QUQkf0ZEYv9ttNQlor0vyr2wh/7PSnr5i/zfLiD2bY6IfXL49wvOFGXSAoz2cuYJ4kyBI8WPAPknwHQRmcIghdczQF4POz7PtPdBygR0OuE0FBEp9Zfz3flIHh3AEzo6Hct9DNAZtY+jbKNTwhe8yCDPOlaulMWe19fX53fPfvF+yP7HeScirD8gfQIKGUXatsKm14SGz/A73KftQd3v7LyLpvXCcx46dDNXHu9xDfuhu/9Ql2TaDy1D235JaTt8brfPPCdaQKvjd7mObFzXdr801/pqKc9eKJuMrpZ1Rp6pXPVZolZJY7rdanfTvfUEffJjaYIHG7CPNSJDkH3g6n1/dsznggpo760f8EGXeT/HBnwIkAdHHXIBaAu94KkHIkIRBoW7rNPd+xtNn80aPpvtdsH3iviOdYm//tVkHze0TNf2WY50H7zXtwHb2E3bwn50A1aioOEAhhgS3ikf8gXIfQwuIkgewx4eREFLCj3pPrjf9vPmeVYeGdhk56Zs+rJtT9B2CVIVX0/UfY5caOhb0qL98P7nQNE/8CCHPuwFcAVA87vA59G7yXafv/35XeREhCK6kEV0MxGPUxQxaAAGDoOwSMnvN8QThnIB0ABFPXIwyKKTgeApl3yQZeFgISlzyHU5woPYHQIN8kgLfpxZAPzUcTBGBpBk+JDcret4wWw9Adi0D150Wgla+wtJUVe0lzI60E++wLeYGJ7Q4NEVEWJRZNICyQ63BZ7icF7wyE9EJPqIrq9pU8FfLVf90lhWpVxJLzIVv1QUgFzkQw9EhLI879L7BaRcqSi8kKRBKwnfABHhUnd6ZFk3nxD+KtrnbBoMlAm8cYkEYH8BtAegLQVADy92DQwM+EJyKNkdEUlenndfkKCDB1raExHJ7xsbG+mCiwvcsG3IoZ3Q9HuBZoMpABk7Dn5yGUWKXTte2LATXN0Xj+iw5uQT5ETE/kKI7RGR6rB1dHQ02Zvbh/Qt/UkeG7Czt5xlmQDGKkAdOrG/bhuQXfcldssbBTZQxkZsI6WMTGQzVmkTumyO0bwgh8dEZttK9l/ZvpP900i2owsZ6CMFyHOJC3BZi/3YB8hPxwsndoAHOp6jEeEaCRvwDT6mLdgDkC+XymmOYlvDG3G73UyShdRJAAAQAElEQVS2yBe67XbDm0vTdoZt2xX9gcAIyg2yyZ8ESfnNKQIXJb8Qb/vykGAIvsIm9OAP2kEZeyLCl29jvnA5IPpleHg4ySr8hK30N/S0EXvBYSeKsSUiUh+Rb7C5eZ5C29/fl2QhE9nwRnRpq9Va8geyucChv+BHL4EMdNC/2A4N8jpenwDsHhkZ0bgvvmkTcmlzROjRo8V00f3w4cM0vpEJD+2mDQCyh4YGU6CcsU6f7PqCeDdddDSSP7iUIogy5Ish2oEO+MJzBTrkYBPtLeSjA5upJw8N+qEjpUxefmhDAfgSoJxnmcdidywgm4u0tg9rHY8jV6lUzpXl0rYDok0HVkgr1ZLanaZ2HVCpVMvmL0neeO0Oj6EQurEnyzOPodzllhqNhsdSM405E6f1mjSiO1Z789hNmwDwyQ+mo630W54js+1LwZ0kjzL64MtsNPo77jv4GXvFHIKGNlNXyNpxsKvl9pbLZV+ED+7bX3K56rUW+ogQaTFO0AHIpmfuH8YQ9ejHFvjQgT7AZIK+5mAF/cyfQQbf2zbsxCZkYDf2IAsacLQJGciFjhS/oAs6/MJhEzvAkUIDL+OdcY0M5DU8Z8gjBz70QZd7DkdEshWZAOun/ER0+7WQiS2MZWiwHXnIQiZ2oZ88ctEHoAc6+LCRMY58yhGR+pN5G9HNYzOBQ2SRx2f4BfmkyCp0R4SwBVmsS+iCXnsPMsAhB92sEdhWyEAepNCAIw8PKXUAfOimXchO+hwoQFa/90TWQNrDb9hDDx2y4KMMD/rRwf6Nv8gXKfbQHvoLPOOWFBt6/Q4dcop6fEuetRdaZADIJcXOmsdyzS86jliq7mBZ20HUvkquvmom3y2rr9pRSVuq5pvK2ouqaEEHRnY0kK/o8Jg00b+raMxocmRLE6N1TU3katW3HERtqRptdZpLitacDh+oqJKtOmjySEtzV1NQdHSgpdGBpqqlTa2v3JXayw4KPPIes6ZGfUmV0o76Km0dPzLugGm/cRsOXnyoTz78tWan7+jA+JDWVxf0cPqu3v3qF/X3/+R/o+PHDmtwoF/9tZo++vBDr0GZ1/7ce+pOglu3PvKeuqrzL57V6MiQ1laXvFY0ND93X6srs7bBtquuV88/5/G+o1u3PvEF+ae+bG85+FDRo8WHundvWh9+8LGDqg8dcFy0vJblrOunf/ML/fznv7SePh0+ckz8n578JtTt27fF/xd4+PBhjfrMwZ92nZ6ett6Otny5zh7yyScXNDLcpy9+8csOQuwY6jp96nkH9aYdHFnQ4FC/nn/+jN5yoOfv/J3vi+DDu+++q5fPv6KXX37Ze8V4CvzdcRBwYWFBG+vrWlicdxtCM9MP9MknH+v6tau6du1KCnRub7e04mDd+ua2dW26TQ907/4DB6PmVO0b0Lvf+KrOnDmrc+de0DEHN48dP6bpmQcOHCw4sLKWeFi3+voyB/Km9Mqrz+vUmeP65re/6uvKpgMum94b1m3DrOYXVnTDQdb5+RUHUhf013/9kd5//6IDnes6cfycMvVrdXVT7733ngju3rpzV4zZlZXl1O5qraT+gZqD2su6fOWqrl6/YVtmlJVyB0i+YV+8JP4UaH//gH0aGh0b1T/4B3/iINqYBgb7HES6rT/78z/XpU8vi/9DdMz9fsTjpOzAmGNI+uyz6w4IP9Dq2pLGJgfViV0dcoDo57/6UA8XZ3XFPtty8La+03awvi2CnIsOZHZaWxobqunIwQMqRa719R391Y9/6gDPQ/vujMfFloOOy8ryhv3wUOVqWc85CLiysqKLFy9o8sCYllcWdGBswEGtCU2MDWphflotz8HNjXX3545KedVjuF+37tzX0sqa1nyW2thc1+LSovvyjl568Tmdf+k5HTo44n6+5XH4SHnW8dxRCnyVvV+tmG9hYUl379+33x6I/QpYXVvVtavXdf36LfdVQx3l9tW0tn2ePXjokAOho4pM4gcx6z5b37x5w/OzronJCe2Y5v6De7ZxK51fIqQJB+6v37ihiYlx98e29/WGA1lnUzD/woWL4k++bm1ti99avXnzuupeJ9o+TzQctMp8o1DKQ7v285//x595/G6qVu0XMv/hf/XH+uM//K6i3RH/H/AXv/CO/ZJp6sABy9jWEc+r6XsPPI6kdrNtH6yo4/ezko1/4bnntLu77XPlmE6cOqZrNy7r9Tde8tjpaGFhRseOHdKx40cVWaZHKyu6brvS/+e5uWH/3nBfNMU62fRZ8u6de3r06JFqtar9W3J/L6u/v6I//qM/0Ftvv2l8Rfc81+7fn9Ff/MVf6t/8m/9kj9rOg1M6eOigGHPjEwc9/5a0Ww89mFnUxkZDt24/1JtvflUXL93W+OQJj51XPNZ3tNvI1I6KthptHT56Uj/6y5/oxNETGqj0qW4/Dg8O62c/+anWHWS+/NltB/iWNOzz6OkzZ+zjFd2/c1F/57tf0P/1//Iv9JWvvJX66urVG+IM85zH4TUHcJdX5jUy2q+8JI+lM5rwOt3SvPoH1vWtb5/Wd7/7pr70xZf09/7o9/TKy69ocX5NVy7d1707j7S4sOYLNlN7LvBb9mmcuC83PUY/vXRFa+tbac4tryxpbm7afdLSXQdn11bXdM1zeGVlVfPzs27/da+l9zxftr1mTrv/VsVcrpQrbpN9tG49fhdZXFhUX1+/RscPOR3zOJ5SqTSkT+23+/cfuQ8H9PEnV3Tb/rx/777XqDXLbOrFF1/QV778RU1MTNgHmx4Lkx7bw157jnrOPNDWxppWlx+5L1ZVd6C45TbMzkyLP5u+4UB0X62td999S2efO+p1YVxvfeE1bWyueU276vWlpuHhfp08eVTf/tZ5fe9777rv5lUqZbp27ab4gRfmzvLKnKa9T51zMPsFB5RffPG0z7+bKpUZXy1lnn0To+Nu15A4MzBvOUtx1qj4vT732ZZygWff59zAHg+Q50wBvu1zK+W630cpA0Wd/CADuQUgNyJc0/0U9AQsOVMUZVJ07fr9hPND3WsA5UK2j9aChnJECLlARFd2RDeFBpDbjHxsRSb2FjLBNR28J0VHl16KiDQfsR2/kOKbiK5s9FHuTbGH+Yscxih7Lik6waEDGnRgD3n4kV0ulxReGwL/G8jbiC4uIrUXHuQgb3f//a3p9a8p6gpALnna/Vh+WegpbC6Xu2XqAfkh7aWJ6LYVeV1o7euhDWaxiV0a8h37mRSIiCf6BdkJIhNpRLdNyJUfcE48VtuprcgHwJEC5HuhwCGD/NMAbUTs29gBYRvRFRHdkgdTwRfxJA65APWJ2F/knwWu2rebPAAd/EDH+w/9IbXlDSZBeP8E2n6XbXHn4ZT6yFxtyLxPdczX6bGxyNMGQD0PdfR7y3sSOsmTPgs6poG+gB4xj/2FXlcUNC669PgDvlc25W5t19Pk4QEPHamd5E8n9fM+zn3Spe2kOvJPA7zQA+SfBvBd6I7Rbr6dxiu0klK78BmQe44BjHfKkT3ue/wGyA+8APJIO7Y1Atru+AVX1JHCB5j1Nz7QFtD2GUMKRWRirkeEeLr+IqfkC+i7pcffbfddL/TSRIRoDxARingM2nugB6zAn25fPS2P+gJgI09qBn/sBQxNiM+3c6/6mQnyPg+eyfAMJDZ/ngzwtsy2+tu2dstdIRGRMhHdlLpnyYKIOtKnAfznAbRFHfnPA5tl+7AByEyWub/yhOs4wAi4qz1Xuv4uZJKaOH1oQkSYD16nHsdF35OyzjPOIWZc7npP3fK5ibtcgPd4cNQDEUGSoNBDin/ane5YQS4ykV2tVn0erSUoVyrKHRdhPNsgybZEnikr5QnIgyPwmfbJZnN/70I+SrM8975bSpDl7Im5FJmaDqpu1xt+z9kVad3BxKbnkD8qoOk7ceR0fIbet9kOJK+9h3xa+6B18JFyRCjLMpUy63aaZ5nNDEPmZoSKh7Uit32U4WvtnX/Y19mXW9ab9NtPyCugoE88puml63g94ZNF5jbnaY/GrxXvz73nDmRFhPiHnPbevoBsIPwVqTac88c2+CPaivw8cr87lhJkHbfLQWu2ogR0aw+E5ezrs05LM4bv7lyijQDtALCnW/v4G9znAVRFXdtGFnlS6vbBNoH7zwY3OPHsC/rdM+F+kB6v7UmObUztdX/T3gLAAdDotzy/rZ7+p34/ta5UfiotxPfWuY8y+esJYIBCxKAEMJZyARicgAngyYFgZFQ9eXlZ7+/vT4MwwsPAYDsgETwM8t1GQ8iNKOo7qQ750ADUA+imDJAHx2LDxSDAIZwDPoEbFqWtrU2/0G/5ZbvuF6rG/uYNP/Ldr0kX5QLAk0c+KeWI2PcJCxTApMI3EV27tfcUPKQAvoCOtICIJ3n2WCXj0cdCAC95cLkXwXK5opIncXgx8ThOtNQB+ICXV9rOT6DID7qcpPbhJ/LY3NffJxYe6mu+bBwaGvJF41C6DKFd2AptRCS6vr6+lILDJmQB2BYRyvPMkO9DqDup6VvsAVoeG5ntjng8EUyWeBgfA75srni8YB8LF3XoIo0INzH2+49+oZ9pM/XwYHfRpohMT+vCVmhoC2lE146ISGOiO1a20jhEPoD9pNgBP0C7aQ916EB3hGV5IJGnHfizz2O+5o2saxP2SyazXWGQOp2W21P3uNy2bzND7svXcoISm1sWMpX9k6W6jg/ydV9k0WZ0J/DGSyo/2BIR+32NrdhT+Ba7+vpqvpBjI6SvsiSXC6FymTK8zWRTnqO7nexs+Jax4QsM2t32YhURtim3nd6Y89xtCr/49/kiYTj5bn19Q/gHvxU2NTy/szxT1WMtz/NEh1+qe/4BBz18tI9DBMBFKr+dR99EhKDv81hEHhfFK7704rDBvKePkFlA3S/4yIUevjzL7XMl3dShh/EGH/wb6dJyO/kvyzK3PUu02IRttB874MW3lOHDFoIbXK4R2Nnw5Ruy4cndVi59GA/4HzvQiY2FDGiRueqLJQLiK24TOqGBnvUTPehDJvkdXzRiNzIafmknxWZsKYC+hx7bqEcvEBGp/+Df2dkRD7zQYMuu+wrd7lhRZt3Z8WVn04HSLJcyj42GL3l36ttq+JKj1eoeuJCBvehFNm3CVvqPNi0uLvrS3BdiGxtpvqG35YMLNDtuD3bDVwB1AHILgId6fAFg347bwOULelnL4KGfyuUK5J5fzLF6Gq9FH+TuF2grXm9oK2NkaHBIhR7qyENHm7ANPYzHAoeeiO7YhwZ6ZFEPPe1PYPsYy9BjO7YV5SzvzgXoaAt8tAvAeNqEjczhkZERAdhGcA452ESbCp0RkdpAX2IP+oDR0VFfOA4kH0REGuMFDTYjk3FGHt3Igy8ivEaUEoBnXYoIryHlNDfA0a5CFnLQ29obE4w97MS/EeH51/GwiiQPukKH/NBO6FoeE7QLXxR+iYjULugB6kjHxsYcPBpL7cJX+Ak8awK2oUN+kAOPsw7WrCYAN6KGZwAAEABJREFUB0BH/9FmyuhnTGI39NiCTPDIg46+gibzOoHNRftpL3jKtId028H4ro6KL3C3Rd/DT11E1xfMEexDB7RAUR/RpaFM/5CiAxrkAPBFROrXFi9AXq9LnqfVcqaW1++OL4IqlbLnfdl90Fa7sa1K3tboYNnB0aYDQbnOnTmo/tKussaK2juLGh/sqNRa0uYjB0X6m5oaaDtwuqHYfagDDpaWfNE+UN1UphWtLd3RzuaCGtuPHFyoq91a1oGJig4fHNDUgT7197XVbKxoYrJPuYOiWVnadQBq6vCohkYYSys6emRQw4N1ff0rz+nwZFPHDoaGLL+WrWiwsqWdjRmtrzyQWuuq+uL53NkTmr53S3Mz97U4/8CBvUXvD+EL7AUHR2zj5LjPNINpDXvxxRe1srys+YfT2lhb1PVrn2jq4JiDg1Peu2oK5Q7QtrW9uWvbW5Z7x2tUQ7MzD/XxRx87feC5V7OsVa1vLukLDphsbWxpa3PHY7mq+s6ud//MgZGmjh8/pVOnzurc8y+przYoTwXbMSzG1ttfeFunTp9OgRj68bCDP8PDw2lsP3w4k/AnT53SuXMvKreT5ueWHVDYsQxbmNXsx2HjM/FnbxnryJiaOug5MK6f/vRnDt490L17d8UYHfB6Nrcwn8508w6m3nbwotVqKMtaevut1/Wld97S177+Da2ub5pmJMmICI06EEbw9x0Hc6sOYt2+fd+BjXk9nJlJ86bjl0TkzM3NOjAyq6Zljo0Pe2yvqK8/15z74tjxKbd33QHDE/rOd7+q86+e0ztffFMrDpo8fLigG9fuiLTVyjTYP6btrZYuf3ZDN67fc3s37NNcL7zwgr7wzts6cuyIDjhI+dEnnzjguKac829etd4+3bk7r08vX9UD9+vC8oKycuiR+/njC5+l/iBItlVf1Wb9kaLi839rU88//5z7uKM7N25pyGe0sbEhLZl3dHREFZ+DxhzIfOn8WR05MqHDhye1te1gXn9Fab65radOnXEg7obbOuBAzLj6B/sceJ5RKSvZvhWtrqyr1ZFKpYqOHj2uu3fvaWlp2cGgR2Kd2fT5wJNQ7PWcC9555x3ddOBxZGRUL55/ScV+zrq+ub6q27dupUDkmbOnUwB0xQGpWl/Fsko6cfK4ThpOnz6qifEp93tZVy7f9FlszH06pH4Hldt+2TroIB4/wLG1tSE5xD3pufHo0YJefOl5DQ70a8sBuRMnTjmQ9wWtrmzpL37wU929MyPO7OPj467f0b/79//B6bYmDkzougNgN27e9AVNVd/45ld15uwZVaoV3XcAEX2cC4aGB/Uf/uw/qFQu2ZdHPAeG3JbbaviSJXy2/eD9XyscOGXtWlpedJB5VvygAH92XAqVSjW9+/V3tLy6pRWP0V/+/D1du3JFB2xP3X3CbxE+nJ72vK1rfHRE1UpVExNj+tKX39H3fu/3de6F57W9samFuYcW15Y8bhcdAL189YoD5vc04UDwmoPRd+7e0ujEiCoO1JcroRUHlv/1v/63KdA2Pj6aUny8MD+vP7MPfvjDH+rY8ROq1fr0soOKu15f+z2Ojh49rJs3r+mHP/yBPvroI/35f/xLHZg8ZLv69OYbL+j119/QoakpB+0eeiws68G9ac/3dQ0NTujDDy5qfa2uX/7ign78ow90/cq0tjZaGhsZcdD4RcsoeQwtifVm02vUgYNH9dmVW+ofGNOhI4cdeJ3UkePHPB5O6Z/80/9KdrF+/vMPPE7v2qejpqvpf/p//A/65MJHXm8H9drrrzioO6GR0UGP4SEdODDkOVj3+B/0endRnSjpzt27DhJe0fMvnNYLL52y7EP67LML+puf/sRBz1va3Kjr/r25ZPfqyqb6+izDZ+4Fn/OGhz32PK4GBgY9hjL7viTGy8PZ+/rqu2/ou9/+ss4997yOHD7l9Wregdi2tnbWdf78Gb355ot6/twJTUyNaqu+qXH74Auvv6rXX3lBpbylqSnPSV/aKa/pYwfmZ2ZnNOp+OnXmlPuwqq9+7atq7HZULg16z8n1wrlXPSdu6Oc/+7l+9d4vNDPzQD/+6x+p7X3yvtfKn//0b3Tv/m3VKhW/t2zbH6MaHR3WhudeHtLg4KCqHttnvd+USk1V+8Jt2lFeanuvWdSxY4d0+sxJ7w11rwMPxW/Nv/jicxoZ7tPrr71mm8s6PHVEw0PDtquufs/dSa+X6mxrdu6m+/W2qrVtryO7tr+uVntT6+vLYg51PHcBzh+sPzs+S25vb3ttrSfY8qUrdRE2VFJBGxHpLNBsthKu7DkYEYp4DCZPNKRAwdu0X5iTlMFHhDJDRCRZES5nmSr2V83vc9WedzjOR4BJ7KOWOIsgS3sPMilzZgEaftdI+vbujCJC8AN5nns96wLnnrLXfVLqpK4ttJ01CjlAIfPptNFoCr3ojwhFRJKNPOSiizxpAZTRBQ+82ElQGT0ptW+7aVP8VmzD59am29Gx7CzP5d5IeiIi6UIuugq5EU+2Icm3P5CP/QBnBsrU0VaAPDgAu7BPz3jatod64Fk04KhDXgGU214nqYuIJJU8eGjI45NUsfcFroCISG3eq0oJdSmz90UZoIgsIKLrC3Sgi7qIINmXBw+QkP4iD0iZS/b23lxJhZ6viEgyIrppFo8r4QfU6eLI9wL+BsB1KfxtfovyOA3Lpdwxe0tFAJaUAGwBmReRzErDZj7mg/c3QT0PJqEXwAYA/xRAGYAl4jdlRQRVCSJChZ/DtkiP65BfAPKKvJ54QhHdPgJd0EBfAHhF+k7rBDTdUvc7IhQBZCntYpXyESHsKyAixIMMgHwoSJJsMuCZA/iDMcO4BR8eD8iRH9YG6JxVRCQduedmUa/PeSIi0T9ZHS52fRDRzUfQlizhpVC4TOqhaDsZkwV00lpb+OrpFBt7Yb/eggq8ep5e3NP5dg9PUUcKO2kvgHsW7NN4ZP/Weut6Vj24QsZ+W7w29uapT2Xfg5IvIOFMW5SLtFdmb576gufplLrPA2QART35ZwH1z8In3P4X4+JJcBPc50qAm5DTTZXGBqyMW9b4YgyDY3yyT7CvcrcARER6/4Ae6MrqWE4X4APyPFOWMR5lve205zFH0MHZAWBfwU/QA+QLQHZhS9v7QESkvSsikjxkIYNzB0B+1/eP8CCj1y7KzL+WI6mAk2RvGyeo+2Ar+2EBuedmRCQ6ZO76HgPbAcqcJzqttvza4Fkeyk1bikzlLBepD09ueMd1UkjKncuzTHmW+X2iJPzKuSUihO3IpU20G9sjItFBg//L5Uoqh5Rs6rgR3Xa11PT+mmxyWvCbTEmxHj/IpUTa8XyKCEWEaHvmtG2Z2FDA7t6dPrLbbis6O36hBFo+2JN2OuH+wCYgbFsvgJPrO9r3tfWYRYD+cx9vRNhesJH/Xw1u8+8sQzagUO6042Lbkwt4WgakEWEqJR9HRPJzRKSyep5eXtC95d48dUAv7ln5XnvIMyYyGAuAiU5l0JFnAOQe8L0ALiIKlv0UeoQy6biEJi1eBBg4yEUheQYQdZubm35h3xIp9RGx74RCHnh4SAHy8GMjOgBkAcWEoR5a7MHAiBBtwHbkUg8/KfKwC1rqAPkhBcBDg7wCoAeoN2mSXSwQRcpELvFCYMgdGC0gy3MV+ZTuld1wxkaaEOgEmr6ZK3RTLvTRDuSTRoTyLE8LBwsCizEp9fKDzVzYtDwgXUwLLm3Hb/gdv6EDWTm2GNBDO5BDGhFpkFJf8UtVtVpL+uDBD/B3LB+d4KATT8jN6i5YyAEK+ghXSl4YOn4x3U1jYGVlRVyMYxN02FHfCygiF3tIqedyijbQPmjpS/L4KSKEDdDKT0RXF3V1XwBgL/SU0dHem+zwoAOAt5CH3Raz3xZ8gM+hiYiE3/Um0zaRi/7uqO1AJD9hu7vbfRFGJ3YCRR752EObH/niZ25uzi/bS8kXyKu77fZQepFN/eqXWV5ouczhYm7AFxjogw5oebxs++JpY2NNWS4NDg740qNm+zru92ayK8u69rbdX7n7OqJbLvItbxYRYfvbwk58zbzCVupIwTN2SOlzAD9Sj1wrSi//4LB3YC9wDj046PEhdSO+PCEPXyEbncgHlpaWRH+Mjo66LX3C59BGBGrcrlYaP4X9EZH6vu3DAXYzRkipxz76En34QX6Q5yS1l3pshAcboOVyBX9jc0Tstwt5QMsv2dgJ0GcA/MgByAPoQB62007yyKYf6Vvq0bm+vu7+30jzoCtzN9lW8EGHzQAy8A12U8aeQhZ0kWVpTeGHLnb94t7nS0DvTQlX6+8T61Pi8/pE+6hjLLKpg69Uyp7npeRzdOBHANnYA442AtDTzwBtor8IHGAffb7rQwN+oO3wAuQB5NEnpJShByhHRNJPW+kH9HTct9DVPZexAR3Mt453XvDIho46dJLiW2yAB3vzUu75MShk0nZkRIQKPYxN8Mijzcgkjzz0YC/1gPyA69iz+NDFfTn4Ax3IzSwfPvoJ+8D15qmDF13gI8JzN4Re6sDRhsIG2kV7sB09yKRt7L9LvtCnruCjDjp0ws/YQg99RRvQgfyCHjra1PZ6gDzkQg8OGwtAbqVcSWsUuIYPxA2PNeTRXnDYCS+02BARac6CQw/zACjqsAOAPiJS/yOD3/Z7+PBhmoPUR4R4oEMOvkEv+UIW60tEJD/SDxGxv67RbnihxQ+kyIOO/kceeHwLnnbdu3cv6acOesYVYx2dtAefU2eNqlTL4s8is6/xJ3+pR4aNEXt7lucaGPIY9DodEap4b+14XaYNm5tbvmTd8PrWMb6WoFbr93ysatvBvM3NbfuwrnZrW0N9HUVjUeNDDoKOhQ4dGPALSMOXy02F97ZK5vzOkoOqq37h2NDq4j3duvqhDh6oSa01jQyGrnz6S3Uaqzp1fNIBFzlQuKK+WscBiwEdmBjS6uqsL9Ovq9PcUq0qlfOGRodrDmzeV7u5oehsGL+lduuRPnj/L9XYXdH0Ay6PZ3XXQVB+y9C7kBqNLa/nba2vzjjYeVXrSzds/6ZqpSWND+9qzG0Y6NvRmZOjqpXrWph1QGZ7VS87EPSn//Qf6biDGK1mXY8W59TXV5aiZX2/9EX1Q73y6iteKzv64IMPHeRb9OX3qu7cuqNjR47p0cKsA3pzmptdNE3Fddvug1C7k2v8wKTUyTR14LB91tGKA2RXHYQZ9AV5zUGXmZlpvfzqa/q93/+2/u4ffM9Bn69qxxf/DxxMun//noNZw+kHR+j7S5cu6eLFiw6+1OzD3bSfl8tl0aekjJ8rDhIdOnRQww4KRWSSQlKmpeVV/fVPfqG792c15Qv5ja1GCnJcvvKp7j+4o5WVZd25c8ft+0CHHZhljPZ7Ha/Wyr6cH9Sw99LNnQ0xto45KPn882f0nW99UwenxnXk8JSDWze0vrGhK1evK/LQ8tqa/TTnwOqo+ySzT2d1+/Zd9Q/0pYAYwSpsfvRoSWjcXuUAABAASURBVECz2dbmxraDWQe0vrapVrOhh9P33Q8d/fEff0Pvfu1lB5D69Oq547r+2ccO4EvDDvIOjwy7P0+6D88qC+m+gxlf+vJb+v73v5UCvV/80hcd9JjWp59+6gDFrB44aNbX16+LLrP2VPtq+srXvqEdB7LOPPec7t69o+s3PBa9Dzx/7qxyt4V9b2h4WJG13adNjTpo+tprr6hay903szp+/KjbOaypybEUqNncXFSluqvBIdb8ug4fHnO7hlNAq+pA3ejImA5MHtCYg3mnz5zRAweX5xxgY76XKxX3xwO3X8pNK4+hk6ee06zH1u5uy/NMmp97pIhcESUxr0t5Wcz/4eFRHT12IgXDae8Dj6H3fvlzNXd3NOKgTqkUIqh38eIFB6a/q+npxTTPvZU73U5j4IvvfNGBrsu6cuWm7T5umjnxp7w/++yy61e9PjU0PDyU5Bz0OPvmN7+uV1552X17U4PDA3rzrdfE2fDR4pJOnz6nUNlzd0grq2u6cPFTBwlvpt/kHfC5bWVlTfwG9OrqqvvlgXZs5+TEhHc6qWo/ZFlu3XXdu3ffMvu17H1nyQHun/70pw48HXNfE5yf1dnnzrqPZ5TnoRMnj+josUOaeTij0dExjYxNeMxPe2zVPQau2v6O3n33Xbdr2rK3deLECVUdxDnoIHGx/uPLHQebJh0kjZDXlV2xP/Cnr1uNptgvBodGNTl1VAuPVrXsAODWdstje8ztmFfk1fQblPTnH/zR74sfaLh8+YoWlxZ00vb9/T/5+zp48JDOv/iy/ZO5bUNp3N3z+s+Zfs1B2LMOeP/v/vf/3GvC9/X3/+RPrLOjb3zjW3rNa8WJ48f06cUrXufWdPa0x2ip4jNBxQHSbf3h3/3j9KdgDznYGsr0d7//d/T+ry7o1vUrOnF0ymN0XN/8xjfcnnn98Efv6Y23vqxff3BVD+ZW9LOf/kL3HZgdHZlQtdKve3dnNDlxyEHaMc/Juuo7bUWW6+0vfsmB1FH91Y9/7KD8tCrVslbXlh3IrOtb3/6a8ztaWtr2PD+rX//yE60sr2t7a1ebm2sO7O1off2R+C3W8fEJnTl92vvAuMqlsjzlVK+3bMNDLS2u2Z8Duma7OU/Iz7jnCz+c8fLL5/XCi+dUdb+NOZhYrsg6H+mNN191MP60Tp06YX+13G8NB5rvaWRkUMeOHvT4aKlUbujUySmPjZqyvK1XXn9dv3z/Q/3bf/cDzS7Mq+w1+fK1TzU+Mex2lVSqlHThk6tqNTOP35tS1qfv/N7v6Z0vva3DRw7q2mfXtLQwpzdff0l/7+/9nr78zpsq5SWtr214zs55bt+XKplmluY15zXx1sNF/fKTTzXt+bG+09C12w/0yw8+1QcXLuujC5fU53P0ydMntbSypNs3b+qTTz4S56LtnS3vMTPKvMgdP35cGw7eN7xmDY30+d7P62V7TWsb07py7Zdevz7wWLvn/T/Xlve3waGa256pVColn5HKD2lEiPFc9j6SZZmx3U9EmCdP60pEWG+3rggmwtML2Mi8IQXkJyIUEc51P+Aj4jdwhZxefvLsa9TBne3xIYNyRCSbGAPsVaS0Ic/zZHdEiAd6ZHE2KoAzVJFv+b2WeqDjAdjpdGBLMvBP2YMLmeSBSqUs9EREakfE47TVagmbkc9+vVvf9bq6m3DUAciPiNQXyOmCx5n7Bj0FZFme5LvzUxrR1cPiiK2sT+hBH2UAw02W6LEV2ZVKRQWAKyC3nzL3N/YA8P42gKYXoI0IkgQRkfQiF4iIhIcH2wo7E3LvK6JLs1fcTyIiyYroprS5K6fbNxFdfEQknm5dO41V8iBpW9v3JI/7uZXGObYARV8UtNDDC4ADyBcATwHgIp6tu2NjI+JJ+xWIewIiujhk9QJE6MG+3pR8h/GptodEW20CR85HZp8E63I3bXeaXoeb4jfC0oW31bjGPLbMYzvCCJTsQUQoIpTleaLp6unSyo+r9vHU4dPCNt7lO5Ypt5m0F6Clz6ElBcgXYNFJLmkBT/D78r+gTbxNt8nzCxpkk/YCuEJOkVIPHjngKBdAGegtkwdnj5AY8IP21oJcjBEgIro+i8w0bn3yQTdFBkBFkZKP6PJEdNMCRwpAC5AHevOUgQh4M+t+DFJICZSett/J2n7Pa9l/pMgpIBF8zhc03Sra3IWCHzz1QG+ecgHQAh3GqP3R2QPoE3gQFrjeFJ7Pg4Iu8f8tXxFhL0QaU/Ahk7QXChHgns6D64Wivkh7654lm/pn0Ra4Iu2lA0f5twE0vWC3uo1S2/1MHzd9R9hwYMxdrojcpFkC6Aqahs+s7BX8okDT86gA5kXbjICZFGEfGpzRru9Z2MNYP6EDsDOiS8Maz1zgvgdgP0q0tgd5ESFo2IPK5ZLX3rbPfo20LiE/935X9pmDfRuA1ixuV9vte3L8oVd7T0SknCkSnWOD4j4WGoDKiLCKEPYhN+15PpPlYd/Ybw3vy0CTe3Xb2zGuF7ycKfF6f8wiUybLkx/TtU3fNP+O71A219Ylz7OBWp/6/K5Wtg5obZD4U70729va9Dsx75kb62uqb+8kSciOzDL37LTk1Bbsx3f4uuV+Ik+dKUkSDTgAmqIfi7Tl/S4R+gtZBbj4xAd+6kA+Tl1i0JDsgZtrV4QUblXkTnOamwBVLRO0zOPEtnlMSqb3lz/sPQlcn/rKuOKDzgIK3P+atJD1n5u2bVvhC3gLGyJCEU9CUUcKbS+A+9ug0PU0HXKw4Wmgf8FRD0/GVy9EhJ3e8cRqJWMZ6GlgGR8RvaSJDmEIBRgwRmqfyotzgSeFGVkAciNC5CNCyIkI5XlmyBNEdCWljrZTC6MjIvHJqfxERKLPfdgAMk8w9TwRe3IsAz0Aixc2PS0zIiw2erjlgdl2s9wYY/lueXHjpxRZyBI4UECZzqC+SLEDe4CISDLQjV58BRR58IUtVpM+8KdFxosaMgBwVEZEOoBHhLgQ4LIDYNFkwUQegEwA3nKlkl4ykEkZIM9BnjQixIK+4cWFoA78EZH6BlsBcOgHkIv94EiR1yuLgxx46KAnDy2LOosXtvISjg/RP+zLMBZtaMDBI3XbBx02wYMcdLHQw0ce0FMPdLQHWdhOuUi5MEcfL3l5nqW+wc6ISGMr8xgCtPeQxy74AfLIxR6g4Qvell/6IiLJog92HexBP3Kxk7ahD5HgI8IXkX2++BoWP9VdLldcBb8UQeqR74MPAdK1tRVt+uW8Xt/2Zca2+2nHUPc8bYrlsc8XjjXfcqODtnFZEBGp7wr92F2MEfxJGyK6fU4dNltYeonE3ojH/BGxP8fkJyLShTG6aBP+afkgTQqvSRI99bnnJfi+vr40Zmk7/b/sSzfyjAfGcLlSFn8meMqXTKOjo+rvHzD0p/6gr7EPQD5lUtpLHr8gCxsiumsIgRAunZGHPbR9ycFZ9LXZXYyM6M51fFTg0IE90CGTPH1MfxfQS2Mxexcgeep72otPaC/5rux26gto214/wGEPQfTFxcU0hyuen9BjUkS4n+vu412F/8FHH6Efm7yUgUoAD5mIIEk2sB5hP/7AT/iIPgDgn304q5WVlS6tD2XMeWzCn2H/oWdnB/2NRINtVR9G0IU8UuhRGAoSRXTTHV9yYiuArsIGZCdCf2EPUMhCHoDf0AUeW02a9EeEkBsRaVzhw4hI6xl2oCMi0tgtysiLCM+R7l6GTOQXgTv6lHmAnciDjzx6IyLJxmbw9OXIyEjCFX1ftE1+kD3g8QodAA2yIyLZSxl66Kjv94Uc9mE38vEFNNgBjvnBesfYo934BLughZ8yPMgAwMMLHtkFDTzyQx1yOUDiA6OSP5FPm+Gnz8GTRyc2MI6qHpfwoA/7kYk86CNCJR+44cOOoaFhXzwPpnnLn62DDvnw9Tvww5o74Et6ZGEjKe1GF/7CHuTKQwkedNEHyIFvcnIyjYc7d+6k8dv2PKZd2Nv2vEIe+y99y2/tkSKHOgCdQCEX2eiDHzvxX0SkS17sAcBHdNdC6OGFHjnQM4fxGXrwAYfsHa/9nDEGB4c0MjrmA2ymhveHdHi1nazPwM5mXc2dlkpZWQ3PNw77zXrTB/8+xwlz41oOyrW07MvutdUNtbwftPegUs40MlxWX62hw1M18WdzG7sLWpi7oRPHhjU2mttXWxoayhwUOK5TJyY0OlJSu7mipUd3HQi7psMHBxxAypVnW6qU69a1rImxmrY2FrS6PKNGfU1DA2W1GpuWe0/q7JhnzLRtTY4NOKjaVn81U3+t4xeaDe1sz+vE8QnLn3GbpNWVFQeeZjS/sKzV1XXlDirtbG95XdtSHjsaHpAqsaW1R3fMv2yeVS08vK7drUWVoq6Og8WVSmjqwITWvF8cOXRUuX219GhZ167dcGDxI/UPDvlCum4fraYAwsHDx/RoadU2rDswPKrBoWFtWueKbSmXaw4MTCkv92vbfv7YQau7d++pVCrrwYNZr9G5Axnf0pe/8mUHW5Y0cWBYhw4fTHvd8sqMVtdnfQGe+aJ8USd84c9vVU0/vKMDU2Ppcn9oqF9Dg4Nu36744ajtrW3xVxWmvKcNDQ0lOYyZq9evOUD5SBsb6w74TOn99z9y8OmU98d+DQ+NO4g3paXlNS3ML6ivr6rGbl393uNLez8EMuK16IoDvvfv37WMDZXtozzvWMZhvfX2qyqXQ/WddT2Yvq2bt67o/swtldy/f/gH39RLL51QqZR5bHS05oBAfy3XxGhFf/d7X9Af/8GXdfLkUW1urfrC/3qy8Y033tRBB3dXV7YcLFhMQaJTp17U5ORR8ZuW7733S/1//tW/dnDvmvizxvfuz+jr737HQZMT+tJXz+u7v/8ljUxWVO3bVStW9fVvfkHzi3f1l3/1HzS38FAXL3zm88+wSnmfbly/Iw9vnT37vHGD7o+O8N/a+rKDa3Nq+4KStsuXlP39NeHvmYcPPMbuOqB3x0GzJQeP7uvO3Zu656DtkgMk3/r2uxoZ69fS0qyuX72oiF398R990+N02P1W8zwpKTrbqjiQOTYyor5qxWNpReEz4Lr75/r162mtPHTksOexNDo2plY7UgBwcGDEPpnXmufmwsKS509bff2DevGF8xoaHlGWe24MDOreg/va4K/m7GyL35ZsW9JGvSOCjOVyrm996+sql6qaGBvRrNtz1MHflh3x1Xe/IM59E5NjDrBP6ar7fNoB2EuXbmrmwbz++sc/0/j4AfPMO6g2pYG+QW1ZD785enQvoP7hR+97jDD3cl2/dl38AAA+hW5xcUHnzj2na1fvOIg67WDPhirVmkZGuuevqoNhly5fVu53kJrH39r6inYaOzpx6rQOHTmmUqWmGzdu67nnzzlQO6o//KM/VrXSl4L2BO5fe+01HTx40DaO6+WXX1KlUnaQcMZzc1Eb6xtaWV3R2Ni43v7CF+2L8/ZR2+P1oWp9/fon//hPxRp6+/Ydj8Ml3bo6sH2UAAAQAElEQVR1Wy+cezHhFhYeKbestm9qPvz4Y7d5R7///e/p2ImTGvB68KO/+iutrGzrow+u6Mrl+/rJTz5QtTqqBw8e2Z++NNrNPZaqtmVRW16Db1nHuNeYPMtMM6OaL1/esU3T9x+KYHmtNqA7t+/ppOWfPfucTpw4rqrP23Nzsx6X05pz8HzTlzeffPKJbVl3MH3Oc3HKwbZbuvDRBb32ynm9/sYrHlNtvf/rX3quXPIa845OHp+yH5aU+7L98qVL4jfqv/TFL+tnf/ML6y2l8/AP//InOm2dpcqQ+gYGFHnu8Sc9nFtwGvbNqn7040+1td3Ulau39XBhReXyQMrfunlfrWbJY+6m7R1Qvd7QrZt3VN8JB2JndeHjK1pcWNfdO/PpcmlxYcF6mxoZ7dep04f1xhsvehxX9e7Xv+T5PmqeuzruQPGxo8e14YuqdQeVB2xTra+izPvR4qN5jXgM80MCvLPcuHlVK6uLOnTogOffvBYfzXlsrAmevr4BEcAlGNzabenG9auen5/qzp0rqvR3dOrsUZ1+/oymZ+e06bbV7O+f/ux9zc0/8jy4ocXFZX1y4VPz3fIa36+8XBF/KeeB15+bN297/t/T66+/oj/4o+/p/PmX3O7r3k8aGhoZ9xwf0fZ2x7JWVW+G1rZ2tOULz7vT85p3kPm9Dz6zHzf18aW7uj296oDqvLZ2M42MH9LFT6/outfvN19/TWNjo5rw/Lty+YbH9JKGRvvUNySptGs/jGm3UfHatKI792Y18/Ce15U7tvcX9vevtLtzX9P3L+jiJz/x+rOuVqeuen1HBPharbba3IZFS7u72+7P3OmudTwyTV25x0CWZSkIyPmEM5C1em0LgY+IlI94nELT8YtDAQ2/r8H7eQA9wLmp4CGN6OpAD3bID/hOkVoHPAD8u74fqfs8BKS8y6Sc+wBooEVGRKS2IRf5Ja875XLZ+1Up4cEBESHo4W02GyJFJsAZEkAm+KYvV0kpR0TyD/KT3HLJvi0nqFQqKaUOHdJjHdiJ/b3QaOwm/8sPtiAfPU2f89ruP2Qgq2gD8sGZPH2gB+Bp+B3saUBX0xe2ECMfOgAeyr0QEaldyI/o2t1bT75lm+B/GpAHTn7gx2ZSb1HJr0b/xof24Wvsg7cDcaJiFCj1DTqfBkgiYt9W9BQQ8XisFr7CNgAd6CrylAGlJ5KdlJ8GeQ8tbIAX2Dc18Xa/rFoRXf1dzONv+OEjBXrzvfrAAx2/k0AHUIaGFEBqBHqyZEbbc6Xp9wH2+obne91juWmbW67t+DIfUJ4J4N0BeuT2Qtv6ImLffosU9W3keo6T0l+k6KeOFIgIksSbMv6iHnA2ySnsL3DIAUd9ZhsZL4zxLM9Tv4KHFjqg4/Z0bFREV1dRD458RCQ+aAugDogIFfKZr4wLIOnLsj27O14rWS/byV74Cmhbtz7ngSbisU29ZP8Laf/9JFl2pQeC33nPtQ4tMzJSy8rSAoUCClqxG80l2RzK5Q+k7f62++fsGsdsOLZrtrtUy2YLNNDQKKB0pdYytBYe4Vo9n++7Hi/SM5Hobs689BNXnXvUPVe8e8Ij1RaWlQ9BdWG+P1W9IKxTXhCWeykon2oFRp3tQH4cPj08zSFBr9rsKZ7aA453wLEV9DBEt0vavT7CEbA2bH4m5VA43B4OsVih/IvgmY4sPI8jGZ6ve6bMPuEnrA/LZhZmD9PncQ4bDjL9/JTX+IZ9wlT1yoep8oIDEi4xe8pbbQLXcPBD5X44qH5h0sN7YdMzlcJ7pgIGMw+e59PHI9zjtP8I4jwnJ7gXxV2dmQ8zj121rptLPfp+nPdxiYMv2PTPCSK4+aD1UvlCoYACIcP30jjP8z7fIc3MrZlaw7VXVvme6vk+PN9XF8iuHa5H7QNocU/TGsUZBp97ZoR7slJHi2uAEUCaZsZEAJdqDDrqe+CvzgbP+ZtwwvXpcO3s8/GO1jCC7lXa3Cd1r67/jkty6x5G+6ZwBKJvZtD6INskeeesdt3jOFyePfQFAU4ARGjDWCTKs2ACGb5vZHh/ZwDqPIM1iNfUWnwgu2aWmTmdZHuB3g+JTlJdZy/x7gfpJZkc8AzSpg5qV59+MDNXNOulrsAfjgfr1CeEgLYT3RDC+jBlt8OP9ouu+oN+w9rgMM+9xzyAftXt0g+oHI8GCJzNuzyHgm/XoF4EgHkiMO3/mD0ra3/b/6E8WYW6dJn/H6Fl1FP4T/t3qcOLQXj94OzKvUJ9gz5fVVlgRuovANHQODmQ0/mcQCqY9TqEZRHVZOsHTVCBHETtIiYwMyUQHU1YvSzpZTOkL5oClYUT5kNcOb0IBBxQM3N0hCPQbx6YGcye1otOCC/aZGUAyShZQ1BZoDaPk9/MoEeTQjIJyKS3yHDSyvnVJhm1eERjMTh5PK8nX4QLIBcVLWSSQf3N6Lj0AvEJOChKNZk1kavVKl/2Sg4UvNAEV53aQtACoboQVC/7i4ZSHbCFo75KpYv4OB0ps/g5nSiHmVEdczJrYRFIftlN8io1M06iwEGEi6wu/HT5IdCYSDfpJbqSRTwlg3iCj+h5vuf4SEaB2oUnfOVLpZK7ENvY2OAL8BZfKHed/cQrxaCCR3u2uHgJV3qQrKOnVPSFI3/SRXwIKks2M3MTRriC0EahHKIpEF3ZSjjSRe1KwzqlwpHdJa9S4aheuspW8gPxVF6pQLKLZoSLsuZ+rVbnS2/LyR/nRicdJXOcF1S+H+EGGUM8nkSClzXRaJyLvnwqys0zzkvTFOLEi3GTFD3RNTPiJlzAdWBgANoQI/Q7ySr5Y/RJgfxBgUKluoCS3Gbm7Cx84SrVuGpjlU1DHOkpHQWqE67sLn2FJ1sLlE9QJ9WHIHzJor7gI1qyN7MQjdCOZuZkEa7qezaJu5dR9RH94aEhiIf47+/vY58XNfJT6Swc+ePk5KS7iBFd+ZfsL3rgo1R9K5Wym2MK1m4xUKlUAQ+Nq/gLJKPKahOvSqXCy5Wqu6gIdSFJNy96ZYN0liyyn+wg3tJfeAKzni82Gk1eXvZkkNySy8ycrpJPfaSX+sc53tFozPlMVQcaL0I/SBOSDtRXh5qeDHC+biY+gaOnetEzM2dv0ZWcYSq7SmaNveaG+KtOOsjWMfqPeIiGQPJWazVHW/iysfqIXiabgfzZzJxdJL/qo7Go83f1VR/RF13JJlubGcRf+GqX3bU+qB18hKP1UMGOcCxES/VKJZf6ClQnGqpXfzNzeksHySIfUYqDR32FKxuYGaSP+Gu81V/jaNZbJyWjuqle/SST8MRX/qLgt9pFX3KYmYoOhCOQrQSq1DiE9CWf6EvvKvcB4QhfdjIzqE59JJ/q1Vcya55onKQztxU3hySbdOrVdXm53HJ6qa/qRFsgfuIrEB/RjPNCUjJp/PUtEtWLvtYW5c2Ma1HMzcN8Pu/WG597nHhKZ8kpW4i+QPxkL425+Ek/2UnfTlEqHNlR80+XzcqrDx1G6jp/lr7iLbv6nufqWs2eTtJTvCWrxlYyCO/48eMY4nqhPUv8xVt0ZIMa7as6XdIrVZ3klixKw/EXLfEVjtYJBRgks3RQnWiqr9ZVpSVeHmd4Ub/PlFs797Gis7voSq8K502LDU2eYZrtLteSDiqlOurVBnRC9c1HjQGEGgM0FrTRqJTg82UFvJQrFbcQtMrIpjzMzgwDQQWxSIP0t3nor2GQgdFYtIqolZDPdpFKdBhgTCEe6zCQs45Waw9BsE9e64QVlPbn0agtI5ttMniwzMvbq7yw3Ue7sc1L/gGcOjmFVr3I4EsX01N5fPfbX8LJY+PIJT0cnxnHyGAOU+OjiDPA5FHWLi/14tEYKpR9YX6ePCq86B9mILaALvfuhEe/8TvsM4AjU2M4PnsUVy9fx8LCKmrVDm7degg/ksHefgOJRIHyZ2gT8DL/Cn71i58w6HAHH/72Zwza7mN4MMX1sET7biIej6JWr+PDjz9GNJliUGoF1VqT7R14FkE2N0C6CUIcu7Tt5u4eMvkCWl1AQdXbdxgI40VuJOqhMJBFjYGgze0dXL95Cz/9+c/R4b8jR4+gyiDXxuaGSxdXliH8S69cYNBvFZevfoplBrjSWcPAUBwDgzF86zvv4Y9++C2MjBVwZGYM9x/cRL6QxmtvXOJQdzgeLY5HgHQ2jVOnT+PJ/BwUlIpx358+MouJ8RksLW/io48v0wa3cOTIERydmWLwN4Y7d2/g5p2bqFLuqemjeOO11zjmGexubTPwU6JvtBF0WtjaWKecPu0Zw+LCE9RqJczOTtHndnnOMNpvC5OTY7RRCoODeSyvLOLq9c8xPjGKCIOpDb405gcKfFnqoFwuori7hYnJUYxy3PODA0jy5bLC80w7MIxMTOHSK6+h3giwsraNjz+6gqtX72Fjo0xdTmC/GHDPiLNtn2O+jS+u3OUYRfC7336KuSdLmHu8Qtwi5p+sM3j6gL6dx/DQUdy68QQD+XH64QD9chavvfomJidmUOcYDwwMIR5LUq8aaddxdHac58h1+nQaJ0+ehNHnwEvH7373W6hU9nleKFIvnwGOPPUeR6GQwTyDqnv729RvF612FfozurFoB6srj2i3ABweRPwWbbnMuVFFs15168/i0jwDlCsuaPLw0SOkeRFRZrBsYWUVe+Uabt+7T1l20Gy1ceLkGSQZxBwoDFLHLWwzyFMuV93aucZAkNaTq1ev8+y7gxj32w4DgBfOv4QTx09BgbFicRcrHJuvf/1t/LN/9k9QKu1je3sLV65dZ76MveI+bX3NrZcDHK8FBmbeeusVBvRmOc5JJGJpjI9PMVhVpA324dYqnrnr1MX3DXt7+/j1r69CQaYOX+gz1CWdSVLu4zxLJbnWJ/Dd730dr712gcHxt6BgIZcwlHkmUkBYAczxiUlIFwVIm402fauIzY1dBAxEnTpzjjxbXFPOIpctUK6jeP21N9DkOUh+LcEHBwuolMuYmppEPpeDgu7z83PwvQjl3sHS0ipuMJiodT5gwLzO4NrK+joKA0N498tfQb3RQZTn5sdzC5zXUxjnObDBus+uXEOCwepag2NIOyVTWWiMVla5diQLHONheN4QMtkRfP75TWxtl+D5SVS5Jvlcj/L5UeLk6F9dzr08spk8RoZG8Otf/gYff/gpEtE050WZAbB5rncTHL8k7ty5h3q9Qbl38dFHH+HTTz539vjss89Zt011u7TdHs6cPoEf/vAHiPkePiPOf/xP/xkK8p85dwLbu2v4m5/8mLYaRSTawr/9d/8Uk1NHOVfzqFRqlDHO4PEC/W8D+9xD7tybx8Z2kf4Sw0ektbzKeXTrDn71wYeIU+evf+Mtrkuj9MsF0isgsCyDo0kGxw1LK0WOfZG+v4Irl29wjAZx9OhxdAIP2zsNjkGaPpRALJqiz69hf3+Xcz+CVNqwsTnH4Oc6ms1dHDk6zIBqiuvV59CfD589PsPxKSCbzZJPmftdA0PDk4sIogAAEABJREFUw9C+OcD1o8b1K56IMtC8hGnuKa+/8TKOHZtGOhXH5cuXyWsDc3OLtG8Feztl+Px3/MRRjlWcQc4lrvdR7HFN/7O/+BsGUwNMTM2S/yjn/jkE3SjB4zi0OH4ZzoMEPD9KP1qHH43jwcPHqHAOLi8vsz3O9XUKOjPoDHXv7jznw+f0gS6XjwT1bXJspzkWpzDBtafN9Y5bOfeXPK5dfYgnT9Yozy73sPtY5PwfGB7iGlBCifv3JNfLqWmuNQwgP37yCIVCFjtcR3mMwejoJB4ymF2tgGviGunMcc4scJ8dQrexjq3lG7hz9cdolu9hcf5jlPYXkE5E4COGmEXdupTJNJFIlahfHemkj9/98s/x+PanWHp8G6b/isMMPt8rzXzeWwSEDvS0Oc811wU6ywi6Up6NYapxCsH3af0D8Ci8wMyIDYR59ROo8kV0dUnZXy+e6huCeEWjUa7p1I/roM6jKkciUYh/iCf64qP+OqPpDKhUtJWqLFBeOGYGM3N+F+G7cY9m5FBu3/cO8y+iXef5IgSdTcWnB21nT8li5jkZRV8gHgKt5x7t5dN2Sg/B9+CxXn1FS/I2Gg3Oo6Y7G6gs+QUtXtqGeohOCOIjCPnIXqJp1tPX7NlUbdIvBPEV3VCGQGfNsJGp8EVfIB4CM4P6sBkwfljGCx7P95y9PeoIPuIR9lOeVc981PY8vAgv7CRbhTaSHiGu+JlRMCKaGcyM4+IRev7b364+ZobwMTOHD+O051zol6fLDU/4qgvxlapOoHqlz0M/TtgWHFzKmpnzAckEPmqXLgKuPKwB/as3Z0VfFcJVu8oC9TkEym068xB4Bw6BAhwKeNSb9C36kfJd6J+o9SCQrgSVRMvMYPb7IN5mhjAVbgihLOATtjNLX+kSAijQofEK8ZWqj+CAtdDd2UptvwdsNXsqE4vuIzzRUCHMh2XJIRB91QmEI1yzp7TCuv5U+RDCfqEPhPXPp6LbX/d8OWwL60X3eQhxnk/Vpx+kU4gT0gjLL0rDvmp7mu/5uer+Lgj7PJ+qn9lTW5r9fl445PR8116ZiqhdOih9HhwSabr0b/kR9jN7yt+hcyKFbf2pa+MP1TFxn+fz/WUhPF9WXQhq+0PQw+n+Yd+mDXo4tFJfXnUhzf68bNUPPRz1RW+uMfLVbnXQqLf4jt9ErVJHvdrgebvF9+cAXH54dvF5fohCQcpKucKzBc8rfCfQu4j2OO074qm1X3tYNBpDg/GDOt/lm3zXd+cH3mVo7aCJYVzn3b7E/VXrk/YspZ0DHOHpnlJB1wbvMxpcjxT4NDERkAg/vZXJ7MXrDwwe27yD1NSB67J00F+bafNdSzQ15xO8N+1BnOfWqFv/zQyylWzXZhBUOgqEr70tBOmsuoCGUrvsIbtU+L6jvmozryejRODIwuFy/2wTpKMCrVp7aW2nUw+H2JQBBDNzMjmb+T5ED32P+Dj7HZzT+suSKWxTXm3Sy8wg2UIw68mIg0frV9hPefU5aIJkAh8zA/gBU8ms1Di2Rn2VD1y9/Azo0FfbtH+7HaBJf2vJL6i/dJY91F8APaRpZiTx+6BmyfL3AlpT+IIuzI2n8n8XONrsG9rKlSl/mPb3D+v6U7WbPSu76gRmpuQQzAxmTyFs8MRcA6BBU6qyHECOp0FTnZxNoM1SeMIRATODcEJQPzODHvVTqjY5b4yHZ6Uqi44ct8TJXWUAoc1DgPAF4vM8D9Hp0vHVLhD/Lg3l6vWDoHI/sArUGHqE36bTNrlYOIdgPiw3tHgQVN/hwiAa6ic5w76SVzIpFS3Vm5nTPdRZ/QTCE0iPOg/pOhQKVBao7XkdzIwsewA+Zr28mbH09GNmhzxlS/GWnCkGJNPpNF9Cs9CBW/WSU3zEW3LI1mVeZmjREEgXySs6GptevwjUT3Kqj/qKhvDMerzFD3yEJ1CbJq7y4cuUdFS95Egw+JZMJvlCmzg8fKteMoSX18JNECfDSx7hRqMRcoCbSKIrnpJDeeEqVVk6iJdSQZgXbbWb2eGCFurY09OHHuFJR9Ez69la9DknD+1Q5cW8bCcQrmyjtFarosHLSKV1XsRqoU8wCCodMpksUqmMgw4vzhq86Knz8qXCy7gGL5h6vl/mJdceRLfGN/cGX7QEoi95onzpzOfz0LhKdjNzMqnNzJxewpE+srFS4fXSKPSInuygvEB8FSyQTrKVQH1kc/ERHdVJHvFRH0FYp/5qU1n1AedgiCcaCvzIn9Qm2URP8simdc4F6aaxFMgH5LdKVRZd/SlB/ak22UQ8hF8sFnlhUne+Izpra2u81FuD2syMFyJVSC7pIRBf8Rdd4UtX0RN9ySYQP6XCl3y6DJKtM/Q/ySyd1F84oiFeLR4QWlw/ZNP9/X1evrV5wRF1IHzhSGYz49hEHJh5HLMu/aRFfG5BevsBjwrmw/MinBMp+jhII0ZfSXPuJiC+spVAdMFHqUBjKXnMjP1EtwHVmRnp+TB76sNN+pPmu8Zb8ob01F952QB8pI9oyxZmPbr6jbckL/1lSzODDkayn2wpUH/pK3uIv2gKRFPyi6ZAdM2MsnmQLWVb2VlBMPmLcNXHzJzekkE4GgflQx4hntrkY+orUNnM3OWE5BNP9RFNyS6ZBMKTLcyMl966PE65VHSFb9bTG3yEL50kr3gIR/3DfKizfEb6AeZkV160BLKP+onO9vY25MNhP/ARbSYwM9dXspr1ZJA/mhn9JnBBBNGTX6k+mUzQR+K80I3TX1LuFyw0b8VLMiovu6lsZs5HzMzRknwC0ZJ8spdoCzR/ZB/lJadw5DdhHQk5GpJbIHnBR/2YOB8UTfU3M/pz1Nk3yTVdsghfF+jSQfbV+Iim8uqvVGBmSHEfk22lj/Ckj+iurq5C8oiWZNSc1logGaSX+Kte/MJ+wlW5UCg4GYWvwKjGRfSVanxanNvReBQxBpojXHfbPAfo/2Js87Kyax0GYVpocx3vWgwbG/uIePQhBk+SCV5C84JfLx/ReBw6ZLd46IzwMjfBwJ/ve0glI4gyyJiIBfC6vFUN9jDIwOj0VJYvARVE/CKOTCcwM53C5EQc8WiJl+DrSCUq9I1d+N1teMEmvO4WhgcD+LaNLNvifhnlvVX4qHGjLGNx8R5q1R1srD8iPEC9ssoL8grSiQYDcT52d5Zx9+5lbG8uYmn+Pl+6yohFAlTLu6TdRGlvC7l0DCdmZ7CuC+ioT9rA/Tv38eTxAlrNNk6dOIlUPI1OW3Mu4MX8FVT2q4hHUuxfxpMHD3Dz2hUUGQhSsOTc2Us4cfy8w4/Hsrhy5TbXghQqDGRsbu0jEkthcXkF61zTTx4/hlcvvQRdRuvPomnO3Lh5Ax/87kNn+wkGGqoMnkSSWSyv7uD27UfY4gX81naZAc0pzDMYs7K2if1SjfkVTM3M4reffIaZo8fweO4JgxQZROI+eAONwlABX/vG15AfymFtcwX1dgVZBkJnjs3g8ZPHWFicZ2DnBj797GM0Ww3OuSgDK7/DzZvX8dmnH0PfeF5bW6I+l7m2NzFQGEU2O4j5hUVeuq/h7ffewcjkOJrdNryYz8BuGzHO3VS2gEgsA/hpNFpR7l0RbG7WePE/j8GBQZw7fxrnL5zB8MgQhoZHIF969GQeP/3pL4hbw8DQMPQNwMHhUTQ4HkOj48gwmPzBbz9ChkGgCxdewrVrNzEzewwKYml/7fIwE4n40LebLpw/BUMA2XiWAeStrarjpT+VevvObTSo6xeXP8O1mzexywBcPJWh3GlU+dI+N79MOy4jR13N53hXu9jYqlD2ZdpjC62Gj5HhWQZGj3AMAqyu7tMWFeoQo+xG/SYZLDqJei3A1laZQc5NxGI52m4cMc6j1fUt3L33kEHYG2g0AwaMPsPc/CLafJmrVRvIF3J46623MDQ0yADTQwZNlt3ZSL/Is1vcYaB1Bkc51slECkepW4TB4nQ2gYsvneM8Mpw6fRwvXTqH2ZkhjI7kcZ62OHvmBOcfEIkYmjzDLS0tct2KY2JihIHGo9jZ2QJov1wuDzOfPnGPY7xMvysikUpjn1GSBw8eMSC1S522USgM4JVXXuV5pUk/93Hv/n1E4zE0Wi1ceOkl+FxbVtc3GKwexxoD4ctrq9je3ebYNFAu7eGLzz5BkTzlczorLi6u4aOPb3HN2UGFAdyPP/4YxzhPRseyrFvHwMAApianscag4/5+CbFYnPYZoT4R9L61m4FoZbMpynWGY9GlnWZ5wdJh3xyisQ7qjX187Rvv0rfSlPEix/Mhrt24TloxtPnyXCzuYWh0BHpPWt/YwObGFs+tJTx+tMCAWxbNZhfZzADtmIC+obq9W8Sjh48g+ZNc/xXMarebKFfKSGfSHJujiEUTTs5zZy8yyD9EuTrY29/jHkNa+QIy2RzGGBy+9+AxHtD/lzmvP/7sMpLpPLoWof33sLNXxu5+GcOjE4jGUxgcGcPG9i7KPGevM333q1/F3NwSstk858ws5W9jdW0D2fwAPD+C7Z1d3LhxC+ubu7RXEpVy3c2d3/zmQ9y9+4TB9V1cOPsKDFGuf0uYGDuCy19cw69/9SH9fMzpsM858qUvfQnf+c53cO7COa67VSRTMczNP8T46BB2ttYRox/+n//VP8f3vvdNfJ/w1ptvMJicQZJr38z0II7MjGB0JEeb3cL5C6dQrbbxH//jX1KeJi5cfIXjlMGXvvQuClyfjh8/6tazgcFhtHjBUdwr0a9P4dbtW5w3lzE1PYk333qN7xRN3L+/SDtVad8p2jWO/b2AQdD7bv4FPIfee3gXx04cx9e/8VWMjg5j5sgxPKGtFxcXeTlXRatZQyTaRipjlGmLFytlJOJt/OM//QG+872vwPdatG0SEfrc9Zu3sb9foU33AHgwz3e2XV5aYd8qJhhAb3facL7Od/39col2SmNxaRmVcpPB6Kv49OObuHvnMW1WRIx7aYHznK8XKAyOY3LyBHU7Sd89hXPnL3H/aHE8A5TLDfiRBOoMvL/1zrvY2i4ikxvEzMxJdOFzrHOkFXXz+M//4i/xu999wADuGuYZwG22ulhc3kCTe1k6O4Q9Bqy1hwRdD7/97W8pXwGdTgSJZA67RcqbziASj2GQa7Dk1p/a39vbJe99BN0Gjh07gnPnzrhvKScTGc7nOlZXNrGytMkg7D14FkOWa3SH/Dodg375QWfpwYECz3FJPHl4HTe/+DVqe8uIdvaR9Nl/7gbLS0h4Ndy7+Ql+/bO/QKe+Q9gl/i2eE6qI+aYlSscp+D5trxtIgnFNA8EiAE0BsI53ZtDDowzHUzl27Xah85POX4JOp+Pmvea+IGxTKhCOeio1M5gZdCb0eWEYgkdGAjMT6iGov8Ddw3BNbOrehWmbPtFiKt4hCE80BGYGpeIT5RoagsqqF5gZbdDTRTQke5gqL3oCyQ0+ZkZ7+YjxXkr0RCsE6WH2VHb1CXSJyHOhaEnWEKSD+AiEZyDxPRAAABAASURBVGZOVvESgI+ZuTrRF22lAuUF0YNgsllPB9ESffESfZ3Vdb7V+41oqj0E4eiCWXhhH1fHtVu44CP7OD60nfRVWcAm+njgxjvsqz7SQ6na/xAIXzIIT/gC5UN8lftB/ARm5nzGTClcHgfP8/ihzBof5dVfPPrxlFedSCgvUJ4LAJOu061fTlY6nuoT4ppRFl4mm5manR+pTaAKpSGoHIKZOVqSS2BmrinEDfmKl5k5XLNeGrax6OrDPiIgWkrDOvVX3qzXN2wTDYHazXptwnP3MrovJQQ0RJcQsJPLG3gC7DrQfWdHfq01gKC+IRDdfZ4td12deIb1ZubmUTQWQ4J3feBjZk4ns17KKldW+oegy7klPQQh7f5UPAVqFygfQj+e8mH782mIr3rhPQ+B7HUgx/NtkjusU14Q0lE+bPu7UvUJQf1C+Lv6he0hvtL+uufzan8eQhylf1ub2vtB8vaXlf/9/nhm3gjneeinE/Y3o48cFJ7Hf1FZqGG98iH012n+mJHuAYQ4SnserFwP1K+X6/3sLyv/Iuhhhj8tzPy90xfRDOv6bRTWhWnYJkbS0eOapVRro8AzrzfPqGQ36ELgmY9oJIZYNI5ELIk4z95RPwZfBwMuCm3eVzR5Jy3cCPfwaCSCWCQCX8Cy6MPgzghN7inag5SG0NJ5gXNGawnZwsygPp7vwY9G4FLmjbI6YDv4cLlBqJdSFliLXn/i+B77+z48ph7LAt+lHoSruax4Q8DAsqDLFNRZbVzudNwhHghdGP8xB9lPe6P2LoH6qd7M3BlG+4xkCXHCc4rK6mtm8CmT9lCtdcqbGUDogqzI2K0hWkeY7xykWncdsEw09zFjP5d79of4C8Ja5aWr7K5zgO67QlBZ54LDvb/ThvQSNJoNvps1HUj+F0Hr4AsLot1kXvoKT/ykh3SSHKYx4HuM+bQ9K2QL7RsC4XW6HSjfDtp8X++Byq6ebcKhN9IivZ8kcfB5QUKm0rkLg1kPXoB1WOVw6UxKJZfSvwsOO/dnDIf8zFjA0yekF9JXKlC9sJQKPBle0DNoz/gqC1mIngx5AGb2DEMzE4oDEdMghKADXkhHbULqpyX6ghYHvcHJLKeQDBrMJg/Z7XbHOb/6qX/AiRJw0gZMVab93LxxZRg83+dgAQEbBDiQrYteneRSPxbRL4dZ7wAbkLbazcxNmCgXgmg06nDVJpnkvIJQVsmrvOpCUJ30Fr82Fx/1NevRDCehLpUFKkf6Fi2zHp7qJCP4qL/ohKCy5GQTVTQ3eSSD5FMagvhrsid5oSE+wledgsbChbMWf9Je/OkmXZnB1n0GiqSDcHVhvcfLFNGUTuIrMDNnIzNzh1Xprn4l9ldfger0sqhUZcmvvrKpFqJsNgtBmpfnqpNewpUMpVIZWjBUVl/JYmY8+Hd4edmA6iWP9NOFYT6fdxc10lMQ5cuJbBjaWLYUfYFkwMEjXMmiVLQEcb4wx3mpHuP4+54Hegcvn1qI+PR1LgwgKJ8gnu8ZBNGIzw3Ld2MhPcVHMisvfsqLh3hpPAqFAV6SDEB14umJD/UTrvpIZ+kokO1FLwQz8pSvc9xUJzsoFY0QRNPMOD+6UJvK4iWbaEw1VvKBfhAvyak65dVPIP7CVz/VSz7REZ4CduKpvIIUu7u7bow0nmZP+au/xlN40tGsp4PkEi3ZJR6PO1lVlo3kG6oXz62tLSjoEfZXu/D29vZ4qbjBy7095y/1etWlkkN+JNlyOV7YDgxgcHAQoqd+0hN8zMzNb9VJFunbarWdDpJTdQLREZj1dFJbm4cIrTMKvuhbKwnOM206II4ficCPRMkvyYv4BPyD8VK/Ho8W9Ehn8dbYKG9mzgZqk67yA+GLt/AifoTkzY2rbKw60RZ+iwEhzTfZWbq3eDmhNtFRvXSW/uKjvMZTOGbm5pTwQvlET/qpLNkyvEiSzc1MTdQrgQwDz6Ivfru7RXdpJnqio1TyiZf6S37REl+B+pn15rPw5VNqF8jfJJvq1VcyywYqC6SLfEIHQPVTm5m5uSQ+4q062Ub8tb7Il6KxGERbfip/DG1r1tNJfc0Mklt9xVs6KzUzp7OTG+Z8JuSjiyDxAx/RUF+BdFG97DQ6OspL+qQ7sBUKBWLCrRWOBv1IFZJVvERDeqm/bCUawpPsArWJp+ygOaFfPpA9hCM66i86AtlLespWygtHNEVbID9Ru2iqTX2ko0DrqpnRf+P0Nzj7qm+om5k5W8le4qk+4m9mzj7qL50076S/5obmq3DNzO034i2akkX10lVyavwF0ksAPqIl3qqXzwlXthQfyS/wPJ92bQOkX6lWeWFg8PkSoWDQ4NAYpqePch0Y4lgkeBHZZCCxjHq1hlJ1Hx20kM6l0eaB1+N6ns6l4Md8RJMRDIwMIJfPIpcrIJvLweNeUCrtY2d3C/VGlYGkGiqlIoOSHQYvY+g0amgy0JLkHlJlwLNd30C7sc4L9AqOTCYxOR5Bu76EsycLLEeBzirSyRK3lg3sbt9HIdNk2xCOTaeRTdUQ8/ZQLy+S5go69XWsLl1H0NjAyGACcb+NJEmMMjC4w8DgGANFr1w8hU5jD9lkwH7CS+PcmWOoV/awujzPPh5atRoK2Syq3Gv154V518oL4H3MP3nC/a6NWDTGgMIWNtd3MFAY4otYCivL64jwZaxcqmJ29jgvr3doyzQuMIinP0/Z4rlteWkeXP6wubmFR4/m8OD+E54RgHy+AM+LMvCzhccMklVrLV5mr+LE6dO4e38TV29c5Xh1GfTdo50HcOTocUzPHMOlV15HKzCsb+3i/sN5eNEU9nkBv1uscg0axOyxU7h8+QYWltYYLNlm+SSDCEWsbW4Dns++AYo8wywsL7F+E81WFUAbM8emSftleJE4dhmYmV+cQzafwpvvvIJI1EOFPL74eAEP76wjHR+krfJ4dG8F+fQEmrUuBvMjSDGw26h3sLiwzoDiOu3X4loaYHd3n37RZKBmE7fv3MMXl69gZXUVyytLzH/Btio63SYePn7Ec0sOeg+8fecBPvroU8QTSYxPTDFQmIUCPguLq/Bpcy+SpL/t0VaP0GCHbQZSFHB68Gge4ww0V2pNzM0vMZhQoL0D923ebCGLOoOEZfpqkUG7druBI0cmEeEl+/37DzE1PYASg3gR+vk5BoPGJicYxB1GqVxikKCNtY1N1BnA3mRwKpcfRLnSYPB1kutBBMViBdu7FbQ6PucQ0Kh3sby4hWtX7qBaaXMKJjD3ZAVtvuAdOz6Nt770Mo6fnMArb5zFn/yjb+H9b7zOAFgcR2ZHKE8E9VoD167eQ4lBmVu37sL3YtjeKuKXv/iAa08CdxjsvXr1MhYXl7FB39pY38TW1g4885Hn+c/3PejPNXteBGsMmgHGMSwjySB2u9PET37yI54bK7RdDWubqyjzrCodBgbHnR8lMzlMT09z/21j9tgUffoMzpw9gfe/9j4UwHxCn/3i86tYWt6mfRqI8ryyT7s+ZPC9uFd06+TvPvwMnufh9u3blG0LEe45kWgMW9vb0Fo9OjqGlZVVB2PjE5jgOA8NDaAwOESZV9GoVfCTH/8cX3//K/jyl9/GO19+Fa++dgYzR2YZpNmgngX61i4UKD9z5rT7JYQ45ZAdspR/fm4eTb4U81UG+iswWhNXV5eRy2cwxqBjNlvAdQbb5+Yfw490keDaVq3tYn19Ho+f3MUHv5GtY/SLafruBufLNoPnecSpx8DAIINa03j9jTeQSKXx3ntfQ4kBKPkdjxr465/8lPNvA7VqHePUrcCg5R7fJXI58h4bJ24J+oWYRrOOYrGICwyKaY3Y3t5Bvd5ggKzGgO4g/baGoZFhbHHOKkj6mAG+m7fu4dvf+a7zyc2dIpZWN9DkJZD+H83t3T0U6TP6vyzj8QzqrJ+ZPcEgYB7zDAxeoc9cvXYNFy+e59pfgP5cdL1ewfCY1o4ZnDp5hr5Qx9LKBk6cOIXdnTpWV7YR8eP43W8/QoHzfGe7hLm5RQwPjcOjfy0vr9HXljgPjLrsczxXqEMd7753nmfHJmKcX8ePz+DL776Nn/z1XyKbSWFycgrFvTqSiRzXimWcO3eSuB10+Z7badXxxmsvIxpL4fLVW1wPjPLs4PPPrmJ4eJj2HMP4xAh8LtJXOX5d+Hjp5ZcxNjGB23fvcF3YwczsNP16BYWBHKq0589+8RtscH6sbxahdSLBdeXI0WlUGNT+4LcfwI8GuH7jMgOx13Hy5EnE4wmMDo/i3XfeQz5XwOL8AvZ4no9FfUwfGUe9WsKJk0ewuPCI/jjBOXEE+pPT+7T95MQRvk361KdL2cH6B+CrL4aGx9Dl2n3r1h3W3acNJmHm0d+4DjfbGBoadTgXL77MeRfB8MgUFlfWoDXH9+IwRDlv9jmfHuEv/vJn2N+v48bNB/jZzz7AwMAoA6A1NFqA78ehX6R5992vot5kOZpgfYBypQYFhwNe8szOTmFqagKXXr4IBT1LFaAwOIjBsTHcffQIyxvrSKSS2NzZQDyRxsnT0xgZyzCdot7T2NkpIZtNcp6uIR5P49zZl1DcLdIPK6xbomxFF5QeGBhgeR0FrZelGnwvhmajjaAFzEwfx2BhGNsbu4j6UejbFr4PnkWoR2UDw+kOHt/5EO3qIjYWr8Lq66hsLaDLObrHObr08Ab9soNUOoZsJknbrKPbbZNHF512HegGpNmiLTvcw3vQ4V6hM1aLftZiAL7NxaHLd0fwURoCizAz+BQoEom4VHkzQ/hobVNdWNYZTP21zohHQLoC1QmE1+LiIDzlzXq0fNIXj36Icp30/QjEw8yg/qIrEG2loiVQXqD6flAf8RGIjmSNRqMIQfxUr3bhqq/oST6B8o1GAzpzKh/yUJvwQzAzJ6foi6bqRVdlpWY9PVUvUH+B+KmsNATxaPLcVK/XId4qC8fMIHqiL/mVF23wMTM3Vma91Pd8p6PPsTMzYtAVOBYh/vO8wrJkIqbDD3+Y2SFt1UmWflAf+ZRomz3FFY5Zb9zUrx/MzBWFIxCNENRg1mtXXu2CUEalsonGg67r/EJ4gn485VUnUL7LFUkfM3NjZebBzByo3cygR/kXgeQTb6XCMzPOqwCqE6he/dTWbwuVBWGbUoHwVd+DHm/l1RaC6JqZkzGkGbapv+yuVHXqG4JwNfZKBWG98MxCeuaqVdflHaroBFwvAvpJ1xmKzZ7BfA9gKjzA4Hm+AzMPbKD9+dPVefA8D2bG+t6n16eXNzP671Mctf1tgL7neby+JvLvunGQ/LKXQPmwz/N59TUzJ6dZT14zU/ULwcxgZr/XJvphpfKCv285xHs+FY0/BBqS5/FV7sdXWdBfJ/0Fz9tFOP24wlHdHwLhCsJ24T8LncNxCHH6U/V9ETyP01/uz7+or+okg/CUVxqCygKVhSNQPgS1OZC/PwfP4/5eH9fx6Y+wXenz6+dTrBfn1OdFIBkEL+7VqzWvNm8vAAAQAElEQVTr+aXZ01RzsB/Mem3qEfIR3RBUpzYzg8d5HOGeG+Mdice5zNnBOwxqxDNDl/dSXZ4ZFKTksRMRtseiUehdIMH3gQTfO5RG+vYcrSUBeo9n3sFc7fmJ+PZDEHTcWqq1vcPDouRTu3FsPMkmICmfqQPy98lLEHD9kn+rbwgqB26DAJwFutSD5e4BgH2kX8TzefaKIBaJulTy+15PVjNDjHolUykkeZ8rXbX/mvXWfvEK92qdEZRXneMLwMwgO5rZge4Bz8Ft3km1EOJKToH6KXU6E1/9BGbm6Kg+pOtT75hsnkjwXiDN99UMUpQxTll1NlA/8FEqeUNc6ZBgH+GIhtpDuuKvOuGIjvqEeGY9+SWf8CS7zidKJVPAfUN0/iBQli4XsMN25tVHoPqANz3Pg+odGMeN/M2YIR19zMzZxMxUPIRD+vSZP5QPkcP2sNyfBuzv9KKvhGnYHvZTqrqwXWlYp3qBF1YoDY2ng4tAxmtzQpmZcxINhllPIeFLeRw8KiurVCBcDaxSMRa9NieN2jR4GV7GZ3mZl+JFvQYyQuf2ObGVep5PZwSdsIM6345afEGmnjSoD6Pjm/lkZTDz0MPtEq/uLvRDJ5fs0oeI8F/gjOIfOppHmsKTfOpXrzd4oO7Rq/JStt530BVN6ROC9FIfgfKioTbRM+s5pcohSP9+UL1oqp9AdKSDeCoVf4HyOmyrXfghfaWqU7sg7KdUoDbxi0Qizg5KZW/P82FmbrLXaj1dK5WKm/Sio35mhkg04iavGytOYPU1M7cQdnhRJpkF4qFFUIuT7CrQ5JR80jHgBAzzspN06nDBVl+VlZoZ5BviVSgUoFT8RDuU20zj3oOQnrNLo+l08TiWCV6giU4sGqMfBRzLmrvM0QVak8F7+a3ve1w4tTlEAAZIg04LrEKM+nraPbgARCIeF9WEW8B8+pBZbzw7lFv2Uap68fLIV3KUSiX6bcvZRzqpvd8WCijs7Gw7maSXmSHGhVK6KvCgy5N8Lu9ejtRfNDWOAtFWMEgXc6LT06fpxlG2NjNnA9nTYI6GbK++GlPJK5upLLoa783NTRR5uSXakkdyjDL4o1R6qY/kUDmXy0G6aCy0CJsZ3GZM+d3iztTMnG6SLwxa5XnZKXzZQrQki2QXKC95lJdPyK7KSybJJ5nUTzyFJ/kDbozSUXWy2dDQkJNLNui1B4frgWioX4ebt1L1MzOhIeCiIv1aXJcCLqgaQ3DcwXb9lk6dL9ZtjrXKWnf6U/ESiJDoio9AOqjc5iWCdBGIp3hpnGUn2cLM3FxTm0DjoTEQSGfZXvhK1Ud29xnkkbyNRt35mGwZ0hcNtamv7CKbqZ/GTGuddAtxlBdd0TQzZyvJpzGWbKLbPbCx04X26eiARRtJX9Fp8QIg5JXiJZT6ipdS0RAP4QokV4O21FjLPkoNPb+XDJJT/QTpdPpw3kv/aFRzuOv0FS0zU8JLu47zddEVTckpeURP/JVXm3SRPzW4hou+Lsz1p67FR3w1hrKh7CXC6if7qZ9AdZJXc070NAZqFw/Ri9Hnpav4qqx6gejJpqIte2nNkR00J5SKj9rb9C/RFZ749dMTTYHGyuf6rT7iJdpm5ua3eJnZoS1EW3RDMGMb12nJrDbpo7x4KZXMugCUj5gRl2MtW0oO8ZVcrIaZOQh5q6/mnfppzRId2VPySF/JKV5aB2Q7ySP/kA4C4Uge0RMt8RO+6iWbWW+tlb329vY5V1po8QI2wUth8QEPZB1eJJarJcBYom/WuG8HHfpVPMWgSYBdXvRWGexqtSPYYeBnv1xFq9VEq1lFrboHz1rIpKJI8VAKeAwe7hKKDGjuo1ZuEK/DAEedl6FVNHhZ2WhXYH7X5c0PwOMKx8Dj/hDnHpmABU0ETeJ0arBOBbFuFYWMYXoyicmxOANwQDbVRMKvMJi6jsrePAOhZSSiZUSCXXRb2/CsjJ3tOcI8Snsr8FFh/R4y8Q66zSJGB5MYHUhgZoqBgZ01/OJnP0ZxZxNzjx/yojZHQ3QodwM7O+us38A2A0ePH93HxvoqirubpAfuTW0sLizgIQNqWrOWl5YxwjVU37Rqc3/c2ljjS1WAwaFBnD59ikHCEsZ4cX/k6AzGmWqt5B054skoVlaXcO3aFe5hUYyMDEL/t15hMAN9I7AddBnkZBCRgcwNXlYPDg6gQDh34QISmTTu3LuPxaUlvPrmWZxkcGiBcujPKFbrLYyNTuLY8VOYnJpGOptHfmCIl9vjuH7zDorlOsOhcfy3v/wpgwGPcO/BPPaKNaQSOdDVMTExDf3/hgE8KNiYK4zC85PcIzJIJdMM9K5R/zmsrq67+nojgu2dfWxubfNSvIwOfejrX/sugyFfwsMHy9wfS3jjjdfx8qWL2N3dgeeZg93dIpaXVvHnf/4LrK5s9f7fyQdLMIsjlx1k2yYkT7G4zyBGBR0WBhn0rtX3cPToJE6dPoGhkREGkJoMBqzj7r1HuE9davU27TwFz49ih3ol0wU8nluAF41jjYFEmhVJnpsD88D7cRw/dZZ4ZRcU3t4pYpf8yvT1OwzkRmIRvPXOG9zVOmgykFytcC5x/1hbL+HNN1+BxmSVgV7P96FnbHwSb7z5Du32xAWvb9+964IzSyvrHK+HDJ5yTJdXUWcUw49EYV2P5yafZ+8GLn9+BYMcp63NHUQjCeQHh1GrVfHb3/0Wv/ng14jwPOX5wIcff4hHDCTnBwZc0O+//re/QJ0BpVffuEg/OIXxyUnkCoPQ/2mbyhQ40z2e44A33ngLiXgSQ4OjKDAoMc8A15UrVxkEGsPmxjYy6ZwLZFQZ0Gtwv0nwhbjCoOn+fhGe7xOAd778FkbHhnH1+i189DGD3CtFpFMjMCTwWwazP6Cs29sbmF94iDt3b1LO+5ieOYI630OGR8cZ+AgYFN9ALl/AyOgIzpw7TXtvY2dvl4HXL3EdSOGtt96AZwb9ufFoJIYFBmKPH2cgZXDQ+UGLZwOfi4fOck/m5/Hqqxddn68zcPtlBlD/5se/wm9+/TGSXOuGh8egb7G9zOBZikHMHQZm5YMp7rnNVoP6riJPWfStQh5nkM/neSnfoh/vuz1hbGwUoAUnGLgtM7hTpl+MUo9dBtdLpSI0Vze3V51N6tzTq3wX+OijTxjcrLtfnlDAU7+M0+a6Oc8140c/+giJRAr65n5xv4TLV25gb79KHjEkkxnM0U+3d/YYGB3G1as38Cl9Qvtvq9WmDRvo0GFnZmYYUFzAseMnsLa+jc++uEYbLTtfmJwcY9CygCoD+psbGzh77hxGxkbwH/5f/wV7+nNltRpu0K9v33/EIN8MqgzCmxfjPBrFQwaT1xlA3N7bw9zKCh48XkIXHcoWMKC9hbGJMRw7dtyd+2TDXD6DOv24VKlS9iSuXLnCgNsg/uE//B5efvkVmGe4fPkLRGMRXDh/AWXy39rc5tqxzHVgD/KzLa4ZGzxDN5sNfPOb38AQ18xjx2ZpvzJGRoZIN4HFxXmu07/GR7+7jEcPF5FMZPHg/hzOnDnn5sYK1z19SzYezyKbG+LZxjB7dBZxjv8qg+//4X/5f2Nrcw2//OUvSX8Y+jZ0cXef+QEUi1W8xHXplVdfxgUGjNc3VxgoHuY8bXPUDe8zML/N943X37zAYPcSRieGMHlkBKfPzGJichi5XAaffvop7b8I/ULD0sISAo7R2OgUYtEMitw3R4bH0el0IF2jXIOePJnjujGMV159AynOuaGRMfp7FCMM2N+4cQezR09ikH0+//wWx2Uco6Q1ODTqgqgDXP+//e3vIM/5rV+aWJhfgc915Jvf/RrHZ5w+ccrRbvPeoVjcxdBgDl97/y20+H43R9wy9+UY9/egG+Ga4GOTaw0sQvkMf/bnf8U1aw6/+tVHDICecnOt1qhwPtRw/Pgszp49jc8//xTXbl5m4DSBSDzi/vx6hWfDLQaOK/UaPK5PhaEIMrkux3cVhYLh7LlJ/It/+S36wCnMHJlGpVTFw/sL0CttwEBtNpdGqbzHd8x97rs7OHr0KMfoIQO+QxyffdKps62Mhw8e4cmTBeiXRFa4hur/y25QvmTS57qZgG9V7rtFbG88wOOHn6NaWuc5ogw0S3jj0ilkk13K12Jg+gbndhWl/S0E3QY8NBGPeei2G4h43PX4/hr1Ioh6UfheBB7zsVgCkWgMvtZBz+N6x2nR99GZTGc0gcZaqer6ocN3gDbPhy2uX2YGnfHMnqZGumC52wdEoh+C+1RAn+z0gOtMg+tzk6l49aDNMRR0mHYQ8jcL6XvQY2ZOh2g0CkEsFnNlyYKDRzKLdo1rRZX3N0oF4inZxU/0ha5+Icg2ohnneVB0lY/w3O15PrwDvj7tZ2ZOPtESTdETP+VDUJ149IP4qSz5PNqqR9ujiTwoL9qqFwgnBPBRXjSViobyGgulkkP8lapNOOxCH2k7UFk0BWbGIXoKausH0euHgGOudtETmKkvnMxmpioHZubousJzP9Rfcj0PvXpwvANnz7Bd3c3MjWu/XdSuPmbm+EsfgZlBj9oEYT4IOk5/6aO8UoHomPX6CFdl1QtUFg2B6ttch9r0eeXVJgh5mvVomBmELzyB6ChVHTcgdXGgegfcqM3M6awxUx1fX5y+yquvUtff9QTJdMkjICjtulrJIZBsIXR5OFQ/lZWG4Doc/CAFR+eg6PLCUx8HHPOAdALKKVCb4Nl8142b1oRms8U1tsnzZZu0KKsTzyjzU/uEvP5QambOf8x+P5WOZk/rn6FxUN9fJ1nDsmR+Ch1n87AsvDDfS7sH7U6BkMRhKvw/BEJSm9K/D1Bs2qrr4EX4bHFtovkiUJ/QLsqH8CLc/jrhmfVsqXx/W39e9lCZqEI7BNUJggP/MLPDtv6McELorw/zagsO/Eupyv3g6tjeX6d82F/t9LTfs5HqBcINU/VRWdCfV1nworqwXm0CM/uD/ql24f8h6G9XXvAi3P565X8fzK17L+r7fJ10B58X1autHxwOx7PbZ2+ozEVJdYHWQJ7fdQZr8o6lqb3bpU0EPBcacT0Yzy/G8ws9l2WtX22eE1pcG8I1Tjy5KLgxAx8TcKp5xt4H9gXTfnnUp0t6qtMeLJ8P90njHmpmCOu0VwjUHoLn+a4dfERLsuh+S9Dk+UP7G2AOR201ngHL1QrKfG+t8j25yXf2Ng96XQnrGcz34PMeVmeD8IxgZhBtrdsC5cHHo3w+zwvCS/JdVKB+qlObmRELrq/sFYL6q10gvUVTsknmCmM0uiNWqrJ0UD8RUvoivPDsIzqiZ2YwM6h/me/HoiUc0RKO+JuZ248kr85DyWSK560Y3CO/ICgvegLlD4Ftz9eZ9Xge4jyXodfQNfiTfdVEt4BsLgjQ5RmSwHFweeIEyh+mrGVePAXqH8LfVQ7YLyAt4b0IzHpym/VSjUkI4tHfx1OFBldOaGYqusEVkpnKUgvO+OCjeibuYzDnVaNxIAAAEABJREFUhOovowvkOALRi/IlKULw/QjMPE4i8HATcONtocmLUUGbE7VLiwknGovxUi4ODVyCEfWQjpk5mdo61PBFT04TyiHF1DcWiyOdTiOVSvFlP0E6MQ5+FJLNzKBHTiIachodepVXXUjLrIcHDp7qzAwRHqallxwqwSCd5FK+H2KUW3iSpR/EW2XxEEhugfIhSC6B8IQvOuIhmuKrsurVbmYwM6HzINOhDZtuQoimWU9W4QvCPtJDE0wTRhfTusDRxJH+mkiaULKD8MRTvPP5PMcg6eypslnP/g0uPuorkA3bHDuzp3wlLwV0skk/0ZSwkiURTzh6unzXoiIZRUOX7ZLFYG68REP40ldpKJPK0lN16i86GmtNhCYvMgRdToqAgdEupx7XMf5sw+cFXiqdQCabQjIVRyweJR8fdEf6Ywf6/yFlG+kkexSLRSjf7XaJF4XkFEgP1flcHFVWqrJkavBFv03fVJ3slT7wQ/WRfUVfC6DGIc4XtShfBKW7+gpHffXSp/HZ5Ut9ca8IldUuXsJXvwwvoCd4ma3LqKmpKV6E5CC7yNaiI3nER8GL/dI+51mDOtIa3CTNzOkiGTW+klEBEKWyp+ibcRQIoiWZxF+0JbfGSbRlI8ko+WSnBm0vvurjc66IjuSVXALVSy+B+oiWaApEX2MvG4mf8DXe6XQaZj1ZRC/CNUQ8IqRvZrx0W8cSL+FFU/Qkh0A2FY6CNoVCAfIRyXSwgsHzfQQc1zYPAB3aJMJxUHtIw/kCX75Fx9mEa5DomZnzadVLVoHkVj+B9DCzQ38xIz7pS0fpJJAdlEoP9RUN0TMzSEeB7GZmQnX6h7xlG/FRKl5tzjvR1lgKhKe+SgWqE6/S/r5bH8RHPij7q59sLBwzc2ulbKU64Wh8hRPnfBVOnOuqaHV4qJBgoi9enu87f9IclM+bGSSjoM250KGNQ3zZUn4mXOVFw/M9p6PwJJ/6yTZmdriuSZ4qDzbCUR+1i7aZufVJfizZCwMD7hI5kUg6mvIF2Vj6ys7qqzrl5cPyX6UC8Zbuoiu9xUt1YV/xlB3MzO0lygtPdtI8k9ziJVpbB9+gll+KjviamRuDDscs7CteahcdM3Myi6doSjbR1XyT/pIbfPRLKuIlHYSnVPaUj0t+0fJIS3Vq2+QFr/on6MMCjVnoY5JDfVSWLOKlfUF6CM/M3EWkmXG/bjv5ZQfRUT+tG8qLp/o9fvyYF6XrDk910lv6SBf105iLl/gKYOA+nebaBDfWFV5mV3lIFH/NR/0ig/Yan/MzxbU0m8nCRxRlXto3GNTQ/1cReIBxbe/y4tCiHqKJONQXlLnFfcqt9THjvNWBvwnPOtBFI9Ho811e2CcwNZFHIR9B1NqIBhGkYink01kM5gaQiCQQi0QQIb12u4V2sw50W2gy6NPutGA+53s8hgh5e7zAtKCBfC7GIJphbDiOVLzOviXE/BqCRhGd2i4apQ2Ud1dZX2d9A9W9NVSKq+5bpLXyFpYXHqCQTRJSaPOS9cmje1hbWcT1K1/g/t3bfFEJeMFahAUtrK88wcbKHCbGhpDl/qZvyfzql79Ch3MvRSWPMwC0trSIBOWrMoAWj3JMSyXaPc4gyRIafGmo1SvQOK6tr2GDQdcGg8zRuEcTdhhYXEWjWaa+VdQYIF7fWGbAb4kB6k1cu3EZ/+m//H9x4/ZVLK4+wZ37NxlM2sLq+iLK1R1eJN/kOttksPA4zp0/j9MMlAadJhLJKGKUo8WgXiLh47vf/QaOTE/i+995H5MM4imAUMjlEI/6DE4uUJc6NjZW8ZjB4J/9zU/wo7/+a2xtbCKTyuP8y29hZHIWyxtFyqnxHMX1q9ehZ5WBlGQyQdrTePOdt3Bk9ij2SmXqtI11BnUDXrLlshnMzs6SzzphG1e+uItf/fITdIM4ZTmGTz6+TLnPMUDyPgMjVRQGCxifHuMa72N7e4u+XuMF/XEUGBQYYoC0kBuhf6UYePfwwa8/Ic6+Cwg3Gh28dPEVHJ05xuDJGVy8cB5ZnkWK++s4e/4kjvDi/QxtNDo+jiJlvHXnPm1Yxy0GjHb3SgxEDDrZW7zgevTkCR4+eoxlBj+1f0VjMXj00f/yX///mFtY5IV+HVNTM5S3jl/86tcMNGyixHPA4uISTp8+jffffx8DuTz5Z3Du3LhMxXNGDSkG6dpcnzwvglQ6g1q1wTFI4MjUEbzBgMny4jI21zcQ5ZqdiEVR4b4yMjyI6ZlxTEyOkOcYLl04iyYDcaeOH4WCtJdePotjs8ext2u07Roe3d/Bf/hf/hz//c9+i1RiBHNzW3h4f40Bqg7xL+HM2VMMYF3gup6A7/s4ceI45d/F3Tvz3FfAeZXHPAN1sVgCqVSGdQHPcimuTwGWOd6S/z4DbLVqC7sMKK+tbrDvPQa0RrC6usb1rAoDsMzAvl6Wo7Ekx24MjYaPv/npB9jcLpF3hvQ6yGQTGB4uUKYT0J8MFu2JySmcP3cR+cIQ9jkuTa4Hb739JiYYoOvwzNlmUKVKu/35X/wNAyaLKAwMOhmLDAi9/vrrtHmWQbUF0h2gfsb1cs3JM89Aq75JW+M5aou4I2MTOHpiGkur+7h27S42NouoMCjQaHTxxec36L9bDEg0MD45iDfePo8s168LtP3YyCQymQI8z8P66hIDOXkYzzqtVhfxWJZBnS3y9XB05iR5l+BHspzLNQbni6QxjoHBI5xTr6HSCODFMvTBNgOmJSwvrlKfOQwWCphksEzr9OO5OeQHs9jn3ry712DQeQlDg5POdvFkDstru/iP//nPcIJB/tnjx3D34SOMcn5PTE3Tzrs8u83j6Ow0ZUggl59geY++2+Fat47zZ46hWd5EjOvF+EAWR8aGkYxFSD+JhaUVpPPDGByjrBdfQ7lYQTqZR73aBoIo2h0PHYvgLufI6PQ03nv/S0hlBsl7Cp9/dheLc+tYW9pCNjmAlfkNbK/vYW9vH9qjhoeH6McTMK+DuYV7OH5qHG+9cxGtoIpvff8tlBrr+MrX3kE8GWcgLoUTJ09z3WkxcDnqfnGkkEtiZ3MDX//q17h2fI5bN+/Tx9cYaOfaMTCK48eOYot2ecw1vZDPc96MYYA8z1+8yMBdFhmu4ZNjSYwPx/HDP/4m4LVgfhevv/kavv3tr3ItbGKa9mPsE2+/eZ7zcY7lUbz+6mk8evwAe8UdNOlD09Rb30QfGk5jY2MFV699hna7yYDp5733L/L5Ku2ysj6PIzMTHAOg0+nQ/lWubXHOl1HoFxT3aNugHUUyXsAqbRbxEkgnckgm0tAvqlz5/Cr0Z48vX76Gjz78FPF4Erdv3+X618YOA70KPnuez7YvSL/LAOBDcMPGj3/8Nwygb+Ax17JypYFjx09hmbLsV7extr2Mrhdgd28b1UoJR45OIpHokt4CLl46hidzy5hfWMXi0gYDu7totbsYH59GMp1lIPw6ivsV1Opt7j3A1SvX4Ed8zrdhjI4OcT3egC73CoUcg6Once7CJCanp/DwyTyD9FUE5mNzZ5c09pEnzj735vGxDLIZw8R4BsXdJexQvnwuhSzXyyMT0452lMFlrZ/Hjx+nLGNuDO7du8f9oYEk9yAF2L/zra/ybJDEQD5LH9lkYLjBtTSCkeFhxGNR+h/9l2vIPgOybZ4jPr/8EbZ31lCt7+Pmjesc2yLTaxy/CGLcP2Nxo+5lxBMGoMa1bRudVok2WYZvATo8/7S4Pskf2rzMbPMitN1ucxw6hID+wDzrNO4Cndk0B0gMZubWEJ9rcAhqE7DJtXlcY9SvpcvSPmiSr2wsXmpTKryAe1evf492hHtWNBqlv0UR4x4WjcYcXzP7vZRXMejJF9BOXQeiG9Lvz4uXysKPkW7i4OybOLjIVDl+8P4tGaSH5BKoj0B0dQ4Nz//SqcN3nw7f50S7w7kifDOD7BOlLqIlfcRTeYHyAtULhBv2MzOOQ4f7Q8vpZtbTG3yEIx5mxlLvozrJKlCNmTk7qSwQP9FXqnIIZubspf7qp1Q6in4IKqs+BOGZ9eibsT8HoL9NeTPWc29R3xDCfkrDOuGqTFQlh0DqTn4z76DOmHrwvAgikZjylFs26tJGslPPb0O6kl20nwd2dB/VK+N55sZItgnBTLxA+t0XAg6ekAYxHZ549oPaBZJJ9UrVVXw0DgKVQXZm/OEKvR8dBgeEL9zQR3zfg1nPriFdpephxv4CFfogbFcqei7lHZjkEahOoHqBmdHGsnMPzMzx9LwebzODHjM7xDMzh2PWS0UHB49Zr87nWiEaSk20CF3iaNypKpy+rFDa5log6HA+BWzUfUwPr+vmQuDqn8518ROQ3Is/pMvPM21mdliWXP1AZQ7b+jM9Hl031l3aUHJ0KdiLoL9fmA/x1E/Q4ToRgsphe4jfn4Ztf1fa30d54Ss1M6plyrrUzFyq9r+Nt9pDkJ87An0/us4OPZuovUt79DW7bH+d8oLneaouBHUK8/2p6p8HjWs/Tn9euAH9R3XKK+1SXg6gikzUm1JT5i7BVfJHf55FwHo46HtCHKUhBAd+2Z/2dXkmG/Z5UfoMIgv9OCFt1SmvNASiuk9YVvvfBg757/njeTri0d/VzGBm8ASc255x/VCeYDSzgQ9trLzafM9DhDgRz+ceHyPE3bruMw4E1vfAoNTc2uHDzVFTHddApvQ6jiHHxo1xbz2QnODTa+PPgzGRvAK1h3NO+3jl4E5J+7aZUYaIO28keR7QWUD7Mslxfeq4tcfXXs5zidZkQf9ZwaiTmcfdEO4Xw2qNBhRwLfEdSGmdZ2/dSz0DrSaaBN0rl3j3ItC5QucLySTeZgYzo65ddyZQvUDyK5VOIZ72FMkl2QXKq87MhALZUGXVqz2VSvH8nHA6S1ezp3xkL9UJV3qqn/qbPcWRDDr/1Ot1nmfr6PLexMwor+cAMOgx66XKC8wMZqYsxOd/FHQ/r1++Ff8QZIs2+Qcac85zt29wNJQKOqpTmeDyKtMn1Sagt7CFzkqpej/pWxKRYGZOXrOnKdHcR7K7zMEPsx7OQfEZ/TwJJwd8vlFln44ugys16xFR3vN9KDUz54Tq36GS6kOpKDScgzZ50G7zkoY6scnImAqwIAFDYAPru46ODt1tHvolU0g/bFfqwEAW5kA0xFsGVz+VwUepQHRCCMvCF67qVUd054TiJ4cKQXoL5GyxWJQLQhRaKITf69d1cpvZYX/RkEOi7zEz11cOKxBNgXDN7FBvyRVCjZcnujCXnGbmbP08XfCRDgIzg2hL9hBP9QKiuY/q1R7jBbCcyaxnQzNDMpV0MkqvcOLIpmFe31zVpNKLUkgzpCeayouJ2owZySKQnmoTXdGTXlrgRFe4WtT0LchCoeBkEK7qpbegywlBj+FYAz4vznk7hIAvnR1eZldrZeyXirwMq9HfAvfb4xFewnqebNpBvVHnQbzlxkgyahz7ZTIztpGuzwWSPqm2BC+hYx2TOoQAABAASURBVLE4hK+y53nuxVMyS35NSsnXJb6ZuUVKi1aSL81K1UepcAXKC9RHi6jGVLRVF+PLnpm5xS60k1nPV7QIZjIZvjyn3bgKV/18bkaiK/tpQZa/qF5yanwk1+TkJEZGRpxs4qs6gfLCE28zg8pmnht38RcdM3MLumgLpLfwpJcgyU1IsglXcqhNsghve3ublze65NiCgknqLxzwEb74yr4+1w7Jo/FVu3Qw69lS9WGd+giX3TkePsyMacSlIyOjmJiY5GVFipcKHa41gOdHAfMJxg2sBW1gFQZGxUdyhnxkA9FVambQo7zqJKOCftJTfboHa5qZOd6ygfQXjvKhjLKf+uQYCBAoL3oaN7UpLz6hbmYG8VSbmTkfk+7ClwyqV7vqJLfGVqByyFN50TUzZxPwkczSV33MKHM04vhI1jwv8ORTWsM0ZgIF0RQArHG9MTOInnSTDqIl3IBzUPTUJlC9mfFCO+V8E3w01qIhkJzCF55SyaO8ICzLDqIlPSWbUjM79D3RkP6yhWwiEF6E/k92zl5KhSfw2Ff4bQa9xEdtoqmxkr1Ul81m3RgqrzbZQvSFK3lUL5BdlQqUF13ZyszcXJE+6qMxTnOOKi9dut2uk0t50Vd/tck2mvsCzRPxEs1oJOrsLfmkn0B91SeUTWOhdtlNeoqm+Iu36mVv0Zec4hmNxZwNVR4oDLh1QDjqV683IBpqEx/JoLx4iJ9sJRub9eaibCM8yWVmEsuB1jAFpPRnJBWwNTNo/ZZ/6RdmhCRZREs0xEPrdr1R5eVgBXUG0krVPTTqLfBsxMvBBHwvhnK1jgAemq0OfNomQpC8ZR5Wa7wYlBxDQ8NIpzJc1wPwfgt8X+UakEGEc79eLaNZ5wVjFIhFOrB2BclEF+lkl+WGg4hXQ62ywXydY7WDSnmFl5olFLJAOgpk4lHEPMBjsDKlDC/0G/USEjHSjHbh+0YeVSAwRLw4oP98jIf9BPedVMpHp11iwHcF8WiZF641tJqL7FtHImrYXFvG/u42uty7djfXMci1YiCfQ5dGWF9eRZz6jo+OgZsZbty4wUDKVchXTp44ia9/4+vQpejG+joDRbu0kpFXk/O+yctu4P69mxyDFAYG8xjiBb2+JQMEaDI4WtrfoQzgpf8A/vH/9Cd4/a2XcfrsMQwOF3D8+FH2y+LIzCS0lwZd0oy00ODFbDYfx+7uBhYWn6DdacCLSN0m0rkE3njnFUxOjuD4iRlcunQBLxGiMR8PHj7gJfYNBmeG0fViGOR4nT5zihfSGfh0jI2VZWyszSOCKgNyKwzqPsDYSA6+ZwzaLGNxYZn5KBYXV3D9+k1UKnX6iFHXLpIM8p0+dQbDo6PuMr7Nwdf6VS5XMDAwSG276HDc/uqv/hx7ezt45eULiCU81HlO0OV2s9nG1OQ04Qj33BjiHNR12jOTzmGRF/TVsjH4eRI/+9lHuHt3ATtbVRcIiEYTvKTecN9Qy+bSuPTyRZw8eQIrDOBpTvd+qSmPTseQyQyQxjTGx2dwnYGwRj3A7MwpBidbmGMg4NGjJ7h56yaDf4ukuU45N+AxkL/P4EE8FnE+ADr2b3/zGe0yjCNTE1xzPMzPLyDGS2CffnT63AmcPH0MBQazYokI0ukEqgwg6ttx5nuYY1D1w4+u4jhlPMYL/kq5hs8++xz6ZuVesQTNx9HhEbz1+puIRWLIZnNotwPWewxWzGOFgceFhSX6DP2pUEAsGsekAmHjY9CfK11cmMOF86dRyCdx4/oXtO8eOpzTC3MP8OZr53CWsk1NjOAuffLjD3+HQm4GU+PHcfLEJUQjWRw7doIB3jq2N3ehdS2Xz0GB/CdzD3Hj5nXcvnMDUdpC/9WD1hW+QnB8ljm2AeVs48aN21hf30LEjzJAcw8dyu77EQwODuCtt96E1ruTp87RLhxXzqtbd+/R3hv08RkGrQrYIt/N9R0YvXBvr4a9YgMTY7Ncj7qkGcPFixdQ57mhtF+CYGdri3MsjonxUbRbnAc8+03x7BH1A6ytPsbCwn0GV3ewy2DsgwerqNYMqxsV/Pe//KkL5ur/QF2cf4KN9RUGkaPIZzN47913yHME4Pni5YuvUHbOF66jdx89xB3OoRp9dXx8AI8ebOHG9Xv45NMrWF3b5n6bZhcP2pM/++x31DEKfcNwfWOV9r4LcK/eK+67wPORI8do69Oo19pYZ1/zgMJAhn63iR0GjcyiSCWzGBwYwRrbv7h8nXP3DpaWNzAxfgQ72/sAGGDa3mHAu4wK12HNr4mJQZw4PgvzgRR9b56B+j0G1x8+eoQILyPYiUHwLTQYWBEoqFXn3vPw4UPoG/Blztc23/HK5TJ9y2fwq4RLl85yPRnmPM5hgQHzkeExRwO0td4r33vvPbz2+quYmp7BvbsP8ctffMhA3nVkGdheWd3C4NAQdhgU3d3dg/6/Vo+ju7G2Sj3G8Nprr+I2A5v6s6rNunHN2cHS0hp8LwL9opbPgGW1WsJDBjmr3D9Gx4eR54Zw585NHD06hW98422sb67wAqWBDv/94Ac/QD6fx9ziAvKDBco0yXGJcQ60EXA8l5eX6UMv4aWXLkHnqLGxcdQaNa4LI/iTP/4q3nzzdSwsz+PO/XuYm59DnO8OJ06dBEXG0vxjxCLgPEuizMuXJv3gGv29zoBYEHikMYhkHJiZHsa7XIMr+9sc4xmcPnmM4ziADIN81VINI4VB/Nt/88/wf/m3/whfevslBo3XsbbQxKsXX0eDgedFBhDPnJzlvtTByHAGs8em6BsDXFsn4fP9Z2e/yPXbw8bWHvK5acrio9Hi+v5kDq1OHRdfegljE0ewuLyJd979GmaPX0Bxv4kHD+aRLxSwubUC89p450sv49vfeh/Hjh4nHAO6hjfeeJvr52kGZHe5XmZwn3bgUIDuiHqzQpSAQeZBJJJR+uU8inur+KM/+gpef/0S9/MMkskMxiemKA8vwLoe1jc2MTw0Rn5RJBjoPXfuIvcC434V4XmjRn/f4LzPcozi3A8byOZyAP1af/54dX0XSQbbvUgGE1MnsLi4hcLAGNCJIuFneYaIoLxXYgB0g+vxEDTnhwfS1GWK832TQ2ZcAzaxtLiKjs4CrHnllVfozxeQyyfdntruVDjGXbzy6hm0OzX6SBsx2jiZSHGeZpHgul4o5ND1YwhoiMAzlBhETbNun/tfloH49a0iKnyf3S3t8ExQJZ060pkobXibR6sqdVzA4vw91MtbqJS0XnmIWAexqEebxBHjudDM4HkedfDdPhOLR+H7vqsDH/mu5mWLC24P2lBZazSb3SfEUSpaAtGIRqOOh9II85FIBAK1KfV8D2bG6dx1NHWuC6HuLupqtF+HtgkcaI8SQ/X3GRAXDZf3fcrrQ2WBR30EMb63R2JReMQVmO9BF2oCXW5W9S0TgvYG7dniqXOz9JQu4heC53mOfoKB2CTfdwXKxzlOksHMnC6AQY/6C2Qn0ZPNlEo/8RAor3rhqE8IoqexkS5mBrOnIHlCuuqn/iqrr9r6U7ULxFdp2C4c8TDr2V71ZkYbeg7UJn3NnrYLRzQE4mfWkwl81MbEjVXYHqbCFQhHaQ+6Que4B4Re3oz06ONmz/Ls4QeHtEXHzJycktH3I4d5lc1IhwA+Yd8wVd8eADyekzeR+j5qE65SQdikfKiP8oKwzczCrEvVJgjpKBWoTqB8Py11MuvprPGWDsLRmMk/hCsws0M/COm0eYeqNuErDetFU3nR0lg+hQh82ktltZmZUB0I32X4w8wcL2af/XCohCcw6+GY9dIePRz069K2XUgu4SqVfALlBaoHnzBVf8nl5OM64Xk+4BHBAM3b3wPOR24boEgE8uKZQLQEou+g8+zaoTq1C5TvBwqM5x8zO9Cn12JmLqN+ovE8vLi+S9JPwcwcTTNztEIa/X1dA3+YmfNtMw9m5gAveEIaSkUnBJUF/V36y8o/BRzK+Sz+0/oQN+DkCXimUTlgvh8/zAdsD0F4qjfr6WDW83fVhyDcMP+HUtF4HoSrOqUhqCwIaZrsR38x6/FXm5kpcTq7DItmBrMDQC91bQc/zHp1Zn0p8Q6aDxPxla8LlA8hlC9M++v78yJk1seDedUJwr7Ppk/X0bD+eXrqa2ZKnM4h3vOpQ+CP/voX0cKB3mY9mmYGsx7g4OnSN9RXdhAEfIcNeK+hOkHIIxAe56/O9B3mOy7f5dk6IHR5ujZ3dgPHsMt1ocs0IK8O+QTEdUB/C+mFacA68W3zvULrqfZcM4Pu/LR/a70VbogjPOVVR2X4OdDHyIgf1as9pBWeFxoMmKpObZ7vuTOP6KfTaSR4VojGYvC5phnlJlFID5WFo3eBPN8bdM+mPd/3faLY742RmTm6wpHcnmhRJukoucVf+4VAcrDpkI7Kapf+tXqN9ycVB5Jf+KJhZhSL75C0megJ1KZU/YUDPmYGySjQuS4ajTg++L1HOmjtUIPxx9Oy7Mhho45sZ0v/p9fWZVs/EE8LPUiHH+H343EDcPiqD8HMYGau2I8rXyFlduki6AYEpd3euZC+2SaE+gYUMiCmQOy7zPdA8nQhm4QQ9nEMn/vhOSPSsBJETuD5PiI8EMsJZEjlBWrrEI+Su8FQWXkJovoWL7IbfIHWwOnQ2mg03ctLhxNLtCWMUvE3M3Y1Rwd8WOTPpx/JJIDBDWiU8gjkYErlZGbmOohuh5up+IVBPzmU6tRmZo6G+qi/QIdjpQIzcwc48VM/OZacUXooVV2nEzgc0VRZl+L6jeYSX3h1OFdf6RYC+JgZzMwNhGiqj1LJxObDj/oEGmzaNmyTjhle1EtO5TWhzMz1CQPOksWsN/F00Bcd1fWD5FJZHaW/8NJ84RZd4QukY5NjJRzxFzR4+aGy7KM+sVj00IaSJwTRDEF4oitQu/MdLixql/yiK5vKXq1W09FLppK8kEnyRTcKGG3My9Cg24YfMURjPjzf6Naqb/MlrAWwRJXROZgI0k3Q5WQQEMHRFU8zc7ZXnUDtkiEElc3EJwbJ1+JLJGDs77nFTHXgo3r1UTl24Icqq15AFEhf8VRe9izzokhzQP9fmcZA+FpQtehKdvWTHRp8QRZu6Bfi4XP+eQcvG2HZzCiX7/ioXbJL716759o0VpJDdMM2yaQ6QYQvmpJDvBqNhqMVjT596RUt9ZNsAuEIX/UaU20CZj2bql5jKR2ln3iLl3AlX5g3M+gRXeHX6VfCl/zCNeu1i56ro+5aS4QH8+gDcXh+BG1eVAgqDLjAfI5/Fw1eMHW4IUejMUg+8RVt6adU9Mx69LvEEw8BDh7hSM+wTjKLhuQSmHnopQYzc4u4cDtca9RX9tGc1oX+zs4OisUilJf91W5mqNPOslG/LKIpPmaGMBWO6JmZ00VzyayXl246FETpe+qrsmQNZVde9eCjujovJ7TpS07PejoorzbJ1eTcU1k89A0E0TYz9oaTR7SEJ3lkX8ke9pVmPAZdAAAQAElEQVT+sq90FChorrJ8e4gXmvrFCNGTjKIjPqIjHxeu0lBX1YuPQHjioz6SS/NENGM8nIiWQG1dzn8JGvqiaEgOgfKST+3qp1R9RE+2Ew3ZSiA8yaP1W7xVDuVQKpBesqVkFi3hqax68VLa4n4nucVP67XkFh/VFekPSiWr6iSH8ETHzKA1X7KIjuRQKnklq3BVlhxm5vxPfcVDBzKB+sp/hLN08C1tySW9xDdfyEN6CdSXZA73MNGWTpJN4yH+4i2bC18gGgq0K68xldwCh5dIQr+wob3E93xeJHdQ3i8z2BAg4vNSsAPs8VJffmO+x0vNKhr0uzqDEQ1ChOtOiwffJvM69LW55scZ3MrlMpxnbZ4/DDEGinwGND3uBV7EQ1vfCmVws8YDre9HuX4lGRhtMThSZICzjUQsgXQqjmzaQzoR8NKwgcGcj8Gsh7hfR9RqvDxuMJhhvHBcxdbaQ3Ta27yE9pBM1DA2FmG/CmJ+kRfOK9yTashmurwsfYhWrcggaI00WhgezBEvAS/wUCs3UKtUwIgfWrwAjVqd9LvY2riP7a0HPP+swbr7QLuB4YECL7tT7tt7FQYUyqUycrkC6tUm0uks7t17SH4FcHlBIkk82meOgYXHc3MMFBQxMjaGPZ43tra3obNXLp/B0aOjyFC/t955GTNHJ/DWu68jlvQxPDYEzw/w5tuvIhINMDU9zjW0xnEowiIdpPMJBN06IgnjJW4LzVYF6Wycl+ergNdF25qIkM4qgzRx3t7rTyBWeThvtGoolXfQ6VYwPJrB3tYOHty5iycMlNy9fQePHi+jTbtk80PUbYDB2B188smH2CnuYHV1BVOTkxyfNPSLN57n0U5buP/gMeERCgyMVCsttNtxFIsteJEsPv74KgNhm4jEUtAcGh0b5cXxJi/0mwyILIDSY2bmCI7OHmWfPRSGhql3lMG+cyjubWJx4SF13qdNW9Da/PjRPB4/nsONGzdRLu3h5Vcu4uKFizh75iK+/JVvcxhjGBqYxp1bT3gR3sTvfnsVH374OV9ImlhbW2dA9QqnTeDOLJlMmvo+QJG6ZTIp5PM54lXw+MkjaH41GwGDcQ0Gdxbwxec3OTeA2aOnMT42hWajQz3b9PUm5ufus62KGAOlQBuTE6NIJtrQt6AjHMNcNomvfuVdVMp7QNDG669dok+1GRSaRywC6FuJ/+Qff58Bh+9ja2cby6vLmDk67ubngweP8PjxExxnALPV7CDgPrq2uo7F+SWOwS4qDBpGozGo7bPPL9Oma1heWeOcGEa1UiM/j34fQOeeaqWMeq1C2atIJmO4dPE8Muk4xicGqXsCM9OjkDzJRISBwiHMMkA/NTUOWANF/bnqaBMzs4OYmhlApuDRD2v0tzlk8zG8/dbbeOXlV5Hk2TQeT9BvypzfacSiWfpRBvv7FerfRLVUxw+++21ceukMfaLDIFqagZccX8DbGGWwc2gsjxNnjjNQ9RBzixtYWpY9tjE9Owuqj8s37jCoehKexSlzHuMMEO/SZulUDtnUIBq1AL/9zee4fesxg/tbyKaHqG8XDx88RMxn4GZ9mTbbZ+DtDuJcw6qVKmlMIO6CI2lMMlg/UBiG78dx8eIlBtQuEC4xeLmN4u4utJZWGJRMcP30vQiDlBXOj4/xox/9Ff2zyPY2/XuDdk3DzDA8lEMqlcXQ4CBGR4fRaLQwzEB4hGus1o4nT55Av9QSi/sMGCUwOTWBTKaAU6deph5X8POffYh9BotbzQC//s1vkM2mkCFEGGTZ3d1Ci2feDn2iSePcu/uIQdcifStJfpOEcYyNTdFWEfrTDG09iPe/8T6+8tV3sc2+ms8nT87iX//rP8XQcA6xmIcS1ycFwfP5Au0WcF3LMMD9DnROWmCQX3tNuxXAtxht3cKD+3ddcLBW3cYIg3onTxxDLJLAfqmBielp7JWruHnzNoN2KwAizmcvXHgJuWwWc/MVPJ5bhPkR/O6jLxjUXsaJEydx8vgJJCIRrC+vYGNtievOEgr5AVTKHSwtbHOviqLT9uGx35Mni5hfWsDoxDBeff0VDA0N0UZZaD9tNuuc758jn89yfVrEEukFnH+LDJb++oNrEM4jBpBr9aqbyzqD3Llzh3Is0GfTKBa30WpXuTaNc+8rI8L3mQjX0kw+x3X5bUwdmaWeFaytb2CLAesBjrEfTXBOlPDBBx+Tzhr2ilWgG8Ut+iOnKgPmy5DvcNEm/3Xcv/cYGwwI8hiCn/70A/zX//LXWGRw+6OPf8Xx/hvi36D8KQb3zuJ733sNtVoZcU7S1dVVtPjOl+A8PnPmBJLpCKq1Pcqygi8uX2VQs40GA7mPHz2Bvu39819eJ69HuHL1Oq7fukoZ11AYGEAincPlK7dR3Gvi0aM1TE4ewxr3jAsXjmN4OIFGfQsJ+sWdm9dx6/oNbK1vMTC5i8p+De+9+wp88+H7MTSrHjr1BErFLtfDTc63DY75PteBBgzcZ7m31up7yBUSMDOOZRPRSArjYxPQWWlpaYV7SZH5FNe4FmaOTnNu7aHVrFGOYXzxxWW2xdHh+G1tbXP9yiLC96Fr126jVgfpjuI3v/6Ma16AuSfrePRwBbsbTWxvVFHZa0EB6G67g3wmiZ2tVQQc11az5Hw1nS6QXobnhHXMzc1hc3Mde/s7WFh8gp3dNb4D7MLzquSzi1isi0qlQVmiaPDdgK/93AO6WF5e5V53C59evsmgaRPj00dQrjbQaBvHwtAxH5F4HNPc6/I5yu53AbQwMTaA1ZXH2NyYx9rKI7SbRdQrm1iYu0MdbqLNfb1S2yeNBhRUbHG+N+ksTfJu8l1M51nV6Vyn856ZUVbvAPrzvTrfpxycW2bmfF59BY6m6B6AdFOd2jq0m9Y98PE8j3aPIBqNMo0epBHme6B2M4MeyaP+ohOC6OqdusbAqGRXvc6/qhduqIf6i6eZOdrykQQvO13KIGniAGJ8vwg4CCGumbm9u9GoQ/TEo1arQWmDNgvpKw0O7iA4gGLn/FLyy0aiKx3DVHVhm/QSP4HoSH6B8iGoLQThPw9mPRuZPU3N7GDcPCcL+IR8zXp4rKK4XYiP9BMo309ffIVnZod0VBYI7/l26WVmjq7ahGMW9u26+v6+wcG7uPAEwcG9V8B6yRKwrHqB8v2g9t+zVScQ+QPo8TXrpSQJgf6qR7MdcA50eT4FOozOCQKmXRjfKnsQ8B6pxQN4m9ChHALxPyAOsx7dsBymwgkhlNHMIPubkTbpql1tzDrfUrlfx15bF2E9Dh4z47g+5WtmeP4RnX6ANCKaxqYfN8QRj78VKKRsIQhtEOKLBmAwE3iUrQfSVfwEZob+R33MzPVRXnNH46j5Kx8McdXWg8D5qGwScH66OurUFaIB5huBfu4LlCd4Amnehfp0OD/Bx4z1BGbdx9GSfhzf38s7DNJge3+b0z2Uo68txFF60PUPJsIROFrkrVT6CWQL2aHDu/IOfU9twv07Iei6+fU8fk8I6yV9P3v0AjyP36vv0erPh13765QP68NUdQJazskT1pv9vgxhW39q9iye5OsH0fa4d6hPP6rqBb16c75oZs7PzHop+h7hdmkzR7tvPPtQAKMWHGP5kMNn3qX0Pxw8ZkRi3tWH7X8gJdrhJ8QPK1Tuz6ts1qNt9jQ16+WFa9bLm/VS1YVgZoc2EC2nJ31N+edBbd3nZMbBE+L2im7WOZ9Rnx70fEV54fbbqlcXOD9Qm0B1gjCvVODqaFcuwwDn79PUAN9Dl2MesL5DQVocL61FHZ7hugS+mHKoAgLlYxsZEot50jPmNJ90Jg/37SC0A9vFW6C6DtcJrUNun+cer7nI7u7coP07yXNDOp3mGS/J81vM1WutU3/hqq9S9Qn3fPWLHJyTJEdpf59n2V2+v2xD9xDipXrNddEJQfIIJLNAdFU2Mzeu4huC6HuyD/USHeGBj+rUFovG+K6QcHLr3CPZ1EYUmqqLfjpqj/EsJBzVC8+st29JNtHukk+YV/lFEMrxtK3nJ+rX5byju5G35pek0Cg9D6Ce/qFskkW6CJQP5VLvEChmmP291PEVU7aE+TBlFe8NuujQHwIB8QJCh77UcWmX54TAtQtHEAjvOeiyLK8TPS+ZSjkn8Tn4ElogodXonJeLuwZVhjIzt8mpLJDRzIwG8OB7Psx6AwA+ZuYOy77vsd1cG6tpzB5rz1O953AikaiTQQMaDmyE8uiSQmVBONBmz/IQHYfLlw3fj7hJHxpMqWQUSF45vg7GmmQCOXWol+gIfL4wCERTPFUX0lGqOl1qFwoFvqjmobzkFp6ZZIPTVeWQjmipryaQQHJIHsklUF6TR/UCyaR6gfqJjvgKjIuL8EVHqXDAx8wQ4ullQRflWgjE28zQ/4im+oqG5BQ/4Qlf/Xy+aIZ0hauAgkC2k3ytdvvgpaPBl9ayWyC2eclbLBZZLvGFsYxypcTLhCZt0UUk6iORjKEwkMPwyCAGBgtIpROI8JJcokkn8RFPySJZfc9newSST22qV7vP8ZGssoX8QjILpHM4DuoviEQj5G/OJ0J9ZWeB9AjBJx4d0/m2+pmZ62dmTgbRFz8zU7OrEy/VSTbRlmxm5sZAMqe5AGezOeffkjmUVYuK7Kg+nLNOP8ke0tKYdPiCIBpmHi9Aam4Rlm3FQ+3qH8peP3gpbjDIoHYzg/pKLoHyshfQk118xM/MqHLXvRSHtGRj8DEzmAk81y5ZhaP5onmjco8meDEQZ4/eR/xFQ6nw6/W6uzSQv0gW6QvzSNtHh4trp9OFx8BIPJFCLJ5EjAERgXk++Xb40tGm/nX3MiueoquLOfmi+IirUsklUF76+fQRpZJR+sPgdFW7oCdLbx1SXrTVX7QFuhTc2yuSd83xDvWQTsJVH9EVfY2z1oIsL/hkV9VLLjNzYy/fka+o3uypzSWHmUF9JK+gww1Lvin+mk/r6+vYYaBWMolnCKInumY9epJDZckxwEuuTDrjxiW0geSR7ZSKj+qVqmxmDlc0RSecM2YGzUHJLVzxlu8pBR/ZQm1mxnFqQf6pP+sq+YWnPqKn9SSUK5/Pu8tK1Ul/2Vx0RFO0JKNsLVoa41JpH0rlc6Jp1rMp2bs5bWZQPzNzc1J0ZQfVaZzEA3zUt8SLXgUaJZ/qhdPTOepoSFaNocZTqeyYy+WcbdRmZm7NUz+NmWxI0q5OMkp3ySnaapPO0kegua99QnRlA7OevNJbcgpHIFvs7e053fTNVfGVvPKBItdW6aE+4l+gLWVj6XDkyBG3D4mPQHi6MJW+whcPySp66qu85/nQL83EonF36S08jYfPF1Wfe4zsODgwxMvQBC+g2zy7BrxoB/Jc04xTp9NqI5VMI8L5G3AuexZFhZff+naQ6ACcdAS1oesTN4NsJo9u4AHdCKIMAMRTtD2DSB4vB4Nuh8GgLbdn4OCJUMYk14SoH+XBp4Nmp4pOt4EOD9PSUd9EyWYKyI8zXQAAEABJREFUiEfiCHhO8RhwjTB4E/HqjEXt8RJ0Ez6DmVGrIBGpI+7z5rS1jwEGWcfH09R/C5vrjxH1K4h4W/ShTQYGWrwMr6FZX0bE9pDLdDkee8iku0jE20B7H4loh5eWuywDhWyC/VuIRjrUz4PHgKrnNVFgkCigvI8e3kKTQcg0g2+FgQJafGGWnwQ8tOmCMyEbRmMoK3hlHjK8vE9mMnj0ZB47e0Wsb6yjWNzjoS7A/QcP0Gw3oW86DY+OIJ70CJRhIIk2g6P1eolrVomXswu8lC25AOn0kXF88ulvUdxew+7mKgNiRR6wPZRq29jaXUKtuYcKL6oVPNCfumy26ihV95HKpjlsRhlKvGC/glg8hVEGdHN5rS0RrosVjDDAM31kEts7WzgyM40zZ49hanqSQZU97Ba3KMcig8S3GYAq48TJEwxCPeCF/Sb9LYdCYQQd+sWjh/Mo8XJ9c6tIGzSI28bC0jbmFzYxN79C/beczjOzMzh6bBonT8/CY5CxWtlj8KOAcQYfFdhQEHB8YhL/4l/+c15CNziOA2h36k4Oj/48ODCMwcExpBk4O3PmDBQEuXL5c9Jfhf7MqoJJ2ewQ8oUxjpGHeCzH4MA0tjb3Oc5Zzq88L8nL+PiTjxjIWGTAsYAu/e3Djz5AIhnB8RPTKHAccrkEpqZGoKBXtdIE75cZuG0w6LEH8YjHM2wbw8yRY8gwuHL8xBQDGyX6WwP6VufJEzM4wuD3g3t3oPzIYAbxKHD86BHEIob7d2/Sb/eQSUXQbJR5ub+GZr1Cu5WxsbmGbC6LoNvm+NTxrW99E6+99ho+Z6D0zp0H9M88Z6SH/b0SaTTpC42DwGoRE+NT5HeaY1FlQGaRth2i3PtYX19DMhHD+XOncfr0MawsPcFAIYWx0bz7c6Tnzx5FOt5FhrIdpX+0GFhZuL+CG1fvMqCwgHS6hbPnJlCubuK1t1/GfrWM+48W8Pqb72JiYhatpo//+J/+EnfuzGFzcweDQ6M4c+Y8rjBI8/DBCqKcG41mE9ubW9jcWod5Ac6cPYGZmSm8887bUEBR32JeXFym3Ov0uS3K3UIuO4pGzZhvY211241hq97FtetX4Mda8KJNxBJt3H94Dx9+/CGKu2UGUHdR3Alw6sTrWF7aZ/Cnyn55TE0epR3W0QkaePW10/jye69iv1yCWQQNBjjX1ndw794c4T7PtsNIJhO4du0Gbly/jWq17myZTqep3yb2OJefPJ6n/Mdw8eJLnBfHcPzUcdIKsMG5Xirv4+r1u/SbJpKpJI4emXXf5svnBjE+PgH5b5E0tNeNjIyRfs3N+WarTPobpF+B/jTyxnoZc092oG8LLi2vI5mIOruNj4+gkM9hcHAI5XKFe3wMA/khvPfe15CM5VDeq0N/Tnh7q4jtrR0cZ3DS9338+Cc/xi9/+XOuzB3qeZdB4E84Zrc5Fzswr4Gx8WH8k3/8pxyDZXeOfudLb+H27dsIgoBnmF3E+LKeZ1Azx32r2QgwPDxM20YR8drQL6Kc5bze2ljD9PQ04Sh4943JmRkkud+QCc5dvIg333wTJ46fwg++/w/w7e+8jfMXLmF5bc0FIxcXVmEBUCtVOLeO4NKFsxgeKuD0iePce1KUyZCMD3AsTyCeyHN+tNG1Dv3Ax71HD/Hg0WMHVV6olBlASaSTaAUt+twawHW8zrPs+uYG0pTnlVdP4+VXXnVj9IiB9oD739zCAukm0OE+FnC3OnJ0ArVGCaB+X1z+CDfv3uJauoe9SgXXbt7Bvn45gXtoh4fiCN8/llZWEU2kiVPCk7lNzsMG19txlEo1zu0O15wi6g0PH370CdfDFhI8M+uXVuSD+dwQTp08g/W1Ese0hskjw5AxtB6USnuYmh7l2nsX+wzyZTJpHJ05ijs37yHBMUmnozh/bhavvHIGDa4j8VgKlVKb69UmEsmo039qMsO1Lcv1YRrvf+WrHM9tBltr+OGf/BDXry8y+PkI0UgMTc6FeCSBWrUJ/enfdrPLNSeHl199HdNHjtJvHjJg2QDgYXb2GDpBFHUGowfof6W9Kna29yhDh+eIOqFF4BgFPhSQ297exNzcMtflJPd6H7VKnWvXAvEr2N7YwsjANDZow431xxjMd/Gtb7zK9WWA88onzw4D71wflpYww3U0Gu3wTFPm+ldkAHcbxa0KlhZ36K8r3Hd2EaWftDtx6uNB68LudhHNepO6ZJHgYjw4kGE+hhUGpcscn/29ipuHQy4Yn2Hw+xZOnpolrwlUqluIRNvo0Idee+0S59lrSCdT2NzYIK0Ezxg+2s0O3njtVVw4fQ4dZ8MY52UE5f06tFboLDg0PEQ/TkJ/eajVaNBWG2gzqLu8+ABRzr98LoL9/TWsLD/k2nUf+Vycc67Ludnh9FEK5j145tEmzBvnQzJJHPLi/O7SDwNeLOr8GvD9U6mgdRCAbZCn8jpLCtfzPESj0UOIRCIQqE5zXaCy54ufca/surUg4HogaLdbED2BaOvMqDmmM7D4go93wEO0EgcB0F6ahNI473w0d7Q+CTdM2dV9xEe0JLP4lMtlzo8eVDgPxa/LuSt9hGvWs0kikYToSX7pE4LqzMy1mRntaND8bVOnQ+A5tMn7kZb0Y9pmWbQF4iN5wEe0zXp2MTNnO9+PINRBvARE/b2PaB0Cx0p0BarTO6R4KB9C2ObSLhdJUuzno3pWuTFSKlBdPx3ZUPRCmdT+FNQDrr/qzIwVPd1EQ3UhBPQx0QmBiO6jLmbqB2dXM3Op+AnAR6mAWfdxNNFl3gj6dA9lEH3xFigv6FL3XtrDk63atJ+gQz/wIlFEYnH4fCcyPwpjuetF0PV8BOZxrEHocm/qcj53oLGlkGIMdmfWHKjC932X73JedegDsp9S+aHyksPM3HibGV70mB3UHyTCEb1+EB3VC8J65QVhuT9VvZlBduwHM3Pyan3or1feOA/Z6Czdka9LnxDo49JLtlAqecQPzz399WYeRFc2EvTjm0mOXrtwniPjijSpG2dX4A/1D7odSLYO/Uug9yvtxa0O15k+aPPdUe30AOrDnyTWJTj5qJtSgepI+umHbqY6wdPKpznV90NII6wLMc2kH2Cm9FnA/+BD6Z0dxEP8QtA4dOnrXer1IhBef/3fl23YJ+xvZq6rWS8lOyeP2gWSwyH8D/4ws2fsI1qaNx2+O3c4X0M5+smqrkOfFG63T/fncdTugHRC/GfXpC5cOyd0Lw0Oyr20SyVVrzSkbfasvGZPy8I7hIMOYVnFMB+moh2C6sK80u6BTKoXqH8IKgsn1EnlEFT/PKhNdWH/51O1C1Sv9FkI3DiHbWZP9TVjXg1/B4ieUJQKJEs/SA83T2lvjohQCZyEnLXM9H3CugDGNs/ANdUQ8Q2+B9YFHL82z4xt6MzR4XoVcI0QTzPieX7vDMOzsK81G3Bre6vZcud7nU10TpD/ST42u7VL+7fA49qoeuHpTCEQvtZ44UZ5LsrwPmdgYAD6AoLee9J8FxQv6djSOwD91sx6cvBMpfOOQPSFZ2YiRT2Cnmw8k4mHeIV8HAJ/SK8e3RZ0pgrPPMJVH52vJK9wBOqvuhBUVr1wSA5mBmNGNlOd6Ct9HtSnH/rb1edFQLLPfQyBxrsPnkOAmcHMDquJylGXDxxWHWbMiMfPYUVfxvHpK/99suISgvoLdP7rcL1pEzw5SWhAGSM0gpQPGZiZcyAzc5NI+P39WO0UNOtJrr4C8JGzKS8QbaWsdvhyFoEOqxE/AjlOCMIL+YQDrVR8JafazeyZPqKl/uJpZo6H8IQvCOmJhvKqk0zqIzAz6DHr6Sl+ckhdfmqyCFf0Qvoqi5bgKb0OJ60mbvuZlwUd/Ac5oZJ8gREv0REv5TVxZAOzHl/RFYim0hDXzJy+wpeuZj184QmEKwAfM3NjJvpmPb3Ax8ycXXxO8sJAwV30KGgQ6qRU/KSv9JZuskObG5leXIwLVMADSXhI6fIGIxqPIJlOIJGKIxqPIkZIJOLwuLJ16eo8ZjueZgY97XYHIX1Ndk1y8WxzoRPI5iVeVu3t7buXn0aj6fprEZLuklF6yQZRLj5KVScaGlOB7NAhH9ETdHhQUruZOVrKOxwuZOqfzeUQj0tmKkgh1UcyMgu1i4/kVIBCqeqELzlER7hqU1BFC5eCIkolVyqVcjxFK8GXQumRz+d5QZtxPGVjyWxmtFmPv2h2aHP1l89Ib/ESqM6sh6uy04WHA8ks0HipP/h0qJ/kUEBGMqkt7M9mN5+FI3zVSy+BmXwrOJRHuOKlF20zQyhPmzYGVI4jEo3BzOeI08aez2ofbQZMu13jQReo1urcoFqs64BIbDc3R+RngjbHH3xkD/mA6iSvZAtBsmlzkg2jHHvVq1+HeiqvvsIhGagctslGZpSLoDYzcxuT2tVHIHyfG6rGSDYXHZUFygvCvHjHuAErVb1sp/4tXvzKF0L5lSqQpzq1q7/8QTwkk3xJqdqMgilvMLexiqbwWe3GwczcvJFN1CZQP9GQ7xWLRWis1S59Qp7yU/ETLemrdtlW/qBUNISvvOzomQfhSRZBqF+Yz2YzDDjlkGUAWeMgW0lG4WlsxE9lgWRUKhllC7OebrLb8/ZTnWxTKBRgZvC5J4Q4kp2Vh2NqJp+LuUsVtUluyaxUukh38FFZ9ZJDeJJRZYHaarWqs6naNEfWGcAWyBbSVzLJdiGof69fzcki3VWnVDjqI/sqFU+lKkse+YH4Cl8pxXM21CWcQAcugZkB+jCVPcYYpBgcHHRzbnNzE/qTiSVeDMVifPnnOi76oc4aS/GVPBoLM3NrjMpJXhIl4mleymXhezEkkjkGjoyXswFi8QTiDJp0GbYrc+2t8qK9N9c9gMIYfSLgYb5WbxzM5Yabwl0A2ksCvswy62wiWQTgvOctBAOxXdq4w0vaGqGOerVN1Ch293YdVGoVxMi7MJBHgvtjh2tZs9FBq9lGt228F+ZaxD2n2arArIkUL4AjDN50Wk1ecpJmpYQagxCetdBpV7C9uchAyGNUdpcR8Woo5DxsrD0GZw8Q1NGo7vFi3WPwagae1+IaWOPl8Boy2QaKe48ZXLvDi9UPGUx4jPHhJC/7N3nJuQUfJWTTHYyPxjE8GEEh28XWxkNE/AqikTrW158g4AVnly/vt67f4CVpG2YRbG5vYH1rDfrWYK1RgS7pNxgc2tndRa1e47oZxdHZWWxubeP+/QcYYcDjwqXz6HIt8mMeL8fHkRvI4bs/+DaOzEyjxYBqp9VAJpWj3D4+/+I25p6sUN492tXneEcR4bCtrSwgnYmhwMvfDQYqUrwcTydjiDGAPTE5grmFxwxyldwYNBlE7VBu/SnhZrOB/XIRFy6exYmTszh79hyDOEkGZOJcF1qgETEwWMAAZRrgmFUUfM3E8aUvvYkxyn7l6udIJCIM7KWQL6Rx5+5tLK8sYX1zHQleJOsbYQpAvXTxNbaPsG0dDx/RdpsTw/IAABAASURBVPTVD373MZqtANu0TZxBqeJ+EXUGDeNJQzzZxZtvvcSA6Q/xp3/6D3D82Aw+/+xTPH78mBf9JxiM2sJPf/5z1l2Gvik7Mz2FkeFBaL5ubRZx5YubtE2Kl9hJZ5Pz509Df6a4Rv+bm5tjUO1jZ/9uEMFDBrzq9MFkqoAIA/qjo1PQN1hfvvQyFPDR2enM2TN4+53XEIkEqDWKyOajoHoYoM9o3tI96Q8eirsVLC2sufTqlVvO/7e29mjLNkaHshgmfOPrb/BSPEBxZ4MBoFnEIj6SMR9vvvkaolEPXbTpn0mUGUROpqIMFuedXba2NlBjECSdTuA05dneKTp9qwzizc8v4ejRY5hhIEMvkmsM1p09fwnFUhXXb93EHuf51JFZBolrHIdxBivWOA8zWF3fwiYD5PCABuccrElbj1OuaWQyHtZXn9C+VzmnllHj2B9hQPvsqRMYyQ8iy/Xlkr7te+os52aLtprAN775Pvul6D8JBr626SNjuHX7AcdtHutrmzhy5AhWVpYpd4Bf/+pz3LhxC5VyDfGEj/X1fVy4eJrjlcLAYJYB2idYXVvCOv25XK4inc5idGQS1XIbP/3JB9CfaH78aAU3bzwgjTbm51awvVFk0OcBCvlhTDAgmclE6YfAsWOjlCVJf6tS93mcP/8azp17nfktbG92GTz8nPJ8iF/84te4cfMW1wlQpjgiUR8bDKy1eF4J+GL+ve9/C1/7+pexur7DNg9Rjtv5l85ikMGVTz77AsNj4zh6/BiyhbyDBvtVeBaaX1zBtRt33F46MDSIl1+5iJdeOo+vfvV12qKD0l6DwdAHuHf3Hnl7XKuitMc6tMfPzy8iybXywoUL9OkYvvnNr6HdaXJsy9RxBnnqWqs2cIrjkGewamxinGtwnQGXfWgP0VksGk0CHOS9/QqKuyWkU1kkExn6Z4NrTBcDhWGUuA/cvn0P4xNTOMbA6gMGn4/OHMPs0ePkG6cPlnDu/Elsb6/jb376U2xtbnMM7jHA9hj/7J/9C8zOzuLll1/BhfPS7SWsM/g5MX2EMuzQJzJIco7/8Q+/h6nJMc6lN/DLX/8S/4//57/HT37xS6TzeegltQPD//w//6/4b//tZ7h2/Rp5beHnv/gZfvTTv4bn++hy3Thx4gTajMCaGZ48eoBHD+5T9l38+Z//GNtbmxgbGcall1/GnXv30Wp1kMkN4p13v4rpmRM4dfoC/RyIcz1NpwsYHR1nUHgJ+n+Gc4UsvvGNL3MOTWOVvsrjLM5QlwTt1G53OXdHEfGj0C+alBgg/fJ77zFAf9/9/9Ilzo3NnTW88dbr2NrZwedXrnCN+Qz/n//fj3D/wTz2GfjVftpg4GVyapK2LOP0maP4v/3f/w2+9/0vY2HhCce9gQTnweSRcbR5xm1zn6016tgnrxMnjnGcWgze3cT09CT+yZ9+D9EYL5Vog8GBEUxPneCYFvDxx5+jQN+7f5/zjT4KxDDA9obW+f1N5Aoxjm+B9BsM0u3gzKmLiEbimJwch+c18d5XLnHfGWedh23qIV6ff/YJ2nwvu3TxKIN3u7TxLl6+9Kqzx+7OHs6ePo+JiWk3zrL340dz1A/IMaC+SR+JROP0xzL0J9OPHTuK6SMTfBcdIP46tF/oPSrGwMbefgn7DLR+5zt/gpmjMwxONmiPGNerDEYnCzy3dFEYiqNcX4cC1zmeSScnJyDd3nnnSwwUX8CX33sfuRz163YR4/tXlxcfP/j+d/EK59ogfWx4aAToxuFH07RrgO29OlZ3dlFq1JDKpvHWO2+DZsc2bVcr13n+aWJorMCzWxrpVBpjo5OYnj7q/LnVrkG/VLS+vo1UKkMbToHuCzKg7CXWJbC+voqpyUnqukk9Ckgm0tje2OGaH+E5poQs3xebXB8aDDRHIxEUd7axubqE9ZUV2mIPLb5jtDh2zWYV2nuABtJpH4V8nGPUgm91aB+qN/bRRZNrSZNj2yG0oXOn/KjGzalWq7mymSEajZKWIALP92BmlBmIHbzj9Noj8H2fPtl1oH1V9Fq83NP+olTnXIHyahMEB+/eXdpfRM3M0YlQN9FNch0TxPn+rbLqPa8ng/qKRpM6C0Rbcpd5/tV5Wud01YmfQLjiE/Y3M6eLmUE8Ehx/8enXS7jqo74hLeXFTyC6LdpLddJZILnUJ8yrLCAzfgwwj6DUEADQGtUFy9RL+Sb3AEGLc1r7iECXx7qnEM0QxENAEu5jZpC8God+UJ2ZoUtbS070PeovkHwmGfraVKe2viqE5TBVm5kpced7l3nmR/ewpD6SPeC+qPxhw0HGrEfnoOgSM4OZOb3MDHrUV7JJF4HyIajtWaCFD0QwM0cLCFO4x6xXlp1eBGbGeR04/TQOAdcI8SMZgG0OOHbwfIBpxzyOq8f9CeC2gy7rAtZpf+jA0OCcCMdXshrbnV/7EYg/+Ii+2nzOKYHqzTyYGVvxwnFQg/r0pzjQXXUhCEegcpiG+YDvcRoj2VXQoqwq9yDgetE5hID+JFBfgZkdymdmYMFBT3aW0ZNbPAVhX7WzyekkPuIbgnBUJwjrwjSkIZwux6TLNSQE1amP0oA6ib74yM6yZ1hWncoheL4HUNQuDdc1Go9FEJQP4bBdOII+viH/P5SCT38bizCzQ5CskjuEgDbux//b8qL1fxTM7BkSL+L3DAILz+NIZoHqw1T5EMI6pYKw/n9PSvbOdhwCZZ0PuQx/SBWznj4h7YC+EBzYVGkIRHd0zHr4KqtPcIAfsA+JwzhXn2LQn/vGXzgC9RWY9WMSl0KKZj8Iz0HYRnoqhzjKm9mhbGa9vOpDHJeyn0tDOn9Lqr4Csx4tjzoJDucAy2ZGdTkLXkBHfZ/npboQwjaVlVfq4GCOuvwLfpj15DEzhPIoDcGs146DR7QpngyLcE2W/Xv1vy/7QbdDvVQ2/iBZMBxxCMbVO+i20eK+3uI5tsP9mBsAjL6gJcFnBx/Gf3B1AdtbXCcD3ncLVxBw7+464eB00brTf37hcCEgPfXTOSU8s+jOR3XqSzYwM+gJ6H9aE3Tm0H2pQOcRlVUvfNlJPHSG0R2DeJr1+ouGQGOs802GQVzdGyqIq/vFXC7nznPCEZiZk1v4oqNU9M3M2U882wz2Cjp812nzXobbOgAPnvk98JR61MFjvVHfwO0d0kXyhsBGR1Nl5c1MCfvZIQS0pXj2Q5t2V/l5ema9fjDwYzD7fQAf1vLnCz72grq/R5XZH+7o/s/UUFAzo3EFNBYnmwzbD77vs92j4HAGk0NooJuM4kvpEOQAYV60RSPCyyE5gUADrVT0zMwNQIsvlE/pNdHk4Vl0BE3SFx3wUR/1DWnICcwOaNDZzTz3kq96DVxIU6nK6icn1MFadCSbBksgHsIhG75YRPjSlnAHcOGrn5k5veXkOtAr1STR5YZSlZt9cvdk7+miiVTly4vq1Fd44ie6kkWOrsCEJolkMjMolTySXbQFklP1wtOLgfpLD6WqV3tLE+DACTUO4gM+oe3UV9DmwiBZNLnrvNRV2uQlbavd5GGwgUqtjCov6lKZJC/vBvmiHkEkGoHPsRREmZfsso9ANGV3yeEf+IryZuZ0UR58ulxwe3K23Mtci+OmNumTTqf4wpk6GEPf9QNXJekgm7WpF0m4iRnSUH+1KVUdDJAcZsbFsuX8i1WQTKqXrUIQT4EO0NVqDXpBE+zv77tLK9lHdMVfY6TfDNbCpLLGXWMieaJ8GZUNFAzRb58IRzpJXskmOgLRkhzCN3sqn3Alm9o0fvKXvb09VKtV53NmPKD3/Xaw+KuPQH0kg2gLX3yUioZS1ZuZe2GOcszER/hh2j1YxCSr7Kc09FN9K0Qv3y36SrdLK3o+L2+bvIAtA+ZzZIw27vBSh68Q5iFCO0QiUYCDIDqhnPINnz4h+q6O+QhfpsFHNpSc4qk24Wl8EgzwyL8EUdI1MzfuobyiJf1FWzjqozbRIVmHK3oCM4P4ibbalGrcw77pdPrQ79RmRl2JKPrqrzEUP7VJFqVmvTGRvQXC4dEcahOOk4c0xFeg/sITCFdySl7JrvYox0b8fM6vUB61ib9saWaONvioTrhBJ3BzSHn5X56XQwLlxZ9G4KVVw80B9ZEMki+fz0EbbSIRR40BxSbnvfEU0eAFUrNdRy6fQSwecf0kq8ZI8rY4V5tcj5UXhHOgxrVNc0Ygv2tyHRQf8Qtlk0zKSw6q4OaXcDXfREf0pKfapHeUY6686tTWqNepa28+Sw7JJFCbUvmQ6ImH6sRb/cNU/GVn8RdNyScfEB/hyF6yu+okv+qEK9lCGaWf+JiZm0+iL/w4L4JEW7w1pqIvGcVDdEQvBJUFwpOcolksFjmH2m6/ke6S1fM9Z3+Pp0DP8zjXurwk17gNgEVsb29xeLvcp+IO8vmsWzeFm83keckbo4wxdDhm3U4bbR4cS6V9jneda0qAaqUKBfSkjy4fq84PeBnHSJwuhsuVCi+kuQfwYk+XvvulMur1huMh/Vw/rkmyT5eH02jcR4yBnw6Dci36U6vdQMADp+/58LkepJNpXmqPY5AXqjFeKqR5eV/ID5JeAq1mgHql4S7yPYsiwj4865JfHXXK1eH5IJvyWN9AMh6QXh3xWAe5TASpBDDAC+GgXeZl4yovHR/h5vXPGEi5haBdQq26zT5AvbxLW9SwzmCMkfj9e3ewy6BRh8HJxYU5XtR/it/85mcMai6jwzmwujJPeuvY3FDw6BMUtx+hVHyCZm0RhRzlSJaRy7VQLC7wQvk+L1xr2N3dQjaTYcAuTV1nMDtzhjg5dI366fIzFuXlSwebDD60uJetMihUqZcRjXsIui3q5CHSbeL1V87j3/6bP8Urr57DdnEVzVaZZ/0GBocKkKy1agXlUgMjw7PI56aYzgCIU27D5maRdutwrUhwzA2vvPwG/SABBWoDHu6L+3soDAzirbffxtbWDsbGx1Hh/r/H+jrHc69Y5L5T5rpRw+nTJ3nJXYAuxxYWF7C6usxA1ioWl+axsrHqzgfvfvlLGBkdxNDIIOnm8M47b6LKs8Orr75E3hfw+msX8TUGe/74hz/ETnGPwYbH+NWvPsQaL6ePnziDS5dexcDAMNbWNlBv1Rh4XkKnW0csaXjv/TcZpIzT11e4XmwzqPUpnszdYX6TAb5pjI8N4tSZk3g8NwcvEmcwQD5Qw9TUDP0ijTr3zxEGUtpcJz0vxsDUE7QYTLnBoMzOzhrlTTFYfArGOTY2NopkOgHhR/w4GvUObTuI1ZVt7nc1fPjhJ9A3vgVt+nijUYUCfq+9fhG5fAKdoMIgTQT5QhSDg3m88sqrXK+6SCVzCDoe51ubvtiiv5RQ5qX8rVv3GDi8jlw2w2DiKgMyo9AaMsEgRpuBsd/+7iPcvHUHTfr+OoN3oxynMQYDt3f3afcWCoMj0Lco1ja2uCe3GJxpMKB6ETs7FexslRClvvpW1fFjx3H/3hLbZpEKAAAQAElEQVR5llDnujwzexRp8tQcffzkEY4zEFViQK1Wb8HzInj9jdcwOMzgQ1DHSQZJk8kEx3uRPCo4deokkpxwWmsSfhLpaBq5dB7pVAZxBkiaDPS0m3W8cukCZqbGGQx8BP250BKDIqsMBkzQxileaMciEawsb6NabWJqagoKzivoe+nSOSQTefpu3AXgpo8UcOXqJxzzR+Q9iy7nhgLHvt/lONY5VqPQWOXzIwyEvoxu4CMSSeDkiVP4h//oh3jttUvUCRgqZDA9OQ59o21vt4wig876pZGvf+MrOHHyCE6fO85g16cM8D6CdPg//aNvY/bYBP1jAH/0R39E/56E78Xx6NEycVYwxYBgp9PgvKzh8ZP7OH5yivPpPIJuA6sbm1heWYAuViORGAOLj6A/NZrn3nzyxEkGXdL49//+f8X21j6SyTx2KE+360HnvToDKGdPH8f3vvNVbK6vU949XLt2Bz/5ya9oxzmOodaYPYyNjSHNM0ude2IsHsPy6irOnr+A69duYmF5Hr7v4fzFM2gw6KI5e+PGXXxx5Sr1mOB8n2bA8yEDwluUfR7i/fjxHPT/mwbcJ6amJpBKJLG8vIJHD5/QxzMco6NoNFqYm1vC4uIqlpbW3dqxsrqIdqeCr77/ZSR4lvA5rp7nkyYwPz+PH/3oxy5YXuS8f/DgIelMcy6Vaesb+OLyNcjH9/YqzF+B5/sYGhvCO++9hdXNfa4DW5ienWUQcw1F+s+RoyMM5q0zqPqX0F769luvc20okP4U/brONS6CCQbSLr10kfMwjVMnZ/DDf/gu/sEff50+G0Opsg3PA9bWN6D/J/bzz28wqP8E9x8so1hsUq9N/PJXH2F0dJJr3ijtfou6ddDmbXkqk0ZhYBjXbtzGf2eA9m9++mtEopzzbXDurmGa/jA5OY2f//znbmzGOVcLDGCOc77uFLdx8sxpnLt4ESsc07fefgnf+973cP78Sww+7zg7XrlyGfVGCWXKuLk9j69943XKHMXZs8fRRR2bW8sYHsniS19+G8b9OVfIcc17ggcPH2KBQfnVtQXOoRTeeutNBpOXuA9EYV0GB/daOHP6gltfJ+n/D+7N4drlW0gnM/DM6HvrqNf26Lc1vPfeOzhCPZ48XsB+sQRwj4zTtxqNMpr0yxT7jAyPYGpiApXqHs8rdegbo5zOiHNfKzLQGo3GSK+J21zbNBcLhQGkGNmLROMo7Zfxq1/9Bn4kig8++B3yPIO2eTsjH+7Q7zpBi2tMnbYfpP90oSB1jetDMpHDn/3ZjzgftnkmjUHvpfr/Q/XnpofH8jh2ahL//F//Eb75zffxzttfRqXcgH6B5Wc/+yX+83/9L/jss08xNDyKixdfxs5Omfbex+8+/JT2W+IcP0FfWGX9DteTNoIgoN2TqOhsxIDq9nYRn37yOdf3QXR46ogz8Le3V+K7QhKzx2fQ5DmnxKD43JNFzokV1HhWmqXP6lvRc4+XcO/ePP1qC1kG76OxBOB1MTiSR24ghemZMZRpx5HxISTSUXgRIJtNE+I4cWKK69UoOkEbW5TBj6WRzGZ5yuri5MnjyGWSePL4PkzfriY8un+bpNvI5dI8SwCLC48Jc/TdNswzROgzPueXz3NX1HyWIxx/z9lZOus8F0IQBM4Oqm/x7Ki51uLZMWw382Bm8DzvEGIMfMdiMc7BqKNt1ms3M+gJ+M4vei5PG4uW6Grsq9yja3x/ULlFfmpTKuh0Ok5GM3O84jxnZ3i+yvFiMEt7qKw9U7pJHjNzsqufQLRcSro6a4uf0n5eksvMnOw6d4umdBFEuZ71aPuOf8iD6IdygY9oCEJ+4ilQnc75AtlAdQKzHj9Hj3bskkYIdDOE0KW/GAEc+TbPqW2u561DaPJ8R+D5QHxI4nBcVA5BvAVm5mRWXiB88Ve+H1QvUJuZHdJUuR+vPy98M1Pi4LCNq5fTq6ufrsnR69AHnpdPfVSnVNDD7v00M2d/jYXAjLqINunKni3aQP7S5DgrZbPjI5kFZubKoiv8fnh+zIQTguQRPeEoLwAfM4Pne/A4dpxIjjZ/oMt6aaq9v2sejPMNBOVbbGhxvWsTWlzvdK8in+iiy64GPdZLlHXg5HC5Z39IDoHawT4uJYpSAbPPjPUhrhrIT4kZOzJj1kuZRZdrRcBiCB3ZV0CZOwdjJvqCkKZS2VM2Uqqy2kVPoHJ/vZlBdvN9H77vQY+ZwewpqE4gOiEEQdfN7YByqM6shx/iqV58BMoLR+mz0HE01CcE4fUDaJ/uc8DFFfANRuh0O3yHa3Nt7iAcvxBfND36hMDMVHTQT1/VZnaor0Po+9GP+3xeuvTq+jq8INvDoVQcu+fzL0D/vaq/rY/a1EGyCMKy6qjVoV6qD8HhcfzCcn+qNkF/XZgXTdlS4NNfzMiBELYHpBkc+IPqhB/C8+WwXqlZj47Zs6naugf0lBcQw+kkGUJQveiL9zNAe/eXhdMP6kfXeuHcFJ5r7/thRu4HEFYL70Ugvqo3e3Ef9Ve7QPkXgdoEotUPkvnvhc99XmtGmzZUKghkE0KXBEJgFqLfP1dVZ9aT3fd8+Bxv2dvs4JwiGiTAxPVV/34I5VYqWgLl+yGsU2qkJb3MyFP5A18icXR5XwCWva5Bd1FRnll1Z+UJj6C+Htt8z0OUcsa4xkeY+pTVc+1dGAX1RJsgPQQ6q8SiMcQOzkrRaO+8JF0FKuv88fydIvhID9lL62wI0p9NEG0zUxbC0RlH75Nra2uYm5vj2XSJZ/VtNPn+LzoC9RWu9jfhC9QuEH21ay30zIPoSz4z8ugCAW3ToY0CbnQcahg8+F6EZ6gE3wWSzEdZ5xM0dubw6Rr0exwAieDgEU1imhnM7KBSeL31KyCDF4F06FIOl9LWz6chIZE0M0fbzMCMhh3/ex7H4w/09tQoomZGHsasHaQ9ZaSEDB5CD99okK4bNBldg6F2tclZQkeQU8hp4nwhi/cFRuI8EMtpNDhkSEMHjpboiJ5oqV7t6p/kZY5oplJJ98Ieifjs06FjNPjyUuHLWxW6AOnwgqvNQ5UOzHII0ZNMnuc75xVfnw6veuHo8lgHeV3AC0qlEl+qi7wQ3XWgOtGRPKIDPkrNjLmefZRRnVIzg8fJJR5mBqWhPZQXPb00SEf1EV3JIh4C1cveasPBIxzVd3j4UpuqzXr2V736q17007xcyWVz7kVPfEPcfpnUR5ffRV6YarJVa7QfAyhdrg7xRAwxjlWC9pbNRU82U/8OX2pET6lkVWBDk09ltYufZAhxxEd1GmelwlG7yqIpSPLFVDz0ciRaghYDwaIpnUQr7CMaZuZ806ynv/DERxDimxEHBn2ifBFSP/EWiJbKSlU2M/pRQB+q8VKvSp/mizRlkmzyu1BW9TEz56M6rIuX6tQegvAFZuQNOLriIxCO+EneGl8a5XNKZUfJLpBvqGxmvHxI8sIt40D2UX/5hOwjXJKHmTl5NP6qU7vkUtnMIFnEU/wlq/rIv7e2tiFe6tPhQgTz2GRcHgQeAm4QXCNZ9uD5UbZ5fCEPeJHW5MVc0/GVfTR24mFmEF/JpjklHaSnmSHOF2zhCV+y9OdJ2M0PM6Pdn11LRMPR48WsUukkeaWjrCt+wlFdCE1uEsJVm/TVeiGQ7WQD8ZNcSs08rh1NN+YaB4HGRPNCqWiGfVQWjXAcRF8gOkrFSyB86WjW00eyhjiSVbyFr1T16iO7qC7k22g0IRtKHuFJDoHoioZw1UdltYtONBaF9NRYqKy+mtf7DJrpIrXNdaPO+d3hpUwk6iGRjEFppVpGubIPn5csiWScY8gXBOJqcxJP2VI8ZXufa6boi4/mlORQvUBjKl10CaELDtlJMppx/LnOm5nTSXqpn+hKX/XVvBe+aIiH+IqnQPnQhtJLeencZlC/zSBUWGdmkD3MDHpEV/qLnsZOgUr1E4iu7KPxHBgY4MYfdXNIukkGgWQXPemqVDTUV/WSVxc40lW6iFbAyaJ26SX6ZubmnvhLZqWiZWaOn+ioTjRUL5q5XBZJXkR7PG3osqRWKaPOYJnHWWi8RGnxEqXVbSHgKS2eiiPCMcvlsxgeHiQvn5dvGcTjMRS5pkuWKA9+4i0ZGwx+1hncEHjsBwv4EtiE0mazxn4R0jOYGbmx2nzA83kpl4PsobHVfpBnIECyiqb09OkTXbQ5d9vsD45xmQGcFXQZYMhSxjT9zOee0mLAqVmvcI3dxx4DjY1aiXt1hXNvD3Q3gG/tyXhaRzEeSmOIWAQpHjTjXLujvjEfYSAkh8mRIQzkIgzcdKE/3TuQA5rVNb7j7iGVbKLd3Iahgv39dV6GeqjXdsljl5eZV7G2MoeBQoZtO9DFlHxOfxp2ZWUVJQaIu1zz8rkhjI0cxemTF3nBvcf9fx8VXpLWOE8SMY88ugzE7mB35zEePfiMF/zXsbF+G63mJvaKi1iYv4e5+cfUs8ZxjmP2+Cn41GN5ZRFVBhZz2SR0wTo8OMAA0CAUpIpEDSdOzTIwVsbu/jaGGRgcGRlAjeeQjbVV3Lx5A1XKEI+lyKeDa1dvotUKMDt7CpVyi3wr+OXPf4uPPrzMYM0tLCxs4PbtRxgsjDNQtYnr1+/h8cMl5rdw5sxFDAwN8lI368b26tVraPN2R78cVGSgY3VtHQEtqPH1Yr6z09b2Bh49foirDDyub66jwkvPEQbDTjCgpm8JKb334D4DpLvY2NnG7t4O6o0KgzALtMdjp3eHF+TpTAofffQR7TOPgD5uXoQ+aPj0s8v41a9/g1UGN44eO4pvffvreP/r7+Cll8/glVfO4s03X0KnU6O+kygUkrh75wb9pYm9nU1e1l/H3NwDvPeVL+HChfOIJVJQYO7osVPu4vzRw3naqotatYFyuYaJ8Wns79UJNeztlaFvQW9uLnNvq8OPdLG7u4ejs1OcSynsl/d50Z9HlPuXfokgncqxX5nTIo77jzfoH9tYXFyCnh0G469dv8x50ICCEW++/SqDRdu8oF9Ch2uVvl1Uq5YwPFLg/GqRbwHzi2vYK7WxulbGr359D5Waj2qNgY29JuYW1/Gf/utfYGL6GAaGJ7DFQNvy6hbX7Qx5rlL2CvfiNh4/nqcP1BHjBf0ug6vy493tHfzuNx9gkGubx7Vii4H6Kn0plYjiwrmjyGUzSKVj7F9Bh8Ha/VKRc6KIR48esa6BJ0+W8OjhHP3mOgq5DIMaQ7RhC5vbu7j3gONZbyOdYfBi9gQe3n2IFn3w7rX7WFlYxf5OCfrzkwHP4B41TcZ9vPnGJayv7eIWA8Jxnv9LDNZf5Fi99+V3GaQ/jXg8yrb7DFJ/istfXGX+DufpEPtsUo4F56vvf+1d/NEffw8zs/Tp1SUMMEgtHytwAWiT18TEOOpc465euY779x9Sviwi0Qh+99EHWFldwEuXzuCf/umfYGZmhEGVD/Dg/mPcurZE/1yhbh3aoYWjRyextbPCgN0uTpydK2jqvwAAEABJREFUQiTZxsMnN/DOu6/i1dcu9L7FywDK3Nw615IiSsUugy/70JzQ/Bjm2uRxrXrAuTC3MI+XXjqBY8eP4tSpMwyqD2H6yFGUymWO9yplWsX4xBTOnT/HubWMVy59CQ8frmBufoUB4znOjxbW1hfQ7pTx7e++Aj8SgedFkUmnGJAHZ6iPkeFx2uo259kqX5KXYUYcizk7FIbyqHBf3ytv0Ge4IjJYs7qxjzPnzqDT9vBXf/lLBvDvYnpqFtFIggH+Bmq1Bj7/fBEzR8dw/sIpDA/m8Oqrl9zL9+DgCOT/P2Xw8MH9BczOnERpr0FaPmXKoVDIY2d3k2kGW1ubGGfw8OTJkywX8Jvf/Mb98oG+ZahAarVao2/dYJB0B6fOnUduYJQysB8DpynOsZt376DFYHlmMIVX37yEvXIVCl4dO3EM/+7/+i9x+swMLpw/hX/6T7+Nf/Wv/iEGBpL4B9//GhJ8b6nwvHPr1k1o/dor7WGUwead4jp2tleYT+ONt09B/3dvi3YFn0Y9QGk/wN27K/jxjz/BtWuPuHYucW5X8Mkn17GysulAe6lxT9SfoFVgrVptc/0c4twYw/zcMnE/55wscV6l3To4xkDjKi8wllfXsLm14+qPzh7HyOgIZesiFs1geWmV/rfMfeQxohbB6OAwLl64gHQ6Dk4J+tgjxCJNnD+Tw/e/9yYKeR//9t/9TxgeTTNoHNDee/SRbaxvbPEdIcV15w3qOMj94grHssK1awQ3rj/EF5/exuNHSxzba1hnEDfLuRuPZeFZHB2+z7UZeDgyPU38DNeMAirlPUxPT2CT68aRmSk3P08cn8DJE0dw8uQx4hXgW5Rrxj5+8IPvkXcS586c5LxvwniuKOtb88mYa9clUiqR5NpWxuMnj/Htb38XY+NjOHfuImVsAeZhdX2TeqzT/x9w/f3fSPuvLsmyLD0Q+/a9dk0r11qE1pFaVVaK0lVATxWAhuoBMGvmbR6Gi0/zK+adL1wkwUEPwTUEMBDd6K6u6pJZqUNkRIb2iHCthbm7acnvO+bXwzIqq9EEb/j2o/bZZ6sj7tluFnt46603cfXqRbz22qvY3d11PJe559y5cx/jYyPw/CZ9/ABAA1pbG/U217RBvPLKa7hx8wY+/fQzwudAJ4J1rpkRP4pD7u8Li+tYXVvD48dLKJfb8L0EtnYOEE+m3Dhx8tnX14c21+t4PM72gHT7eP5J024jGB+f4vpfgr7V4+nTRWxtb4NHBqyszFOmQZ4xHvAssEPYpW6jbk6ePDXLvn3URZHnnTZ9pATtRb4fwdDQCO7de0CZC9w3wL0rTnod+L5JLdhj8L3NfXNscpQB10msbxbw2fV7xIlgh/usvp56bHwQo8P9PAu10dE7M3VRYRC5wbl8emIcJ0aHMJiOorq3gUi7SpXVQKVBQZwaL6d0PoRRlc/9hFUe7zEiXHtC8Mm3mZHfDv24RWhDPhRChe+1OgPr/K060ReE5D3zIJo6u2uOmhl830eUe6x0HuO7QhAEEKheIHzwET31U6ox5BN6h9V7RJN+LHqCDs8WnU6HPY5+KIzoiKbo946jetEXvkD9xbtoV6tVtx/qnKv3faUtHlaFJzAjYSrPzJxMoiU9aa3QWKIbgpnBrKs39QUfjSV5RFdjKq+6sF3lEFqSj+8YahdNjROLRumLMSR5T0PSpA/6HQnzBIcjMJ69le84ndBHmLYog+7HNK70qFTjq2enV2+sUFma1LgCVv2NPw7/iIbyQlZq0D/AjCkBR0+HPii6LcoXyipeJKPArItvZq6HcAUtBvWEr7yBemWr8KUXge/Jz3yYsZUgHgREc74rXNlLqcDsCM+E0YUQXyXlBRrveejWd9xcUJtkEahefUOQHh1QPxpT4ws834ORX7XRQrQcaeH3IaQTpr30zagD0lVbb73yIagthLCu3eY4PTZoH+WVhjiuD/ViHsfgOOKxRf5C4KsbFHwFZRCumR3r3cxU5aCXZi9t5Y20zUifMghPIB0qBccSzteBcOS/StXukQfpVPNPfuAG7vllZo43wKBHff4QtI90o/b2sV46CH1WYznwZT/S44/I6g61TSs2eC5t8r5FoPcd+ewx9Pi7eBf9cBylXwfi9/eB/FBnX4ffW/f7/bo1vTjP57sYf/i3mQT+avsxjb/BZtJFKK/wlf9DoHaB5rruhJVKX6pTH6Uh9HKiuufLz+o003pbfz8v3BA0zteB+BD0toV9Qh/pcL0NqXdop978V8psUDmkJbpfgSP/Ew5R3Y+Zwcxc/r/0S/1C0Bi9+bBMkx2TMTPS9uBxPgnMjuYm5RG+IKQRpsedewipTbgOKH+b0HKydPju34aCrE2WvwKaG8fQRGhzsG+XFw+wEHyO5n0F2jyUdSB+DRpPID5CAJ8wH/LVYV34Y0bZ2Z9EXZVwNbZwSRBGZDPitJkhtLkXterks9ZwZ+Am729bdZ5NeR5rN9voEKfVbKLBuhrPFBW+/wi098rGGkS0JafWMoHaBDqDCLQnql34wlUfM4P0If7UJhyB8sJRm847urMbHR3FiRMnMD09zfelPne+UrsZ5TgCrZvCD+8kdU6K8oyh+jZlaDCmFvKmccSLxjYz6FFeY4vfEt9zdS5TXn00d1s8V7cZdG3xHNOiXpqNFs/ETdSqDQf1ah116kztbfqE6ImumcHMlIXqNG4vNKlbldXneRC+6rppB2G+W267cm+d6kNwA/6BX8KRfyh9HjwzcwybGcAf8OlF0oAhiPEQzAxmBm1cUrpSGSHBYJQuK2UYGUiG6/ZvkTK3R06MbrntDuOdo0na4kFP0GjUWd+ksC3S7zDf4KSqU5ktQtvVC0fQpJE7pOczuBrlZbLGEx8aSPUaRwatVMp8iSpDTqp6OYogcvSCYGbOOdVfMghcO18mxL/AzND7mHVlfx5PuhB+iKu8NviQdj6fhz4RJkeXrswMDb7UVjnZlLa4mFBQyilZ28x2qAdzLx3pdJoveAlIRskhEH2N1ZWzgiIv4vVCIFqqN/MgHDNzqXiRfRT4UGAgxpdH1QmEBz7Sm2ibmetjZrRDy/GpeuEJwEf8amzxL1BedWw6liF0etWrv5nBzJxsalMfyfSMh45rEw2No3oHR/YQf+ojUH+VhSsw69Juc+KW+CIuPYTjyjYC4ak+7Ku6KF/mpBfZRHoRyIdlX7Ou/BqvwaBdKEOTk1l1Fb5Iip6ZOX2Bj8qiL18SHdldNFUOfUH1KitVneiqjxYvpSTjfszMpZJDoEKIK5/WWGbGy484RKvNBbBYKrsFimsTzPMRjSUYZEgjnkgB5qPJxa1SqaLOhb5F/Eik+yIrunXKKJq+7/MCJecWYDNzNpM9BGbdspnB5/wT/9IV+Ij3Fv2YVnR2VFn02mTGJ02zbl+NpbJ0kOC6IRoR2ligeo2jvEC0VacNUnR628yMo8LpXvUab5sXHrKL+micQ14q6wVcfAg9pCm6zrf4Ii8+Qh9Qu5nxwijtaEsegXQT0gr50JiiIVoaT3jioc3NVjLJ7pq7so1AtB1R/lJefQXqL3zVsQmipVRtysvW1WoFLdJtc91sMMimAzwjShSe64RPbK+DSNTnpXKSto7B8w3xeIw2jLARbk6KPzNzc1o60nqhuau8aEe5kQa0g8aVTiSLOosv4yFLOlSd5FZe9NSmfspLR6KlS1Qzo4/Veal1iFD/6mfWHV90ZB/VCZQPaWhM0VIqHcpH1C48jSf+lJcdxIfKmme6GFMqfnz6m1Izc3uA6ImGdCk7SnbxKt4ODg4gerKReFC7aMon1Ec6Umpmzjai6/kexIv0JFzllcqO6ifehCf+5QPpTBoeg5ptvnTVGeRsNKq0SRNJXggnYgFarBMokKhPg9RdewucSNThAbZ2trHFS+vdnR1o/lYZSNCFYalUIYqRl4B7RMrZVrqN86IwmaQPe0Cd/mI+AEIHLZjXZvASiHgeyIT72j6tmTrYKBBfq5fRbHKNYEC0WimhId5Eo9MC4xWIBh4vIKvg1ot4tMNLxwHOF49jF+FbDdFIk7TrDFKmMTacRToBBH6DQbwC0yoDnjU0eLDa3ytgc20V+3s7DMbWmW7joLBJt64hlwkQeDWUDjaxvvQYy/O3sLFyH2huY2YihXSyik5zh0GBNTTqu8ikPYwO5XD65BTq1SIG+nMoVw4YzNhjcCYFrQsjDAiCB+8giGJtfZPnggYPmsNc3xL41S9v4t7dBdLpZ1BhEAkGgbY3t7DK4Nncowdo8dAXZ11/Lss+CbZ7iHPtmGCAJMvL6k1ecN++cxcffvwRbt66CaOODg4LDExs49GjR7RRmzpKc040oGAul0TasYaDgyKDPZ/h88+uYWN9l7ppwxDDwwfzePp4EYu8uB/oH4bvxWjfLIOvJVxnQNSLxMHjA4aHJoBOFPFYBqVSnWt9FoVCCXGu9x34KJB+X18/9hnQ0idiU+kM5h4/5eUqqJsqNrd2eVG7h48/+Yz0Wu6TiDkGSjYou3x5fn6BF8IHju/r16/zwniZwbd5TM0yUMRg4dISeVxawp//5/+MHdqxwjPX9euf038aOHHyBC5dvQSfTjM4OIzxyWlE6ZdTM7P48U/+ASKs39rexI0vriGTjfN8lGRdm3IU6PN7DKJ+iWw6hf58Hl7bQ0AdXDp3CR4v8B8+vAf9sUhAGgXK9ukn17jO1FCrd9BqGvWRQokBad+L4tSpsy4geeP6LQZNdpDJpJFIBZiaHGKA5ofwI0109LWIvHxOpAMMj/ahUj9ALN6i3tYwPTGEP/rBt7FNfz3kfGu2PPYnT1wrDyuHWFxd5BxrIZnOMuCSRJtzt3iwjf/2n/0DvPzqRVy8eJJ6XsE33n4dly+dx+UrV3D6zBRWGXiZX5invfYYXNhl3z76wg0GoraQiKeh/78yGiRw9uwFxGIp6mOOc4h2OywjncrRx4fpM9u0Wx3vvftNpJIxzoEBXDh/hm0Z6I8a5hl8vcdgU5EBk0w2gRkGji9duoAXXryKgYF+9m3gtVdfwtT0JDY29uiHN6A+v/rVR7TzKtsDLC5sk59+LC9sQv+/5rfe/i5+9O0fYWJkGj4CVPgyucV16c792wxM3XL20zi7DPbOzT1lgGMdD+7dZRBpDvNPn6JS7eD1198mz9+FPp28RR9s8yxCR0Zhv8wg0E3OjbLzoUQ8iRKDa/qDI/21ba1W4ZzZY1ud+2ED4HoW5UL00cfX4HGriyci9J0d9i8gErRxinpWAOKtt17B6dOzmH+yjy0Geg84jv4/3/ff/yZefOUUTp8fhz6VD64588tzePD4PkZGhpDvH2A6xjUzSj9hkKhYx+zMadK6wPWjDX2Vqh/EuSYM4saNh4hEErjOAO/KygYWFhbcOUpra19/P8yMeP3Y2SniF7/4BGjHUdgtIRpNoFDYxS6DgMb1M5v18N3vvoq33nwd5XKVgZ8DRLn2DA+P4I033qR/rLNuj2DhBiMAABAASURBVHooo1Ru4eHcHNeWAOcvT2J0PIN4qo3x6QEGbkexvLSKatXw4ksv4sUXX0U2N8C1IUNZyygcHOLV106gvy/JubPt5qDW/vfeexdnzpxBsVyj/YF0po/7YxTZzAAqpSbH55q8vsYA3CgK+zsIOAfLPHcuLa1A7zcj5HNqagpXLr9AO78OvdCfP38eJIJ9+u6JUxc4V/oZTL+OpZVN7B0WMHViAi2vgVMMRG8yGHnz9i3ML81jbu4R7bmHCc5VHk9QKRewsryITruOq1cuct6UkO/rw97+HjZ59tvc3iB+AYNDWfpDHX0DUY5leOnly1zD6uwXUI4h0jtDW6U4n+KIR7M4c/oi4vS1gYFBfOtbb+FXv/qt+xRlNpMH6OO8O0EkmsTK6iZi0RT684MYHByira9xHvVRF5NcZ86gQJ9/+mSBc2mb/j6PlcUVTIxPYP7pNg7364jyvF06rECf2jzY2+Oa5pFeHDHuSaNDg2jXS5iZHMbFc7PwOjV8ees65bxAf4+hUGjR53yuW2eQz41ib/cA80+WMNA/wDWvjVMnTzv7LC0W8OknX6DdqiMWi2CMAcnp6RkMDQ9w/V7Ch7/7mHK3sMk968aNGxgdG0YyFcOZs7PwfR8BYXtrA4lkFCkG86cmZrCzvY96pU79c4/3W3jrG69gemaAc3OXemyTB+lwlseJFhYWHyOVjsF4Jn06/wQXLlxAqVQj7Ri2d/aRz/dDf+QyQP3F+P6l/TGfz2GP+8eFC+coaxONeov7wQDPFn0YHkqiQ10kkh5yXGOjkTQe3l/G/+3/+v+ivG2Hl0qkuHbdow3TnBNVDAwOon8ghcmpE6zLY3OriI8/+wKVSoO6Au7c05xJIZPJuHl5UNinzbbIZ9VBlHOy1QSSyQzHBl599XWcPXseS4uLgFdHOp3AO++8i+HhMeLXOH8qiDJAuM397LC4h5MnTqPEIGeV87PA/XhrswB92ntoaJj6iqHF97At7rFbm5vse8h1IedSzaUI9Z/L5TldAsSicWhOyYd0ZuVGhZmZGYyOjGBhfolnnTq2t/dQLpZwQP3Nc916+CWD61xLglYZpcI6z2JNeIHxTOIj4tOdO02Ae2ibhxAehwDPoOCI3gE6HKDCd42KPgXZajlbNJsttPherTNwh+dXvlqAx1+CIYhEKI8P+Y3A833qi1ikLfot0hCYcQze2SjfbDZJt8F1qco5qTWmwXKTY7QQPmZG+b1jEO0Ix4rz3iKVSrl6M3O2A7q0wUc86g6gwcNRtVqF1qXK0Xu62jzKSjSYmaPhed0xRD8IopA/BjzXaSwBYNCjvpJH0DqSqStHE006ivKSLQThCVSv1OO4GkO0NGaUi5noq05lM6MeI8d6NOuOK3wq1OlGMun9RfZx/PBdUDYTfYGro96VgnaEdSijOYjQ8HG9ayRiiEZlM4/jCWQ7czgaUtAhDY0l3kN5RPPrQOMK1Iajx8wcv2FfpcIRSN6vA7UJRCcEkTMzmBld1HPpcRt9SXn1EXTzLYhv6ajOuwzxr1TlBu8MVRb08oOex8xcyczcWCGfso/ySgVCIorDUV6g8ZWamRKarHMMroK/hBPyqryA1X/jj3BC6EUM6/4QvbC9NzUzZ2fJIHgmkw89Ia5oCqQrpcI168oV4qm+Q/9T2gu9ujV71kf9BB3aTaloC9RXZTNzvh/hHI9EAvpmdy6EY5sZ9Q2CubawXvRERzYWiN5XocU9qe1AuL2A5x4ze65GxWd2DGUL03AcTTVh9gJ7sfrZb7AknntB+OJHdJR/HtQWwvNt/6Vy2O9vTr9K5Xncr7b+zaXevn8IM8Qx6+o5LEv+50E0OvSvDv0lbFNe9SGoLPhD5Wf11D7pCPdvghD/+bS3z/NtYdnMnP96ns855h2DmTmfxdET0jKWzcy1mRlLz/0c8avasE+Yqq4XzLr9w3alve0qS4dKe0F3iaoPoUN9h3mlZnbMn5kdkzQzVx9WCFfQIc9m9nuym3F/pv/j6PF5Roi4eX40x1kmQQjaANqkI1pgn27KyqMfMzum73nP9Mwurh+3Lq67xvzvQ4eHHQGYmnVlMDP0PhpPIHmeB9UL0GGPjn4x5Y/B+BswMxjgwDPPnY10nkjwzBLnOTfwI/DUynddbs3anuGxj+958D2PZzOfe3OU51W+k7CP+uosIn2Bj/jRfq+yzg8hSJe+51HuDs9Tdb7/HPJMuI3V1VUHh7wD1z6odVI0BFrDVFcqlVAoFPguecDzZ5Hn4wqE53s+NHaUZ9oozyq+bBTywPOPaJiZw0kmk+4cnT361hCV1Ud8yUZmBjOD8qpTm2j71IeBVqYuO9SJaIovpdKzmbl+vue5vupv1q0zMydv2C/s05sqH0KLjtGmf4uuIKxXf5UFYV1vqnoB2eyOJ16fA08CCSSc7/mOWXUQqLNZl2kJIBzhCmRgHWZTfMlK8VCbOAqGdJXjq7s7SMlQOtg0GCRVIKBWq7K+QYbaHAvMNwkNGq7BtOnq2wwWCF8vDToAPw+i2eSlpoQVj20KJeXL+ALV+zS65FFZ+KKhVHhmXZmEI5kkiwyfTqf5gpc/BtWpTXiSX2NJsDDVOA0e1jWG6Ib1Zl36KpsZ1D/mAhoB5etA/QTgo7ZQn6HuOqwP21WnFweNrzFUr/GUmpk7UKi/8MSrZBDfkks40rkmkf7Sd5MvbPoL5a2tLV6M7kMTqMrLeOlZfzkh/UieKl8+BLVajXZpHvOrNskknkMgq8ftyqtefMgnlIoH8S2e1V/lEFTWGLKN2kMZ4rxolRyiIdmEL96q5Ed9YPKbltOlxgzbRSPkT7TUXyActfXKJDzVS0/Sl6DNSSZexJPGEV3hiZZkES+yg+pU1sttPp93C4jaRE9tobwaU/pe4iWzdK5gjXQtWYQrXZkZ/b4Fs26qvhpX7SEtlc26tlZdw73UdtBotqHAR6VaR5mB0RoDo02+nJvn8yU/g2w2hygXbzNP5Jwfmj0bx8xgZk6PxWKRF3O7bkGVDsIxW1wwJZvAzJytJZdkkD7rnNfC9Tnf4lz4tQ4IhK96ySs8DuIW3BZfoCWDGFIqUN7MnK/p0+LSvcYQKC8e9GKsMcVb12+1jrRItuNAuALR0/h9vFjTZYTKspnsq3qzrgyqE2hs2Vdt4l91Gk9gZlBZtlabQHKprD7gI7xwXOlA/qR2QZQbkPBCPdR52cwuTg9m5l749EIsfxMNpWaGIBoQIojxpTeIRdDgZZgXMffVdZFoBNp9I4GPSBChPVrH/gM+4jfCA4pSFt2PdCA+lapCqdqFJ9BFkvSlORcNAkQiAegYzh7gY2ZuDOlf9hBoLopf8S35lJcPFbghKxWu2mR7MyM5g+qEKz2JB7WLVggqm1F+8iBdi0fxHa5f6h+hbGTJ6U5toie8aDTq/Fs0dnihr3FjsZibm6KlMZWG81Vl2Ub91KfKdVB0JYfoCndgYICXiClnL811/RGMdBT6ipk53xNP3IKoo7YrhzxVGUyp1CsoVng4YVprcj1tN2G+hyAWoG9wABkePMRLk/OsxYOE5m48kUSCwH0fBp9yRRzdCO2Sy+TQz6CY50V4odrgRVSNh58SalwD6jWWefEteaSzbV5G6yvpiry4JmnQmdHkhU+LFwoKRnS4zwb0qw7rqrxoanI9CbwAyThl5qWLoQFuW7xY8uDzgttj2RhsqlcPGBhZQPFgB7Foi201BnU8Xr5WkYy1MNQfRyYFZAmjwwm2tTHYH8XocBx92Q7ikQoG+iJsT2C4P4s0gz+5TAK5TAy5bID+fMDUR8QroXi4zADmNkoHKzBeCnYaB8gl29jZmCMPd7G7PcfLyc/Rl/OoqzI8ayAWN7zzzW/g6uWLvJz2ePlbJo+gfVro68tja5N8xxKIx9O0b9Z9wmePl6jS+Q9/9D6++Y6CDTFEYoZPPvmYMiYBRMnnIDrtgDpvoVyukGDbHT7TmTTX2zROnTqDkeFxXlC3UaMtgkiMaZ2X/qsubfDMcsDARWHv0OHEeFF758u7GBsdx6WLVzA+NgkFL7a3C1ieX0O93OQF8ijy2T5MjHXprq9vkN8twjYviGdwnhe7QSyG9a1NHoDLiNFgt768jSrPWdMzU6jS74qlA16IJ3DAoKKCqp4f4MTJMwxqzjCg1cQmL7YTqTwGh8Zw/tIVdPiSEQRR+H4E8nnzfF4gX0QkiOGQl7W5fD/6h4YAL8A1BnQPGEDxOf+mZmdw+YUraDHY7tHHh4izv7+PA/2RAssPHt2Hvo40l+vD0NAIVlbW8Mtf/tLNh7GJYdJr4tHcPfpzAbdv38QAg3wB/VAB8I9+9wka1SbKxSr2dw8x/3gJDx/e5YX5IfStJDXKu87A+MFhkZfxhygeVPkCsQMFqvr7BlBlYL3erHINzeHB/XUsLxYRsQGsL64jnajjysV+XLwwipdfPYdydY9ybmFh+T5mTg5g9tSQC6yMjvUhn0/hvffexv37D48/eZfJZpyddniZrbkW8WM4eWYCuT4PJ86O4uniHSRSHmIJgz5dtba+hN29TV7A53H6zAz0f4K+8uqL+OB39+BT58lkFG+//RYGGQhoNNro7xuB58XwZI79dg7xzbffR5OB4sODCmVvQwGHp4/nGXRf537QxN7uHv7sP/0Mv/n1r3H/zm1kORlffvk8FFzNZZLwfdBflRr0RxlaJ+bnFzk/OjgxewJnTvGSnr4w0D+BejWGifEzyKbH2K8PD++tYGP1kLYIcO2jG4hHM0glsyjw/LBM35yYnca5ixcQxAMkOFbfQB99vw0zo883EOHgxcMDyj5M3+rD6toWgx+34Vuc/F3mC+ABrr5wkf6RxF5hD9evX2MQdxHmRTg3LmCYfA0xEJHLZTF7YhoHhzsM6LyG/oEsTp6cwQsvXUGN82xnZ5cBtjWec/eIs+f08tKLV5BIBpidHeValECS7ywDA6O49cV9fH7tC9DNGcS+ju98/03E+WI4NTnFdThGfyhhZGQAZy+cot228OjxXfK0ipXlPXiWxsF+EzeuPWBAB+i0oohE4izfx+DACPT1r7FYHFtbO4hyjugrR9cYPD975ix+9KP3sL56AH3KfGFhlWtTP2KxKGJRn7w0cf7CCUzPjqHAORSJJKFAZJH+rX2wyv3q9ddfd3rstM3pTl9tGuVakEoHuHBpFpm+GPoYSHrtjRfxk5/8hDoA9JXBP/v573Dt8xv0oTbtfQpjXH9e1CdRd7cYIF2Bgln6QyidW299cQcLC8u0fUBf2cfG+g7TA+QZjJ2anIXWh73CDsbHh/Heu29jamqcPlPD8OCws7neO/71//t/w61bt7C6vg7tzXsHJWxs7eGXv/oddCQaHp9CJJZAvcb5zb2y3qjRF1vkZQ36hOE12kYB2pOnzmCDgaePPvoY29zj7919in/zb/4t5N+5XMA14yGePH6CgaEBRLkODjFoGI1HcO/ubRQ4365ePYuZ6TFoXaz/6/WQAAAQAElEQVTwXUL/N/AhA5pjXHdnTs7i8tXLePp0AdaJIBqJY3e3gB9+//u4cvVFrq113L33EHfvPiZvoGwRVMp12neGwUrOOQaw1infnbv38R//0y+wRj3F4xni1KibSdo2jxjPc9967yXOpyHIZgN9/djhu9gBA69bG9to1dtYXljCLAOen3/2KfQHO6vLK2gyoBXlOnjjmubCLvmq4je/uo5f/PVn+PL2I9SqHZRLdeprG4sM8iVTScToB5GgRUYjuHzlLBIp47pcxuTUCILAw8TEBH1nBFpfKjwzvPba627uRWNAvi/BAK5hnfP54HAP9+/dwwe//YDz9Br+/D/+jOe4BuXvQJ+g7h9M4cUXz9OONcTjPuqNEjLZJC5ePIsKbbm+sYw2g3Y652re7hYOqMM5xGNpbG/tY5vB2c8+vUEdGlK8R3Bnl+IBRkaH3No+ONRP3AgyacOf/NMf4n/8H/8Ys9PDOOA5M5/q43kjj93tIh49eOJsV6uV0WpXsLdfxdTMDMw3lCo1BuvX8eDhErZ2ilzXN1gfxyEDu1pndTZq8wzU6bS5T1QRoxK2d/YQo0/K/yMsLywscl7ss72ORDINnzo8cXLarS/Sk+b38NAY9Edt8vkGz350JMqUQy47DN9L0E5t5gdQpM9Vyg00aG/fCzA5MYXXXnsVuXwWkUiEa0ib54syg9FL+OyTzzAwOIDR0dHj8XUuLPHya3lpmfrbRj6f5zqVADod5Psz6HgtF8Q+e34WM7MjqFcLqFV20KjtwmsdwNqH6PAs6jEg2mnWufZ24MHQ4btjm2dAM5/3hB6B7uMZPOrQ55ncjHkYIgaexWpoNYtA6xAxv05ZDtBslNFsVdmvjbaYFL5HyubB83yChzbPFmYefD/iZPW5HwjCdjNj/w50BhcNpSFo3RPUOHfD90DhdCg3jh6P4+n+SHXKB+RbcyHBtV6p9GtmaLc7VFd3nAbvcERXoHy1WqHvVhCWVddsNiEQL23KJvriW/RDUFljaowwb2YwM7f2q63NcdvsL3ZFt1wu02dKzt5V3rtINoHaNJbwBGYG9ReYdWl65jnaLDlZxJOABf50KGO7C62206f4F12NI/0pfSZj/Ug+ydlgvxZpd+D7pG4d0uuWjXnIbwScL6C1wKdNG2hsAYvsq35dUFn1kvt5UNvzwNE4Hn+TpvClB/feonckgupELwS1C8J60VObdBVEA0SDqNN/NBqF7/lf4U04vu9DqcDM1N2BaCijNIRwDJXDvHDMzNEQLTz39OJqDIHwelPhfB2IVHccapr66MVRvSCsU74XVK/+ZnYss8rSlUD+oFTg+tGeYR/hmXX7iU8zczZRvUB4AvWTC5h5EF4vsDfMTOhfAfULIcQXgmgJxI940zwI/VNltXX7dXWhsnAFalebmTk+zLqp6EvXZh7MjIDfe9QvBDUq35uaGYvGvl0QTbNung3HP+JHfXvhuLEno3YVhS/elQrCerU9D2oTtI/WjzbXEJX/EJ7avg6E//v1R+vEfyVN0RPdXlDdM+ht+WrezCB9Csye6VR9wUf1sp9SgZmxtmv/EMdV8Nd/qUyUv9WP6PxNICJqVxqCygKVlco+8sleCG2tdoFwhdcLqhOY2bG/mRnX42c26sUXna8rq/55EF2B6pVKn71g1h1TbYIQT/nnwcyer4LxrAACV26ewVpocM/U/NU8rvEMq7z0EfIrfaiseoH2JtWp3RG37hitZsvtX2Gb2nvzKovXMFVe8HxZdQK3V3GAjuC5NVXtvRDS6E2VF4gH4Sr/danqjoHz9jj/3JhkAx2190BbMvM9tsk7ff0Bf5v7HtjPYNzDuNbCY7Fz7BfSo/hpcQ6Dj+aMzjy5XM7dI4yMjED5JN9rtQ/K7mYG4elclMlkoPsa3Tn09fVB5Vg0Ds/jWZBntjZ5a/F82GHezGd9hODDzCMPHehuq8p3Ut077vDde4fvZ7r30TlDdm2LLykcIH7bnTWcX/AsJ57N8+ARjP5jRikJ0pf6Obkov/BUVr2ApGBm8Ll/R4IIdA7T2cszz9ULR/jHwHOQy3c6TndqPwZuYsf5r2s/qsPf8HgioAEU6RbToVGUql4gnJCGmbnDiQwlCIIopAThSWmaFFJSlQdDgeiIrmjUOaEKvCApFAruxU0vBGpT/ygPOjKqFKJySE80zZ4pV3Qc9ApPQwm/w8MAUR0/UqpeKtMMkIYQZ7DHzNxBWWP3XvqLT/Grw61AedWJrmQ3M3f4F91YLOpeXvTyJ17N7HjMGF9ipRc5rcYL5aEEzsDSjZxMTqfxlX7F4QBHS/1CnXRoSPGivtKHeJLeBNK3QDR0cRnSE77wzMw5m2iJpywv7wXKi784L3piBF3CqC4EjW9mx05H5h0djRnyES5yGkc8CsJ28SFQnXQEPkoFoq1xpCfpS6AJIbqSQ/LIBgLlzYzDGynALaoGcxNHdGRbvUxqARBN0Vcf0ZIOVFZH5aU78aOxNKZsqTbxLNBcV5vqhBeCGUckqF50xZcC07q40IXTxsYGX6r3oTb10ZiiLVrS9QCDMuJT/Kq9ykUn5EU0VWdmynJRavAyucj5cehe5tTHzJzc0rPn+VyMuBgQ2+Pio/kn20YigbOPz4VFIHnl4+KJqK5NqWgIzMz5s5m5NulOetSCKtBiKjz5lOZrjTyLpnjVuBoDfBpc7GUzjaPxJJfaxVMIDpfjqH+tXncvjsIXrmyl/lWuF5Kq648xXkKk3IIuvmSrGC/HpEst9tKn8tKN+CEbzh80nvKirbF8vrCrLFCb/E19VBaoTvRVL57VTz4bymFmEE44zyWH9KJNSXTMDJpDymuzkwwC+ZLoizfJCOJJBi/i8YBRxyEvi8qVEvzARzaXQTKdgPmAgqZttNBsNXgZt4b5hXlorehwfZOeIrxoEV2NIZCMGku8i0/ZS7zLZpKjwgCZ2o/5YGef/sEE6iveBMKRT2sM2afJYFtIa3t72/mkxlZfySp9pLgpm5nzeelN+GYG6TPHDVypZDbrrrfiQTyKjvLCD1Pxo3rJIV7Em+qU15iipzHVrj5m5tZIM6Nqu6B6ySJQf0Hr6DAn2aQvySf9CMzM+Zj4TGfS3ctOruvSnQB8Wtx8RUfyraysQHM+pLHFS1CicC623X4SYYDK9yLOH8Sn5Iv4EfpPHP5Rm2cRGHwkYkleXBn2eFm7s1dAkRcqhcNDHOjTbjq0EEuffDPO6SjX5hgPNU0GVawN99Ad4Hk+ImxPJlNuTN+PIJvNIcZ5wu0CUfZJ0kZad3RQaTH4omBrgZeZXNQRY98mL60PCrs4JPgMrHqEFvfoXQbmIjzUpBL019o+cmkP8WgL+VwUqbhhZmoIs4R0ooNkvIVMEujLRkhnhRd1+wi8IngviIE+HyNDUdYVUK+sI5Wow8M+okEJjKFiIL2Ew4Mtd9mXIK14rMV1rgizMrJpMIjkMyAR8MLwMT797OdoMZCajnnY21xgQLaBgJd4u9vLpNfE3t46AxarvOwsc32p4ss7dziHdnBwWEecwZ5kKs22ChRcTGdTvKAcxtTMCcJJXLtxC//3/8e/wv/yv/xf8Gd/9u9RYHBgemYSo6PD0Cf3TjBIMzw8RFoFRGNGG9Tx61//kuNtE2cUrWYHnvm8+N9AjPZKpTIYH5vA+PgEMpkcL19TXMubiPNydnV1g/OphSCIA/Cgy/z5+QUGGXadP8Z5RkkmE5ienqQch7zIvoP7DAY8enQPEww4ZqmYIQYJ8v15/PqDX+Hnv/wpgqhH/AkG/qYoVx5jY0O4d/82vAjHIb/mN/hyU8c6AxFVBnk3GMjwIwleyh/gT//0L3D3zhx9exfRRAbtjs8g5RPs0k8WeFnbMQ/5vgEsLK1w3aL+GPDowDA6MkGe97C0tIqNjU0cMEgsOSYnpnHm9Dnk833kv4z+/gGsM8iQ5Zrw/R/8COfOn0Oa821nbx+PHq1DXxOcYfngsIAnTx9DAc8W17/pqUn0MeiqT0GNj4zRDwYZXO2jDkaRZrCgymC278WQTKScXVPpOCJ+Cz7XN60bHQa9y0WgXDQU9otY31hBrVHEu++9w8DwadrnJB4/XGRAbBU725sMluVw9swURocyuHLpFH03Qz+foJxDDDoMc52jX3HNnl946vi4cuUi3njzDUxOjrPvCD788EPqs+BsenBQxJP5R7jy6klMTOcwMpZGPNHGxOQQ7TTOl5Y8Ax8r+MXPf4611SUsLj3habaO7//gMr73vTc53iDKlTJi8iX67vXrX+LXv/yIsiXQqHcYyFvjXOjQ37bx+PE84vEk3njjG8iko5Rli4GMM3j/W6/jhasXEY0GnD+bmGVgIZPOcup3GBxbpD82sL6+RZoBxxvGwnwBP/urG85nJyYmcer0GeRz/Xj5pZcYsHnMAEAbgZ9lkPa3WFndxdbmPmEHn3z8KT748GPcfzyHZF8en9y6gdW9bVTbTcTox1t8sWpTK/oDgnQqQxt58D3ahWtdJp3D8soGdbXG4N5dzuMUL5aLiAQdvP7mZbArXwCznD8ZBPTX4cFxyt/muNtQQM2sxbNSAXUGcF574yXqdRD37z0GOhHqfJJ6SfFcdoBqpYp8No+x0Qn6Y55z+hTOXZiCH/EYAK3i6ZMl6nEBCnAATej/A00l89CnStOpPLa2tnGLwf12p0r/eR2vvHIR2Vyefmf44sYD9l+HH2RRqxp2dsqo1wyFvToDPIv44uZ9zM+vkicPGwz2e17AvbeD218ywJ6MI0lfrtdbePxoi77a4ro3yMCSz/lUwsNHD7G6Mo/LF6fw9lvn8frrV4gf4MHDOwz6foqPP/otxkcHKXca2zsLMKtjeCSPU6em6CMPKG+cvgqCh929ZXh+nWmVPtFEX98g9AnJbQa07nCtrNfL+OY77+LCxatck1q0dQYLTzc4vzegfarDveGll19AknuK9sfBoSEEPI8oGL++ssSg4BrlPkA6GWU9cOrkFCYnRnDu3GnoHDI0MoQo1zYLolhbK2BxcRvXqZvrt++hoT2PUKvWkYpmMd4/hg5teubULE6dOI18Zph0Rygv1zQvy3UthUYzxnUkh5nZM9TFZ3jlxTN4990rOHFyHJs765g+MYtkZgCxWBaz07NolMqkHaHvtdBs17C6vY5Dyjz/5Ak2Nxa5vgCpZA0Xz59EKp7E1vo2Vrnm6eth4+kBrKztYiA3hCGuSQkLcHLqJIIggRTHWF9f5howgKGRSTxdKGBtq875m0Sp3CatBObu38Tu/goiQZ3jJOExuDj34B7mHjzAyZNnEeFerbU3TfovvPISbtz5HPrDhKnZU7hz9wkvQ6aRTPXhzPlL9M01GM8QFy6dZzD++8hk8lhd3cTOdgFtHgzOnj2NeCLAhUtn6OeX8ArXoEkGH0dH+7GwOIf//Jd/CfPamJ6ZIs04/eyQcsQwN8e1t17Dw4f3uQ4/pI894LgDmJqcwPDwIPTHPgP9w7hyJ3L54wAAEABJREFU+QJtt4Qvv7yNWMLnvLmHL764iRdfOoOxsQHO3wLq9SJtfoDX33gF/QN56iiBXD6DJ0/mOWfqXIM87jd7OHvuEvYLReSy/dD/Obq7U+CeMIe+fB4K6I+PjyLCOer5HerqJuE6RgbiGOyLod2sci0ou/TCuRn8k3/6Y1y9coJrxjauvnAV/Qoq0mdPnpzFq6+/hDt35rC8Qpuu78KzOCJBEnQ5rKyuUYbHXH873Ecj9JcY95Q0gkiUtPZw5epV1seQSKY4fzxEdEY82GffFvTp1Fw+BzCwpHNnnfrLZjP0hRHk+/I8v/Rzz0/i7NkL0B+sVCsN6m7VlXk3RBn3ofT+vUdYW1nFNoPXbe59I7z42uaa84Q26e/v5zyaIF6L87KMBi/YDBF4XoT+mkaKAegIA+0V7hcdvjs0mhV4fptrr0e+2edgHffufcxA5zbK+4vw2rvwWzuwdhmZpMdAaIve1ECLc6HDNbvVanGMFlo80xhbIlxj0apxPlYQeC3EA7BvjamHHPfcZMwn/iHX7iZ8rj98peH6Vuf8bKBJWm0u/tY2jmswrssw2g4BGq02oYkG50Kj0yDnLdoA4F0dQA/voAM95hl87umCKO+I4lxDBEEQuHrw0dm/zYEE4h/sr7zO6hW+A+m8r7sWvQeorovTged5XAujzuaxWMylohvmlWpMQYRrnXhQH/DRmDVeBFb53qq0TtuLdpPvHPIFQVgWrsZUyq786coWjqX3T8mk8YJoBKoXRI7G1LjUDOcNf3eoGd5zST6NJbpKQ1BZ1M0MZs9AfIu+ZFEagsYw6kFjCMfMnF7Eq6PF8TSW8hpDqcod6rtDPrrQgtFOsp2gTdu12CYgt1Cd2jWOUvDpkK5AtJ6HDiem2gRE7f5IKObMDOJTgJ5HuCH0VKNNP2u2mhDfAtlF4wnHzKhTcRjq9WgQNoa0zMyNZ9bVpcYVmBn0CE/0ekH1Iag9BOGEOhQvKitVe4j/fPqsjXwe6Ux1ghBX+a8D0Ve90jZ12nY2eyajmR37iGgZf3lgO20HQlvzNwT2VX+BaBLV/ZhRh66tRR23ofYQyLHDCX+p31eAY6msdjNzevboR6Evgk/YzuxXfszM8S5bCNTHzI5xQh6k36/CMx5F+3kI+ykN257P95bDAc3M8R/2CVPhCsIy+JjZV3g3M9fXjLp8zsa9/cCHKFCdaH5VLum/5fSvdgHR/6t+/mv6qk8vfHVgesJzcon/EMJ+YR+zrn5UbrfbTqZeXNUfA931OM+MaDE5/umWf3981QuOEZlR+Xlg9R/8+TrcsM6sK4PZszQkFOJIprAuTNWmvNIQYIDHPd6B78EEnCcw+gvn0PP46ifaSim5mh2YGbuYy6tNOALlBa6h55fncSz26ak6zgo/BFV2tF4QlOcg0Frvk2c/iCDCd9AgGkWEe7bHOmcysWHm/F57kPYlgfa9cC6bEYnIdB2uLR36ARxAGwo8AGx3oHq1t93cQM/TUeejsvJfB2r+unrVhW1mGgsw66bgY/YsL9znQbp1QB7U5vJurezyqboQSM7x3qYOv25etxhcdXuHO1800eAdrfayENQnpK82nT107tG7mu5w19bWeObeRKFQ4Bm9xDM6z2hHf0Smc1GB9eu8pxHeFu821U9fSSz64lG+IDuFtlFd2+0pNBCMZ7EIz1Ixvo/k+N4wxHfSEeRyeSR5bg6CKO3sw+hPXToBdN7R2TXJ82sQDdjuORB94ZgZzAx62kc6k4wCpwfuS+JNZy+d8SSDUsmtWKb4U18zO6aj80i9UT+WXXREW7hhqvzzIDohPN/WW/akcMcIL6dcysOnGBRxQS+yWZexDviPilSbhJNQEkIHS4H6qy5sU1m0lfb2UVn1AuUlHP3OKVWTSgc+KV15QYQT0fOpdN9oPA++e9Ey4gOeD6gc4Wk+Gou4spQqB4hyIsd4WPZ9Hx4NqlR1SV4MiL7yqg95E98C8SM5JFsI4rPKwJIMV+VBWnyFNMyMk767qYW0pF/9lbdAeelUPIkHperbC+JFbWF/jS88HbjVBj5ySiZuLLULxG94oFfezITyFdDYahOIftgYiQRdh2MXM6NufUR4kJds0osZ66g38Smd5fN5ZBmUjSfi7uAvfgXiT3oWKK+6cCz1TTOwrVR86C8XNIFDHQpfY4ov9RFILrVL9+AjXkSTWcej2kNQP/ErPYlH8SA8taufaKuv8iHIvqIvuygVrg7eGk8gWwtHIFoC0RBt6WBsbIwLxyAkl+pDnutHi5ToiU6VL11KYXB8mxlfQBu8cKi4iS19SH7pRjIorzHMDMVSyeGJtpnRf4065wZF+8QYOJG86if5zNTuOduprD7Si0BjgI/qRVs6EE/CUZt4lR60iArk32YG0RdEgoDjdhc9M4OZOVlER2Bmblzw0XgCM3M40o2ZkXfPvfxrEcXRI15UlsyeeW4MySOa6ifexJfmz8HBAS9jqpA9BHrpUrvyIahs1uVFi7SZQY9Zty6kKbnDPrKz5Bee9C+ehKc6/ZW5NhnhiCfRl27kLwK9pCv4CA7j+UZ5DebxRd0HU6BaK2P/YM8FcZq8KNFGp7/S12V5hRcghwyidWk03WYqnjSueNBFiny5yY1DfGm8Ctdn2VD6Eq7qhC8aApVlV4F4lZyqUz/JIFyB+oKPZBJoPJ/ro/CkZ9lPdbK9QHTURyB6sonywhEv4kl0SBJmRj348D3f5SVDIp5wlxXCM+MhkAu9aKqPz3Fx9Ghc1Yu28pJbcqhZfMhX5Iuio7LGFp7kFagc/jFAiuuN+NP4mUzG+Z76hKB+rWadF0HkkxdiqWQMJ0/MYGRkGPLBFC+6xZvG0nzv6+tzPi6aaleb+DczNFvcpBtVN59FV/wGvJCLBlGQNErFMnQ4ccBAgv6fgGKxxCBXB8VKDeVqA34QQ8DgkC7X2x2Pugt4+CnyUrYK3yLwzAdYX6nU0Wl7BEOLl14dXlZpvAjXBKWhbTweuMvloltDqtyzkqksUjzc+NR3g7yODPXxQizGy8kU1zAfyXiHl9Y+picHUavsuXIuA5QP1+GhiIBBzkS0wbZtRJhv1fawu7WAve0FXvrfx87WU2xtPMHi/Je8fNuFtfd5Yb+M/T1e4lkRXueQl6ZfYPEpYeE2UqkW1xfjOEYbtHhQLrNPGeurT3lBPEd4jOs3fsf0CS8lgU8+/QTrG9soVRiYTObAXgxgtDE6PMlLE599I+y7jY2NLaQZxLx46SoUGLn/4CFu375FXdfgcW4+mnuAJ0/nqJdDlEqHqHIff/nlq/gf/od/iNdeew0VBl+0PwXRKGZneBHP9Xx8Yhwv86J7f38Pxsvo1157Bb4XMAh0g5fJt3kJ/ZgBtY/dpbTmV41BS33KqVKuMsjQhC6KAwZQK+UaIn7U9c1m8nj11ddgFnE8xHhTeXBYwPjEIJLpCNqdMv7eT76HVxm8eeGFcygVtzH3+A4K+9sYHR/G+Yvn8PKrV3H+/GnMzE7Cj3Qwv/iEl+4n8N7733R1p8+cRCTq8yJ2n7K9Tv9sYe7RU+zsHNBVovjJT36Ik6fOoVH3GFhqYmJihoGQsyiTT8mQSmeQY1BtYGCYQak6xHN/3xA++OBDXhYP4NKlK5g9cRKeH6HOs3j69Cn6eAGcyWZ5mRtFobBHOdq4f/8+4R40l7e2Nlm/jVdfv4S/+0d/jJ/+9GMGsT8gjRgDmNMYZTC4znmpr4w9d+ESfNKePTWJRrvE+dHGqTMzxDXEogkG+cqUo0MeM7xEv4wf/vB9fPd77zOonMPWzjaDGw9x7fp1DA4NoK8vz2DSNgMJk2g2a6hUy1hbXaH+DdeufY6Fx/cQ85q4euk0+vNxJBks6HBed9oN5Pty7FMn3wV8+NEHOHPmNPsBWlMPuYZH6Sv646rbt7/ExvoWpmdnUCxvY5KBjMNSAeXKIS/0b7EP9wa+f0TMg+952Kc/5fNp+vgSMpkE8gwC5PsymGSQNojE+AK0jZnpWcAC6vwTPJ1fRrPVwfkLl6FPXpEa7R7FIgM/vp/gXlNEnGuIWQd9A3nIpxQMWVtfc5/q6xsYIs913PnyAdbWNjn/0k6H7733MjqdGhQUjnMdTDCQm+OaOTQ4jLe/+S7S2QHc4aV/i+f+82cvolIuQwHyKteVOoMWfcNDaPPcncjn8Pmtm7j96AGWNzeQZvBpf7+K97/9LQwzSCD8JQbptc/sFwrYYzAlnx0GOnH89C9/hWqtQhkfYGQ0iz/+48sMZlzC+toGAxsH+NWvPqR/LXFOr+OVV16G5wNDDPRsbq7Rr8t49PgBgx5ZJOIZlhvY2jrA4OAQ7VzDrVtf4vr1m9T3Psv7OHf+DH2hgF/95iMGNp9yzae9ijWMj48hwXPt+PgUxsbHabcims0Kx8nzBTGPF1+8iKtXLzC9QBqnEU9m8eWdBa4JGfKTwO7uIdfLGqIM9G+v17C70eD6WEe53II+oXb27AsMBH9BPX9O+ATf++G3cfb8WZw6PQXPElwrPAR+Bnu7B1zzksjlaJ+DFcRidcwv3sNF+mYqFcdbb73OF9UEOgyA6GtuJ6eGceHiLJ5wbXvKAKH+ACTi++APDg523Xz4x//kH+B//p//O5zgHpennRSIjzKQl6S9P/r4d/j002sMEK1Cn65cWlmDH0SpgzHn65GoIZtNYGJylHYcxvbWLgPAC6gyYLi2sotoJMFA9n0X2ExyHWsx2LW8vIA7d+5Rfw1EozGuaTkclqq4dfsx7VCiHq9QL2VEIlHsFw4Rpc89fPAIt764hSDw6BNN+NZ2a9fDh4+5Zs9z3drG2XPnsL9/gMNinXMmA52/9UnLbCZLWgH2CyWsLK9jeXGV7XmuO4/oF0lorc/lkrh8+QzXzfPI5ZMMOF6h7fsxNjYKzfHdwg5anRZmGcRNJHKcMwdYXy9w3peRYUBzY7XIIPMi19A5HOwf4v/4d/8BrXab/vAi57aH7b099A/0udT3Axg8TE9NI5OOQ3rRV0zv7xdxYvakC14vLC7h3MVLuHv/Mf7X//UvMTQyjUiQwvDwCNeEAzyc28T6RgU3rj/Cv/s3P8fhQYl+Bpw5N8s+X5KvA7z04itIZVLI9WVw8/ZN7Oxtct4ZookyotEa9+BtDA0P4Nvfe5dyzyCd6dBu28jnYogGbfKbx0D/EG7evIeJidNoNKKYPT2JRDoFL5Lh/CtR7yVkOZcvXr6ITDaDVDrLOVZjvzzeff8NTM9M4vNr1+BHopy7Y+jnWSmTTXGsDBRE3ds7xINHT6jrCVy6fJV8JZyN5EfDI2OcWyM4PCyyPopoLKC/R0nLEOc7Tql4iPPnTuCFq2fJbxNvcN8Y6E8xQLiPRKJGPV5Co76BN7/xItf/bzvf0RxJpGOoNirwPB+Xrr5IO0UpR5HnhzoU2Gy3jbw9RYoXOkNDQ/SBMYfr+R5xWxjnnq958ujRQ8qeJU8x7O3tIpGKU5+DSKayKPFcJ5ykK+EAABAASURBVN2WyvvYLWyQP6Mch1heWifuIYOoO/j4409curGx6c4Bvh9DnntqOpXn+r7H9aiOIa5TyVSa62qNctXpH7MYp08ODg5gceEp5atiZ3sPWhd0zlVwNrzfmJychM4stVoVPASRXonz6gCF/U2m2+jLBQhQxP7uAtZ47lqd/wJrS3extnwXBdZtrD/iuc/ge3XHP+j/Ee651fIBqodbiEdaiPl1tBuHQKeIWnWPaxyDs8UdbG8u46Cwip3NJzyDHbJ/B9ZpI6DvR7wAZkbo8MaoiTaDpr7XQCTSJniECMf0CREAxoBqm3onsH8H4LG548r6f17rvDysUL5iuUT7laE6eIZOR5gdl5oZ7efBzBAE8qEY/Sd+DFHu0Z7nQY/6SY9Vnv20FykNocy9rcz7MNXXjt7dW3wHUx+B+puZGyMSiTg5giDqxlFZYwuUD8dTf0FHsollElFZ0OQFqUDnxtZRPiw3efZUXmJ22m0nJ2BOTtHXOALf9xEC+LSJKxB9QZjXGJJbcgnUFo7p8pRTKUm4McR/CKoTdMiM6B2nqiSYde1xXE+8I1Fpe9qIXtBWnXVtS2mgC87u3Tgr+SN8YQpP66p4ET2BxlRZ+lCqOg57zKcZCbBC9SHPZl2eWA0zc7hmz/BEU3pFz6P+YVHtAtUp1bjSoVKVBWoThH2UV71AedWbmRtbfJmZ4wV8qA5n0xCPVV/5Uf3XgZDMunTMvj7tHcvjXDF7pgv1/0NgbBCwi6aYA58VgggrlQqYZZtRFhCM8sGlZgY94lvp86B6AegPSqWnZ9CBdCtQmyBsU10I3Tp6ChUoHIHG0dBqU1mp6gRmRv48B2bm+MTXPFGuEeF8kv5CFNETmJmrUl6gMQQhX6qjQR1O7y/Vd3h2DvHkwyGors0ztOiE4PB7ZKOkUJtwBcqHOBrHzI5lCuuV9raZmYp/K1Df/xL8IUJ/237CE40wVd7MnBy9ulf9HwT7/RbR6wXga5DQfb6K163r/d3brnzYpnwIYZ1sIlC90rA+TM0MZl+FsE2pWbdN+V4QrdBXmkfrs9ZH+QQJgpMQHmMjfsD9lKC8+R5MExTWS8rlzb5aF/KrcUII65Q+DyGOUrUpbbt9reN81JW5/4R+qrLyOq8I3yNvIA8dzn+t/9rLq/UatL8r1R2p1v4O54tkiHAv752X2iNEs812AaB57cPzKD/PHWY+zDwYAdCah699xIugTV6/FuGo0sxg1gOeaPeUj9q8o3qAK1vv3CV9jeHgqN7lj+rFw9FQIFWY8TdB9HrBzByaR7uGe71SnQMEygt0dtMaFmPMK5FIIJ1O8+6jD/l83p114/H4V84uwhOO7pt1Du7j2V1/pC4aGlC+pzNDlecvnRnC/U98C2RbtZd5bioUCjzT8p2Fgdnd3T0UecdZq9X5Dtjiut4mdFy+xvuxMu/GisUicYo8v1ag85foiJ7oSnbJJX7FY+gDqpOc4k9tScbxdIaXrMJRm5k5PXpMQzpqS/KsH+KKpmipXWDW7WNmUDkE8Om1l/Lij9Vf+fHEuGokhJQhZYV1IqZOUqYEleAKtOzxhXH/YN8pQIpVu/oIVBYtgeo1sOqVF0hQKUCCKU++ufe0OQlbLtUlkHmAH/EQRH3E+GIe4Yt197K6hkajhhYP1i1eIrTcX5w10WTaO65k6I7fIE1NPbhHsgjMDJItBPo3x28TFxBfMorv+yx3IJ5bXMDUT/hSvkDtKoep2jWm9KRDuFKVVS980RXE6OCh/HIGM4PoC1f9ZAOl6i85BKqTzg8YTCoxuKbDr8YVXdFQKroxXkYoL2hzoRF/yguEb2ZOzmajST02HGhcfcWj6G9tbkGpxjYzN+FEPwTxL8cVrZC2xpW+VB/KpfEkt3QnuyhvZtDT5gKidgVj1Ud0xIN0ILxe2sLTmAKNIRAvwhXdZDIhks4PpRtdako/0p98VWWlwhVdIUufahdoXIHaw7HNPGd34Wtc8RfKIVyNHcqg+larTXzAPB++H8CPRKHLoQgDI8p34MH4T3SiQRRdfR294NEXgiCAHtESjtoFZl1baTEQTpyXCmoXr77nQbqL8uDn00/NjDx0nK+qXfyJpnDUV2XxTSSYGURH/dRfY6mMo0f1smNvX8nd5mHPzOMFSt1dFkjf0rX0pv4aQ2NLv/KfUL+qF6hedISrMY6Gc/oIfUF46ivasp1SjaG+4l860hiSQ3xHY1HXP+RXi6RAcomW+mlM9VGqsvKipVR1ygvXzCC+RDfDS+SQJ/lYKpXkXPA5d5qo6f+NZFA0GosgwUvICNemBi/+C7wUL5WKqHLDEV1Bk+uULjTltxoDfGQPleXbkkcgHapdefULeZIONffNjD3h1gkzo/gdlxct2Un91Uc0xbdAOpCuVSdQWfgipDFEu8l1LRxT46tNG642VPU1M7ceir7KAo0j3UlX0rv6iJZAbbKf5pzGANnWmMI1r8u3aAnUT/TEm3DEh+wjGmpXKlC9UjNz61WJ61+dFxzit15vQDRyuRzy/XkY50K1XuehrMYLxT1sMGjToA3avJYR7a2tLegTAA1u7mVu8iUGQTpcj/QXuFUGVkq0n4IbSuV/+tS5/r+7OmlKBvES8qayeFBZ9cqrTvzEOK8lX4drQ6Pa4OWS8SI1ib58H1cDD/oaTq3hfbk8Al7G5PJZ5Pr74HO/a9AmbfNgkQD1Zgsdo96oyIDlKoOu6mfW1YXGki00tvS4u7uLrv4P0P26uybKlSIv53TJ1kGBga0W98oKL8nQriAR7SCfjyDBi/qoz8vSdBueFbiObHN9afISfgXFg1VUSusuSLq7s8DLwzX4VkE0UmdgzUeHAS7Pq+DwYA3RgBdlvJBrVgvY2lzAPi/ZVpceoXi4icCv8aL+IfZ2RHMTu9tLqPCiLp/uIEdI+A20qyWgUUeLAZrtjS0kqMeZqSn0Uzd9/YO8eDEclJvwYinsMyCd6x9Ari/PgEOOB8YErdxCs1XlBWsUOztb0NepDgxm8f5734D+r7wq6S8vP6XMOfbJ8EK1TLwdjI6OIE/bPJ57zOFbWF/fxs3rX+Lf//s/YxD2Pi/C+2C0yTqDT23uq7Lv9vYOdKF/+vRZTE9P4/Tp03jxxRdRLpXdRfjZs2ehebTCoMT29jZ293ags80IA0qAh8PDEhYWlhlcXsAW/VT83rx5HQ8e3EUsYbzI7eMl8asMNq3ixMlRZDIRjjOCUrnAy+w0Ar409Q8MQv9H4OOnj/DZtU/x2w8+wObWBja5j2/S1437xCYDWtlMDirfu/+Iespzv2wwyHGftOoMBD3EvftP4PlxzD1ZxMNH8zgsVmmzMnTRv7W5TbutIOJHEY0mHM9bmztcKwOUq/SDaBJLC1uolDvgPSB2Gbgp8JK1wUBwri+BpwzuHjKg3+RcSHK9rjfKtFka77z7Dk6dOctA1n2Y76OwX6FMSeTyORzwbDnFC+IOdV2t1BHjuMlkChuU5QsGWhaWFjE7O4vJiSkEkTj9MM/g4yTX5hrmF59ieXUel6+ewXe+8zrpxZBOxbBf2Kctb2FpaR7TM+PuE3MKxPXRt0ZHR5HnGhJjYCGdNCTjQCoZYRrgzTdeo49sIUJ9x2IxBnQbOHP2FD7//FPaJA2tq6urq8jn83jppZeo3zQeM5ilr4deWVlGpVLBOINyqWSWfjHOAMIaEvEUzpw5w7laYTCiD5NTE2gw+PTZ59epwypp+uRzERX66+3bt3kRv418vp9rPihrH18+KpBf1WtN0qhibu4JFMgdHM5haXmN8q/QtmXap4rHC0vYoezjk1PY4svN0/lFypanL0aRSdOvec2+ubGNbDbPcWMM8D3Ap598hmJpD3fv3cAh05/+1V/gk88+cTzJjvlcChcYwNdX8Fa4Ftd44ZvO57HHF6PPvvgC28UDjM9Mo8K5fPHKRQwO9bs1zzOuawa8/tqrDEb04/U3X8E3334NkajPObBDHjLI0FcPSUfB93Q2zXmax9lzF7G9tcfA0oKb4++9/xby5GH+6Rx2dzcZxNjGJgPnV69exsz0KP1kBfr63IH+NOmlMDIyyOBPAiurSwxQrdK/KqjUOlhZ28V7+j9fZ07hgw9vQP9H5/37D+grkv0OzOtgbGKUPpRhoGUYB9zjHz54wLl7CH2irV5vkfaYm+f6o7eOwY3n+x7XxQ7zca7hZdouhhMnpugHk5h/uoadrTIq5YB0PPyrP/13DC7e5LmqjM+v3YbnG4PcKygySKO/El5eXgE3EOg9KMEg75df3oECJ+MTk4gGccpSZJD9d9jcWMf58+dw4eI5Bg8f4+OPvuBYqwzqbBOnzAD0Mn75y7/GJ598hH/0j/6h89PvfOdbiMejOH/hHPL5DE6dOo3CQREJBnXuSQ8MYsVTcaSzCfhBh+vELeqkTn7q0B8izM+vYGVpF/35CYB+dPLkSUxNDeAbb12lr5bQ35dFMhWF9qZHjxdQb7Q43+8x6FLl+uGhzv377JlzOGAQLQhiGB0RHZ9r6Vl4XguXr5yl/ROs7+Ocm8bli2dxyHeg/r5+rt1NrtV12uQQZb7EF7meJrlG6I9VDg8qrK/SLmP4za8+gILxq6sr9LF1wgoDywn86Efv4Ac/fJt9KzwrlPHTv/pr/PyXv0I8ncA+zwW//u1HXDNL1GuZgcz7+O53/i59uIQLF05xztUpA/fOvj7af5i2qjCIfB3D9LNvvv0KXn31AvRqsrS0wH24jVUGmyulKgo7OyxX8dY3XkYqk8DQyDCuvPAiHnD+zp48i4BnyYWFDSzMb2J25jx+85tPqd9N+F4ctUqbOm1z7BbtX0ODlxFV7pMHDK5+efcuStwP+/KD9LEZroPCqWB/fxdJLmbF0gE21zcYONvE1PQYaVXBBQBjo2P0qwTn1i7713Du7GU8uL9An9nivC/S7/u49hS5J6zgdx/ewW9/ew33H8xhZHSK8+w0krE8trb3UeQa/buPP+Nas4fFpR18ceshPD/KPeYubtKnK2UPo2PnMDl9gftDGY+ePIbOZul0huvfIA643he5R+jcms8N8KxxiO3NfdLPkP8E5EM3b96i7mqo8ZwW5zr9nW9dwdUrU3jh6gyD+J9yHViEvvZd++e16zcRiwXUVYVzaY32pCxZrpu0QTye4TmMYxaLKFeoBwD6tOfS0hI6vAhIynBmKFVKqNUquHv3Dv0/hcJBAT7XqTLPUw8e3KMtgCRp1bn+6Y85MtkAb7z5Es9rTcpzSP8w7BeKiEYj0Kdsz507y5HYhz762998xPV7A5VyHc16B/VKE/fvPESj2kTEi/A9o819oIGBoX76ewEbm6soFAqUKU5e26jwHJhMJukvAWWscY5kaPdRZHMZ7uFPuN4XsH9Q4PnJR5SB0Hi0hVb9kDO0Cn2bSCyoI5WoYX31PlaX7qBR2+Le+FvKv4+IX0UQaTJfweriA8zdvY7djXnX1+eevr+9jFpxC43KLtMd+J1ePR8UAAAQAElEQVQakqSXSTbhsb1ZLSLguumjA93TNLkHKIjaQQOt9j6ajV3UG/vUTxUtnkW5oMPTP/Ph8bzi+R4C7rVBECDg2dilzMd5AZhIJLhexaE6M4PsBT46k+kMrrOwQPk6x63z3N6FBmosNzie1mh4XKjZP8rziEC0BTHu70q748Rouygi5MH3u7xxKPejcdt8b2jxrK6xNKbeLyrc6zWeyqoXTghm5uQzo7SUUzRDCMdQ2djmEXD06AwUjqNxBSprnCoDwQLlNY7aQL130y4BM4NZF1Qj2gKNKT0qH4KZQXmzrm41jkC0Beh5zMyVzAxtzhu1C7pjd1yb8l1oH9nqq/UhvlKBaxVZ0jTayIHvAczLbr1AiqBgx+D16Ey0Qgj57/LhRkD4mBm6OjfHXy9OmA/pqGxm0Djqo9TMyEIXYNQ89YC/5SN6AvZCOIbSbl2XiPK9oNre8vN5tQtEJ4Svw3m+7uvLovQMQnqhPlXucA50eC/kZOdEbjOg0u60OM+bUCpo8q6kxXnXIl6H7YKQaof6EqgcpsqbGczM6TrUM46eNsc8yjLpOLsxc/xDksd5ZYQfQovzNcxrvBCEF4LmsOaU5rDww3qlz+Obdfk0M8crjh55WYjbm3pHeGbP+h11oRzAMW+UsbefwxFRZnrrxV8vqM3MiNX9UVk0e3G0LoUQ1gtHIPywTqnqBB2+h6lN0KXc/a3yfy2IgtlXeXW0jsZy49KYqhNuCF9XVl0IIV5vGrYp7a3vzavtvwTCD3GUF6gsXgXKC1QvUL4XhNMLahPeHwIz6ucIzMzNCbNuGvYRjQ7nlewln9VeIHA2lr+r7QianIMKXgq0fsqlQjAjXc+cH/fOOfHbObKD8oKwrFRlAWei4099QzAz9D7CD0H1Zub6mJkb18ygp83xmkdrhpOLd3j1I5AM2g8834eRX7CL1hZ9pbDu+rQP1xiY1ZmuxTsHEMGMewiOoOO5uRbyEaZOBo6rMp57VCc+hONS6lV1ITyH/jcXj8YI+yoVzRA0hupCEDEzg5nBoxzGfa5rM/0GH2qeNNVPNJSGIBrKyy/0jqS1TXnhsaOjaWbK8izW4nm3BuFp/WtR/3rv9Bmkj/EdMc53z2QiCZ07BdGj2ENoa+2JOjfpDD8wMMB3ryHoTkS44TnDrDuWmUGyqE945hKOyuDTon7lv7KleCnxzldp6NeSSTiSRfXiWTiVcoXn4SpCPOE0j2iprsj73QLP0YphCl/0NY7oSVe9oL4CtZmZ0xVZo+903DodtqmPWbfdU0FIEkrKCCEsdw+XcaQY0VWQQQoSCE/91F8KlSKkEIECCEql8JCOlKo+OsS1aKh6o8oLpNpXNt4GgxL6y/RKpcwXhrJTTChwi0pp8NJGUD9KnSI4YSSw+FAqPNULTyClVY4OuaqXUmUAgdrNjIfmAJIzzoCV6AhfuJJP/EoWyaFUIFkls3A1nugIX2X1Uap6pWaGIBo9oh+H6AlEQ7jiWX3Fl+ioHwwOT/oTX9Kb9J9Op50dxIvq1C4+REP9NJ7yohvwhSQcx8ycA2gcjVHni4Xygi6+cTK1qfOKm1DSjXQgnkTTzJwTKS97CMLxlIqmQHnxY2aOf/EpvpWqTU6si2U5tMrSgfDFh2gLVBbfkk39Ar5IgS8IwheexilzcsmuBweH5LfOF8yG409yq7+ZwczcQbl3DPUX76KhsURbY6mP9KD2Bhdtz/fh+QTPp946qDL4UqnWOYaxPkCbp/pGsw0FS4NojCnr2sKrkZ8a8TruhS+kW+WlR40v3dKnxlaqsia6xhUvGlugvJnRJ6N8eY45PUr2Cmmon2hKH0Ve+BR5CSU9hLYSnkB0lIq2TznkK/KdGF9IVa/FR6B+AuFofgqUF48KJgk0pugIr8l5J/6kN/BRvcDMnA1EW+3qU+WLnuioLJ6lZzOD+JXsKgvULtriR2OrLsQP80E0cH4vOYSvjVNjSU6NpTrlRVs+VmNAUzxK5jYPEOCjxdvMINpqk39pPLdh+IZ6owZdOh0W91EqH/KysISmPpXEl4QG26qkqU26w4NJhPyIjsau0a7Ki55A81WgOvWpUA/iDXzMzPmk8AShfBHOVfGksvrKDspLL7KB+ne4YUpm1Yt2WCf9N2gX1YkX4YGP2oWveo0lupLXzNxFan9/Py/1426eEN35mXCVF02NI/3lcjlo3Vd/8aX5LNDcFD3hKxV+OLbKZtQpLzNkV+lJNHvbQ56Ualz1F13tLRpTY2k9bnGvULvGM/i87Ikhkcih2fSxv19CsVxDibbR/016WDlArVVDIpN0l6LRBC9DYhFIv8l0CtmsZMkiwQutWDwB49zwIlGY5yPB/Y0Z7klNZyPpTzLrYCDbSMct7kGSQ22eGcSzcMSrcHzScz7IC98yN3Yd6NpcF1qtDv2+gtJhBXWtJeUyavSLOvku8aJzr7CDPQYFDg8L0AVeg/tgmYEUzSGaHVWuPTsMlOqbB0q8BKwxiCW/ODw8IN0S/bXo/DfGQ0+700QsHgGsjXq9gna7SZ8HErwIRKdO+ge8fIshlw9o+0N0Wju0bwPxaJFwgNHhCPlc4OXkY+xsz2N3Z5EX5H3IZnzUqgUEfgsBL9vQqSKdDHDuzBTOn5nB2HAfJiaGSa/CA9k+6uQ/ysvhbDaJof48WpR1eDCHU7OTmBwfRLtZ4qXpIhbnPsLu+j1E2kVk4kAfbRcjr5lUHAeFXe5LdcQTEV6mn+Al7hDtU6V8PgN9TxjQmIeRn+2dNeYXkO9Lo38gh+WVBZTpC4XCFrK5GIM14MX4Gmp1jslgowKbeQbtTp06xXUlg4P9InZ29hlE3cH1a1/i1InzePHFN5heAM/l+PyzL7A4v86LQFAHTQAeddhPvXp4/HgO+kq+QqFAv/Hc3Lp27Rp+97vfcf2O48qVy6z3eam7jTr3Xc3pJvcYpdMMwoY+dYeXtgUGuy9eOocWLyi3GHR+uvAA6UyM47UwNNiHfC6DGfZ5Oj+PJ08W8OTpMj7+hEEgBjdXljcwMjyBF154BbOzpxEJ4gwmbwEW4fhRvP76WxgYGKLuUgzknce9ew94ab8A+dX6RgFzT5d4cV5gcHUOn35+D9c+f8zL94o7PH/n2+8gm40hwblkoH+UWxibmEaMcyaeylFvZSwubPPCt0yZY0inY84XZk9O49333sboCIPe+TTtk6EOSlhdm8cdXtLW6tT77jr6+7O4rK/WZXqwv09b7DEozYCLF3BfaUGB5+WlFbz33vt48403keSlqgK0DQZnlpbW8R/+w8/wxc17ePJkCSUGoSKRANJRG9Tb8ABtcBXmRRxvMV6YfsyA0p27tzA9M4mhoUFXb2aQfssMHraaFZS5v+rTcD/72c/IQ5OXzbc5Z/Lcl+PY29vDiy++4Pq1efExOzuLy5cv48aNG/SLLP7u3/07rjw6PsHdA9xXKEsQoy+3MTNzggHL3+GjDz/A9777Pu1AXXx5l8G2E3j55UuIx6Nu77l48Sw2Ntbwgx98l/PUGHC7TztGaE/PQSaXg/HFqsJ5dZrB3SjPro8erWBkfJz8HTBoUYT5AVqc/7JxNJ7E7ImTzn+bjQ4mJ2boz0bf3eVcL3AMD//sn/2Y+sjSV8u8bI/g9Tdewvw859lKCcPDeTS5jp0+O4FULolX3nwBs2enMDQ2hKsvX4WCKYsMSDx5ukm/2mPQ7gbX5yLn5SL2dnZdIHavUOJaM4Abt24gnuogmqjgwqUB/PEfvwvQ1v2DQwwy7FCHQ6jV21Ag8e69uwAMw6Mj0NjNdp22fQKfL3kXL17A66+9hmgQRyyaAJdaTE9PUk+0Zd7HCfrfIQOCHe7Z2tOH6YcXGWw0T3JvYWR0iPLNO1u99dYbpJHkepCnre/j6dOntBMDapubDKBxHWDgT/+dQ5z7xtyjx3g8t4if/fR3+Nlf/Qaa+51Og/qpolorMnjch7HxEcyeGsP3/85bDMBX8HRhnoGmFbSaHuflIWUcRqMWxVtvnWPw8CQuXLyAH//4O/jVrz5iQHwb+Vye82IAZe4VCkZHoxGMT0wgwzXgxMnTKDEwtL61Q39J0WYj1FcN+sR9he9Os7NTODF7CoU98lNuA+0I59ABItTZiZMz+OlP/xJt+m2Re8mDBw/I/y5mZqbx6NEjnGfg+rXX30C2r4+B4Ab29gsoHOzBrIXJ6SGaosq90qi7PPkZQSwWRxBJoEg9B9E25Qq4HjxlQO4xg7RnMDk5TltFOKd3+H5Ro25G6Z9lZ7MiA6AVBrQCP0Z5+xkMe4yN9W3sMfi/vraMuUf3sbaxDAX279y+jz6uD0EQoQ/XMDzUD8m5wSBhs9ni2rXtglhTU7P01XHo/1r9s//wn6mfJMbGJtzcHWKwc3HpMebmvqTud3D39scM7j7kGhfD6jr3y1obEc7TOnVz6uwlzp8stnfq3OcG8POf/RadtqHDs//4+CQSXIP6+nJIphIMXJUx92QeRZ4dL1yYQTTWpA0XKYfskyFuHxQk0x+trjGoe3i4B/3/0Z9e+wzNTgdffHmffNzF9Oww5/k12vwA2VwCV188Rd+cxtLKHJrtCgYHRrj/+oQItI512HdycoQ8eRgZmcLebhFaA6u1JmVcpA/vcA6tMniYQxA1BqBL1F0ZfbRtievkId8f0mnKkExjYWEF/+7ffYCHDxYYBB/EYbGCVstw8dIV6A80qtUG7j9cIN9LtGWVe6aH2zeXcevGAtaWD2mPWUxPjaPN9/EOz9xzj+9janIMsydO4NKlC/irv/o5Pv/8c6ytrOHatesOT39U1uG73dT0BH1plPo7gGzZbAIe4s5fnj6ZQ8B3wA6i3FOv8cxQAAWmXk5gejqLxcU56qsCEL/BwKRkS8aMfN3C9sYhRgdnGaxsYXnxCcrFPeqthQLPW54f4ciGZDqBfH8KM7PjnCO79JMMCrvbXB9HOX4ZB8UDPHr4FPoDpQOe63J9WfqIz/1uCdvbe7T9oZsbg0N58lGA54O6OeA6dApRrknxRIBXXrnK/XCM83SIa5OPsbExBBGuWbGkWyMPGfwXrj6d2u602S+KFpXQxz1zanoU6VSU61IK+oMmvd+06O+eF0E0iDp6bfprk+feTDpFnuvwvSjl6Gege8ftXQlehOW4ZncY0Hz6+BF2t9axufEUh4UV+m8b2bSgxfrHPO89gWeH1NddNGu77tOoB7srLniairVQLW2heLCOna0lbG0u4nBvjQH/eyjtr7vgavlgmziHiBgt5ncQC4BIpEVdlxGLVBGN1JDg+THqA0ZfaTaa3IdatHsTLb7HtHhGqlVr0Nm3yncrpbWjVO8RrVaL5u8gfDzPI/0IgiD4CkSpm2d1Efi+TzsZ1F9n+RrX8xrfTwRVHvIECrhWOXaNZ/SuH4qvFvu0OSZcf40nWhEGWXtBdSGoXnkzQ/iYae3okFaLNmkQ6k7mJu0snmTDLrRcF+Me5caifEpDEO0wrzGUbjt0rgAAEABJREFUN3s2TpubYIfrgiPS80tjaCyB8gLpQaA6QZt+JAi7iY7KAtWF5d5UeYOpmTrqOGjRruqjNkH7iCelbY5hZjAziPcQzLr6EX4I6HnMrKfUzXI0+lUHmjMtzhs6LgRRnoUi0QA+9zufdhJ4vu/GgwHiIYSOo9Clp9+9Y5uZ8xvxaNblz/XjWErR8xgJm1lPzd8+a+wrbI0turKNoH2kN7WFEPJi1uVHfUJoU7cCM1IkhPVKVa80pPN8ambPVVEz9KOwj5nBrAshYtimslm3zcycnsWnT53LX2UHj/5sBBio8TbaDLrK5ySnoHM0lvhUWW2hb6oNfMwMoqtyCGYkCMDMHKDnMTOHrz4C8WP2+3ghLfARjnDFL4vux4x9XA4Qf4KQR/EZ5o9Qvj7hkiU89RX0jhl2COva1EWIo7awXnmBGfkhiFdBl1/PzT3h9uKYdXHNwtRzejIzoTlQHwf0t5CW5/nHusMRqsMhb2EqHgVhOUwd0b/hl/DUT9DhmCqH0D6aWyqHJJQX/KFyWK9UeM+DxhGoXmkIKoegvv//QXe+9NIwM5g9g9425TW2eFHahbazodoEqpM+lPaC2r4K5oqe57n1Ktz3NPdUJzAjDkF0HDJ/iXYIWj9bXD+aPLs1W02eN1vgURcUAJTsmC/1D0G8Czp8y1WquaA9Wvu1UpUFod+Dj/Jhezi/1Vc02Xz845FXn2BmZOEZCEH44rFFfjmtYJKba32U7/bxZIJnmhTfUZI88wYw3wMJwDyDd4SnFHw05leAvija4jEElTk6sbtzP8RXfYijNCwrdcj/P/wy4whHoG7PjyEdCjSO2sxMaM4mnI7Ha5LGFk6Yqo9AfSSzwOxZX+EJ1Ee2EMhuOv9Uea/QhQrvIyooV0ooVYoo8m78gO85yldqFb53VvmeWOe9Tg16B9w/2IfuR/TNboVCge+pJcjeoi1eNJ4DznPdhynAWWF8TjhqD3n1uXdEo1HEGbNIJpMuVVn1kkOp/Fx1wknwfSzOc67ei1Qf+r5ZV16P/pHOZKD3g2w2C9FUX9Ex6+JIqWZGdzHnK+E4wglBdSGIV8kivgWeCIoBXZiHA6V0SUYhRMDMeABsE1rOaCJgZtCjvFIzc5NY+BIiiEb50hL7yuFWDJh1+7U4YWXAFietlCxFlnn5rIvoEMq8RKjqwpkHXhnYzCDaAuPEAJ8Op7nyUl5Sk4iX5FJSghH0eCzhXkokn/qEvElW4YQykgwPto3u4Z3jtXhYl2GEI1zRVn+BaAkki5Qn/gTqIzoaQ/jCUWpmzjD0ejU7HUpeOY9kUj8ZQ42ieTxGEHWymkn3LcebcEOa6qtxRUf6kq6kQ9ESnsYQqD1sE79m5uykccwMesSzdDE+No7RUb64MWArXjSGaIiuxijy4kX01BbyobFEX21KVVZ7lPaP03+kR4Hy0meY1+InPPEhHSsVTeXNunzJtwTio0zf0ItsmT6hMSJB4PxLvLfoQ5JDIPnFr3QjedXfrEtP7RpDvAVBlL4ZpX/EEA1iCCJRB9FoHHphbTJQ2uLFYYR4UV4WxTlRxVuUi3VEh3NO9C5fZYgnjSV5xI90FupLeTOD5/sAnC2dD6ivdClQXni1Iz8XPdVJFoHyggbbVTYzZ0MFGKPUs0B6zeVyyOfzvMzKQWXxAj5qNzPnQ6ItXlkNs65eRFP6CnlWXjpscR5IJtkuTZ8QTc030VNewTgtSmpXnVLVK6+xZW/lRU9ymhlET3QPeVGtOoHG1XhmXX7MzNlW81n4LML3fNfXzOBTlwLZNkxFUzoSHcnX5qaoVHVJrgkdbva1RoWbQglgkCkWD+DRJM1mjQt9FfrK3TbXpCDo+hX4OJscvcTLNuJF44iubCG5BMJTvfqym1tLhCNpIn7E6VntAuGKJ6VtHgSOgS+fahf/oW6ky5GREV6o9ru1QLQFmmuaC8JXf9XJN6UP2UN8cll0ly9JbkJqV5tA9jez441JviwQLW2A4ls0xZ82Ql0e69OOArUrlc3UR7YVvyr7nse5FNVQzj5aT+Qz8gnhir6gybmqVGMIxJNA46lsZk5foAAdvmwpTWdSSGaSMG6Gce5LfpCgjkGdJJDO9KFjnrtElV7dmJyvrEQynuIlVA4NXsqXefFcY0BSe0I6k+WmX+Ll2A7K5TraPDEeluQbDehiM0FfJxMI6AvSp09/E8/SpZm5w4GzAX1YOtLllvSqtE3fqjaqDGC0oTVOBx3pVO3gqa/JiyLjISKbTsDn5XSbPhnlhVM80uGFVoAg0kajUeYaUUO5dIgmg/mxWJTzIeoOhmnypkBSJPA5x+PwIx7ky9FoAPlvq9WAvsY2kYjRDh7bO8j3ZamnONoM0CVSHvJ9AX1+F1tbTxiA+i2Kh6vY35vH4eEi80tIJmrI5dtoNXc4bguGGpr1Mi9LcxgaTGOgn0GLxiEDJMto1Au8lC6hyov0wtYusvEML0k7yGVz0KfxSrys3d7cws42L9iqlIsXR7FYQL2XeTE8wLGSVEuZvBXRsRK8SB3cujE2nsfAQIZ8JDC/MEf77uHx4wdoUR8TvKDd29vGgwd3cP36Z0imYhgdHWQa56XvPOrk9fXXX8XVq1cwOTlFPSWpiwiDOFno/y67eOEydVvhRf1TbKztUuYazpy+hBeuvsZAwlXEomle6O/h7pePwLMibt96hLt3HmN1ZRuMgXLupF06/3QB7XYH3/jGN7iulKGgz09/+gHmHs+jQTvv7u5g/ukTXlIv4I03X+eF6iVEaK9cPkNd75MnDzpwZqmriYlxvPbqK/jxT/4IL710lbb2GZBYRYPBcDAg2KBPFRhY3mUQ7+rVF3D65Flekm8CvGAeGp6kPDXmPfZL8CBbxG9/8wm2Nou8qG3gz//81/iX/8//A//hP/4a9+4vY3Nrj4GDFYyOD+Dtd17En/yzP8I/+ZPv4XvffxsDwyMoVwwd5HFwGGGgrUwfuYM7d24hyUvhJi87QY+olKv47NMb+OCDT3iZvcR5lkSLe+bTx4+xurzKPrcYhK5hcf4pfRr0mwHKusEg6iJ53UeUl92XL5+FAnSrK3u4d5eBl/PnkU6k8eHvPsE4gx9BJMbA2hovfbecDdPpLC+pi2hS56PU19yTx1hcWsP46GkuEzHH69ZGiftchwd88CJ5n/hlMK7gdNJpeRgZHuOYw/SRGgOI2wD3hVKpxMDmR9hiYGqTEKV/1vgi8eobr+D9999GOp1BlZerRQYffvmLD/Ho/gNetE9TngJ98olbD7QGis7f+Ts/4lh7+OKLGxhikFafHl1W8OD6dQatdyhHnEGKAi5ePEM7X8DJkyOYmU7xgJ8jTw3yNoSFxQVeiBexvbOJ9977JgLO9ZOnTuAf/aO/hzNnzzKg1Od86snjJ7h+4zrbIwx+rtIXm8R/g0HqJQbuNjn3I9hlUKpYbmKBgejDwwP8+te/ZrD8Me4/eITr12/R98soFA4YxNrGl1/e4DG1hO9/7wpeenEQX9696fh4++038JMfv0271dBmwDDCgPr86hxuPvgM5186wdWhhnuPv8Qbb7+EXC6Hf/j3f4wffOd7GMiNoVauUU+bOHtulIHiF0mvgodzc3jx5RcYpNjhy9kW/KCBx/O38Uc/fpPyTXDODnN9qiPG8/v2dgH37t3nelrD+MQgYEZfSyPGc9rO9i5tvse5VKE9Zhi4KuI//cf/DH16OcK9wvc9VDj+wwcPqZM7WKRei6UD+ncJCQaWtRft7uxwbt/CX//8N9RFhWvAK3hwb43jg8GQGWgezz+dp6/sUjdwQXmf+4G+IvvypRd4+R/B0OCo85FEMopI0Map0zOYm1uir68RVhCNRjAyOowdBl6ePF7AwvwqxhlMGR+fgp579+5xnW9wru7z7BnBD3/4LUwwWPfkySp5XnT1+wcFJNNptHhOeO3VN93682//7U8ZMNzDhx9fw9MnC0gkEhjlOC+/8gLTcQaA5vHw/hIeP1rGRx99ST0VOacL5O0x/WUDWrt++cuP3HpQKBQYTJrCW2+/hZ/99a9w+85dDI2Mco2YghdE4RN29g6ohz367zZSaWOQcw6vv3EVExPDlHOJ69EC7VTGlatn8OrrL2JgMI95BuLHx8ewuLBG38hyjm1Af1yTzQboH8jDPCPfKeLNQy/V2UweP/7xjxl4X4I+NZ7jWtlPuHjxPP75P/8xanyhf/mlFxmo/5g++xipVJrB2UHk81nuGzHMMCCcpp4MHm7dug8wffeb73B9P0P/GWfga5/rd4CJ8X5kUj4DzmPskydM4x//4x/gzTe+4QKJpVINm5t7cMHoCmi7ffp/g3O9ynV5nW3rXGPq6O/P4913v4m33vwmqgw2bmyu0b8KOHd2ikH+C5QthoODIu2zxIDTGvtt0b8n8c133qafzGJ5dQn/9t//FHfvb+DJ4gaGRuN4+dVz+Af/8AfIDvgYn4rj29+/ij/5k/fwgx++jD/5J/8tLl645GypuSybKyCqT5Zvkd97956iVAZ9bI3+O40f/9H75OMF8hHg5IlpVMtF7rt5tHm2ymTSyOfzKLNuYKAfb7zxGv7kn36P+9QL6DAQtkd7z3E9D3j+mGUAfubEBEbHhpDODHF92cZfcq+7ffspddTEyvIe9+N57O0eYnR0DBmeb/r7c5w/Vfheh7bx0T8QRwdNNJp1tJqsS6TgeT76yMPNmzeopwJeJw+RiCGTSXKNuku8JoZHhng+KfJ8NITF+S2uB08Y8CviN7/5iPMliSzPgJPjp5DPjaJYrHE9jGFiYgrpdJY+14ednT0M9vezbhAzJ/L49nfeRIxrWBCJAxYgP5BHvU29jCQ5v8/g9IlJ/L2f/AiddoPtHv1rAp6fYJB6DQeHNWQyec7fCcxMnUSCwdKJsRFMTY1xrBRlNfTl+pDiO8fTuXnK1od4wqfsGcpex/jEMGZnp8nnIfmMQv+PdC7bj6nJGe5No9wDWlyzqgAPjpVqEZtbGxAfExNsqzUoYx8unL9EWkZ/LDsZte+0ea6O8gy4traOwYFxjI/P8hxmXC4D0tjh3lNAYf+Q89OwubmNEgOGUe4rIyP9iAUdVCt76LQOUavuYGXxHhYe38Ic13f9Nw792TiSxFmYv8sA6iLXvAOeXevkJY6+bIL81ZBNBoQoA68V9OcSyHJuWYdytCswVLC5Po+dzQXs7y5hf2eJQdoDRFAHWUaca0s0iCDguup5Bs/zHPgsCyKRCATKmxl6nwbPI4I6340FVd7faC8OQXVqb/Ndy8wcXdESBBwzHEup6As0p6J8rxaOWXc8nf+70IbW4DbPIA0GgWt8PxSE4ypt8owr6NCGois6ygsAwKzLh1lXTuGYGcwMesyOUhjUR+O2yb9AslRpu5C+2kNQ3zCvPgKVVW9mkGwC8SPQuGFZeYGZwaw7bm9fs24d+KhevCgVKN864o/NjmezLp2QplKBWbdevLl+vGNQKhCt50H1wopH2FsAABAASURBVA0hbNc4XwdqF25o/xr9osm5IWjw8N5stzgH2uAr3zG0aSfR6vBXCMy6H+lZ0GY/8XIM3Ic11nH5SH6VVf91IIJfV6866/F7MxOq02MH4kjLQTd1Dfxl9lV7iIbg+fHNzNlTuhewa5cuZRa+yiGoHEJYF6aiG0IvjlmXj7Dt+VS2kP6Uqk19RdPMIH5CkB+G+TANgoBnpyjXyeDYd80Mesy644peSDukrzQEtYWgOvHS5LxVqnrViYZAdFVWvcptznHVdfP0GRbEm3h9HlRv9own9Xke2N3ZIqzXOL2geo9+ILxjeM5OwumF9pHfqU550QtlU77Nuwa1iZ6ZQTgd1qncC2bW5Y3+pn5daCKkpX4C9ekc8aRUZYHyahd0+7bcWCqrLQThClR/DORH7ao36/JhZsd+qvoQQrzesur+MISY3fR5vJCH5+tV5qzrdur5rfoQwmqzkGevq0PqJ9SB9BeC6jRe2L83Devb9Ln2kU2VCiccJ0xVp7bnIazXOBpTe4VAZeGqv0deyeTX6lbtouGABaXq2+La1yJPLdpJs0BrJzzK7HvwtYdGfMAku895GkEQCdy8DfdQn/u4mSF8NK/j8TjPYDEor70oxDEzsteFNtfYcP+WPOJFcoivEFQO65UKv8ozQLlc4Vm9xHuZKs9UdZ45G4Qmg34N1Hk3o/VcNMST0hDC+RKWlTq67BPyoDr18zyP8vrubKK86gRqF19KBar7g0B51VfyKxWY2bEOnu8neuLR0aevhO3qJxAdgVmXhtpdH9mPe61kEEgmR4O+KhwzO5YlxhhHgkFJ2Si0oWiHIPqqF57OnBH6QIQ+EOV7QjxJu8ajiCWiiCdjiPKePRKNwOO9l9FnwPcK+ZM+TNCgTlXXO45Zd96LxwbPdrKlzreHvGtVqrLqQ5C9ldcZTHt+mfEh4aisNskp+c3MrWVqD+moXeO06GfCwdc80pHoqZ9S9RFNoXrmOdv3+rCnS2IpR0hCFqijmNPAIqRUF/iFQoEv1LtQqrIulSWMmNHAohGC6AhESzQEoqlys9kiI5p0MTehZCDf91w+RmOGl/F6MU4kEm5yep7X7RNEEUSiR3kajxcrMb7URHzW+QGU+l6EDunxhaKD44cKFQ2fk1t14lu8CJRv8hAs3sWz5JLMMopAfEvebV4K6/9P3Nra4gtR0W0YZgbRBR/pwcxcWeOYdZ0jpCva4Viiq3KTh72wH/iEehSe2oUn3pRKh8oLR2NKT1lG2ZXKqBpToPZQLuUFwo/wxSQajUK4IYT4TdokxkCEAuoTExPupX9gYIAvjxnIBnJ69RENs+5kTXBRVJtsZmZ80WhBfIp3yaxxla9UK86Z1Vd0ojwoqV1twm9S95LVKL/qVSedq11tSlWnPFEgOuLbTD1AW5vTOfTQ5GYetKjHeSEnmaJBDL4X8IK3yYuoNqHlfIP7AzzPh+cTmPIs4TaakG/pUPxE/IgbM+RD9eJvf3+fFxuHUF59fNKRjgTKe/RZsy6P2pCEI1vj6JE8Aslec5tAmRcQDQdaQBTAkh+qj3QsuZUXHTLqdC2fCEF8iDfRFKivLvWVqo/ZM39UWSD5JJdAbMk/NO8EGk90pHu1C9+sa2fxobYGF0Xxr76iFcotHZgZlIqO8NVuZsc+ZVxgVSc9yS+EJ5oar1gsOZ/xPB9m3TFV3+AiKxyNqbL6+9S7LnJ1OaT1THTMDMKRDrV4iz/hCV96Ulubm4n4k27DNulKIDy1SR9m5ua6R3uKjngQqI/4Vr3wlYo3R598mpmT3+dmo37Sn9qFyyaIT9EI6zWPBWbmfEBjSG8C9ReuxtOcF89m5nQjXxAt0ZX9dWBQKlCd+ouW+FNe9fIv1Uk+0RRt8SacEDRGPB53MqhNfeRr6ie64kn06pRVOpM9PM9Hhxu9cMSTLu2S3GTV34OHRr2BfV7yNxjlMJZrlTpqDHS2uP7UeDmhr9utMZihcTS/CgwglSuH2Nxa4yXwMufbHg9JRRRL+9DlfoyXQsl4DPFoDDHzUT0so8CAUZUXa3XSbvGFOuJ7oKuhwYMh7/EYYGmjQ1sa53Wt3kSHJ8SA+wg6vlsjWuTfzDjWIQpHe57WftlV9tEamclk4JGG5JL96hynxosO6VJ1dc4LpcIRbotrnGRrMjDm+0AQIfCSKhUzxCMNBFZDs1qA1ypRlg4v5CKIxXyuqTVeeB7yMFgjny3oQJJMJnhBGUU0GjkG0WwxmFpjAK5Wr8K8Nv2/Rh478H2jrprU8z4iQZN0KohFO8j3xbG89Bjz8w+xublM3BbqvMTzOk2MDOYw1JdjwHET9+8+4CVaEwP5NA4PtlCrFdBpl1HYXUdpfw/bmxto0q7NeosXZDEGgrZpqzWO60N7iHxlaWkZCs5HuAdlMjnoazIXFleQz8YwOT2IjpUZEFnFg4c3eVF9iFjcGBhZxaO5e+5i9eGjB7wQncTw0AgGBwchG2jOyy43btzkvh/hJfY5pDN5rsc17lkZ9PcP45D+oGDDPcrQbLQwNDSKV195E+22hwf357C5scPAwxN88NsPXYDQ86LUd40yNhgse0pfa6JW7eDBgzk8nV9046Z5ET0w2E9aQ/DoWK+++jJ0gXzl6gn8hBexA7ycFpgHjtPihe4WL9urbq7KRo1mDZ1O29Ha2t6A/EPz8Je/+AX+6mc/pW1jeOutNzEyMgZduN69e5+BhDoqvCkv7OzyAjTAe+++jfPnTmFmehy5oQwuXD0HPxbBxvY+rn/xhHRu41e/vM/+Afrzp1GvJam7E7R/ApevXOWl7oz7pNCtL24iEU+wbRRrq2sMVjYxe2IG+gRfs2WQvX7NIFyZLyiTU5MI/Cgv5s9iZHgCfbkR6m8PJQbTT8yOY2ZmGq+/+gaS3HeN+/AQ7RSh7/l+h32mGIRJ8dI5yyDGLOKJOMoMjoyPZ3jWGMT6yjounLuCc2cuYvHJIjwAL7/wIgq7BUQ5N2U7BSYinLPpVBrf/ta3OUeyWF7cpe1zGBmaxelTlxjU2cOtm48YwNih7ZtIxPo45hAKeyXuJ6BvVOkXA/T9HIM7m/T7TeTz/YgGCYxNzPAlIIv8wCD9L4kI69L01YGBYUyMT+H8+VMMnn+T/Xahy9Q6fX5//8AFvRQMKpWK5DWClZUl3PziupNxdHQUw8NDGBsbZr81rlu7KPHyOpXx8IiX1n//H/wQ2VwGc3OPobXj9OlTCKIBgwa3OQ9K1NE+58o8gziLlDeKfc43zYFsdhCeJeF7SYwy8HVidpiX6HGMcyyfQfZYEKdsO1w3WpwTfaTVxMWLF+lzCXR4kf3CCxcwMTlJnG2cOzfIvoMolXeQTPq4cPE05+Qoff4WddDEyy9dhOfTItaifuc5Jw4ZQFtEgxfmfcM5zD2Zw9OFOQT0v88//wwK2owMUu/ZDE7NztK/007v09OzDISt4f79R5xTVdy8eZtB72X4kSZmTw6icLAKBZPv3n3EoMAQ+Trn5noup/4lBp+W3VcXRyjb/sEhdZ1AIpmBHyQwPjZN/eShvQN84twTOpQ0GoszmHaO62iL/jmDSMTH7n6B5SZe5bz9F//8T3DIQMPdL+8xOLmD999/H62mz/nZoZ8MIpPNQkEKzc/t7R23nr38yhVcunTJ8bixsckxK+7TpZOT41xzK7h4aZprQz+mZ2axuLSB6anTeO+976JaN/Iag/7id2llHlmuv2bkZ6eA+/fm+W5VQIJBpldeuUxeJzHGoOsLV1/iHnSIYrHCIP2X+Nf/+t/CInFcfeEKvvu976PZMJTLdY43Rr7bODw4gOdFOMfO0w5gYPxNfPe771CWftq+j/beZH4QG+s7nLcNzh0f23yvcXtYo4ZiuYPhkWEU9ou06yL0tcQ3rt9hn2F8/OkdlEoVeH4bk1ODKFW2MTo+RHkvYGR0CNGYh18wyPXx55/Cow/n+/KUaZc6y3DtOsTpk1N44fJ5t7Y9efKYPlHG4uJTbG4dMDg6j1gswGeffYZLFy6iwb1kYmwC4xPjMNrx408+JJ0+FCnfhfPnEaEdgyAKzZmhoSHydUg7reLp/BzneQPf+c67mGXg6hdcU3c5Z5rc+6dnpujzE6RxyPnu4wwDZ++++xJ+99truP7JDawu72JpYYOBJZ9zddfp3GifFNebfF+G8kUQjXoo81wxMtLHwPI++f0Un3z+OfEP6CsZzD99zDm6jZdevow3XnsJyyuL1N0A9GniRCKLX/7yl/jf//d/jQkG4M6cPYn//r//R/je915nMPfv4Kd/9YnTRbnShr7W+glpxaLGQN4D8ryPp3NPsbG6Tl1WcPbUCXzzG2/gzPmziCWSvCjqYGWtjEq5QR8oYZpzTd+KsrK0ikecb3MPHyHJdb7O94xGo0w776HeKLJvgEJhm/vuHfplCZOTI/SpCl57/WWcOnuCgbd9Bn9fww9+9D4mZ8ZwWDqgjhcRT6boJ0Oo1MowA4JIAPM8LCwsgFsbttY33dwdGMjTrh7n2mXOlwzy+TwS5GN4cJjlQSwvL9J2JbdmlsuH1NMs9mnjnZ0i9/81NOiTkww26v8izucGsbEm3B0GVCvcn1dQpr/6fhqffPwF+ZmgHtpIZbKY4l60zTNju12jfBvkrYp333mVvACjowPUUwmNWgtbm/vY3jzAxx9ew9LiMqp8V9WnaikO15Mo1+G7GKR/aR9Yoe7nHj7Bo0dPOH82cfPmF072aOBjdGiQNirjjoL4bcPVKxcpZ4e0l+FZFUCF+1AU+f4EXn79KrZ2t7DBYOmDR4+guwVH+8kCg6QN+q8h4J1GNptFIhmjzjIMYBrWVlegr+33PEMqleSacd/NA521JyYm3VzYL5SIt8W1wGc5jY2NXc7BIqq1NnmN0t45+ncU+4Uq1z3BIfZ5xm7wzA2eS548vMtA6heIeU0E3Ceq7hs+NgCu9YeHWwyYr/E8s0qfvI96vUx9+jwDbOIJ969atYSN9UXiLCMaqSDqV7D49EsU99dJugA0SwisjlJhi2NuwGtXUa8eoE4fqvHc2uCZuc2zp9YinZ0FOjt2Oh0IVC+gMuF5HmWPIAgCzsmogzjvI6K834jFYq6sNcL3fZ7B2vSjBqFJaEA0RbvB9xalKodQqVQcjurBJxxHqZlRh8ZacHxz44fjJXhPpXHNzNEPaTs61uYK1kJbsvVAk+f1VrvJerW1KGMb/OXom9lxqrEjlEOyBkHEjas6yaZU0DnSkTqpbGaQriSXeFD6PKhdEPZVXiAaZkYZvR74Kj/hGEY7gI+ZOd2oXmBmFKXDlu6PmfXQ8qDHzJQ4PI0b8uFSXgCrUTIKQppmX+2jfgLXhzrwfc/ZXnbR2dUjfyGYmeNRdIWvfoKGLpoJ7huvOG7zCGgNCMg4BB32150BifDHINm/jrbo/21BfPT6imwknlQPLqRKe0FtDo7aescxI0+E3jr1dfiUSfnn21Qn+EP1nU537glHENISn4Lefs/3uZqdAAAQAElEQVTnzZ7x83xf0QnrREcQ+qnaVH4eVC9QvfpqPLPuGGbd1Oc8eR5kI7Nuu3HtNOv6pmiFYypVWXSVhqCyQGXhhKCyQG3iQ6B8L3Ayq9qBud/o+g3Hf57Hbru59mN+6btmBj3hWGYGtXu+D9Fw+SM85eWT4OP44D2G+gmkM1a7H9fGuRKmaheov8DMHB9mXT0JT+2uM3+p/Dyw2v2E9cIXaFxBmFeqMZ7n3XXmLzPj72c/ovesRI2S77CsthDCuq+m3fXHzI7lMftq/qv4z0oaJqQdps9au3yE9WHa227WHUeyCsI2yR/ih6nawrzSEMetNWw069Iys67tj3zYrFsvXWqtE2gsgZlBj2hJ/6HfQoKpoQc0pqCnyo1jZsd6U5twQgjpqmzWxRPpFn2u2WxzD23xHNPmHqT1w9jdIxj3xjbr1dZk+gzEY7snsBULYjw/pRDju3/ED8iHD3Toj25BhuNP8urcKXkFruzOAwHPPnG+yyYdhOeCgG2+Jz7IytGPmR3lvppILoHoCsyMPNgxktqkA+lV67dAdbKF8IWosuQSjkB59VG9A67JKqs+BNWrTiAaIZhxbP6oPgT1UT5MlVf/sI/4CPlRXmBGIkQQrqC3r8qSQ2egGu9ixbPqemmqLJw67zuV9vYnWbcmhXaQbXzfo60MHu+BPOYjgY8gFiDKoGuE73Ae7RGC7/vH/aNBcGzDDO9ak8kktKcLF0eP+BI/KqpvwD4aW3nhqV0y6I+qWtS1ysL9KnQ4JTr0yxZ9toEq34/KDMoKhK8zneiKnvppPMmtd3jhCKQr1XnqIJBSREiKFCgvBHUWoV4QUZXNjJOl7UBMS8EiLFBfgeqVir7GkaDRIArPfHT40uGZB5UTfCFMEuJ80fK9CNqtDg/ZDdSqDaZNXuZ2XB3g8QIgQBCJcqLp0ByDeNHlVrFYhC7g9XIiITWuxo/wAlfGAZ+QR9WbmTNQnIfwVCrlJp5SlXuNJ/pSqAJM/f390GVumgZWnZm58cO8ZAzBzKBHZelRoLzoRXnoly4MJhSnQ+lIPIvHkD/RFW5o1PDQLjrCE6ifaJsZhB/iSm7hSx7lNZD6mRk0tupUlr0LhQIOeDGovGiqXiAc6SSXyzn9iHeB2rTYizfpSgA+6i/9yxayQZXOWeFFrOjLNvIN8Sv5RKO73cHJD/Il/lUvHoQnPjWG+DDQ37jgtgmtowW7wWCILlrrDM4IGrwwV1kLerPZcj7T5gIvmtKD+BQtlducYGSZfkjfYl5l1TebTYhPyaFg3OHRX0ZIHsklGcWbmTnbm+lCq8zLl6KbkKKhdskuUF4bjWiKNo4ejScQvu97znayl0A6z+fzztcGBgYgmwpXehGdNi+H1E/10pnqpGNBlS/GHhcpLULRaOx40xIfoiEI82ZGX/AcfY0r3aivaMsXxb/GNDOYGV+g65A+pBfpoVaruzrRU7lUKrlFEHxUJ1ohjxrXzI51pnmvtijngsZTu/ClIwH4+FxgmbgxhBO21/nirbJsqnHEk8ZXnejIVuJF8kgu6Uj10pPkUl5jyJ7ySzNzfIkX+Yj6aCzRM+vKXaVeNVbYV3nRkH40noJF+rSZxtU47U7b2TRGG0gOgfhRauZBtMP+4CM6oikctbEKypuZw+32M2dP8aB2yaJLM/UVri5g5DvCVZ1AeJJFtIUf9hWPkl+p9CPZzcz5vplBOpAuRK+vrw8jvLTX5bJ4PuBaK3rysQQ3Oq3fiWSG/MZ45okAFoFeUnXZBr6SRoMIIgyEeOYfzUnuG1zjwXEifsAkwg2tw8u5JoEXHh0P5scIUdq+QT0aPAZlvEgHqXQMsbjP+jKhhAYvdcpFXpA3q8hnksgwUBNwzsfMg74S94CXqTXarsG1qEz/jJAP8dyBoUkeItE4qvTjXQZ5t3lh3mbfQqEAzX/5V4LBS9mjxRdu+b0+oSs9qqx66UN50a7xEOL7HjzOP+m+RD0dcl3VJzRSyTgU5Czsb6HeKDGIEmegI3DB1ETQQDblYWgghUyS/Tt1Bq54cmQAo96ogGojTePcO+Bl1jYqlbLzCY2tv7o2M0RjMQT0tWgsStwOdhjsXJx/gHJxHVEcIB3UAV5ebS4/4UVWE+lkGqOjk2gweFCtGra3iliYX4Ux0BjzeZF45y7GRsfdGrTMS1K3FlCP+ir+Ki8ddXHqR3xEowF9JUZ97RN3CONj4+QNOOC6uc5AayaXRjaf5UVsEUvLq/AjAdbWNniBPseL1Gr3U2rlPSyvPEWrXecF5m386Z/+K3dZ2aZ9SqUmOu0IGo0OiodV5HND9MVJdBj8jvhRXr4WkUplkM32YaB/COvr27j2+U189ul1fHHzDnVVhz5po7pr127y8m8bExNTyOf7eIm7ius37uHLL+/g6dMFBnR30EGDOt5EiZe7g4NZTE4N8yI0w7otFPQVgV4TzWaF7QUsLj2lLSv49nffxyuvvED9R/Dyyy/h5MkTePW1VzB7Ypp+LfwmDg4KWFpa5CXwHO1YgL6eWHOryiD84tIS9MlT+c/TJ/P48v5TLK0dYO7pGumb888RBmmN+knEOqhX9zgnGuT7Gi5dOY9EJoF9+hq3PJw5c4bBlvPQJz8TnCe1+iE2Nkhv+REOCgcMQK7zwtwQRNKoVzx88JvPqeu7DMiM4uSJk9jlRe/W9hr1k3IBrW++8467xC2XSxB/mwwglUt1PHm8Sdl8DAz0kZ8qNlbWsLm+Qf/N8hJ1GV/c+AK1chW5dJq+7EF/bGCIYHtzD8WDMvppr9Mnz6B0UEGbtv3y1l2U96sY6BvG8vIybbELBQA1H7PZPC9w57HJwA84GUoMIEVjSTx89JTnxzTtUqE+D1CmrzRbEZQYfPr0s7sMbqyiVumgWmnh17/6EHcZVM9mcwxEX6SvDlNXZ2n3ReRy/ZwHHh4zwI9IDH/+01/gl7/5FL/89ceYZ12t3uZq4dOXKuhLD8H3IwxODdCv9rFPnRq9Zn7hCWLxAG9/8y1Uq2XSq2FgqB/Ts1P4i7/4C/r+Er74YhPRmMfgZtn50zoD2JMjY3jnrbdx7/ZD3Ll5H3HO4ddffYlzYZ/06tTBBPnfQBBUcOrkOOfXKGVO4vzZF6m7Gn75178i/zHysoZ33r6Iy5cnoW9bGBoaxtmz51CvN1EqVVGmLeSXkwyi6mtlX3rpCufRgPPFzc1VVHmpnUonGLhdZVC9hqnpYTx9cg83bn6IV185iTOnh8nLCfT1p+AHRnnmsbm3im997x3k+zPkIYXt7V08npvD7tYW1mjDa598hEPaWn+M0GJw/kc/fAWpRI7nvQgCrh3lcg3j46MMLMzjxKkJ6u4VxBiwikSiiEYTGONaonVmjwGfwcEBjtGPdgcwL8Dm1i7mny7igIG/m1/cQ41nwM8/v01fp3/zDHfm9DkEQYznsjLPJEnHW43r/BZ5zOSy1G3AMYAL54eR4hr/+PFDfPjxp8jmBrC6sokO10GdLxVAdDzs7XCtKZDOJh4/voc6g1FcyqB1XutHnO8uMzMzyGbTZLAF9W3TF1dWtnH71kOcP3cZA/3D1N8ABof6sL27Qt1UkWeQaHp6ivkK8e7gMQMT0aiPAvejdruFIJqiTHtcMzXn89jdLjKQ8hh/9dNf4bU3XsP45BT+tz/9/+C3H3zI9WwFjx8/ce2DgxN4PLcAzZ/p6WkMMoB18uRp+s8E0uks3n3nTeonoF80yNcgxsYH8T/9T/8YqUwSr3/jG8j1DWF144B+GMXmRhFXL7/E/WnarR2D9GutEfF4hHI2OC9qpFPH62+8jH0GXH/9mw+43pdZV8bbb7/FgHoMO9sr7J/C5OQwvv2d97lGztCOHfrUNNfMi/S/CnTW3d3d4/pQ5Tq1hocMBGqPy3HO6lO89+7fRZL7e47vIwp+LXHdvHPnNvv1cU6VoD+8On1mlvtfG6XiPsYnRmn7KNfrpguCff7ZNWi9vX2dgTDq9pWXzmFmMoVoJI6DvRr2d6sYGRoF6GQVvrfU9RWgtSJtvobV1XkMDefwL/67v8dxDjh3BjlmBf/0n/4TRGM+95zr6Mv3MyC7yDVuA1NT44glAgQJH81OBEE8hWw+h1Q2g1wug0q1SP+dQ2FvG/v7ZWfnR4/2kU5M4S///ENELYeHD5bgGXU2fh4//Yu/5P6xgVQqBs8Hfv2bX2B0dATf/OY7XBsXMDo2iFg8iZmZk7hx7QvKFMPsiZNcTwcYgK3Rb/bde3Q8EWXwfxb9Azn0c96ePjvjPimb709jcXmBe9o21hm4W1tZQi4bRbWxh8LhKmqtfawwSBpPR/DSa1cwOTuAkbEM4inD2MQQ7RLDYP8ACjv7GBgYRiKWoH95yGaiyOWj+MEP30N/PotcJkdf2IXOZkATE5OjOHV6FiurCzg43KYcfXjn3RcxNj5MW5Uof4eB+BkkeD9QYLDQzONaV8LvfveIa0CB+3AL5iW4tj9CNEhyrmxy79jD1SuX6Ee7nBNPsbsjewyhXjuAApJNBtJ80unLDKHTiCIZz3Lf2+O+s4At+unM9AguXjqDWQbct7c3cebMWer5PdItYnBgjDR2OZ9GyG8RC4tLqDWaGBkdw+WrV5GmfBtb29gi+F4EWnPy+TzS6QQePrwH2f7VV18g7kVkcynofUHvq55R13UDvCTMi6PVBKSjfC6Jl186g76+KAb6k4gFHob6Bnh+SzLI6sMA0jhEkfNuj360trrL+VrAyvIW590Akqks6UURT2QwyvNcIpFjnxj1GkU+O8RAZxstrp3VYhmpWAx99M9ExHN+lkoGPK9XOedLsE4DI8P9iNHXhzj/9w92qbNtTE7MIpXMkosW18wy1wPqfOku58ATpKJtBKgi4Hm2wiD53tYmxzpEPGixfQFRtUeAGPcCn07dbho8z4PP9z6B8jpjd/gu1eFLtEBnbZ2/tS5Uq1X6SNWtwTqbqF4gHK17whcN0YpwjEgkAoHedwSqNzO4pwM3tpm5YrvdduuGUtERiK7GVZ1A5RDUSbRFU6Cy+oSgspnBzI7GAfNd6FC+drvJQHcbnWYLrXoDXHjRocyiX6e/6pzf5JrVbLGdvLUIahcf+JrHzI5rhRcWns+rv0DjCJR/HsgG1CbZQ3A4LfLLRpcnP2GqMXpB9WF/peLFzJwepCuzr/JKUxzLLnz1F7ixOdd6aXeoO+EI6tRb/WsuetW3Qz4F4GNmbmxnAICJubKZubxZmHIraHec7KIh3Yu3FmlJ/3rHDUF1bYAnQYIxQxr87X407jE4DFftxpLPyEcFZurYbeMQTgdhv24tabOhQ56erzczR8/MHGrY/nWpQ+j5JdmE11PlxlY55MvMjumbmZqO9RL2F40QeuvM7LhvLz3lBWbddkf0uV8hPaVmdmwn8NEYsrvmvOyuNUBrglLVyV/Urr7KC5/dHC8aV7oXaC1QKl8MQe1mdjyemSF8RE8geqKvNGwLU5rJ6TDEE84zaCHMy4M8SwAAEABJREFUq9245pmZ40tlgWvXXCeENFWn8Vo830o+geRWvfpwQMD4Q1o4elR/DEe+Z2YwewZCdXQ51jEuBTDr4kgXYb1ww/zzqfBCMDOnO5XNunTAR32YuJ/n85JDoHqlAvGlVKD6EByBo19hnUvJt1I1KVU/gfLPg3D+UFuIKxxBWH4+VVsXtDJ0c+HvEFdl5ZUKzLr6MDMVv2ILs25d52hdk9+GIF20jtbcDuVUZ/mA/F1+oPZQHjNz+g/92czoHp3fAxw9oidQMUyVF5iZo9VryzAPPiG+mR3v3d1xI65sprG1doVglNknzQjBd3lpT7Lp/l5zWHeqlUoVDa33br3r9m01O2jUW6jw3VHvZvVag+e6JoGp1n+WdXY/PDjk+WQPhUIB4f1wm/snep6Q756q46zapFtBk/NNulVdiCD5JaPWDYH0LtxevBBHeMqbWdjdzX/hCtRXtAVmRn3YMZ7qhMNKd3YJ6ZhJp117qr9AeIIw36EPiZCZUc+es0XIS0gHR0+H/tQWcB8XDcksUF4gmmbmaEjekA74qF0+WKlUeB4voci7KN1BqM6dW6g/0ZJ+VCf7ClegvHxXbSFUeY+qthLva3UPK3rCEw3xIV45rPtRWf3VLhB90VG9mcHzParOHICP+qpNoDyrnEwxnn1TjAPmcjme1dNunoiOcDyuz5JZd+TxeJzvIgkIV/lw7/BChsVESLxFh5NyQiIioIGUiqCUqFRl5dVP+Bo4BNWZefA83zmAz8sn5QGDHrV3cVtkmnUdo3OBB3c5B+ATP87LiTQv4pJJvjTwIKwxBOovEI0QVPYosEC8ScCQZzODmei33eYf0jAzjt1xdTKGDGVmPOBHXb1omz3rK36lJ0Gbm044plLpyqxLT/1ES+Oo/nkwM/i+78YRn77nQ4/6iX/xLZnVpr4aV/TEo8ZWGjqM+vmkJVz1VV7yx2lw0RG+FiX1EX3RU2rWlTObzfIlrY8v1f2IU98R6l18q58WITmyfCQcX3nR6nCSqk6gMeULAuXNzOlUdATiSzwp7XCymnX15Hj3PKdr0Szz8qLJFwnfiyDiB+gw2A4FVeCzHCW6cM2lZh70T4uv5/l8aQ/4khejDHEHkl38SC9KBezo+GpyYku+crnsXsSk3xDUFoL0JD1LZoHqJY8WZKWSSTQ10dUuGsJRXgE6geTyKKNPG0WjMWfz+JFt1F9tSiORABG+6Ek/oifdiz/1Fw+iG+IKR23UIudM273wiY9oNOomuUfdqI82EMmpfmYGM0OYFw3JIKBJnF60cIln9dMlklm3j3AFwhWYdelIDoHGFe9KBeBj9qyveJBMYV/REpiZsxnRnQyqE45kle7NzG2CZuZsqnbREr4CsSpLTvEtPaledSor6CVc6T3id+ez6IY26h1HvBeLJecL6i9a6q/AqHShPqId0EbqJ/uqTnnxKR/rZ8BbnyQR6A8utG7FaG/hhTSke8cP7ay8+qusORjqMZPJQDqkyM62kkH9NQ9l8yI3qSoPGOorXkVH44s/tQvUR+2SS23CEa54Vb1we9s0V8SvcKU7HWq0/ognbWqi2enwNZFMtTQfI1EE0Sj8WASNdoMXSTU0edg5pA7XeNm2sbGDAgMMJV7OVCs1yEY1BuEKhT3ng5LX9yIMfFRQ5gV/XYclDuqRbiQSgx+JOzDisImXjg00eYCE10GRAa49XmrXG2XeNdR4qNJlWx2ZVMALmSasVYTXPiQcIO7VeemUYlsM0QjQ4YVOLADnSMDLlxp96wB1BuUPqdOl5RXUeRCLJxKQfaWrCO0kXR29f7g1O8YN1/d9yJfUHupJdsvyEk3lJm/BPM75HC9O05k0orEI9cWB0YbmbD6XRi4bx87OGr64+Snm5+5ha/UJ45wbDCodcF2roc1gXZMyemghFo2Qf59rHJBJx5FM+E6WVrtGnqsoM7BZb3mo8yLKIglEEynsHmyjsLvIS9QFFHfvw2suY3/jAWqHWwgYoD1kgLl4WMLBQQnRIE4xPaTSGfLnMYAyT5vVCVXqooTh4UHEeQG7uDjPcoX1NUTp2zUeeNbW1qBAg5khQd2VSmUeRLLwne4M+XyePDYIdcq7w0DpfWxt7uDsmQuYnJjhBfc8bVhHjsGNyckJ1k3gzOmzmJmZxfDQGC9Rz1JmXjgWq9jdPmCA9DYDHdtI8PJz7tE8Pv3kBg81WTQaLdLfdYfndCqNU6fOYHxsClOTM0glM5iamsaJkycxPj7OvS6PgBeS0CcGuPhNz4ygfyCPv/vffAc/+tG3cO78NIqcY328uHz5tYt47/23cPL0BC8/z+Ds+ZO0JXDx8hmM8wK5vz9HWgHm5h4xsHmbl6xrzi8vXT5HnbagYMPlyxeRySZd8CkWB773g3cxNTuI8xdmOdYs/XAfh7RDLtuPdCrHoOyrKOyXeHntYXV9BxW+HPTxkn5gaBDpTII22+HF/gLX7Cp+/OMf4PSJs1hd3MHa0ia09o/xUv3c2Um89dYVXH3xJC/HV9DkRXiptMVL6B2ns4Unq9RniYG42zgo1FEuNnDAi9g8ffbChbPo40V7Op1yMnV4uK7WKk63Y6Oj4FSn/tPY3jqkjxURiUSp6zH6yQjufjlH+2zhwf1FvtwYKuUmHjx4hDR9S3P9ow9v0gfmuNY2ePl9l3LvkWdDh0SfzD3BvbsP8ejhQ1inhQOuF/NP57C2skK9bmGMgf9IJIHHT5bw85/9GjcYENE+tVfYZZBrj5fo60jwrBjjHE3QB6qVBrZ2drGwtMwzzjCuXH4RM9Mn8fDRHBZ5Aa61OZlM8YJ4lEGnp/jow0+xtXuARwyqX+KluPnkC1EGUvbQ4VlkcHiEdjlAhcHvvd0S2pxzU5OzGB+fRiqVxVX20dq2t7dLfy8jQ1vtHxawyaBfPJ7D6NgJ/OD7Lzkb/+IXN6hHn4GFAZA45h7MYWN1E48erOLTDz/nPAQvsFukm3G606ezcpl+1tMn1lbwwe9+g8+vf4gdBr7HxoewvrHBINUkJqdGUG9U6JO+m5dxOtzM9AnyCoyPTVLfJbzw4gu05RYDM/OYnhnDiy+dx/bONue0R1sabVNCjAtlij47PjlEPmusb3IZrGJre4u6LtCf2vCDKG5+eQOP5x9ie28L41Oj+MlPvo++XA5zD5dQOazQl1/C+voWZTHcvH4Xm+v7uP75A0S8LEZGZinvEu7eeYS9wg7u379DviN46aUXcfPmF9jd2cO1a7fx+PFTBi6GOfcuOP1HghgSXONq3FNKlTIGh4Y4/+YQTcTw+utXkKcP7zPA+umnn6OwV8T802W0mj4atQ4DIaMAIgw+PYXs02pVuTYMM5gzxIBEkXQTXAfz9OUJrrNZnDp5DrlsHrOzJ1BjYK3DgII+QTc20Y8f//1vIZNLoliqcf1pcK7cx29/+zs8fPgI6xsruH7jLj788D55ewLPC6DA5j7nWDqdx6NH85zHVTTrPnmLoFZtM1i6zTxgFmBgYJA6DzA/v0DbecikB3Dh/AvEa+HmjQdIJfOYmZ7BRx99zEDcofuk9tUrV52vTLN+YX4PiViGMlU41iPcunUToA+PjoxTt3cx9+gpaS9xrb3AoOZJBqY+xF/+5Z9xLznA0soifv6LX9Amh+jvH6T9Y9wjMlicL+Dnf/UZtjYOAZ7JNffKPLNrblgnjtXlHdTrHdohhcGRUfqLh/mlRRQP9xnQyzJIUEGZ+8/a2iL+5b/89/Thz5BMxjE8Moh6o8Z5NEb+k5Qf5PkxGqTVl1PwJo693QL3gyH6zAj1fA8lnjXiDByOcj3a4zqRSscxe2KKfushnYljanqM9ipy/Q1YF6P+fehi5lvf+i6nmzHQtEb6dVTLW4jy3XKLPrqyuIHDQoVyrFJ3cegPoPb29jjHDrHFORzEOtAfTHzwwS/oczl89PGH9LUM/uzP/wzT1PkJBjHNfJw/ewFUGuIMpJ6/cBIdv4XffvgJDriH7fNMlM1nOP+2EY8G+OC3d7C6tIoY59K5s+ewubHN9W3ZrZ2FQgGl0iH1vkFYRLlSpL469N0d3L03hze/8Rr0X1X89K9+hkQyDe2Bem8qct75fsD5v0hbbeHc2YuI+gkU92u4c/sBYtE4itSfgtNFnn2+uHkLiwuLSFCfmXQSjC6iUqxhaXGR6/Et6n6Nc8LDf8P9cXwsgdOnp/H46QMUDvYcrHE90qfxYzwTtvhePMngfo772L07D7C+voadvU3SmuM+8CXuke8O99wC12zNk2jUI9816NsLZmcnUa9XkM8nuVdPwXhOkW8cMGhXKm/j9KkxTM9kUdjfwX/z4x/i//R//hfIZPvoRzfhR+JAJ8r14gvq9gBBEEDniYnJYYyO9dEcJa5dy/TDJM6dGUN/XwJNBqg2N3fpDz7tu0c/PcTO7joSCUP/QBqxuGFsbIjrQILt29jiuSWZzLOfh8HBUUSjCe6BBdKi/9ZatFWZ62uR85j2WljmHAkQCZI8lxwySLvCdIf0Rti+iGJpjzqN4PLlC5zrA6wfQ3fv2MPjx3Oo8vxxeHgA2adSLiEeC3Dm1Ax53OfaabywOnT9JEOFa6DxbLzM/aPdjqBYbqBYalF/KfqRx3WvjQRto7kXjzZgsRriWYMf93B/7gG2twtcYwx9+T5kM2lscL8t7G5ij2u9mdG3EtDDYy8D6xV4vtHv6tTzLha4PvkMZOf7hlHm+3S7XUU6beh0DkizgFZjH+1aERGeids8x6R4boyQ10plF2PjeQSRBtCpoc07J4MHgXwohDbPHuDjeT4iPFOG4JOZgDYWPF+nspl46KDF9wbREOjMLrpKVe502uSzQyAL9EkODo/ndjODmXFUHKc4etSusZWGcNREnTTpv3WXNuhbGkvQEW0imXVpMssxO462mblUtCK8ewlpm5nQHKguEvFh5M1VsKnDTItnJr13tWEIocUG1Qt0MQojMgwtyiqZ20xZBFw93GNmLBrnoO/kF78Ol7rvTbt8RByedCyexZNZtz+OHvXvhaNql7g+xFe7bC5bSFcqOwT+MuvSE24IZt068eBTF6pXXnz41Fs39aFUbQIzc3KZdVONIQhlkm1CEB/Kq004ZMP1lenCOjMjfV9Nrk0ZM1NyXFZfmoD2Bfc/Ats7hDaxBC0SlG2aXCdb0i/t4VLmNX4I4Zjs5n4cXfZVqgqz7rjKq+4Pgeg4YF/hhtCLr/awrHwIquvNq9wLgDl/wdET4nZlaHNOtzn/Wg6k317o4nTb1O+IhEva9GuN06ZOBKpUWdA+alOdmbnxQz+Q7aNc5+K8XxPEYjFofZAvqK9SM6NtOjDr6q/NMeR/dQbga3yfVapyL6+9ZeGLlgBHj1mXluq+Dpwj9OCaCV/QrVSfXrpm5vgzY8o5H/JtZk5elQW+7x2XzYhLgJ4O/Y72Ft0QfK6XAs88YRzbJpRTeGpgV9cmfmQjtSsVCCcEh/vcGGEf4QpCXKXCJ4dOLuVVJ6Hep7gAABAASURBVHg+r3IIZuxB8KgDs25efTSO0j8EYf/n2/9QP+E/j/t1ZeF9HTzDfdaqumelrj2eL/fi9OaP8Y5kNuvKbtb1XeFKFoH0bGbw/a4vmBn0hDhql/8KVP91IFxB2Ka8+n0daEy1h6CyQOXeVHntNUrDNuUFKmsspQLAYGbwPJ/ra4CA63k0iPJ8FYXmcJRz2j/yX6XhPE8kElBAK5FIOrxIJIoIz70++wd8R4zFEnzXzvDdKcczXZK0fTf32z1nAo3/dWCA48lMORyvYdJjuEYoH4J05dFPwUf0VBaE7Up755L0YGbHY5h18+zueBQN5c2MevEgudVHNJSqXXPVrNtPYwvMumUcPW2ul22uceonvnU3LFBePIlHtYuemSEaBEjyDkXrp9ZOjSu64CMc4YbAKserymZG/Ua6NuMZT/1lO9GI0B6iITAzJ4/ysqNr57kuHEf1Zl0ZzJ6l6HlCPpQKzLpji5ZAdM2sazOeO7W/Sk6BeFUfkVOqsnQjnejuW/fsu7u7PMuXvrIOqq/0pT2iwoCxzrrCVz/pUjQ8/Wo2G+4AKMJuEBpAHQVqV52E9XmIUWpmzriRSODSFp2zVqtTseDmFUWcL2Vy5jbpNBkca/GEx3WXSvTpPB7xDIBHxceIG2edHTMuAQUtKkFMS7j9/X13UBc/IePKSxAJpbTFw0mERpEBZUhNQClW/DabTV5cHDgFCU91MrCZkZeOk130RFu0NK7K6iflqU5tx305jlnXWKrvbRdO2Ff9BaqjwO5HZeGLrirEYzQWpd4CiHeVxZ900OYkEAgvLIu28mbGhaPrvKGsZub0qDHUTyCdCERXjipepLM9XhJsbm6iUCg4+dWuxSnKA4joCVf9NJbjh7YUPfEumRuMcmgc0VNZeTNzMkj/kkX9zMz5iGgGQRRGu7foLxSNL1ugDFww+VIaRGJoNdu8LNLLSAsgJvhofDODmdF/PAdm5mh6/rNyhDbReEoFHhc29RVvkjd0fPGrNhw9wpFcTfqIXkzVribVB0FXv8qrXXgaw/N8p2fRDnGF4x2NKdsKP+DCJJ2KH7Ub25XXYqUXZ20Evv//pey/oiRLkixB7Mp7xs3czJzzcA/OeZJInlWVWbyqq6rpdPduTw8Gs0DP2T0zc3BwgB9gf7EAPvYXQC+wPdsY1tOsurt4VnIakRkZnLmHc07Mzd04w71q/iI9o7JmBpYuofpURUVERUVF9Ym4efqcm+fWX33gR6WAVQaAStje3nalmTlHp3ERHjCSRyCZBcIXH5Vm5nQkOmoTiJfWRvxV6lnjJaugyU1qZtDHzOP+jEDjzdp2pXbNSWPFP6AjHPDGKHpERYN7V3T1rD7hSg8qRUM2LDuSvsRXAQPNUW0aIx6S1z3T54iWQG1m5nQlvAb3vOiJtviIltqkH317XDo2M2g9xFNjJHOAL/5qE78o96DGak0FZsagQApdXd3uwA74tOcedboRHdETjTov48KRjLI1JWLltyS35i0egij3l+gLR8+SVeMku8ZqjPoAg+QTiIeSdVHKKFoRluKpOYmWmTk/KtmCOYAf4UbJT3S150LOX4fcfm/SL4doe9qT+sbYxmYOeSbC4PkoMam4sr6OpdVV6NuFBQZJCoUdBnhKhAr1WaM9lqF1a//2UZmByxLXxUcimUAiEad+YrwURWgWHoNlDVqH1i2GBvd4q2XQXjDf45iwA6MsnvnwvBDAuQMezEIwHsRAmL7Cg7V8BoXixPGc304yEJtKxdHdleIloMFkyhSTJNdRKS3BmhtYW76D/PosY4PbTLIWwZlx33I/MdFYLOQQCnlo8mXWzBjIHcLQ4CDpRBjYDLvAltbX456V/gRayzr9RIi+BjAmHcpOB2rTWpoZ9VJy+m3QNnWOyPZaaIFdDsIMHmYySVDNDEatYHlpjjJPMHG0ika1gJ2tNVirzIREBJ0pH1GviHBrC4nwDpKRAvo6mzg4mkAqVqSem/CjTVJvkraPzu5+6sUnAPVqmbabZrAxhjKDWUvLi/C9JteuyItlGDkGM6emHmJpZYFJjNtYWVkFYMhkMujt6UUkFOVa13hmFnHn7h03J+HMM9BWp+/Xn1/s6+tj8KhGG9mB5qs/rdn+pYIhF+AvFApOPwsLC9BePnv2LHqZEKxwr8gGotEEg4QJ3L83CTOfgcIiphjUHWISdGzsIPTt0QP7D+O5515kwmOcgdh7DEjmmHy5hzyTJfv3H6S8Wdy9dxebTGDlcjnktjaoFwZK61WOGUI2m0b/QA+D8D0YGu5nYDCM+YUpNBj0S6ZC+ON/8lv4vd/7FkKRCue4jZaVcfzkOJ5//ghe+tIT6OqmjHHD2XPHWU8z8LiMDgYclYheXFwBWh7tKIzOzk4cODgOJbMisRamZu4ht7VMmiUsLM5iYKCPyc1LXI805Ytybv2oM5ETCreg/8/ipWeeYiL3G+jrG8TPfvZLZLkOC/NzSNC+x/ePwQv7WFpewtVPryKdTnFsBdsMMv/ytZ/iH/7uh/CaPlNEEXz0/nW8/+7bDLjfRm9fCk9fOos/+MOvMGm7nzwHuNd8nD93jkmiw3j+mZfwrW9+BTkmEG9dv+f0+9Of/gLzTKasri7TPvOQ/8szqBuJ+Bjfv48+MQHf93Dl8sdMxIwzqNxPe/MZLF5APl/CyVOnqfMBXHziGWxvV6nPKBqtEApMbPb2DSDNRNcOA/mRSJi0M3jm2ac4rzXE4j7OnjmG3/6db+Nb3/gyXn3lZdy5cwtjY6MYHx9zPljneJ3+o1yu4vTp89RBi7IweRM1dNIHjO8fQbazA9xAyHDdu/sybl2WljbR3zuAWrWBt968TNvcwf379zE7O4s1JlvDfOnSLyKUmGxbWlyHZz6ufXoFTz5xEj/43qtIMzF7i4kBJeV6+oawyKB6o+Zj4sEMg8kLePedy9wnZWzldlgWcPLkcfLtcnpJJbq4j8BPDCE/ibW1HVy/PolEzEdHqpfrNMu5pXDkyBEcPnwUVSZqT506h/W1bWxu7JBmEblN+i4GrJXEyuUK1NcitpnAu/jUGVi4iV7a95NPPsUg/SKq9RJeePEZ5Jhgkp7lu3/xize4lpuc7zzvZ3Emp+fgM6DdalaZXMxQv8P4wQ++jsGBXmxtruPppy6izvNhZWUN4UgE+n+8DjFBP8ik15Ej+2jvERw8eIS+Ezh6/BD6hwdoM4vQ/Un7fIAJiEjUw/hYPxr1GjLpDHnnaCPL7pt2hR1Dbr1GX9dEZ2YA21s1JONZDA2NMhH5gLQPOX3E+ZLc092Jvt4htJgkKBaryDK5NjExhfXNHJMGRXR1d+Htd97CocNjOH78KA4fOYDTZ07S7p+E5/nU7yr13wLzoLTPClpMuITo2/r7+7l+97GxvoRz3NvPPncRZ84e47plmCzOY35uhWuw5RJ3ZmE3t2Xuv0ajRn/STf0UkOyo49nnjmN8fyfX1yOfJtz/Z5P2+bWvf4V7YD/+1//sWxga7cXD6Xm+w5Rp0xPkO0vdRbiXeuj/MrShJZ4DG5SxybNgiUmnh0x+3kI353b8+DH65g3oT+026h5isRRC4QimZubxYGISoyPj1HGL9jyJTKYTIZ7xXZ09XNcU6Uzg+rUJ9jeQzWbRgsEsRD9bpy7K3J8FrK/nkGQiTmsd53m6Kbsp7FBPwDYTfzn62UbTw+FDJ7GdL/JcyCCV6MbG2hZ5RehPIlzTSSjpzPwBGg0PQ8OjyHR1YWBwCGfp81977U3i3Ma9O3eZLFzEs89ewh//8Xfwta8/jyefvEhZtjAyMgTp18x4RvRh3+h+2vAWz48CDB46OpLUeRWHDx+i/0vgS1/6Ms+yioMt+vwak7G//OUv3LPqoXAImUyW+r6FZDKORDJJX9WHq598ika9hfPnnkCS95R9YwP4kz/5J/hv/+S/QzKWhnxhZ7oLy0yuRqMR/Df/mz/Cf//f/ys89fQpyK4vPXOOfrUL5y+cxalTx2gL/bh06Wm88MILPAvruHP7Hra28txnEZabtJEYunoyMD+Mbd6jFuiLWi0g25mmTDHutf0YHxvGzOwk99IocvkKHkxeo33k+DxEGMAzzx3BgUP9eOWVL+PcubP46qsXceH8YZ5pvfjZz3/q9OF5HvaPHwB4y3n4cIb2cpvzHQC4dg/uTuLIweNIp7owPHiACdYtfHr1jqs/nJjHgwez3DtnaYsdPKdbyKTSqO4AubUK4uEY5BdqlQJ1s4IXX3wSR48c4B2iA6UC0JkdZoLzKOLRNP1rHa1GEyHK4ptx3BDtsIdJyEWer+DajeO7332F9pfHIH3Jk08cp40V4PkhJr+HAK+BbuqqWitxHg3sPzBGPYa5x5M4fvIAmlbBd3/j63jq0kX88o3X8eOf/AzRWJw6jiLPBPIW7bNFPxFn/EFrUGAScnR0hHfHutPxzvYmGo0iursSePWrL0Dnf6NWxRr93DP0n196+Xmez1Hu4xz36gb3ANfiwX2sb6xzfz2kL5nm3p3G3PwyCkyMM/8HM6Nd1rmXU6x79MHL9Ns5+JzTwvwK9GeyN3m+1msthxOJ+ujv60SxnEM40kStVkSRSfKpqSlks1mMjA7iwIEDvEcW4XlGGRr03eu849zi/q1jp7DFu3aRtlYmvybS6RT91Sb3TDdt8gzPwTQ83zjnBnaYKE8mkujt7oNnHnUV4d4cQCd96sLiInQ2LDN534Ch0eR657aQ6ojiIJPNfQMdrCfd/t7K5WHmo1AocW3DCFkIC3OLKBXL8L0QfeRNLC0tIRT23HxWV+bYP4n85iqaXMtMKo6Q53PNhxBnoqPVqqPF+9fy0hTKlTxgfOY9vNk0zpGgDYL2R/fuer2OEgNYOluqvDvqvUf3TbWrbDabEAg3eDYzaE+E+P4YDlNm3tl934dZm75wAzZscu2gDkRTEPAQ3QA0JqgHcghX7QLR3wue78PzzdGWLGbiDQhXdCRro9GgTTaotxrLOqHxaC7CAz9tvKbrazEOo3bR80lfoLrAzKBnn3P1fPEOkX8I8DyCD9AmzQ9zmp775dcaF71GenUqglMHq6ChwIjv6LE02qCZQR/NVdCWpy0nJ8cfcyCcADS/APbia7zahWfmwfEhfbU9DsE4lZpze4ypcLoQLa1TnXcMlQGeWRtHiBonui3al54FZgYza/PmHCWDwEzr03Lrg91PS7rZtS/RaVJJTT6L1xeVahP86ri2je6SBQWgrYP7rkVoQknWlgEUCh7XD56PlnlcK9oLDC12NSmL6JoZnz77UZtAfAO59Cx4hMWx6m9SD2rfC2afp6cxQb/GBDRVV7v629D6nK7MDGYG6dKj3agMcS4B+L7v7FPtZgGeB8Cgj2gLNON2ydqu3MEzhwkVTa6D5BIEdiD/INA7dwCyiybXS+MFGmzW5mdmTlbJJZkkZ+ArglJtQb9w9oJZm05AV+VewO5HbZLhcVC7QGgq1R/MR3MS6FntAuF8HjRTxp8zAAAQAElEQVSyDcITCE8gPPWYmZuj2gSPt2tumqPmZUZcgdfel+oTBH0auxew+wnazAxmn4G6gz7xftz29vYHdYfH9fp1pegJ9z8FAY7kFmgOAtXNjEMFLP7//BHd/xzsJbkX9/H24DnAoaW7vRQ8N7njg/reMhi3t1R/k/uhuUdvQb/mrLkLhBe0B+UXtZmZsxkzc+uJR5/2fteYANRlZip+BZdTcHOSXHvlMKM/293XsnGdpdqvKmuMPWJ3LrJn7d9HfXzBEP5e0H4vMM6k2ECVL3nC17gAR88V115Fs97kuUHgxU04DliXfK7OmJ3qDiifJiW5BdojAtUDMDM3Z+lWfSoFe/tVV5sgwFGb9Cc+KgPQ816QTME86pTtcbzWnvV243ZlNmvLZfZZKZ7iL78W4Tt9OBz6nC8WbfGQrnXXUin+apcezNq09CyZtFZ7cYQbtKtP6yI65Upl952s5u7JklM0hO/Whv3CV13j1S5+gbzRaBQJJndVqs3MnG0+qpvn1gB7PuqTvt083VzDfI+IOlCb9CAcs/achBvmHVE8YryfKiavUrgC9QlHoLF7QW0BLU8P4XDEMRKBjo4Ovrh28KU9xot0GJ7nU0xzwHOYm8O4CGoPuT6uJ9vg6sIVSFlSjkCKkgLNjDjtiUthUly7v8bxLdL0GYCPODkiVECIQQGPTt3M3DhNqN0ecspTH/gRbYF48hGqi64WWqBnM0No91APxjV2N5HGmZnjoT49C8zM8dE48RV/8COaMhKVmoPos9n9aLzveY6X8PUMfszM0VebaEnPqpsZ9BGe2rWYAj2Lruah0szcWghH8mis8Hy+KGi85BWe8OVUAuciGaVr3/cdf41XgkBJpkwmg87OTmeooik6wtULksaJpvDVp3Z9VVs6E554SUbhCKQHrbNAdfU3aBjqM2vPUXWNNfMgO9Jvh0hejRGoLr4C6VdtoqNxKgPQsw6eNi2D5NNYJeP2zlvjRatG5yyZzNq40oXGio7mpT7RVlnjS5tK9QsafNkQfenbrD0PPWv9VJqZszf1Sx9mbR6pVIovuWm3h0RbsjTqemlqkqy5F0PJq3mq3/c9tgNm5vaA1kfJQL1ci5b4mRlfoKvuBVnjzIQbdviSxecaC7RmAtU1F+kk4CV9aM4ebVQyy4YEwlfZQbnlSMzMOT6NBz/CjSfiDD4kuT8jtMUQSAKlcoEvw3yxr5VRY/KiyZdkBbIrTOQUGJCTLYqn6GiNVJfscrTSiepqlw7IBi0eBsJRn541hxBfADVefZJR8qld4zQX4Uk+zUHzEqhfpehqrErhqy7aAo014/qRp+RQn8ZIl6KlfSJoMDGsfvHRODOjr/Lcuuu5wUMO/DRJhwV1E3b7qre31/lRM+MB3nD6FL5oaY7iV2DycnNz09mDxir4obXSXLXumiuHO15mlJWXDMknEI7mpVIylBmEr1SqgHsjg3s5L/OgKpTKDFiVoGRGk4Fkz4/BaIYtBoWr7KtVyk6+Fjdlg3NtokWbCkPBx1g8BtDsHR3KWioVQQYw/gvis4vz9YjvI8zEpO+xg/u+SVtvMuHWpLyehRDyZTNhxONRx0u/dd+k3sTT+NLV5CtjpVJyQSX9ecxSuYhyeYdzKJNdk6woU4hjGZBqChgMrTJgXWRSxuf41bVlBtPWGARbx+rqJPW1zucpHuIL8LCJsO2w3Ea9kkM0XEOMQax43GPiKoNMRxzRCO0ZLRR5KcszmKy1MTNOBjAzrrfv/IyZOfkblD1E3xvhOdXkfLWe+qWfdSagcwzyV7kXnA0ykKJ9YqgBKKNQWEcmE0elnMetGx9jYWYSA31dUMCvu68fXjiEzq40fAaXPBQR8naQjJbQ2VGD11hnYGoVleISZqdvIuwX0Z0JMdhZR0fC4/xK2NpYRLmYw8L8Qwb1ZrHNJNitW7fw6bXrqPIiKvoNJlBCYQ+RaAhRJnROnDjGeph+ZRsLTHpOT0+zXMQKE+nxeJztO6Q1z/FlDA0NMOh6nEHiPP7jX/wlfvQPb7kg2hEmgrq6GIBmsmFtdYVB/PvQBQiUqlyqMGC/4fBEv9FoIZXs4Dx7qNcIg4QTqFSa8L0YBgaGKHMBU1PTuHvnHvSnWpJMzvuex+TZSZw5c9LZwuLiKgN4t2gjBa5PCwrEZzIpjO4bQLYzBVgVzVYVq2tLUAC83qjQHja4B4sMMKdphyGkuQ4Dg10o7GwQb54X7SLtL4dsNoFshvJ1phkYv4ECdXjn7g0Ui3m0Wg36uQbuM4m2sLCJ1ZUSZWihXKqyrwWf6639vLiwyLYSLl++gjUm6zo6Mlhd3SQNrlWyG6srmwzMTlGPm4R1bOZWsUYb1rd814inb+DOzsxifGwU586cYTKpBw8m7mN+cR7pjhSWVxfR39+NrmwHLl44jWTcx0MGffNbq+jMNpm0PY94LISHkw84vx1UeQZ2d/VhfS1HOYF/+Ptf4O///g38w4/+HuViCSleVkdHBxBmsl0ufGryPoPgWYyNDXF9mBzY3kIkEqUdzOKTqx/xXAsht1V3pWx/dn4JXT0D8ENxTEwsYGZmFc1GBAcPnmQguIi33/4Y771/2f0J1aeffhpdXRnitnDv/k0mmW7hmWeP4OjREVx67ix5TDB4vYDl5Xm8+spL6O7KUjcr5B/BOJMFmVSWie7ncfzUCSZlnmbydpzB537qdBa1yjZGR/oRshrKhRz6erI4cfw4kokIVpk0UzD9wIFeZDs73J/aXF5bRzyVQSSepgeKYHOrjIcPNznvg+hkQirCZL++SbXKBGgLUa4f3Nw8LwndmZeYTFdi98SJo5R3GR9/fNUlmW/duoPu7h4mEJdow00myTy889YN/PIX72NpYYtrUuWapODT5nt7qOO7d7kHStwji9i/fx8eTs4it1lAPJbBQP8oMuleJiCq1Ms2BrlHfud3fwtf/+YlZGirzz7/JNbXV2iTE0xE9CIS9RCOGEJM0g8N9dFf1UlzFG++eYOJpQnKP4MG/bJ8gzGhuplbow0XEI2GEYsLopBPSyQ4x0gHPvnkuptbsbiDffuGOZcS12gB77//CfdUAZvrm5ifnafNPYUHDybgeWHq4FP8/u9/H88+f4k+xvD8ixfw3e8+j+6uTmivCObnVkkLOHL4FMKhJD784DoeTizSPyepiyrC9IVzc7OYY9B+dnYZH7x3lT5hAr4fYX+F9uNzL9YwONiP4eF+HD9xGGvrq/jbv/077qktZDIZJkBBX+9jiwno/t593MtV/M1f/QiFQhnybYvcT/fv3+FevItQCOjpzZIusLSyhEgkTt8SgiGMDtpILJbAU089iSITH/o2cJP+fD03h4GhToyMDuJLX3oZ3/3OdyjLPs45CvndTDYFC9fxwovPsP9pKBEWj3dQLkNuo0C5ipSlhCh5dXRkef6UEYtFeS51Y+zAfmR6OvDRjbdx8HgHnnxmH3r6Y3jiqYtIdnSjVPIwOVHk2AztO4tWLYJPP5pkUmsAyXgS/+J/94f4b//V9/HlV0/i7q15LC5U8Vc/fAe/5F60sA/4dZR4xvb2JKiXdRw5OIZuJr1z9EMHRoaxyQRTZyqOkf4+dCbjuH3jKsK8ODRbNWzRNlfmcuhJ9/E82sLhE8N496O3EU51Y2Y2jwe3prG8MMfk4Rz6h6L43T/4Gi48dQ5PPf80QokofG8O2Y5VxCObuHXzA6RSdXjhPEr1ZVy/+wkm5x4iRDvO9mZQrBXwzvtvI1fIYXT/PkzMTLCtiFt3P8Crr56lf5mjnznEdWngB7/5e8im0wijhFArh1e+9DyOMunvM8G2vbGDiXuTGNt3AOZ5WM+t4+adm5h78AD10jSqtQ/xz/7kAn7w20fx7IvjePXr59G0Es+Z12gfH8CzAkJ+BB+8exf375Xx5//LG5iZr+DTW5O4cvU6bt+9w30Xpb1EsLyyiWna7eZ2AdvlErJMXh05PI4hJhAP7O/H4FAXXn/7x1zXEZw8fwwP5xcwtn8cqY4w/tHvP8MzdxHHTu1HLr8K/W8N9P/WXea9ZqU0i3BnBNfvT2J65iHvR1VMT1e5D+ro4Hv73bv3cGD/QcSice7DEB7ce0B/PMV91wv9OezF+Q3OIYyu7gH0dA1yTnF0dw/BWlG89ou38c7bV5jwnoLXSuLMySdx6ugJ+Ihgg2dSgXcj7cnhYdrGxibu3JjGresLuHljDttbTZ6tHvkmsby0QtkmMTF5h/fObfi+j7GxURw/dpQyJpGljcV5r1hbW+UdYx4XnziBVCpEOte5lmvYYbLQ84Cl5TlUq0Xk8zl4fpM+qUz/P4QGz+ChoWGsru5gM7eDZSb1t5iA3toqIR7rQKFYhhKrUw9XcfWTG9wbSSZxDyEejWHfyAjGRgbR0x3n3qH/on5jsRaarRpiiRC2C5s4c+ooMukkdVtERyqGJy6exolTx3Hm/CmAgm0zobi5tUPZN6BkRzgahR8OIRTxEeV9ubevB+ls1tlCLJbEzMw8dK/ZZKLy0+ufIre1Ad1HersztJUaWs2a87+6900+fEB/3cT8/BxlamFwcIj+IO502NPTxT2/zbNujDhV2tgCtndytOUWkskEpqan2F7DAvdOinvMeJbrTlrjPXx5eRVb+TxSyQ4sLi7xDNpEMpbF4sIabSCMOP2FznHde6ORKOffwflXHd8a7436pTlQWp11yUQKaPno6+1HxI+ip7cbg/S/Id2HvQiifhwxP4V+2tf25g62uUYbTCYX+X6ysZVHo2lIJjoQiyZQZ3CzxIS35xlA+uBHdTODsc33PYTomCO8Z8dpM1Hp2vdhZmiBYvCdq7ULOrN0L9ccBJqPoMx3oHK57M4M9Qvf8zwIfy+oHQaoT+CTTwBmRm6gfhuUue7GmhnM2gCYGyd6ovMI+G6gulmAB35ob2wPeGh+AbSoG04HARCZdc20PVc9N1tNx7/Od6w64xWak/gKxEttArUL1N7kQDMD9oBRBx516/nUp+ejCSOASVZACVYBr+poGvsZizPiGPGh0jy0SE7g6HM+KsVfoLqZwawN2P0EfeqXbALV1W7WxjX7rJSOBGZGCm29fTG+B+ERya1RQFe4ajMztjcJjUegPuGJt0DPgqCuPj1rvGi3wchHsuDR3NRuZmyn00L7E9DQ+ADU1u794n/V3+S9THwFzV2dNtXGeoMlf6A1URK8zocAWEUbWpC1iJbgCzkRQX17QXhm9mhOZr9aD/CblKVJ0HNQV6nnx0HtskVBMKcvwmnt2rTkaNH4+fNIFulXYGbqdmBm8H3P+Qaf9ivQHpJ/kK8Q6NmjjYMf8RZdVt1+klxqk2+TjxDoWXIGoD61CXfvWNXVJlDdzJys4iUwM7FxoH6BmcHzffjcPz5L4QnAz6N+yqq2x4Eojr7Zr9LVWMF/Ckdy/qdA44N+zfdXgGutfrM9/GllGheA+AuEpzbVzczJvXc+ale/YG9dzwGofe8YM1PTIwjw9paPhbwHbwAAEABJREFUOvdU1B/MJVhTPbdlbD7ClA/7IniEwIpofR7Y+Gt+hPdFXWoPQP1BXWX7Gc42VX8chCMghsNR/Ytg77igX/MVaO4C2bVAOtGz+gLcoHy83cw+t5Zm7ecAP6ChUtBu3ysNnN9Vn0A9Zgats/ZDOByG9qxKj+3CEYAf4Wgvh3kGqdSzmbGH2qCjCMYHe/8zHM/JLMQWcz2SSWMDMDPXz38f6bRJWw/mrlIQ6El1gXBEKyiDunxIsVjkXa7Me2uV96eauytojGgIpHeB2jROsJeOniXvXlAbXTbMo6T2GQjH9VEHKkWn2Wifb+KlZ7XvBbUJxL/RaN8j1C9aZoYQfZPWQeDWgj7JzNTtwIw49GHSte5jMSYepX9BoFfpX2OFk0gkkOC9Tbh6Vp/whC8eaheO6OhZ7WYGyag5BDrd3tl+dH+T7OqX3CqD+5Crc/32lnXqQzmdarXqxgf3QD2LvmgJVBdobQTi+0W4oh3gC090VKpN4Jm1laWHUqnEC3uZivN4UEVobD4NDTSOGo2ksgtlPlcfGUowKex+RCdgqnK3GVKimfEQ9Ek7BCk3kUjyZSH2aCMFyjRr40nZ6XQaXQzUJpNJBljC0Ec8xNfMKKM5msFY9UkZmqgUBH7EOxwJI8mXDvH1Pd/Jo3az9uIJX5tBysHux6xtPMIL+MkgRCMAGY5PIzQzN6rBBRV/LYZkUaP6RSOoi4aMx8zQ4KW4rfeS06l0Jl6SXSAaZubk1TjRUZvk1Di95ApUV5vGyMDAj2QTaIzoNnnjUl2yJ2joKs3M8dX8RVe8PfPcusjIha8+zalWrZMqaBMt5yyanKtA48RX/AXCr+0asHQagGuv1x7xE03pSe0aL96OQVuVrqp/1N6i7OIlvDp1prpRTs1PcspWNB89B/p2pe85+zD7jGh9z0uI6AegeUh+geptHgbPa9NQqfYyE1DqE32tifiKf9AvnKBdfVrrSCxC+0s6WYSnOYmGZNH6KQi/srLCwOg6tna/iR3oRriiIVqiC37UZmZoMAEW1Nns1kZ0xUNrrL0zODjokhtqk65lK9K9xomuZFcQLxwOMQgQQpSyRqIh+CHjM/eKD65ZlYmOLQYwNvhinkOlWhE7B6Ilumbm9miUL72e77Gv5XQnmcO7B6b6tF4Cj3qVrOqXDOqTTNKJ2lUX6Fkyb29vQwnHBp2k8JP0CepXm4AM3YEQ4Et/whVOnIGNGJ2/eJkZzMz5HR0gGmfWbtNYjdOaFPiir7G+7zt8yat+lQKNC+QUH+lgbW3NraFsXjKrTXjCl13pWeuiAEU2m3H6En3JpTmlUin64BIUCNGfG9jczDl/KzmkQyU5OzszDEAluKZx6DfPDSEGqWsMTjfpW6OIMPBbrTWgBFqTF1/nDzg/wJiQa6BFmwGzJi0GkcI+kM2m0JntIK0YYtEwwIBVkxeQ9lx9SM8d6YwrfePRzvE8GWDc/w0maioMMBcLtAkm10OhFmUw+Eyuas5mPg9Ho79ooEGapjUn/Yb+/0AsgQbMa6HOhFejUUZNX4lollFl2awX0ajvcHY11JjIjdOGwp4hnUoykBOCT9o5JqOnHz5ksHCSwaVNrikQjzVoJ4soFRaxvTWNlcW7SCUaGOpPwmvkgeYOujJRhLwaedcR9lvwOK8o7T/TkXbz2lpfgxJNWi/pXnPRGgnMzJ1fsVgcHQxihvwQkx15FHnoV5kUbjIABc4hlWghHi+hWl+A568xSN7C+to9oLGN4YFOjDLZEee51KA+b9y6jp3iFnjaIp9fZpJinvzXeRlpIRyqYXVlivtvBcmEzwD8GudfRciKnEeIweMCWvVNJl5rSJPngztXcf/ODSwtzqC3uwvj+8ZQKpaYmJhHqURcrn047KFY3Mby8qKzpWw2jXQ6BdnMAwaYl5aWIBgZHaJMTSajViA5jxw9jC99+WU8+eSTTHAehAJ+RID8l/zWyvIyA33LDDauY/LhNFpc7xOnTuHA4UPoyGQxOjaOUDSCd997H+998AHXqcRg/yKTNp/g00+v4e7du/jLv/xr+pl1pJkg/eXrPyfum3jn3TeY5JjHBte70Yzi5MmD6Egn8f0ffBtPPHkWkahHS69hlAnVHiZFRkb7ke1M0letc97TKBTyXKskYC0MDQ9yr5RQYdJe9h7hHnj5xReQ6UhgnT741o3bePed96DEuObcz4TCOhPl8pX6NqN8g/anvkmlb8WuMSknO6lyL6ivSF2fPHkKTzzxNBNYD7C2mqONxfGLn72D2ZkV7ocQ2zbxcOohg873aBtNPJi4A30DVPof33+I+zCB6akprlGB+6YJ3YPWmZg136A/NfngwT0mVeLQN3mee+4ivv3dFzn3LM6cOYJLl57A4UOH0Wx4WF/fYYB8BvV6GONjxxGPpvDss2dx/vwYxseGqMMwzpw9jG9842V893tfw9PPHMeRIwdxjOuscyDLwPC9ew+xurpMfWaoZx9NJqqfeOIg5pnsWlxcwE6hhNm5ZZ4VKSZf57n+W7h/fxb37s7QLorkc4B3uAEmgAfRZDL/5KljtJte4rc49xoOHx3B+uYifvn6T9DXl8XC0gyatNEy/Um1WkKF5+2NGzfx5htvkf49TE09gO9vY2buI5y7OIxXv3oB//xPfh9DfWl0d0Tx3NNPIsqzq84zaoM6u/bpPNZWcgxEH8KlZ57HU08+g2eefoFB9QGetUUUC1XsP3AEa2vbMC9EPh8hHuuiTd7F/XvzOHTwNFrNBG7fmcVbb3+KH/7d6/jZT99GhEmwp5+6hGPHTlHfx7gnnmKC52uOXmdnN4aGRtDfN4xoJMm1AOfRQLUaxVdf/RrOnzuKhw+n8IBJ8FqtQlohAIbOzi7qegOfXr3JOUaxtrqBwk6R+yGH+fl1XL5yjQnDH1LuLSwtr1CmO1hc2qCNL+HunQnoG7fa41//+tfQ09PD/V6irodx6tQwzOq0vznS9ZHkS06pUMTtmzcwMzWJScqR594q7ewgGo5geHCYSdjDLjnT5Hkbi3iYn7tPnSUxOtqHGP2MfEM4FMXSwgru3L5POcvQC8zqGukyuTTFhE804eH23csMym7he7/5VXyddpZIJrDBhEw+v02f0uSaDzIhW0d35yjqdfKZX3RnW29vD+cwiK5sL/UfQUcyg/xOAWPj4/DoV0IM4O/s5JHOJBHhubWVz2F7p4IPPqQv5TyeffYZPPvc80gl01zbDeo1ByWvk8kOrJO/Ei/j46NotRqUZ4VrU8KRo0cQDofoF+cwPz9P/1GiDVfoCxqYnd3Ahx/dwgCTp8YzI0E/FvYLOHWmE5lsCe9/8AbOnD6FUyeOYXAojiYWOXYSW7kl2tcgRsZj+MZvjON/9c8v4Z/+yde5dzvgJ2qYX12EUb/heAr1VgK1RhT5fIHjdnDi2BlkmUyvVpqQLRfox1qNGozeLpGM4v33bhC3hNXlDWhe7771Nq5fu4q/+su/xNusGzwcODDCeffj3LlzaDFgv7CwjDh5ffObX0Mut01fkwRaIQwPjyPkJ2gvo1z3EacH/cKlkiiVchOVcoM+NEs9NZhw6WbC+D7tbYprEeHZVYbuN5OT07T1CD65MoH33v0E83NrKO40sbVVhpJb167dZLL9OvaNHMbQ4H6cPXPG8dMeeebSSy7R3N3dD/M95HI5KBH15Ze/jBMnTkF/llYJw9GRfUwCdlOOKjq7OlFiEEN2//7779N+6oQG/d4GVlZWcf36He6NWchPnTx5kjawggiTM7pXyU/rLtZsNd19JZGI4dr1mwhzLVL0I9/57sswnhdKiCWSEej/B7vCJF61VnJ+eXl5iTYxh0qljpAXY+JsDlEmwwcGBtw3VWPxKO7du0N56tRXBtlMNzqz3RyziGcuvYDtfAWLCzl0ZoYxQX95++YEwqG4W4/xsXEM9A9icX7F+Q/9P2tbLQ/Xr92hTjeR6DiCH//kGlLpEELhJApMdubzm1jbmMOZc4dx+vwB7DswRFvtQTNaw9HzR/HUl84j3hVHPBVBhXetMu8pnhfGocMncPz4acTiCZw+expD47349P4V/MNr76DhR9H0OjC/sI0bNx+gRJ+aIN7cDP1SoQVDnGcpsJUrwPcjLnH6pS+9ROts4P7de5R1ngnOAs/uBfqpJe6HHPRnv8fGh3mPeAEt6v7AgXHom7qZTAfXbAl37t5CNBqF9n+UeyyRiGJmdop7O097m+Da5rC4WOKcgWo5RB8S4/rFUeI61Got+tRFdHamkOWdJpfLo15tkg94p9pgsnGKc93H9TmLP1CS/+IR3n/CmJ6+j1J5i/IP4yx1EOM7kH5pwg+BfPIo8f4Z432vf2DQ7bft7R3O14Pw6IqgJOni4hzPwm36/QHSKqGzuwvf/PY3uTd2KHsR+/btox8+CWMArF4rw6OHUBJ1cKiXviDLeVQpZ4O23YNIOEobIw7Xp9kEorEwfUwK+n/Ljo2P0D/GqMsNJ5f8fQ95jY2NYB/P9M3cKttL9NXdkJw7tA0zn/eNGe7RBrZzFVTKLURCCaQ7sqiVa8Tbpi7LqDL5WOC5UNwp0W5rlKmGra0cdbADcFW1J7vJS3soxDuk7K5Km4hEwzz3l9z85Zs6OjLYP36Q+klwHiXk+O4WiccxODyKZjOEQr6Gvs5hdMQ6gYaRdp3Ua+RZpv8g79o2ahWtXRHVUo134Qb3e4P6aUJ70veMfsdzYNauhxjoC4fDCMA977Z5XKSW9M6zTH4Kj33Up1hMg/17Qe93GiuamnOUdun7PgRmnqPSog2335WC5xblbIN0JnriqbJFGTSoyviIoEJ9q1SfYkd1BjkbhDaa6LXBzIc9Ag/iL7nMpDtRbMPjbZK/wTnVGTOpM+4hXpIlAPUJR3K12iQgGqo7eTSGfqJOgZpqlB45f5jP9fJoHw0HAQ2RMDOYfQaSVWBmjrZZu/S4hmYGfTRe4OQgL5WS9zP5qEm2C2cvCC8A0TFr09tbNzPIFgSSQ/NzvD3PrVOA2273nIzCMzPXL36Spcr7fa1Wd/OVXOKrscE4M3PzVptA/QLVA9j7bNbGZwEYHn3EL6Cp0sxgZo/6H69oWdpg0Bpxh9CzsI42tFS2qD8OZMF/P/8jfpLri+DzmKTBNdDcBXv7Hh8rufeCmcHM3BAze1RXQzBWcrTHmJodqE/7QfzUr1K2q30jqO7uI7VpjQIQnsaKSLCWZvZobYP9HKdPiu3Ghfbah5m5tRfvgI5Zu03PgSziJ14CtYMfM/vc/OqNOgKosd6gv+CJBCLBfI9r1nxkU6IrEC2BGbD3WW3Y/ZgZSdjuE5y8ZubaPNq2QHMXgsYJVDf7DMesXTczpxuzz55hEFFHF3wQPTNjjcAS/Ihmi/NhFeIV4LRoJwLJLt2oFE4A6hM8/qw24QpUD/qDUvRVV18AwhUEzyrN2jKamdAR/KM+gfDl31QK1LYXtD4BaL3qjF0JGjyMG3xfaPBZdY1t7gEZ/l8AABAASURBVM414PF4Kbp72/QcgNqDusq99PQsEI6gyc0dPKsUqD0APf86MDOYmVvjYJ28Pf43GKe2vfsg0Df4Ef+9a6k+M2OPzESepeVspUkdiZ7KAPSssdovAeg56FcpHHCOqgvUL1zt7WqtyvO/Cj2rT7gq9ax++QKB6hrX2rXJYD7hUNjZp++3/bvneU4fZuba5Q/kBwSqY/cjPJ/nnc5+9QXnv7rFR/wkh3SmccLVmADMrM0Hn/kOjVW/2W4fS7V9EZi1cR7vM/t8e4s2KDkEqgv21vUsGir3gnA0D0GgS81JoDb1B6BntUvPipGXmC9UXT5YY9WvMsDR3VAQ4KlftISv8UW+t6lfdbWpX7KZ2aM1kd4j4QjMDMFHOKKj8nEQzqM23lDMzNHS+kT43qdSEKyTmT2iHYzT2qjfrL1mkisA4ZiZu09ovUXLzKAPx3kqHUF1NujsdXnO5/PYYUBCitBEpSApSnUpQX1OEQx0SaEC9ZsZL9AxZLNZ9PX1MRjSAwUCdWhpMhJyrwB6NvN4ya+5FwDRFH3Rk5LFX0kUtem5wYuhJiRegUwq1S7ghJzywrxEi4/oq00X5XK54jaj0YmoHfwEdITT0dHh5JacorWXJ1EfOQr1BYupdoGZQTSkQ5Xql1ySVWBmjrfmpXbREB64Dqpr3uVy2elB+AGoTyB6KiWv1kB0VGqMSvVrTtrssWjMvYxKFulAfERPCRLREH+NUal2M4PPwJRwwU+JcgQ6F10zCsl20DhVmJmbq+gKApoqhS9QXfQlr+rgx/c9jmsbKB9h1qbrmddes/DuixAdn2QxM9fuyfFxzczMjZHM4qH5gB+fzi7MpIRK8ZJOBOIvXKK4tdOz2s0MWmPRVb/GqBTNoB7oTvILzMy9pGlMky87oiXQGI0VCC9YF+lXddmQEg0L8wuYYnB8cWkZapccsm3haa7aL52dnW7dJIP6RE/9wlUZ8FK72ra2tpAnqK/CfagxsiOVkk142qf6LfAaDyNOAXyT53lVdwDTdaGBeqPKl/8iE6RlSKfSo/QjW5IezIztTegjWdVf4wuW5NS81WZmfGkuMii54V7M+Sh0SAbJKpkkp+YgHYqGQM9qr/ClUvREK8xgpnjLZ6jUIRambQhf9KRTjTEzCF+yqjQzl3gI6Gi8eElW8ZGseiaam4/ahas+gX6LRr5KfiDKoJjMXTiSTaB5mJmzA8klWhovmTRepYJzyWTSrWMgt9o1f+FKTikm2F+SXbQ0N5Uak8lkINpmbV4aJ/6a9/raCubnZ7GyvADVN5jkUXs4FEUinoTuEA2+AEciPnwPMCVMmeCMEsJ+HfGYUTYPhhp5VKiHEiqlLVTKO6hVC9RfFeVyiXa1yeDTOooMxICfEP0pC/404ZNWNBZBLBZCiEFl/cnIkN9kENDIs0XaDb4c1AkNSOdgi2c+n1sEtgHwwz7MazFIs8WkZw6eVZHNRBkASjC4GMVAb5KlzwRhE+FQiQGWPIEBLOKVC5vwWlWAc7t/9z6mp2bJOwbNfZXJ7IfcZ+l0kudPJ8J+DelUE3NT1xn0v8ML2QbbKsh2hOGhjgoTitVqmba7zUDrMnW6Dp/y9vcPOB/hU4nttW2gUW+RZ5gQAYcwIFRGYavIBHUNvZ1pBqAHWMbRx0BeOukjmahT5nWsrdzjWboA369wbBkP7t/G++9/gO6uPgZZu7mWG2hwP7WaJZ6Bm+TbZJLLRzRSx8Ppm5h+eBu1Wh4pJibW1+coRxE+9VArrWMnN8eEaQSDfXEkIxWsLj5g8GmDOl1nkuQeA6CfMpiZJ1BOXnJ9+sqdwjb3egnXb1xj4uFD6FvlAwP9OH36JAYG+5hQOOTWJs4gpvbZd777LcQTMdLIM8mwxCDeJvQ5c/YMxsbG8AGToteuX4P2aH47h9u3bjIgeo/4Rcpdx+TkFHwvDDAwLT+nX/BQgL7GhH9nZw+DpgOQfXd1d+LixXN4+eVnmQDYxwTIEgPt/Th8eD/l6sazzz6BH/zWq/ijf/wNHDt2EEMD3QzY3oQ169SZz2TSbSzTz66vriK3Tj36Ya5vGRGWXV09DIJu46MPL3P/zDNR9jFtb4dteZgZbaUXp0+dhgLug4MDePqpp/AUIc+ED++p7O93ya/Z2QV8xITKyuqS4yl/GY2FnU60D5V0VaLo6tXrMPhQ4H9+bpF6W2NQP++SYa8pSN30EOE53dPXg4mHD3Dj1gJu3rpB37mDZDKNAoOZSsxLL0ogd/f2IZ5KIhyN4MiRI5BvGxzsp82NIRo1HD42jO9891UcOjyOD2hb+XwZH398m/Zc4lqs4O/+7ueYmJ5FvCPpArJPPX0eg8NZdPfG0JExPJj8lPe0EAb6s0yunsDIyAgOHTyI8xeIR33cuDHNJMAMnn3uKRw8OE7Yh8NHxp2/iMVjYKwOqVQGI6MjMItgenqJ85nGlSt3MDOzjLt3JxGlT7197xoD/gsMLq9zHgcQpi/JpGMMAveRRgV3J2awb/9haK6RRBiReAhj4/uwb98Yjh49jjIv8IXiDpTQeOlLl6ivFfz4x39NnYUxNz9HvlNYX19l8rabttfA8tIa13Q/Bob20c4NP/qHn+P1X76DTz69BY8JEP1ZXz8UZ6Iqz2ReN5579kVMPlzG5Y9vYHJyAeVKyyWNlpY3Ua22oOTo0OA+dHammTg7j2gkjqmH0s0iNje2USrWkMl0cQ2uYH1tE9c+vYHbt+8gm+1Avd7E6to8rnx8hXSLXJdJ7s97aNJ+Kwyu9/R0MkieQEcqjVMnT0HfcL7DpKTsa5mJ05m5FY5fRSqTAcxnYmGK9nWI/ProV6IoFOo4dvQY7XQS0kEqleK+qnI9DDpnLl16Ci9/+TnoEwlHUOE9b3h4mLrKolQqoJtBcq27fPbyygoU+FlmEr1QyGGVfuf8heNkW8a3f+Mr+P0/+D6efvYchph0XVyoQfOuVmro6uwCzMMiE00t3i+6ertw7OQI7bbM5PdNpLMxJiuOQgkEMOT32muvUc8PON9DWF7cxNLiGpMtS9jc3MDY2CjOnTuF0VEmW5iIWuG+7uvOYnZmhjY1jVKlhPnFZfr+DJZm1xG1OLozPdRHAqu5WaS6K8hX7uPE2UEkaeO9fRnuswm3HlubDfrITlz+aB2NVha37t1CLFlDcXsZoaZPn3MIYZ6hqVSHSyboFxk86jyVTGFuapH63eLZWEaNwbzr1z5BTy/3bGEVb7zxU9y8eRvTU3Po6e5HbiPHBNineHDvNlaW5rG9lcMSz+9++rqOVJj2XEM/99zU1EP6oi309nZSvruc3xKuXL6NjZUKPrl8h/bTB/3VgLfe/AXXeRPxuOHLLz9FHincuHoH5WIVC7OLGBke4rgPyWcDT148j376jeHBMWys5Zx/22TC3OO5Oz42jnKpThtoUp8r+PDDT5i8MPhenHPbwHPPP4dEMgqP57sZEFFyp1DlGq1ip1Chz1rgnjrI/gQmJ2a5P/ejxPerDvqAdEc3bTjDvZ3i/sthk2dkKtmJw0eOk2aaZ2II+qb+nVv3mfC9jnK5itnZeWys51zSdGe7yD3Rgu5Sc2xf2djgvPbRt4wDTCgKP87Elu5U8tNVBrjrPJt3mOBKZ7Ko8Vzx+M7Q4LvsxYsnkOqIO1heWSCNIfqdozh+/ATG9o1jdm4eqXSK/Sn6wk7sG++H9uHKyiLkf5977hmMjPSSZgmJZBhf/8bTzi546MD3DYcOHcJWbgdXrnzKtejHvbsPsbKyhj/7s3+Ljo40zp47Szyf9SweTDzElcs3eO+IY3jwAPKbVdy8Tn+1WsH9ewt48807vE8lMc4kVK1ap93v5z2sio5kD/HHeZp4tM8S4rEIPr5yi7ZVxGDvCHLrWzwrN+mTD+DB/UnE6Y+feeZpnnOz1HWdtjTrbOvTTz+FEsAf0/+s8Z7keYaPLl/Gj370M+Q2t3Dt2nXcuXOf67/uZP7mN1+gDPs4p7uktYAoz57lpSWE4w38d//qH+Mb336WPuAodsoL8OMtzHLPVxHF3cl5nHnqEhY31pBMd8JaGZTzIYwzkTYwGMb+AzFEEk38u7/4CS5f/gTTUwvUSYJrfBiDA/t4t2thcXEeP/3pT1HjXbbB963R0VHyT+DggUP40Y/f4hol4XlRznubOktQ3jB9XBTZDO3s0Ah0NuZyW6hUavA9HyWep1v0zyEP9ON5hCJlXu93MDd3D8dPjCHblcTqyjwKO9u8R9Z5DvZiYuIe5VhEtrOTdMoA9RWLJTC6bwhjB/ahd6AXqUwKtWYF+8ZHMTw6iP0HaKPkkU6nUK4V6TeXkM4k6ceOI86g/eL8vKPV1dXNO2cBOsc6mLjv7kmhr78LVV4sdY+o86xYWV6nDTYQjyehRP/2dp7yzkDvKENDg7wDHeX8V6F7V5R3CbM6z7rDFLNBP5zmno1g//gBjI7uwwbX9/7EFO49mKCP3UCOye8Gk8wezNnGDu85+gaA73tIcI7jY+P0ox3Q/i/wjqy7oOeBe7WI6ZmH0J/WDoV8noOd1HuI72HGvoKbm35xYWlpAQtcQ8k2Pj5GebJYWpijr7/r5EsmIs5H6a+0NOvt+6xvZWRSIXgoIxkH77vGu3oLUT+CaCgB36I8MZooN3ZoFxXqqspzp4QC31G2mazVXUnva4IG40TY/ej+7lF43/cR5nuMZDIzmP0qaIjOvwA0VvSqLpFWox+oOb5V+v16vQbxEa7G1Z2tNqBn8dM7k5mpi/6s6XBFT/2SJRQOI8AxM/iUTQDK2uJzo9VCnXd2B5xPjZesOssGA85Vvi+In0AyBHRFG/yIv8DnnPeWQT1oJ+rnfsza8gaNohfQbpJvk/KojcqDUU7RE5gZmywY5uYrXEEgY0u9HOPmx7rm0Z5PE0FCQvgBEMXpUvwEZuZ4sNgtTSiPwMxcuxqEH+gloBeUaq9TlyqFF7TXuX4CtatUu2iZmVunCIOxsh3pzsygfuHJPlTqWfTYpWEOzNoymZl7Vr/wAtAzlxnG/4Rgxpp5zlYkh0C4bTynQaH9F4HGCFGjBFw++jzKTV7NPaBvu2otGlzbBpE+48d1YVtAR7TMDFpvgZnhiz5m5tZNdASag0D1AERToPFmBrM2CE8Q4Knfo9/VPhFI9yoFqgcgeTzPd+vk79q8xgZ0xEt1rZX8RKFYwA7j24qh6VnrJxBvgXA1hmK5dd7bJrpm5mRWXbgC1c3a7Z7nIZAjKM3afWYmVK5Fy+lJa9NiU1MtLMH56tmVxFR/k8ENB1wP8fp1EMgZ9AfPmosgaA/qKoUTgJ4DoDhujmZGHTScTWr8o37K1v6R0GjPRcbMRjN7NFa6MPvs2axdJ9qv/LDnUZv4iN/jILkeIe2pCD+AYD4qg7YA1YxcCNT+I5kf56FnjdMYya81dDYX8mn/PozrC+OcBbtzFr4gGKu6QDRU7gW1CYI21QPYK1fQr1L9KkVf9f9yaHH9mg6C8e2y5earhOaGAAAQAElEQVTPWcDMHDR419I+EEh34iVc8SIK5+45UNvj/YC5Pqcn7kHpLNCd6vKd0WgUAvlS4RltHfyInnh51K/OQPVpTACiIyAql78tt549vy2P8DyuicDM3LxEr87zssZzuuLi40XonaF9dtedPhwO/b7adO+ST5CPCOg4flxftVUYoy6TjuhpnGQ2MwS4KgXgR/0BCI+qcf5A82K320uunQ9ByeojmZrN5p56w+EH+hZdjRFojFl77cRbYNaev/r34upZ+P85MGvTE57GUNuqwqzdLh7St9ZRoDmpzeyzfq11jPfdeDzu1ls4Zu1+jVW/QONVqi2gIZ6aq2xQIOYh33f6C/CEK1BfAGYWVEFhHQS0gvVTKRBd6Qb8mJmjLZsUSFbRFjzOz8xI2rD3Y2Zsox2KoAiLgUDPmpwUIcJ7iakuRioFYuaZ5wSR0BobgJgF9UAxKgXiJ8OU8W7zBViXYT2rXeNEOwCztmGIlvgF7ZIjkE99kl20VReO5/ucoLnLr2gHdEVDsgpXY/aCNppAcpiZMwLf85xRC1/tAehZIH6ip1J92mjiL/1Jj0GfNqt4KSGjunA1RvJoHgIzg55bvNCYGfTRs/DES2OCUn2hcMjhC0cgfqKj0sxzDkV46lO7mTlnIr1LBvUF8jXpRCWfeNT44lAsltxLivQh/amvQacjWQQOjxd69UmmgI7q6g/KoK5n0WjxUiD9SEatoepGh2rWnm+Ljku0RVe8VZecZgazNug5oCeawpH8xWKRL6hFvtSV+VJXYfCy7tZfcxWOaFerFeRyOYcnHsF6iKbWLMUApErpLJBdY8VPz8KT3HICcQZ0VFe7+jUn6Vlz0hjRlnyip2+JdHd3O5sSvugIVBeu9oCgPeeaWzu1q18gOuoPXho1VjIIwrSDGAMoUQZZQmEPYBCzVq+4hInqkShf2sI+QoRUKgnNUXKKrnQi2tKdEgEKsmzzpT2fzzNQve0unOqTDsFPOByG5iP9SH8ay2ZID5q36irNzK2X9CIczUV18ROOWbtf40TLzCDaeq7zRWebL8e66Iq3xoum+AqEr3YdfJpDJBxhwCHuxouGcAM+uigIJ+CtdjPP+SzP99yYCF+SNMbzfbfXzQzRSPvQlzxRXgB0KJiZs6c694Hw1Wdmbu6iId4qJa/WXmupUjx9P+T0pgChcFSKpuTSXLS2KgUaJ5k1V+GYtfkKV3QilC2RTCKdySCRSpF/GDAdeS14PhDyDREGgj2vgWp5G5ViDpXSJoOn62jUt+H7VcTiLQb/EshmIvA97hUm66rlPGpMquqbAMlkgjhRR7fKoHuBLx6yAZ97tcX5h7wmorS1OBOqqWQEiXgY4tdqMehkNVBiBkKMPIvchzWnV5/6jbnDNcYgXxOaT4uJhFIpDwVVlDCMRRscu82xRaSTLfR1hXDiyABOHR/EQJ9PmYG+XvFrMNgSwlNPXsCF8+dx5/YEpqfnMTTMwHtnL223RP9VZEApBI9J1xbnHQ3V0NkRYhJ0BffuXMXm2izUFovUkIgZaafQP8g9mohhu1iGz32VSiUYCE2CbgmVSp3m5FFfYeg3+Jv1KsKhJoP5Ta5BhbQq6O2OUO4a0h0t1CrrlLGB8dFu1MqbuPrxu1hfXWRwaxhDg4MM1k0yabDF4ByDedkMA51zDLjPYHbmPrY2l7G6OotKYQtr6/Pg1uZcDFOT9wAG7+JM4DXqJRgDS4WtBYSxgxufvotb195Df08crzLR9PKLl7B/bAC9PVnsGxuBXgDuMvlcKOxwPerYt28EWSZ5kvQJq6srDLpOc64pHDp0EAcP7qeP3MbU1ASTMxPo7e2ibgcAhrPS6Q7aVwTVWhU+13Tfvn342te/zkD4CY49hPPnL+DIIQb1PB/vvfc+k1G3mNj7mHPNMQiXg+z6hReeR3/fIBYWlrC6suwCetVqCXfv3XLBuu6uTjSaNcwvzDDAewunT5/AyOgA9h8cwvTsXWyuL2GMwct4NITlhQXUGcg/vP8gg58M9oaiHHOXQeENBhdPMzFyBAMDA7SPWcpvaNC/hEIRlk3Oq5d9/eRVdzLozwr2MKnUxWBnlImygYFBDA+PcG1WMDg4hKeeegJpJv/W13mObG3h9p07mJ6aRoQ+ZHhoGMePHye/oxhincz4fBLPPfc8Lly4gO6uNJaXdqBvxw0OjqK/f5g0h3HwwAF85SsX3Bjxffvtd1BkcqvGc7gzm0WKCZx0OsOg70n0UZ6BoRGcPHUS+mboT378D8gx8VStFlGq7GAzt4loLI1PPr6LUjGKn/z0Pa5YiImiNHL5LSwszbqAZrm8xZeSEiLROue+hWxXGI3WDsqVPBOvryGX22CCdYK0tzDQ34cXXzrH4GoSDx7cpe1vY2i4C1999Xl88+sv07fkiLfE5P0EbdRDOpPG4Mg4jh47g67uYaxvVLjGBcIKEskoSuUCcTLo7e3D008+Q15btHHKTX2fPXuS8k0z+aqk1236AkNfXz91dJD+xaftxLG6usZ1XsbdOw/Q2ZmFvt3zr//1n3OPVqBvs66vr6Gfge7Tp045e5Ztf/LJVSa5bnG/xnD//iKSiQ7a+wLyvH9evnIZf/XX/4CHM0t4yKTW4aMHSacEbi6UGdwe3TeKQ4cP4PDhgxga6sfQcB/7a/jgg8tM5P6C+3UB+pO/00ygffjhx25N+/oGsLK8ysTKEs+MCtfrGI4ePeBsOJVK4ODBcXz968/g1a8+jYsXzlKeKA4cGMfbb1/mPtnE6toK5xrGl770PHwmnCcmVzA8muQa1rjPjtN2DRP3C3jnratIxnu4r6qUYwnXrt+E/HR3dw9u3LiBfupO59VB7mcF7pvcU5FoGNlsJ2U4iLGxcYd/8uQJ5y+rtLnlpVXSb1Hfhlg8jPEDw0gzCdrdm8TFJ05ia3uJeskxOTqJS5eexm/94BV45iHMhNsME/ZPPnkEVSa0lDzKM0ifiHYjm+5FV1cH1jensFPYpA20yC+Mnr796KKuWkwElKtbOHPuMJToYA6GyYoEovE6VugHb92+ic50ijpdQSyWxP79R1Cv+sikuznPW9SRx/mM4+lLT9D/nMfEgzn8j//jX5FHCQUGzp544jyefZaJsHCSeh5FtjMFM0D+UAmkzmwX7awPY+PDePqZk9h/YASvvvolHDkyBn1DNcfEzM5OEZeYJIpFOpgIK2F+donnzDb3wZfQ252ACLZQY6C/iXgsjfW1HXQyCdzf04e+ni5UyyXo7CzybpPbWERXOoJD9M/ceMSPIreVx8jwAF566QUko2l4jQ5M3FtHLNqFmzduYXRkgAn8A/jf/snv4uWXzmNhcQYNnp8RJlJqvNcODvQwmXaXiYskz6Mm7WgFqytLmJtZhMHH66+/QT96Fl/+0lewuLBCv3wXO9sl2s08eroHuHcTTPzeZpJ4h7b9DpPa07h3/xrAtWm26txfTRyiXz908BiTMwXy34DndyCe6qYfSWJ5aQNz80s8i+8yGfssZVnhfprFyso6ctxnCSamT589h0+vP8RPfvZLbNB/bpcqmF+cow104cbt65hbnMV1Jll7qC/fD7lxkXCM58IkfD9C+ovcGxuYZkI9ne5AB+HIkcM4c+YU1tcL9HklztXDEH1kg8nUjc117vOHeP/9j1FkUqjCBLx+cWBiYgLhMOktLtHPPcQK91uz1cBTtJ8333mD9DXmXSb7PqK95rFvbAixuI/5hWlMPpxHqiPGe00Vo0zyjY0dRDbTw3NgAV//2tfY3kAmk0VuM4eOjgznewtbubKDzmwvtraKtNm7GOD519/Xi+38JnUfxWB/JxPKeSzML1K2MP1GjfNLszTOq4UXnrvEZFMM1vTQqnkobNdQKTfRQz96+PA4Funb640a3n3vbShxf4kJ1UUmtYq0/xaAo8ePobObcvH95+zZs/RhRZw8cRLf+fY3cOzYCfqtEYBR3Eqliu3tAtcbMDO88sorGBsb5dmyAfnSJO+GFZ4Tb7zxPn7+s9dgXpX7v4Zh2ufq2iIT1A+p8ym8/PLztMEN0mmiVCrSnhZd/ezZ0zh/4RyefvoMkoksqpUmx4dx984Etpjk6+zswwkmu9OpNBLhDkxNr+D+gwWu/Qb10QOf9ohGCT2d4D44in2jIaxS11O0vTzPzQTXZnVtkzbQAw9NrDG5nYhlwUsPkrzrTEze41qG6HvS+OrXvky/MYrObArRaAQtBqtXeB/JZNLul4kymQzW1lYxNTONHPV2n8lI9es83trKYW5ummfqApPSH6DKd65t2li2M4OObAd5RZh491DgnVp2GI9HnW14XgjrKxvcc33o6k7Rl24jHo9QH0/gEM8YvdfI12TSPbwnh7Awt0Tb99HiJbTAxKHeEcq878h3bTJJql8eqDNg6FEvvlfjudrJvbDKtRKs0UcYhniHOXHyJI4eO+kSy0XuxwznDDRoay20UEUqEYXveZAOwnxXbKGOTKYD8pVxXkD1J4w7uzIYH99H+09iZyfPffKAugwjFovSr+6nPwDBQyabdvalb2bPMPnqkVZPVwo+/cgGbWRnew1hv8a1mUIxv8T78Rqa1Q36qjvYXJvB+vIUquUNWKtI2QQV2lkLPn1CNJqAwYfPu2eEa5ZIJJBOp7l+UeidzOMczIzL3eQZUUON9rwXqtRdnedco1anfhuEppuz73tuvGi0wXfPPvmQHMwM+vjE83Z5mLXbzAxqAz+NRgNVJlsrDL5qrVRq7djlaHAZoWfpuUl7a9dbrg8wmHkAjDhwc/Q8H+bA2Mx2gDoBLZsVyoFdqJNWjbxrfD+rMjYTgM7/Kuer91Lx4yiYmQNPY9kgGdQXlGx61C8ctYNcVWp+oqm/WCE8tQnULlBbAGpXXbQblE/9DlhvUhEtdppkoDytPdBkuxcKw7jemp/wPhvfhGiIZgDis7euZ5KgDluPQM9mRnKe06vZZzowa7drrtj9iEZAU/w0Z5VqU5+ZOVoaI3vx9G6sORHAj1mbPqu/8qPxAa2AXoAker7vP6Kt56BP4/5TIDz1qxSoLlBdsLe+91n6ZdgRWhOXXGVDnYvQhCF4Vh2cE8zjUCOAj/ZrQXKbfdYPfsz4DNowdSRZpAOBdCs9EAVNCqJngWxWpUD1AFelxgvfzDimSWjQv9Yf2Yb6zUwoDiRPOBxGhO9qMd6ZFFtRLCzK+I7atYZmBrM2PfEQmJkbL3qCpmyXoLqZOXwhCFdyCiSrQG3CEwjHzFS4MWbtuvpEMyhVD0A232TMtCl9cWSLQwSQram+2wbWzfOgOQrM2MA+M/tcm5m5/RDQV2nWxgU/e2WQ7JqLcL4I1L+3PXhW+QiaDa6L1uZXQbweh8YuftBuZjCzR3MAP9zRbg4BzuMlUdwYs/ZYPQuEJ3mdbFw/s3a/WbsUzl4QvkBj9kKL69HiegjX7D89VngC4WpdtK8FZu1xZu1S/V8EGrsXAhy1qa7yi0B9AZi17cLMgqbPwalT4wAAEABJREFU6a/J/dakPkTnEcJuRW0C9TeYI5DuAptQ+15o4zQenX1VnoHC1T5oQ9X1lRlPFLh+nsGi6ehQBrWV+S5TYWypxvt7nW1NnjtGe/d8n3cV7t9wxEknmorliK/Gu0b+Y2aQrgW+7zEe6vN+HXH7PsK9r33uca9g96O62mJM/iUZV/XJZ7cLZuZAbYIQzyPf8x19n3gaZ2bO70h2QZ1ym5nDEW3JJj1ozgLJrWdBg2e15BcI71eAc6crdntIfcITSGcq1SbAno+evxC4zkH7HnRXNWvP08zc8+f+oQAa19y1e9XrvGdorppLg3tWbQFILrWrX3cflXXqRO2B3Cr3QjBWfKWzQLeBfimCs1n1G0yFA7PP6gENySmZxM/M3B1OPl7+XuVeG9AYySF5A1lVV1uD9i4ajtGefzTmcWgS12sP+iKH13DDNUiVvRPURM3ak1C/WdtBSwgxV6lL/+bmJl9E1vhCtcmXs21IWPWbmTM0M3ObQwoTTZWe70Ef4Ym22nTgCWTsela/+szMbZAMX3i0CdSndoHneTAzx0fP4q2XFMmluhZYcwfw6GIlnuoTaA56Dg4o0daBK1DdzBx9Dn/0Iz4tGqwaNB/hSg61u41DAzQzdTvDUJvjwTYtsu/57iJQlSPhZVh9Ag1ocVOpNLNHfMO8bGqc+AjESzga06DxNshPdbVxEH/MVdUm3pqjQLrQnNUmBI9yyOBEUzw8r61LGbTGiq5wNVblFz2bmdOr7/tuDYQjR6I1qHF+0okA/KjcC2xyspqZc76Sr0Z9iIYu8Cr1LFCfZBBITo1VeyCnSvWpTXNscn20fgLNL5BPYwVmbR2ZmZNfG7CzsxN6YTNr27n4i2aJwbEtBoSUgFxfX4fqmofGBPYq+moDP2bmdFHjAaJ22a1oS9fCEV0z8TcGUGoo82UMMHi+D7CEefyhjTTBYGQVVQYsPTr3EJM+oZBPp+G7/ST+2g+SWXM0s7Zd8XBTQEDyrqys8IV7nQGmIvTR3tI3MjVGupFMsi21i56eJaP0rXWUrkRbOCqlD4Hq6tNcQJtVv8YLREO8RKNUKjHAUoLqWhetj9qqPEiFJ3zhql18pS+B5EkmktD8hNfkYavfqNacpH/REn/1tXknGKiIO734XtjtO9FxcwxHGASIQTKLR8BLsmuOkkel2jU30ZZPqzFwYWbOPsCPxgoki8aqrnkJzMz5qHA45NZU+s8zUR28ZIuuQLSFT3JOHs3BzLimIRckiPASoLZwOMK5p6i7Cg/wBjwvBD8UYr3O4MY2g8c7XOsaExzbCPl1pDvCDK4k0N+bQNgro1RYQ6tZRKtRoEUVOYcyorEWsgyWZ7MJhBm4bzWqlNknnzh1F4PxIqM5RShDJBKmzkKIR30GX8JIxEMEnwFfQ6O+Q7k2XFmvF5nML5CORznAMgQzwGeQpslkvw67GAM03T0Z9PV3o78/g0QMvDTkmRxowJpbePjgCu5cfxsff/BTTD/4iAHs+9jcuMMAyQJlk4w1BuCu4d133sHi4jJ2dmoMDlcoQ5286wxqA3HaSo0BRrMGiVdR3N5EItpEOg6MD3Wgsj2NQm4CsfAW5SzQYkuoEr9QrmKnUIbWSgHEKhNA3JW01xwMBWQzHnp6QshmW4jHyqS9gWSihnikhLCfRzE/hanJj5HPTaO3J4rhwTR8Jq0LO2sMRC+if6AL3T1p8qsAlG1gsA8HxsfaQT0mqXOba5xLDqlUnAH2QYSptzqDdZVKGdVKDQ/uPWDCNYcj+tZmX4brWURH0gdQwsHxQaRTESwtTHFehkajgkq5CAVuL168gIH+Ifh+mHOpo8JAUyweRxeTl2UGmhV8LRS2oT+Z2dvXjaeevoh0Okl/U2CQdIa6LfIsz2NoaJAB7DNMauzH2NgYfPqoZQbut5gQ0P/rMMlLaX//IAOSh5gQ+jIGmYgcZAL5yNFD9DsrXOcSvvrVS/j+919mkuM4lCSMxmM4zoDvyOgAMgz0pTtSTAx049iR47h3bwJ//dd/y2TTW84XN3ixu/rxx/BoVPKhPv0g4KGvdwhvvPEW6rWmm9/a2gaD/itYcX8GM0XbjWOaCZ+xfeOuvrW1zTmViVuFvtn41ttvMfF7BTdv3oTHcy8Sjjh+mUyWweBlaF6HDu3D88+f5fxPMEl6FkePHaGO0uSzCPmLxcVFYPdl6969u1zvdc63wT1aQH9/ll0ecZeR3y4yAL6BSs2Q7epl2USLPJ9+9ilkGfSWvmKROG7fusuXgThpGCYnZ5z8kntsbD/2jx+knWwzSbuC3FYB0UganiWYxMgxiUSLrYW5xg1UeWmvM9GTysbR05vF1MP7mJq6j3qzhKGRXoS175s1Jo6HuP/APfURkypFwipG2b+8vESdTGFjYwOffvoRKuV10vgERw514Xd/6ys4fuQAxpmIikSM8i05OReYKN/ZLiMUitKOE1hd2UIm3UfbGcdWrsgkziJ+8fM3kExk2N7NJOdDfPjBFRw6dAzZbCfG9u3nHq5jeXkZStLpG54xBlKTiSTi8QRGRvZR71lcvPgU68N48cUXcer0aSZynkEfbZdLhzqDsY1WlfgeVleXnB2/8OJFznMQI6ND8H0Py0z2PP/SE/iDP/weDh3exzlvYPzAAPdnCuXSNpaWp7iHUwhHmrhz7xru3bmGixeeII8B5PMlVCoN5HLb3GdN+F4Y9+5OYHpqFtv5Apbol8LhMNcciETj2NkpODzpBvw0mcBRcH9pZR5r60t45dWn4fmgP5vH0tIcbty8itF9ffg//Z//MX7nd1/FhYuD9D8tHNh/GB0pD+tr3I/5OtCM0J5TWJhf5vrcgr7FeP78eeQZNP/k6m0omfzWWx9jdnYaExP3EQ5H8TqTa1MPp3Du3AUsLCxSzytMlj/gGVKkHVEvM1PY5r2mUiy5/VRvelhcXsMnH9/E6tIWVuZXmFy6hdH9KXz/t16hPju5l7Yd73gkisGBIVy/fsPx2linPycvJYwHh/pw4OAY7WUMV6/epA18TN6rtJEUfPqRkydP095juHbtGnp7e5mIPo4LF05BSc9yuYa+niGsr25zP8To/2cwNbWCX77+Pn75xs9pQ3epgyUMDY5gdDiGl1/6Ch4y+fXaL3+Oy1c+wre/8yRGRwepv2H8xm98FSdOHMESdTY0MMqzsYx8fp19A/jgo7fx0cfvcU4D0P+PdYlJt7ffvIwPmJTrzg7g1PHzTGx14vhh2ir91Miw9sEz+K3f+jJtq5P6MvR0j6OQrzLp041bTGz7TCh0ppMo0r+mEhH6kPN49ZVLyOW2aJ8hfO83XsUCk4lKPuivTOxsVzA7vcZgv4cL589SF0mcv3gA+/d34FvfeQZbW/NIdXg8Q8r48isv4IUXnsbv/u5v4MjRcTzzzEXqd5i+oYa52WXaHMu5ZdynH7179x73wgZ94ir9VQ3ZbDcq1Kv8fzwRRn57g/43hmMnDuClLz2D0bFe2mSVPmQHstX3P3wP4/sP4s7dKdRod2/Qrt56+0OcOnUSPT1pHDg0jIGBbur6WSa2T6OfZ1sqncDrb/4St+/dot6/gpe/9DwT82fw5S+fwosvXcKPfvQ64jy/Tp46jB/85itIpjtQYKJV3ywPRxJo1A1XrlxDnvq8fXsOt29PQHc++enjx/WN9TLAhNAi16nGe/GD+w/R29uDfftGcP7CWZw6fQD9A70cs4L33nuXcvbQn91Gowkmau8hxKTMzPwM7ek29EsT/+yf/VOMje1DfjvHPbtNHXW4/ZjbWsV//UffwYEDY+wfY6J9AaMjY4hEYlyPPH7+8ze5P8M8M+LY3NzGLBPZ+n9rX78+iVKxhfv3V7BNH7DGhNKBg0M4dmwY/+y/+U3a4QHovvnDH/6SSbg4z6IZLCzMk/eO+4WNK5e5d6dv4Vvf/Aq2t6r0PZ1csyJWmfiLRQ0XnjiFkX29OHxgEMOD/dzDeZi18J3vftftKdGu13kOVGp49atfdrpRIjjEe+kHH3yEh5MPIZ09fDjHc6ru3gs+/OhDvPPO29RRnet4jv4lwr6Kk8sP19HZVcYf/fHX8Ud/9NtMTGZpp2Xoz9D29HVSlkFsb2/BPHANRrGyusKE6D389KevYZrJNZ9+d219BYl4B+mt4tr1u5ieWoK14qhVfejPqx89fB7xWBdy1OPw0Cj0jjU9NUndhhFjYvLchZPsW8Tx4wd43y3wXlTknBs8E+RHqkgxGZvt7EKxJNsARvYfw9Wbt9A70I8t7rmPP7yBN35xGZc/vI+33r7BpGcLVz+5gsGBPty8cdvdk6Ixw9EjQ/jKKxdw7uI4vvr1S7hw+gg8z0g/iXQmTT+c4DlV4fzrrHdA7wArq8vYLuQ570XozwXrm5qrq6u8Z9QRjcaQzfbQN96i31vg/q1iaXmOe7EEvcPIhpvuT/TnYIjAD4WxurpOui3qv4m5uQXaShlmHvfZIJSwL3GO5fI2wGTlkaMHkeD9y91d19fofyPIbebpd8q4c2ONdKqUO4HR0X4888wFDA/10F/2UKdh3h1a2MrlkMttUJ4ieQOxWBQLi3OYnZ2C5q2+yYcTKFd20N3dBdmZ8U7vhwADaPdrlHGWfmo/jh0/SpkaiIQNzXqV/U3eB5pcq23OYZO8OxENl9EoryDqF1AvrSEZraNSXEGrsQXwPQCtPOe9Td0VaPM1FLfrnEMTTW5eFw/g3UbvaHr/8jzP2btKQTQahd4lBarrLNa7n/rMKBNp1KpV+us6edTJo0K5iigWCygz6Fso7LAsocaYhdbVzGDkofECTtf9tHbve6IfpS8RDzNzvKOUQc/Cl4yhkO/GiJ5AYxuMS5QpR5XvlnXFbXi/bRFL7RojnDYLY6txHTwH4Ed9whEP8Q9HIgjxzuHzvVCyqj1KmaK7cpiZm6t4CzSeZGAm2uBdpcWztfkI1C8QjsDzvV0dmxvjUR9m7br6hRtA8KzSzFQ8ggBHsgd1lUIwM65xw8mgeVM93CeGlnmA57uyzsYGO5sc0GSpuYgWHx/J5fv+rqzeo3kJzwFjB8IXiG9QanwAZuZomX1Wqk/4olGn7alsQ1tndfrZOtsF7faG07eexUMgGmacD+UWLbXtBY0LntXfxte//2kIcFUKhK0ygOBZpSBoV6nnx2Fvu+pUOZyuKbf0vxdkq1oP2a8S+gLNWXMRaD6ib/Sdwbr4dBqqy0bNTN3w2C+bEqhPYGZuHRzC7j+iV6euRVvjhS/Y7XbrrT4nN9da9TrXpcZYokB1QVBXv3A1XnTEN6CrUs9qNzOhQPz1HPQ93i8ks8+vsfgJxFP8hCMwa9MUf9FVKVBfAHoOQDiCFvgf10JrwhqafG7Qd6gUNDhv4Qk0VrTMjDr2HukzaAc/ZvaoT3MTmJnDNfusBD9m7WfhuLn7bZpmxt72j+Lh4t1+glsT8QtAfQF4XtuvOFqsm7XpCDfA2VuqnVMPSD8qfxVHnrTdbWZuLg2xIgIAABAASURBVLC2LO3W9r9mBrNfD8Jq86SmyVh18VL5XwJab629QHWNFWisaAeg5wCCtqD8de1Bf1AGeCoDXqoH/WbteUrnAahfEOCoNGvjmbXLx9v0HIDoaO3CkQjvDDF39sViMd6NeR7xLPI839mWT5/szimeUdo7ntaaRPQLuepzbcTR2WX0BVq9BvVda9RR4flY5lncYrunc5Rj9csFDdq88zvc24qjCmrE0y+Z1RlvV8zW1Ukj0Id0L6izrcZxFcbbBeqXHgTqD8qgrucAKLazac1BcmteEQYeVOpZoHpkj050FxG48zgchuZsZiIF0fk8tHWmNrM2jkPkP5JBMgUQPKsMgGhOPvdM3+BK6nJv+Tmcx/r24rHL0XL8eEeRnpwt7/pgtQf4ZvZoL4k+WbvCrO0Phavx0nsAorUX1K511JqofNTH9dL4AAKee0vRFr7G6t2nUCi4dynVA1rCl161RlofrZOZOTnV16JNtTjpx/k4hN1/zDQf+RLAMzNn7FrcJC/giUSCGyHqFlX4YmZm7lmLLsYCM3PKUr+eNd4ZBzeNnpXBDwTUs/DM2nQC4TRhge/57sLvcwNJ6VJClUkVTVoXWiUeVEoxalO/xqm+vb3Ny/smXx4LvPDWnExm5g468QE/4i9FseouaGb2aD5ql5ySXRDmiwv40VjxEZgZdRJDWzcxOLzdTRCM1/ylP4HqZkYqgHhrXgLpQM/ipzlroTQHGY3mo02tOQagvjbU3NyEI9C4QD7RFG2z9pzVL3qSW6Bn4bZ4qEog8Tdry+baaSzCE2ic2swMkk90QdSAn/oCUBv4MTM4PMBdGNXuex7XM+x0Fqczlb40Z/EWtHjkSy7wY2ZuvNqFI+crUF261fyEK7oCXdBkC4Gsro2OUJtEbRqjdRJP0RR0dKSZLOhCJ5OiSnIqaSg8yS0+4qe6+IiOIOAhmgogK4mmDaln8CO5NEbjRTOTybj5ar12dnacTepltshApNZTNIu735wtsNSzXpz15+O2mIAoFsuo0ulXGOyoVOswL0QdRh00Gi0GNFrUU4g84tDcxNfMnD2X+SId0JbcgipfzII1Ff/gWfOWfQbgca3MzDlJ4Wt91SZQXeNETyD9mBmkU81dfaKtuahPY8BPnY5W65JIJkB0tsDtR+lOoAbpXDJIHu0ZzUntZp47hNWmfs1TdMVLMggq9A2iE8gr3uInkMzqkz60DsKRrALRUSn5VRe+QHXx1oGrZ8kkmgIzU5fb893d3S4I1+IbhfqEq07xE+hZ/ERP89EclXxUu/QkUF38NV4gXPETqE/yq02gOWuM2prkKR6af7lcRZiB+SY8NLh/wwxcJ1Mp2kaU4jRRrZbgeU0m9ZpMcraQSoYIHsKhKuqVHJq1bQZZGezZWmKyYIOLw6AJE6/hUJNJjQQ8Jvd8BkdiER70AEL0y2bmggybmxvYzK0zqbIC/Vm0xfmH2NxY5pr5DPBlmBgJE3yeKWAABdA30RQ8aPIArFAuJerAjy5ASnI2mg1H58rl93Hl8jsMbD/E7NQd5NbnUK9uMtBSQ8SvYGNtinwmkeqoMdE3hbXVSQZW1jl2hkGiDXRm4jh98giTxln6oQoDs0lsl4p4//JlrG3kXKKqTruMhsPozqQw3J9Gs5rDYF8HUvEWAzc7qFMvlVKeOinANx/JZAaJRMrZu3ktxBOGjpRRjzuc3zZhi8G/ZezkJ7CydAvN+ppLnm7nplHMLyDUKiDJBAyYuA77mkeDCdAl0q4w0J7gnitia3sZa+szqDdK6OrMMpGVgr6x0tvdi0gogk0mA7kUaFQ5lgmJMQZuMx1ZxBhgDnkRJk6uu+TI9PQk5TJkOuJMZN3B6EgfnnziDCoMeHlcTwW7ZuemcffuHQaHygwWlTjPCm0mDgX5lpaWKU8LqVQS5oHjCsQrcN9WEY6EoMRmX3+vS0atr6/i1u1bUDC7wmSsjhaNjzBI2MMA9vDwEPSnLt9/7xMmZ+YwP7cEcMEr9HE7W1uce5qJ3zDnmyA/n3bT6XSsPbu8sgrPDyGT7URv3wB2dsp4OD2Pt9+6ymDeImVu0tYyaLZ8DAwNUdYQ7j14iG0mvr1QFH1MFD/z3EsYO3AYiVQWLYSgJGOeSSUiI5PJItWRwfUbN5kcaODe/QmoPU3/PTI6iosXL5LePWxsrmOZOkkwcVdmUP/QwSMYZDJYgU7tzY2NdT4PUKZ5Jl+vYmZmBktLS8jlci5Q7Yc8hMI+BhjAbzSqTm89vV3UWZ6yt2hbafh+DKlUJ7KZXtp2AetrOQYZ6+jq7kS1VkQ0HkE4HEF3Vw+uXr3OAPMkuI2YWJzHCvXUYCAwQ7lT2vtMurYaPu3I0GAgNkreXdksNjZko00MDfbi+NEDTO7NY2ltBWHe8/oHBjE/u4jJu1MIWxT1cgubTFLl8xVMTSkguoyOdAr6Zt7JE2fwxMUzGB87QF8YZ9scZfNx69Z1rtEW16qT+ujF4tI8kyjPw6yGra0NNJmgrfFc88zH0aMnUSk3EfKjMPhYWFjmPBu0Ox/Gfs8ilL2FrdwWYvRvSgC+//77uPrJVbzOxJ/OyzgT//qz0fp2kBIpn3x8FaViE8lEJ9579wp1NIHXXnsNVz+9gvnFh+gfSOOVV5/EuQvH4UdSyO/UsEkftsMg6eEjh/DMs88wKZBlAv5D/Pv/8EOu5Ufo6PBwYHwAX/nyJbzyylNMshWQ21xAtbyFcQagu7vTXPcFTNDu0h0dyKS7MDI8hmg0Cc8LIb+1QxsYwOnTZxAKRbkXD0DfutL/73B7q4Q3Xr+Gv/2b97g2eeINYnJiiomHHPL5DfoUH/o26nPPXUJ3dxZrTLAuLs1gaWUWfrgJfWOy3qhRry3eCSPUZQxXrtzE5sY24kxM3L61iQP7D2J5OcckwQ1EQikmPjeZ4N3Al156kedAt9PX++99wED6JSY2Jhn4nkEXbezwoePYP34UPvefbHz//nG4hIsfwTaTxu+/d4X37CounH8Svu9z/cPcXyDfGJ+BgcE+JqYmOa8SeZSwvV2AvsW4vLzhEiUb63nsMJGYycaJ24Xbd27yTsb9mIxhbN9B+q40tmivy0xA9/f1I05/UuD9vtWsoyMVx9NPX6QP5hoyQZ/PN3Dl8kOuSxUp+izZaV9/F/oHe6CE1dTDDcQiWa7RLL7xja+4c1v/j9o6A/r37t2h3e1A38L+6ldfxgCTK++9c4VJx3lMTU+gIxNFsVTA8MgA52gYZvL33PkTGBzshpkhHkvi3p0J2lwKs9NzSFDOWAg4e/YwThzfh2efOU87iOLjK3exsV5kcncZad5BPc9oDyEcOXiIsvnY2lzEyFAWFy+eok7PQv/fxe5sGhv0Aznugb6eHvrKbjycmsDq+jxSHT4iSjzwnCnsTOMP//AVfP8Hr+DVrz2HP/tf/gH/5t/9Gd58+0089dQlZDv70NHRiW9958v43/8f/zl9y5pbE7VVK03uOXA+o1hfL3PP1WH0+dVqEYeP7OPYNLTPtG/1rbwjRw44Oq989RnqpJ8224OmGdeygQdMVPcPDNNWB/Dhh5e5Rk+hrzdDu6ihWi1D3wCt8n4+MzuP3/v9P0B+u4a+gQHcuHmD+3MeR44fxOBID/7Zn3wP3/3+1zG/NI0f/sPf4erVq9Bdqn9wiPtjBidOnqXuErTP/fhHv/8DfO1rrzIB+zHPrhX86Z/+KX7ykw+5NmEcPHiYZ3YS2Wwn90eN51sE5XIRfX1dnFOYieZDTDq/wPm3MMBk/8lT5/H0peexxT0bp6+/8MRF+oBPMD09xT1WJ56hwiDL6toqaXa4vUnT57l7k7rbQqtplPUT0u/hHgjBoyJnZxa4tkVEI2lsrpfw/nsPqYdp7o2HOHP2KGU8gGxnEoXiIm2tRqjg3IUDOH/hBP1oB06ePInFhSXSX+e+GKZsRegvMkxO3MfgQJKJzUN4+snjeOLiIZ7NVSZfPXheGfv29dCWziKbifNszSIaDcF4bxnjPp6ansHq2jr35jr97jxyLllWos7AvZ/FwuICywz1FSKNc7hw4TR0H221GijQV+4wMSg9hCNhyp1HIm749rdeII8WCjsb+MFvfJ3JwRnaUhkR3hdWVlaYsOvgvuuGznXdxbO837TQ5J7ykMnGuS4F54PKpQZ2tktYWVmn7q9R9kHugRLeeusT/PTn79IOPPcLL1u5nBszNNyN5184xXvfCl566Qn0Uyf/1R98Dd3ZMMdt4spHV4GG4cMPPsbtW/cpRzfeZcJYv5zR2dXNO0QZad4BTpw8gWqtjM3NNdr9frzw/PPEzdK+B9DX08/9k8FA3yiuXr3G9dxBaadK2td4zq+ixHvMjU8+RXmriFbVMNA1ikKuii6e5fVKC+lEBvsGDqBeBML1GEZ792NjKY8Otu/QL8q/yceCOyXN+2iYOpPPiTLhNdA/SFsP84676f5MPGB8DiGTydJmBzE6so92MMShxj1d4b214Wy+XClwHedQ553sNG0omUxhk/70/fc/RI73n0XeGZZ5jgwN9+DS0+dor3VEY03SzNJ+s5x3J/St7Yr7JeEc9V5Fle9acSauk8k4wLWrVMocE+GYXtqcoVor0caAOu84wu3sSvO5hXx+E7NzU5TbQyqVQIh2WCrtcEyLPsyn/hPwvTq2c8u8h29Rh1u4dvlNrM4/QK24hphfQWFrAZtrk7SfJfrLGuKxMGK8F6Q7shzrEzy334z6afEuVOF7cKlQhKC4U0CBc97c3KQsecj+9O4kn6L3rqYurZyRzrFIJEKbDEN1vYfFGLMQqD0oQ4xryX+D6yV/VuO7RJ00mqTRMnPvYXqu0Nfpz50rTtFstVCvN5wf0ruc+JoZ/UqTevAcv7YNAB7PXPF2fHwP5gmM3FpoGT4HTa5DvdlAXTI4qLNeh3jUyL9erzse4qd5BqBngfo1N/HTnDmF3b1OXpRZz2YGjzKoX6XAjPKwX8Fpx6tag2gJRFf+AvyoLp7BsxknQAja1C4gKszM8TEjDtr0hdfgeoqOQM9kC31UFz+VegbHCDzPp62FHC3RFo5k1JpX6L+ll2CMx3mZtXkJV6C+oAQ/qv86YDfM7BHoWbhm5tZUehVIx+Il8HloqDRrjxO+wKz9bGZOduGoPQDwE9SbjAHw8T/7I/wAaW89aFOpdoHqAeh5L+xt31sXTvC8t2zxwa2TecAutFg+AhjtssUzokmfRZvle0GdyRGtldZZ0NSeIoiHQM9qF+gZ/EhHAjODxzsV+An6Axw2se+zPSb9CzROpcDMhOZA4wTuYc8/oiv5ZD8qBZIpwNWz7CwAPavPzBx/8COeAjNzbaoLzD7jj92PmcHM3JPouAr/MTPXbra3ZMeeH+EL1KRSwI1NnTcdBHMJSs1DuALh6ll9gqDepJ9RPQDhCTRGYGZkwfWUz+GeFV7Qb2bt+fqekx38mO2V//N1jW3SxjVeYNbu9zzP0TFrl589q59EH/ve/M0UAAAQAElEQVRRf9DUpC0JNCetjUB1tf06EO8AHscJ6Ko0E3+jc25RBwGo578M9vKQTA4ob9C+twwomhnMzD0G/e7h1/wTyO9o66zgOgV19e2tByREV32CoF+lnh/1kVbQJp0KtEcEVfpb+dzA96pP4wL6KlutJv1Aw4Hq8hst/iNQv8CsPc+grnUVmMnmWpC/gVD4rPPSY3LVC4fg844q8BgD8XluhyMR55dt11dopJm5Np23ylWplE8QfYGZwawN2PORfHtBOmgwKKM5au4C+QLNX6VAbeoXqH0vqE/QoD6l3wDEQ3XXRz/Zkl1wb5i1ZTL7rBRuAGbt9kDkoP3xUrQFe9v/c2OcDFwjM/tMd9Sv9CUwM+hjZk53agtA7QEvM4PapXOdkQKdl4H+zQz6mJm7l0V5J1a/8DVOoP5fB7IFrbvwNU70A1CbxpvZZz6R+pWepY+9Mpi15Qj4BPKr3NumupnBEwF6Ajc5M3NKUBurrg38aKFlCALV2fRImRJSk00kEnwRi5FUq32p4yEpPE1GIByVElYTUqk2jdfkhUvuKhyNJg1H/DTJMi/wwcaUcapdE5JSNF70mjQ2ySbQmFKpxJfQLb405txlusDMtNpFR2M1xswcLz2bmZtTmBtRcqpfMoKfgKb4io/wxfuLwMweLZLGmRlfLiMORFc0Nc64sVWKj5m5C7c2mWQUDzNz8mh+EcnEJK/wzQwqNU60wI/kES+BxktOgdrZ/bkfM2qZoL4GD0qNET/pVfylN5UVvpBVmLRRu3BERHzFU6WZqcnZiyqSJ5if1lP0RVcOT/jq13oHLycarn6B6KsUNOjsJbvqAV2VkkPtqotPWy8Rt9lEWyA+whFvPZuZc9ZlvhxqXnqh2mZwTkFZPQc8NEb01aZS8oiGdCm7kT4CXPFXn54F4rlXJ8ndfRDIF4tFGXCIuou+8CRXOBxBrd5kgL2KKjcyzEMimUSWAaBOvux3dHQ4fNGv1qrYy0OySh7JqXpbHjDgU2Wgocyy8qgUjmQVX+leEDwrWKa1EG3x0VwDkB6kKyWDpa9yuSw2Tibhi69w0um0m5voa16iL7odDO6rLv5u4J5/zMzZtegINDbCw66zsxOip3qTlzLxAD+iK98inUhegWgLT+0a06OgIyGTyUBt6uNQt7fNzJWag+ai8eLJxkcvgpJDY3Soiq/mLj1FohHn08RP42U30pVkko0IV3z0LJtUXXPWeOlSNDzPd/MVfdEJ8cDXWLO2bQpfeI/TkH7FU/1tfDg6ZubkNhhtp8HAVolB620oOVCrVaCkmc/sWyTsIeTTF5e3sbWxiLmZe9jeWobvVZlQmcbG+hLtJIcQnz1UkN9cwfraImqVIhN6Eb7sVJFnQLews8N190m3RZU1oaRTlMGGGgOlpeIWlhdnoG9A6huXzVaZuHUUy3kGQDYZmGG5vUU5y6wXAV5/JB8rbg6hcAgek04rK0u4d+82EwfLDKjNU648CoVNZDNJ9Pd3orszhZHBfsqVZNJyHblcnvs+xGDJGp/vg/FnfOebL+D0iX3EjXNsDjkmcuIMAI3vH0OdZ4N+gUF/PmSL8ty5e8sFqFdWF4i7gY6OMFKEvt40A3kpxCI+9WJo1prYzhc5dw9AA81Ghf6kwADVNJNQ1xm0maesi/TtBQYXq5RnHivLCvAvolErIMIAUovn4ObKIlr1Cg4fHMOBgyOkU8Ltu1cxM3cHZSaMp2bu8vkTyjTFBHgERSYQizslBuvTCIWjqFTrKDBQVOOZGEukkM52IczETaXaZGBvnQnZEn2Ej+7ebhw5cgQebWR2boZyhRgofsIFwI3J9fv37zPJsuxsururF8lkCjXSrjPgEwqHmVSZw+LiIudUQk9vr6PVgmF+bgH37j+gzqMoMmm5wQBdpVLH3OwS5pkQO3b8JO2iEyHuY4/n1Pj+cY7vQShk6O7qRDqdASiT/MnCwgJanIf86tzcPBr1Fm2jgnTcR7VaJZpHmot4/4PLWF/fRn67yoQddZproFSM0L+1uCYlzM8vU3cNBp8HGUzOwA/FUGcAdXl1Ax9d/gTXrt3ClY8/xetvvoWrn17Hw4fT2NzMIRyJko9kX3ffxAmFItA3c27cuAH9id/8dg41rns8HqM9ruHO7dvktUB7LjHgW2QwehPd3d0YZJC/zkv0+Qsnuabj0H7N5UifesxmM/SLYWRovzOzUyiWtjHCJNxvfO+reO6Fky5oubq2hgLX+NOrN/HL195GlQmOeDzt1lHJ22QywZBZDe+8+y6ikQSDnQOcd5F6DFG+FiqlGhaZoAhRr6sLiyjkNpnAX8NgXwqdmSa+/PIJBpoP46UXDzDBcQD7hjvRy0BnL8+XJqNzw6MHnC6HhkaRzmTdnUX+aWRkBM89+yz3WpyJsOPYP36MwecWFubWHT6PZ+6XtPOzZsa5dNMek7Td25iZvct1T9LGpvDt777IZHcaR4/v59oYjh07iiRtt1ZtMLnwPm0zQvvwoG8q+/RT4bDht377O0yupUmjEwNM/l68eJ4J2CN47vln8cILz1H32/jlL99GfouBWs5937597D+KWzcm8Obrn2KHCb8d6rRcriEWi1DeIpP6TDTm1nHh4jn88R//jkt0mRfC3//DL/GX//HvUWbg+1/+i3+Jf/kv/gQXzp/C4kIZnXQo6VQEyZiPsZF+/Nd/+D1851vfwKkTx5GkXehPtg4Op9GRynL+A5ifX6A/zaFUrLo1jURiUKI1n9/BN7/xXfrcKLa3K9AvBmxt1ZgsOYhvfetZjs+gznvA8WMnsX//PoToD3WGdXZmASbHHzxcQTo9iB//5HX09yWYLP4pbaGGRnUFidg6/uk/eRpffXUE3/3uQXzvB0/SLtbxyldOcd5lJJNxDNPm+ug/f/8PfwOj+zrQaJaZhHiWttRDWSpMNExg3+hB7rkwlABqNrm3dvKIRiPQ/rx2/Spk1y3aS8iPce83qeM6/v2/+zv86Ee/eKTb995/B+VKiXRa6OyMcX+kcYqJ5N6eIRSYgFhby2N5KYeph3mOucWE+xxgddpADFubO/AtwvZ7WGRC5403P+XevY8dJhy0j3QuLizMIc2EQ43n2woTAnV9kzvdhwwTItv5Mtf0BYzu60OtUcb+A6M4dWocZ8+cQF/vKHKbJTe3J5+8gJOnDsLzPc6jRFkmsUa/vLlJHzaf47mzifF94zz/KpR1nvT6aW8ruP/gDraY5D579hT0Da4L587g48sfYH5mBmvLy6gzoDw1McX138AH776N6al71Nk2zp09i6mpLfrnAuDFsP/gAfQPDtDH5KEE5Q7voTrblpYeQt+GvnHzU+SY4JJ/PHhwlONPItuZYJLtKO+JDUd/ZLgXwwO9yK0vo7STw9BQF/7sz/4cO6UN/A//93/OpOn/AWfOPYF33ruOH/7dG1hdr+K996/hT/8/f4bjTBydP38Rk5OT9IObXOMYTpw4ij/6xz/AiZPHnP1tMqnUkUqiWKzg06sPUNxp0S8ZLl/+GB9+9D7qjSKeYBLvzLmjiHB/DY4O8cxYQqFYQ0/PgNsLb775JvSttQITcLVaCwf2H0EknIKukH/zNz9hMvE8tnIlfPObv4Fstoe6quLBg0nqZRtTU1Pcz0dwjjruoo/df+AAbbqBj67cw49//DPulzQ+vXYfP/3pz6Ffjjl5chC/93u/S/xzuHTpOLq7umg3RSbTJ0ClY2FhHrdv32QibhHdPVmeoyXuwy14HnDkyFGMjR8k/yZvJWHquIJ79+6jwPfEk9SH9uUqz5IjPE8Z54Dun7KdAd5D3uU6l8sV+vc0bXYVq7w3las7+NKXX+AZ6eMZJmdPnjgHDwna6AD+yR//Jk5yP5y/cIG8/V1/sYKPLr/HMyyPQmkdH330FjZzq3juuYuYuD+Nb3/7N5GIZ2k/a/jWt59DX3+GusxgbKyHvuM0E7ANZLIe6IIBk+x3OO97KFe20d/fg/WNFayuLHOtN9yclNxZWV1HKt1Bu97g2bqBZquOnt5O9PR1Arzf/PbvfA+JZARrsq/yDkZGhqiXEqpMOEpnp06dIP99QMvDz3/6E8xOPUSVCXj9AsLS8hJOnOilrVxGk/etMgNquvNms1noLwvs378f83PLOHP6OIqlIorFHe6xIaysLlJnaco8wHtR3fmu23fuI55Io69/Hwo7DbY1US7XcfDQAXh+g3NbQCrlYd++LszO3kalvI5suoXvfPMSvvLSabz0/JPcqyPkt4o7dybwAZP8iWQGek9IRBNYX8tBPo3/4KmnLtIXFjE9OYP33/8Ao8Nj3Fsl6n2FZ94SVpdXXVtf9wC6O/vAo4q+fRE3bk5QtjrXrIRopINnHOlu5HHzxl188uk1TD6kT9jYoB9OopN3IP2iZoxnh+xraHgIc0xqdvd1ke8sIn4cWxxb2NmiPgtotKTzbdRYRhNRHD58EWurLfJdxfRDrekmJiYmEeJdS+8GW1t5+o5NeNbCIH2M7/to8B2qr3+AekpD/jzCe8/w0Ah6urNotio8r+9hfnGS67uFbFcCC7zHl7nm4ZBHvfdSz0CqI4l6vUp7WSe9Gn1wB+2txbYafWsvjh0/Qh80gPX1FdfWbNYpxwbi8Th9QTf1uu3OYc8HSrw3xmJxRPk+nEp1IJGIo5uy9PV0ooNnrU+Z+nk/ScSAQn4Npe11eDyvqDLeZ3wYdlAtbpLOjvPRuuOaGczaEAqFSDMB7VPZXBd9QSaT4R7NuPZIJAKfemm1WtRbyNXBj2y1zkuN7p466wSq15iUlG49Gr5AY1VyyKPxehaYGVQKx4gfgM93Pc8Pwbw2tOCBy4JqreGgzocGz9y6flmaTqZBkCzivVcGyajELPgxM2iu4XAYui/45OFz7gKPdXjGe2MLDQWrCS16N81ZtPeC5lmmUxYv0ReOQPUA9CyQTAK1m5nTnZsr9Wm7QAWQL2hb5EgdY8/HzB6tU9AsugGIruqgrF/UH/SpNDPH/5EOOHczQ4tzBT9mxn6PPiX8CJys5hGnBfEKwOwzuTyt2+4zdj9mn/WbiUd7fGt3fhoTos5FX23Sr/QpkL4EAS+VwgnmqLpAYz4PzV3ucDoDP2bGfzmSfANc0ROIxuMg5KAtqKsUqF3lfw6EF4Bw99b3PgftQRn0qRSYmebhQM8t2ruDlp7YB55hu+CZjzZ4LL3PxnDewg54aN4C6UI6DkrpXRC0qV14eg4gaFO7aJpRhl3Qs1iJj+pmn/VprQWyO613AGoL6ir1rLGiIR4C8ZZcAtUlw14QjkBjBBofgNofB+G0Ac6e2/WWs2+NC57ZwB+n6Edl0K9SINqSRaXg0Vh2evQlxn3D6qOfoH9vKRzhCkntorcXmvRrn3vm/UC85NOEH4BwmrsxadX36srhs69dNj83H/EVmJmKz+nEzGDWBq2NWyP6LNXNzOEH/IMy4OE6d/95vC/AUawy6GuXzc/xb7d9tja75FxhZo9kaPJc5QAAEABJREFUMzPwAb/u8zgdyS8w47g9g/biqW5mJGsQbgBmBn3UvxfUFoCZuXFmn5VBn0rOaHcNWo629CqQHZi1faXWT+dYhXdBlbJ/rWtbd6SgzUZiKvgE2UOTfrzBdRaexguCusq9oD6B2to0m06m9pza9QbP9hrvMC2dTpTL8314vg++0rozssYYjuNHvtopLbQoR3tsm45aKeTuj1lbH4Eu23P2ofJxCHyFcM3a48zMUTIzN0Z9GqcS/GgumpN0Jn21gr3Cu4L2UYslBefGp1z0pRQWnPRjABj/w56PmwvxXUmFf67cbZcO1b5n2K9U9/abkQshkD1AFo5A9ALY+6z5CWQTghrfoTVXzV14omNm0FjpQfcUh7d7J1O7cARmBvGXDgXgc2NXZ6IlEL5Kwd66WXus5/O88dr3A8kQ4ODXfAI6wmtKd02pvwVPwpZ4qQouV3sFr1YrUL8mGkxGShDoWWMExWKRL0dFvvCUHUggySFa6hNukxOUcZkZ177Fy3nD4e4wWK8XDNHRn00VbjBeNBzIbjhek9Czx4kLRE+XStXVrn4pVBdnJVWSTFDpYq+6Ltm6XKfTaaGiVq9BvDQ/ySn+mqd4i57oiLZ4hPyQW1jNW/PQgglHIJ4aIzqiofkWiwW+pBf5glFnMKDmdCgc0RSIjniKv3jqWeNFO5BZcxD/oPR4sAV4wlVdNB8HyaMJSjaB+AnM2npXnxnrdBr60bPwzExVtzaiIVkEoq9nM4N0IVrCF7L6BaqrT7KqX/iST3MT6Flj1GfW5mOcj8aJvnAC3ckWNTagq1JjzQwqBQEd0VW/HLDapa8YEz0qJYtKM3NrIB7CV1s0GuULZtTREy/1CdSveahfdERDvLD7ES/pXmusUs3CF02VAs/3nZ40PlhLtYu2eIiGZFW/7FKl+qUH0Swx0BDYRmAf6hfeXnlEKwCNjfJlWbYtPOFLNvEUBPWgFF2B5rHNoJ72n/QguTQXySVIpVLu5VSldBKMD3A0RvOhirklzIF4+9wvoqW+GpPBapNc0odAtNSmF0DpV/JLBslTKpVQrpSdfxAN8VIpED3xlJ7kN3K5HF/ec8731OhoBdKd6Im+IJBZfCRDhYF26YQuBbIb6UG8BaIrCPjkGaTQt++UBFKbaIi2ZBSeZJD+JLeeRUt44hvglulbJZd4ShYFOURDz8JRm+qan/SiNTbj/uSBpzbNX23CNTOnF/HfzueZ5CgxORRGlIFNn0GQECEc9pkQ7MDIcB+6u1Jo1oswlNFsFhmQmUNua4UB0h0kYmF0JKNId8T40gnUa/TfxTyDtssoFvKIkk4kEuIeEc86QnxplRyeeUzklBnwu4tbN68RfwUKwNU4/sH9WwyOzSMR99CZTdJ2YgzIxMgjwYRXHPFoGLFoiLyqiCUSfGEKkVYN+8YO4vTpCwyUNDD1cJ6BqHkGaZehb649fDiLj5kMm5h8iMWFVTyYWKAOws53J5MxvPziMzhz6ijKTOBysvAAHDt8mInLg+jp7KQcnUwmPY2nnroEfasOdHpdXVn4XpMB2XXSu0VaO/CtSn3mUK/m2VeHEqqi5VmUz1H6RR+1ahUNBhYLO5vUZ4GkCmjVtpFJhTDU34UdJnmaPDN93tR8hBANxZBnkMz3IkwA7TDRuoThgT4GrkeRSkYgnU1O3uNZVGGC5TAyTOJsbZfA/CY2csRfW4eSwFtc63x+C4NDg5S+xeDwCnL5HLa286g3wLKEn/7iTfzFf/xbKHFYKJa4XmFofxUY1E4yQtWVTeGlF57GmTOneR5VeT6VaTdxrDA5sUVeHeks1ymLuZkFzBCWqOuJyTncvHmfweJttx4bqznutSoeMvCY7si68csMouqXDPRn5sIM8JgZ12+SSYw1dKSTtI04phh0ffDgAX7+izeYNL6LQqEIBZSisQR1XsXc7CJWVzfBey3u3p3ADBNlnh+hjaTx9KUXqacwIhEPJ08d45qV8KMfv4ap6XkoKPrxx9cwO7OIa5/ewv17U1hdyaFabtEeGpRhhzY6j6e59nUq6lMGOWdJOxQKM7BedTpI0sd19XRDyeo6L/FHmWD4/f/qdzA0PEQaZUR4VvT29juZT506w0BhghZmDFJv4sb16wzKH0ZfXw+GGKg8fvw47QTQ/p6cnGBS6FMcPDiOrq4M1taWuBfiOH/hFMxroMQ1ev31NzDx4CFmZ1eg4Oj9+3c4r0msr6/h4IHjOH/mOdKKM5FxG1NT6+Sznwn+MEIWQzLGvc1kxaF9+zFA/uMjfXj+uVNMGgCHj2bx6tfOoG8AGB1L4uITx7gWMUzPzOHGtbtYXshhamIOkxOLDBqvAZ6P67du4Pa9u6yDetuifSZx/+4Ufvrjd5CM93BfLmBxfo2B1W1oT0ovFjJUG1XuTwbQ6WM2c/NM5hzA4WND6B9I4Pd+/zv42tdfwuhoL+22gZXVZdrRHJMY+xgQX+F6nqDv8TG6bxhK/ueYtCoxoKs/Q1vlPstkMjADOjoSUGD/H/2j3+Qe6MY3vvENpFJxvPHm+9A3pr717a8x4fAy1xAM4nZhfHyYulIyjH6Mic17d+bww7/5Od5/9xPaksdE0T2E/RgK2zVc/vAG/vX//Bf46U/ewuWPbuD5Z89jfN8IfVgUK0uL0J6/cvlD/Lt/82/w4bvvo6+nByODw/CaHm2i4BIw/f2DlCeFGer32Wefw9DQEIaHR7AwP097fAi0qgyol9HT7+HFl8Zw7GQv9h/s5fokUWtuYuxQPza3duDHPKxuL+Hh/BTnbTh//gL07ejnn3vS8Tp37hyKpTImpyY51wJ6+zvRP9SJeDJCf7GG02fPYHl1lTroA68hDH5HASthe2cZl5455Z53CluUbRhHj5xCV+cgPEviIe1gfn6FNrqGzs5OJhU+gexSd+bV1RVEeLcYHzuEVjPMZOEqg/tHcPzYcVy8eBF1vqweO3oEA0zyFUt5tOj7DhwcRIb37Fs372JtZYtnRB6GME6eHKVu+jE80s/zIIru7gT1kqWslLMVwrGjx/DNb1zCxQsnqDP+NJrY3FinnBnsGx2k7a3jIX3Tnft3Uea9oo+Jg1SmA3/5N3+JYrmIYeJcvvIBlPy8ffs+bly/j/fe+QQryxt49913oLnMTM8g5Ce45xbRbNXoJxv49nee5rw7uNdaOHniDK5evYYD4/sxNjaGnZ1trm2MuGX6Iw/dXUm8+spLaDSr3AeT2KFfTsQ6UNgqYahvyAX6x5nk1/7uSIeR2ypiZnqJe/gKE1lpdHb3AhbCJhOnDybvoLsvzYTtTSwtbMBaLQzStrKZNPdxBp5XxsrKfXz9G09yDTzoG3dTE9NQ4qdRa6K4U8R//V99H0ePHsYP//7H+LP/73/A3/7tG7h+bR4rSy38X/8vf45fvv4J91oJUzNLkL/Ut8Llz+r0h//hL36If/2v/zX533F/vvrqp7fx05+9w32+iq3NMmanc9hYrdAG88htbiOX28T65hK6ejpQ4/6cml5EhD58eXkd95ncWVhcol+rgnEJ8l/Ddr6Ezc0C55bD4mKeibY5/Pmf/z2WV3L4v/0P/w8mu5bxo3/4JR7cm6aNbFNPi6iUG4iEE9hhUlPfMO/p7sFv/uDr7M9hbmGR+78Ho/u0LgU88cQZXLlyBdoXgjT1pl+wOLD/kLPL9fV1JnyO0X8kkc2mabeH0d3dBd3XZAs3b93CEpNlr7/xHtdymfPb4p1jEZ3ZLCq8g0ZCIUQjCWQzGbz22occV6C9hKD/3yiPZOg+srW1jcNH9nN9gFxu3cny2mtvcB1+ir/4Dz/HX/z7H+PjK9ewb7wf5teh4M3JEydIN4X948ewsbKD0cFDPJfPAdwlH1++g6sfT2F6Yg3vvn0N9ZpPujn6gnMI0U9f/fgjHD40wjMlRnvy6AufwM0bM7hze9Z9K3Inv+kSiLOzM7TROuWK4N79e/QXJWS7shzXicOHD+HYscNcmw0sLc1zv1/F5Y/vYWLyNtsPQH8m+uChURw/Mc7n/TzHPnH+5/79CdSqDfoMn/elEPfkOLY2tukTB8j/Lmi+BMmbR5x2sc77Sz6/zY3sIRyKMpnZDZ+OaXR0BL/85WvY3s4Rz8fwSASDwxl09Xbg8LGDaJmPpZUVzMwuc63306Zq9Dtz6O/vQyQqWi1EIk34fo1+JISR4V6uWRgxtr304iWcOnkUTz/1JL73vd/A7/7e7+Oll7/CpGace3UH8tGnT55Fq+EhFouhr68bh6jPl19+FtFwhGd+kWtfcWt86OBBrlOMd9QKffkCitsF1KtNXHziKcTjWaaf46jVQ8jxHHnI/bVdqGMjX0RnVz/OnjuPVEcHanwv0ftTJ21KdzFucuzw3rZNaLUakI8JhcLQ3Unvb4cOHcTJkycIx2lvFfqdKv3RZdrABsIhH0eY3B8aGsNg/wiy6W7aRBSJaAeyqS7eDXw++zCvSJsv4/yFPgwMGKqVBewf60S2I4LTZ05Sdz7kq+t10m+UaSdVnDl9Ah2pJJTk1DdJh5nwzWQ6wMXjXszD8z2USgXOp8K9VeP9rYKtLcrE94S+vl40mUjt6e1CtjPD836Yie+DPIe6cZ++emN9A5vcMPV6C54XoR/P8x6whCuXr9K3LMNvAv28g6WSUeQ312AMvusODfqo8k4Os1N3mEhd4/uKIRluoUXf02rU6GtLXI8KPAZKS4VtrlOBZ3oe21s55OmrCvTduovp/YoTgZnB8zzaaOtRXfYYCoW4nnFnDxEmXfVsZqjzbNP7WwAVBoW1nmpXWeX7gNoq5QpU1zdy6lxvvQOCH/FW3cwcX/EWiL74ep7PdoGH4ONRPoGZocWYl2iIX6NWd/KoLn4VvleKt+RQm/gIhK/5ioZsync8vEfzNTPuG9/5Md/3yd9D8DEzh2fWLkVnL4i+eLV5NnheNnZlanD9mxBuk06Aywnmhwkt1LiWVeqxzlLjhSMwa/OQnAKA8+VY9QnPrN1vZtj70fzE3+mb+lcpmRrkoXbVa7u6Eq7oabznmZt3mxfg5KR+xSuAANeszVPPAajJzGDWllNjxKvKQLD4gB/RbuvU+PTFP5yi05OZOVrBmPY4j22fH2f2GV6Aq9Ks3R5gm5lby8f7JD/4Ufk4aA6Pt+mZ6J/72du2t/45pN0H9QtE+3Gg0t3c1S/Y26/nXRIspGMWvEvyMIBxhwtU191CJWcP3/MdeCw9z3s0/711M45kH/Z8Ar5aN61hAO3nmrNp2ZJAbYIAR6WeRUP1APSsOQjEysygtqDuc69p32tPqtSzcPeC8INnjQvqKtX3CHgvVl3tj+OpTaB2tPBI3+75sX+EJ1Dz3lJ1QbPZcnNo7tknahe+gFOEGVeCALRL6V7zC0DzNPOw9yMaDvbQVb+ZqXgEwgl4BzoPnlV+UZsGm31GRzT2QjBu79jP+jU6gLbugifNS6D5CFQ3M1iA8Fj5Gc2WWwOzz2OqX7LsBbUR2yijThkAABAASURBVOG7Op3Fr5ZtuSS/QOMDHIlgZjAzPJJvt47/zEd0AltWGdBW+xfRN2vzoYiP5BULs/Y+1PrrLI1GoxDI7qU34QjM2uMlp9pVej7buFdN4NNm6LNB2HUDkM+Wfjzfh08IhUMI6JqZyD6SJZDZIy2wS/PYC+rXADN2EkRXAFcHbxStR6BfTGrS8fCEowxNQsudfTp/dTeQnwh0Jr255CzPu6BdfMVPYGaQTGb2SFb1C8wMYd4FY7yX6s6o+IfewePxOO9sEXdmm0lePPqYGTz+Z2j/pz1PAUHi8Kg43zze1QmeD/H1zIOZQR/JI9DcVO4F9X8RCMfNkfPTnAV6Vvte0HwCULujtcvXycF18bmGqptnj2TSGNFTaWbweeeVLXn+Z3KrTzjiLR0H66CySYP0SNusrd8AV3iCYExQVnmHULtKgerqE4iHxgegeQiw50N2VHXLgWdmzjDNDPqYGWSgWsAkA95aWD2bGUQ0YCBcPWsCMiiV6jNr47WFavDyXXPjJIRAE/V93/FUXRuuDVG2hRyu2qVAtYu3Sm3IvaXahSdQX2JXVuGoL5BPsunlWYkPySh84bR2DwrJJFyVUqBA81CbmVEmH57vuVJ0JZfnGZXXdNDkS0SzVacNNwDjNZJgHuAzsaGy2Ww8OpwD2qIvkI6kwxZXRHTVJhwzgz5m4sMTUQ8wty7RWBRaE9/3yb/lQN2e50E0AhlVV5sA/IiH6LPq8HzPh5lBm0tjRDNGxyfdaKzAI06Vl0XpTwkc6U/yiZbneU4n4EfzkJ41F9HyKZvGqxQIXzhVGq6gLUeL4z0ni8bI3rSGAskSDkfY70N81B/hS47qAYAfySK5ygwwunL3BUNyiI/6VdcYycAh7kf8t5lE1J8A0jg9i4ccl15ok0zCS36zz9ZB/WoP5FO/iIl+AOIhPeRyORd8kAyat6DO5L1W0qxNU2Mll0rJqXHSs3QsedQe9IueQDYsWmbm9KJ+6VeyAfaoTXJIJtEJ6uKhsSrzfLEVLcmnfoHoBDqWDJInAOEFY4ULfsRbdY3TWmlsoJOWDh5elMRLvyChbwZrvOQJ5NKzXjwbfGFWm+jJBvbq2Myc/5BeJLPotbhXxFMgepJVtCiSm3+DGRntOd/3uF98hMIe4okoAxsJRJlA1B5V8kf0CjsFiLZotCgv+DEzd1CKj+bk0c4LxSIDB1sMtJQdD9lnPNF++ZbuhUOxHvXJRkjK0VHZ7m+5II1kNTNn2w3yNGvvcem6wACi7FGguuRq8NAKQDKJnw7aTga9Ffxo1auoM7gQYnKQMQEGGApYWV5kMJyBbCZwNjZXGDRbZWAjy0BaGrGoj7GRYaRTaWxurGF2egKTD24jt77CoEwYCSZmQR02aK8h+jmth9FwPcqp9a0yWeh5Pnwe+svkM78wiwoD2S36QCUZW80y+SSR22JwcmuB/imPcKiAVKKKiL+NZKyGTEeYCSHfJdIadY99WYS8OIPm/bh06QXEI0msrmxgfT2H2fkFbOW2UanUUWQSrsH5dqTi8Ohnq5Uig1EjDDAdgDEwtbq2CNOftKU3LnB/7zCYkqS/LG7vcGwBG5ubmJqawszsLHIMZgvXZ2KrUmEAJr+Cws4q7S2PSnmTeszBQ51JF5+yRRENxRlsyji9JUhT/x/BDQb8QP8OvtyUmRxrNY0XxwTWN7awubkFJSajDHR1ZhhsqgMKvM7OzWF+fg4D/f1MIJ/Bt771TXz7W19FIp5kkHkF15igu/LJJ1hjEuHB5H3kGKwPRXwcO3EEQ8P9WF5dQpiJxZ6eTgaAH+BHP3oHP/y7K5yxj3Asjrv3ZnDn7j0mERmgX1yA/l9lm6TV19sD+bdUMoEdBuGjiRSOnjjLwOAz6GcSoFE3F2DszvagsyOLeDyF8bH9hHEXiD129DjnlGNg7yr1uM59s82A2BTMAxLJGEb3DXHuEQbcishmszh69CDndwI1Buy0DuCnf7CXezBGdTVQZmBqayuPjkwn53aSCZAdFLi++nOdT1x8imufxy9eewtVyvXSl7+CvsEh3GPicerhOkJ+CLnNovuTgB99eJXBwhZtLIn1tTw+/OAaJpkEXl/fQokB8Z6+DugbyUeY6Hz5K1/B2IEDOP/ERfzW7/wAIwzKlxgIa/HSef3GXawx+K7/L+fs7DSDgQfw0ksvMbi+hH/7b/8Kf/qnf8GA+hvkscEkzU1ebkOo1iq4xwRkNwOBcdpEjYG0jY0NzMzMcLYtdHV3Qt9kCjHgqG/d3b17l0mBNXi0uSr3bLNhtMsm0ukkg7pdOHnqEE6dOoKpqQnyWYeSEwXaVYLnUUdHiu2TmJi4x/XIU48hJBgcXd1aQbozhTSTPMk0qE8gHC2j2shhcCgDJRb17SwzBtXvLDFxVmHQNYFGLcyk0Ndw7uwTOH78FAPsx5mwHOX9C1Dwa6dQ4v5sYHTkMObm15msK1OPYEJ2Eeu07ducyw79ZyKRxAsvvIiLT53DkWP7ON8Mx+ewtU3bW3uI9Q3a+lA33n7nMj766Ca3SwtxBtr7+vpRpu4Fc0xw65skSozfvrWCxcU1hMNRrscqkx9Z2vAibt+5QX2m6cc6cePGp3j1q1/BV199ln49hlu3L6OnL4GBoRCTUNJlt0sYHj92Ar6XhLVi2FitYW2tiI2NIoOyPdR7C0vLZeS3qsjlSvjww1vYYvnTn7yP/9f/84f4m7/+Ge3rYwZ8P6I8i9gpN3H+0jGEUzWkuusYGIvh9//Rd/ClrzyB7dIqRvZ3Is3k4J/+z/8Bf/nXP0Rua42+ZIv7skZbacD3PfzhH36fgfYswNYHExPQN/Jq1RY2N/Ko8Z6V3yrg9q17TEzc5/pv0o4f4vyFi2gxcTs5OYO19RwOHzqK06fPYmVlGVPTD9Dbl0Ukahgc7EMyGceJ4yfQkdL+TUB/arFa30Y0DiRSYdprkTov4a233sHrb76Dh1PLuHVrGtFYF5M5T6JO/xXmHfC73/8Wst391H0/bfIkOju7eMa00Nsz6OTsYV+VSRVByI/yTImTbtntmd/+3W/i0jNP4p133sbcXI7tFfeLLF/58quIRmh3DaBSqdJ/FJjkLWCJa617mPz7zZs3uA/6mAy8iQUmzu7evY+trRxxdzimxHl66MymKNMxeIzAl8vb+PiTm+hlEL/KcykUilA3J/Hyl57DM89cgmdhymuYnJgjn1Xu1R2keO5t5yvYXC9jjcme23euwayCZ587w8TRUdZDiIQTmJldghcK49btKfIC7RFMsA7Td67xeNzBl7/0NI4dH+ceKTGAX8DUgznUKy2kYimu4S3MLszxnp5GvRHCTe67Es+vuflFrkGd0ECZ/s/ji2I4Ynju2SeYvDkCemCuWZ7nwzyaTMAbk0UnTo1h374hJq720+cVkOVZ8tJzX0O1ZIhFOqibCu7cuYtbd+Zw7/48dopGWXs5tzqi8Szt4jCMCXOaF5M4JVRZqfPO1c2kYldnlHv3OSZ+zuH8uSdx7uwJvPKVl/D97/0OE1LnyKub53CO53UvZmZ26MtDuHzlBn78k1+g2qhjoL8HLSZIQl6YSZFVyOf6IQ99/aO4cuU25a2gVos6HYyOjuP48f34nd/+HfTz7Pve979K2psI+3H6xBbu3VrEyOAR7s0shnlOPPfMU/jN3/oeTp0+6vb9d777HTyY2EaN8lcrJayvLVOmGfrONN546y0sra7jg4+u4ee/eJO2w71X9VHcaXLtFxCmLynz3UDBibv3HjCRvoC/+7tfYHl5DZnOPtrpgtNLJ8++UmkHg8N9XOctXLhwAfrFof6BURw+PM6k5T38zd/+CAcOHMY3v/UsyuUqIpEolleWyHOO86zSpvN4+eWXaadduHjhLMb2HcTEg1nK+AvML8zwfL5DHzrL5NwatjariEd7mAQKY2pygXbVdH6rXKrj3/z5D1GvRqAku77d/T/9T/9vdGW6iR/FIu9czz/3BGXcxIlTx/Dcc+dx8sRpVMstrvcA2/PuTuR54Nq38OLLL+EEE7gzM7O4xQRyd3c3CsUd8hrC6TMn8Ad/+E388R9/DQeYVOzpS2Hy4W3kt9fpUzuxvrnK+3OMOgxD94Eak/inTp7D4f3H4TVDiIZTyK0XkIhlgEaY/h20yaqDQqEMtHw8eDDDe8rr9L053L59D9ev36XuWth/YByLS7Po6uqgHg09vRns2z+Ki0+dxckzZzEzt8Ck69scP0VZh7kvFvDw4QTOnTsNJcpqfJ9sNRvQty3HRgYx2N/FZNwK13KHydcJd07c5/m8tLCMVDKL0dF92D96gH0L1ItPfdcRj4cwMNBFPu/B4PHcyhNyPBvmcfXTj6mHTSZiYygW8pxbBQODPbh+6w7Mj/Me48EPdzAJPEqPHsfC0iYT0guYnltFoVRBgxklJf7lywQH9u9HrVbF6uoqKrTHFmMQ4VAUIfqZSDhMuSvOftKZJJqo4szZQ0xoH0I86SGdiXFt+/Heux/izdffw727k1hcXGVCukjdRTmPOBLxFG15njo36rdM37lFWx3lvEfd88LCPPfl+xgY6Me+kXEM9e/D2so2ZiYXobvXFhPxfqiOfH6VZ6aHxfllzr0Deu/weX6Bn7X1NfbnkOD7TyqVIu8witwzHekUZcnT76yyf4v0tqE7S2dXFzrSGUR4CFVoO5u5PDY288hvl7CdL6PV8Ln/N7G5loN+AaXZbGB9dRNge71cQ5NrHLE6VlceolxYRjxaQzTScvaY5L0oEgnDzJDJZJwO2s+A6AiqHK/3KJWCer1OPVedPmq8r6lNvkGgZ83V48bxfR9RnoWCWCzmaCcSCYTZ5taL8YigL8r+CJ+N48BPs9mEeOq9TTTFQ6V4C9QunM+g5XTMoe5HvPWeF6JNqAyHIwgFdb7kxShDhG2RUBghz4cHewTW4tzp3/VuvZdnwAv8aI6SocH3FrWbGcyMPe0fzV9gZk4u1QVmBpU+deP75OqZG8dmBB/RFk1wR6jNo0584puZHh099Yu/SulD0Go1Xb+ZOR5m5miDHzPjv+0f0ZJOQqGQs4EI9a5n8dkLZubGi7ZA/FotKodkXMl+Vh/9qE0gvAC/XW9Az3Xq1KytD8mtPpUioFKg8WbGpjaentUu3DrtTqWgyX1PJKeLAKdJmxFIRJUC4Qr2jtWz+jSOViMyDtQW9KkucB1f8I8bK0Zf0Kcm9av8daD+LwLhm5nTu9lnpdoFZp+1mZmaPgdfRPOL2jTPOtdD9utWlP/IfJr0t416Ew31sWzSvuu7eg/oyCzNzMm4115Ul23JrgLQs9rN7JGc0mubf93RCDqC9qBPfMVTz3tB7QK1aYxwRMPMg/iZtW1HfWYGs89AsgjYqCGP7CegoUbV98Kva3u8Xc9mn/EyM4iXmeHxT0C/STvWXAI/ozkJ1La3bJua8UwB+K8Deg/4rKkUcDJ4/GNG7C+AvXIFsgRlQENxbeHtBbM2Pfkm4QfT3PSGAAAQAElEQVS4Zubm6tGfBfhmBn2EJ2ju7k/NS6DnFuevvvb8hP3rQXh7e80MZp+HQC7hCvbif1anse8+CEcgWQSSS3siqKtvF/VXeJl9xls4ZubsTzYokB7MDPqITkCzzaPB87XFJfsM1C47CM461QM70FiB6OylpzaNC/Aku3AEwjMzJ7dkceB7aFLZdb571Ah1xkbrvC98LtnJDd6kM3DAPsXdm8QTzQAC2p7nfTZnz3c2YGauDPoCX+D5u/0cA9NKwY1Vvx/0cSz4kV1oXl8EmmsAj/dLZ2XGrBST3tnZwTrjdoonKVdRKpXcvUVj947TGH0xUG3NXRvlqri1aXD+rp/3HN0HGvSFLeLojqB7g+4QOjs1B81XQPHdz+O6MjOYfR4cIv8RrtZSoPrjINkEWgfhuDrlUF24JPHox6zNQ+3Ca9CXuzmzFL4gQJa8AskvMK5Ne92bbv5m5tZIc9RdTXcFgZ41zsygj/SlNRQNleoTqG8vSKbg2UxjDRY0sPREXAOFqAulFnFrawtaQC2GG0NETSxYGJV6Diam8RJEl05dOHXJVanLdDqdZlAhBvULX5N1yqGB61l0xFvg+T4ikajDDSalUqDxUoJKPZu1Dx3JosSIfgtZMgdQYGJC83F0qeRgnGTV+AgvYQLJHGfmX6Xo+74H88BPkxtXF6kqqgx8VqolCFSvVssMLFR3oYbAgWheZuYWsM3Pg1lb3Wbt0tuVpd3vu7lqofViIgA/gcxmBukooK/2WDTGF5mEA8nvU2eSW3WBo+v5bpx0K5lEQ2MFwbP6atxkVb7cqU628Hzfye6zFB3Rk0zSj5nxRbDmQHTMzMmuwLb4CzQ38VKpZ81LpZ41RrzFS6BnM3vET8+SR45E66lvYqmUEwloqgQ/ZuYu0qIfrJtZW1eiIZDtBi80ZgbJAH5USibNTXXxNWuPFa9CYYcvggX3siW9i6eZQTKLXplBMNHXXATC0bjP7Rvatvpkf+rTODMPegnaK6/6NF/AHr2sBXKBH8kn0H7SONUFwfpIJiWSJYP41RhoCuQN8Hzfa68TXz6w+9H8ta56AVWp9dV+1ZpLH0ITTkdHB1+mk0426Vr9TV4gxKu56wypGpi19Sc5NGeBZPN2bV00fdqUQG0aG+Aq2So9aK31G8xra2vQXs7lcpBuhCd8M4PGCnzfQyQaRiIZRzIVR6ojgWg8giYTevVGDVUmOcoMuJV5MBXoB3Qgia5K8dlLz8yc/J7vO/rqE3iUPcqX1iRf2DsYNJD+1a65t3igV5gIUN3MABidd5PQgpmeAeEKzD57Bj9m5mxJOpIsKvfiScfi2dnZyWBExyPfaUYe1Ln0Kr66JPheC4zHol4rYTu/gcJODvoGXyIRgf782uTEXRcE8n0eF60aAw4p7psQatSTfDxaHsCLRywSZvCvg8HRXnR3ZUFOCNNeYvSRCeogx/MgT4iSWYg8IxEfCoSdOH4Mfb3d5FVBgwe1gkUjw4NYWpzGVm4GK0t3sb52Dzv5Kawu3WbS4CEqxWW0apvwrUq5y4QCAzqLmJmedPDWG69jaWkBwyPDGBgYQkcyjRQD4P0DwwzGnsbF8+cRjYQIPjJc+831VSwvzWGCc33jjTcZZLqDne0c4kycdzDgs7y0RHkWqJ9tPLg/gRu37uPKJ9dx98F99DEYfPLkMSaRQ0CzgjSTU53ZKLo6IwiFK0CriFp5hwGfBv1UCB58rmsLvhdCPpdn0GcdUw9nkGNwiFseA4OjGN9/mEmFYwwMDgB+GL4fwiZ1p2/W6mwaY4LS9yKUpwQl/fStnOJ2nUntFfqcGvoHBtDNJFyVZ4yCnoNDvQykJdDgms3NT7sgaXdPlgGpZegbnMy1kWeCujmCoaE+HDw8iKeevogm1/vO3ZtMuizy3KrA19pxTRv0+RsMiP3itV8yKP4zfHL1Gu4/mMTNWzewvLzEpNkGg4KLXNMyFLROJBM4dPgA0tkOHD56GE8//QQDdPtdm76RoETGgwf3EA6HGCS9jo8/vkLZNtGRzaBaLzNolsMpBumfuvQkx41D9wE/HAb44mLmocEX3n4m1jLpTgZNJ7muMVRrDQbBp7G6toX/+Fd/R9keYJ0B26npTUTiPr7yypfx5FPnSd+Q36lCgc0jx84yaNfPhJ/BDyfoFzpx8uQ5vPDiM2hZy/mxeq3OYOMsZmfmQAFoZ6t4440ruH//IQYY4I8xKNbPMplKOl2sra1Ce73FfVJ3l7kGzp2/wD2ZgALFY2NjmJ6ewczMNPT/K9N+3DcyhFQixrnup04imNKfF2ZyXfj6M4KXL18m/iTGxofxzLPPMkg8ino1jMkHS5if3cQckzhHqOdGc4fJ4GUcPtJPWUv45JMPMTv3gOuqddlm4uQOWkz2r2+u4MadGwzeFpiEu0e73MHa6gbnuMA9WKSao4iEMtjZamF7s4lMsgfLiyUsLqz//zj7zyDLkiVNDPv8nKtF3ptaZ2Vprau6uqu1et39tJo3b/TuYrm7XAAESANgAGkw8gd+0GikGX/AQAJmMGAXOzuzs6OfFq11aa0rtZY382rN7zu3TnV2v56ZNZ4ur4gT4eHh4e7hEce9MpuJkWv45a/e9RIQtbrDQG6RF/gM2ts7MMB9vLa2jqtXr1Mvkzy74iiXathB+37uuRfR3dWLTGYDH338KXXD4CeMczleIF8J5nDYxcrqEhMI09i7dx9efPEZxCmXMgP+V6/c5l6cxMXzV6EE+MLCGt5/71PS3oOXXnoCAe6bD98/Rx0s4pNPP6QO6kySpr3g+NBwP2LxCO3sPPr6+yhjh8HvefT0RWg3xqTSVdTqJTT4IdHfN4Suzj4kE11YWtxArebQH1aYWDiMdPcATj/5DGbm1zlmCqFwEo6bQEdXP1BLYmUpDAfbGOjfR3uu44Xnz6KQq2NibBFXL08gswJ8+ukFDA4MY9++Xchm89i7Zzf+6I++h+999zvYv+8g+vv64Th1DI104MDBneQvz3WkeK7lMDY+zURcFbdu3kO95nKeHo4/QF1F0dszSDtdxOZmzkvcl8tVTEzMcm8kcO/eBBwLUs552tEU5TuFcMTFtWuXsba2Qt210/+Vce0qE2xMzC7TFi5cOI+yzkOeWdVKjYmyI6SXQygUwezMCpYXs3jn7Q+xsrJGGd8AaO/tqR6u7zJp5ei3N3D12hXymMK2RzY/NDiC27ce0N+OESbw1lsf4Oc/+yk2eA4lkxEkknHyCdJcxY9/8hPcZKK0XG5gcWEVzYaLjnQP9dJOmmnEecaaAb29/UwyzaGzs4t2sYZoNIZMJsN1rWKQyZKnn36Se9th0uxj3Ht4C1//9it49oWD2HtgB3rpJ0sMnN+jL7p37yb+4i//BslkGulUB7SHzz59lomJdsjPbGwUMDqym0mGbWhanT5kBaOjQ7SPGraP7oLrRDn/Ovf2NF5lwl5+e21tmb50DtFYgH5pFpsby3jqyVM4fvwwerq6cfrkKRSyOVy+dAkrTAasUO7t7UnqJorDh3bhzBkm/hPtmGcCpKu7B8Zzochk3M3bDxEONvDbP/wGHoyv4sNP72J+pchkShz1Rgx/9qef4m//5m0Uiw10dI7inffv4tL1NVy4tI5/9a/fx7/+V2/jzq0sk6C/xaTadzE5Xcb5K/dRagC5Uh5jEw+YrMggs1JAT/cA2ulnl5ZWsJFdRx3Ahcs3cP78Xfz6V1dYjlNP97jOeX7bbNJ2Szw7srTbOvoHRnD95hI280EsLOVRrRjt6DB2MFlo9B091Fl/v/7hwwZ9YZ2+Ko/z5x6ir287XDeKldV12tY4/vjf/Dv87Od/w/XlPN88M72Ku7dmcOGTCXz0/mVcuXgJH330JvfaGvfUCtY25vHRx+8yOT1Jbuv0u0UmVmZQ4rkMNHHw8CEkUin0DA5hYrqCWKKbtteDX/3iIwbv2lHIu9TtfswwMTQ+MY0DB47g3v0pHDy0F0eOHWPS/xzaEr0o5Az3740hHDbSXsa+PQPYQR+tBPiHH16nXVbx8EGOPrqIt97+iP7nBs+iEPoG+uhjunH81GlMTE7i/hjlnVnnHq/wfrCJxbklRINRrCxt0icZ920Td24/4N1jhH4uhpW1Naysz2N4ZJB2Cu7jWyiUK4i3pamDOvU3ianpebz4ysuIJjqwsLyJcxeu4cOPLuHO3Xm8/8EnWFlZ5dwzmF9cxOXLV/H1r79EveURi4UwMT6Gu7fvUpZ5NLivd+zcjQ/e/5h2uMCzsoCxsTGeg3PQP05YXp6n3saxtDxH37NOWbjQTyf20Y/Nzs5zzBImJ2Zw7txF+qV7ePPXH2Kd/NSrDu7fneQ9a4VritDXrlNHawhx3VWe5duZRNSvvQ64EShhnWyLY9u2fsRjce7tNQ+0R6s8nx0LYH5hmbZyF2Zh+ste6m87fWUFt2/fQSKewPzcPH2Lg2g4jgAi+MVP3iIv7zBRfAepdAyj23p5hxnjmDyuX72GTz+6gXKxyvMwg3v3HnL8MvlbRcAFMkwW9/V1oaO9zfNzmc0NLPFOubSyhAHqdnCoBwcO7sHpM0d5Hm9A/vzYsePo5j0hX6xgQf+f14vXvPM2mysh2daB9vZuXL1ynb51DkrG9/T0Y/v2HdzDJe6bGvr7++l7Q7xfVTA9PQvdxYulAnWkPddAo1GBzrD2jjjS7VG0dxA6E/ThJeokQjtx6X9KvJe6cCiBQqEA/cRtEy56ewYo9zBxmkDTyK/L/ZDguBBC4SD5i+He/ZtM/k/SP8Zohz3Yu3cPgsEw1zvAc72b9twD/UPJNQbz1tc30Nc7jLX1HCam5kkyhKYbRpZrpxOD931WB+TvNjY2kU6nvXn0nUIGeFeKwHVcSLe6WwVCMd7bmsisZ3m25DEzNYuejl7UmWjt6u7GLtpnLJrkfiwjmynyblTmCmvoSIZpa5PIZWZQyG8gk1mjL8iSboU8lLnf8p58ZEchfrfouzaZbOMeiPEciXp8RCIRqC/Ae7BKfeOBz9bvryrvx5JnrVaDQOvT96na9C1ZLBa8efTd5gGDnNVqBVqvmSEcDntzan7VBUHed82spRPOpz/i04NGg69N6snx+mvcA6Kr+eq1uke3Xq/RJuqEBtdbpX+iHZHPep2C52gz414x1gDXdaH1KZlgNAEze9yndWqMwMw4p0GP3rVW9YsnlVvB7xeO6h4Ommg0CSRBM4MPcAzmci0m7bNfOPzGNDPO53wOzFoyEb0vguZXG/io1LvmFg/SiUBxFUGV5776fBCuxnCoN59Ktalfpd7NzJOL2W+WGito4cHD07gqZa52M/PkLFk7jgM9ahd9gXDVprraAfP4EG5rzG/O6fep39Mf6Zq15CN6omPmj6NsKddmg/Kl/agPjx7VffDH+e9by0fo/8GFP1YDzFp8qL4VfBy/9PvMfHwapN/I0qzVbtZapz/OK9H09oNX51rNzJOh2Wel+kgBZq02yU5gjgs9DcrHESwhNgAAEABJREFUrEW7QTkJ6vwuUCmQfgR+Xbblv4u2aAjM7HNzS1cC4ZiRA4LeHc7rcv8JHOrvywAw+I/6RaM1f43+pu7td70LfH7Ekw9qp/Y9Ehor0Itfqu4BZeaVf8dfwhctgWirFKjdH+LXzQxm9lgGZq13s1ab1uGv2S/NHuFQDmatOszhnQyg4yCoBKxBoFmY50BAnfvQ5B2xBc0ttgA+4ktg1qJr1irZBa3BA/ocr6TehStQP6cCFwPx7AP4qF/4koVA72z+jT9mrbk0FuZ3k0PKW2O+DISldtGVTgWqCzSnQP0eb0J+BF7bF+g+6vIKM/vcOsQTm6BHY0VXcwhUF6j9EQjtc/Bl7WYGM/P8nejj0bMV18w8PuS3dNYFHu0BM4MezSvYOkbtArWp9EHvAuH7IP59EJ76ffBxdBb5bdQGGtR/nfu/xtKHOmVZ1zt9gJKxFZ7bJcbzdd7qPJF/F0g/AtV1vghUF6hd83iGSmbMzJMPq2zizJxDdclKstCdQ+DfAyQj9QlUF476toLuJrFYDKm2lHefivP7WP3aW2af92ceL5xQ9Mx+s8+sxZ9Zq0/8az0F3mPyhTzvTbrPlL17hfoey5P7RjLXfcRft0q1CUfzmpmnd39uM8MXH/VpnQKff7MWL6IheppXpeiqVLuZebTNzJOvmcF/GpSxjyt8jRc0qFuNVZ/A7xPfvn49PK5NtMSbeNJdSfhfBjovdM5uxffG0K+RDTRoY5rT69eEAjVowVKklK96g5MKzIyX7aAHUmqUyUcpW8kWlWoTYyIo0BjR06Rm5imqyEunLqP5nC69LeUJ18w8Yakups22vJNbLV7CUOnzKdqaQ+C3aS6BjFO8C7QWGWIqlYJKtQlfgtV8AX5NuQEHgaCLUDjggeoOL4Qw8GnCcR1onGipxBceM4NZC9QlnhrcrJpH0KSCzT4zHrMWruM4Qvc2oLFmZp7DanLNGgc+Wo/mFAhfpUD6EWhNAq1Z4wQaW+PlW2vUpvEdhdpJkspv8NCuQfREX6B2jVUpUF34ArLP9TlwKSvNLTAztplQvXbJRuC6rncZ0Ny+ziQPD5F/aU4fNEeVzkw2oUSkStmI9Cw6sjF9mCn4rrVqjeLHp+3TFT+aWzgq9S7a2iCc0pOvcDVWtCUTgd6FH+bHj3iq8qIsaHBziIbmE7iO48lMfeIrQnz1a4xP38ygNp+eXwpfvGgu8S1daG6B3s3M+/gKh0OePoQnGfiyEJ54Fq7q+sASDc2r9WrvhThW82hOlwG6BvesxojfVlnjx2bl8QeYxoa5Bs0lWprPx9VYHegap3bNKRCe2rRmsvxY92bmBQgUbPR1qNLnU3NovjKTmuVHh5boCvSudWlO8e/Jj2uR3uPxGCJRfviGgwiGXDSadeQLWWxsrqNSLSGXzyKXa0Emk+GH/yKUNFthIlag4IRkKPpV6lW8+/NIboLWWsxbS5N7Tv1qEx/iR21ah0Dt8UcHmuhpvfpp22Aw6PEpP6K5BBov+aoUaG6tVfQkC7OWzjU2QZoqJSfhqV94ko/Pv/hSn8r6I93qXcEJ0a2U8wgGGqD7gmNVKHEajQSQTiXR19eD/v5eBhPCDLgtoVQuYH19BXfv3sECA2/FQgmxaAzJRIyBnSKDTFOoVQs8wCMIuiV0d0fR0x1CT3sTXaka2qIFJEM8fDOzcBslJJNRhCNhrDEguLq6SltgQGgzQzqTDF5tIsMg4e2bl7CxvohqOYdKKYvVpRlk1mZQzi8DtU2k24Lo7Uli7+4hPHHqIIMpQwzq9KCNwfhiIceASR4PHo7j408u4MGDCQbqVrAwN0t6RejXxN27ewury4vYNjyAp8+exL49O5FMRHkRSXq6LTDQJH1uMEjmhgI4cfIozj59Gjt37WRAbYX0CyiVil7wMLM2j/XVeQZ2NuFagcG2HIN3dcokx8BPhja4wXXl0d/bh/ZUGsV8GVPjM/jow4t4+HCKAcbb+JB83mfQFrSNneSlxqTm9Ow0k2K7cPTECSwqkL2Zx9LSGh7en8a1K3dZzqFRDyEaScMcF22kvf/AIdp+hMG4aTQaDhKJJLL5PJZXF1AorqN/sAOvv/EU/sv/6tv47R98jYHXHJMfFxgkm8H4+EMmJDqxj0msKPWrIO/4xEMUuIeqTDTNzEzBQZ1BH5dJxwCD9iUGX0ukvYh2JnKrtSqD8lPIUf5N7r2Aa7SlXspok7h1pNJt+rxBigHIcq2C2YVZBuUvoMS92dHdhaGRYZky2toSOH78mBd8mpgYZ6B2Gm7AhUM/1daWRoxJ8vHxCeR4J1Cw8fixk9i9aw+uXr2N9c0K5hdzWFnbxK2795EvlZDuaPNorzJY3c0kfirVRTEnkM9Vce7Tywy6X6D9BxGNtWGESesGQJkVsMLk8c3bN3Du/DnKZw4LTLDLXs+ceYJJjmOoMnF94MBepCh3DiENF4MDPaQxhBdeeAYvv3wGe/b2YZN8/oiB2/0Hj1A+80inu7Fjxy7EKePt24aRTMahoOgyk7AKQi4tLnG+BZJ0cOTIUbzyyivUYxv1aljjnpibncHYw2lkNxoYe7DJgGQZc7MZVKtN1Bo1jG4fZGL8COfopyxDeOaZ06TxPI4xgaOfKCrTt7V3dmP3vv1YXsvSlmZw9+Yq6pUOWDON2zdnkNusIxxKMFl5nnZexiCTvdlsEYtM6ly7ehMzMwtsb5LvBtfTiytXb2CSyeH9+3fjzJOHoGRTT0837YtnCOX06flPuBc/QoCJuENc0+49exj4voW5+VVkqTOHwe2+3iFksyUGdaOEGEqFOhaZzNzcYDmfo7y60dc7ygD2IByLcf/msLRQ4f55gOGhXRga3IFqJYBAIMo93KRtFlg3zM3NQAFeBc/u3r1L3qfRz8D0ABNpC/ML+I/+ydeIU8KFS1eYaJjCvXtzgJOGhZI4ePwkZheXceX2bXxw7gJ9VZF79j51bdi/f48XZI7Fo3juuecQjUdw9OgBHDl+EOMT9ymbCvr7BhnArmCJiegrF6dx9dIC15hn8ukO91WJ+3mVMoni2o3buHT5FpaWV7y9Pjs3SXqGtnQYa/SHXT0p9DJ439/Xjfn5DSQSaSwtrrFMcq0BrK2Vkc9W4Toh+uY41zCLDz64gmgkiXrNMLptF9579xLGHuboj2oIBCOcaxUOA8RrmVXOfw0T9Em5bBl9PSPYuWMfBvq30QbiSCbbMTs7xzJB2+7g3nGxtp6nHKZw8PBR7m2QZgHzC4toNEOQPqemFrmOBSYDRijLKjoY4FcCYJ7y1k8WXb26yCTHPWxksnAcl/Sn8Td/+1PKLI9nnz2KQ4cP4uCh/dh/YA9SafGQwNTkPH1vhkH8/chxrQHev7t7OvHxx3eh/69zlN8XZ8+eRYTB742NnOd3VpngGBkZxtFjB9HX380kQJr7ehap9ggmJu/T910jrSwTDA3Aati3bxuD7pto45qHh0foy4M4feoMhoYH8fxzL2KB9prPlZkw20PfG2RSaZo0zlPf4xjdPoK+vj50MDEydn8cDx88wJ1bt1DkWfLg/gMkk0kMj2yj7DJIpRNo7+ZdJV7A8LY4XnzpFL7zrZfxtVdfwNzkFFaZbFldWcTVi3dwmUnLQq7pjTt46CAYK8eVKw/QqGYAFPHcC0fQ3pXGNBP8//ZPf83E2gz5TyG3UcXFizdw5epdwhj+zR//DJev3cP45AzP3yieeOIY/v2//zP8T//j/0q5NxAKxT3fGgiF4QYiYF4A2WwBGxsbnu/r6W3H2bNncPzEYRyibsbH57i/S0yidOIB98x7757D7MwSxxTpd9qp1wBKTEaZhSirEBKxbgScKPtznC+Hnt40ItEmzj59FP/Z//GH2LWrj3I4hj17Byi3m/iEZ+LY/QWkmOgs5kJYp42Pjy+QdhsikRBOP3EYbakw5RrH+kaWd4FDtINxJsdu01YmsW37KM+Ey3jjjZP4/ve/RtrP4LXXXqQNLTLZ/KdoT7VxXXN44/Vj6OD5FaE/zpeqvPsHYAji//X//De4f2+K+Ku0iSLt8inu+b3kP4PRbQP0zQe5J7vR0cGkTs1BdrOIgBvA8soC9u7ZBfmcnbu2o6enB0HusxPHT2Pfvt1sz8L7Vda8d+oOFGCf7m7hsIt4IohQpInBoT4k6FdOM9k60D9AGQSxnQn7ZZ7/n3x8gTySw2AQ9+7fguz6hRef4rkcJISYxDuEbp6nefrPixcv4+79Ge73NJaXq/ibH72Jp55+iroJeWfF/oPb0dXVgSYC5GsV4bCDaMg8nabbutCW6MPqSpWJ+ffpNzcwObmACpMQ7e0ppFNp3ns2kVldwyDtvivZi+GeUeTW8ti7Yzf6eNYuzs+gWNzE6OggIlzfV7/2EtcXxOpajv7uHv2Fi/b2DgxxjS+/+DLm5xbJ5wrKpRLa2pLo7e0hX5uQjBKJBFx+KxZ5/1xd2eBak+RpAaFgHFev3KSva/N8bSZT4tlU57gMMhsZrq8TnR0d6OnqxkDfCMqFJv3xBsLBJHTmhEIupmbGAJTwve++ju9++1WcOErddqXQZFJ3amIKDf30fSDCucLUZzf9fgTxeATf/vYbtINjOP3ks7x7lJnwA8ss4kzILa8u0QfO4yzP30NH92Js/A7tbZq2AAwPD3n3l1XK7uCBg+Sxg/wucV/GMTu3jCqThDM8Yy9cuMR6HdVKFbob5DZzvLcUsYfnZ3t7O2ioTIhOUZYXkc1lvH1V4t0+s7GMnt4UAkGQ1yjx9/KOTJ9FN+dYkMnmLu7NEuVcBZoBaJ9nuIdCoSjrOYyNjfNMnKMP3UCQfvbQ4d30xbtoVx3UATiuRL2WEYnE6CcayOcLtKEGBgf7sMIk/SLPTPn5zo5+dLT3UvcxjnNhprFFb+2eLhnfkW71beKwc3FxDo5bJ98VdPUZBobDCIay6Eg1MdAbw8G9Izh5/ABGtnFPBcM8exrED3AtNc4Rx0Ymj3q9gWg4AvCuWq/kEbAyfWUO4VCQviLJdi65SUGQY9d1+N7kGiq0mQLXkSVvlDHvzPqW0neA9qa+ZfUtRWTuvSYcx6H9xbxS/Ed45gj0HSZQf5jfywJ9qzmO6+E6HGdmHt9as77hRLfCPaU5BH675nJp76KvusDMKEMD/+IfloAn1yDXFuaaxYPjOt5c7PJ4Ff1mo6HXx+2aQ6D5NLfq4lvzCczsMX2zVl18OI/494jxLzPj3mg8BtFgszfWzFR9zIPHB7+ZhSN+9O6D19b00NEgToP6qZNnyUe8qRRuCwOP6Zu15gCfGg9G4fng44tnrUn8SxcC1Y1roUAgaJKOQFJqcH71OY5LqvD4b/HXpG3VP/fut7uuC9EUOKQrMDNPN+ozs8/xbGac1nncJjpmrTbhCxQfEB3w8ddU46Hsr8vMPF6qvM9XKmVUGRer12vEbpIuCK1+4Qu4LOgx+01ezD7fJrwvA/H598GXjVGb5hfv9Xodqn+RxufbGsSbWaoAABAASURBVB6O18a93GBsrUFbEHxxnN5FX6UHxPVKLlal5vPBn1/vouWXwhMN+R/J23Wdx3pzqVfnkT6FI1CbwG83MzV7uhBNzbMV1NaC1rpU9/tVr1NndcpFIL4EPk8quRTqEp+zF39ula7reH0O+TQz4pr37j7i3cygR7RUmpmHo7pA7Z/BZ/auvi+C8Og2vbWqT+9bQbx/Gfg4/hjhbG3z31XWGQfXHqxz4YIGJ2waPJ7JOkz/qdL8jFdW4T2UARwXxnsYCI4XN3C8Ln8+zSHw373OR3/5bSqF40NLN3Vv/+t8UfvncVp2rfYWbuMzG+Y61O7jgzb6aLq/tzDjSgmu63q+xfdbejczmJmXOBbdL4OtxDX/Vr68ure3WnxqvPDNTMVjULtA433QWIHat4Lf/1nZhOrCeUxwS0XtAuGInnSudx/FzODb9NbSr2uc8AX4Bx4z82j5Y1UKJEu/NDO4jgPd1QXy5V4/cz2O68JxHwHv67Irl2duMBJGIByCG+Q3g+uASqG14vHj86ayQXl7JX2ZYmX+uat1+CC/oPis7h2KF+dyOd5LSvTtVc/2hFelv9e5rT6BcDVG7arr3iLQvUXtkq3mNTPPjnQnUQ5ApdpF08zI+megBahPYGZwuXbZXygURigU8kBtDuUFPsLzwYx0HIJKgvCI4tmCeBRPPm96F3/iwR+vsspzTn0C9Wu8QPNJLy1eQlCpd38OjfXx1CZwHAca5zqtUnWBmYGL9nyZxgmw5TEzb5yPq36BeBVPAtUFaseWp8k9XqNf11qliw1+Q+uHoJTHrJQrvG/WPH1K37SaliMzM29BUoyErIk1SZ2EQjQ2fQBFGeTQorUwMyP/5i2g/ugAkcBEVE5Ubf67ShmcSjEs2ppHF0YZg0rNaWZUVGvjCk+gxQlUF4iuQG0CM/MEtZUnPHpEU7S38qy51W1mcFwXDo2lyQuf+JPABB6fXBO2PJpb7ZpbdZVNOlehaG6frtoaVIDa1ea4LtfkO+9WKRz1C0Snxrka3JgevuN4Bi/eJSPJPM6ki0rNI/lKqf4G9Y1Z/AtET7REW/MIVBeYmacv9QtPoDVpnEof9K55pEczg2PkyXE9+/BlKRrC0RjREejdL/WTc+oTqB18tD6X8lBpRl7orgI8JP02v73BQ1h6kNH6xqt1irZKrT27meVHYBHCE6hdIN7Fm5yRSjN7bKdkgbpoeA5NfAlXY1WKtvis8mNI76qbGQIMdMhGZf/C0SaSA/Rx5Fg1j+Tsg8YKR3P4bcIXf+JLfQLp0YxyoB2JtuiYmefgZLeyATkYlQLZg2Tk45mZtx7R1jpq/AjRnFqnxklXjuN66zczOLQts5Y8XOpBNIWnsZKz6ATYrnHqF68C8S1+hSfw2zSfWYsHsxZdM4MezSX6stsQDynZktoDwQCiTJSGGUQLhljf8it4lewrlvJoMIFTr1cZpM57OpY9iB/R0/qalBf46F17Q7KK0jelUikGdNrRxmCn2v11uDw0hat3ja3Rwfv8qU20zczbGyT7WF7ClUy0XoGcZ5N7W3rQv3pWX6lY8oJSoiFaapNeNYfGm5knd+lXMhQdv188yK7MzHPKeg+QVx9EU3TUrjXKDjW32gVByjISCjCY5HDNEXR1tIFRI8zNTzNgs8x1wAvutKWS3t6NUO66zGbzOVR4kHd296LB9YTCDoP5AQQCJdRry6RTRSq5gcLmDTTK9zHS30BvR4UJ1EXEw3l0pICVpTEEA00MDvQhs7aCdDKBbCaDTz76FGMP7nCPFRGNBOk7GgyIPmQQcwOptjj6ejvQxQD4YH8MvV1BJKM1MHyJgFPCtuFuHD2yD4eYyGkymVTlR+W2bdsYQNoHBdXHxiexzOC0bDDItbdxzh07RrF79w4GldLYsWOE621HmPPqtwgkknEGu4YZLIsjnU5h965dUHD/AINee/bsQ//AEANXBQYWp7G+lkGG/FcqOcoygO6uCIOgNYRDRQSCOUIRoXCdyYYMAyhlDA0NY9fuPejs7GVgfgWAi3qTK8kVUShVsLC8inAsgvbuNPYzYN3e1Yk0g2a5UoEXZ5BeBIFQEOYGmPi5T3k1mTxJYnp6keObuHNnGjOz61hhsuPGzXsM5q3xXFCAdxlR2nowGEI/E0mRcIi8r0L/f6+vf+1VJgxOIU8esrkCA3JVxGMJBuN6veBTkvIfHhnEQSY2EvEI9CuOFSB9iknoVxn8H90+CnOaOPPkGTz11JOQzXX39SJBOZf4kV+pVXH56lU8HB/D/OI8g81LtJ86du7cgW3bRjx+Rke3IxgMI5FoY4C+jodMoipBsr6eobx2M7CaYnsVKQZxe/u6se/AXmzms0ikEkwKHMY4A54TY8sIh4MMvrmenMwJYSPbIO4BBpgPQH4iEgvi1deex1NnnyYfGZy/cJf+oorFhTVMTy1gmfK/eOEyPvn4E87Zhh3bd6C9oxuD1FtXVxdWGSDN5Tdw4uRBfPVrr3syzTIhtLywglwmh7XVdYw9vINr1y8ixYTJAJOQc3O0gVCKdhDBISZUmzAGQKeZTLzOJMAGIgzihyNRbPBsKhSKcN0g6caZjK9jkgn2YCCM48eOMunwFM+tLPZTDy+/9CLbjuG5Z8+iVKgySLuCu7fHvZ+m+Xd/8lMm7W7jiVMn8NXXXsEoEziRcAz3H06gVnfwcGwKd+9OkIsIFhezqFbCGH+wjisX7yPd1ofurj7uuzxc7tOnnj6Go8d3Ye/+Prz86nHKIoFQKEz/WsUqbWyB4+eY8AxH2xBiYFVjOroS2GRSbn1jDZ3d7dSrgzA/Op599lncvz+Bv/jzH6NSrnEvjDLQ2oNSEbh6+T7QiKCUb1KGeSaipvHn//7HmJ5cwf69R5FM9OIBkwLvvv0xZTJPnCwD6HfQ29PF/ZZiEmeBdOqoll1cuvgQHd3DqDaCgBslxHDv3jzXWsJQ/z4G7FegJIT+P3Pyk67r4vd//1WcOnmUc4zj8pUrTAyPo5O2xigs6vwICrgx2qxR/+vY3NzgDaTOfTaJfH4TJZ49+n9r5hiAHWcS9ZNP3kc05uK733sF07Pjnp0/fLAENOOYn9nw7Hhubp7JohtYYEL06tXruHf3ARPis/j1m5eY5Nygba4ik1lCnMmVg4f2YI7J1WDQwRNnTjGA/zp279qLgYFhb90Fzvu7v/PbgAWxuVGgPRcxPNKF119/hnY7BOm+UKjCcR3s3TuEei2AibEldHUO4ckzz2AX/dvuPduhfxDR1Ul9lGqeLCPhJIPq08TrYsKoA+GoMXF3GHsPjOLosT1oS7Vxv2RJcx9pBzh3kX4jjexmAzdvPEA6nWZiYAI9PSl09SRx5swhLwDdluzB008dYxLrW3j2mWexfftOyrZBvCQGB7s8eeqoXltbpow+whXaxt07U7h8aRxv/vptXDh/AQqmHz68n361iCNHR7z90tnZAd0Xnmay6LVXn8fZJ08hyDUb74V7dg1j57YdSMeG8O4vb+DDt24hQp32MFmdW17GrqEBnDi8A089sQ3p9ipee/0wz5T9uHDhGn72s0/wp3/2N1hanaJew/jg/Ss498ltnPt0HDwSoT01OTWFiclxFLl/p5msXFvdZHK7jLZEF3p7h5BOd6PGpPa5c5exsLCKc+eu4H/8n/4C+sdNe/ftowz3oFGrQcmSZDyGgwd3wrEw9BPZD+5Pcc+FvD1569ZNHDp0AM89dwr5/CIWF8awZ1c/Tpw4wPF11Osl6FcDO7T7aKwdPd19eOmll7Bv3y6kO6Ls20CyLYTf+b2XMLdwBd3dUein5oJuGa5riIYTPE9ScANhJFIdyJXKyNHG+/u7aW+9+ON/+1NMT09Dieff/4Nv0g72Y35+hedwEhvrZVQrxvHyERH64CD3fpB2vIGerhGeNxVcvXoTuY1N2vci+c/j5Zefoe4M5XIG6c4gTj+xFx2dMc7fJD8O93OTia8M+eph4s6l3wDm6WtfeOlpyJ+/8bVXeIaMIp3qxZ27s55fa2c9u1mj3j7EymqWd5Ya15zA+++9iw8/fB8H9u3BEydOYBvPtGCgwf4yk2AV3Lp3D7v27kOEcnvv3csIBRuYmV6mTI06W8I23ik058FDLR5/8cu3Mdg/QLwY7aKD68sjyjNvYuYh9uwb5dk6hKWFaehuXCwZ/vIv/j3efPMiIsEwZRSBzkndzZ577jmEmGisUXennjiE09wne7hPm0wCZbN5BJwglEiN0cc2aEO7d+3D2somZnnm61wOh0Eba8crrzyL9vYkZVfjWXwKu3b3IdEW8/bo4uImlhZzKOYb+NlP38SN6/eQy1ZQKTUwPr5EP0JbWlrnXFHoH0qUmFQu5Iu4cuUyjh8/iiTvxgUmxqeZLL916w4SiQR1XUW1WqevHkeI95HhwSG4jouFuTksLy6wzfDic8/g1IkjSKdId20R5pbpQ56hX1jB+nqB6a4gUu0JoFnC7PgDtMeS6O7ogmsNbGQWKCPagVOnnfbg+NETTLJP4qP3P0Gz4XA9azw/BrC2VsW1qzP46798i3fJGjq418xooo6DWr1OvY1idS0D/YOfXLaAUCjK+14/eXeQL9ZggSDyuQ3MzU9yziX66Ek8deY0XnnxOSTjSTQaDezlvW+gbwD1WgNr6yuQbwrSH09OTuLW7Qd4991L9PWbtKMQnEAcWfrbWSaG3WAI84uLtOl2PPvcaRRLGe6fVdy8doO+rof79hjvAlO8g25non4/VpgkrlSaCAZi2LN7P+8tx+hTk+jrGUJ+M4+d23ejjYnatfV1LJJuT3cPjhw5gj4ms6/yjlWplFHiXXFmZpprXob+4aD+MVwmswqjTOP0LU7A5ZooV9eFy7vGBu8vlXKd9+1Z+v0qbamP8u7G7j17OD5LfmexnllCJrOMB7zbLC4tYmlpifpb55gZ+rwKfVUQPb1dHqRS7bznZ2gHa1hdLqBRD1LWDcpsjXSWKf8A9I2j7xp906jMMWgY5rfd0PAACsUcfYdDHrk3vSTyOv1DhX4iCn0P6X6v8sHkbViwjmjIwSiTq2vrswhEHAR51ykWwshthr1zbmN1GdNTV5BZ/hQu1xxh4lP7LsyN4zgOAoEAeQpB7VHekUNMSqovFAp5fWbm8as5a/TRKgVVfgvpu038q1SfbEWgfr0LVNccQcYEBKKruVSqXTyYGVpPE34MRDT1zaJSNERLc6rUHNVqDeoTtNqrnnzUJ3yPng5SVsyMft7x1i8e/HnFh97N7JG8K9RVlTzUHpeaT/RUClQXaB4B+EifAr0L/H6tTXNpDtWtSWR+OzZ5p/KAe6tJ0Jgm42lN8mtmtFUHDsyTu9rULxBdgdp8IEXvj+aRfs1a44QvfiUbgeoaq3Z/rOo+qE8JXPkMQZ38UGhokl6dfAm8iR79JRqqqpQN+LrSPALR3drm0ac/UrsPGito0YGnA431QWPUb2Zen/AEateaRF/9kq3AdSk14jq6z+cTAAAQAElEQVS0a8cxsv8ZsBkCoOnJ1efBL5tcb5Pr/LsA/wHP3zfWzLx5fRyfXIvXFt9mwiGH5EP9pr8IZkbejbXf/CN6at1ampln6y73u5lRDrQn57M5JD+tW+VWUFuNsWu1qS4QXb9UfWsf+Ih/zSP7k52rFKjNh9Z7iwe1aYyAw70/orsVNN9n89Q93et9q13o3cfziPAvvYsOq568NIc/n5mRTkv36vfBzB7j+ntRdASitRXU1nhkJxpv1hpr9lmp9q3wxfF6b/W3eBFNtamscX9UCdprNUY8apyrxvu718ayTl9BaciCYbRv0ZFL8cbTZrx+4ohOnXqUvBr0NcIza/Hoy8TM1NyySa+Gx3IQjpl572bGDtmkoEkZkgPOoTnNDMJ1HNcrzYgLa9EkP8LxQetryvd9od3vZzO2PsIX1CkPrUGlQG0asxXXr6vdB+EJ9O7Q9gVm4q+F3aQU1e9DnXISrnrNDGa/CeoTmJmK31hng+trUDYt+ExOHvI/8JfGSF8Cf50qBWqTv/PPOrWJV5UC9QmEp3eB6AlHoPpWUL/Ax1fZoH01yH+TNofW8loc08AaXJPwfWhSWQL/vaF3YdMmzXVgvGM5wQDcUBAO7xeu63r24bJPviAYCML3FY7T8gsqXeJ5/bwr6C7i31PUbk6LKeFprPoFukeoTfyIT8mhwntTjfavNoHaxavOC+VB9I84Nzd5X2XeQvgCycD/rRZeneM1RnX1K8Gp72uflkqB6GvpZgazFogf8ax29etd6xKvulv5fKvNzIT2Geida236wG7Jt069aH6Pl0d3L9XFo+YQiB+fX621wvXpXeDjaSIzg+M63AFN1Gj3de2xRzoWjS8DPHrMDA51pvX5oHcze7x+rUtrlf7a2tr4XdYOlZFI1NO7xpm18B0zo1NpQExuBZ8pEVe9Wm1dznTZEGiBVQoCfIQjoj4E3IDHJLu8Tap+M/MORdWFZ/b5eTWHmXn4DW6EBgUioZq1xmmMxpr5OA0PV+1SqD4KBWbmrUW8iU9d7jeYTZbhFYtF75IKPmbm8RPgZhANn7ZKvbvcOKqDj3jTegWiqQ8HH0RTbZpPeOKbQ+A6rifsKBMYggDpua4LgTaQ3lVqDh/0LsWZtdYg2uJbm0Vz+/rRXKpLPhorWppTc5uZN4faNJf61S7QGPEowxQNtYGPcHxcM4MPWoPaBRqn+Yju/dFYtYlO5ZFt6F3twncc18NTm+b1Qe/CEQjBb9e7QPSKxRI/JEuPPzDEr0D4klGEH1FhBnUlK5cyFV8aq1LvWrs2eoiJBr1rTsmvUCh4dDWn8B3HQYDOLh6Po7Oj0ws06F2OSPMpeSZ+hC8AH8d1PPmKj1AoyPEB790RLepYPEX5ISf6mlNziy/1+31JBjS0BslZ+pWNCle8atMKj1N5f9Smd+H7faIl+gIhqfQhxAB5iB+PPo4ZHtlh1PvQFL7WpPm0RjPz2jVGc6ld/AiEm0qlmNgIq8qP6bpXmpm35iAPGc2jcWYGyV10BKpr3ZpLsqtWy6hUS/ywK6PBZKn4VcBA6/f3p/jxwd9TwtMcomfW2vtNHXgEs9ac6gcf4UiXYdqHUR/C03iKgL3w/ILoa43aW/4cNfoxteldvJo9GsHDV3YkumYG6V6gd+GDj+YwM4gH6Vr0VYKP2swcSHfiS7Ls6OjwAtHqE23NJxpEh8aKhyr5UXu+kPfsVXOp3QfhCT9MXccYVAkF6C+qReSzDFYUsohHQwySRRkcyWGeATHHXAZ8RshHDIVCGYsLy1jLbGJ6Zh65QolBpDsMqKwhFGwyCDWHcmmNNIBIuMag0CQWFh8gl19CuZph0GoZ8RRw4NA2zhFkYHgDvd1dyG5moJ+S1f/PyGFobXL8IQPgDQaXhtjfjoDb8N4XF2ZRyK2hUlzmPEscN8vg6iRyuQUUi+vkbRLVSoGBphjStD3JqZMyG2YSrMSA8PLyCjo7uxDnupeWF5i4Iq+JKM+CBoM8q5icnmTwaZU8L5LfKlz6981sjn6/Cf10w4OHD5g8maGsq5hggmtpaY1ySTDR0Ivenn6kknEmSXKUxyyWV8dhzib7Cyxz2NyYB5wSE7BrxCl6dnzk6FGcPn0KDx6M4/adu6hQdwH6gQwDzQqS6JyYmZ5l/yTnm6c+mwzKrTK4XUD/0CCOnTiOzq4OBEMhZKiTLIOEYw8nUSyXKPtlthXRywCb67pwHJf0a9jYyEI/2cIjEmUmsx48GMNbb37AhMk4bt26x/0c46HfTfl1YnBgG0ZGRhGLxrk/XSZ7bjPAvx8HD+3D02efwA9/+/vETUHB5TSz5EnKfGZ2BgrwDQwOMuGUZcBthe9LcHmuP/P083jyzFkEA2HMzy+yf9PbVy7XHIlEARjX080g6wLHLEOB69fe+CpOnDrFoP8iarzsuE6AshinjubhBmgtjSrm5mYoo/uIRuIM9rejUmqgXm2gkK9QNhEY7SfLgLTmkRzu3rtLOawxeDwPx0Ko15q0pTIisQQOUydHj59AZ2835VVFmDS7OgfJcxQPHk5jbGIC7V1pXLl2Hu9/+A5m5qZpeyUG3BcYEJ1jgPoubXITdV7O9jNBIl8xyiTxD3/nq2g0sviLv/xrXGHAMxyKkNcBOK7DNXdRFlnUGKSVvOfnl8jbAvW0StsucM/H0dvbi/7+Przz9ttwXUMuv45DR3bRDlIYHu1C30A79u7dRTsrYuJhEUEbZJnD7ZvjCIeS3k+n5SiPkyfOIhxO4dixJ2n3ISRinRjo20YdVhFkYHhufgZjDGi7TDAMMKlVrWUxPNKG2fnbuHj1LWzb2YYf/PDrTM48g69+9Q1sG9lBfSzgV7/+FLdvT9L2N8jbJnbuHsJ/+p/9wAseRyIBHD12iHyDPiSPfft24NSpYwgEQpR7Hvo1f5n1IvdPP+7fncbM1CID2yVsMDG9yeBxubaMuaUxzC3PIF+qI5OpMiHQhH6tcU9fO3nqRDheRhWb3t7SGTkytIN4BWhPwFzOd5p+awO3bs8gwz1w6/aEl1BeYMC/oyMN/VRwiMmMnTtH8Uf/6Lt446svMCF+F3fvXMGFi+foH5aZ2G7CdcLUbRMJJkxCIRddTBR393RwH5+g9TZhVqMeyyiVckzqFXH12iXUm3kcPLwdTz61lwmdANqYvBufnEaBd5W9e0fwB3/0uzj9xBns3r0fZ599Ad/97hvo7OqkH0thfmEe0on8VTKVQBuhUMzjgw/ex3vvvYerV26gm7gB2tHK8ipGR3ZSH3NIMtj+zDNPIBaPUK9B3L17j2dwEwcPHEc42MEE0D4mO8r4gAmjS5dukd8awrEgBoe6EIkGUeW9TP8o4Py5Gwi4Qe6FEuS/ao1NdPfGEI428bWvf4UfInUmx8c4vkTZBPDe+1fxJ//259yLae71M5CdHz16GJu5FdJ1mFBo495eQR8TcxHuLe3FX/3qHcoNCIeD2LZtgEkpl3ujg/YQwJNPHMbZpw/it75/Fv/oj76N//Q/+QG+/e0XaIPPs30U0WieCW8HwwMjaG/rwOLsAqYnxlGljObnptDdnoLTqHE/gEm5TRw7fAw/+ZtP8PD+CuZnc0wEzONrX3uWNF8lnTh0boYiQcSThkuXLnj7/eWXXqf+9qG9oxOXLt9Gqq0PA/1DCIRiGBrqQSazQT85zPNqJ2UxDjRcDA/uwAvPv4Inn3wW3d0DyOUqtKdprjGBvr4hvPPONYxPLCIabiLHhFadY8Kkt7mRg+42xo/GyYkpLCxkuNdehn5KX2dCR0c39P/AXZhfpo/uwbbhPiwvTKJZL+IsE3AlJuwct8F5XCgA3JZKIhg22tomTp4+hH/8j7/j/X8u/6//t38B8Hz63m+9jP/uv/vP8eILR9CWiKE9GWOSbhklnu3hcBRlBuvDvJOGmVzQGXqXCf99e/vQ09OLy5dv4MKFyxikr/+n/9EfUQY7kGdm2XHBhFIRNSYGlaDKMUnV09OFzOYG2tsThDYsLM5AyeZKuYg3f/Ur3L15D8uLSzwvZhCJOvjOd96AG6giyj3ZRIn6SGB2dgwjw9tx984yLnx6A21taXRz7/3VX/0SH350AxfPP0S1FEOjxnOgfw9ef+1beOaZp0m3gmkmRPUT8M+/+CocJ4DM2hoCQaOPWcX4w/soV/I4eHA/RraNYpXffA8fTCMYCqHMc0Q/vX//wQTSTPCNT07h0/PneP+ZoL4HkU6nod/eoL33zlsfk8dV3Gaisa+/A7/41S+wY1cfnnn2JG31KMsDqDcqYL6fe+cF7tEIHj5cwLVr19BEDfqJ2W2jA7hx8yKWlqeQL65yLwSR57l+/doUbt68jZmZWUyMz3PfX8fK0hru3L6Hjz88R1620Z/XkM9tcn/NYpWJtrX1TfT0DuLgoWPo6BjA3bvjOHb8GL7y6hs8J4AwE04d7R202QfUVR0HDh4i/jD3YgzTU0vEyaOrqxuHDx/m/eQO9daBvXv2M/n9gienCd6BIrwbzEzPkVYUi0vLyGys8V6RxwbLZFuMfqGAe/fv8Gyc4lof4syZpxAMJNHbsw2hUAIjIyOIhlwmhcfR25vmHAk88cQpzM3NU05dSFG+s7Pz3p1tcXEZaLo4cfIQRob20D/00592kV/eV0suZRtjPYkaz/NarUT9Gcq8H9ThomkRVOsh2mUAm6UKMrTJnXu387ZZ5blcxejwEEJuEBUmQFeXNujzQgjwfvGrt9/BRm6VfnGIcrpPefQgwO++Za61zCDNzZu3sMG7V40J7vVMmfY4iFiiC7liA59+egX3eR+bmp7Hx5+ex91796mHKO9NXyedJJaWytjM6B8JBNHd1Y71tRUszM9SDgNIJDpw794Y9KvNHQuiPd2DZsOQpo+TvGdn56D7+yCT1/F4kj6jQnmGMTw8zPWAd5IyDh06hES8je0B8tWOYjkDWAU6o7LZNZ5pK6S/xLFl5Pl9CzTRyfux47jY4B00lytQZ+MYHBymH3sSFX4nnOCdc4h3zwbjLDXujc3NAgwB+v4gfVwR+sckVX6vHT1Gf9LWjs3NMte5Th9XJB8R7tkk2tvTcF2Xa0wgn89zvb304zEEeA/MZjdpM0Vob6bSCe5VB/pm0d19YmKS/noKqpeow1gsTvtoR5jfbIViFpnMGka3DWOEPlHJbrWZUyP9LqTTbfTv7YjTx1ltCvnNFd4HyljLAZtVB5lyBWu8I65vFPhdUEahUIQe8RmkvsPhMHmMenz77Y7jwMwgvoVjZl6/vmHVV2cgUrwLqrzbb/0WU11tdd5pBQ1eyAXgYyaaQcorhAjXFo1GvVJzaC7x9EUwM44E9D0oegLR84DfuyrNzOsvlUq0D/rnWo1jjPeZOm2m4fWxwVuT+FfdBzPzdLF1Xp8XsxZdzb0VNKfeVQpUBx8z82hpDjOD/5+jWhM8yxr04eSJ/NXJu84xo6xd2ofAcV2PZ63xiwA+ZubRF6+aQ+DXzVq8alyNQIAC/gAAEABJREFU9PW/8YBjANvNjAUBrUc4AuGJ/1Yr+RNPj8BvMzNPX9K9D9KX5tW76pKXSrWZtfjwx6uUfOq0GdWFJ9AYH9+sNYf/7q9L9NWmdzPRhafPOm1LfIvuVhD9FlDY3PN4BBzaan707re3ylbXVjpfVm9hffnfZubp5TM+m4/16O8Fn1/wMTP+DW8tmkt9AtV9MLOWzlh6yOTd71MpGfigdzPz9qgvV58X8FG/6Aufr95+UJvqArPWXKr7eLIN8a497oPeRUM4Gu+D/64x6le7aIkH6c8HvZu15jIzoXwOhOc47mNZqlO0fLpmrTGaz28TT3692Wx4MtU3qnAE4kelEnaitxWaj2xdpXBUql+lQHWB6qIj2IpnZo91ZNaqO9zPAsAer0Pv0ovsWWDWwiUK5AOaRlsAgWUdTfA4JPCFtIx72HmMzzbyTAWCaBrOKvEf+VjxJln4MtG7eG9wv4h39fm6VF1twhF98WhG+uTDG/OIpups8uZRXShmBjODP8as9Y6/92k+pvFFNPY87tMcAvGlcitsHbe1Xbg+qN3HM2vx1eITnm2ofyuu3n3wx/3d7/Ir+A/i1aehUnTFg0v/LlDdrMWbmXlylH3IL6qvNabVrnf1CTTWrDUOfFp4n/HDps/9Ub/WWqfvrdfq9Ek11Fjfqnv1C08DVdZpK+qXDfm2UmXyUu9q90F9OutLjMlVeAeo88zRd5zfLzoCn75oC/QuHG8sz2vREV6T9y6fBx9HeKqrXWvX3tGdIRaLMnYX884lyUyyEeguE4/Hkebdur293buHRXnP0Dj1uwHX85F6jzAuF2GfxoiG6Gse8ajSBzPzquJDIJ7Es/hXXbyr3Arql7zUpzGPgXtXe106NTNvD/Ev6Jw27nUaAuA6MPLpBAMw1oVfp1+T5QlH9wStRWtQKb4djSWXkqHm1Ny1ag3qC4dD8Nf3GI98iCefZ41RXaUP8hnCefxOf+DXRV9r1H2rwPu1oMQ4tPSvMWSFS3FaoBczHd7c5o8mFiEfUYsIhYI0zvrjDSolmJlHIMwLqr9YLUDjxKwUUGTyUoyozcwoS/MWbWbQo3bhNhp1vXp9rutwAzcYCKqh1dd4PM7xBUk+xYMGiYbmKNFYtXAze0THhR6tRf0CjTEzr9+jRa1tbZMitBaB6i4dgpk9nj9IOWi9komZeesXHTMHKoXvgzmtcWaGUDiEcCT8OUWLRiAQRJBg9hktzSsI8NIZpmyTySQ/2JPQZjAzTw9aiy9ffchIwVqnQDJTKbkIVBeoDj6iq/Wp9HimMfs8qzQzYoE6aHr61jjHcREgn5KVOs2M7wGIT4Fjjpo9fK/y6C+N1dzSi3gW6ONVpQ78Jp2KUU5BylV0BHIQcg6pVOrxh4+ZwaHuXeoDfES3oU1HO/DqNH6t25uHH1SyBYHeNX9D85BGgDLV2gWSreYLkKbwMgy+SI6qi7bmClNnsViMQYYwzMyzR18GrdI8vsQb+DTIh9YmOmbmjdMcAs0pPI0TT2atfs2jfjPzPkozmYxXNsiz+jRGaxNdjRM0OI9KTunZsmiLhvBdJ+DxKhytReO2gsaZmYZ6H7iSk9r88Wbm2ZjafBpCNjN4Do7y0hpEW/tbdige5fjFh3hQv+ZUH5nx9Kh+0VOf6AVod9KH3gWaXzjSi2iIlv+uNr2rXTxovEDjGpQTAE83mk+HneauMkiiNQhHpfq0VslS/PogmgF+aKvUmlZXVxmgWKP/qXqBjngiTjsPEYLQHhQvouGD6GgdGi/Quz+ncMCboNrFr+jLNpSoFugno8SXaCYSCc9ezAyiEQyFGERJQPbnvZNHza8DMxwKwnVA0vSbDDJHw0AipoDuAoObE+wrIMQgZq1awMryEpYWV7DMoF2dwaJdO3cxodPvBTsKxTITdlncuzPFpMYS2xpIp3rQqBsDMGMMBN2l7oIIMVBWqeWYRFxCAwVUaxl+yC8jGq4jmaBcGCxNMYC7d/cOPP/sE3jx+Wfw3W99Dbt3bEOMfdGIg/ZUDGsrCygVN+Cghnp5E4XsAmZn7iJIXmNRLajEtdfRRtzh4X4GvtvIx30oSZJjkliJqO3bd0C/Qm6RgbAQ92eRgdypmWkGTMse3GHQ74OPPmSCbIZJmCwuXbuKlbUMYC6CTD6vb6zjHBMrU7PTDJglkGWiZ3ZmkeufZzBwjgGjPPLZDVTIX6PBoMzGHIOd5zAzexsPx6/jFoOkP/v5j3H+wsfkL41gOIjRnduZXFbQi4GlzRzG7jxAdnUDt2/cwQ0mSvTTjvqpw9npJayu5LC+nue8ZWRWVZZoa8BDBnqXV9awmc0y0D7JQFiWgdGDePbZM+gf6INsTHbV3dXDi1Mb5V+k7tZ40Uri1IknqNMeXLo0hgcPlrBGuvpVnxfOX+G+aMLgokS/qJ9EGhgcYBB5Cgf27kbQBZNLnJ8yvHHjBh48fEhe6nCDEQ/mmBC8c/s+A1xZ6iWIldUMNsjf8soKkvTPA0NDkOw/OfcpLl66RPmMMxjKwBZlusb1P7g/iYAbxsrKKlz6jeHhEa494/k3+Y7NzU3uqTDXUqBtbcIhP3TpOHLkIELBKPYwUHr6iWPURQHBQBPXr9/G/MwMzjKZOzKwA90MLp858ySTVUtItsUJ7djYLOHSlWtM2JXw2uuv4dipk7hz5x5+/JOfsRzDrp37SDvOYPk9nlcOOtJdGGBiJNXWiWKhgsX5DQYONxCLpxEJJ3Du3AW88/Z7+Ju//inuM2l99ulnGBRuQ3tnJ27dvcO2h4jyjLh+/TqmpmeogyuU7zx1Nkx+0pTPHGYZVFZyWgHEadrqtWtL3I8rGBu/jzv3riAcrWBgOILDx4YwvK2LyfNeJvZOYnYyh/OfjuPP/+JtJnB/StkG4ThxBu7v4SGTwr/8xbt4+GCK77fx85+9j2tXphmAn2XgfQcCwQaqlTJWV1eQZYCxwMDiN77+TezatRtv/vpNJggvor0jhjbKrb29C8FQDGg6oEuA7PDixQuYmnrI4PF1LDEBOjk1i1gsgtcp0wkGRBs8gzopg2tXH3L+Ge7pHiavj8ANDXHMJu1hirqP4uVXn8Zv/+5X8Oqrr+Ab3/wWvvLa6xgaHMGOHduRZKA1Qf+6vLwJXU7beNeRXeSLBdy+e5+yncTqSh4PH87i4oVr9GUb+NY3v4MDB0ahZPXrr72KPbsPYGFhiftmDQtLM1hbX6CPKtKuwOBzHE+d3e+VqVQVr758GhH6TtSbSDC4GQuHUOIFOcYkUycTdufPfYydO4bwrW9/g7LpYjK0C6+88iLqjSKi8SaD+Kt44xtnMTgSxcLyJL79na9g154h9A92U1aTtMMF3Lz1gAmqa5hmQnDPngPo6hlALlfEvr0HIL/V4Nz6qcQm7y/bt49C6y0yafvBBx9iZXWB+34Dt2/f5b5scK+s0e9MoVjKY2JyjL42gYuXr0A/sTjOJN7FC/eRWQeWl6solRzcop3fvHUD+onigaF2PP/CUwgwmTA03MdTqEl6K95aVlbnUKNvm5gYo2zvIZPJ4PSpw/jow08ZdB/B97/3GvYf6MeRYwewnsmjVK7iffYlk3HKucD1NFBiouHf/Jv3UW2UsZPJ5O6euGcfg0P92LNnG7aP0h46Qzh8YBt6u+L0T1FCG5LxIOKxIAPdqzxfrsANVuG4ZbSlotDd8N33LzBAngO/aZm8uIyZmSVc4H5u8p546+5NlAoNdHV2c28lEWAi7ZXXjuOZ5w9hcXkahXKG9tekvRfop+9jenoFN28v4PKVW/g3f/znPMfamJw4yUSRi48+uonsZgUzU3MI0hGObOtnEiLFRFQnE0GnATPqdArvvfcBbjOxlmGyZYDJ3sHhbchzL1XrNTz97DHinsHu3XuxyCSR9vfVq5cpn3X09aVpQxFs3z4Ax2lCPy3X29tNfwx88vF56tfFvbtzuH51EnOzK+jrHUQoEEC5mMHLL+5iwmo/xweQTDUxNfsA+eISQpEaJKs///M/xsz0GP7dn/0JorThZCJGHs/jn//z38JXX38C2Y0FhAM1lIqbWFyY5XmwRJ+b5ZJc6iiJtgSTPus53LzxAKlUB1LpdtzgWfWv/7d/TT+8jNNnjqBpefrSFWzf2UV7iiDdEUdmY4X2sIhtO/pp10kcZ0Ls5VdOo7u7nQmlPBbn1nGRiftykfZIGZUrBcpmCK999Un84AevMgF4BD+kL1hdXYfrJHDr7qynl08+voL+gX6ceeIJpNp6uQea7G/Hj//2HfzZn/4SH394Ey5lk92s0Xd9RPgU01PraNLrTExM0I9XMDo6iL27R7G6uoSr16+yXOV+nKNfqeKF55+jn9iDU6eexIMHE1hbywA8E9OpFMrce9/59lPQr2YPRxJMDG5HsxGA/qFZT183Tj+xi/jT3HNr6O5JYPtoL77z7dfBbYzNzQUcOrQDiYQhHo/RX90j3CFfFTz73BnadBiDQ2lQ8NR3iUmyJDo6Uthgwki/QUT/795kMoGnnnwSzWYVP/7RT9HR3sn7N2g/g0w6zeIv/vwdrK8W8eYvP8FPf/42FpZWub4beOvdt8nbPvT2duLYsUPcCw6058enZnDrxhjee/caHKcNgUCUui/QJrPUewz5XAljY5Pc95PkP4+7d+5DZ3SefhAI088laCMRJJJRJjyPEieDWr1KG2lDuVymr13AxPg0rl+7jR/97U/Q093N9axzL62hjXfAVFuSupnC1avXeTdpY2JxCUEngGSyDYl4Csu8h97knUL3zP6+bWzrwrlPb+Gddz+BftNCtVpBvVGCwzthe2cYHZ0p0klzfCdp3sG162PY2CihzrtsoVjB2+++R3k3PT5jsTCGmZhsZ7Kyt3OAvA1haGQYf/hPv4nB7b0Ym5pE0wKenG9fv0NZFHnXBTq6e3Hh6k3UePmoMFjW0dVJ2QXx6199TP8xg4mJDfrOgkePhyR1maPPaOC//q/+CL/7+2e9ejBg3MNdmOe9UsGd7q4+2k0W5VId+lXQSqp+9MEn+JR7X/+/0Eg4zjNwJ/RtIhve4PenmUO7D2F4aBQdHd0Y6B+mnywjGo2hrS0J123wjJjF3MIDNKwAJRnX1ta4/3oxMDjIfod7dgN6dLfK54sYH5uhvpc9uYejdfT3D0B+SnOUKL/u7n5sG9nBxHAvZZiH4hEhnpG6NyQTCa47wzVUPB6UeC0xkBQOhxGm3ynQZmQT6XQHZpkYzqxv0HZi3Atx6FxvNGrIZFapzxqhwTl6EI5EUGOiPMw1NXiHyOcLqFQqlEMNDQYp44kI7yIu0qkE9u7ZQZ/tYGlpDvrHJS5lHImGuXMbKBc2QLfN8ySASNjId5P+04G+jYL0Fa7rAgb6zQJyhbxXlngfUl2+W6B/sFgoFaF21UOhEHTPFgT5vaX3eDzBtSR4n4iQr1a/aAscx4HAzLh/m1xD/THo20+2LPl4ZzxjYSXGqNSudTdpa9K91q53AcalUkEAABAASURBVPg4pCWa4kFzCMwMZsZeWh/HqSIcger+PKItumpTn2hufRdNtWtegd9vZh599Wk+gXAFahM90RG+P051gdrVL1BdsLXdrEXb6+df+omzBtfQZD1AebuUs0N9UZDcm5Qj270geL1GO6nRtzc82bL5MY/iyQczk8xb0KijznuVgKMAl/phnMFYwgDNKf5ESyA+fVC76lqf5FilH5BuVApUV7tAdbUJREdgZjAzVR+D6AlfeALVNda3A39O9clONLdA7T4R1UXniyA8tal/K6hNoDaVAh+3Qfn4IFZ98OfyS439u0C0BOo3M6rNgezF4V4wo/6oWzx6zMzrcx3HwzMzT0Zmhq2PaH0eWr1mn8cza9HfuiaNE7bm94D73iudz4/18czM40E8y779UnWB3s0+m0dz+eDT2FqqT/KQbqXHraD2L4L61aZxnMaTi+aVr5HPUV08KKZqZlqaB1vnVIOZeetgodfHIDzB4wb4eJ+V6jMzFX8vmLVwRE/8CsS7QG0arFLtWpdsW6C6cLQP62igwT2p3ddk3RtD3ShxYmbsa0I/pSZo1Bvee4M2JLoeLuvgeP/dzGBmntxaenY8G1Pd7LN24xxqE5gZ9IhPzdHkPJyIt0eDaxxPcEAcOogm44may8Pl+aRy67vq4ENs/v0P/xG+4O/DlCy+rF/jBF/W57epfyv4/Kr/i+3q2wpb+1t1wMweA/iYff6dTWjhNr+0FH3pXqWPp7pA7XUmOv29ovcWPeqdsha+8HxQn8DsMx60NwTSq+N81q53tQeDId4ZQrwPBGkXDrSPAIMeM4OPJ9xAMPC58177LxgKem3q90F7Un0hnlchnleqq020zOxzcsAXHuH4dFQ3a/GitQoatG1/vZKH10ZZ+DLSWaF7lkD3CL3rrFCpd8WRM5kMstksirxf+HvPpyk62pMC1UWfmvO4NDOYmScTnzez1rt41jq1ZpV690G4Ar2rT6C62sx8ebR0Kj40p8ovA61ZfNWU2CboflDjOaX7maDCe4BAbTXJiqe4t1+ke8eBy7uDuQ40XrQ0B/iYGfXverqUrvx1qO7yjDAz+A+3vadDM/NkYWbeWId0Hc5h1sIVbfHq+RDxQj1pTrUJHP2lxWoCgQQjAmoTohQnBbmug3C4Zajgoz61+/2iozYfiOL9cciMFqKxQRqv+Gp6jNTJOLhYCsR1qFSqmEJ0KCTXdXl5jxCiCNJ46xSojEkgI6pT6CIuPAkn7F3uw6TneEJRu9qiDJj5EGPAM8KLvN7Vp3GiUavWUWagWWsRXQlMoLpAdTPz+AgzGK+x8XicH45JfuAlvYt2nB/Soq0+gXh2HK3JoPEC7zDhwaB2zS28EDdukGBmHt+SoUC8aJ3aLBluFH0wrTLJo7o2jzZGg07fzCi31ljxqnEar7qZeU5FfAk0p+RipjHwxokXvsF/muTPr5uxZwsE3IAnX9Gu8aKpUvhm5g3RvJpf9iDeVSpAKj4B4RhlAX4wNUE1o1Zr8ALcRJ1lrVrzgh4ar7G+nvUOPuKTBcfUPBDtCnUmXMlCeOJHOE1uNpUNGTodt9qbtDe1mRnMWqB+jRMN0QPHaR6BmXhteB95ol/jR16TslGf5CgbkkwlT9GpMPJX4QehQLiaSyB84WiM6qIhfgRqUwKtvb3d+1ATnvaJ6MZpX9FoxNvQoif+ZAtymJKN3sW76Gh+geqaX+spFkuePEXTt0UfR6X4EH9m5unUAG+tmkNj0ul2fsx3IhQMM3BQ82zTH6N+8ShetQafvs9nPp/nR/kmAx4bDMzlUOQHt+iKL9EQn+JB8tBYM80Ojw/RVLvWofVpnaInm1cpOkqSigfNLbwiA+8qRVcg29Q4LumxrlXX3CoFZvZY5qKlvZhOp/mx38XgVA9SqbS330W3yKBgiR/cml8g+Rf5Yaxx4l84mk/8an6tTXOpFKhdgY2tuhMP4h8wz55Fr8B5JMMQfVkkEoVMtsjMhgIeCmJUZGPlErKMnrtWR7mYwfraLH3XOmVXgusUOSaHXHYZ6VSEAagAA4g7GGjppG5LmJubZgDtPkLhEPbt38PgTILtZUxNz3E/uhzT40GKSaXNzQLpFDi2iwHuEuk36PsdBhznoP/vXxMV0gGgfyHfrKEtEUVnug3VShEri4vYJI+JeITjOxGnHddrFejXqW1mM5icGGfg9hqDlZNY169ZW51HOGS0NWPwN49INAT9BNf0zCTMmuQzST4r0K9NW11bRV9/D4P7JSwymVqmH0q2peC4DjZ5mcjmcwhxvj4GjGIMgqg/m80xCVKHgvR/8Rc/ZoB1HhvZTQbpZxj0SeIrX3kDL730FWwf3c35XGSZ4FtfXYPLi39HMooIA1ilzSXMPLyO+ak7WF2cxN6dAzh0cC+6GEROMujTP9gL/T8sz5w5RZnv5HoCWFpcgJKRE+OzDCguo5AvIxSI4ta1+7h2aQaffnidOBncvvmAycIG90kF8/OLiPEsOXhwH7LZAoPsszxf4lx/letf9cDMYYCtxOBoARfOX8L58xe5llk4jouhoRRefOEM2tvbMDy0DXv3HgSaAayvbTKAtoquri5EeAa2UWZLlF+Re7VUzCEei6KvtxebG1koabbJuaem58nPGhPnhrWVTQZ25+C4IdpFkX7cwf17Dzx+GjyHxscnyOsCVpkM1lk6P7dAvbVzbqN9VrDIZP65cxcZBH8P+hXBE1NTXtCY2xDaU2XadblcwMbmOg4yOJ1MGr7y2hF8/7sv43vffgEnjuyBw+h1o1LDPSaa3n3zXczPLWODwbtf/uKX5KnpzdPe0Um/1UH5NPDOO5fwb//kT3Hp4hXuhSSq1QaikRiU1M4wkRBhonR9dRO6SmQ3s5higHhhYZ1r2qD+EiiVqvRhlE0ihZOnnvASa7/+1Tm8//5lhJl8y6xv0panGaA/g+eef5F8H0JnTy9e+spXkGxLY5L7KhCOefQXF1cZNG7DJucRD6+8dBQvPv8K5O8SyTBCkQaTqhfRZIB0954RDA72MGHUzgB2ijrrZZKohpX1LBNA13Dx0lWMkdeVlXWuK45ELIlqqYJnnz6FP/rD13HmyePYs3cH93KaQcYkFudzeHB3Ae+/fQ1v/uo892cFne3bW0HW8Qe4ees6Ewz3PF0pKGow+olVbGbT5H2U9lnDlct56jaEv/nb8/jjP/kZwrE0Mtkyppjo2rlzJ4aHBzE+Po6333oTb739Hj+OGwCVq596L5UbDKjmyfMUA+E3MDk5A/3jhrmFeRw9cgTDDHY7ASAUDOG9D25TXzdpx8M4dPggjh49iXTbIIYGdqOzY5DJt3EGbRc83bhuyPtp7OxmkTZURoFJEZLA4FA3mihibPIGSuUlvPDiMfzeH76Kb3zrSSZJn8HXvvYC9BO7NSYIqvRLFZ7bBQZbFxcWadd1+qUxJtA/oE+sY506DvDO+tTZk9yXIdx7cB21xjpeee0kfvj7T6HWpI/sSaGN/jaXz3DPbtJ+NrkfZ/Dpp9dx6/Y9pFOdOHTgOOW3iRKTTGXasOxneWkJrmt49tmnoZ9sj8fiHL+BUCiAM2ee4P4O8AwKce+XEQq70K/oHBkeoq8o49NPzmNpKUOfUkeOCSYHcbz/3iUG8tdhzSg+5V67f28M00zuDw4NYOeuYfIfRJH+eXUtR7+8Az/90YeYHtvAXfqfOu9gpVIWhw8fx+zMGsdfpj0+RMNKmJ1b4jleoA/NYmJyimN7sGP7Tnztq2/g1a/swW2uMZ/LIxCkb7v5EO++fRF/+ee/wv49p7C6XMQf//Ff4+L5W5icWMDaeh6lUoPlJnbu3AP9w540z41t24bw9NNPYeeeXUi0xam/ECYmlnDz9iTqzQjMjVLWTRiTp+3tXdyXWSaS9uD3fv9bGGKiuLevF+2dXXCcIPtymJ1dweDwKL75rW8hnmhHZqMGxw3jXSZs7t2fpg9sp80O02ZnaOdl7t095GmeNrRGea6guyuJPXtG0dWdQiqVQqNZRzKVxC9//TPvDFxlwv7G7asAz4bO7k7Mzs8QtwMFJi/n56dQrm4g3R5EZ3cUT5w5gK9+40ncf3jNsx+zGrdGAPlsHY1qFNOTGcxMbWJqYoX2UUG6LY4nTu1FT1eIMmpHsbiAvoEIUh1hZDbnEY25CIdDcOjX4+E2bK6X8N//v/9nJrcu4b/5r/9bfPjhm/R1wBuvPYHR4SiePL2LfiIENPinUYHOAPlJg8tzoos2s4SxhxPo7emDkr1K2A4MpRAI1fDMcwdw+OhuPPHkCQwM9OHEiRPYtXsn9/FljI4OoS0VRSziokjbNwCzUwUUNiv0s22YnVnAvTt3mIDs4PkSQDQOXLzyLuLxBvbs3YXlpXWceeI0+elGmftw167tSKW7cf36Q95jApieWuQ9YZUJ33toa2vHoUPHUakaExpx3L27hD6e8VeujSESS0A/ibzGJKpkW60WeY6tolwBvvL6C7Spbbhw+Rxu3LqBGoNocfrz9z+4wn2+iFu37kG/ilO/KjydbtLf7Ib+H5PRaJJ3pMN4MDZOnuLo6k4jl93Axx9/QN9wHkNDvThyZACra3No74hjZNsg92seV67chH7DQhM1RKMB7psVTEzd4155xrOxYmmTcuvnnWsFL738NM6ePcaEWTfPwiR2jG7HCfq7fK5MfUxjkWfRieNP0e91UAbT5GsZiVQYR47twwsvPQPQd2QL61DSUT9h/vt/8B3qzLBz9y5Eom3U5RA2MiW4ThQTTDi/++5lzM7O0+YXcefuKs/aPP3UOoAA9Gts4/E23o2WPXufnJ6k3eW5pix9pYN0OkVbSaO/vw8vvvgi/ZHh2PGDDN7kMT52D8VCBsePHkQ4FORdZwU7dxzC8SNPoll3kOG5pbvPYP826jWE1dUi7X0RFy5cx9tvf4S798f5Hd2OfK6CYCDCOQY8W2uijHCkiT179qJcauLKpZu4c3sCfTxjJ7lXopF27pER0i9wzkVU6Ntu3LiGzdwmwtwfly9fRSgSxiefnKMsl7F712584xtfpxynsGfPbvT09PCcHYTOr9OnT1I/+2hj+9FGX/7xR+eR5n5/mmdqd2c7fvu3v4sYbWJpcY1nQgaylytXz3E/X6V+wuhsD9M+VrC+soKZyTls8L41MX4P+/fv4h56hnKqosjE5dzCEuoNo58vINWWRoHfRk1e9JNMNEd456cyvD83b96hbuaRyeSowxzW1jaQ4922VKHfO3MIz7/wBO1zFKl0HK7rQonYBhOXBw/u5/6KIU/cMhPf62sZyrIf20b6qPsFTE3OYMOjmeU8Luo1h/eDVd7dliijFe65WeToyxOJBLbTxyfbknj67FPUfxJBnoOOC6ytr3MPBlGvNzh/kjxu8Cxahnxvk1Eug4u1tXXug1nqIQzxUeYZ69BexeedO3dpexvQE2Z8JpPZwOZmDoFAiHMXUCqUSMsl3Qzfs+js7MDI8LC3T/UdFiSI/hwGAAAQAElEQVQPFfqb9cUZ5DML/D7d4Iwcw+8Ql98LASbPXCK5AYdnXgyxWAwR3nmDwSD9rnk8qe5DmDEdx3G8vswmeclloVL/6HKD3wmq67tC/4uLVuCzjgZjC81m0xujsVvfXepDtFW6bgABBvt8MJg3ts5Lp0AyEI6Zqer1KZlfobz03SgcgegLhKX5RNunqVLzCdQnvoRbq9U8elvffbpq04SiLTy1qy7QvAK/zaevUqA5zAxmJhKfA7/fx1Gn5hI90RboXSAeVQpU96FO2ZI4PHAoLzR5dLXAS85wv0gPwhM9JWHMjOgGPaInEL06ZaD1af4G9QWimOsI7XPg45sZzFrg0CZ8kGzD4TAkdzN7PFb9/otoCPRuZtwfdQ/8NuGamWcPoue/qxTtKPeCWYu2P8bMvDk1r/AEZvaYR+H9XaD1m7Vwv2y8ZCfZCOqMrzYasus6QHlzGOdglfXH9FlXi3hQqXbNIdAYtWsewdZ+jz71IHwBpAcimLV4Y/WxnapfoDYf9P5F+GKfeKhzT/lzqe6D+gR6V78PsgnV1SfQHKJr1uJL6xGYff7db9M6vwhf7DMz+jLnc6AxmqvRaNCn1XhXq/JOXPJAvlJ8iZ+G7Jx7wedb7aqrzx+PL3nMDE2OE14LpNeGJ2O9a6yZPR5pZtS1PX5Xv8DsszYz83DMPivFy1Z+RcDMvLWCj/jXGYEG/SR13uB54fHFdWnPenuZO7vOu7UP5JLodY9/4QqMa1HyU+M1Z522WqeuBf56xK/qW6HJecnG4z9m9rj+ZRUzg/MIXHMQcNzH4Kgd5v0HrqUpnlR+AfCFR3z5sJU31f12lf4w1beC3761bPVvbfn/v96i1eSSmh4RLtMr9ZeZwbdnM9rUF9aqsfiSR+0C6Uf7S6W/XqFzNuhdoHczyvUR6H0riI5AuALR0z4QqF5jfF/tPmgu9ZXLVd47Ktxb8sH0TrSFBuNHtWqT98QqSsUSyozvVIhXo2+qk47GCXTuqRSoT7TFg/iSHcgN+u9m5slIchKYteSkMYIv4rm8G3wRlFfRuekB7wtmLXn4eCEmcHV/8e8xOit0fqjfzLzzQWP9d82puSULgdagtTyGWtU7l/w+rbfEJKz2skDvwlVORmOFtxVEW3P4oHf1qxSoHeRLFqV2H/w+9W8FtfsAPpKjD2YtWbBZYvfstEE71NmvRKtA97IaddvkvZpHGG0LXF+T0KB/rRNqvCPWqPdKq059az7RNGvR3zqfz5uHw0WoT/KWDpLJJO/XCd4hIzzHg4SAJ3/heKDBZi2iZqY5PKSWghwy1+CHaZmGWaWMHBIKQ8TNzOur07GJhjewtWQuukHQwdwqeS/hpA7HE4sXXg713vnmLVBKFMjJiikZkOZQXbQb3AzCNTOOcz3w+9QPPnrXGBmV47jeGvQuWoLWelzyYB7441RqDb4RqfRBRqW+Bp2noE5F+H01rlt9Ak7vbSqXm8XhYs2M628+Xps+mmSwoicDFWi9alOf6gK1+ziaR3OKb9EUbdW1mXTxijEArlJrdFzHW5NwnEfziycfREd8iqbmKZXKUGlmnpw0zseVPMxaMjJrlWoDjAZa9w79bC7Hj8ccPwaLdExlGmqVBluHjNng8lAKoF5rosrAYbMBuE4AwUCIAdOWAZoZzFrwRX41lzayEkyCEje6ZCL+wUf4AX6gmBnf4MlZbWF+MMnh6ENQpWQjvXtI/MvMvDmFq/WKhmTpg+Qo0JgggwLCEa7AxxVNbSrxI74kQ9WbXKTwNVb0hM8pIZ4lc61DpVlL3qKpPrVnmQTKUZ412paZQXSkr619mkfjW3Nxh6P1iIbG+aD3Jp2NYw7Eg+bRu0B1rU/tTe6nGg8Q4Rkc8kmaTYc6CjNYW/N0Kt0Jp8RAvXjx51cpUNsmE09ra2sMMKx7dqF5zMxbg+QQ4weCSs2p+c2Mc9VpLxVoLTWuWWN8epKp1i4ZCF914Wj9Ks1a8nN56AhHbaJjZtDaBJpLpeGzx2AQPTODHo3TXErM6gN/iYHthYWFR+soc99Wvf1RrpRh5iCVSnl+T3OJV+lZNubNQ5pmBvGjd4Hqmk8gfny7aWtrQ5qBqXA4hBBtLBoNg9sV0VgUcAwV+pQGaTW5vmiiDV1dvcSLIMrkTcDA0oV+4qUtGUB7KoRU0kUy7jIQMo233volg2TXmfwqMlA4icmpcTx4eA/hSBA9vV3YNjrCoEKIQZVpBi82PN8d4Z4J8yNxZGQH1xf1gi2rTCRmmfTp7e1jYqqTcg0xcbkIySmVSnt2tcKg0fT0NJaXF8lDHKPbRhgkY0DFgPb2NAMpcwyE5LC4OIcGL8sDAwM8hGIMMEawm8G+9o4O8hJlELEdbiCIsYlJzDABd+7CJRR40eG9m4nGZQ9/aHgQiUQUTzxxCENDfSgUsjh44ADnXkGOwagSE6oZBmNWaIcJBqV27tyF7t4eQi8D6QkGIJPIMeHe1h5hsPQQA+U9oLUgQtsslfK4cuUirt+4gmx+nQGzEGoMZDQqVVCQTJ5OM4lXw9deeQX/8T/9Ixw9sJtqCqC7uwONRpXrnKEsM9S9MSAYQyqdgP6fdi+8eBZDw73kdZPr3YmR4VEmWfehWqljH4ODRw/thmtBrC1vMCle5X6oob9/kAmTY0jEo6hU8+R1N3bv2YnJyQlkMhnKL86AXAnpdDvWGYAKBkOsd+LG9Xv4+c9+xSDvLXR1dnoy6+7uxuXLV3D92k0GlvO0oRgDeEXSmsWD+2PUaRAzTJbqcrnBhFGQOjhx7AT53Ibx8Rm8+86HuHXzPpaW1+nTHc5bRYaJkOmpBa+uBMqHH15Elkn3EoOE0UicQa8uHDwoHQ1TdHVMTU17NnX9+l3aUS8mJmYppyB6u4YRCycp5wZSDJLXGPVOtSUZ9IogHAmhrz/NRMkRmFvBr3/9Y1y/eh5vvPEs/tk/+z4TlyNYo33euXeXe7RIW4vj5KmDGB1tA1CHbHKTttvZmUa5lOG83eQ/wqD8FG7enGFblVDxgqi7GFzdx6BqjAHX9vYU5+1mYHUI6XQEJ04exo4d23nvqaDI4N4cfUM2m8exEzsZuF9nQngWV65PYGJyDe++9yF+9KOf4QYDoBOT09yDD7BEHrmVoSBye3u3ZzPjTIBKVrrIO+bSNkqePVy/dstLCio5nM+VuK4qlPyKxOsY2Z7A7gPdOH3mGAKhCM4++xTeefcabQ8oMVg6zYRtuVREvVqBy7vXKvdllnthcX4ZrhtlUH6WfmIQ24b3wZoxTI4vwOqGaDCAOSZCs/kgQrFe9AzsQDCawEauiGo9wLmiDIhmcO6TT7C8NIdyeZPz5dFgwLZULOOddz4F7+T0TwMIh+Io88NEZ9jA0AB9WZyfyAFE421It/diknamX7t38fJ9XLx8HVdok6tMgs/PL+LylcuIcB8+88xT6GKQ/A/+4Bs4+8wZBqvvI8Lg8vTUHD784Bre/NXHCAWSGBrcjjt37qOvd4Bz0xcwOXn9+n0k2zo8u9/YXMWOncPYtr2fSYc96OgMY2HpHu4/uMD9Pc2kzTz2HujhGvNoNIsAkx5p7qcibTid7sD27dtgTgNnnjrJ/duDtfUi99o6IvS/8otaeyQaYhJlEXv3b6cvLCObW8Qo51MQ/viJg9yzPbTLDi9JMj+3gosXr+Lypdu4fesh/V2vtx97uvuYwJjx/PLC4jyq1F+aNtjT24vxiTHaQB07dqQxwYRigT4qm9tArV6Bfq1uR1caDoPFx44fp8ZdmBtClclQ6bu7cyfG7udw73aG/rOMP/2T93gufEj/vUxfNY/Meg6JWIp76ja6u/rw3HOnqOsSnn52HzIbS6gyIbFr524MD+6kX3Lxo795D5uZAj54/zJ13KROYvSV13DjxhUsrcx6d6+BgTTPhixOnHgCx5n8mZ5aZvJ+Hj/5yfsM1BcRdFOUdRSOm8DKah6ZTJE2lcG7776PO3fvYm1tlT50gwmHPMYnx9He1YnOnn7KNulBPNmFufkVTM3OYceuHZyzjlDIYULvNn78k1/g4dgESiWHtp2hrMd45q1hfm4VvOJy3Uv46teewuEju6BkxNJKBg8fjiGbzWFkdBAvvHwWx07sot9xudezlNk0YokAdu8aQjhYx8zsNPdiLxLJENxAHadOH0MyHcXh4wfw8uvPYteBbRga6cGevaOIxcPoH+ghj7S/kX50d7fhmbMnqJs817dMXbdjdPsgurrb8fTTZ6H7w9TkLBNBy+TVpWxTCAXDKJfz1NMc9u7px/GjO/CNb5zF0WOjeJIJzWPHjmKBye11JmtKxSYTqmHMTa3gxJGz6O4awm//8Hn8l//lH+G/+M9fwRuvHsa3v/4EfucHL+O/+S9+D0+cGMH62jzOX7gAJXxbP+kFnlsJKDF/4cJlTEzOUxYNzC08xOGj27HE873A81Y+5c7tB7h29R7PhTH64DJ++tN3cO/uHdr/Br76tVfw6svP4b/9b/8ZXn/jJdy5eZc2cp/+eA5/9qd/wbNgCmMPxni+JqGzZXFxlsnhOD49fwXbd4ygLZXAe+99jEolj9GdPbh46QYWl1eYDH8aw9TT6TNP4P79+57udQ956uxB7Dt4EC995UUmZrJweHfaxwTt6soCujoS9AUh7Nzeh//lf/0pxidm8MPf+T79bZ6JtQvcg104ffoYnjj9FJNOJRTo17/9ra9zrq9g795R9Pd3IxZP4OGDCcxOL2B9NYdEvB3M96JaNuju/Mtf/Jp7vB1DQ4OkkfXutKPbh5loPIuXX3kJDx5w7TNT5COCGgc2mBg8dnwn98ceyupF/NN/+jXcvnOZ613nnk4zaXsTzzz7jLeOUqHI8zlAX7SD49s4Tx/P6hXuoQi+/s034IYDCEQCePUrTyMcNvT2pbnGO/RTc5RpGNVmGR9+dAUTk0vYyHB9PL8GeP/av38HbegM4TTPBuMZOEroo+9spy9ahJmLw4f3o6uzB6FACFXvHxmXvfXqHhumD2zwO2dxcYG+aRuagSL+6B9/j/50gN8LVer4Ibo6ujE/vc57TRUXzt3AxMMJjgfXkeCeyyOzkQMdFjazVczMrHr/qKanrwsKpkaZwFvjvWZ+YZl3yQxisTjtJUFZTpHuAHkdRTqV5j2jm+ep8Vz4FBPjc2jUAtg2OsoxyzCAMgT3UAUlfje+9dbb1E9erbTFSSwuEJ/30TDv2/sO7gfMePd8yDvRXVy9cpe6ymNhfhWvvfoUNjdWoTvent3bycNd6HunwUO9p3uAc4Y8nWxwPa7rIt2egP7xxfe+9zWcPLEfBynrRqPEb6kCHjx8gFA4DLpoHD1xGtt370GI96WFpSX6vCLClGtPN22OPHV0dCLGc2/f3r3c201srq8izztWbrOEPdv38A6YRDwRQYM61j8IGh7ux959u6krynN6yqO3c+cO9PAsTaXS2LlzN/r7hpAljd6eASQTaawsZyi/MAJuFNFIG3K8SDAkrgAAEABJREFUcxQKFQAu9P1eZ2Aqk9lEJpOB/mFAd28afYMdGB7ppi8rSWT036v0JevQt+uOHTuwfXQHabr05RtYZ/I8GklQf0lEwjHShae3Dq4t0daGHt7Na7zgK1H5kL54jTqPROPIbuQRCsaxuryJibFpyrtCnz6NlaUVdNKukvE02hLtaPK71RoVJGIu1wMEmgWgXkCzXkaN3wL6B1J14tQZdJfOZAf6fqyyT999fl3flmYGo++QDvXdFqaeIvwmivJOIr2o1Lu+4Zr8rtYYb0E8eZvcC1We2+VyiXZTRYPC05wqwX7tGTODX4KP4zo80wLQfGbm+Q3xZGYento1l0rHcaCn+WjeOm2vyjXo+1OgusaqXThmXAtB48xMQ6kr8+YKMSArmmatd82hNoHq/hjREWidoqs5yrxnlvkdrLra1C8QjsqtIH78djPz1uS4Lvx5xAP4+DjeWMbW2OTxKj4EalebQO8C1f1xDcqkSRnT6GCenIxzufSbIU++juPCcfUefNxmZtAj2mbmzWdmanoMou+D1lqnnepddZVmBofzCcwMorUVsOUx+zxt4albdHwQXYFkLJ2qXyBcyVLtsl/h+GPU74PZ5+fw21X6NETHH682M/PWrjW4lJFKgVmrXfMIXyB8SM4Cylz1OveVoMYPANn6Z/g1bw/ovTVOXHAExzUZb1K7B3z3SupdpY+rcitotN5VfhHULvhiu1lrDWYGx3XgUFdmrTbV/fWaGXlttID7SnzUWUpWggb3st+mdoHatQcEqguEIxAvAvDRPH7drDW32edL8eGD8FVXqb2oOsl4f8zM27/yTf4eEo6ZQY/m/iI0KWv1CcSH4Is46vPBzDx70LtwBeJF7wL2qvgcmJnHl3gSbz5PZgY9ZgbXcRBg6dB2gm6A3wEuIeDtT/BhF3tY0R++aE4z83gxB6BbbgErkomgheN4OOJToLU16YvNTJQ+B03amg/CU6feVQpUF2ytC88H6V11ybSF14TxPzHutT+ir/EC4bDpsV8QvwIzjnoEwhO0cOXFCBykd7VvBbX5sLWdu+rxHH7/1vLzuH/3mz9GGFvrX3xXn9rwhb/UvhXULVuQrnzQ+gVmn8lA7wJ/rMZtBbPPcM0+q2uMD2YG1c0+6zczz+6CgUDL77tBmDkA7zaAAzODYi+OE4LjuK26Ccdln0uxEmAAweAALBvcT3Ve3uSfy/yo9H2y3n1f0PiCLzMjDf7R+mq8i9RqNe+OpjE++GMf2xhtQPdgvW8FjRX4+JoLfFzX5RqDXIcD1SV3geoCJWm1N3WnicViiMfjiEQjCASDHr5wBBojHO1lgd4d7t0G95TmFJiZN8bMoEfr0p7Yyqfq4s0HENesha8xXwQzI4p5/Gs+H8wM/9BjZp+NMxfG/+A/TVY8MOpTID06xHD57hAMXBrvuk3e2+otqNZY1rz7mM+/Ssld+tI9Unfd9fV1L++ld8lF/cLz5EH9ORKghKoGDRRIMBJqhBd7XSiDgSA5BCesoklOXNehIl2Ew0FelAJwXYMxSaq+hncQ1b2DqskJREsXAoEmN4D4LlzH4RjjG35jEWJQzGqMQHSk8GQy2TIKXngdjheejFuLKzBgrsSk5nPogM0+o615RU8gfNFUqXfRdsyF61LY5EbvoitQnU1c8yOHpxeCmXm8iwfJL/jIQNnlrbvBDWhmnsLNzBtf5yWEEU2vrmSh5heIN38eM/P4ED2tVzoQfdV90LvPa50XgAY3Mrn53DiNF2949KguWgKN1+Zq44dNhHJUm5nPY0tv4kkfjgLVlXQq8+O0Uq6hziRps2FcJ1hvQBfOZgNca0uGZsa+hrdOrUv8CVQXrmSudcvOVFe7+BOrwlMJ8/4mHRl7jSUnYJN4Ff++LLROHwLUn+s6MLPPgfCFY2bcSCC/dc+x1ejgJD+S9eh/ziakv0c2JJ7Ep3jWhlpdXeWHXtFbn/p8EC2B3v01ueRJMha/4l1zqU84wm3xUPNoiU8zY4ClwgBAjsGfgseXxomOmXl4oiWaWpPj8KrCPSa6wlGf5zS5b80crrWBOg+CKpM4hXwRGSZO8gyY02QQCoZpM0HShBd8qD2Sh+iIrsCnFwqGNAX3f82TXZUXaTWE+JGm+ZTAFp9am9pFQyAaZpQ7G82M87n0FyGYGbR+8NE44bHq/fHb1ab5tVaB/JA/Vzwe88abmUdTuGbmyUvjzQxG2agdfOqeT2p48/LVG1vhB6L+lbV8h8aIdzODxgjEl/xek8Yt/eeY8JYzzefznhxkD/446VM4siHRk22rTXSkpyZ1pHEbDFCsM+lX4Qe4Q3/ZYIDcsQYDuQwIOHU4bpPBwVWsrswjt7nM+hIcp0woolrJoNnIodnMIp9bYLCDwZPCPJYXH6KjI4pXXn2eCbiDSKXitKEC5WIAE0wNJkDA9EaEiarR7SPo7unw2gMB4zrK6O7uQldXO4N2bUgkIwy0zqCjM+2937t3x0u+9vcPIMAzoLOzi/Q70J7uRjzWTp6AickpBl3mGLwqexCh7e3Zs4eBlTWOCSHGQInso6+vDxEmrhrcW7IN/ZrOKQYraw2HCY9VBtcWeJ7EUObBFuYYJxjCGGnPM3jX3tGOPXt348CBvbTVIh4+vE9aEcolgDDnS7W3IxgKgaRRYLJneWWVgZ4c1pi0GRocQX/vAIr5CvTTMi5COHniKHkvsX8VA0O9gFVRKGyiUMx5MimVC8hsrPPAraFYyGNlecELHO/etQPf+94bGNk2DAUV9ZOUtXoJt25fx8zsFAOTUQa7QpRxGoeO7EVvTyf6+nsZdO1DMAB0pFNIE+haPJk3GLhaWWGwj/50fmEGk1NjDLS5vKvX0EmdyOb1/89S8F/JyRIvczMzDJqSBpqGdq670YxSxp1MOD6D7dtHkUwmGBTey3U41Msactz3Onr0awtr1QYAh/ZTgmMBrCytI87A3tDACNsK6OsdxPDQCINSoGyKDGDPM/h+B+ZEMDCwDfl8iToN02Z6sWvXdtYDtMcmFNDbyKxhjsmHhw/uQT+JfODQfiZFupCnPn75y/dpL51wLYFf/eIqlhZWEA5FvED24uIikokk5dKOkZERzM1Pc548k8+7GUTtYAL4IfTTL5tMlH33O9+g/L8CxrpQb5QZ9J/C0HA33vjqK4jFA1xzBfV6lQG9NdpiBUuLazh58gief+E02toC6OjoQiQcYkLgIVaZ6B8aHEB/fxfxZjw6L7z0NE6eOopMZoV7KI/BoT6cefIM62XAajjEAP7R40fwxJmT+P73v44h9sfjKbQxEdfNYOUzzzxDvpoYG5/CJSYErly9C/0K217aX09vn2eruqco2Cf5Dw4Oo0HdT02ucR+X8fGH9xjYneLedWFuEZ29hs3CQzjBCg4eOYS9+/fhK68/idNPnMbBQ4fw5FOnUCoUuA+AXJnrztYwO19gUDXKREgF5y9P4H/7k5/go0+vYjWTw/raBuU5Tb+SQ5T7Js7L9ScffIRb169i8uEEaqUKBhncDtMPbRvuQl93Gu2pGM4+dYxyf53r341ctoBYKIaxe5N48xcf4irXuG/fIQa7h72k2xKDn67LS3sghrW1HJaWNnD/4TRKvDsEg1HKII5to7swODyMXK4A/bT4z372Fv7s3/0M77//Mf1LO7oYXK43GkyoLEO/0rVcDuOv/vqX3Gf3sLC4jAsXLzGJ0IeXXnoF0WgbZbeJt9++ziRPFr/8xVv4y7/4K1whzvz8LGLRAErFdRzYNwrDJu1jDkdODCAUrnj2EglHGZjtQHajyARiFYsLaygU1nH0+F5857vPYHV1GQ8ejNO2V1As1jE1MU/fUqAc8piYmEAg1GRi7zIq1SJ1PY9Tp04wYNzFveEiHk9yzgDWmcRcWc6yLUjbLtJ3RbFv737qOQT9pOaVK1dpB2CCMoMg+Xnn/Q8Q4133wKEdcENB6KdkXDqNpaVFntsBBut3U04xdLQnUaLfSsYj6KCe9JOAaytLSCXjQNPB6Gg3yyCvnVGWMVy6MEGeZxhk34nnXngSFtrE0y8cxIHDQ1ikH7p87QIT++/i5InTePaZMxxnkE99+eUXsHvnfij5Nzs7S9usYz2zRDs8jKefOcuE5himZ2aYBLuMTKaKzVydCeSb9Ed76ENmce3aDVy58gD6qcNLl2/jNhNzL7/8Gl544UUoySm/W2VgWj8VqF/pvLi8jB4mgGqc/N7dB4gxsbKyskY61zDEBEIiGWZiah9WVnK4eX0Kf/pv38TGegQffzTHeSexupLFu+9+RDu5gjt3r+GFF09zHx/C8HAb/csKYrw/PBy/xX1xEY4LXLl6lf4hjcGBIYQCDpP5N70E1elT+9DRmWby7SR1volsbpPrnMOVa5e555MoFLP4v/8//nts5rMwp4mf/ORHPJseorOzA1pPnneFoYFB3Ls3Qbta5hwp7D+wB0AVh4/swb4Do5ThQZTps8Akvvx/vZZHZm2BiZRF2uMmRrneXUxW3LkzyYTkHNc7hkiwDV3tfajRLd2/8wDpVALPP/cUTp48ymTEJNLpJi5f+TnyuQcoZieA2jpef+UpbN/R5f2a3e/91uv49ndex9mnT9KfPI9//i9+D9/+7usY2ZZGmjbVRx8wPDzAtScQjyWgn6xPtXXTHqK0rX7uqTaEQ1FUKzX6uwbPoTjiyQBlUMTkxD3uqwaGBvoQ4h0zFk2iWKhh757D2L5tLxOUefqfDPXYxQTiASYV78N4/j77wimsrs9TT4fxxtdP4uix3bwL5DC/ME+Zj8MNAnna+tFjh2g/d7iPq3jz7ffwcIL6Xl1jX5ZJsJfR092J3/r+d7B/3y78n/8vP2Dy8inawUeUfQKHDh2gjt7CndtjWF5apRwTTHg1SO8Gzp//iHZ8i3RyWFhYxOpqBpmNAjJM/j+4OwPH4pifLfDMLOD6tTH6zHtYYuKtwGSlfo1zhUmHIr9B+3lXauO3le6L+/btw3PPPou7925ieWWaR3YB5869i87uOF5/7Rna7yIiUWM5i42NZSb8xinPMt8X6DPv4c03f819lkEskUSAPvVXb76DMu/y58+dR5lBGtmY7rHxRBSzPHt37RnGsROHsWffDugfTmwb3UmbHkYymcDOXQMYHd0OxwmhoyPBvXSD881z/gTP2r3op+2nUinkeV+oVJvI5ypQUqxCHReLJdos+B6h3OvQPz5bW1tCZmMRu3cP4Ye/8xIiIcPi3Bza051YXSkwGZlHP+98zXoD+vZYpLxDwSD9XdWT+Wa2jE7eRaNxF9F4GDQC0k+iXjPeleK0bcPM5IK3jioTuxEmHc2ATz6+xPUkaWN1jI1N0Af2INWWxo7t23Hs2FH61X1IJBIY3TaKeDyJzc0NXLhwATXetZeW5ymDfnz00Ud4k4nWzMYG0ukUIrEIduzsRF9vO4YH2pBui2HXzhG8+euLlOsU70MV+szttNtN7u8x5PM1HDxwxLPrCHmkWDcAABAASURBVP21Q9989do53mPHsWN3N3r62mgvRtptkOz6+/vxwvMvQv8gZ2J8kufiGpPP0wAc8t6OIPfJRx99go8//oT6r3nztZOvJs9A14KoFsB9s477t6dRrxhCoSAKPNPqzRzvnAGs0XaCoSQ++egS+ZtFZ0cfVtey+Pkv3oV+Xb7juLSpdfqhMc4ZQKFQxJUr18jPOmiUuHnjNrKbWfrHEcieDC7llkVmY40+/VPcvnMd9+7fRKNRRb1eQ6lYo4zSEB9z83P0qfNcQwQD/aP0CUYAz4p53L0zhkKxgqnZGSzTp5fLFQR570un2qE5hngH6O7uhX5rCJoBVCtN0oyhXmuyP4j+/kH6miSWF1YRCsZ5Bi8zwToFXszZ7vLuagi7NYTcOoK8s1ANcBwHDr9tzGXJBsdR6cB/9K56k991DcpXoHeVghq/g6tMWtYZW1FdfWYGM/Puuk1+yxkbzcybC3xE03VdD0djSoyViIbqKkVLoPc65ad5fBA94dQetZOcR1c0A4EA5RpC+FGSVwFS9WtsnfxpXJl+R3QFahc9sxavPk5F/0D00VrFW7FYRKFQ4D4sU6eNL8wXpA5ac4b4TSUeXKe1NtHWHAIz88aZmUdDc23t17t40tziUbyqX+tyKSvwEZ0G5emV5E9j/LpK4fvgjzMzT85q34rjz1Xl96PoKMZW4veS5m/wHgFonEPbqqNC/dYovyZaj5l5FTODWQs0n0P7AcxbJ/g0yKNAc/MVZqbiMah9KzzueFwx3vlassSjx8zgyZgyMWvREw0zo+6Dnu7VL37MzLNB8eCDmXl8mH2+FL7krFL0fHzJZiuoT6yYtcbr/fOAz9EXTfGjuIbqrut48tGY1hx18tigTdQ9AJowyrEFLVzH+Ww/YssjGoIWnQbpND8HfHmM7eOp9OFxJyufp9EgL5+BmXmy1Toc1/XWxyHeH9FyHNerG/l0HoFwXTfwOVx/js/kWYPqav9i6bfJTreC8D4Pjcc0xItAY1WKqa11vQvMDOLT1VooawjYZiztEf/qF5gZ/q5Hc/wGUH9q2zpG7+JD69C+FqjNhwb3VkP/IJ1+p05fU2EMpck9V2fcsMq2BuNxkmeTPrj+aP/7MhBdQVN7ln2cnmpvbp3eq5uZpwsz43trX7Di/TGzx31mrbrX8eivJuluhQb58N8foXiFZhUvj4F3GfGpd+GrFGxt8+ydc6pfvkewtd/M4JgD6UJARvHFR2MFX2z/D33X2L8PREf9Kn0wM6+q9i8Dr/Mf+Euy0HplF6oLREulZLAV1La1T+8Cv02lQFOq3Apq+zIwkx3g8f5p0IY0TrhmDozgOAFonwQCQZZBGNsEjrlwub8dC0Bg5sLgwG8XfpD3tGAojBDjmIFgCI7rApyTfwEwmBmkU4HruF7ddR2v3azVb9YqwUe8NXimSF7aQw3aV1MG/6hP/QLJTf2Src5SH9QmUHuJdw61q642xehVF6hvK6hfNAX+/OJBoDZOD5dr070jFAp5/KtNIH48IJ+OOQjwjiI8gXCDvOM7LuWC1jrNPivBR2NZeHvar5u1cPQufvxS9a2gdo0VmLXGGHkw8+uflcIR/CYYmwzGcY65nn6NpYE8M2aiuAngwAiO40J6DNBWwvz+iEZjiESi3v3I9dbI3U7f4fPoBCgMx3Ggx8xgZhCi2l0al+pm5h1GlUqZH0NFtP5VUsMzWilGICWIKPiInsZLwDFmxSNM2vl06Mc8Wg1WfOEIVyAcDn8saDPzlNVSEo2XfJq1eNFYgeYyM64Kj/nxefFL0TQzj67axK+MTKUMqEXHhWhpDWpTv0r1iS+fP7PP6BhMpCmPGoP8kk0JGlfnxVjjzMyjqfECM4PKR8Ogx8xg1gKNUZvAw2OlRa/u8c5Xr6zzsBJvKjXGzDy64l/GLJlLZnpXP/RQ3g7x9G5mavFoaQMWebEWqK6D0HUcj2/h1ngIql2bscqDUANd2oXmEYhPkTMz74IinUcZ7VapPvEp0Dp8kNwFatcaVEruatOcGqfxMmCVZubZjPCELxwz82xDPEg3Wmudzkhz6GPB45e8i6b49/gOuJ6s1e99THA9mld9BoNwFQBTX4kBBNHSfOoXfc3l2/JWHsSj5C2+hev3mbVoihcFVzY3N/mRuul9yAhHekql0t7Hv8YKtJZgMAT1ia7e1a66ggQqxYeZeToKhoJQv/Akd/Vprlw2jzKD4/q40BrNHE8/6he+5pc8hat1VhnM1LuZefTAR+NYABwrfDPzZB7xHEsUYZaa1wB+39Y9JyO+xUeITljzmBkkOx/AR7Sq1I1kq3bR0Lp8UL/mNmvNZ2be3haf0o3kqH7RF4iGWctGNNZxW3tZdU7nrUd4qqutBaBjjKCzs5PBpQ4okCTdmhmMiKKpMQLhS27xeBxKYInfzc0cgwplBNwQtFZzDAFmzKLxKBzaWYm2VWEgqsZAUIVBhDj9YF9vD+dLI8CPfTRrQKOCQm4Nuc0l8lhCLF4nT2UGSOro7goiFimjUlpEOFzC8FCSwaYKyoUFVCtLqJaWEI9WOS7HAOASYCVs3znEIG8Ut25dZfBijonRaQbylxm8WUaRF9osA0tRfpiHgi7a021Ip5IMhm1H32AnUukIevvTDIoGGUi+iwsXP0W5XEQ3ExuSRSyaYJCnCdcJU1adHNvFsQcYtMlgbm6efEeJX2VwvIAa9+HmZh41BkVcHq6r6xm4gRBTug5pTyIUjaPBg2uVyZYQg0DReDvqfC8x2Xf+/BXcuXsPUQbEUu3tSDAQmC1kvf/P6YcffUDZxLFzxza0sX2T+2lqcpqJzvuYnppjgGoGddJItbVDSRb9pF9mdRMdDPA55lAWawy67URvzwCDZ7u9/bDKxGsnk8SjDDQODA5R1iHIAKTTwaEBtFFG0mdHZzsDmSU8eHjXC7ANMdicz28iwyRiLBamHYAyzmJhfopBnynEI0HsY1AznghTPxuUTxBj47fx8MEtNBoFJBMu+vuSePbZgzhxcj+Gh3so1xgmpiYYXIwgEo4BTJiWmSSLx5JYYNJRa5AulpaWyMMM0tThV77yBF5//WkogNvWFkM2l6G+VwFKu1gq4+qVG8RdYJDxIBwnSNupY2Fhifhp6raPwcpNLFB/jVoDXUw2ZjdyTAb3cj0R5HMN6luByR1IpdMo0R5mFqZRKOcxvH0QSkTv2bsLnew7sG8vOjvSSCRiqNCX5PIFBEMhPHy4zHVnsJnNYteeEbz08iFEKa9MZh2lUoE2U8Hy6iocN8j9VEVHVy8ePBhjgO8m17GCeDwCh8mH2Zlx6m8ex08cwPPPP8XA5iqu37yC6zcuoLOrDS+/8jxoanBdB0+cfgIDAwOkXcUvfvEeLl2+yj0Xhn4V7SyT3iODCYyM9PP8K6FWL2L3nlGsrS/Rx5TYPoBdu7cjs7kOyTcYDhAHuHt3Ew8e3meQdSdcxyWvZWxnkqOJIPRrCJVwEFR49o/Slnr7e6A7TpEyW2IiaGV5jYmGSbhugLrYR/uMkN8ADh88hr7eXppcGNFIFGMP5xlwv4C9e3di944d2D3aiX07O9DfHaA/yOLY0QHKJIvBoSBS7YY//Kc/RN/IAGX8kPym8ODBHH76s18gs7FK+k0kk3HiR1kmmLx4DsePn8DxYyfxta9+DWkG6Ru8063Nb+L1F5/FkX270SyXsG2gF3XyPTH2AO2pCFIJhz4yyATudhw5vIt7JIyjR0+Q7z7upT6MjU3R73QyiD+CMv0dXTttbom2dwvzcyvIZ0s4sH8PnnzyLHp6eqB/ELC0lEGZiYFeBtzDkZhn+wcOHEY2mwO/L6ivACaZZK5UGti9axeqpOvSRsyM9lXDe+9+gJ///FfcJwkmwzcox/04duRp6ucInnvmNdr4OhMfGYSDEY/fzY0MKlxTW6qJF148iP/dP/8+fvCDr/PcajBAO43lpXXKfgF04XjrrXNMbE4DtLsKbXl1ZROORRENt+PSxVsMFM8xmVFhUvYg+S1jfa0Aage1EvCzH/0SbUzsj450o8AkWzgUx9mzZ3Hy1GF8eu5TNLkvFVSXLVYqFSbqjiIajaCvrx8jQzswSps6ceI4x5axtpan7Kr0J6tMSj6EAtJ7do+iXing5rWLXN8iEnHjmB4cO7aP/qfCPRzFsaMH8MILz3N/92J9PYu7TMRRrXjl5Wfp/3bTZy/T35bRtCISbQEkUiH84T96Ccf1qzvL6/jpT3/E+e7Sr7yEM2dO0RcEeMZFkaJf3bt3DwYGe3CMuGO0D925unhGNLmuU0+cxPd+66s4cmSX5xveeffXOPXEEaTb25HLZekLNukHSgiFE9y3t3Hz1m20t3fQNg5hYX6e+p5Hvmg8ByP0h30YGuxDPBFFjUGY8bFxxGJtPD/G6DeyGBpux9NnD1JONSzMFrnGBfT1DzGZ/QSeIM+/+8Ov4dvfehHMmyIQLKGrK4zf+71v4g//8BX6oOM4evwAzj59BMeOncD6apXynEM00oHMGmXCeWK8w3Z19dA+mijyLpjZ4J4bHMWLL71MnlK4efMWXH5kfeX1s0w2rvDMeogXX3gVzz71ApMiF5DdLMG1EM59cp1JyBjWVsp4eH+C/ujn9HdzXuJl975eJFINBCLAzNIUFlfnUCrn0NPVjih9Z5BW9bMf/RylfAP7dp/EhfO3sU7+NtYbCLphymcIP/jtH3A/TeH69Wvchw+xbXSIybtr2LWjH6MjnVhZnkSzmscI9/TePdtw/8FN+ojbWFtdZBLxKv72R3+Dv/zrv4Q5FSbGz2BkZBgNJrSWmMBYXszg00+ucH9lPN3U68b9EUE62c311TE7t046Gbz/wSe4QXlsZot46dXXUSyUaZcJPPXkcbz+1eegn4T9yU9/DSX4fud3v4+XX34eOv/ki0dH+xCJtOHAgWNsS+Hy5fNoNHM4dfIQOmkbWd5jb9++jVw+h67uDmSzG+w7gYsXLkP/oEcJl0i0Da6bwP/w//ljvPPOu+hIR+mvApiavgVYGWefeg6gn96kTrZt20a9uZTZDAYGB6B/tGEWRCrVjl4mkeUTvvf9N3Do0D6eZx20nzbaWJnJzhy++vWvYGBgBMODo0wWNpDimCrPWF79aL8znp3+z//zn7Cs49jRk/jg/U94Hpe8fdho1jEzO4FwxEG1kuM+WMGOXX1YWJymXYco1yb0042xuIt/9I9/D888cwbLK1kUijmEo2HuixyTX1nq4xamZ5fwi5//GuvrJd69FlAsljE1NYPxiQfQObZz1w7usRiTxvfwCROvP/7Je/jwgwu4wnPw44/PQT/JPje3xvEbmBif8so7d+7hnXc/xrvvvodELE15BZh0PM99OErf53DuVfr0Wco1jStXHuCnP/kY+nX+Qddw+tQh/Ef/5If4gz/8gbfvJ6YeUl7rtL1ltLUloZ9GfPLJJ5nQ3UNea8jmS2zvwOjoNnR2dyHDRF4mswH5+hj33kYgbPqRAAAQAElEQVQmC6NOVJ+fnaPuyefEBGVRxSGeP7/9w+8hHA6Rp00E6bBXVlagO+faWgYz07O4RVts72in3DuwY+dOnD37JAZ49942MoRDhw7i7NPPIJsr4iPKYmx8hmNm0N3RgYADdHXGmWi+QH1O44c/eB7bRgYRCgXoQxzs27eHd6JNzu3i7t37TKge5N5fpl9epU+Ic9/d4P00hEQyBN1JQmEXLprQt84FJnQ7O7tR4z0rx2Tm2noG4Ugck9TbBu/KnZ09lG0n9+Y4R4B3sB7s3LkLksXKyjrvLtO8fwMb63m4Thh9fUPQPrtx/SaM/0kG6XQHdTRPH1JDsVRFgN8hi0xit6U62FbmOlK0dxfbRrejWMmidzCFHXsGse/Adt6/wL4a4vEkz9QoXH5D6R/n7WBSubsnCTfQxCD9cTQaw0D/MM/SGvdtBB3tHbz/VOgjVnkuziIUjGJtNYvurn5EI0noH0zpuzXEu83gwKC3xln6+nnCMu9ES0srcMxFT083go6DdDKJgYF+ROj/OqjDMPWcbGvDnZu3oXtBqi1NmkXa1iJ90j3ML0xhbW0ZzXoTRjqixWszcRswc2Bm0KPvRR/03myC978m73x16qT2GITTZKegXm/1qc3MqHfe8wMBkCgc8qpvhHC41WZmbDbKOOThqd/MPDwzg/+QtDevmcGljAUeLszjWd/guhcUmYQoMC5T4HdbPp+H6kUe4hHG0qI8m3zQu2iYteYQ3+I3yMuwwO/THKqL54DWAFDfDc82NZ8PipX4IFpfBhz6WG6ay8y8dYKPmcHMvLVpHoHmBR/JU3tBoHGizWbvj5l5Y8xa49UnEN5WUJvArIUHPdSlCoGZebw4fkk9QQ9xRMdxXQQoG8d1QUZBZDSJq9IH0xi2cQhoJd5aNZYvnu60DulJfGwF9QvMTIWHq3E+fp3fBnXalNf56C+9Sx6ip7rwRVOl2tSndoHa1KehZkb2zbMZtQvU54NwBGbGZTkemLXGCAd8zIx/t/74bdKVbMWs1dfcEizeykOThqw5fWhRaf2tvlaN0hMemrwdCuqoNmqPoU7a/OxHk1NJ1h4QX+NF16fhl1v7hSMQ3mdQ9+RRZ7Lus7YG25rURcPTo9awFURDsBVfe0GyV+xT8hdoT1T4raR24WqM+DIzTw9mKh2vLvkJzOxzcpdszQxbH5+OSvHdlEwogwYTQQ06PB98nv33JnF8Oqr77cLz6qSj78+GSjQ9+Xty5vQNvnt1EtDYJt9ZffxH4712zuHXVTbIk9q1NvkW7W3VNfDxvOTZIfEAcROhCOLhKG+xDqrlMqgA+vUAwvQ/Rfq1JrmC0U+rJIh2g+ObhAb3iZdcIg+P2x/V9b4VNEbzC/y6SoGPJx6/DLx+8ipcgff+aB4aTWsIdWZmnm7NWqXWbY5BpcCs1Q4+osHC82e+zs1MTSTJVUsnXGNT89Zos4yXNR+9+2M95C/8pb4vgy+g/YOvovEPIhFBeAJWPb5V/7tAOGbmrVnywKOHonwsN7ULzFqyeITiFT5dXwcqBdKpD3rfCtqLPng4lGWTsm1yUuF5bbQjlcL7slJtLWjQPKkL6eQxgL5D0ARdCmq8Y1SpqwpjjPoHYHpnE89Rmjb3UJ3z1tlQJw8N1gEHMP7heaJ1yxZc2r72jeoqfdC7cBxzYGbw6hyndu01nfP+ma87h9rU54Pet9Iy08Tw9NYg81q/5tZY4YGP5FR/JB+VkplAuPKBJSZoBbqLqFSb+gTCV2xEfcoh6I7i4TBeUuc5pzlFS6B5VAq21vVe5/yip/pW+CKe3gXCUSkA/QyX8aV/zMyTo9lvlt4ATz9e7Tf/4kGjbqqxpX/plPf2WrXGb6cK9V0DLYI6MoLj2bz04IgpTgcJWBctX9hmRkJ1z8C0YOGBz9ZSdQGbPcZFUHSkWJ9WhBc/JVgEahOO5tM4M/OYkeGYmad4tYOP8MSLDEj0pBwpS0or8JKpw024whNd4Whu0RK/UpBKkno8h/rMWvOoX4ekQAqS496KL1oCjdE8wlGp+cSX1uO4Dj8AKxBfMiqB+BJN0dIYzS9wuDE4tSdTvYuWmT3mzcygR+ME4k/jBXpXqX4z88aID9d1vLpoaU7Nv8kEg36CUqB3tWs8+LiuizA/UlzH4YdZlR9jDGZzwwhHNMSBSs2tjaN2f16NlYwlJwW3hCcQbrFYguaSHDSX2gVm5tmPcETHpyHHIBlKb2ZGmTQ83Yu+mT22JeEIV+DywxB8RMenLXpqV8kuj4Y3P52h/y58tWktKs0MsinRNDNIX+K7ye2hNvEkvYumQzmJjhyj5tS7+gIMoqkuEJ6ZeXNrnaInWchGBbJXtQlXtIUvniTfMpNsPl8aq7kkA/EXoNPVnMITaIxomLXmEs+aJ8fgs5yZIJPJ8MN+GaKl8aKlOVXXvHoXiL4+cAVxJgi17mAw5NmSZKTx4lm8i26TB71wpA/xIJwW3zVv3VQYAvxA0RwCrUP8Ckd0xKtKrUNtAjPz9K4+geaSvLRmlwkH0dBcArOWHYmGcEVH9IWjUqC6mXlrMMCjrXnEq5l57eDjv0smAjZ5f0SjSmeptdfo4DVWc2lOrUkyk6wkvyadq8sron6gpMDAUIHBEf1LoCa9r/D1qzcjoSASTKyGQi5cJU9RR71ahNOsoiMdQ0d7jHuxiWQ8iNHhbiZLImhva6KvK4REuEy8NQz1hRkECqFRWyQso1paQJlJ1HplnQkOIzgY7GvjuCCDGHWgWWJAMoIdO0YQ4JxFBuLGxx9inEHvW7duMknzCd57710mW28iEDQGgKIIhhyk2xPgvRdgQrbeyLOscDdUmewoYmJijMHhT6CgRzSaQDAQ9oKLZi46O7uwd89ePBwbw5XrNxjoLDAJsY58oQILhJBlQm0zV0A78VLtXegfGMK+g4eoiwAWGURZXV1HpdbEjp378MyzL+L48VNIEy+fLyLD4Nonn3zCwOEM8sUC+vp70TvQjbb2ONq7kuQ9iMz6GhMNs4Q56PBrZzAps7FJf1yBguFFJuvGxscYxJxigP8g9P+Ump+fg3xYnYdjnEnKYCjMoFAM8/MLMDPopwj0q9JK5QKmpicYuMky2LjGgM0qdZZGZm0dn358HrPsSyUT6GUiIcqASj63ieWlBSYHUgwYtSEUdshzF6KxEHbu3oZAuM4EQA/279+GF144jXQqiko1RxtxEIsAAQar0u1t6O7uRDrdjjxlt8EA/gYDi/39A0zAHeC6yrhx4yZlk2HSsR3hcAhtbQmcO38Ov/jZmzjHwOnbb19k8vAidjDhPDLShzKTsQqY3rp5h7jtUNBtjPoSLC0tY2ZmHg/069bWV1Cp53Hy9D7s2NmLVFuUuu3FiWO7EaKMtDeGGVgcpW01rEl/X+bFos6kdgrReAK6ZC6vZOh7HOo3zMDiQ9y4eY/BuQAOH+lFT1/KS4A6ToO6n8c6k32lUpEB7F5P/uFwFApwrq5sYGTbdrb3oy2VZED4PgOEk5wnggazVXduX/MClcdPHCbOAPXeRKNZQb1Gm22GaM9RBIMhDA2OIsVg9wsvPI1KpcpAYDeDvb+P733ve3j66Se57yLUVRKNOscSggEHSQZ+XZ4zV69cxSoToPqp6+mZKeokif/kP/kmZTWJDz58Dx988CH+9m9/hZ/85H387KeXce3qJLIbBXz00QWsr2Vw9PhxXrjAfQ90dXUjEAhCwVMFvSVH+ZFKqYJopAntu1AkjHgyjdX1OvfmIt5/7w7+v//DnyLLIOvxU2cQ4R1K/nF+bhH6zQjJZArxWBuDrTsYlM8gnU5g3/5d2HdgF775rRfQ25ui/WSY+Hka//t/+Qc4dfoo9FM5xg9XzX3t2nXoJ2RC9GF7GVjdy8RLgD7+tRefx+9879v4Z//kD/Gf/cf/DP+n//xf4IXnnsKD+zexzKRMLOZwPQkcZ+Kuu6sTp06dRooJtu6uPjx8MAn9/2ij4Rhkr7t37UMyqUBrDQE3TB80g1//6n3oJ1vLxSo2KK/p6TXuryqSiS6sZap46+0LtKsqVtfWEI3G8dU3nkeTZ/n8wgr1GsL45CRSHWnEklEk023o6Oph2xxy9DeFguFf/S8/wo/++l1cunAXi/N1rnGJQddNdKb7kEp1YoN7yayC3bu7sX17D44f38/5NmG0Se+ccWp48qnTOHl8F+issW14AH09/dRDjQnXdYw9XEK15qBQrOHqtSvo6e1mcP4IEysFL5DsOgFs2zaEK1dv4N69B9w3TXT3tOPq1SsYHhrBs888j84OJg94TpcZGNU/zCgUsujqTnPvnkM4FMNf/dXP8ctfvIlyqYb5uWWuP4Qdo7vxzDMvekHwjlQKx5gIfP3157mmAGVbI+009+oAvvWtM9ixY5ifcDUsLEzTD6XQaATgOC5pB5Fjclf+qC0VR4Vn0afnLmFqag5VJrVDwTD0D0T060B7+xMYGWnDz3/xS3zy6Qd47/33mOS6wj3WYHkdP/vZr2jrH3h0f/LjX3i6fTj2EHOcM8HE7PMvPYUdO/tw+NheJuD34KtffYP+9wS+8trzlMcQpmYXcOnKLfrtBepkk8H3dYBRtb27h/Df/Nf/BDu3D2Fi8i70/5Q8cfIANjfXUGbCKLdZRBfPh5XVZdpRFpPTc/TZYaTae1Au17jmVaxkZrjXu6ir25RdEcPDnfR5E9i3f4B+5z4OHR7ByuokQzdVLyFy69ZDxKPtWF0u0a/fwvlz18lTHsa9kWYSolKq48///Y/xq1/ew/9K+zp/7ioTLgMYHN4F/aOBkW07sWffIWzfsZ/2+zF6+7ehLd3NfVrAW++co6yukXYNr732Otra04glUrSnCop5oMR9IPt4+uzTePLME3jx+WeQTEYwPDqA4W0jnqxOnXqJCdk7+Oj9y0zSp3Hs8D78p//x7+DwoRHu/wHMzM4yMRLEjVv3mFhbxL/7d79k2cCtO6tIpAZo2yG89945/PG/+iv0dfTj4c0FBBtxoBpANBTgHjuDb33zaUQiLlaYlAq5ISYmXFSLQSQi/ZiZymB8YgEuHZX2STa3ysTJIs+sKNCIIJerYyNbxeTUIn7+y3d5nnXjpRdeweZGBtMz49ign3/iyZN46uxxJvbu4NzFj7j+Ne6XcVS5B3bt3oVstszk/TSTspdQqzRpqw7XGmKSMcB7CLBrzw7u8SrqzTIe3HvI+FsDe3ftZmJpGXdv32Ei+S4ePlxEnPetrs5O+uA53okc7o8QBvp76Kt/zcTxGEZGdzLZ14Om7mAdCer/NpPaC/jo40+xjXqMxWLY2FzkeXOX+i+iI5XEzMw0hpjw3cgvY2zqPj6lb3k4OYejx47jzp0b1Hs3tm/rxb49Ixjd1sdyGM1aBBc+vQu6MczMrjLps4Ib12fIbxW3b9yivQW4l8o8f7p4DtYwM18gz5vcR3fJRw/+6q//PfbvO4IhJq0a9RjlvcYEXQzDQzuQaktxLxjl1+f0ggAAEABJREFUFKYd9mDXrr3oox9qawthP+9iG6sZxJh87epOIZpIYoZ75OiR3fj6V1/Gtct3EAoGAQYh+gf6uH9D5H83xiamuTdfRz8T7o7033SJF8XuXfu5jyZpTwsY2TaKQNCl36jQ9nZj187t6OwcQGdHNxO1b9N/vUu/PYVCaRlwSvSjJzE0NMjztYa/ZrJ+cnICv/jlr7w9k063I07erl67h3fe/ZQ2VIHjRhDSPaNSQygcpF/OQr5RvzVE/4jk6WdP4nd/7xsoVTYQjhjP8t/BN775MvW1Rj85j2bD0N3VQx+wzDnqhBr0m2TAe3etXsbC4izl1IubN27T5y1geHgn/e4g9eDi9s0H1M9t7tNlnD5+Ak+cPEn5VuBak/s0h8zqJu/joF8awetvvIiOzgTkg2sMGkm+kUgcjgVg5qDJi2g6ncSRQ3swRHnmCzkoCM+NiA2eP3l+K+zbux87duwEPzPIYw4UGNRf5J1A94RF3suU5I/x2yybzaOtLUWdxjA/v8i7Xx5LS+uIx1K8j/ZiY6PIoQ706+27etqoz2Huh8sIBALcPwn09vTRf+Z5J4qRxxAivGd19/Tg6NEjnLPOfe8gzb3guHXe3ao8Z12g2UCCe6HJ4GQfcQ/s24cDe/dQFpvcVwna8Qphg3PnoZ8OzuVyiPMO2M97qnhcX99EIt5OekAkGqF+8+R7A6vr62j9I6Iq53bYnkOlWqP/KmJ5ZQGBYJPtVaR5Nw5FmvSF5DfikP9V2t8AOjpSCMcSCEeTKDA4n+5Iw3Ed1CjIGr8jGnWj3us88xrQI12olCwiTEKGw2HKIUg5ODAzuDwXXdf16qFQCAK9O44DgcaZGc+WMn1Ulrpa55o3PL51HxOUyYe+/SqViofnvfNg0PckHj1mBtEViK6ZkQfz2jTHVggGgx4f0WgU4jkUDHl44KP3MmmXOFeR86qscu1kFoIm6WrlWnepVKIsqlDdOFaleBKYGTSnz4/KrSAeBbVaDQKN0XiS8f6oLlC7YGtd71uBGvXG+H+ZmSdv4WicD3qvcy1mxqU4HmDLo/4vAw/FaLLcd6Ll42j/6F3g45gRkS/6/qtSjgKtTziqS4fiQWPrvHc2SFPyFDyWLWkYbcbl/tLaBCTp/REdgV7MzNPbVrmaGW2z+TmZql8636oPyV7gt/k0wUd1gdbJV0+WZuaVevdB6xCOcM1a/Wbmdatd69aat+IJVyAksxaumXk2pDYfhCMaghp9hEq1+f2t8jPJqK8FrR79bUa6aMmiRj9ab9bRpL/lNZCxA+5Pfo/RpbONuhUrPmgwQfJxHPPWbdYqAUPracLMPgeO4z62eTNrofFv8cXCw/VLx2nZn0oze9zn4wpPda1b8tsK2ne+D6hx/0jGAtmWSjPzbNusVbq0Jc3jugEECGatducLazMz+I+ZPebJb/P5ES0z85s9PDNj6Xht4kl8m7GNczSNzazTIcFcBz4/ZsYxxk7Kn/tA9Js8F5qsay2KPaoUguxXvjVEHxoOhrx/FBOEgzrPswrjP4lwhHfJKOr8DhfUuPdEmeqGVz6ayyGLAmNHC7bO3dRUXwpm5sl0K+/gI161VgFfPTtW298FwhHuF6HJb+OtbZ6+qVv5EbWLnsZuBbU10eLZTKvc2guYtexfPLuOAy+JBoBL/w0QmSb9kWhyEfjio/a/C76Iu/XdzDw+1PZl47+sXW1fBv54yUPg43AKr2rWmsvMPF05WjPBrNXuv6s0a7WBj5l5+JKT+gRmrX7VBX6fGdtBfJUE9QnM2E74Mh5bbZ+3s1YbtUdbb9XVL2h44m9yjpZvcvhu0PlAE/Huc1VWKrUG4wRNKCZWZayYxxpq1F+FFcV/ytwHFe6BCu8+epc9SWZbwW9T6YN4AR8zzsl51N54tCf9PnZ7f8wMruN6Pi/Ee7XuDr4sVOps0b4Nac/yXqR+1dXmg97Vru8i3Ue0xzXOfeyzXO8+pXaB+sxxAc4tfnzw+CS//vvWUmvG3/GY2ed6Pj+uicZj/TSph8/D5wZ+yUuTbVvpfVmdKJ/9IStG/ySWmpR5o1FHvVF7BFWWVX4jkCEh+AI2aylKjl/OUiBhiKpLIQrMTPLyFqD2L0KTNCUkjavy4idaqqvNAzJjZhAtKUAl+KhPeFtBzl8gPvxDSv3C1TwCvfugd/UJXw5fH1QKQKrU5VftwpHB+IYio3F5kAHmrUn92PKYGSQf8SkwM2gOgZlBber316J3sxaOeBdvoikc4wFmZlBdYNaqa4w/3sygR2NUah7REKiuNo11ybM3xqGW1Ui51+nkK7xou47DD6cwovyICFBv4kMJVv//cSnZqE3DRMusNafoax6B5jezz22YcCQMM/P493k2a61VsvXBG08HItoeHfKjumTtg3Tg8U/+zD6bX3oWfyrBx8zgOq43p2iInmxKF5dSscQkQ4kfMhU6szpc0gqFQ54T0VrEj8cLZaMxWrNoaG6V6hOO5lK/2sWfSvWLhn7FsWSnxKL4qlYr3oeKNz8/WjRedMwMcipyPrIt8SIackRtbW38GOxAV1cXPxKTnkyJ/tiOxJfoVOlkRUtrBB+NFx0z8+bU/OJDbeLTzLx1a17hcohnw5Kr6Pj0tA7NoXettVAoMOCe93Dj/GgXv5rT58HMPD3TRVHuLsq8GOXyeU/WoqF5zEyFN7/42tjY8D46RVvvoiWaHhL/Eg8CtYs3M2vpiw5dMhMf4FNk8szMvPnNjPM7cFwXWp+ZebqNxqKeDCUH8NE8ZuatR3PovfHIz7Db47FEXUkGZoZgUB/PEQZ7AP3603KpiiqDyq4TYmAgiXSqncGqTqRSKY6tkm6d0GCAp4Aq91goHGRAKIpoLMyP3yCDHREYbz0B3oZSyThi7C8XN7G+xgDI6iLK+Q00G2WYVVEpbcBQxPBgBwYH0nAtj5BbRDJaQU+Hi/4e0nQLyGamsUloVDOIRxsY6E1gsC+JYY5JM2jdbBRRKWepm00GOjZgTJYMDfXhuefO4sUXn8Prr7/GwNch7N27FyMjwxgdHUWZAcxqpYyO9jR9Q4iBunncYGJgY3MZBfKrfnCvSD/Sp+sGaa8pBgbXsbAwz8TpAwbYP8Q0k4n6f581rQaHfmh8Ygbvf/QJEwc3cO78JQZAcigxwL22tkGbyDEIkYEBaE+1IZVM4uyTZ3Bw/z40ykWszk8hwmRio1rAUF83ZRlmYGsJYdpFur3d2zej27cxIL6fOg9Q/lV0dXfh+LEj+N73v4Pvfu/bePqZp+DyA6y9ox2yv/XMOrTe3Xt2MTCXZ6IsgaHhQayurTAw/jYuXbwO/av+61evQ7/+OsRgca1ah2ycbCLMC0aRyb6k+G1PMTAV9dZw+NBBnDhxCBuZTVy6dA1vvfk+9JOUNV6g5pmQvXPnDoOnE8hw/lg8ipXVJQZrP6Sc56BAdLm8QT7LpLEDXV2UbcJBe3sUIyMDWGCwTD8NtJnJM7jMJDATnWNjk7hw/jJV4qCnp49JxTaUaMfiMZfPUbZZBgYHIZ93+9Yy9uzp47qHuOYsepiY3bZtkAmE/Ti4by/l34T+f1xnTp/BAIOpg4OD6OweQCAUQ5KB42Ipw+DWBm1kAxsbGQZiN5gguIy//Mu/4pomaUf74FoAuY0couE45udWcItB/Af3JrG2ksM9lvfuTwBOmHupST01sWPXdnzta6/j5VdegHySEmNdPWmUSzksLM5hZWUZRa4nlyuiwS/pt99+3/uJtTA/wHbu3Ik+JqNKTALt3jmCZQZEZ6cnMc8AdzwWw+BgD0a3j6BaLaO3j/XRTmQyGfz0p+/ix16SZwpvvfUhE4EbeOqpJym3Im5TP0sLi1AycXV5Hb1dvfx4Mco1hQDXFgxEGYychn5FHSyEzs5uT5b37t9BLlfB6dOn8S/+5b/A17/5Gp58+hhee+M0mo0K7ty9T5XwWt0Esutz6OoI4sxpJsDzq3CdKm1yA93URzSSwOLyGtdK+dDeypU8k/w7GDANkcej3EtN9pFGtoZKpYFioYZ33v4I+qnXQqHMJMQ891YeV5jwff/9D2mDl2hXm6S/yQTOAnp7O/DD3/kORncMoVLNekmpdgZLBwa68N77n+B/++Mf45NPruDKpatYX13Fa6++gv/Dv/yXeJWJ1D30D9sGBxCn7SeZ4XcdYGCw17Ov+blJ8pKh30jS3u/gV7/6gO+b9AurlPXP4VBWCvAarSzohrhml/s85dnJ0uIKenjuvfTis+ju7EJbIoFd2/fhyOET9LWdKORr4JHKfViAkU40mkCdvntufhYPxha5Z1eRL5TQZJsZcOAA7fngQRw6dIjr7ePcAcqghDYmb4uFOs59epvJu704eeoExifHMb80xyB8CU7AUK+WEA80kKOOFmcfMCnQj527+vHCy09i/8HtGBjoRYN+us4Az7XrV2k7y9RNnH70APdpB33OSeoiQ16L+OUv3iVPTfzWb32XyZxlvP/+RdrHEfzOD7+PkdEhJNoSmJqZpC5GaYe065t3iG+0g25s2zaKKs/6bG4d+w/swZNPnkKRSdr/H2n/GSRZkqQJYp++55xEeHDOk3NalVVZnHZVdXV3TbOZnp6Z3ZudndlZcsAJRO5uIQIiwB1+nQCHw97hcMDK3pJZctM7zbu6uzhPzllkcM65ezh3fN/zfFlR1T2zK8DL0DB7Zmpqampqamaq7pGryyUUuA9NTi6jraULqIQxOjKL69fv4ArnbHNjHe3NDXCR5/mugjyDD7nsMveZaRw9sgehALw1dX/4Dt774FMcP9HHQNZRNLfWUYYr+PiTD2hb7mJudgHpzTLOfXaH63wFd++OYH5uAfUNtUjWBLF3fze+8TuP4tvf/QoeP3vc46+vrx+nTh6n7TpIW9SE3bv3kL8QErFGKMD8ox++g0gkgLJlcPzkftq5Iia4Xm/cuIUaBrPPnbuIcxcucc9Mor6+CefO3ed8B7jGGrB/30H2v4R/+6//FVaW50inwmDcIOV5CN/85ut4+uknMT0xi5sMRjXUN3De2xgoX+O40wx+zWFmfhHh+Da6++oQCpexsb4KnpgAykn0tO+G6KzfTm+gu7MFly5dxFY6g/Pnb1PXHJQRoHyMY++kvpWQL4YwxkBUPJnCAAOldSnayEQSE2OLOPfZFVz45Br738bs0joCsXr8+M2PcXdsExduDmNxq4wPLt3F7dF1FKmwKdp3uEVE4kHMz69yD13BndvzuHltBMtzK7h++RZ+/Yu3GCRZRCDoor6hnpfvEjZ5RpucnsGlK4PUgUmMM6g5OTHFdIR7wnnuy+RnYoKB/Wu0hX3o7TuII8eeov7W46237uLqtTGscC85yoD08dO70dnZhCefPMa9ewaffHwZI0PzDEqXGNRe5X54i3qwQD0bxC9+/hFGRiar9rtvF+oY/HJpDFzur445POVw2itgP2Vor9VfaDhy5Cj3uGX85Q9+iPOf3cbUxCo+/eg+UgsZt2oAABAASURBVDXdyKYDlCHXT33YsyUKrH3rW7+DeE2M7bfxxBNP4C//8qc8y2Qo+2XaDgeLy5NM03ju+cPYs7cdp0534fDhAThuAXfu3EAv9zX96dQ/+9M/Q5L2ZGNjGdNTq1hcmEXQNWxnNrHA84rD89i1qzN8N/z4R/+Oa/Qj2o9u2oddlMVJ9PX3oLOrHdrvNzc3EQpGvG9K65v3yUQKvb39WF1d5/7SitqaOpw6tZfnxRLxQzh58hRt4TB1YsKTkQGch07O8aK3p+3b18+5TNHGxTF0f4p2Koi+vl6vrfbyxqZ2BkbLLI9iaXkVuxlY3qJ+/t0/+WP8d//dP8HS0gb0AaUQzybBYBiZrRz3qiDtg6GYN451jXoxjuvXruDE8UMopLMIlYEG6tvg0CgWlpfQ1buPZ6ltBniB/Xt7GATLMIifx9jwBvtN4e23LmCKcvu3//bHWNvIUv4ZZNI5bG2lOc9lDOzuRYo24d7gbXR1d/K8scFz2GHq6ibPBW/i3ffeRp7778r6EqZnRrGxOY+//4/+APrQVGtbEyI8p2vM8UQUPdyrz5w5wbUdo87No1AIIuCmEI3Uca2GSKeEOva1sbmMeNLBcy8+ikNHDtKGrFLOd3D1+jnucQv45a9+jJHR2xgbuw99E/fAAer94WOU8TDtK3D8xAnKOMizRy/uD9/DxPg4IjxLVirgGaCM2dklztE69u05jtraVuzqP4TaRANmJmYwMTaBzXXKBg5qEjWoT8lurvKutIGf/fxXyOYYmAy5pDHHc8IdrqVZ1Nc1o1R0oT+vGwxGaVunGDBJU87r1Oks7com7g/do2xW0dhcj7GJUYB2IRaLs20D7cEokska5Olk05l1YWGB8t9CMBigzNvR3NLgjaejow2trS0IMpCT432so6OTOrMHdXVJ1KYiCHBfk9wbm+q5ZnZT72qQy5WxyXl1eSZz3RCkR3dv3+McRFgf4xyXKMN5rsMNxOIhRKIBr2x6ZpK6N8+1dhvZbIY6QX4CLm3zInJ8r0s1oLG+BZL9rl39aGxKoKEhjra2RvT391F319DXu4f3lW4k47VoamxAXSpO/F04fuIgeQWC3Kx0vnAcisMpwGgjy8gim1tDKFTB6toc7WCaNjnEsnWuwwXKaop2cZvn1mYY5eCSp+aGNgSdEFB2yLsh9+BDytvb25y3tCfL9IO7a46+kTwPGwXuvUp1H6xQMZTq3mhm1KGKB2ZGeQWRoH2pq6vjHCU9qKmpge70Dhk3M+pwgPMTJoSo9xwM4LUXPdFVXwI54FRWklO1WKT+F8hrDjnex/L0kwlXgSWlVfwyzCF9jjMYDFKnqm1UJxyB6Pkpu63+kK8g77dmDtuUIKdtnrpVKpXJF7wytdO4lVYbVXn280rNDP4YXd6/BXoXKB8gX0rNqnjgI5oC0dU4BcqzCmbm0VP7nTiqF6hM+AK9m32OrzYG/ntQpn5VpjZmVRn5/Dh8V52ZcbwVb58STclJ+NIZ2Xvhm5lXr/cQbYTjuKg+Fa+ty3FL9krNzCsTrRKdw0Y5CyoqJ5QFbKz3MlPhFDnXHnC+zQyu63gyAB/RyfLuI8hz/jWvGrd4ZLXXl1KByvw65f0ypV+GnfVqo3EL1J/e3Qdj0nglA4fjEA3VqS2Xg149PlUnfLOq7Kv1NKQP5sJ1HZiZh/95nXRJUPFk+zldtYOHb2ZfSMHHb+/js4jrmb+JK5kKwP4qjqHIu0CRjFKjPZyKVfHMqnPk01DKGk+WPn0/VbkPZuaNV3VqoxR8HMrGfSAv6YGZfYFvs8/fiQ7hmlV5EA2Bys2qZZoHzbPmW/Pu26h0esuzBZojH3byIRo+LaV+nVIfhOODmfnZB2nFk8GDl9/IiyfxI/Bs5AN9FL8+FLzgTwHiz+9TdRrDxsYGfQbryOi/w1pYRGZjE+srq9hiCtqdVE0tQm6Q968izzAVuOYA9A9XWCd6PihAWWG5z+fOVOP+DeA69HkRDeV9HDN7OFcq82kpvxNUbmbQXO8Es2p77HjMHpQxVbHoqE/1LVkIlDczSDF31qtc4OMrL9ugVCBc0RSY2QPeKSfqOScMnrwoG8nsIXD8kpdA/antThDNL8PO+i/n/0O4X67/D71rrALh+anyPvj9++87U7/OS2k6/LrfRsfMoHLJUXbXx/XaPvhl5su0mgpHVUp90LtZtV66YFbNq1wgPKUCL896ThTMcWG0E44bQCAQQoB7icvzm96pWKiYQzTiOAEY902HOA7zLEQFRgCnuAKNQSDa8l97KedYeiWbobWm9aly8aCGwle91rBAeYHyAq8d9xnd1dR+5xpXnd4z9LnL3ynaKlN7paoTqFy0JF/154Pehas6X5dVJ97MDJKhS7kIzKqyNPs8Vb2ZQY+Zwcy8NirfCWYG//HGzjUhnVf+/xfwaf1N6U664H7jv/ttzMzj16yaOhKYLwQJRO8SnC90vUtgZuZtFNp8zeHkV6qTrzofJEQfVKa2AtESTeUFEr5AOMIHHzP7nD7zqlc7XXClBMI1M6h/HXx0mFUqgQtXEy7aGoNoKlV71UkIZuK54i04vYOPmXnvoi08KaboadMMM5qvw4aUQPRKPAwJT3mB8l4b0hGOQG3NDKIvEJ5AuEoFrGY9jwBUBrUX6JONwicpTwaiZUY6XERlHsaMFYIiLwBZXhC26WQRPyoLUFGr/AZ5AQl5ID5ET/1JDpK9ZKG8mXkXBB9HZQKfR3YF1QmoKSiTTxknBZBy3GDFr+bAzDxelY8wYCuQvMzEFTwawVAQKheOARA/aq95Ek8+Pb9vyUFzrTqVsYl34RB/aqcygfIC1Yum6vO8kChVuQ+qM6uOVxeiGB3w4sWXjZnxAhT2eJQMRVtyks6lefkSPfWh+RBIJkoFGqvamJk3LtFUvcpUp7yvT6oT3XUGGxXU1xjVl/hTnfowM+pFxRuvxi8Qjpl5cjYz7xAj2flt1JdAMhauwMy8+VVedeJF/IKP5CK64kV01L+ZeX3qXeMV+G21vkLBEFsCkWgUCsyLpuiprdpo3YmmaAsxxE0kzuCsLpySud4196Lp1ycZTBNt0VFZiY5rtReYVefEzDy5qkwgPOELlJchVV5gZp6+mUlGZUjuoh9hQEb9u3SulctFgC7TCo1iiQc4VByEQ3FEwjUoFtSXAMhmc1heWsY8HRqC5eVlr6xYLHFthaFLdX1DClE6HgIh8eqQhoP05gpKxQzCdNhWStvIpFcRpHOjubGGzq0I6uvDiMdoNEubyGwtYHFuCDMz95DLLiARLzOQWkbYzSGfWUKlsAGnkoZrpLM1j6G7VzE/M0LH2T2srSwg6FSQiIaJU2EQNc3g1gZpbtG5Nuc5boqlAi/MOfIVQhudL22trdizqx+H6XR66YXnIYd4kQ4wOR4DlE19Qx1lbZSPw7TMuY6hv38XotEEA2TDmJ2ZoyNjlebA6Eg/7gVq9f9yGR2brltCMOxQNhG0trZBDvfTp09RTvWUR5EOpTQP1Uso5reRiIVQn0rQuRLAGoMZ6c1FOAwItzfVopaO5tamOs6Jy8BxhPKqh4J9/f39nmNSf4ZuaGiIgaBzdBS/AzmV6xk4DdPGyNlTU5OAgm8qa2pqoHMoTcggQtukOStwvJ2d7XSAHsPuXT1YYRBP3yJsampGjgHmsdFROgNnUKRu5GnnamtrEacTZWllGeY63HdCSMQTSKXqcPrUGbz66ut48oknPefK2Og0Lpy/glAwgu7uHrS1tXOu40jTIalvjicTtQA4LravTdVgfW2ZfW4gGCyio72B49tEJ4NYRsXdYKDyk0/u4sqVUTrNZ7GxseWB/ozfBp29tbyUyMGnbxEpEFlbW0NZ1aE2GcLugQQvLCWkaqJ47ZXnoP+X7eSJvew55zkjZ6YnoYDJ+voaMrRv2kN7envpRItjeztLPW1Eb3cv5/cZfO/3X8WLLx3DK185QQfycc7/Cq5dvY7FxSVsrG0yEHALm3TUb61nUaBjNxypxZ49h7lu1higuIzRsUnqklEHo3SAjWBrcxWvv/4S/vhPfg8vPP8Mnnv2GTQ3N2J4eJDtC4jFEgzyjGJ2dg2ffXoTY6OTKHLP3b1nAD29XZidmaKOOTh54ig0l8VinrKvoW0MYGxsFJcuXsDY+CwD8THU0bG4l0H0o0ePoZsO4EQixPHfx8rKIh2EC9TJPAxBbGfycJ0wgoGo50QtlYzOzyIq5RoGA7bwLgOxN2/cxrFjx3H6kRPko5mBj4v4r/+P/y1++le/wMLsffR1p7B7bwOdnjUIhwsIB4oYGRklDbDPMaRSKbRy/R0+cpgBv3WEwi7SdJhns2kGiJ7GsSNHoADowYMDXHOt7GcP3njjOfzu776Ke4ODSG8V8cgjT5LXAuV/y+N3Yz2NgweOQMF7l7opvT50+AC1p4iZ2QlMTY8hGnXR2JjEwuIkeWvCVyn7b337ZTz55AHoGR3NUwezXJd53LtzC/q/V4vFHOprazA/O8tA0RICIcqWwcCZhTn09fTi3KefET+Lp546g+PHu/DTn/0E+XyaMg9hdHQciwtrKDEAPDs1jbHhUdqlTYSDQdKsRYBOiWtXrmB0aBiJeIy4S5iYmKOt3WB+nfPhevO9Rn2/PzhMJ+49pHnW+dM//V38/X/4x3jl1afQP9BOPVykfO9i754u6nyY4wxxTtcZVL6PSCyIo8f2oLs3hSvXrmF+cRonGVBtaWuDvuVz994Q9X8JN1hXX0selsaRqnO47odpKxZw8GAvA85veYHFAvXryJFD6GVQ9LHHH0E2l8EWg/o3b97F737322hubGegvxsRnhN5HMY/+Iffo2Pexccff4axsTEGC+YQi8WxurbBOZjF1NQGZbpMR/sifvWrT3CVa6nIfU+2IhaLIU1nSiwaw8svnaW+tHHOGpDh+EtFhzyv0d7Nsv8M6UyS5iLcQAmPntmHP/pbL6GrpxnDo3ewvLzAOW+mruQo2006gcuAk8fSyjR27WnHcTqxn3nmCXzt9TegP/1bKEQ4F624cX0ElRLXw3YBg4P3uQa2qZMp2rFa8rWEA5SLnOwjIyMolkpoamrkWGto4xKERuqRi+nJTZw9+wju3buLu4O38Oavf0weDZnMNudsEx999BlWObf79+1HsVBGI/ecY8f6GcS7ynU/jGGumSOHj+IF7k860w7eGaL+U9+5x2xuLWLP7h6cefQ0ktyT1mmTTxzfh9dfP4OzT+/Cf/5f/CGef/4I9u3tRpBBpxCDHQcYeAuEHAYvmij3LFaWqWMVF/qT5sGAi8fOnEWSAd6+3e24N3QXm9ubDMgu4fqNQdy4NUyZpTE7Pw/9ifpNBqnq61No4Tru6OzB3TvTuHN7ClOTC9S723j33c8YLJmiXOrxo5/8DPWN9ejr76ZdGEC2UMHo+BJx3qFshnHq9AnkeI6PJ13oLDLOAOnS0hrbtqLAIPo6berNmzc9vdaHb9raU/ja159ZggrJAAAQAElEQVSizAxxrhv1eeHiFXz48R3yehNPPPUYvvH1r1DvLjJQfhlmce6Rw9wTehlcWsOjj72I4wyAb+YWMT59F3WNMYyPT2OLTq9MuoyPPriNW7dmMDI6j/uDk7h1cwR19ZzTrEt7lsDY2BS0N4DWJZ/Pck5dpLg36l3OtfqGRjTWN7PtEHWliKtX79IGzbOPFa6rDfzFv/wZUE6wnytYXy/hwoXL6Ozqwk9+9nNob5xn8DOd2eD+6lDv8oiEw8hu59DcUovmtiTaCf19zWhv53tTHK+88hQUpPz1r36Fd99+n4Htizhx7CSeOvsknnnqFB45fRJv/epN2pR57Bnop16X8I//82/hf/uP/wR9fW34sz/9NppJp6OjjjJPYnp6wtvvotEI3nnnPa7Nt/Dv/u1f4YP3P+a6W+E6nuUZIobGhlbMzy/h5q1ByqcWoDzC4ShaW7oJnRgZmeD8VVDi+UF71r59e7ivb+HatUscbysOHe7l2kwilarxPoC0vLwCYwD/0qUJTzdHR0co6xHOe4RByh+grq6OY26H9vstniP0ga/pmVmutQKCgQiy2QL3VwenTz9KmbzK+dzmuK+hjvQb6mpx+FA3trn2xkbHMEe+L166jt7+Dvzh3/o6/vAPfw9nHj3Ic8UG1M/evfs4ryEG3XJIJOu5xwSZ3+JaL2J+YR7lSglbmS36RMto7+zi+BvR0dmG/oE2HDp2GJFkFLFEEkZb/9jZ0zh/6UOu9Tk4gRLldQWDQ4NYXlnyxnbr9k2YA+4tQcACpGnYYrCvUnJRYOBvleftxkbOdXsdwnHg5a88jte/dszbO+OxCA4f3s8gfxY6d+470E9e2K+5lNlfIRgMIcD9cGZ6ijh5JBJRQoT9utizdw/npwj9NYXJyVVcvDhEuMU97RquXRnkGSkKByHcvzuEYr6CWCTm6eMAdWjv7t04fuI4mpvrqOdjlE0WqytbDFKvE6eCe3eHUVtbh1quC93vYEXUN8SwsDSNpuYElnmfcBygUMqju6ebaQHrPA8VynnEa2O0312erVnl/dBcF+YGMD07R5lnsP/AgEcjGneoTxvc62YptyJS9UnOS4F7RQP3vAOUYx7mlGmjGrn2Jmmj7kHn5wQDwkmeP2X/Nml/9V88lOmQ1QexMjwD6uxcW5vE7j19iMZcAHk0MKDd0trA8STYdz2oqNxzNsnLPnR2diAcDiHH+3aOQUud0Qo8N5QrRY4ry/lIYCu9Rru/Af23CAvziyjSCb/NvtbWFhAM5UnXePY5iYH+VjiU1fzcDLZoj0bGxrBOHlfXN7m6HG8+ZavD4SDXbjdlWsdx12FjM40xBsjv8ywRicbhOAGuOwqYehCiDkR1VyXEeQ+NcW/Ve5h2xeEkmBn0mBnMDOVyGRpDjkHWLB2OAr0LVLZNJ2OavG9rL+bep3JBgTa8xHczY98l6L1MuYq26sukq7yZkT/H64uuFC91XRcCPHgqbKc26i/H+6fuH6InULn6EWqEdxl/TBqPwMxU9RD8Mfr96119BQIBjw8hVshIkfdZ2SozB0Xyqm+4Ki2xrkwkM+P+VPFAtMSDgFWezJQXiJaZwcy8MakvgfoVmFXrhCdQG9ETP8ITCE+gvMDMoEe4xSL16oGsyY3HT4X8ioZAOJKXQLh6l79KfQlEycw8/qhUtJ852s6sl/r4Sj9vX/TGpzKByqUTSuVzE03xamYennhQmYDMiW1PF9S2SP2Q/4ydQ+tacpV8BV459TEYCnFNEIJBSCYi4NM0q/Kt/iSXnWBW7V/jFf5OEA21EZhVaahMOOJTqdoJlFeZQDhVoKSpB6r3xrFjDnx8UJhmVdpqK6i2ZQ3b+nmzKo7/LjwfPqfl14KiquIb9dLMoMfHV+q30dg84Foy1wGIq4BqmU1c2gAnEESFZVxaKHJP1lzsXE8+HaUlzpMPePD4fe2sV/5B9W9NzMxbAw7nVWBmZMuw8zEzr4yJV2xmtHNB2tSw19bMqEZV+as/8aU5KPGuUNrBp/Iaj1KBcAUq80Ht/LyfCkfl0ukM/chKBX69mJJuCscroy9Eui8oFPLeuhG+2spPKrutcr2PDI/w7v4Zzn3yKffFPGq4HzY0NMDhmDI8wyiVDpuZN1bXcSA5+WAm2cB7qvKvykH5L4OHxF8VAfXNr9f4fPDlojqiPZSr8gKVC4S/M1VeYCZ+7CGPZtW5Mftiufg3M/iP/25m3lz75UpF1+/PjPUqJPjlPs9+Wi6XWPs3/FQF4I2tRFzRFojeTvgyBTP7QpGPq0LlfxsNlfsgvL8JhLezXu8C0f18bOXfsKHC+W1Qpt/Wp2dWnQfhiZ6nq9RTCsFD8ctVtxNU/mVQ/d9UJoKf1+utat9UprYay07wyxSrKT7YY8uefgKyRdoDKhXz8prZirkkalwjLu1/CKFQhLYgSpsQ5lk2SN1zPXB5JtT+oD0/yL1C60h6JlB5iPuI6nRGUF44AtWbY6TtknaIdKv7jFdOOcIAM4P/D3w0Bo3PzCjSine+KXIPEGisqv9toH23zHlSnfCEvxNULro+sCuPfoH7e9W+FCB8tfVxzcjZDlAbQYV6LzrC2wkqE/hlyu8Ele98/+vyIH31U4UK56sMtRV8uU0VB/Rl82Ai5jUIDcoHNRKSJk2TpdTMPIIVaQUrzQxmAnhCYZH3/nCiWCA6oi/gK/w6lUuAOqTqECkGVeeD+pRS6PCoVOVSDoF4Eb54Fg2ftuiLrsagvBRLgRuBDtWiI7qu60I0lJcCqlxpmMGXCEF9wOBNrDYOgb49Iz7Vp2irvXhSX/4YVC9+hCM+hCfYyauP4+OJ9xIXndqUqLAVzodDmQYfHH7VVuDzqNSlM0jtRMOnV+KBQX0JzMyTs3BUL/7Fj8brXyw0Rsd1EeDCVB5qw3eX/Qoc14UetRMdpXoXiB+VaeziW2VmRhLm6YfKBCoXv+pX7YWvtirTfATYh8+f6kiBF98oneRJL1V7lYv/LAMePq5SjV3lSkVbcyFQG/UtUD4YDEFzq353gtqYmVeXSCTo+Ix5xkY01Kfo+jTMzJMn+Kid6tW3n66trUGfJlaAQ3n/8lUsF9mi+iO6gupb9bcZR/wAVCL+JFf1K1Be/QmUV71ZtY1oiUcz+4KB1FwKJHPhi0/JS/TUJkSjq3URpp4HeOA0q86Z+pdOCwLUAfVZpk4pVdsSdVT9KS+6O2mJnuiqrQ5Xi4uLdJytewcvtSvL8rEDM0Plge3gK0RHbVxuFH4/SgXiucT1oFT9eh8qYHsz42WlCF/GCsjrIlhheZlQgiFfrCBDh9w2L/t5XvrVTygcRCwepV6FPXmZOR4drd0Ana6hSAihaBBO0GEaRiwRo3MhBo3N4DBoUOIlLOdd+hWM0jdftjbXkM6ss691BAMVpGrCaGmqxQCddrt2taGJDpWaOBhADCHgbCOXXaSTbwgb65PUtSyDARUEgxmsrYxh8N5ljAzdwewUHQqr88iS7vWrlxjkGcE2He2LDGhEyFvQdTAzM03H3zuQKPv6d5GHLK7ROf/Jx59gmM7wi+fO48qly1haWIQCemk6KtJb22hpafHG09fXh5dffolOyT2Ym5vG0NB9yIEZdCPo692DZLye7ejQbGrn+4DXJsOD98TEOK5evYLV1WU4DrjJFtDNYNXJE4dw5pEjOHXiGE4eP4LmxjrEo0EkYiEYHXEry0sYGx1mkGaKDrMtOqNWYCgiEY/g5o0xLMwveE7uCB0eiUScTuopls1Dc3P79h0GEKbIT8YLbu7duxftHR3Y4pju379PuqNce4t0Vr+La9euQgf8mppaOp7jMKOjjrIr8SKyuLiAO3duIRQOYP/+PQzoPUtnTj/k0F3n+jUzLJGPIHUxRgdMJBqFy/zk5BQDDEMMFo0RJjA8NEYZXMfGRhrJRIo09uDkyUfw2GNnGaTdB5RdTE3MYmlpBUE3RCdsM51JZSwtbuA2HbE3rt/iuDKe7L/62svYxcDukUP7EA4G0NfTRydeAmsrQDxiCDIYv6u/C7/zjdfw7FOP49ihgzh57Cg6WulkjSeJG0OF+4UCBGWOUQ6zmallFGkrM+l11NbEsJ3ZxP3799DX10tnYBOCwSAkuzYGfHu6++h0u+PRyHlrpcC5XcP8zAyMB/MjRw7SYdqDPbsHqPvbuHjhJp3iN1Di+mppasPWRgZz8yuYX1ylMy8AJxAl7TwuXKQDdy6NaCQKfZN3m86oa1ev4tL5cwwKjTEIOAOXQfwXXngBz7/wIvI8TH3CC9j09CzOnDmDU4+cYjBogkHzjzE+MYZYLIrTDIo11NUiQ6duR3s719Eizp+7wLZFD3bv3oXe3laPz/X1bToUNW+jyGynkctVcOv2EH72i19yDkaxxmBkHQMp9bWNyGxlAZ5wG+obMTc3xzUZxX/1X/89vPHtF2hHivjg45v49NwNvP/+eQZsXsRrr71KObp4/PFDePXVr0C2KR5Lor2tG3WpRpQ5/9FIEjU19dizZw9KvAAf45xpnTQ0pCibc9jYXEE0GsI4Hd3zc7O0GzE0NSZQU+Pi1Ol9dCjOcV+uMHjbg5m5JaysbaOGTu6Ojh46Ztdw69Z9ynkb9XWNdBYnMcZg8hAd1vX1NXT6HqFjdIBjzmBicgSHj+zD4NBN3L57BQcP72JQ8gX8+Z//Ef78H7yOHupEPBnH6voqPvnsE4yNjzIoMMJgzKf49z/8Idvc5bw6OMNAxd17Iwxg7vH0aHN9BeGI4Yknj+GRR4/iSQZ05shnLlfkuOjk5b6nvT3NtbdF52iY+8yrL38FmxvrHl8rdKyHwhFsbW57+MnaOhQZyN7cBCbHVzmGp9HU0Msg7wx+/JOf4rOL7+DYI3149atP0249jvaWlGcXK5Uy7cYCbUoF/X39GB2ZQ4JyeuGFV/DYmUfR0ix5bdHG3PeCXrFYCul0Hk1NLajQ8bz/QB++8upj+MYbj8FxV7hnTdAJUAJ9v5TvGu3JFQb5hrhP5CnzMTrfh7iWxjA/t4z+/n0MVk0yMHKXuvEe1/wogxTfxtnHT2OMAaiWlg7anxDaO5q4l0Rx8GAPwuEY9QH49re/waD2U+ju6sUNButv37qHSsVI7z5C3J+7ulpo0xZQrhQQYcBmY6OAu/em8djjj2HX7l7aw3G43G+yuQ1MMtjt0k4cOLAXa2ur7DPAvSZOPQ5D30pvbW322iRropzLIoYZ5F6Y38C+PSewupyFvs2nPzc7PbOAaCSBeDSJOurVJwx+Li2sQDo1OHQD9Q0J2qzd5C9IWdyi3hcolzI6OzoxeHcCrdwr5ucWaXdr0dPdg76BPuhbXBXa+Wx+G0cY/Ny3twWzMxNYYgBtlntYb08PnmVwV9+s2r2rH5u0Ez/7+bu4dHmI40hgd/9h7nVTuHP7EnX5NtdHgOt1AyO0Z/ncOvW5h2usGdn8ChjTpq2YIO5tKACaz5UojzQa6lppv3oRCnAvDyeQqq0HF4GkZQAAEABJREFUKOt33rnAuZzlvldigKAbUQbTKpS3wwDQdm6NDuZtdDHod+78eQaExjGwq5N2/gCOHNmF7/7uqzhx/DB5KWBifB3JeCvpVHB/cBx7GbQZHx+hHgYZWIjjxKkW/B/+T99l+27u+9QtOqTOPrkXf/S3v8F+mxnI0fhGac82oP9T1ODCeN7Q/7V88PBenkFcdHY34nvf+x0kkwnOYRQ61+zd34rG1nra3BKStUG0tiXAhvjLv/wxtrcrPEus4LNz0/gv/sv/J/4//+xfYyu7ib0H+tHR2YT6piQcJ4RYpB4htx75bASu1SCbBcrlMO3gJtdpCWYh0sp6c22ocO9wWV/ieWMLIQo8mUyyTQ7ac8889jj+y//yf4NvfvM1fP8Pv4nv/f7X8N3vfh1ZBsj+4i9+hJ/85GPKKYZi0bjHbHKNlfGVV17jWplg4G0DX/3qS7CKg2gkRv0N4s6duzBUqKOLyG9vobGuhvupocy9Qv8vZrEQph3owiLtzkcMfH743sfQ/hGmM+LgocM4fPgwYvEI1+cN3L5zA/M8Pz391BOYok1sb2tgep+6OIYjh/bjow/ew+z0JPtoxL7de9DDgHkuk0cyVkN714847fvkxBz3jiE4jiGVqqGtWIW+KZ7eylEv69BJ2+w4Lm1OG/c2l3gOrl67jGDIOGd54sQR5/nz+vXrXn0d94rR0UnPLgQCMdQwoFUolCnLDbz62lfwxhtfp85PU4c3EAyEEY45SDIwVl9fz/ZBSPYba+s4f/4ifvnmr9l/N37/95/HwuIcPvrofZ45sogxOLbOQGVzaycuXR3h+srj8rWLuHHzEveF/Whi0LJUylHvVqi/WSTjSYQDIW9u8oUSKmXjPhRBwA2juamNOHksL6/SJt5Ha3sDovEQRkdH0dfbj9bWNuK62C5kcPTYPnT1NqO7tw0NTSnuD0+yr1ZMTs5gbmGLY0zTDhbR0dVGW5NEsiaCRDyMnq5WhHk+m51bYB9cE8uzmBi9iL0DjXjt5Wdx9dIoZqamGZSuo2Zk0N9bhxefP865vIb+vhbSXUOpAu6Zs1Ve0hsI8Wxfw/vdhXNXvA8caB978aUXcfLEMYyNztCWb3Cuwohxz25INaCvh2NpbuWZN8q1PYnBe4OkFQSPh9i/bx9l1Ez7tc31kkR9XTtt+ADlHMcCbdr0zCjqGqJ47PFj1PM0ujpboA9h7dvXh67uDtqEOG1VFvFkFBUGEVN1cdItosJAZB337rq6FDIMgK9xXlOpemzyjJvZXkU2u4FEgnPQXP9An3KYn5/BwuIM6XGt5tPY4N5q1M1tBv0iDLotLS/S1g9hkmd26aXomjlwnSDPRhMAKljkmdhxHNJ0YU6FJUXqVRxqq/IKCt4+2NvbjtOnD3Pv3OJc1aCrq9ujs7a6iaXFZZ4zU2hubobrVrCd3eLcUpd4FypQF9Tv2uoG8gxWhnm+X+TdcHFpESsry1heWWXgtoE2nHeOmhrU1KRQW9uAtdU06a5xrhdpM7MYG5mAvk3rVPJoaw1g90AL9u4awJ6BPYhwveuDTuaW2G+O8ktT9gUv1d2xWCyyXHUl8uc+BI1PEOJ+K3nF43FEeebXu5nBzKB6MwdmRppFzkPWA937zcyjpbz6qFSoeACqbYw5wC/zUzPzyvQuMDMPX2dy9avUdR0oDQQCHn3w0X1Y9/iNjQ3O8wbHlqFNztNG51hb7Ud85HTu5z1tm6B3tXM4v6Llg2hrHtSf67oAWVUqPIHrOB5PJY6nQv58KPKekaXDOusFewuUR4lQla3Gov58kDx07tW5Psd5V7l4EZ76MKvKATseIyM6SwtXbYWrarMqrtr7UCIvXr5Shpl5cto5BrUVQA/rzUidEAgGuK5pzzzZVuUreQjEl2goL5B8BJKbnxplYwD3wGq/Zub1b2Ysrf6YGdRGtBzH9erFi0DjEt/CFC2H9IgAgeSbp64qLQNci4DGKRlKLpKjUslH8hU9M2NTI3b1R2UC9SFQXjVm5slIfJmZ18asmooHs2oefNTGrPpuZp4uuNQT6YzkorzaCM/vQ+9mBkAA71G9Mmafl+ld5X47M4OZqfghVDinFeneA1DFzne1FUiWVajqoMoEKpOcqjICPDmTf5d3EAVZAzy3KHWoA6zkj+vNVzAY8lIz83jSmARm5skA/5GPeBXqzlT5naB6x3EfrnNHesBC8S88Zn/jh+Lw9E7j80H4GqfelVcqUP6LUPJsYFUuBS+vDtSv4zre+MyM56uAZ5+MlQ558sB1PblIdwTSAdnLBPdU2UxBLBZHKpVCR0c7GnQ+oU2dWVjAyOg4z153vTOe/ly97tnGM4VVDOViladKqez1qXGb2UPZmznkguuAA1fdl0HjU5mH9Df8Eo5A+OzIw9S7wHt58Ev1v012KpOMte6UVzvhCvQuUL3eVSdySgV+XqnZzrGZishOdc/Qi5lB8nYpb6Vmn+OI1m+AZyHwG4+PJ758EG/KK/Xhy+9+O6U+0Z15v8xPVbcT/HKlZgYzU/YhmNkXyvy2PoL/vjPdWaf8zjqzKj3Hcav66VbtuftAfs4D/TUzr1+zL6aqNzNP5mYG/9nZx5dltbPuy3nJ0we1k+3235WqTKD8F4H2S3afoPUpkK2v6luZa77yEEo83BZ4Ls/nC9z/i9x/y1zLZaYlFOi0kC88y0vc5+1LD4Zl3l6i/gXi3cw8ubiO69kh2Xedf7S2ldc613pXXmWCENe1ytwvyVjvbsCFB1+qEwNm5vUFGHY+4sMlvvoQiLbmRTjiU3KSHAQ71xhNAlG+SIsF3o9o7gTR8UHlHhJ/Kf83AteXX1/+0p4keqpTuhMcDUaDUCpQXkLT4GKxGC8KMe+QKeGa0QjyIKOBiZgGbmY0CuSOPyozM5iZt3n79djxqMzvQxMko6xJVLno+oKTIH1Gzcw7BIkH9SEcKUyehzu9+/TEt3D0rrGYUYnozBQtgXDVj+oFYks0cjyESgm9PGkqr0uJIPfgMKg+ff4KdIj4dWojuupPNAU780Fu4gE3yEXrwuACcBDwylwEuaEHXCqh46D8gE/1IV41dtEFH5UJzMyTq+u4lHmFC6jgHe7Fo+rVxszYl+PVa0FrvBFeEhJ0fMS5AbrsU+U6pD3sB/DwC3RUiIbfL4sf/oiOS14DbC/wZa1y4audR4/jUN4vE02Viz/lJS/x64OPKzoekH/hag6EUywWYGaUVZAX7bCnB+pfuD5zZuaNGXzUl/pWvfjlyDw5pemok9NHdMWDeBEoL1CfbO71UcOLnQ4JIR68APOMmVKX86iyEC9wyoNzGaKBkQ7X1dXxIlgL6Z9omRmCmmfKS/yIFx/Em5nolmkIix5/4ht8VCc80fHHqfZlrjulqledmcGsSkP8a1xs7v3oPcMLlfAEWl8ak/gUv2bGfgu8jGW9vs3Mk5/oq28z8/QBBq9cfQqidHRFeFEXTb1r7jRW9ae5EoCPT0e0XBpZjcPMaPhL3ieatXYEwtcciA6beX0J1wewjZlR/mVCBYYAzHTgM/Ashoo5yJfyyBa2sZHehP4fmQoJVS8jXFecL+UVUNX6cl2jcyWEIIOSrgvSKsNhWSBcQTAMhCIOYnRaxBNR4gTpVCqSZgEOKyPhOELBKNuHUT14u3AdIBIO8ABZg7bWOjoM1uiouIn01jxqkkCpuIbVlQnKeYkOgklcOPcOHRgjdAaF6ViroFJehxvIcA5Wkc2soEynSDGXwfjwEDYYsGysr0U+u400gxI5bpJaw010WhS48RoHsEDHxMLCElZX1yBHdCeDjG1tHTzUdqK7qxddXT1ob+9AMlFLvY4Qr+q8kG3X//t448YNbGyu02E9jR//+Nf4+KPzuHtnFIFAHA4dqXJIRxgASKXqcPz4MTpUTmHf/t3o6aVjmBf7UrGMmdk5OkZW6GRbYNDxFi5cOOc5cRw6drQmotSXaCwMfZMhV8gyULSB9o5WHDt2FEePHqIT9UnU1tZQJg2c4zL6+uRgfwbPPPMM9u07gLraOlR4+J7n4Vx/mjJPh2N9fSNl3sh2td7+pG8P7Nq1y7MN0qXxiQncuX2XTrZpZGm/O+jwj9NZIp1bWJgnz9OevT129AgO7N+LluYmBsPa0N3ThdnZGe/wr2Co4wRgcD359dBhWGQQcXR0AlMMlt6+eQ/vv/MR4WOc/+Qirl68gZWlDQScCDo7uhEJxSmHUTo1S3AsiLa2Xrzxje/ixZe+Qjk+QidinddnTU0CAa6RPJ1QzQ1xPHZqD/7o947h7//pt/Gtrz+NV158DHWJAAJ0JEWot2Xaw0JuG3WpWurFpudUC4ZctLY1ezLs6WliQO44Zmam6BSfQVNTI51USdY1QuOX7tTUJCE53Bu8hy4GDOpSdVinDunPsY7xAjQyMsp5Wsfo8D06mcc8R95XX3sFe/f0Ic8gBbgOr1+/TUfdPIKBGLY28wzwzDGg/SEdtUPUfZdzE6FzexHvvfcWwsEgDh08hJraFNdCDjU1tZyXPNfKOEJ0sLW3t9HJuoBbN1fxy19d8OT21DNPMnj5BFpaWiEdWl1ZgT4UUOLe29rSgp7uXhw8cBgRrstMehuD9we5tpbQ19uJ733vW/hbf+uPGFB7hI6nbR48C1hYXIcFQljbSmNoahbnrl/DnaFROm2nkMtW4FSCCBjo1E3QgbeFfXsPkdYeBusqUOC8r6/P0/PVtSV8h0GCx8+eoO0A13GMY62jM7GTTr5D6O3e48nk7ONPMw15h9jz5z/DZ599jEQyjr17d6E2lUSGAQKXa1jOyFIxTz0OMEDXQj2pod73YG1tkbLO48L5y9Tl+7hz9z7lc5t4SRw/dpyO3mnSOkh+a6D1oDXtOA7GxkagQFUrg2j79u0lj2UUixkoqHp/6BaDypfZfxwpBqbv3LuFC5fPI1/MIU39u3bjOobY/pnnn8eJ06dx7eZt/PO/+AFu3BnEnn2HMDEyg+x2Fo+eOYXdu3rR0dlM+d2B92cZ4wEUufeXAIQjYdr5NMKhMlDepAO6wDnMorYmgFKlhAr1fWVzC7GaGmxsbXjB3CgDDd09zRxPnDJNoMKbdyTiIkddf/MXt/Ev/9kPMDW5RBqNOMbx3x8axAIDJG104ssObW1tc75P49xnl/Fv/vW/x8TEIq5cGqQuTePAgaNcB+3Qn6WNMyDhBMJ0vG+Q3wzyhRUM7G7A/oMteOrpI/jf/e//Dv78732Dc7/bW6cdtKn5fJZB472002VEIlH84Afv4M1fvEVZlHHx/FXUJhPs9yNMTo6izPFNjK/g3LnbnO9GHD/xCO1dJzq5zg4fOubZkrffeZdzeY/ztMQ9JITOjj5UykHuLyGscd5X1mZRW+dC317Wn8LWXDY01GJxYRFF2v5wNIzGlga0dbYiFDXqNbCZ2URtfQMCoSghjjDX1bGjp1Bf1wTZtCHK6+2336ctCuFXb36IH/y792k7cgwaOpD9jERCDPdaudoAABAASURBVMJ8xP5XGRz+iLZjEat06it4kt7KQP9/6/DwFD758ApikQbWL8NxSuQjiLomQ/9AnIGpfgY67yMSqEHErUEfA9y1tGknHz2AlbUJBpAP4g//4FX87T/6LpobGhk8HobsdbmcZ8D/DmpTMc5LmnNS4N7p4uqVO9T9EezatYc6EYfGUWTgIV4TR5rnuZvXb+L6tRu4dOGKF9jKZl3u31FcunQdy0tbDMSl8fOfvYX0Vh6jI5OEcQxxzddTTt9843lYuYQsg2b9fXvwxBNPYu++3fjaG68xEHeQeDNYWlrF0089he9851kUSxmEoxWukxXaunEGjI5i964DtJvrpFHE4UMnuA5bGHC/RtkHOd55dDPYc+R4D/PjeOLJR/D1r78ErflcfgMLS2Oob6jh/vcc8ToRjcdQtgBy3GOCtGkrtMd37t1BR08bcoVNLK9OUQeP4Pe+/zJe/MoL6Ohup41eRRk5NLUkcPBwDw4f24VIPIGu3g4skncuNLS3D3Aei5TvNN597z2ULY/v/f7raOtowtLKOs8E2ygXQ1hc3MRWugi4UTQymCQegsEIKkaZxmLo6emhjpa5BvIIhoKce0OlUoHrBGDk+8L5S/hn/+yfc4/J4sq1T7G4OoGtzCKeeeYR0CygsakG5oSwuWGU0R0Ui2F8+OFnaGnrpE4GODdj6OBaq+H6LPFcEXBjmJyYx4G9h3Hz6i3cuX4HsVAM42MzcJ0Yjhw+wgDpJgPdI5iYXOVYNkgnhELeOB4XE9yjC3QwNHNvb2lt4V40jU8++QS/+tXHnNcV2pWCp2ddXe04fPgA1tZWsG//AALcY2tTScqtnbZ0DEE3RF0YRVdnP4xnAQWFVleXsLy8hGikBufPXcN7730Efcjq3GcXqaNz3v7x61+/zQBkM4NCi3CcCurqo0jVxTz6yWQNAoEw9u7Zz328kQH6g3j8scfw1ddfRrFUwJ07t/HDH/0IJdrlAu+jgUDQk/XGxiYymZx39nGcINxAhDgO9XAf3n7rPegviGgtP/74o3jxxafw6KMnkeK9ZIlBq7auDowyIDw4PIlZBv5+/dablHcjZVXGIgNzJd799u/fD50B9E3kTe6TrhuGa2FEozUoUa5NTW1YmFtEkDLKF7boLB2hjavleLNYWl7HCgOtgaBhZHwQrZ0NmNM3M1uaMDQ8BodnysXFbTQ2NmI7qzudw3W5Sr2epX6v8vw6TZ0dx9rqPNpawujpakY8HEA35yfgAqGQy2DxVykHwACsLC0hzXNxIhGG/k/Yo0f2efPYwbNeqq4eUwyOr64tY2t9HSeOncKRY49jgOs1lytibW0N94fucy+Ncl9IIpNdpGxuYiOzirWtFYxPjWFufpHrK4O29l50dvZxDXF8DADuGjjIee1GIeew/xwaOJ5oLITWtjrsP9jDNrPclyapP83Ur23OM7C6vsw5PoR9B/YgmYygxDkuVXIYnxxGijagbAXUN9bRlodQW5fCwO5dmJ2bg2zjPM+rFY43EAygk3NYX1+H2tpaaAwLrNNfJ5FehHgn3dxMs3wVBw/uJW475ymIFO8QdfVJ2tA+6k6ae0p1Dh6jvu3du5fyrCBEPQpQHyPhGLY475Vyhes4Tb01RHl2H+WZYIv7dDQapr1Ywq1bd9jPNiGDO7eHuddd4nqb4poqcmxllCtFSPaRaBBFXtQ2eFcQv9LjhoYmZNI56NvxawzGLi6sI58toEQnYXNzC2ZnZ+HyXKT7cLImSXoFz964rkPe88imCwyyTvPMuc59yMXk5CD1bwaobKBcTqPCvaRSKqJIGWcZ+CsWeJIoGemUkOc+LijT7lOkoPmCWbWuyH1VZQHe1yO8s4S5f+qu7IN8YdFo1JNphQ11d83yTqa8QPxqvpS65N/MSL8C0RX4d2Sl/p1X7QR+v7pXh+hzUJmZebw5jsN5cBCin0E8iLcQ81XckJo+rA+HIxDfqhMN8bi5uYl1rgHBNgPtKlP/4kn8Ck88+/kyx6a8369SyUR0Yxy/+hfoPcKzUCAQpNwr5MGF8mGPhwjlFILqfV4DlKtoqT/R91Pl1X+Rc6Z6DUh1Aj+vcsnUp6FytXEdl/1SPlb1d2lMGp/wnQdlwlO5YGtri3q97elCoZCnPlCfOIeq8/E0P6KhVOWCAm2jUvGktSj6eheUqN9qq3GoXqlAeUDYgPDNzJtP8a56H/RuZpRdgDILeqnwiQzHdaH7UZC6KAhw3t1gEI5kyTrHdWGOQ9QqbbXzAXz8PpT6PJpVcVn9Bf3068W38gKvHf1OSjVWgfLCMavS0btwBVpXqhP49FW/E1T3ZRCuwEw0HWWpU+WHsBNflRqjy7ELzByYmYo9UF878fUuEH8qV74KFXi6Tn0v0t4pkF0qlUG/OaeNa7fMRNNHKLNebf8m8Dr/0q+d+KTm1ZYpT/Hig959EMLONl/Oq94HM4MvBzPyy3EIH3zMzKvz61034OmV7FcoFEZVblWcAOv0Llwz82Rp9pup6oUnkH1RqjKNQ+tDfccZVG1tbcWBgwe5nzUgkapBa3s7GpqaEKDeljh2tSGr4EHUgwoMLEaFPp4S5ay5KLKgUsF/8DH7TT7NqmV+YzPzs95qFJ8PCx5kzAxmVfDrzcyrNTNPlv54zewhLh48ZvYgV038+VQqekoFyguEpXfJTqC8D/678ATC/a1A+ajeB3MMkq3A7PO8/w4+Pq6f+n36qV+ulOjej/J/E3hI/PXbcFj88MefTzN7KD+zvzmvxqLrp8r7UOW5Qr0pU3/KKHFPl30S/IdkKBpqr1S0zWyH7ByPPzx4fBy9Ki9QXiDZSi/+QyC8vw5cc7z16NebfS4T9eGD+hXo3dhG+MpX5WrMGgwOHCfgAeBQLhWeP0r0Y/N8xUuYZPNl0NrVXqc9zz8f5Lk36l11PqidL1dfdj4/SsVHNa2QD6vCg7Hg4VPhfH0RREt0BWrvo5qRBkHjlHyVPqwjdT//5ZStYMbfD+DL9f+x7+LFA1oNkvoCTTP7AhkPjwJwxKgOKUFu0Ep3ggZgZl8QgKiYVct8QWsyJGyB8poIHTSVV5naqEMJTHUK9Ah0uNEhb21tjYf4LR7Gc5z8onfYUbssD8M6DPr/z6faaMIFutSqf9EUiL760XhCPHTo4BlPJHgRjHrKqjofzKrCUBv1k2ekX6noAEb8AA+CEV58kh7E6YjXRuRvIgEeIPWeIH1djGPcRASRMPuiMlfKRid6GUq5L4By5nupOjYevszYP0H9SZkE4sVPzQxmhgDnRH1GeLg3M08uZuYdunSYDYZCCPCSxUmEIMANKxhiWSjIC0gIkoMOY6IDPhqjLzP1JxAPBY5fqepLYpi4kqOZMQevX9XJEV9kPUfGBVrk5SbrzZloCoRTfLBo83QCaJ40Z6rTOMSHxqh34ZoZZe16AD7iQd8AVlu+euU6nGv8Gq/0UW1Vr9THUbnoZXkwln6pTrQEKhd+8cFhXbgat8qFJ3w5D+R4AQ1QgHMb4oEjny/y0p/lgbvgGSUzx+NHqdee9Kr95SGaO3kMPJg3pepDl0mB8hq/mcHsc1B74WqMoiPZ612p6syquBqv1zcvfuJb41Ib0dS7Ur+9cCV/lflQpO5JJnpXvZkpgfqizaCeVjjWMsSnaCsVFNmf3tV3iPolnkRD72bm6WMsFkMikfQu+nKYaH2YVXVW7dWRmXmyUn/CF69aGxUeXFUW5MEOfMwMYc6B1lOEAdxgIIx8roCtdAY5zksuXyKPZThGPQ/ycOjJO0B9D3q8BN0gXMdlX4IQXM6pGTeXEh6sQdmYItgN8V0ELcaAwjYdIauENRR4EXdch3LhGqJD0eACbF/hga/AvnPbORTJR5BenppEHKmk7EQUiagDfft0jQHUsdHr2M7M0/kwgcWFEdoRQ09vE/sropBfpzNmHXNzrJufgqFA8eehT5ovMGjYTgdjKlUPxwlA8pdDcHs7gw8+/AAKgLlc53UNDYglEihVKjh95gy+8Y03cPLUaQZ1WtDa0sH+arFB59smgxZEoR2MQTTlHL979x6GhoYxTCfX/NwKioUAHXQtTEN0jtzH1Ss3UCm7DPZ10NE+QKdbB0RDnyp/88038dZbb8MxF/X1zWhpbqNDqgn1DSn23YSurk50dLZ7zm99YjxKZ8yuXQMcC3Dt+hU6S6ZoW8NYW1/heOeQZyC8VC5Q7utQEGh+bp68J7x5unDhgucAvXt3mLjrdAbRabe4gjKdI/rmxMz0HJ2aKwxUfUZZLnj8rq9tMtA0hTBtcYKO2VAwSjuVR11dAx2a9QgGQwxYtaKxqQ4ZOohcM9SlarFOZ2qJgcqamiR1uAYNlG9jYxP5K+DT8xfw05//io7bQWTSeVglQIfOAvtcom0EZeOQbgxjo1O4f3+EODlP3h107HX3dGJV/5/Y7AQqdKrWNzagUC5hnU6rGTomZ2bnsba2ingijJbWFI4e3YOjR/YimQiji86zOOVnVkJNbQJZBpbuM2g4yCDo7du32XEZWQbbOzs78AyDj3/rb38XJ04epc7k4LqGVY4JVsFrX30VAwx+PfXUk+ju7qAjaxznz5/He+++i8uXr3nvce5x2lP37T0ABbEVhA16TtM0Hd13EQm5UD/1dApn6fySvTzAAGk4luB6AVbXtzC/uEydDEOX/UCgjLOPHWCwuh8jQ3fx6aefYX19E9ntPFeTC9dxqQdRlq1Tv9oZaPg69dMYgKlDqrYeb7/9Dubm51BTU0N9vIqrV69AHxZIU5/1Z/zaeUnTtxK26EAcH59koG8eHa1sW1PB4L0Pce/ue1x/E3jisSP40z/9PuXzKHXKIb0kHaljnLciXEZPM7kMHcGLWN1YQWY7jdt371A2lziX02hv7cO+vd1orO8grRzy+RyWVxYwPTOK9z74JZ2IH9GhPOTZzFs372BwcJR4RTr30vj0k/OU7XXPZs3MzGKL893GoPHp0yexe/du8lHDNZIgxOG6LkJBF+nNNWQZFOtobcT+fQPo7+9iEOZxPH72cRw4eBjHjp/k3BYotxhp7KHOhdjnMBbo+E0ma+ncTXtw+fJl3L51G/cYjMnTgdg/0I0sAzgzc+O4efMGfvjjv8Tb7/4SAfa5sLwI4zy3d3YgGo8y6DJEG3MfrW3tlBHQ0FhPm1bChx99BlAPM+Tv6pXLCAUYIEiFGaTdxSBUF9q7mrC5vYFipYBsIQsLlPDM04/Qob8Pzz93iusphH/8j/8hjh3fw3ydJ8uNzSU4AdpD4o+OrCBNZ/bK2hzmFyaRrA0hUUPZcI6efXo/BgZ2YWZ2mvKfpa5N4/DRXoTCOeIZ6hqikHN/cOQ+dH4p81J+mw7frfQmzAJ0ZB9j8OsIPv30AqZnpzA0PE45cu1w7hPxAAOOYfT2NGLwvvTsEySSIcr8GHT2rHBzinNtPP74GfT0RLk2djNoewiFfBnxWC3n4RGMj45QTtS9VJJO9DYE3AhcJ4gJiSapAAAQAElEQVT33z2Hn/70LTqf7yEeT+Du3SHq8X187fXf4XsN8txL9u87wrkaxPTkPN8LaG6ppS0I4NDh3XTyF1CgfWxuaeY4QPlsIxQKgpF/TM1MMQCxCX2DMVWfQiODRtF4jOMHHfHzmJ5Kcw2dww9/9BZtaxnpbQcOeVpgEOLoiUP4kz/7Lv7un30bf+fv/g4qts112osTR3fRnqcQY9Dw5OmDOHH6CDq7urG8kPaCqLXJZrz6lTdw/9447e4a9KcqzSng7OMHkOWeOEh96+0dgP7s5fkLV2nv7+LOrSH87Ke/ZlBpC598fAnvvvMRx1nmuCrcb4Ac9/UYz8+9fZ0YGbmDg4d34ft/8HvUPfK8VaSNuo4LF2/QxlRQom7t2b8Lu/fuxsbmBu1jF15+6Ss4efIUurnv6NviWl+Pn3mEznlDjnZq7559CPMs0dPdBdn3THoD9wfvYIJO+H0HmqE/IXzp0hWAOlMhTE7MYGhkGhrH9ev3MD09w72tHo5bRjjqAijSfgziwoWLqPCcr/8mYIT4ba0d2Lv3IPnowa2b9zjGPMbGR+jsH4P+X0ftcxuba5ybSa6tBphTpK0MooI8IYaVlQ3y4CASTrDv3dSfCPkts3yJ+hhhwJS2cmsWgXAFi8vzeP/jC/j4009w9dolvPfeW+jobPJ0+LnnduHk6V44IUOY94bnn3uagcczGB/bQpl7+uTkBG7evoInuTZXGSwv0YE4OTlHO5zx7Eqp7GCLAeaNzW2cv3iF81RCiWfd4eH72NhYox3b4lks541Pf/I9VZvCI488yuDdS9T7BGa5n73/4Q2u00X6ywqcz93407/3fe5TOSwubiAWT1KGHFvBxfUbE7h29R6am9q4Bhs9nDzPVZFglO+t6O7Yhdnpedy7M4Q+BnMLnM9UMoWFuVWMcq+dpd3r6u7nmuvE+gbn5f40fvHmp5RPhnM0jcWlZe7zTWhpaeO89HJNHcORo4c494u0v61IxlOYmhznfF2jLmap17fRy/26saEWqdo4XnvtZczMTXNtHMY773yAiYkFSFcPHjqAMB3cGxsZ2umjOHJIH16aR319E9dOjXeuevyxx3H48DHajH7qwDiCIYf62k6b3sd3zsHNm7hx4yY++vg8Pv74E/JwB+8zKNvZ2Ul5nqYu7UKZ+g6eGea5D4JPd3e3J/9prn3Xcbnm8lyH67h27TbqGxpoF4I8Jy3jzTd/jjnauWJxG3/8x9+lrOapR+sYGZumHofhOAGcOXMMjuXxB997HV/76st47tknMTMzA9d1uE8WUZtqxBj31ZXlDZQY4I9E4licW8Z2Oss95DbnqoCB/r2ci3VMTS2jvW2AfExji3oTiUZwf/gmzl26iJ7+XvK0ip///G3AgsjlShyXIcLAzPb2Jo4d240Cz10dHUn8wR+8gv/sP/s+Du3vRZgBxpnxcQzdv49UKoFAAGhursd2Jo3DB49idWUb9+8Pcz6SWOI8l0oVyn0Uxn/1dQ0YHRnHp59c5ryC54H7PDPmsJ3dRCazganpMYABv5aWFJ44ewp/9AffwT/4B38Hb3zja55+TE1NYnV1HZFwku1CGGEA+ubtO4jQvk5PT1An5rC0toZ7I3exXVrm6X0J3b2NCAaCSNU0YXpmDtpn4okIWMR+07ipb0cvziJJvWpua+SYs0hzL3U5LqDk2XV9cGiSfevPvUtn07zvdLR3Ih6rgeYhu13kGouQ9wDTMM+tTXCdEG3rGnlNUD5t0H4XjUUplyhtdwvq6uKYX5jG4vIU7UwJLvdTxwF0562UXOj8Pz29wHP/MHVmhWu7Qh3LoUS7YAbUM3jb3NxAXjdoF6gLpRLPN5sYG5nBylIaiXgjysUANtdzWJhfQ1NDG3lJQjqT3sqSvyD5akdvbx/1NcezcRbtHNOe3fugv4RQpr1x3RAAl2MKcV2mKJsi7xSNaOTZo6GhnmumG41N9Whs7KJd6EFf717qT4BrfgYDA/XEDSEYLKKhNom6RB2CbpAyiyLOfVvr1OGAzQw6Y/HKBiogCtkSMtRVyVhnM92V5GdaXl7mmlrGGud3g0HgdDpNWW1TbyWTEvsJIsF7V01NjUc/QMV0eX4TqB+loKT9vF8fi8U8m6F6nU/yD/wjWwzwbTLgqb62HwQ7y+UySpRzsVj01qJS3QN1xxeorQ8+ruoF4BPmfqf+BOJVIFmIFzNDhZe5zwEQDYH61FoUbfGSyWS8catPH1SnvFKBePNpiYbeVS5ecjwvq+5h+QMnrfoRnlIBWf7ij+Ehj6oQLYHoipaZQXLUu9qXK2XaNAcaX4j+CeFUOAdm5uEJVxDhfhgMBj085aUboWDoCzgu51N0hG9mXE8GPWbVVHmBT8dxnYc46tfsczyNXaBytdkJKpMMJMvsDr+VygQar0D1PuhddWorX5xA5135AARldqBUZcpXUOVF+AK19eRF/SIqzMyTm5l9Ie88WC/QQ10JUaYar19uZl47lUlOKvdTPHg0boFezb5IX2WqE0/ix4fiDv+U6n0Q/k4olUve+lC7nThm5s2t5q8Krje3ZuY1V387wW/rpwb+e4DrlfE8WCZQlaiQXDcUKlUNHlRI0gdm9WP2eXuzal6yMavmzaqpcAXqQ6nArFpn9h+ffpm26O0E0RX4ZZJXmXNfpF3R2vH1Su8qN6v2rbmsyi/gyVPv6sunI3yBaKvOzJSFOYYY98ga3kfCiThiyQSSdbVwwyH6PIqg2wZGA2xmEC4cpg9kXjEDzNkBBrPfBOx4fH6U7ij2smbVtqrbCZxIr/7Lv8yq+GbmVamNZFKhvJT6oHIfPET+MrOHvPLV+/FxlHoF/KW8D5KnZKfUrNqeKFD9zr5U9h8CqaHmVlDmviEaAr+dmcHvB3xU99tAdtQvJ9qOMZlefyv4+DtT8a93P1W+wkVToS0RiJCZefSV3wlmn5cL97eB6Fah5O1dFa5RtvLomTFHEE2/reQikM4Kqm3LXlu974QybYvq/bai82Xw65T6uOrSzL6M+pAn4arSzLy50Hw4zFf+GrmYfZGWmXm0ZHN9e6w16nI9ebRos3em0i3XDUD1rutCIHy1FyivMrUxM/hPhXPkmOPhq0zjeyg73gOVV5kPevfs8Y51onfpknBET6mHR91U3geVyQ4JtLcJNBcq93GU6l2gfIVzXSaIrkA8CpRXndf3A15UZmbeWL48TvxHP1pdv4lsZt58mH2eOmV27DFKIapz/12D0uB8g6sBq8zDfdDGz4tRdaf2fpmZQROmiVO9NnjR0CHNPzyInvpTvY+r1J9kx6kyqnfRFr6Pq0OP+iwwECiaOviJrngWD4IK+RS9cDji8SJ8lYuO+tW7DlRRXux0uBJuhROl/+NDvArPPMUKwJiWeWErFkq8cBRR4gVTgAp5hMP3Mg++JS7Qz4Vf5KYlfpSKf/UteerwLF7NzJtojc+MdAjgI1wwr7FqnMFQCCFe3oMhHvx02AsGESCI92Ao5B3wzYx9l+n8KJAX8VH2aJuZdyDWoV0XA/UvnjQ+yU15GOCNnzTFq77ht8VLa5aHYTn+i1zweS6kHA/D+tRCvlBAnvlsLufRFi2182RKWhqPQPybseDBmPSusZlVy4QjMKvyLvkIhKNyH1+0xbdgZ72MikB4As2f3qVzZgbhqm2Zum1mcFwXoVAE4XCU440hEAjBzAXA/okjWWQy27xMPrhAMZivMYm2GXGoT8IRTVQAyV98qkwy0JwKHw8e5c3Mu3RJvsLT2ERPvIpPH0RHdWojvkVP+MqrXCCySoWjVDRUL9q1tbWeHkhGwlOZaAtH/Ko8z/lUKj5VZmZQv9BTnRJvMxdt0VX/6ktQLSsjR5moXPUqNzOPhsYECkV1oi99k34VeUA2czwc9eW6ykuWJRj/OWxfLpShTycXckWU6KQu0smcy+Z5ic1im/PhOA5idLjqk7FRruUkL7MJXk4NQDgYRoSXxwjXQTgY5EVaG4dBdB08+OeEACcALlXo4dShghJKDOKVuXk6jqHIAKp4z1Gn01sZXvzzXE9AsVimUz1NZ8EmynQwBBwXiXgCQW5ioUAAiwvzmJmexrWrl+mQXEB/H50J0RIdE6N0yEyjpjZMnaugkN9Eb08bervbISfS0uICSrQPecozxDHIeTE5OYVgKAhzHWznsrhw+RIPoQXsP7QfLe2tiPKgurG16eH09/ejubUF9XQ26P9aWlldocNshc6ibTq6crzw06HBzWuNgboM1/LU1Bidl1cwzICDPoXZ1d0HN5Cg83OTbVzU13cjSWd5uRSg0zRNZ8IGJianof8LMUMHWsANUh4VNDY0o6O9i7ofkyghPejq6qLDo4/OjjrIgeQ4IA8ZBnYylMEK5AwU3pEjR9Da1kp5rlGuecolgGQyzrUYpky2kZIOU6bBUABpBp8y6RyDfz3Yv28fQgz8fPbZuBfo2WCQWPpQW8MgQmMz9uzei5bmFvaZgz7d7gaCdLCtUh7rnJNNTExMYWxsAnnq1xKDCbOzc3TcD9GpNo6NzTXcvn0TH354GwpS6v+8mpubg3QhSPugb1c1sQ8FofX/yq2ubSBPh2+M+nf48CG88spX8PTTT0Lf2O3u6UJPbz/npRXrDPpNTE5ilA71vfv68djjJ9FEZ+Do2BhW6Kib4FxHIlHKr0Ln6iTnIIMAx+7SRhVLeY4lAznX9M0D8TMzM027tI4DB/fh1KkTMAZJw6EA560ecnKPj49B31To6upAZnuLup3nfNTT9kQRpOwqtOHbDBbOTE8hVVfD9ZRgAKie69KwsDgHh2tAcv3k409x/eoNztEmHNe8bzSUylmMjA5ibXUZA/19lHErHn/yaaQaGlk+zvG2YZmO+QL3R9eNc26Bzs4W7N/fh4HeNhw6sAs9HR2o8DZV5PqWo1J9mRmmpqZw88Ytzl8Tx7UfDfWNmOH8HDhwgE63DuzatQuNDFR09e9BJRRFa3cPUnSyTUwOUZ5RNNQZvvLSo966C4drcP36NMcUoYO+navfpf5t4dLFazh06CD+0T/4E3z/+7+H//V/+o/w1NPPoI6OwvWNdZy7eA7Xbl7F2sYqbt+5jb/6q4/xT/77H+Df/ptfed88m6cTeXlZ62uVc+Sis6udY9uDx88+igT1d35+FivLq3QypnHp0jWsrGx6jt2V5U0888wzeO755/DV11+jThUpmxId7jG0ckxF2hbQKK2y7Tb1fXF+wftT01PUm1Wu57v37kLfaF1aXoDWeYA2Z5N69eEHH+LHP/4p3n7rXer5Mm3QMm5cv8kAzwXU1NTSiX8UFZ5jHn/8cbS0NCFDp+3ExBh5Nzz/wpM4/chx9DJ4tXtPP86cfYSB5HWktzNcJ3PUpSx+8ou38N//D/8URgnKn780vYmm2h46glO4c+cW19IgVtcWsLqyhPR6BvpzsX09exDg4b2hoYbrOYhspsyAygId+MRdn0M6Q9zMMp5//iy2uH4bGLAoVxKQsQAAEABJREFUMlDY1VHP9XMcr7x6EHv39GKLwa5r1y/i6rUrqK8P4+DBPVwjWWTzaVy+cgOhSAGr62PUuRAv63ns2dtMh3GYupLyAjebdAAWuU9nuYcsr2Rx8/YM/tn//M/xs5/9DM8+/ySDsIfQSl0cZ9DsxvXbuHXrFucki0QsjKOH92P/gd10ztaiUslTj1yMjkzgo4/OeWv07/+DP6c9asUpBsSHh7N05o9i8N4oZdwM/RnqTGaL8k/g0MF+OpXbaW8c5LYr1IVZ/OiHv2IQYgiRsOMF6AbvDePunREGCz/EvXsjXOtlVBic0/jNKTOI/gi+890XqKMNqElG0Mlgt741fvv2EG1hknMT4l4XxSEGYxdnluBSj7Ice4GB6d6BHoQ4nlIliUqlEZcuTuP8p6NobhlAqeIy0HEfdwdv4eNPPsD4xBhGx4Y9HQnTnrS1NuPxxx7F4uIiA3Dj3B/mKI8mBh0egz7AoT9TmqUdbeIaXKTduHjxIsffghdeeIZ6dYY6sYH7g2PoaOtHKFBDm95OvQ+hkA9heTEDWJi0VzA2Po2p6TnSHML7H3yMWDyKN775Gjq7Upidm8Dp06exa/dBpFJ1OLD/JHXAwdDoGG7fvYuFpRVoH9zimtlkUPWDd9+jDi7TjtyjzGn3mhq4V+Wg4Mm9e7e4Rpa4z0RoO3ehpbUOHR1NOHykB1/7xlPo62vBdmYNIyNjAFxcv3GPaYyO/lau5yL1/T5pFmhDwzh37hxisSheeukFngUKtBNv0vGfY1kYb739Ni5fvk4+KwwYlJBM1HBN3vfmNRxKUAfuY2V1DvpgQzKZxA3aPP1ZzENH+vDa60/i5VdeoG5HuAeN4NKlG5jmnDY0tPN9nMH/McwtTKBU3sbHn36E6zfvIhAM4JEzT1HfWnHowHHMzyxia2ud40vg2PEu/J//6z9FNLaNd997E++99z5o3hGP1nFsDqRf+SJx2xIIRwMA95Iu7l1Zng/1YUadlzco276+HiQSce71EY4xygDcGezbuw/6IM3CwjL7rsWVK3fwlz/4Eaof0JqmrAwvMIDb33+EgdAl/JTr7qNPP8ahI3tx9slH0NvXi1y+gsWlDGoSKeQZ1Dj32RUUuKfOzy1gV/8u2tIVLC+tQXa3p7sXMa6ZWDiAu7dvIJGIco3uwSxt5Wa6gGAoSblu87yyTRsDzC9tYHh0AesbBeRpX/MM1F28dBXvvPshPmFwbWhohnO9yHU/ifMXrvN8sMY5yuLZZ5/mflKPVF0SYMB81+5erKzMUwfWPH3dWN/m3lSPAPdo7VkLCyvUgQr0p2LPnbuIgBuCAonbDETfvTMJBTjf+vX7XEOzkHwTySj32VnuxxGeH3LUxX3o7mlHf38LdSaHhoYmJJM1UEDzxz/5sffnuyu8k0SjIbS1NyMUcmmfJ7Bv3x60tbVS7/I4fuIw5RGiTQlQZmsIR2pxb3AUHDaSNQnIdt66cx2HDvdA+tLLs8mhwzqf1GFqapzyj7DPIGU3B9cpAhWtmS3keL8L8Uzd0dGNxqZm6lWW45jkmipjH89azz//EmpTzYjF66mnK/jow4t4//1zeOqpRzE3t4a5+RXs3ruH+95ZrtN1rpcXcfz4CS8Q6zoBznWB8gpieW4Tjz36KL73va+Sd4dBvylMTYziNHE7Wtqxp38vGusb8MH772NtZcE7E01ObOPq5ZtI1dZx3HGutQyi0ThSqTqeGTO009PUxfsYGNiDE8dPYqB/P8ZGpvHP/9k/xdrSAp584jFEuI821CextryEae61C3OzGL4/hFs3bqO2JkW7GsL46Dj2MuD3yccfo5GB6oPU+3aet/sGuiizKNo7m9HU0sC5LWHPvl2YZ6B0azODrbVt1KUaUKCfYGZ+Ci0djXju5ScQrw3g0wuXMDoxwXUe5x5WxtjYPBbn15GMpRByQihzXRSzBZ4BlqkjBa5ZlzbnMi5fuY4C6zbW03Bd4jEI2tTYgVAwgY72XvLXQj3dYtB3FAqSjo2Ncq4K3BNbsHf/Lu6RvV5+954+7gdFOI7DelBe25RfEShHkIg1YnR4BrMz7DtXpnybaG8AnUP0gb26uhTlHIXOnRsbRcq7njYxRH5cxGK1qJSD2OKam5/fIE8D6O3ej8OHTqG1pQvbmRzpzkP6XF9fD2Zok5eZOsgzuK6zVa5Q5B5fQJiB+GAoSB0uoFQpcQ3neCbZxMzsLBbmVthug/vVOMe7TvtOXZsbRXpzAXNToxi5ewdbPFsXeHfS2bnMux0nCCHeDbVuuUV6PIfCIa7DBM+/TRxHCnV1dV6aog5pDcZicZ5homwX5vgCHDP5pJ8pT8jyvqZ9R5BnQFT3hFwuTxuSo35msc2AqHBUV6LPBHwk7xLvYmZGmiHKK0qIUY9qUMOgbIx3CfHo8uwvEL6Zsd8q6F38C5Q3M1Kt/pR51hFItipRXndYgfr0y83sIT3hCcwMFf5TXnSDwSCivJPEGYQWTxEGH9WneBI4jvsFGqJf5B1WMlDqg3hQnfpWXqmZcc0HuJeEPf1zOVbRVp9K9e7zEXBczlOQsne9/lTvUGdVL7oC0VRblZsZ9bn8EISnfgXiyefPTHglb562GMTO8LyU455nZlTJCs+BRepj7uFcag7VXnR8UN8qU53y4sPMPF5djsnHU6q6B+L1eKu+V7wxCVewc2zY8ZhVeVIbM/NkZmbQo349+jzjKxWoTHwpXxESwbjpV9RGsiOY64BGhSxVIH9skTqpdupD7QR+ns0f/shvmGXAV/SFr1QgGXzehprE/ephI2Z8Wkr56v045EPjNjP4eb1XwfFkY1ZNYYAZf+GLj+PXs1i0BeJDPPmgOS/QpuhddcIhh2zx+Y9XRp6VqhelPvhYeteYlTqUp5l5PPE3UTRHQKUMb37Vl8DvD5Q0kaBx+jTMDP6ca8xm5tULxwczUv8bwMcDH7Mqrl+m1MxYw945NvEiEF/iQaBK9a31I16UVyo8jdNPlRcIX6nwzLR3VLzxqkx1ZgYzA3+Bixzg2dR4XisHHJ6kKijQjvNqA+mefE8l8lWibNRegC89KhMPPujdB6GaGbsyZR+CcH2c35b6iOzazz5M1VZyKZVK2NlWCDoLq17llKg3br37UOHkf56vfKF9xevMX42iVgWVq41SQbW0+tvMoDkUgI/qHwLff+sPRWHGX6xUbz6++hDsHJsZ8QTE/Y0fNlZblat/M+Ly5UHyG2MTroAo3o+ZefNiZt67fql+J6hMsLNsZ178+u/CE/jvfrqzTPhkjD9V2avuy2BmD/ky+5vzflv1Jdq+7JRXmV+vVGUCrS3ZGuHqXakPqhPsfJdtUlmBMZQi7yfK+/V++tvK1L9fr370zmXkjV3vqlO7As/vAtGWnRevZqbEwxWe8NXezDzZaG0LZAeUav6V6l12QueTCH3vSvWucoFwzBzA+POAlhlfUH3MDD4t4SpvZjD77eV48Ii3naBxqqrEPU/8a5w7U42nzLWoNsp7dbT/2qN0FqrKo8i7Vuk31rBwvwyiUaVX/gK+6AtUr1Q8+eCYmdeBOlPHAuX1CTWlYtpP1eFOIr5gfKJm5h0qJGxBOByGDyEe1FSmyRBEGcDUgU0gHAladNSHQHlNlg52qVQKtbW13gFUNFQe4IVIbVymPh948KitaGgsOjBlGEzQOFStNmbaBCuekIQnfI1LeaWA0e4HUOEOUOAlP5fN85BVoJwk2Aokj42NDV40VnkRXaMjKuOVqQ/1qcPH+vq655DWRIKPP2Z/rGYGx3U9eZmRHwA63OS5EHI8pKudUvUlEG3xJh7Vh+qzPOAouKUDvMa5+eATjpt0MOldPMopJl7yXLjswtNJ9ZPju2Cbh8kcF3SW76VKmZeXArK8jGQZVMqTF/WndmbVBSAevP7JI8Xk8S+ZVuckANdxYWaQTAVqq/n5cl7vFS4M0RMITzSkF5KVS9l47Yjjj93MoHKB2mv8GrvGY46BHaPAC0yWY8poDBxTnu9FXqrkYFWdT0t9mhnUh0CCEU2BmfGypQtVBOIJfISvtpKHmXmXIl02Irx8qI340JyonujUlZJ3KFcb8at519hET7TEu+bIBx3u19bWPJ3y6WjehSd5qw8z4xDN41l0tBY83gGvv3KJpzrmVUZMqG+1lT6KP1Y95FsyFp7o+v2ZmSdf0RaIvkC8C1/jKHM+yrzAqZ1A+aKMVq4AfTslk8kiR4dAOBhDKBBFwAkhGAjR8RGhMy+KiHexdQGQVx42nIohyGBPOBhk3w7HB+pOmesph1x+m2u0xLEVvRRs49DxF6JuuEwdHtKiXP9B5q1CnEIOlWIeRv5cx0FAeI4LySXPi3ChWEKROl4iHck2Rx0pEr9K10WMl+g4A6VhBttDdCbFIjEk6Khp4CW7gU6AzNYGCrkMQgGDa2XKdxtBOr6jIQfd7W1wHTof6PTJZdfpqFilQ+0iJhhMIxu8/K/RMT9Cx9wSSsUKZVXCwvwybQTlRedFTaKRDrBGOtyW6SxeRIIO1zo6kvKU7RKdPv0DfXT+vo4XX37R+xMqMTo507wMrtHO9HR3V50BtTUo0l6lN9NYXVlFkB03MGA0R6fO2voyZmcncePWNXxC5+a9wfvI0q4F6BycnV2js2wCLuepn0Haubl5OntvknfiX7+F64RJBlaLDHqbuV67paVlOiI3qIsBgovx8XE6ACcR4AE6Tsd4ieuuXC5yWVVY73j8NdApVVdXS+d8IzoZHKglv3LUUO2gT4RfuXKFgYV7UFDQgaFYylI3AhhgcODMmUfxxhuP4dSpU2hsbKKDL8Mg9iydZ1MeP1k6Oa5du4GrV6+jubkNbW2drJ/H+Ng0HYfzmJqcobwXOaYpOrZHkKhJore3m7TqSL8Pr776KA4fOQQ/MBwMhth/kQ6XBnR3daK3pxNnTu/HCwzIHDt5EAeP7kJ3fwu2souwYB5OoEwwOn426AReou5FOQdp3Lo5jO1MCVfoaP/L/+UH3Cu20draBrMAx7wGCog8NKFCvZQjNUfb5XLeFOSYZMB1ks4+lUfp2EgkEghQyVpbW/E7v/MG9jHI3Nbegl27+j35ztLhdPPWDTqH6jmmAa6hAsbGRnDx4nk6hpfowF5AM4Nr+ianGyihq7sVu+k0fvyxR7BroBd9PT3gLZsO/GG8/+5n1OFNzC/MUi9jCIfl2LuHJPWuk05W6c/E9CRi1NPPLlzG5PQM6upTCASLaGqO49DBAxxbCfPUuQMH6Fzr7YIC80AAgUCY+3kKawzAdjKwVeE85xls+6Pffx3f+fpzeOQQnZOj8/j44+vUvduc40n84hfv4OKF83SmLcKlDLa41924Lmf4OmklvLmcnlpEZquCjbU8fvXLT/HTn17EL395Gec+u4nPPvmEzr4N3GOw9Nq16xgZGkcyXsegzRm0t3egr28ABxhwPXz0ME6caKM8AVgeRe6BjQwaNza0wODQWT1IW1RGLBalDgUAXGMAABAASURBVG5CzkU34ELfGlYg7NixowyWzXKdryISbSK/SxgZHoKC4XMM0t+6dRdzs0tIb+UJOfR29aGB63yRwYlENImG2iY01jdxLvrRzXUdCDoMIN3EX/34J7hx8ybnfA/1Reunk+uomQ7Lozj7xBPU226uswDu0ylc4j7Q1taBT+kIvj84yEBzF55+4gyeefoxtLTUwnHzdOJ3wAkVqRezOHZ0H+XXj0cefQInTp7F0SMnkapNeg7dgd5dCIfCUKB6emILI0OL7L+VMmtDR3snVhmwvHJxEFcvD1E3g5idm8TxE0fw0kuP4SrtRi+DVeFoGcFIEeOTd2h5M9h/sAehoKGnpwmbW0vsK8q2Rh56yOsAstsGxwlQtg7lXENZrlBW2zh75hj3jygdtO3eeqmvS5GvMG1Ji7emUrU1+Ef/q+/jO7/3GoPER3D85G4cONDBuWzAyuomPmTQ7srla5iZned7BsFwAinK+/rV2wws1FMfajz9dx1wnW4ymNtAezTDdbrqyWJ6eorBv9u061dBtefYy9CfxlxaWsLmxhrtzQTX2gVkGJjOZgqk3UzdbEJNqgb9uzqhQOruPQOoqY3TrtRzvdRgz/5DiMRrMLuygnrahZu35qjv63jvrY8xPTFOGSdQXxfCoUO7GYRPUZ+22c8C99gMkokYbt+6iVAggJvX7+A6A1uDd6eo++dQKYcYhBvxxppm0GlhbgMXz9/C/OwagoEIhoaG0dHRhXt3B1GXakVNsg6HDx9h3xOQnTl9+hHOcxOSyRrECb9+5wOE6YQO8Uzf0dHKICP7u3YVBw7uoZ3JY2xsAvPzS5THYdqjA5y/OEaGZxm4ot2d2+KaLGJ+LoPZmRXalxG00EYH3BhlmEFf716W3cfK2hIqXHP6Nq725umpWQBB3Lo9SAf6DOdsEwcPHcXQ8BiDhB8jVZdCV2cbentbsb6Wg9GGTk/PYo0O9TOPneLaPoZAsIJE0sU697/u7g70EBYZ+HCcAsdTwKOPHPPGee3qfa+fJQZquzr7cPPGELYZCC9w/73CYEZnRw+ikSRGGVzXh3HaO1qwtLyN+fl5zvcqdSTNeUqhwkDHyZNHudesoaiA/lKazn6jHsdpe1OYnBrGJoMuLc1dqG+oxfDYFe53M8hkNqFvu66sbtDm3eMYtimTcSwvbaKxoY1B+W3uYZMMBj3DM1wN1teA9dUKz1StvJtE0FTXg9HBKbz961/yfYFnjFm89vppPP/CKYQjZezd20cekojGahCJBdDV04Kvfu1Zrscs5Zjgup0hf9yHeJYqce8OhQNYYEA9w7uT7g9rtNUjIyOI0/7LLkUiYc/+hcIu0mmjTQT+5E9+D0eOHMXH79/B//3/+iamJ1cgOzdM++e4FdrFCe7Fk+ho7ybfdWwTQCyeYpBwmnZrBLXJFCI8T2cYkLx69Rp09xsavIcjhw4wH8bTz5zlOAa4dlIMpGRRLDu4TBsTTaTQ07cf4WgtDhw4gYambqyuZdHY0oLxiSmkeSYNBGMYm5jn/lykTrdQ3qDON7C/MGUShj680dfXi3v3blMW03y/yPHPY2VljXoSgeuEEA7FKPdtrh+HunWcZUE89eSz3rejXTdAmzqAmZl5HDywHwE3AuNe19PdjxbyoW9tl3jWjPNslKpLoK6ullttDidPHeU5o4J0OkeeBFmcPXsW3/nOt/HkU48RJ08buc7x5shnCLe4v8/PzyHIfaFcLuCb33wDjzx6mnb7JOLJRhS4XqZnV0lri/Ozhkx6nXvWBDbWN2nDitjYzFLeM1hdFc4Gg4g38Ojpg4hGK+jpbUFtKob5xWUMDt2jLO6huakJoWAY4WAQE2NjKPGcvbi8hrGxGerpLcq2wHNPlDZpCaOj0+wni+XFTXz26WWAEmior0cwAPz4xz/ifJfg8NwccFwGHTeQiATx6Yfn0NbczjN6AO/xzPHhBxdw5cpNoBTG+29fwTjXWwPXeV29dH4Zjz++D62tndja3Mb01Dy0Xnv7B6Dg+sT0HO4NDVEOteQpQlsSwvWbg1hcWEVnWzfnJIQrly5z72rn/tqHkBskH5sIOiH2M4mF2QUEKgE89/Rz+MbrX0chW/DqpxgAvXH1Ku7cvomJyUH0DXRgbm4KDiqIhOJco+vMB2BmKHFOwPIQ98wDBw7SNhahc5k+5Hf8+AGu/TTiiVrq9FHsHtjPAO49DN4dQY4631jXgHxmm3Y+XJV1uYQDtMm9PPsv0zbqXpvLl6kD9zAxPsnz3BwctwRwFW9tZeFYBAkGNnVe2U5vcf5X8PFHHyO9tUq+iuQP6O3twTLvE2tra5iYmEEomMAcbfLUxAKaGruo40nyDGyTnwrvZrW1dVx7cVT9QXmeq1vx9DMn2GOWc79GmmWuoRD1uQ76cNjI8Djm51Zx+9YQbeg9b7w6jydrarFBn4lsCxlGintiiPvJ3NwMCgxGhkNR6kAFYJ8h3hF5hSOfK0gkaqC2PT39CEQcuLTngUCQfEeQ5bkaRRebtE2lfAb1tWFEAwW4VoLjGPkpUgZb1PUV8rHJdA1LK8vQnUkfQNW+rXWgu3GJgSXx5fLsHQgE4AEVV/dfgXhS6pWzXu+VCjh+ByoP09EYjcYQZhogf7oX53gn1v1ed3vdwZXqPUu/TZ7+E/WrVH1XSKzM+VY7OfG8lEJQOfjoXXnx54PjOFBeqZlB9aIlXKW64+6EIgOfqhOeUuEoL1BeuDn6fQTK+/gPcckPWeGYzQO/7wDl4fNglLvyAr/ezLj2y/D7EF3RFygvEA+iLRz5nXwe9K5ykvDGKrlL3tIT3UcFvjx9WYpfM4N4EG9qo7zKA5wb+WFiMc1V2Jtn8aE68Stcge5bEd65lA9wfKoTDTPz+NA7+KidDxqDyn0Qvso0BoHwSpShl1LflJqZx6eZefMnfDx4lBeO5CNQXmWqVr7k6wtpqkygsewEv1/hi4bqxEMF1X9lpkXS4bKDQO+CEmlKD80M4XBVThqPWXXu1ZfArPrO5CH/6suro36aVcelMvEiHpT678r7ZcprfALVl0sVT2dULlCZX6dUfQjMjHPy+VoAH9XvxFeenLLmN3/MqjVq49eamTcvmkvpm5nGgYePGdsQJBOBdMQHtTEz4qpNdQxc3p498scKUP4sFF8CIns/4sEHlfvgl3lID36ZqY/qi5l5/IqXnWBmD9eq+JM+S/8FGpdwRRv064lvvYOPV8bU/zEziBfx7XCNm1XfNS8aU1H6zPFUWFfmGRKug4pryNNHV2KZ0ZbSnc4zW4l7x4OxE79MOYhuhe0r1Dl2AiMvVCb+PMBjuXB+G4hPgZn5rHrtyqThl5sZyx5W/0dlzOyh3CQXgZkDx6mCWbUeMPiP+vPzfsohsu/qOFQvMKu2UV4gGfpQ5liVV6o6pT5IPg/zJKx6H9SfmcEe8Cc+zfj+APx6L+Uvs8/rzL6YZ7W37tSXT1+pypVWeM9SneDzsgqnrvwFqOzg0cdTGx/8ev99Z+rXKVXbL4NZlWfnQap64e6k4edV7oOPt/PdrErL7IupZKh5Fyhv9pv1Kle9wHFYrw4egBnfCcIRmPH9QZ36d4nvcm9xAi7MdWB899TJiGQGsyrwzfvReLTWZMO11ylfKnE9UWc8BP4SXR9kv0u8ywnPb5Pn/q62ApUJ/HrltZfqXKL9N8czivAEevfL9a42Ja1Z9SngXIs/gd+/n7L64VjMDFVZcbzMO+bAcb4I4GNWHfvDOlf4xDPCA3yi8ccI1R8ze9iPIxz3c1yH76z1EMWXl3nwS3U7wUz2ogJ/vQn/rwON1wdnk05JHXJ12JOQPAFRMBqkBi2Q0RXIGO8ElQmEI2bMzGNPHasD0VKqd+EIVxuzDLpA72rgT6ImTHm1MTP4NPUuWqrTZAvk5AAf8SNaoit6evdB76oTqF6HI6V6Fz9s7m1w/rjNzJto1fk0/H7Vt/jAg8esOlYz8wyI8MwMPm3Xcb2J9eko1XiUig8d5pQvU9Y6uEg51YdActAYBVJggeZHB3F98lSpP29KVSecPIOHRS6eEjeSondAMgTp9IjEYwjyQASXGxzZdrmxxeJxpOrqkEqlPJ41Nh80Fp8fpZo/DVupQHmXlw6B4ziQrpiRMCtEQ2PweHlweGexN5eaD41d41Y7qquqPPntpOvVUS4qE50sg15ZGgGNjfcXGPs2l2Oh8Slya1YQuER8jVnyNPKkvjQXSsWnQP0a25gZHOKYGfQPfMwMwgkGgp48duqJjyt+ND7JRHOkeRCYmXehUn9q5/VDyj6+5KE5Uipakq/GpXfhiEc5jqQTAtEQL8JVneiKpt7BR22YeLorPqS/4kmHa5UL16WBVl59iYZo6gClVO/CEV3l/b7MKA3CzrrAAzoat/hVX2ZVPNdx4VoAATeEYCCCKJ3TiVgKyVgdz1wudNHJ0SGxnclBgVbxHQyFEHADHu+bW+vI8hJcqhRQJBTKeZR5EQ5Hg4gnY7zExxCJhhAKuR44VqGjMI1Cfp30M3CwjTwDl+XCNkoMvCrQKSgVc5Q+L9QG6laJ+EUeDiqEMvstEfjO9eE4oJOhgJXlRWRWs3CdEMcThFUcZLYyLF+mU2GL49gmvTwdSzUMfMQ8x1My6RA3C1S26TwYxczUCO4P3sXgvXtI05Gxb99edDBQVCqV0UoneVNjKx0gM3QwDOPe3Qle7LfIl0NHgkPn0xbSWwX0du/C0aPH6XxrRjq9CX2D7Omnn0I9gy0FBkkX55boONhCkkGXsBtGXTyJIh2FUyOjKNDpmV5bQzQUZECiH1E6JaempujMHkY4HALVHt3dXXj5xRdx+sQxjqcIWAGdXW10frcwGJRjkOAGnQ8ZdDBIEmH7JQZMXc5VU2MzMtt5zDP4W6EDk0sNszNzuHrlGvRtqfm5Bcj+zM5O0xF2GTcZ9FGQtIv9dXbRQUMHQ46OhXU69CbpIJ9kYFYf8hBfNTVJzksBra3NOHDggDc3t27dZNDiFnUmw8DnLB2aqwgGw3TolCjDCczRgR0IhtDOgFENHbBas2XavLGxWQwz2LOxnoG+2eK6QdTW1kPfBA2H4zh0+Ci+8Y1v4kXKYGCgn47DWjqq6+lUjWP3rl7s27Mf4WAEo3QIDQ0O4/aNW5gcHUdzYz2eePxRnHn0JLoZVN3YXCPdWjryFulAHMVf/uWv8aMf/ZxBu3Mc/1U6kgaxnS6it2cf6mo76ARfZVB3jmOIoC7VgGt0FtbSSVVTWwuzAGpqapg6SCaTtEsGrVP9P4EK8qXTGfQwyCm7IFszvzCP5eUVSH6CCTr6FhYXYE6FdJIYHh6hk2wCH374Iedrnusm7Nn4YDCAuroaNDSmoP/fq64uSb1wKdMsLl2+BAVp5eB65pmncezIEUTCAfLiIBoOghECtLQ0UnZn8fHH5/D+ex8yuDGHMQZ7JxhgWk+n6aQqogzDfs7hG298A729fWhsbKDeGebnpqG9xkEad+kU45NkAAAQAElEQVQMzmwVMXRvAYN3ZrluXdTX1TNwcBdrdBhu59bxxFOn8eLLT2D/3g7q0g0UClnU1kY4T0mcOHEcXV0dePGl53Hq9AnEYmFUKnlEYi5QAZpagshktiizFrz88jEcPdJGPmJcd/fxL//Fv8Mvf/E+Zul0Hb4/zcDDp7jOIEq5HOYa2E+5riMai+DVr7+C7/3BV/HHf+draG2Pck2skL8hwiCkw+fPXUBrazs6O7tw9NgxdHS0IxBwALqyz50/x/ImnDlzHL/3ey9SRxZw89YtDA3dx6VLN/HDv3qbjuWf4/y5S7hx/S5u3rxFp/AMAyNbDGTNYWpiFpFgDMVcCXJkS1c11m9966vo6+/C+QsXaDNz5HcAx08cRb6YxafnPkSxnOFcO9SBWjottyh3Bw11jSjzQJxe20BuewurS3MMwm2R31bvgyrhSAg3b4/i5q3rdNiv4O23f0kexkHTCAV7NjeyWGPb1dUVrKys0lbF6Xh/jg74Kbz55q9x4fwl6kgIi963tErsI0ebaPiIujcxMYJvf+dlrG+sIRR1MTpOu7i9jImxuxjoa6MDdwrbnKfV5Q0kEwns3bUby6Rz6vhJ/N53voXN1QwDCGVcu36bNmYd9+9OU2dmMXh3jvkF3L1OR7DbCCsn8OO/uom7t0eo+2MolLfR1d2CV155Gb/zzW/h6NFTiEVqqc+10LdmotE6yrWdtItIxOuo2gHa03pcOneVjuwiwoEIRoZGPR2K0+H2lZefxfJSBvqT44O07+3trdi3dwD79nUyYHwMzz//BOdiD6an5xGkQ7iBtnLP/gMoogSXOpGhc9w1F3Ozi7TpZQZ3hhhwmMHxk7uwnU9jcnoaHX19ePq5F3CFzvqh4QmMj68ymDFBXW4izTJldxfjY4NobalBuVjgnpbG5MwttHUmoD/HSyHgCJ3u+pO2Kdq7gBvBGoPHWeoQlZJzTod7JcSgHhCLNnAtjGJzYxv6M61gwGdjY4vzn+Hcz+KR04/i1s17uHzpChYWlrh/jOGzzy7RdqSwm/YxEAhx71pDW1sb5ZdAqiYJ1wzmuAwkX+EeOELZ5fHJJ+fIp+sFSqOxGmzQ2d/Z1UfdLREKmGJAu8i9xHETmJhc9MZ7+84g2xRQ4hjr6lOQXVxa2mB/m2hm8PXs2afxr/7iZ9TTK5hf2MKdOzdR4Xzv39eDRx7ZjXUG0N57+y4G74/h6pVLqJBOc0M9gq7j0dQ3v5cZLG1paoMCnVubW9xDutHK4JsDh/O8St5LuDt4B0uri+SlzHXQijXq4k9/8hHu35vHzPQK7VAt7VkNbdB+PPY44exJ6kMHZudmMTOzgKXFFeItwHXC2Fwvcr3MkddB7lvjOHxkP+1dE/RtuampaRw5thvhSID7SgfXUox9raOrsxtknfJN4eSJMxgeGsexo8fwwgsvenvIs8++hL17DtNmlPDf/bd/hR/91cfcg96kftAe0XbXpuLIlTawmV5EY3MSzzz7OJqa6xhYuoa19VU00C5PTo5zfmfI3xrHWeAZo45y3uA+EGPQrcIxphiw2qJ8C7S/efQP9HKvKGF6ZpT166hLRchfFGcfP4NvffMVml4Hv3jzp9A3IeGCY8qjsakVTz75FJ544lEEAsbz1Cq21rOYnVkmH1uoTzVwf6Re9e/2ZLW+lceVa/ew+8AxPHbmGZQZ2Fqm7OeX05ieW8EQ9/fPLl3HLQaferp6sau9Hc8+dgZGYW2srXIMDTh/8SpGGTQtVBL4i3/xEddlBqe5b3/1689hz+4uBlk3aJM2aCdyuMZzxo3bd9DU0op2ntXiyRgSyTiM50wFQNvam3DsxEG+F/AK7YDR1vZ1NaGcK9JeXOAcz+OTjz+FdDUcjlI+IA/N3pqZn1/Avj0HMDQ4AocCaWlpQ5RnqlXyqb18ZOQ+ioUcA523sZt8jXLdd3F9yE78v/+nf4d/+S//DfeddUSoG/v392PPnh50dLQgFo+irbUFY2NT0J/8/8Uvfs51O8H10YIyz68TkwveHhZg8HNxcY5zuI7HHt2Lo0f2cOyL0H9FoABgIV9AkrQUaLt+4yJKlTRpOzwHZtHQVEd93oMAz92/ePNN2olF6ENm+/fu4ZylEI0mcPnKVbiBMsceJv/N+O7vfhVf+9qrnPco0pzHaCiO9ZVN0ARSHnfwzW+8gMMHurkms9zfHNTG4jh68CCmJ6bxwXvnuDY24QZrkck6WF7O8Rw1hCOH96GrvQdnHztL3VnE8uI818MprocJXL0yhNpUiu1meWYsQDawoaEWCQb7dX7KZYtYXFjj+a6D66IXiVgzg9yn8MY3fo972JMcez1tgosN6tfM1BIW55Z5l8hzvoZw7twFnPv0PPfiafR095HnClYWV7lWtvHOu5d4Tr7IeQkjmy1Df2Egx7NegUFOhwfjZE0ULu+n07TrGxvr1HO229rE1NQMbeotKOC5nS7jnbcuYXx0kevLpe0EMttrtK89XGfd0P2htbWVemfQ+W6K5/hG2rHxiTGuxQJOnTqJBp5JYzz7rK0voqm5gX0GMTw4Tf4nefbMooVziFIWbY21WJxZhGzY3OwK99+5Kt93R+HSPuV5r6DLAAXyv7WZpi5NkSeH+2MO2ruWGXjN8G4RoR8hEHQYQN1EW3sDevsakKoLIsM93dw89ylDKpWkDVnj2eYi9IGRTQa8lxbXYHC8Pb6trZX4G+w/w/p16mkIFBU2SX9xZQXLa2sIsZ/unl5sbqU5ryA/s8hzHysWy+yjgKm5+3CoVA31ndg7cAp7Bk6gr3sv036uiyRC4SzMcqRrCAZc7ndh1PJ8XUOoramlfiQ4dzHWO8QDyuUydIfOMsApUF53XKW5bI62Lg/de3WPLtKfobxXR38E+JgZf1fpqM5xjHbcob0LIkyfS4x6Ho3GWOYCMOg+WOZdRXnpiZnBzFjveG3MDDSmHl9l8lahTilV3z6IFzx4VK+s4zgIBoMI8X4tunr3Qe/CEx21FSivMo1F78qDj5lB+Qod5nwlvyUPzMzjEXwq5ImJx7d8Bcr74JgD9esGAh4dlZsZxxbwQDwKxKdS13U8fNEUCF9gRjkwozLJNU97JV51zxSUKUOhmBnkf3CdIATg3V3n11KxQvtaRiFfgto7lI+gyDnM80wsWgK9S+BK9S7a0gP9hQa9q63qlKqdn1dafjA/kp/eVe+3KbEf8e64zhfGrTE75MXMPPmpndqLlplBdZKpwHXdh219ean8yzjCU5mZeTqnPgQqF5hV6arMb48vPepfPIsfD2gUShxfiXqgv+6Qo29RUOBeW2RdkY70olKOU7JRG9EQaNwesP3Obrwy6o5wdpYrX+Z8lolfKpV36A08GWlsAvDxZSVc0TMzD8fMYS0gPI1RYxVo/HoXCN9D4i8zg5l5+GbMg8AUfISnfjQmH9SfQHU+SG+I7vErPL9e5Wbm0fb7Fy8CvZtpjcF7xK8y6k8g2npXKvDLlPdB9QL/Xanft/IC1e8Ele0E1YkX9S/w61RuZkq8calctM24zrim1cbMYGbe+MyqeaPdM9rbEo1XCXyou6Celzjf0p8S9UjBehCvwmrOMjErD+2c+ihTp5SaPaC5I2WThz/CKRZLnl2SfPQu8BE0Htd12L3j8alykno4HrXxQeMz+7w/4Qoq4pe8i26FqUDlPjgc204wM69KeH8deAj8ZWYebzvb+3kzI88gmIfjUo4+mKnOoEd9eLxRijvfJcPPx0Ypk3dfH9Xmy6C2XwbR3Qlq4+OYGXmrylU8m+ndWC1gsuNH7f4mUB+q39Hkr82aGfv9TdB+Y1Yt38mPWbXMzKo0qXTq67eBz8eX69TQLxOOoCrb8hf1lnZLdYVCEcUHOqx2KvNTL088suGNw+U6cKhD/tw6LmXKd3sI5Js4IBjrHNdFIBiAqzXIdeby3REux2dmYtXTF9k57RUC2RuByoQvcFwXSgVq/2Xwy81I09Mdj7RH269TG5VqTEXa/1KJ65iLXvtuFSrg8vGgRHsuHO2Nee4h2isERa5ftVfMoirT6npW2U6ZqU5lXkpaqlPfAjOjLJWjhpNX4Ql24ohXM6siMTEztrHq+4Pfwhc8eGU9bYcrMG/cZsayKuCvecyMU8VfErhAQlcqoQkcTpbSnaAysyphM4PfRqlfpwFp8BKaDhc6nCjVe9ETfsk7wGYyGejwIkFrMOpH/QuUV5nqhJemw1Z0RNvs836FJ1DfSl3HhR7hqa+yZlUFBJWJj00GkNd4cF9fX/cOy2ob5iE0EonwoB3xDqRapMJXneM6EE/KiyeB67q8VEY9fNWpTGNmN15ZnJc6fcJfSq12KleqdspLFhq7UrVTX6IhUL1AZarTOAQFyq5YKkCHHM4uXB6ew9EIouwrHIsiRP4VNHW56BzXhXEh6kAvMDPPAPj0RVvy3PL/3AkvB6rTPGo8ghAvA0od1wGMCkvD7cmTdFWmfkC6YJ2ZwcyoUI63WIOBINRW4DgORFtjUL/Ka1x+Xmm+UKCDN0fI00FcQI7vFfaj8WhcXl+iYwAIMkrg4zoufPp8fdiP+hKItsrNzMPTRUxjdN1qO48WF6LPkw6L29ltXmh1mSvCjJ0BXqp+zMyjo3FJX6LRKA+wUW/MoqH5lM7KSLiu460Pl32pT8dxoEdpOBT29ETl4lM6LpmIbiwW8/oQnkBtBKK/E8zM61f0wUf9aj79D0eIF+Gbmafn0n31pX4Eoq22ZtX5MavqiBwTCs6Agc1iKc/LSBZycFrF8S4ourAEgyGOLej1ryWmb6dmefn0+qCOVhhaKVdKcHkBd+lIKzG/xUvzOh0MW1zLFco8xiB/ojaBUCxE13MR6Rwv2ZlNbDEYqTnIM0CaZ6A0m91CfnuTjuQ04lFDW2stA4bNdC7V0ElSQiSQRcjNw0UO5UKGeNtMc6iUCwi4hiDXQ4UbmXh0ORchyt5xXWj80WjYu2A3NDSglKtw6A5K2hR5eSsX8wzorSPPgK3rZIkHJJJAJJRFqsboOAugoT5Ie1Gg3meRz6UpqyLG6OhapPOlq7Mf0UjCC65N0tmeyxud6RsMoizQEbdMGwisrW1jO1Oi87IBcmjMTC+wzxwG+gbQ1daJ1uZ2BC3EQMg6RulUvX7lhufY2VjdQDQURWdHJx0+3WhqbMTuXQPsL0Q6WU9/9Y3GywyUjY2OwriWXNdBIhHF/gN7cfaJM+jp7cDk1IR3ADjz2GG88urTLOvCrt0D6O2l87Tg4h6DXrdu3YfB4ThD1PUYurt60dTUjPX1DQbXPqVz+wPIlklvt+g4ks7om3oK+oWCYTp7WqBA4fLSKp3gi3TiLtLBNsp0ifSipBuGHDYKwO7etYtOtCPo6u7E8WPH0dgYw/3BQfQwoLi9nWWfm5TvBO7cvovl1VUGJjYwP7dIx3sKdXUJjnubjrdlaG3u27sPXV0drEtQ1tsYGxuGvpUUY4A+HHTpYFrG5PgYdSuPSsm8asRrogAAEABJREFUuc/Q6a8/L+w6QezevQ/JmhTk5P/Rj3+KK9dv4d33PsIknbVLixs4evhRvPrq1/H977+Bp54+i96BASyvrOHG7Xu4ev0ex7qBvr6D5KsDGTrc9I3E6ak5ZLZzHs8KYqxyDJKL/nyr6wQ8/hfmFxGPJVCXqsfevQcwx2D18vIqctkCg9gLDJZtQoeUeDyOpoZGOv9u4i/+4pcYGxtHIp705ubVVxl8ow6BM6e1psCr5qimJoE33nidQYBH6dg/SF3YQ6dkHFtbG3RiLlFPHDz6yKN4nE7qMi+4G9wr9a2p2ZlJyFn55JOn0dzUgpMnOUddnVzlJdBUY9dAEq+99gTgbuL85Q/o+L6L4fEJtHTvQcHqMT+/giNHT3LN9mDo/gh+/KNfM8A4hU068BzHRSpVQwcaHWorM5iZG4G+TdXW1oJMpoLmlmbuXQCsApnQO3dvUyfuoZUB+ARtiEvdbmmpwe797QiGK3jt9afx7POn8fjZEwx4nMX+fR3Ue4NjATQ1JjjnUwyMTGJiZJEO0xUGge5gbmEDgVACK2tpXL9xA7duX0ckZjh4mGsq7iAQLHP8jVCAu6dnAOcYYPrFz9+iPQRqa1I4dfo4eriennn2FAqlbSwszXjOa31D7vf/4LsM7L7MgM9R9Pe3oInyc7im9X/OtbR0UMebuX6ytG1J6nk/x57AfQb0i0UXly/fwr//X37s/V+Tfbt6sO/QAI6eOIw8T62DDJzrmxYSSmMD6Ta2M1B2H6FAgvqThNZjU2OT5+CcpnM3xDPO1uYG56vI+ZjDOh37Bw910TEbxZ593XjkzBEGTRcYEJpBJBxDeqtEp/Y9b+/YTK+ib1cfxifnuF5TdEa30OFaYoC3A3/4t76O3/nmM/jzv/+HyGaKcM3B3t39tF3N3B8A2fPa2iTqGMzv7WtHZ2c99u3r5fyvM/BUxk+oC599+hkmqC+/+tXbuHtnGM8//yLl9Tga6lvoEK+lTQ8zCL6Jpbks+3BRzIcwfG+CztIY5RmjPVnkuljFnTu3cfnqZQYpBvHf/t/+X3j33U+xtppFOJhiWmFbw3vvfQZzAgyEnIO+FQQEaQPN04/NzQzGxiZx4fw1Ou2HceTIfrS0JpBKhbiGF3Dz5gVUKst44fl9ePLsbgzf/4jyNJw7fxuD92cwt7hMGY3BQhXQPFO/lxnQWEOQ780tMezfv5tyS5PvKF564Vnq/BqGB+8xwP4jynsbm+kSbVeUZyAH731wHr19HbTVp1DfEMGx43sYpD+MbTqatzN5jI5M4oP3P+J8hFFfX4eamggStQ5C4Qzncj++w2A2uEKjkTh4j0E0XIuJsWU00DF//PgJ9pdFhv21Mph06eIV2sZlzM4uIB6vwdTkLMzMs8EROoO58mhrM6gwAJqI16GDQY6urm7KNYTjx49zT+jmvrEXE5MzeO/9y0inC4Qsz6pAV3c37eAulHl+yOfyLE8T8rRnRZRLQQYpSthYK+LO7XEkogn2PY6f/fRNuDw39PW3o45j27v/AEZGZ1CpgLIBZRRBLC45bSKdXebaa8If/dE30NNVi2kGZ3u6e6nji9i75yDOPPoUGupbsTC/il7ao+GhadL/CPq/YBWkv3H1PhwnjEKhQnv+FDq7mxjY6EaeQtOfiD/z6GNsn8LYyBbHMQCtq0QiAX1b+BADPrF4EPW0K6dpA06cOMrxDuAbb3wLu7n/7N67F1ucK3NC2GKQqVxyoIBmY3Mt+d5k4G8SdZTn4K17SCVdBo+acezwXupJL+fLuA4DlG0HPvjgA+rjDcpwAajQTlLPpibWqPsdcGi3AvF6zK9PYG51HsMTs9TFeQQC9Zib38LWdgmDo5PsL41EIoBcJouZiTkM3b2PA/v78e1vfx1BXtI3N7Mo0Amtb1YryNbb00J5lzheF1MzE4gmIijT7hAVB3iGOHr0MJaWl/EpA+eXL1/DPs5RiefFA4f7PF399NwdzC7M0aZ1c784gSOHDyPMs1eGdw6qFnmbgz5kp3PEJgPbS8trWOC56Z33PsSHH13DpQs3Kct91Oc6OE4tRqm7N24OMTCfow2fQDG3hd19nUw30d7agJnZMQbjtlCTipHOIuc/h5HhWdy4cRuD9+7i4MF9eOqp09TTHjz1zON44cVnUd/QjEba4+W1NY6tQl2rh76VrcDSGGW2lV6nrlU4N4bc1hoe5/w2xBJwSuDeW4+lpVm8996vuVZc6uc0Ll65iYWVdeo9dXpjFQeoAxNjc7hzcxg5BmGbqMuxSBD5fI5nvhRQDmJxYR2p+kZscS02NXVhayuHVE0Fzz5zCCeOteHrrz+CK5fuMqh4HA6yWJibRDODaWsrWZ51timrG/g3/+Yv8SkDuzGun8OHjmF4dIJnBHBt5Tz7GY87OHZkHxKxGpaXEA6GuM5jtP0NiCdCPOv0Mci1jpe/8hQOU/8y22mkUrW03w6u0DYU6USPxaI8DyURi4S4rz6JFgbHguEC9h3swcT0IP7p//xPMTw8jI72TpTyAcxMzmONQbJkMkQ9jXv8V0gnm95A0KmgUswRr4zZmSWOKw6A4MSwuZ2n/TRkKa+ttQzyvFcUGcgeGxvDxQuXcOnSfXRRN9vaW7n/9KJUKaCuIYW9+/fACTjcw1cxt7CIGO3YzZv3MDHBM9N6Hv/9/+Of47/5b/4JfvCDn+D69TvQB4ZK3GPHR+dQW1vPOQTHV8OzzC4cPXqCayLM8Ydw7eoQDh8+Stt7Cl97/Sw62ltoJ17A88+d5fpMILNVQIXr2tPhpSXqxLJ3TohEIuAo8eSTTyIUiqC1pZ1t+3D92n3ukQnMTq1jbnYZ6+sr3BPWue8bamqjSGfWkS9kqY9lHD96DGfPnOEZrYY8HeIZbZ579Ar5cjiPRe/cUCiUMMCz59Fjh9HR0cb5jLNthfpVh7bWNvR09WJtdRP6s9m6Y6RqmtDS0oGxsQlPBzq7m9G3qxX7D3Xj2Mn9aG1v9PQClQB1MU85RNlXiWMN037EPV5b21M4eGSA54ZedPe0kW+Or60Jsgv9/b0IBoNQMLJcgsdjsiZJGnkkkjG0tTehpbWRe6Jx/dUixbNfJr3Ns942z8yLMCeAhoYWyiOOTcp2bn4DK6tbcIMVjqUDG+sbvD8tojbZgpmpVdJ1sM6zzK07l7C0MgoLlHlULKHCzs0cZBkoLZWKpGsIUO9d1+WaDsMNuB6fQfLqOA70mBnMTFkPzMx7N/s8VUW5XPboinaBB+ASnaiCLHVV72bm0db9XvSj0Si0b0gnVGZmqHAzKxaL0J15e3ubctrmHlTgeCg0dmJm/A3vXbgC9aF7fpZjEg8+qE/RyHN/FY5frrzA5ZjFx05wXBfhBz4elUsGwgUfx3GpYy4cysXMPB5UJxBt8a0+xbvyO8vFn0BlPvg4/vvnaZm6Wvb6klzEh8Alb+pb/EluAslOdSqXLCg+T4Zm5s2RytVOYGYcBbz6Eve0HO9OCqw65sJ1gnB4FxAoEBsIBCG6AW5sfqq86AiUV7kP4inEs7TKd9b7ZeKjwt41RvmTxCtfedYpe3KU/AQqFy6Z5E/Fk4PK1a5IvVB+J6hMINkKJH/hio6ZwaOF6qMygdpX05JHX7VmBjN72KeZeW0d162mnHOfllkVV+P0xs9xh6QzTF3Ky+Ea8sFcByTs2bwS116Ra87nscoHvEd58S3QeAQl4pa4hlSn953gl2scIqBUZQLhqQ+B2qrsyyAcwc56/11lPoiuwKw6Zr8vlSkv+GK+ql8Vjlh1oqO+i8USipw/H1S+sx3JU0ymJr8BwhOYGaRf0nmBr3OaB7NqW+EJvkzErFrvl5uZN6/CFX/SHa1bgXhUmeoE4tUHlXvAuRSuZ1/y+S/okUNd4WAe6pLjupA+lCmTimMw6ofqS1ysFfJhxjKHwBTwUzx8jDn1L152Aov5YzDzga/8EY7wBUXK3eP3gR6pTkA078fMb/t5qgrh/CY8mFvyLdo+XaX+u1JBpcLREq+yA0T3y+DXi4YP1fayFlVsM/HmeDJWnUDtVGumOvPmUnKXLjiu+1AmKjMz+E+Z/psy96nSjiCUaO0E1e98V95vr7wPKjOzv7YvVj2sM/scz6yap2hE4jfAp78z/TJParSzXu8+CLfItebL08dTvVm1bzOmD3TOr/9yWqasfrOs/IV5KFOWVSg9tOM725iZuvXAL6/iV+mUHrSv8lr0aPi8l705quKpjXBUJ/DytI+K/8iulinMCrsqc415QP0rCbhOi9R9tdF5XXuP2ooh6YrsSYhnHX+fUpmvM0oFKhOeUh/8d7/ezDwdVL3jBqB0J2iPNXNgBOVdh/trIIygyzOXG4TrBAjUWzgAOJDP1Z92BN7jy0+pxrATND7/XbISCE+gvOqEI9C+IFBe5aoXCFegvA+qF+iOW4XyF+Zf+AKPwQe/zAxm5r05EqyMtUCbpS8UM/OQzKqpsEXIB58BvatOYGZKvHbKqE4gXA1G4A9MeRl1vQtHEyVQO9XJcG/x0p1m4EV4wtGkhrmRKxWe8H1+lTfjAYEKJppZHjYzDNam5XjiQVU0xYeEJaUWPbUVLYE5DieyAgVc1F82l/UOuWoTDAR5GQrBl4/fl+rUl3jVZqN2om9m3kLRu+oEqhcPqlcqUHuBPxbRpfA4AnhQ5u8iF4j3p2q5WECDAPJZZl51SrV4xIPoibbo7QT1q+Ca5KHyh2NmgEnjDih9AOpbfQRCQYSjEQSZuqxTeZkLWIs5z4uDxqVU78J3uaDMqnNfJm+SrZmRVYfVjnew0Fxsaj45J2rrrR+OpUS6+vMPMg4OD2dsAOVlCMRzng4tjU28i64P2PFIbg77MzOyWgXhqc1OkJwkD9FUXiCZ+aTURn1JB5SqfwU7xLvehWdGHRPPDwyj6KuuyI28SKMu+gr6KC2yTG08/jhW4UqfVae+JDfVqdwzfpSt6oSjvtWvvwb0Ll41f9JDtRMNpVrDmkv1JVoCx3EQ5lpJ0OnnfSq3tpY6HKRxKPHSmqGTd5MXZToq8tWLm9qaUXa0b+VykQf/ApWwBKMzFpxT13U8fYjoE/j5InRRVsAsy4CnvlEKp4xAyMClAkeXWbfEeSzA6HVygwY3yPVlQJZtt+jM4/0fLh0M5gboDKmgyD407wHqm8MDmLG/UDjEi3YS0VgQgVCJ+pQj/5vsewmF/AqC7hbq6itoagqitSmK9pYkWpoSdPYApeImttNryNBxk2OQ1hiIkZwkwwr78jYlri29l7hRSadDbogNgaDjIFUbR10qjnjMRTCYp4Njjk7eG7y832KQZIyym6J81pFMAr3ddUgmHBTzWwx4jmDw7jADqHdBNUE9nWQ3b96B/k+pTQYaDxzopENvP44dO8I2MToG1rBGR4Dmt7Y2Bc2VawEUKSDXCWBlaRkz0zOYmZmFvsGn4GmWF/Y0A9M5ro1EMsF5DmFlZZlOnEXytoTBwbsMLKzjiSeewLBhHiwAABAASURBVCOnH6EDuBedHe3o7GrnOLY49+ukVUtn8D4k4hEsLq7TMcCyhhpE6BjOZLbo7N6iwyWFQKCI9fUMFheWsEgHruMY56DCeUmhm07ygYEe7N7TRydOB+luocTNXDos/KXFJdLZxsjIGBYWltHc3IoOOtqam9s4Zy0AHGhO2ts7SKsHBY6nRGdbhHrb1NhA2cewRWdKOp3Dh3QmLy4uUqYVtm3imMPYoAN2eXkFa3SulLjWNN7nnjuJYMhFhYH1YjlN5/AGGhuj6OiqoyMnTIfFBgPEd0l3C2HqXyQSo5MoQsdTLWW4SgfvAtMNfPrZbfz0Z2/jk0/OY2hkgvOUZ4BmDMuraQb71vCTn76H//F/+hfE+SUy2wU6mPJ0dC2jb6APTQyAyy6vrK0Rdx4LdBCvMkhn5iIajVPmScp0A9PTs55MVSYnVyaTw30GGm/evE0+c5hkYCLDsVe4MPK5EkKBMFw3hFyuQP4zDNJkMM/A64KcTctrWKQjT3p89cp1Bgt+zoDfBW9OpqfnIGdELW0AvUwc4yyM63V4ZJDOqlXs2buLZTPkcxabGxtYXV3BQP8u9Pf10xHbSJ4pv84+tHe04LGzR/B7338WXV1JxCk/K4bgVkB+HMooTb0F5LT79//+fbz7zmd4+60P8M7bH9F5eReXL91GPFrHPnLo6+1hgPFFxOMJ5OhYbmpuotNzjGPbpq5PYnjkPlJ1Nfjud79Ch/9uPPboKaRqE9C3KGPcm+KJKB2OOawxGL3NtRAMlvD8CyfwxreeQr60iMHhi8gVVtFIe7C0PEcau/CHf/A17N7dz4BmL+c8AViQY4sjGa/F6soW/uqHP8c0HbvvvnuVQcQJT56hsHENJ9huF3r7eijHBGXSjKbGDrz04lfZbtObq7a2NoQjLvtL4uzZk5ibW8JHH72PH/7wR/jVr3+Fjz5+HzQYOHb8KPbuHUCpnGfZe/j1W296gZLpmTnEa2qxsLqOu0O0L+k89WkTu3cdxNNPvowig4dTY+wrE8GH793GpfPjePfXN/D+2/fplM0gGm6gfFowO7OOq1evQ9941VrUugP1Z5sBHQUH8rT3Be4zDQ10mBIqlQoDJWN4972fEW0bX339eYSjDhTAPnRwP5579kns3j3A9dmO23cvUrabWN/IMWg7Cjnzh4ZvwwIrGNiToB41Ui8asby4jXt37jM4dgd7du+jrWnGyvIG6uoaKZc5zM9P4PQju/C9753Ff/K3n8WpU7uRSERoD+PY4Jo5d+4i9M3qC+fPY2x8GH193TiwjzIr5TA5NUOH64y3JzQ116K5LYHvff80/qv/y+/i67/zONfTCn7608teAOX0I6cxMb6Az87fxGef3qJO96O9vRvHjp1EXW0Tenr6MDw+jVAsiGwpjZKbZ+BpEy2t3YgGW7C0sIZAME+9eQ2xaIA6nsGpE3uxe1c3dg104+7dG9hgwOTRR0/jlVdfxNnHHyXfn+Kdd66gmbwFQyU8zvXyZ3/v9/Hn//CP8Md/8geg1x1rayu0dVni1OP0KenDbhw7ehx93f3Ys2cvnCB1sjaBYqmAH/3kl9TJMfbXiVx2jfMMLM4vY2MlgpvXJ8lXM/K5Cs6f/4zzOIyDh3rQ0V2LYnkTR44cwr59+6C/bGAMGAeDYY6/DclECgsMNjQ2NmN5ac2zKclEHW23cQ3Ocl84hNdf/yrXRgxz8/Pk7SQ6uf7jbHfusyucy3WEGWznMYFrdY5rXHbyUxw4eJB9Hua44nToR9HZ1YFETRyjDOzcG7yNwfv3oU+pB2ifn33+MfJ6hPvVNtePg3CkBvv370c8VuvZnfaOBiwtzyOejFMvy5jiHig7Gwgk8fjjT2F2Nst9ZRwrq3Po6W6hXoxQpnnow0sT46s4d+4migXDxx+d59xfwDqDMp3tvbjBIEo4GMerL72MybF5vP/ex+Rhi871BFpb20FfEe3TBnUghYZGyoQBhXEGhU6degTf/s5jWFgcwszsIPsewRwD+//kn/wQv/rV+/C+uc39a472eG5uHu+89w7uj91FOFlBQ2sdsrTfly/Nk78atLU2Q0Hi2lQSW7TvpeI2x9CGk8cP0p4swXGohxvLmJufxuzcODo6W9DR3otUqoE2fxO3b1/jft6AVdq+W7fHuZ9NUAfK2FpLYlfvk/jkg1EG7xbxs59/hp///D188N55bK3n0NrShhIdy8lEAl/72iv4xhsvo6klRj3bQktLimePAEqlVTz33AADj0n83b/7Kv7en32N+lJBIhbBwiwDHZUgechzX8+y3/uYm5vlXlLB0tIabt0YRDgUxxNPnsBLX3kC/8nf+TrOn7vtBa8+ZqDv8pXLyOXTSNXHEWJgpMRg2hL1cIVta5Ipzv8+BEKA7E+QZ8mlpU38+pcf8ty1TJ3bxtD9MfCoRn3ZRpAByTB5unbjKo6eOIhrN25xvgsMPLfhwP4OvPLyIzhxspu4RY7dwe0bY/jxj95n8GqG8/UBg3KXsTC/QrqbtPU3uK5itB3LDJzdwLVrNxEIhNHR0c0TSgByCIRDAc5DHffscdqIVdq7TkSThm9++1WmIRw+dgCvvPIqz0aGVG0dZRrETfZ548YQcgwKNjU1YWZqlvUVyiiCWCSGLX0jfGMTCwub6B/oxfkLnyEcdvGNb5zF00+fAWwLzzx1DIYNnHm0C47lGdA7zvIS6lJ1OHjgCOcd3E/6cer0KTz/7FlUGHTM8e7b2dFLGccxMNBGezyNhpSLw/vasb+/HTUMigZ4jhgZm6V8Kmhv6UCgkkdHQwzJaIY2qYvruJM8tWKBZ65DHFs6u43RqSlMzszg1p2L1JUgBvpbGIh/g7qdxZ07d9Ha3IBvvPE1yu8GlnjmaWvroP2dxAbPE5EwEE+4ePyxw+SxSH6SqK2NY3xiBZuZLG8ZAco8DicQ4XtGcTxs8e7e0daFt7h/dnV24KtffZXjP8N+W8n3NuW6zXNXmmeLa5RbEG4A2M+Aaox6EY3GeIepcJ1OcH2nMT65hENHjqKN589wJErb1M2z3CoWeH7con/AXKC2oRbRRIz72yYcN8izIzjf83iE9j1PWzIyMgOUg9wLu7ne5zjOK4iEwkjVNGKJAfEC57m+rhEu25ZpHN2Ag6amBpQrRe55C0gmU7hy+RYmuSeVeW6qZVBzebkAB2AQN4YEg86hsINgMEBdXMTeXbvZzxKWV5YoqwTYOe8z0pc5ZLczcMwQ5J15enoKY2MjyGQ2kaqrRSwax+DgKK5evYlbtwZpf8eJF0YsJhrG/WSG8zKF/v4+6nQbIpEAZb3KedziPN7Cyuoi6Y1hc5NrlWNbWdmEzg8T46NcL3Pco+cB6svUxAzGeDZeXV5i2zRi8SDqGpKeza8jH70840VjEY59nnzcQoYB+iz1SPexXD4D1wVSdQmYGWKxOFOHfKRRoUNgmwH1Re6/UxPzSG+ViBth3bbHFzv3+rg/OoTF5WUId5N+opbWFnTzjAbezYvFAnK8JxVo0HnEQSazjcx2Fro7yW+h//InFA4iQPm5ZMRPzQwVNtAdWqnOUH6eEwDHcbw2QTol4/E4QqEQyDiEJxAt8NE5fIv+Dvle9OF95bepZzp7CU+0zewhLdERiL4PZkZK4NhdqD/RFggvwkC9Kn1aaqM6M2NxhSyZB3xB8YFfIku7kMvluMfluVcWWF7wUvEkEC3hKxVo3HoXOOZ4clE/AvWl1My8fpRXmeQoMDM180BjFT31IRA/PuhdspJs0pxDgXhUvfrXe4Y+I5XpXf2IvgiLrkC0VSdQXmVm5slNuALxpvJCoeiNWXmVgY/0zSouDC5Vi+Ok/mWpf5l0lrq3DfmL1L/A51N5n0f1qbxAPIi2mcHMuEYdqmMZehzXgUP9EahvHwLUJeXVzqclfB/MzMuamddeuuCPSbT8dmor0Dv4qE7ArMeD6gRlz3Ff1RG/vsJggs+72gvUq/A1Ln+eNO6qHmW5lrLQ3AnHbws1Ip94ALx6QEBBwFxW6scxbxzqW+M2YyEoeq47JmxqD0E4KhMoL3zBzvGr3OzzNmbVvNoIHpB9SNOsWq8xenzTXghPYGZKPFzRVT9Kzewhz2bm1ZtVU9d14LruF8DhPJsZ9KgfH6rv1bGqb8nOB8nZB1/ekq9kLlCdT0epaJnZQ16++O58gV/x89t4VLkD+wKu2efvXr1VaZmZp0fiQzz7PLiuAzyokx5VKE/pmHA0Rjx49J6nLSrSV6PySqXs2RSOAAIPrfK5bCqcuC9C2etfeC7l7VDGAjNTEWlV69WP6O+EnXQ85P8/fvm0fPqlB+tpJ0kfZ2eqejODGUEvBL/+c1olby/Ru8ZRhSJt9eegsjJ9l/K1C49kOPaKB8qbkT5BsvFB5QKzap3Z5ykl7rUVL78NR2UC1QuUF6jvnaA6H1T/Rajy59d/OfVx/XKfrt79/JdT1ZnrwOV5yXngM6b6gD3Rv1L+DZlRnfxufktaeSgD0f0ygllVXio3MzjUPbNqmZlBj5lV53ZHKjwfXE9nhUOJk5kS14kH9JlWxybuq3WiJxAvqlNeqea+yDUk+6BUZWXS8vCYyq+ts02Od1Hh7AThF9mXaAjUVqlAeLLr2t+Uyu6oXDhlrlOlehee6CgtPFjHqvP653iU5yr01qnKBF7Zg7oK95kS10uZKWDcFlzazSBcJ8h8gOAAcOAYwXHhEGSDg7wYBoMh77zkUo5mBjMjbvXHzLx3h/MiMDO2dSDcwIMznplBj9nnqXCF44PezcyjZVZN1UagsQjKD8YieUgWAuUZvwp4DGqDFoiYGu5sIET/XQ0laIGELiMvwapeHZlVGTD7PBVN1/28Hw1OEA6HeZCPVA+k7HQnbeVFT4MUrnhTKjAz70AkHtS3QPgCtRGODpuxWMyjr7Yk7/2IXoT9JhIJPDwMs0Y0pEhpOmZ18NUBWOOr8u56C02K6tN3XccrEw8+SAbiQfLygaS9H9WJXoYHRqXC8yr4S0tIwST9/6XbDOJm6VwuesayAqNyEMXrSzTVf1mLhotCNH3wyh9MssqEqz6UOq6LAA2OaBVLRaiPPB2qMkQhykLguC5g/DHzjLnGJJkoFR3RBB+H/JgZzMzjSbwUeHHM8dIi+Xn6wMUup1mW48jksyhwLG4oiCCDY+BBqkxzpxQGjy/pgeYq+uDTmzFehPWueVR/SoOBIFzyKCAbHo8+f+KxwkLNs2hp7pWGeNFRmdqLjlmV5wIvWmqrMUlubAoz8xaf8NVeulFTU0OnQQ0v6mF4NMzxjITaCfy24kn1StU+xLH6fasMfCR3zQWz3jjMjDqc9w6jomWkLR5VLzwzg97NDGYGPWbm5YUvHM2LUo1V/CpYkkqleGlPIkJZiifVa17SDJBtZjaQp0M6QGdmmGtDR3zpYpbBoEKhzLFVOE7X449bC9gZ8wEY5Z6jvuhP35R5MnbcIKsc1jnEd6D/D6tiJRR5wRYUmJZAJwG+MkR4AAAQAElEQVSDqAUGDdLbW9A3TQHngSxDKNGpl97KIkcnIztAMBTxLtTiW3OZ3trAGp3Om5trCLhlOiEdOoWjnI8A1y3fw1mUSit0KsxiZuYW1tcnEApkEY9VEHRZV9hAwCnSCRhEwMooFfOoUA/LXDeae/DRnOSpoxW6clzX6KB34Croyo25REdfsZBBIhFAR3stGhvCHGsW5myiUllHOi2nwhQyW/Mo0REfj7no7mpFa2s98VuhP3Eq3suUxf4DA+hkMK+psQYnTxzCo2dOoqevg87nfXjq6bNobmnChYsX8eMf/wLvvfcRPvn0E3zyySd0bI9jc3OdjuRJbDEQKz4r3NhWV5fJfYVzADrzNxh4omN3YZ6BsU2OP4r29mZCK3mPMZBRh8WFBdy7d49O+AXU0O7JyVGkPJoa6vDaa8/h6JFWlDjeaMRFEx1KS0vziESDeOSRk3j0zBEcP7EfZ848gn10dheLZTqvrtPJNEsHTy2dbkc9vBaOYR8dWd09XZy3NfK9RZ4z1PEi5yhPJ8wqRkfG6cxcpDP4Hu4x4DzNwMjExDTHsOXNfWNjI9tscD5nEAi6aG1pwbGje9HUmGJ/E6hJxtHa1kLZp7luCqih07Kjq4960UrH8joDA8t0JEVRWxOnk3cOQ8P3kIhH6WDbTzon0dfTD8dCCAXjWF7ewgKdNaNjk7h5+y7uD49geW2NOhCnE62EeQaY791fx/pmhc6z3Qx0pVCTaqID8zh56EIwGKPOZRhgHcHb776D2fkZbKbXkd7e5Fw30aH8GA4c2E+n/yyGh+8jTWdOnoGsJKPvHR0dXAcRT0bb2zncuzfIuUpy7BkeAEscZwr37g5hZHgC62tbCIeinJ8Kac3jzu17+OjDzxiYvE7+l1CTqKET9yy+8pVHceL4CaToZE2nM1CwI5FI0sEs/nsQjyegRw74XG6bOlziei8iQF03A/TNhQwd++MTQ1hbn8XC0ihKpYxXHw7F6ATPYGF+AQpoT0yO48qVi7h06QqCPKh859uvUfcbGBT8FLfpvHMsiL37uoFKmE69adLewNjYHIaH5qkHW4iEk3SwLeNT6vm169cxNj6BkdFxBoOW8ZOffYKPPrmC0fEZ3Lh5Fb9489fo6mynnu3DwK5+zm+El/iMpwMZL5i+jBs3btCZP4dyZRPmbqFsW5yjFIPgNzmGLbS11aCmJoilxSn0dDXh8TPHcOJUD53tu3Dq1EG89tWXOBcbDCIdRVfPLhw8tA8Bt4Kf/+wDvPmL8xzTHcxMTzK4TRvDPeVN8jR0f5TzM46GhmZE6bysr6+njGOcv7xnD48eHYCCz+VKFptbK0ilEghHDMFwhbZwHfrTv2vrazjNIPFLL72A73z3m7SnnAju7ZLzFAPpP/jLX+NHf/Uz/I//w48weGcWP/vJOdy5MYO15TKmJ9bhIInmJq6HrTxGxyawQqfrkwxkPPXUWejPISfiSdJ0qetrXAfEbW5Ba2sb9AGCfL7AwN9H0B7T0dFGG1SLYmkdyVqXF5EM/u2/+/fUsStUmTJ1KUidWEZ3byO283OIJR3U1DZwDZapE/N47/23cevuh8jmF/AtBhd6epswNcX5/eQC7t4eYZBlmHqTpj6E0E4He3t7E3p6mtDVlcD4+B2ukwGusVb09HaQX8PrX3uRNucI+w0hFgtzbGP42u88hf/0P/seTpzuwv6D3cjmlqkv96hzP8fk9F2srNI+0Fa//urX8Porz2JlYRv/6p//nA7jLgaOXsaRE7sxuziL6bkpXLt+jYHQ/y9l/8EkWZKkiYGfvufcPcKDcx4ZyTnP4ry6uqure5rPzsz27A7Z3VmQE1nI4XAHQO4P4E4Ee6B3MpgFlgyf7mneXV28KquSV3IWnHMPDw8P537f9zxfVlRtLwR4GRpmz4iamqqamplquOc9TE8tYHBwgOOOYGV1g0GCB1zjzXTen8dH569yDT6gQ75IG1bA61/9Ep595gQK3BPu3LmFtbVlnDh5DPoq9jzXdbK+kU7dIgrbLl555RT6ejppR9K4dPkC3vz1zzjeVerST7hmPmW7LepMmOt9nfPuIo9LCAUdvmeQzqSoLzlUzUWSQae9XEdp7gH6P/pSqVUGJII4feo4XvvSl/DkE09jfS1FXFHKrowoAzRXGUh/cG+ZAd/9+OXPf005zCFHp3ILnfpL3CNWVpYwNz9H+lNcw3fR2dmB5qY21JP+9vYuBul6MD46yXU7itR6GuvrKXR29NDWpKgv5zG/oLW8hrfefIfy5FkBAaRW1mmXHuDNN98k7ZsMXmSwweDdw7EHDGy/h3K1CDcAdJEnsoHHTxyhDoYhu1cXb2BAqIKgG6Gepul0f4gQz4kHD+6jbsIbf2ZmAbdu3sfE+Az3ujl8cv4TnD4xAsfC7Fui7Na4Xl10kv7cVhmFbAjXry5j/OEGmhv7sba8xWDaXcxOzSDE82ssFMCnly/j6OHDtNOnEQhVkNpYJV9WuDeNYytTxMTYGIIsjyYjeI/29u/+9me48PGnqI83kld1qGf57VsXUa0Y9An6EO3CtU+vY3x8nnPfxIULd7gHbXNvauB+0EFdyKOnK4a/+qsfY+zhA4//y8ur6GjrxHpunmfkNHbv7cdLLz2FsfEJNDY2YnNrE7FEiPJLcx00034uQwGdI0eP4txTJ/APf//bPK/As6kpBmXe/Omn+Lu/eB89nbuxmc5S9wc4zjIqPJ+3tTZhoH8Y2WwBV69dxbVPP8Gvf/1zjhNE/1ALQiHyjbr9zW/sw+mTbdizJ8p+M2htA/74n3wHf/gH/4A0BDm3NHkdxjiDKBkGu7I825UreZgDyiqNra0SLl05j6pThGzN17/+FepJGIsLa6hUgVA0TF5kuAbWyLsy9SBCvd/CIveWKAMv/+gf/S5tyBuI1yWoN1UGZ9oZdCwivZHjXlOPwaEh7pUx6HywwWBFc2sLLl+5hv/r/+0P8MbXn+Z55iQmx64jEMjg4KEePE17eOHje4iGWvD8c2dI5zYOHuwl34K4d2ccPT392D2yHwp06dPZQ0O7OdYW94p16sAU+jp7cJJ6EuQZ9KUXn8ZunuUOHTuEJgYOB4f6sJZextFjx7DJ/f3+2CgsEMbWdgkNjW1op62rcH0szC8yIDyLgwcO0d5N49atu6hWDQODg+js6sKJE3vwk5/9GPv2j2BxaRZr64vcb9O4eOEDno2WYaiQR6sYHb1NmXbjmWfOorW1iTSukreGLHn+ySdXcPPuNbz85WfR3N4AJ2DUqQrGxqeJy+Ha2uYetky5DjNIN4j05ib3jjban34sLiwT9yjPSbsZeJ2nvctQlvNob2vCgQMj2Lt3HyLRGG38Xc67iTxrhetUGKTO4N/9b3+DmfE1BkjDGBk5gBXaggqVwbiG5xc3UMwHEbQYxu7fQUPSwVZ2nvtEFXPciyfmplDX6CDPM1BZd0YG2OoYUKygwHZbkOP1p7/4FeXdQPomSdMG95FlvPjS89i1axAZnreuXbuC7p4OniHG4LoOdeEy7anx3NuEtbUN9PYMIJcvIsfz7fmLF3Hj9i3KbAV37t9i2SYOHduLJ585jdX1BTwYm8L5Cx/hPZ69//pv/w4fX7rC8982z5FTmGDg+f13b3Jv+AD37z5gMHIcJeJM0T4uLqzgwL7DqJZdFLkXNDU1k897ePYoYZln6dmZKUxNb+LWzQdYXVnjfJKQHVxdSWFosBXtHW2IREJsu8T1uYV2nnv7+vq8c02Fd/oM7X+xmEOc6+P0mROcG+XrONB9DzAEAgG0UR8XFmc45xXiSeHIkdMY3nUA5UqAvGTfeB2McsnnCgjTVg0N9QHUqzLvg00MgBbIe+Hp7x+gXQ0gx3YNDY2kZ5vrPYhMJosQ72i6E8diUbYBDh7ai/0HdtNOhjifbWxmUljgOXhxaQEbvK9sZjZ4b2omvS1QdFy6sba2xnGrqK9PwuDw/LDGM6pD3HE0NrSggzY8nd6kTudYH6Q9KaJaCSGXLaG9pQe7d+/H3n0jaGiJIRitoOzkUOXdLZXOYWk5y7PAOtxAECFCwHW5f1copxL06C6se6x8ErrL6k61RX/MNoOc+Xzea1coFLxU7R3y2CUO5QVmBjPz+C1eVatVqE0oGKT8Iojyzl2iHmscM+OcQh4Ih8DMUKER1P1T4yhVW0GOgc5NrknRIVBdhbLXuKr383rXuHo3M48e5QUau1KugGQRqmrq1Wts0RsknWb2uJyVHv1m5qVqJ9CcwEc4NbZAuDWugFWPf1zX4bpzicqo72WIbs2tCv4jIcKhPi75qD3SpyNMv5P4FYvFPN6pLhKJeHm1MavRqX5m5uHXoMJXIQ/NPisT/gp5JTqV7gTVOZSjQHh9fH4bzUsg357wm5k3n0QigTren5QGnBBcJwj9AUooGPFSVB34oHF3jmNmHv9VpjrhF098uerd90H5/FI7M4PoNDPqScUD4RCtSslS6FEbzUOp3s0e8aIm8sdje33YQPPeCeYYS0k+5aOMmcFxHTiOS1DqePx2XPexrkt3JCPJTalA8lKqOoHL9g55bWYeDWb2qH/QexcPilwfRE7LU30MID0O76GO66JK2Wq+OwF8zGo4d5YrrzkKKpzLznd24TD2aD7m5bHjMauVmTFluXAIhMMHyUSy0rvyvqyUlulHVXmVQlEqIJrHP+KDD2bm0eG6DlzOUbJQ6oPed4LK9e6Ql+AjugQaQ6D8TlBZmX4tgegVfaVHPk7/XWWqVz+i/D/0Y2aP6HYh+UrWAuVFm3BpbNkcI/8dtQdg1EMDYJSlwG/nAFB5tVrTbdHjg/xyYHsPH9dylfiUV/pFULlA5eBjZjAzj1azWl71wq30N4H6/u8BHj1fbPOo+N9LxA+BZCdQXmBWo0cdduIiwfwxj2a1E5jV2pqZpyc+HjNxDt4jHJpPmXa+TD7V8mUo9UFtdoLKxQvpQpl6W36kKyqvtQPMOLZj0GNWS5X3odaO2v5ILhXKsFZXK1O98AmqrFO6E6rsJ6j1+fd/q07wxRqVfRF8vLIV/lxqcytzNZIeIdEUOB9zHQiokqhUy4RH9UBtzmaPU+x4qqR3x+vjNpKJwOHa9FO1U3ufLtHk55WqTm1q8Gg89rdHAKZV0lFhgwrHFa0ckMW0F4GAZ0M11k7wxzd7hO9RqjZan/F4DPF4/HP7qegQPdIb5QUc8vGP+grMajhVoTbis1K9C5QX1PK1fUR4VeYB17HqVOaD5CPweVOiHupddkn7gkDvZeq17Em5XEW5VPGgWOSNgPGHAm2a9mnxCAYY5Ss+CPDoMTOYGVQm0HyU+mDmADDoEa1Kd4LaqQlRwMyg9504zMwrNzPsfITL0S9NWJPcmS9x09MEdQDQQU+gvMp90KTV18y8Qf0NwOzzGx/4OJy4mXmE8NVLRahwplIpHtqz3iFWhOuQVV9fj4aGBu/CIKWQEVd7M/MOqNrUNZ7KXW3EjuPh1BzM9b2aaQAAEABJREFUauMrr3mJXl9oygv0rrE1Lx2mNVfNRWNIGYWX1IpUz7CprsxIvPqpbYl54RcNOlSIRtFkZgwQ5aFxzYiBICR6L5GnOkx4KZVD42ts/y/vVK5x1N7MvHGFX2BmUJ3wmJnHb9Eqfmn+fuq4LmQ8QH5XjYpOgAeGEhU4z8uCxtUcdoLG9ucjXJqnQONpXI2l+Uk2kXAEcqI75gBc/GqjsUJRHoa5iBU0dVzS8Ugmwgc+wi/Y+S7cKlMqGgTKa84aT6kZJ8AfovB4oPovgpnxApijk2YbwqG2xokLtw8q0zyMvAkEA5CchV/0qFz1motkIhCf9K6xvJSbhNqZGafNxc5NSXXq57oB7yKhsf3xVOfnRYvGEWhc4VE/gcp8OpQXf3WI1xoQiOfSR/Xx15zwqo94tLGxgVRqnRdPOqlyWWS3t5hP83K7gVw+i0q1BIoDaq+5yyAVi3lUuRmrLCx5BkPgKy+2VYR4YahSoBU6Ch03SIMcQzgchRvghYIX8RDzFTjIF0vI08CVKtykeDQ2qoPjGsdxYC5VwztVGfSXMjKEJTr1KtwxXOJ0nAAcuEDFQbFQQT5X5IU5jwqDrNFQmM7/BKJ0MLCADh46Ou7fxvzcBGGMTqExPHhwgw7fTxmcG0c9nfuGTdbdQ25rEQEnS+dsHoFAHsXiJtfiNgIMjoSCLuRIkFzKpKVYLkIyzuVzdNSse44a13GRZeB5i44Ah8HYYLCCQjFDp20aW1urdKLcpxP+IXK5DMDNOc++29ksQuRhAx0Ew8NDdPQM0JnCwB0dcDMzEwgxeH3o0D4GaeS0S9AxsUlH2QV88MH7WF1dpZMySodsK8IRI60lz9nS3tGOaDyK3v4+dPV0cS4ONtIpLNBRYeRxgutMX8eXodMixna6lEqnS5TH+voaFubmcJXBroX5BdJepJNlHVNT03R2rWIjtQF93efy8pIX9O0f6EOKgeu33/4VstsbeO6Fp7B//17E4hHOYwQHD+5BJBrCjevXsMTx49yk1b7Ko0uGDt+FhQWAsh4aGsCpU6fwzDPP4dlnn6dD5yj1qQx9qvbj85foEJvxdKyxsYnjtmBgYBA93T0MkMU4byoGNUJfaXvv7l189MF5/OLnb9EBPomWxjo6xZNYp3MsRFs/NDgAfXVktQpIb9LpNPQX8pvpDMwCiMXi6O3tYT8Gdabmsb1VxOjDSXx67TbncI/BnQeEh5hfXEcbnTdtDCjk8gXmOzEwtAvDI3vorEzS4eMwuJRkGR1G4TiCoRjuj05gikHgcDhEuQYhR+PBg4fIo4M4evQox+0lj5fx05/9Ar/85S8ZzJjmoSZK3EmIV2N0uOYY3OhmQDXEtRSlHCNcTzMzs/jVL98iLxIYGt5Np+sM9WwOP/vphxhjUDUWS6CPgeOzZ8/RwbmfTqUR9PcPcqx1tLW2k5+tdMJ1snwvxF+BeNTf349IOIZgMIRb1+9gamwWlYKLno4+tDW1I0R+jdI5qGB4jE6yGJ0bIa6/hoYGVGXvXIP4G2aZEzAEAg5lVcKu4UE0NiWxvJTHOB22Q4Mj0NcLCkLk0+zsotf26afO4tUvvYZnn3sWb7zxFToy13H91g0EIi6aWuuo47Q7FGQmk0c4mMATZ0/SmX8OXR2D2Dt0AMeP7uNay0GOJjniYnTqgrZpdnrGm9O+PftwcP8h5LN56vUq5V+BPrXx8OF96ILmOEBHewsGB7sQizt0Vk9Sl8s4dGgAe/a3o70rirauemRzG7hz5yH+lz/9geeAPHTkGH7r69/At7/1Nbzy8mue01l2WPYSCNLZH+JaWQdQRDgcZN+72FhLY30ljRj5fYDBoGcY1Pza176Kb3zjGzh37hwDK03oYDDz9Omz+Bf/4j/BV19/DWMPx/Hxxx/Qdk3SsThHfd5CU0MSNKcY7GtBc2MTTp8aQkdbPZL1YSwvL9NmLGNldYF2NYsXuFa/9vUvY219yXMIKz3/8Xu0WXloXfb29uHZZ5/jnghcuXId+tRyNBKlvenCnr17MDuziNm5Bdy+c5M8WMPy2gRe/fJZ9A/GkWx08eu338MdrseVlWWUKgUvKPm1r7+KZ599Cq+99iXut3lPTwb6B/Ah7dm9ezcwMtyDF184hddeeRmHDhxjIGEFriWwvpqF64ZxiU7tKgMwbZzTSy8/jfn5Sa6NFJ544gyeePKsR+MkA+zTs0sMPG+jqTnOdfBT2v1pPPP0M9D/K7h731H0D+znGm1Ha3M3MukCg2fTuHf7IeKxJBYWlxl46UQoHMH/9D//lLpo+M53voFkQxKvvPoyotEEzp19CuFQkrjf4XpbJi+WoCBROOxgZFcfQlyfP/jBXzOY+4DBsfPYNTKEIdq4hsYGVLinTk9N4AF5I12fGJ/Dxnoevd1dWF3awAcfXsHD+5s0iwEUuSc3JusotxS+8pVn0NrSgrfeehsPqaNjDJAcO7YfR48e5F6Vh+x5JBpkgGwN87ObQDXINfE04AQQop5xuaKts4GyWKMduoNnnjuNeDyMI4ePorW1G/FoE4JuA/7+b9+mrbvP/o63dlIba0jUR7hm47QVDRgZ2UU7fZZzXsA773zEoMsUZmfnoaBWno7l5qYWriUHLvfD9Y007f4GZqbStDXNiMcCOLD/COJ00Ctw0NjUhE7uV3v2jKB/sA919Qns2tWD7/329yjP3RgcbKOcwigU0gwY9SHL/bXCs2ipVKAezyKeyGF1ZQKL3LP0Vfn65HJrax35sY2tdB5OtYG2axYLCxl8//d/C2cYfAoHKjh76ijXeBXT01M4Qv5ls+uQrsRjLnmRRGp9k3t2jnjKHu9CkQDH3422jka89NKz1K0MtD9HOJ+6unqA+08VhhDtV8CNoo7z6+5u5hp7gjVhlAoxTI6ugEcn2r8efPM7z+Nf/Gffoh6dwdDwsNc/Fg9igPval7/8NGUPBuY2aDu6GPg+if0MTLW2RjG8axeDDC3YNbSLfF3BKgP5S0uTWEstY319g/qdYqAsjYMHDjPQ3YqmlkYGsj/BwsI6zz3z1MdRpNJzDFq+RfnvhRmwxcDmkcOHcOPGKK5dv4Xv/+G38Y1vvYSvfu15DA40wTHaRwYy9u89xD1iN2Zmp3DwcC+6e5NoaQljeXUJsRgw2N/MeRttUADFwgqWlx5w30miibagPuF4a729vRPNzW0I8DyooO8R2ugvfelF1hnee/cqHjIopT/4eeetj/DXf/Vz7r3rnGeG+4ZLO1TGxsYmde8E/vAPv4uvfvVlvPjisxjmfnL+44v4H/+n/w5//hf/FtPcYzcYXGhra8Htu2OYXZjFkwwgm5XwW9/4MgPPu6mv6/jX/+Zd2vQUfvC3f497d2/hz//tD7gO10h7BpnsEvW9nnzcjeuf3uX++j6ef+EZjv0EuLXBaMfnZpbx/nvnMTe3xMDrsygWyzh58hTOnnmC/Y5g/MEorl25iBs3L6NQ2ca/+/Mf4cLFm7TVxJ+R/m7i/fcv4m//9j38/Y/exMTkPHK6/FO/M9m0ZydyDJTE4wmc//gTzHOc3t5+8iBNmm6Qt724dPkG96NDaOI6yucL6O/v5Rkwhtdf/wrisTDzYUQjzejqasJDnnvb2pKc+wRxF8i33TxLTqKVgaZYPE46byHFc9D1G3fxgOeGsfENhMINWF7exsPRabz/3q/J2wm0NDagubGRbdO0JRWsrKzi1u072Lf/AHKkIRigTiyvoKuzi32XUOJ9ddfQIMe6yD1rHjeu3cfJE094PFtZWcHC4hb738LWVgrf/OZXIBs2Nj7D/SGL/oEeHDq8B80tUXzrW6/iD//Jl9HW2Qw3XKEOHiaOs9SNbbhuCf/8T34Pr778FJaXilhNrQKhKEqoYyByFh9/dIW6f5e6cBuHjw1jeGQQp86cQXa7gIHBPdjOlbnWBnDl6hXE60LYy8D3U0+fQZBntUR9Hdfxs+joauOc17FdyHDvb4UTqmJ6dgydPR347d/5Br73D34b3/nud3D02HHuFY1cE0keNwIoMyg+PLgblVKI9nQLnZ1ttLOG9vZm9PT04s6th1hb2USItmOeZ+579+8jwvtLMplAhDL8p3/yTZw8fRD1yXqu91U4vBsEw1WEI2Gk1lK4f2/U00cF97VnKci3srKEFO91q1ybrgssr8zzylFCNBpCJBhAHc+EWvc6k09MjnL+mzwHrJF3a9zPFjEzs0Y9y3KsIPeVDPMbiDBgVa4U2WaefEuz/aKHNxRxYDzDBwIBzqmd9qmV88zwjBUkveukb4prZIH5VepjHLFEzNOJuroE6QnShrTwHlZPPVpDvlBEXZ1sRjMyW9sca4Vn0CgUjDI40B6T3crBsRBcJ4GlxSxmp5eRWs+gyrNdoZDnXDJwg+CaSGJ5eYFrfA6b1OsVnn8ePLxLOzmHYCiPweEuuCEHre39iMa6YE6cQfgCqvwXpH2KyCdBCIXCnHsUkWgM4kGQOhHi/h5kgNF1XTiOw/mbB+JBtVpFnvvgNgOtmUwGOn9uMfC6ld2iTm9Da1r1O0H+EuEKM1CoVO/ysfg+AZW5rkO7GfDG0xjyK5iZR1MikSAvoxBd4KP+Gkf9lRcIn8ZU6vd1H9Ffm4vDnvDm4XBOAjMjX6uo6PINeKn6anyByvWucZSqzKzWh80h/K7reDjURnQIlC/T+Vklrx2O5ZIOgfJm5s1RefARXtEs3BpPffUuPGY1vldplNXOB9WpLbs/Hlt1lUfOWpWb1foqX6XM/LTCuaqtxvH5pfwX2+hdoLYaT1DiHdqjjan6CJeZeXzQfKQfmif4VOj7MLgAg6tV+ksEyqvMsQBcJwjpQ002Lsxq9AboL/KA6034hNfMoFQgmgQa20/LHEvvolWpyncCDDAzD8DHrxONwskiT/Z+X70Ll+YoKJdLtMNlr43qamW19zJ9XeKNxxfuBVoX+pR5kWtd5QK10Zjqa1bTH5WVidfMIB6IDr+N2invg+u4CNMeSv/DXEMClzolesscH3zMavMzq6V+3yrl7bdT6sPjeuqG8kTh/ezME5PHdzPmHoHXiL/MzKsT3a7rwCU9jqO1AI9PFdIl2jR/rVXpmvI+75TqvQYlnn9KPGMUvVT9BDtpVR6PHo1l9hlNGtcH1Qkct0aTdMh7J20O4REKL9G7mXl5zVvgvfCX8lWmlWqF994ygSnnJLp9EO2al2QvetWHXTw9M6vJuco1aeSxQ2QaSanDOoHLxq7ypMt1nMc8FL0CzYGbAVvhMU7wMRMmZh79mNljWYCP6BC/lPLV+zEzD4f3suOX2gj8Ij+v9DeBj9eshs+slqr/F9urTHxRH6UC5dVOdWbm0Q0+KhfU2pDf5LXyArXfCTR63lzMzOsvOYpfAsd1oWdnez8v/DtB7cx8+mvyUpnf3sz0CslQ/SR30eODynzw+4Cy9jrBYJSpaBOYYywWMOGP2jN5/KP3/xCokZnB7POg8t8EVe47wiXalAqUF46DRLUAABAASURBVIh2P1WeagkiVg9I1yvMlaXzj0BltTZgDdimCvUXCK8Pevd98MKrd/Ax+/dpVh/Vq514qnUk0P6ictWz6+MfvVfI1zJtWYl6URQoZqSUoHLVi06z2njiucCs9i5kVfqlNY5AY39xLIdt1Ud6JNiZlx3x7bRZDafZZ6naekD9M8clS2t1Xhn1wGW58mYGpT6ofCdo7/Pr/NTM8JseFRtxmxkq5E9FMnvMoxL9YLSr3BvFn5KXcl0xFc9ltwSyXXovcy+qAduQpyoTnz6DgneuVflOEA8FkpFPo5k9nqMZ82pQJlIh04DKq4MHNJBeygmYmWcExWxtdgJtfNrwdDgViFlmn2eI+osoTUigDUfvGlftdYBUwCjOi2A0WjtIirnqJ1pEl9qCj9oLJGzRoXKvngc64VR7zcErI7NVz27ej/qpj3CrQG1Ei0B91FflqldbbwxeWNROBwe/3sy8A4ffR+3VVvwQfjOjnaG6k2fqI/BpEz2aV5XL1cwe8zP46EAlHALhEw0CM3ssMJeBBHMduKTLYR4OeS1gG5UbFc7ZAe4jxVaZaND4onEnr/Xut1O9Lg66oEnZIzrQ6MLBSwm1GCUdnAoF6ADBKYCjwzEHwqExZIw1X+HRPMFH5T6YqQegetGzE6QburDoL33X19e9y4tk4+PzU6L0+CYehULBx2ObmXdY01xUJ3DFI3bQOKLHrxOPHdfx6BBegWgyq+GQHmpOOryqrw872wi/Q16rTDqiNmaPZM8xxRyz2nzNzKNZPNXY6iP98WkSXcIFPiorccGLH5q/2vlQLBZ4UczzsppDLr/NC2eWsAXjyaVK73uFRrRKQ+NQJ4RTc9A8hdsoJ9cMDte0rltBJ4AwZRulY11r2OV7lZeBfL5InEWUeaktcQ3JoBdo0LMMAG0xaJjZykB/1V7imlMQKMbLaTQS8y6A5jikr0infI4XzgLpLGKFDrxt9nWI33GCgDm19cOyPC+qJTpuAuYiEoqgTjaANFU4fzDQGafToLGeTn1e3EMMhm5vriO9vkyH9306L65j7ME9OpynscrL9tbGMh0MJfQyMLJvdy9GdnWipSlK57KDYLDKAywvwAwsm1W4PisI8zKti3aYOm5mKNP4ljmuQ6djfV0Q9YkACtvrWFueZoB2HY3JGPbuHsbRI0eJt5kO1SK26ChYXFhCNpvzLsFdDAwm4vVcHxVIl6PROPkSpeNrHplMFikGMeV40piDg4N0ALSCQ+MWg0vxeAxf/vIrDLx8Fc8+/xROnz3NJVals2Md7R0dCJHOdQbNb926RefxDD69cRMzs7MADDN0PK6trQPMG2WgTx4mk0mskffJZAMc8jzoBLGyuIKLF6/gwf0HdNLF0djQQAfLOurr49i9exBrqyv48MOPGHQdQzq9SgfoLFIbK+RNESkGW0OhADo62jiXNEJae67LS0GR46zQ4bGI+flZ9tsg7gT5XWK7jMcHOSi3siU6YRLsF2GQP4ubN+7g4oWr5M0icW/CpWOzvaUDp0+dwQvPv4D29ja2LTMwlkMg4KCzowX79gxga3ODjpo4IuEgLl26istXrkJfNVhXV0e+g87+Nuwa3s3+XXRQHsOxYydJRxbj41N0UK8zGD5Hfs1z7VepO4u4fecBFCxIU6/vPriPj+jwjDAY++JLz+GV1+ggphRWV9cxMTGDjz66xXTS66tAfJD8kK3QGgoxgJbezGJ+YQXLqymk0huYW1xCiftAe3cbjp04jC+9/hLqknHMzE56PIvFYh5PtI/GOWZrazt14Y5Hq/Sos7MHp04eQrlkDNbdo/P1Fj6hw1mfGjh8+Cj5tsF1lqPzfQHBQBjp1DI21pawf+8wIqEAqly/6+sp3GXAZ3xsGrInGrOxsYGOsTnSsA7ZCdmkjOe4bkWSegPakiIvzGHqnPja0tpMOaboBJun7CT7AE6cOIpXX3mWsg6RLzdwkQGyu3fv4MKFi3SorcBxXHT3dCMUDqGbAaaurk60tLfQkX2WTsuv4o2vP4e9+wboID+Fg4f2ew7JBw8ncOGTT2F0sjlu2AvwaH3E6ABMMtjR0daBcrkK2ZyO9g5MT81Qz4pch1n09vSjs60PC3Np3Ly+wLSAEIOzD+5P0CGaoD60gX4znHviGMrVLZQqaTo5i5hfvI/R0Rvo7Gqh8z1DnubwySe3yJ81OmXvcn1sIRiOUL+XPP0p0l5tZjbR1tZAR+5R3Lx1jetlEtvZAp3Jk3jr7Y+hoKUCOblciQ65Em7dvMuA6WXq+hKuXb2Bf/dv/wq3b92F0UF78MAR2o4Ix5ulY3wQfT096O3tZOD5VXzjm1/Gd7/3Bl566Ul85fXn8MqXzuGb330Bu/Y0IxgpYp325O13f0XH4iqGhoZxkMGX1dU01teymJ1ZIm/K+Lu/+wkdq1NoaW7B0OAw104SH5+/imvXPmXw4R7pyyEciuHIkaM4cHAvcgygxOtK+Md/9HV88zuv4NjxIcrQgT4J5ThG+Wep3wsoO1vIl9Ooqw9jmAE0lKNoqG/F1cuXcfPOba6Tcbz33kd4993zaG/rwX3KQV/5/L/86V+TV2XaoPvY5ppzghU6qgt0lq7hwcMF3Lo1w/w2tvMunn/+aQSCUa6jFfJnGfOzq1hZSmPvniMQTxWU2WIQfvfIQephE67r/7404O13fgGXzuo8g5jDQ234r/7L76BazuO//5d/yiDAdUxNTGL3rhHoa4/v3hnF/Nwq9u87hBeef5l4Egx4fgnf++3vYGRkGEHy5t7tcRw6sJ/tZpDLb7FNCETIeTUzWJNEV2cfThw/69FWLgZZ34TjRw7TlvXh62+8hBHao3AwjP/Hf/nHaG1pwp7du2nP2jHQ34PM1jru3buK2dlx7jUrXMNbiIZB/IZkXZi6tYpf/OI9lCshhCIJ2o5ZXLp6mTwZ5/pqRWNjHT69fo1yfhsh2uSBgX709zexfYl46sjrEtdHBtu5LepDjvKKMKhRTxtWxOzMLO13BVXaKNcJMthZomN7hXPMw3HN249vfHodY6Pj3I7LXK+9rOO6itTjCnn90fkbmGIAtq45gK7+KB4+vImM/k/eQonjlfHzn/0K3Z2044EiTh7bg2TcwdLCONLcl7TvP/fMCe47zTh+YgjPPX+Ge+sh7Nu3lzyNY2buIfX/K3ADpD+7DX0KsLWtHlevXuUc6nmBqtJ234FRJx8ywPnue7/E1vYqnnrmMF7/2jnyr8x9IQPZvDPnzmJgcMDjyfyyZJjB8vocLFDF0eOHaB/CWF1Pw3ECdOqvMGA1xTWziOWldbQ2teDBvXtcW3tw4tgRNDY08ZwRxvr6EnWjhHwujVgkimxmG/F4Hccr4+KFK9g9vBdPPrkHnQy2qO3U9DhWVpfJ0yYKt8K2MegPaG4z+J9I1KObtvLq1U8RpoxjkTr88Ifv4taNMdrcFKanFxEMRsDjH1pb67HE887o+KcIhDfx7ItH8Mf/5HXypxXb20s4dLAJHR1hXPv0Ata5d8uODw3tQYo2YXF+FSvLawgHgjh79jiy2ym0ttWRL1sMavXgH/7e17G8uApUXPR3D6KloRn9PZ1c0x9g165mHCTuvr5GrtM73DvWUMiXkOC5ZX19BY3NUXzzW1/D4cO70Nrcg9WVPPeSHvzBP/6PeH7pRDicpH5Vkc9Xed6oIx3TXDdJzM08xFZmCXnSsmuwC20dXXj51dfwh3/8u/gtBuVa25P45//J76FULkCfgE8moxgbu4/zH33KvaCC7373JXR3ddO+TqGjtQu7d3VheKCPMITWpkb0cu/dt3eQOp5Fst7BD//uR9wb5rB7ZBdpCuPiRe7/3CMfPnhIuupx+fJFPHjwAH/2Z38FndUaGPyqooDDR/bCDRpW16rUkzimJ9bw3jufYmps2cur3fGjT9A2HfLOLAtLM9ThZRw4NISvvvE6Dhw4xLXQh0gkjnAoweBTO3V9P/QtJLt29WNibB4/+Ntf4cD+o8zP4vyHpOP+KHLcV/I8d3/nO09RBj20853c20G51TOg3Yjbt28hmTSsrWfJjwQmJ9a5/zwA4z/csytI1NVheSVLXcjRlsxzP8swMDYJbj742c9+QTt6h7pYj57eAQR5Bk9tZBAMhGnbunD54lXKaZlnrgwSiRjPIiepz508q0Vx8ZMFXOBZJMA1s5lOo701ynUySxs5D/3RseM4+O533sD8wgxu3LyC7XwKd+9fZUA6haYWw7cpt+/+9ht44skDGOZZPbWxTTrncfnqh9i9twe/83un8fRzz6JUDWBqeonzHeCadzmnLe4lY7hy8RJt5Sb1qcR1tITNdIH6X+F+fBd1DVHMLj4EghlsZOeom0k8HJ3jPuOSTxmeEwMYYmC0t3uI+reI0YfTPOMX8JMfix8PsZ2rYJbnuArnkGioQ55noZnZRc8ehEMJ6pKDYrEEfZJY59TVlTXkc0WyNIhUatObf319HdftBLjUKOtG0jiFudkZmFUptwaeKrexkd6iji3RZhRou+PIbZewuLCKCZ5VS6Uyjhw+wj0gwT27jjbpPuKxMPfGeco/wPGLGB19SB3ah3PnzqCnp4PrrI3n701s5yu4c3cck5MLcAJRlBnUkR2IMFARDAUYvKYujQxhcLCXugzijyEaC3FeJUQZeJyYmECZPiH9ke4K59bOs9bp08e4Rx7EoUNHaC/K1KMNTEyMY5PncfVJ0+4HQ2HOL4B4NIlMOkv7u+TZiN0je7F37350cp329vbSPrXTbgNJ8jYaDdCeh5DaWOUaL3rz6uzqoD3s4FpxEY4Yenrb8NTTp7Bn3y50trcjHo4iTz2deXgPE3evIVDOoLUhgvp4hDgq2M4WSdc2zyoZ5BgQFS/9+12lUiKNBtcx0uBw/jUw4zsBfBzH4dgRxONxrq0kGhoavDQq/1Qw5PXXHV77plIPeB8u8Z4s0N1dd3aX96NYLAb5uAL08UgGAg4B1alMqd6FS6B64VCZ6oI8tCo1MxV59OpdbdVO7XO5HATeuAwAFssl6JOPBeqt6uV8NDOPbo0ZCoU8PMoLl+s6Hm7NQ+190BiqkC7oQwDCQyQqegwaM+d9fXKO9r0A0VSldguXD8JjVhtfuHaC2qiPyiqVqofXIf81b9GnAvWvVCrUT2LmWaXKdv676v32Yd5X1M8l31WmVDg0X+WFR+Mo1btA9UrVXrhUVyF+5SscU+1Fn3gimWq+8gcqVXmZclcfwc72qhN45WXQ5hBj1YHReoIp3Q3eOhJ+4RJujSEQHtHjg1mNd2YGtfdB7fDo8cYhvUofFfGMV/HkIfzSD/VTnY9Xqfgl/vh88HmhOuXVXqC8+BvhXUztvbXA9e64nBPp0riarz/WzvHMTCg8cChbM4NZDYRXoHLh0PwL9DOqf4G+RpWpXp1VpzE0bx80J+VVb1bDqbwP6q96pQLlBcr7oHeB3v1+Zp/h8uuoen61t35Es9GOKA3Q1yhe+nw0s8/PSuy5AAAQAElEQVS1NTNvzioUPs1D81O6EzQfvWuuAr1XaIuVqlyp4HGe+4TehVO4zWrjiGcCM1OxB2b2mAZ/rmYs4xxYgRoAVdsBAIwyc1wXmqf6aSyB8uDD5qALEk4FMK4dQVW6yLUBvlcFzFdEq4DzUV8BHj0ebuaFt6L2ZLbqfWCV96O5CirE7xXwl9ro3QfVq4xV3o+ZcWrm0Y8dj9r4sKP4cVZ1j192ZMxq+Mw+n6qJ+viwkx7lVW/2WR/APrNpnK/a7Oxb5hwlZ4HmpHqB3wY7HrPP8IqXDmVqVivTu1ktry5mpgRm5oH3wl9mtXe198HMWEN9IH0a16eDr5/RTjpFl0Cy9jo8+mX2+TkKB7E9qv0/lpiZR6fZ/7l0J3Z29V7NajiAWmpWS8FU4O1AxlryD49A64G7D1W56kGJxltr04fPeOL1Jhp7BM6j1OA/tWFqPBG/BOKJwMy89uK9mXldVK42GqNMPpe4dgRFpgL55pWWKZDKI1Bb6YxPn/I7wS9XqnIfv/KySbK9fp3KfBBeHypco8pXSJPAz/upygSiXxMxM29uehfsLDMzb21q3l8EcxywI/zHrIbHrJbubA+rtfKkoHrXgRsMeODQPguXSaase9yWPBM9PlSqkjTlvGNempMPmtNvyqu/wwdmNSpUIHBpOLVpRniw9lJuoNo8dTCM8EAZ5QExzDLHdVGkYm3SKba8tsrLQdo71EkgZRpPM4M2GB1KdaAUDuEWMWqjjVfTNzP4REqIOgSqXnm1Feys12FG9aJd+HZuYCozM6jMp12bv+hQqnK/j8r0LjAz7yAv3AooCnL53OMylWtMKZZ4JLp1aVS5Lh3Ly8t0+M1hcXHRu2jkeRAQzWprZt7hWeOFgiEEecMSDeCjNppnlfxyXBcUBioUsA6veXpPijwYS7ygEhgVS/MDHzN7fLASjgr7i08lthc+0am8LhGqVz/xQ+OqvkCnsP7aWHOoUnEccxB0A4jxohLRoZR51yE91MwKF65wgI+B/zg2s54x9fFr7ILo5QFeY/vz1rhmBqXic4gHeTOD+KYDv5lBPNFBzavjPNVX+ESncGlslfkp+AifI/qYV7lkU+VCiDG4p3HUv1ZWhfiusir5Kp2TbBXsEu1q54/hkv/hcNhrr7wf/FR/x3G8+XI4mJmnX6JZoHrhdhzXk7PDtuKnygSiT2N48iAvfRxKVScaBGprZhwHlG3F45n6Vaol6kSJh+8S63hiQZV19ggcXsRD3uUvzMOtaHE5D9FgZmBTaIwSDzEC6ZbG0l8VbvICvMbAdSqVojxyXjvXcb2xAfPe1bZUKnCsCi/cYTQ01qOpqQGhQABg8LVAB8AWL87pVAbZLeIos6e5cKnj8Xg9urv70NzUThpjMHM8nPxFJ1wEyfoYHUtVOmq3GKjPAMgjFKwiFgUioQr1sYRKeZu8rtD50YtuXrIb6uvRw0v50cPHoE/BdXX00zkYJ7569gvyAj9OZ9FVzE3TSbY2y0v9MnLZNPE6iEZCvNxvo1ggcG2DPAHKHMdQl4h6/dc315DPzKKcX2EANYDW5gQ2Uyt01F/B2soKqryM9/f1oYfOzzo6qqrUqVRqHdnsFsJ0Vqgsnd7ECh2xCwvLiEbjpD+oKVMURgfLjGcf9Km+lpZmrNFuxumQ7O/vQ0trC4rFHCYmxug0voKbN2/SuXfZC4Zlc9uoUL+bW1rQ2NSEPXv3eXNeIk2O6/LiTzo3t1DhJtfc1IIw13B3Vw8cXt7aWtoR4bpuZbpvZB+d7DE6G7LsX4fmxmbytctzyuzdu4syiXo82sykMDk1AX3d8PnzH2Ns/CHC5J/W6AAd9rv3jMBxjU67DHVn25tTjgHyTGYLDQ1JD+Q86e7tQzeDzC+/8jxOnT5B+kA7uYCGxiY6WPZBjhqjvmxspCm7ReLbQj37P//8s3jttVfxwgtPe7wGube5mQKnSl5vIBQ27N7dg472Os7NQWYrjfmFOTqQxrGeWsUaHdc3b36KVabS3+amBs5xLw4fPoAnzp5Cf283dauEIPU4kajjXFwAhno6Tyu0hyX9YQLHrFYcfHT+E6ylSnQWONCeACujSOduifLY2i4gHKunQ6iZfKjSabaCjVQOrhMjhJEvVIg7hBSdTtdv3Mbs3Ax5UEaODhD9EZHLCSkfCocoswCCwRDXVxNOnTpNahzcuPEAE+PT2Mrk0NndTefjU2ig/Ecnx3Dz7i0sri0im9/E/Qe3IFltb2cZpMqisTFJerJYWlokTbPQJyXm5+cxMDAAfb3uZQa9Vqg7m5sZnDlzFk899QwU1NRXNdfVJ5BKpSAnaTabQSgUZMAhho7ODjgO6Ey/x6Dph9izd4DBvhex/0A7Mhm2z6TJhzrSfhJVOkHHx+ch3v35n/8dLtFJ/dOf/5gBjwx6ejsYtNtEH53ncEsYn3yI6zdvYCubx8pqgc7XO7jPgP+HH17C6vIqndujePhwFPrEx/aW5rdNB1W95ziUU7O3p4/jb+GXP3sbD+8vYnoyz3VfRjZjaKhvJ69L0B69nc9gaWUWS6vzPKtsguqK0Yfz7JtDLB6GPk22d38HlpcLkFNzfn4Zn3x8Be+9ewHt7T04efIE6pJ1dPT/NmBVXGNA0nWCuHXrDqYY2B0aGqAMI+gf2ENdXsOFT65ggQGMgBulXs4ixYDNw4eTnk3IbObw0UcXscjgRWdHHxLUoQwdhJvkYTa7yQDbDUzPjqJQXMdu0rTvcDfaOiNwg9t48ZVzeO3Lz1JeClqkcP6jy7hJPbl04Ta2OeeAU0fdidHmhdHYkMCli5fx7jvvUR/y1HnD5kYW6Y0tPPfc85T9GXR39TPAeg0ffnieDvUywtECgpFtuIFtHDu+G2fOHvW+0naDfW7dmMAVBn0WGSwI0kYfO3EEVQZf0qkC5Gh+/fXXGUQ8RkdpK4ZGDqACF+Pjs6ivT+LA/r346utP4/ix/Xj6iXOop/3c3s5wLBeJuhh++KOfoEJHUzQWx8z0PG5cv4+GZBMD1120GVn8+EdX8Pc//KUnj1KxguvX75HPS3j/vfNsv4zFBcqdNrCzvRVffu05NDcbCrT16XSKNnQCyWQjbXwc62ubGBsb9/TszJkT6O3twuzsnFcW4OE7u53G3/7d3+FXb17G4tw6nc8nOf4sdfI+g2EJBIMuaY9hO7dJuY6itSlNHbiB8x/fYHBjnDpzGe+89QEDtzPEO4vjR4+S52n88hc/g0MzEwlHcHD/QerGAoaGe9HX14aenhY8+9w5NDc5XG8lHNg3gIb6RmxvFriXZPHBe1extJwmX5tw8OA+9HQPoVKK4Kc/fZt0L+PEiV0oFDfR1BzCCy8dxZFjg9AnaeKxJPeGOgTDQSwzENQ33InDR3fBDWSpc0Xs293O+Sexf/8gkvUJ9PR3cXyHjv8xPHxwG+dOn8LS7AKKtGObm5tYT2cQidcxULRBZzUwMbmCTz65Tz5t4NSJk1w7y9QHQAFCfY36n//FO9CzZ88gBhh0P3r0CATt7W0YYbB6cKib9noFiboostsb2Nxcx/ETh9HZ1Yr1jUW8+qXn8e3vfAX5/DZWljeggMPo2Cwe3J/hXrpAOpfw6qun8cyzT7P/Ou7cucJgcQTnzp4BRQl9EvDf/Zu/p/2YoH3J4dbtewwAz3KvbUWJ59X5hXnorBSOuCjQicfjJyKhMOIMkO7bfRD3b09SDvWU40Pq2S+4ryyhVMqSL2dw/oNLmGCgeYtrFtUqbcwmdTDNc5qLS5euoMKAy8TYKMbHHmDfnl3oaGvCwUMDuHThAqq8NzU21OPwwT3YWF/zdHHf3oOUQTOWV9NoaGjm/FZw7cp9BnhTtFV57ot1SG1sIBSu0mbOIBjJYXBXEoXyMmW9gt6eJgaiBnjeMHz4/jX823/9Pu7dWUIxH0NxOwKUgwwefgz9v9Mfnz/PID91hvcUsxKOH9vLcWepFxG4bgyNjV0M5LRjdmoRk2MPMcpA2Le+9QL+6//nH6GrpxGVSgFDQ7tw7NhxjI3P0P49QKW6BQWNRx8u0QZv4N/865/gf/vXf4F1njFL5SKCoSBVoUpbEEFLcx1lmsLJ03swONyBXXv6uDcuolis4mc/+TX+m//3n+Lf/PkPMU97Ha8P4rd/5w2srRcZNL1OuYG096GpMYl0KoWWpiT+4A++SpvncH0n0NnRizu373MtPsDM7AT6Bhrw5NNH8MKLT+N73/0udXSNurCFpqYmHDu6G9/59nfxpde+hAcP7lG2BdK1TVtZxTXa99W1FLp51guEDHsZzDl1phcbqTS2uVf19XShgWt0M51DYbtCG3yX+84W9MnzcMDB8y8cwu49/dTpTdqpZej+/NSTz0Lrf2F+iTo1h69+9atIxFtoq5OkvQH/3b/8V3hwfxZpBkc31rYQDddBX3F6/94tnmXmoE9t5wrr2DXcjSefOk77fBAnTh1DoWj48Q8+BI8+2EwZUmsF6lUOm+ltbPFMtr29jWefeQpf++qX8czTZ3H86Am+v4C+3gFscN9Z4j6biCe5x3eTzjokEkkcOnSYc2nF2Ogobl2/wbPoJTQkkzj3xEme5XZhdOweT0hl7iGncOrUSXzrm6/hqSdepL7PYmpynjIYZdB6L23Tce55YZ6FMjyjjSMULeHeg6t4991foqUtgr//8d8gFq9QTo349PplXL32AddwDJFYhOeuDFbWNijHeRw9chLPPvsSvv2NbyIUiGOce2l9XSNcJ0TepEhrO9pah6kHBpfnqi1GlDc21og7iGI5i2xuAwMDPdS/GG7fus39+QIaky04efwE7e0R4pvD5Ut3OC/S/mACeZ7xZhanUawW0UBdC0YCPHu3AtU4lhYyXFtjuHb1GvViCOG4i/nlBcACGB7eSxtQhRsIIkgjpP1neKgfJ44fQYk4uxjgf+3LL9DO7cYenqMHB4Zp9zuwupKG/gBr164R1NXxDEa70NCQRFdnO9R/bmaGerGKSCQM3Rt091hYWKAtKSKZjKOjowV9/QOcfwgBN04dL3m8CwaiaGlpZH2rB1tbm6jQ/uQLObS0NpHXDQB36rn5GfJ5ivtaBjrjhsNhqO0sg8D6g0WdtbLZrGcvW1paqQOn0NnZCcd1EKOsSAjHNgAOaYwhzjNNPl/i3rlIWzaPDPdm3UHr6uqhq2mE94mBwW60ttbRNoD3zhLLHaSpj3kezkRzb18H2jrqaJvWMT6+jLr6TvT27eXZ8wjH7kexUMTczASyW0tobAggWV9HWTsolICqG0RewcVKESXe80qcc7Vc5b5ZQYX38GqlAvGQBHs/Fb6bGbRWtNcJdG7UPlqgnVS93z7Ae0MwGKR8g6TZuA6qpL+MEgOqZuaV7fQ1+P01kPAo5ZbhjS+cKgvQ4Se8ZgbHcTwwEy4Hevx2Ss2Mdj7gjR+iTyVKv1wkEvHGNTMw49FU4e88aS+QD7lCHunMJtfBNuQg1r1DdJXpOzIzbzzhktxFb23rRgAAEABJREFUh2gwM6IyqDwYCkE2PET98yEaj0F5OEadL0M+nTxlIl0RL0Qr+Cg1M7iu641jZtBT8y+UIF+PaFGqfgIz89rupAOPHuH7Yl/1UZl4KRAuyUDyVF5l6vcIxWPem5lHl+YsEI1m5s1bYwtUJnmLxwLlVW5G2VOQO/Ga1fqa1eo0LnY8ZqoHx68Qqp4Mhc8fe0fTx/PXWALRITCznc0e5306zIwiMW8OKhOIN18E8UWgctEpUP6LvNS75CN++qB24CO6RLvmID2RLsbjcdqAiDc3f2zhVp5dHv+Y1Wh0HdcrE65gsKbX7iNdUYWPX2VmtT5m5q0B9VEbgVmtTmP5oDF3gtrpXfWgv8R/98tUrrn5qfI74XE57Yn4Iqg8wiNcAuMvM/PkZ2aeHMxqqeaiNSY+SZcEeg/Snqgu+IX5m+MQT60v+IhOQYX2iq+eDikvGkVLmT5gP1W9wG9fpt3bCZKp5K/2wqG24qf4HOD+5dImVfHon7GW69xhmUsaHdcFJwY9NRod0unANR8MXpC1CjZTZ6XwHtEj0JgC0aQWZsa2WhtVqNwH1Qu8zo9+qf9vAjPzWqhO/dXPB5XtBK8hf+0s25lXfx92livPbt6P8j6oQMObGefxGXjl/GX2WZmZQbw2+3yZWe1ddZKDwKxmSzSO5lKh7vl0+anqfABqOMzM46NfvjP1+/mp8Pr14GNmnl3U+AHud35qZp7O+W2VYsejdx92FD/O0lwyT6WQXvHFb6tUPk6lvwnY6fGP6kW3UoEqzD6bs3gnMDNVeTxQe4HaV+m78/NeA++XaKrpnvf6xV9CRTDHoDUgMNeB9lL1rHIuwik+CqocA48ex3EgCHDt+LzUuxkRPmpTZX+BXs3Ma682PpgZzAz+o7EEGktQ4tqucky1l6wEypuZ18/s86mPx8weyzlIG7TTFjmu6/UFn8dj0e5UaO+qHr21PazKcUXDF0F2RfZFIFujd7XxU+UFehcoL6hwjOoj/MoLau/iNIn5DT9mn83PryYKL+v1BfuqjeTHecmGBcO1M02A89a76wbIdxcuU4FkJRAfBWa1MYRUOH269O6I4WKgQJ08CAYQCAXhcgGBAzNmggINtEAHUkFZzBNQgGVOXMiUesCyEg9vHlPYRnWu65JIxwOvnH2UlmkU/A1Ym4o2mDiDtXV0tCV5cWtoaODFLgHRpfYSiDZzpRKQyiSEKsdRXmU6POkAnOFlSqnelRfoMiBQO58us5pxEGMEKhfjXKdGs7uDduVVL6hSOGon+uvr69HR0cEDficvB63e4VP0CETfYyAfVSbQWIIqJe7V89DrlXMuwq3yL4Lae215aNfYAtEiI6S+mpegREdOVYdkUPgEWj8GSQoo8aAbcFwoiGAsr1IOSgOcY4SH8SDlLl2QXHTY9nmtMTW2T4/yPmhc0aA6paJJ8hKY1XirNsIhUJsAdcyxmj44ruPJV+MnEglP3sqLDrPP99fcBMIHPq7rwsw8Y1nmfPO8MPg0q41P407aJK9QOOT1MzNigXcR0Hx1eUqn07xEbkE6JhxqYPaonafbJe/SRLF5dMv4CKcWn+PU6DEzOI6DnY9oEY2ipUJjVCrJEBmdN0UsLa1gk5fNKi1zOByB6wagtRDlJVW88EFl4pEOqxpTuMRT8URzVyqaVQ4+SvWuNgXKvkp7Iroc14HrugiTD2FemsVrl2M6josq1yQYNHR4Aa3SaVYu51EubUOfwshmVrC1uYxiIYMsg5TSs3i8jk7meoQCEYRDUepWBA54kc2VqXNlAC40b4FDvoSC3LDo3CiX0ggEcohFSkgQtjfpjKiso7HeQRcv0A11LgWTQS6zCn3ibpHBss30Bqrk2yKdURMPp+jEXcH66hbW1zJIpTawurpEPq4Sbxld7Y0Y2dVNR0QHWhoicCtZRAMVJEIOnGIeYODSZaDaQZHTzfIyHsX+fUMYHu5CQ2OETqZVOhbSnrOhuaUR6+urmJ2eoqwWId7X8+I+MkInaUeb5/zIbG3VZM45zs4uY252EfpqquamNvIkTB2tIs7AnZkhn5fTLg8F7/bv349ksp40u2hqboLwZmi7AsEQIrwkNzU3Yy+Dpz3dfWhr70QdgwKqA7lcT2dSR3s3xw0iHI4hRNgmbulyR1sn59SMgBumHCqgd4GycEhTFvpk0MbaOssLCIXCaOYYJ06cwPHjxzA42I99+3Z7nwx74onTqFYLlPUWHT1Z8qUeaQYGFaSLx8NcQyVwH+IYBtmVQr7IwMV93L13H0UGq0PUrU0G7W/dugl9QjJE4fcwKLi0vAw5ghTQ0ydBLl26iI/o4J2YmvSCFtPT06QVnH8IfX3dDIIeYsDvCTz3/NN0JA5QZwLo7+ukM2qITpsQ1hlUXFmhvLY30d/bSWf6SeirnW/fuc4gx0W89dYlOsnuIp/LYGpqnI7MKej/nzp69DD5XY8A7ZHs1SbX/hKdYik6gK9duYyHoxMoU98OHezEV14/hpdffg5PP3OOjsYDKBbBOY1DX/N3+fIdBkfSKBVDpDtOiNHB1IKgGyXfA4hGEujsakEdAxYpBt8DPFRpj5SctEY7uHf09LTS4ZTC22+/Tef6RbS2NeDsuaMc9zW88MILGBnZTTxR6koj7U8FHV1d0Kcm10lzS2srnUwD5FcUy+Ttw4cPISd2d3cXdu8eRmdnGw4dPkg9AXWoHSdPnsQTTzxB3vYzSLGKFQZW0wxoV7gfFLgP1dUlIBplO6rcjyJ0oMSoiypvb2/n2kjjnXff5HigMziECu3WJgM/DQzeBakQhw/vQ9UK0Kfw/tmf/CHpfxnxaD1++MMf0/k+yXWQwM2bNymHaeiPM86eO4MTJ46ipaUJwjM2Psn5xSibJMp0gG1v57FBJ7YcNV1d3ahL1FMPRtDa0ob+/n5vz9AeduTwfjqL96O/rxfXrz3E++9exf17s7h97w4qTgnp7Lr3CVQ4IUzPrKBYMExMTNPZN83A2EN8/evP0jk8iLX1DQZZNzHHYOhHH07TSV3A/NwyUqkUnXrjnHcMafJ9aXmdfO+jgzxO3aogFk2S3/vZdon6sEzH+BjXTREHDx7B0OAuhEMRzMzM45e/fJt6Pk/n8S0G4kZJRxWztGkF2mjpXoa2dX5hkrSu4eHYbfz4pz/DW+/8io6+TbYtcJw4dc3Q0tyOO7dW8c47dALTHi4tcX4M7uTyW5BOS1YJ7qkjI3swsmsP6d+grHLeGv/gg489uW/nCujp7oFkW2LQo74uTEfsGhL1ISQborR3M5RJmnJO0jY3Ym15A/ntIvfILJ2cqxidWMDcwizncxc/+tGvOMc4+gYG0NTcgEIph/RmBffuzyPHoP/JU0dYtoV4Msrg7bvQ2k8kYjj3xCmuq5NI1AVpU4AQ+bS4uIyZqWVkM+LfIbz44hmsrWXR00P9Y5BgfT3DtVCHtrZWdHV2o49B+uufjqGrq5m0pdHQUI/+/l50c5384R/+Lm1hHDPT61hZSnE+G2hodD2boD2jlXoXpnM3nU6hrZ02M5hjMGQfXCeIgBNBJJTgvKKU1S3ks9sMaiwgStu2f98eJBJRdDOQdZyB52QyjBz3vc6uJjS3BtDR0Qxus4hGQ0in16gXs9SLRdy4cQsR9l9dWWTQ5zrEm3IlhyNHdmP/3n4k66Poo53cs3sfzyFVzM5teQG0NQbT8jQ86wz4//zHHzF4DnR1dFF/ZwnTpNXgmouh7iHuwAFUi2UGY4q0F0C80cG771/A3YeforklwkDSXhw4sIu28hT0bQWNzW3kzxKWVzbgOpxT1wDa2/sYqHwSI7v7yMt+BspP0kbl2O8A9uzZg60MsG/Xk1iaM67nB944p06f4pzukt8J7N3bCP1Rwt37N/H0M6c5zyx+9vNf4s///C8YrP6Ft8/E4zHq4TxKDDRkt7O4du0qckw7GUT46Pz7eO+9dxgEfMg9KI/lxQxWV7KoVAKIRpoJTVic3+B6SCLD9ZhjgNu4X01OTCASiZPHSbS3aV4r2N4Cg+DtpOkY13aZezuDDctrGGbwIhFLEEcc3VwH+7jXZtJbmJ2ZxfzMKlaWV9DeEUbfYAT//D/5JvXwCeQZnDrCNR0NR/Hjv/8F7t+9x720jL7+bqTW0/j4/FXMcZ2DtjNHfdnYSCEej7Js2tMXBSn0By/dPZ1Ibaxy/21De1cXnKDDIPU2gmEX0WgCFy4+wKWLdxDkuWo9lWJZkrrRgt/7vd+ibYwwkP0W6e/A6288he6uZq7xQezZtY9B3yrWuB/euTmFOzdGeWZyGeCaQ3YriyefOIchBnBGdu1Fnvu15vLW2z+HGyxibmkGm+T9r996H3/91z/C2TPPoLuzizpVRDG/wnUzjWMnhiE53bv3AD/72duYm9vG8ZOHaAebcfL0QQY5u7C2yrXZGMfC4gwaWxLI5jdgTgGxRBCF4hYyDJrfunWF8yrR/t7kfhBEZ2cDUuvb2M66KJUcRGNB3Lx1Dz/9+U/x6adXcfbsCOUZwt3bM+TjKpq41zRzDAWs52cm4QYMbbQF+WKBeCPYvesglhiMnZ6/iUSyhAXaqF/96kNkswVo7zGrch20cE6b0FduSxbSub6+Hnzvt19CN4OliXgz/uZvf4p7o/fx8zd/gudffhL/8X/6B9ybw2hvcXH0SD91eIDrpcTgeQEzU1MIWQCNPKMxgoOVpVXuFxMMLN7hWsnh7p37XPu3eQ5IUqcv0mbep71qp+5U0NnRg/379pI3W1Qb7ktjE/jko49pb1cxxDNZK8+gu3f30zZWsLo2zTV2BVeuXUJDYxQDA53YNbQXua0KQgyGy2YNDw5hoK+P+0SetjuCe3fvIE/bFAnHcfGTTzE7u4SrV25hbn4Fvb0DGNmzF0uLq5ifW8KVK1cxwj0jQIfq7t0jGB4egsvLQ9ApIxQu4UUGil966UnSuY3WliTGR8fw3tsf4/aNMSQT7dzrG3HxwnU0JNuRy1a4Xo3B1ALXZJg2sYXrfRbxOsNHH77DoNw+HDzQguGhZpw7txfFYorzmwUCJQzTFi6uZKgLEc923L1zh30+Yv8N8iwPxgC5byVx++Z9/PQnv8Lc3Ji3lhI8H4RCIW+8wwyYNzXHcf3GJQwOdaHE+0x3dwfPR6sIMOg9+nCcd4gsGhs7MTO9yKD4HZ4hu3Hs2BEkk1GeP7awvrFAe7GB1MYy5ZjhOipw3EaM8GzlBMrYu38EA7sGuB6v4pe//sA7W8zNq20OlXIJVe6rLU311Isw7t6+zrPJRchW5fMl7kEzuHtnnHxfJ711PFOOYmZqFhXxOxgArIL6ZB1tSy86GLzc3Nz07qs9Pb2kL4k13ktC4QAmeXZ+cH+U+8ACdbzINgbXDXEv30Q4EmSaZhrA9evXsLbG+8ncLOW9yPlVyLNmJBvquX6amW/i2TXCfbjCujLi8RhtVh3kS1laWqI+lbHC4Pt5nteXeFZuaKjzcN67fw+t7W20rZ15QH0AABAASURBVFk4jpE/9YjSBtfXN7J/Pc8Y/bTd65zfXVSrZWS2NijXINdtFa2tbQgFo6hWguTDCjKZHO8PeQTDZaynF7HIdTQ1s8R1Okc7tob0ZhXBUBL7Dhwl34cRigWRLaZhlKdkn+A9KxgKUdYlyB4U5Bdg8DjHc2Qusw3t4Sor0lb4UKacBI7jQPeUMPdn13XJB4P/6F3n2zL9ABWelc2MbUOUW8SDEMdU2yplJzxqG2dgSRCRf4VnY5UXeMbO5bYpp6zHV/F2g+dvpSX6dnYCUCU/HY8O4fWhUqmVC59HD8cMEH+AOhOg705jC/y8aNOcVKY+SjUf0VvhXASiS/4TgfKiQ+PpnuKD/Gl+Xm1UrzF01xMEaTMcI9/gknSHMjUY8w7tInhPAAyu43p80x+YqK8Pogt8RIs3J9LFV2/+qnMpD4HyZgaN7bctU37K++19nP48zWrtNSfRnWPAvkw5Coo8U6mvj9eMNBNUpnq/j/iithrXzDy6RI+ZQY/K1Uegfn6q/nr3ocpzgZmjLlAbger8dkX6T5XXWALVqU2VMlYqMKvNp1qtwsw8EEK1MTMEqAuSuXgc5d1N+iee+HNU+lgfyFezGg6Va04C5QVmJtQev/Xu49FYPp3yBYlOvdf4m6ONy3k2RJ3VViDad7ZTW4HK1VegvEDtlPo8EB4fVF6ij0Gpysw+o1HvAjOD5iEQ3eDjt1dZhRtIBVWQefwxD7DjMfusjKz35u/PgS8QToHKBMItmkuP9ErvPnjlj9a25uu/Ky/QHEtefRlKhe8zUswbSzRLnwXKa2ylO8HMgZno9lPla4BHj3CLLvUzM69UZT5NSstcTypTpVK1L3Neos2jlfUV6nGZoD8s90Hv4mkVxOsYFD9QP+Go0mbx2CWUMLPH4JBm0SLQnBzHheM4HpjV2undpZ4qFZjVys1qqZCa1fKqd5zPcDjEZWZq4oFHCwWqOQn07lXs+KVy0a1UsDOv9/8wVB+vaeH1ofJoPP/dT3cM+Rv7qd3ONg556nJugR3gcG7e7Ko0uY/GEX18e9z1i3hUoTK180Fz9EFy9kH1au+D+n0eKHGOu7PMb+tSZjUIPJYnIGoNZuaVST5eX+qHl34Bl8pEg58q/xiof4/z3C/8vNriC4/K/Ho/9eerVPXqovQ/BKoXqF44lMJY4hjMdQCmAm11nsw5l7LoIp3ip9bOzrHYk6akpjMqVxsffPwaQ6C2AjN7zDfHcWBmHvjyNqu9q24nSA56V+rbcPARbrPP+qjea0fcygsCPFdoPwlwf+dg7MXRqG/KmDmenQ3w3OGD+giHmamJV69374W/NCaTz/34ZZq3YlDin99AdQLVKRUoL1B+J3zGx6JnS/WudkoFkoH2cu8sk8/Dj50UaX/L1EH+QFCugOdoyobz1HsVmovBcVxvPr4dNmNZmULWYbNIw1ilEjhkWJUVeR72VO6lHEyDZrNZKBXkczmIGAldxHkT4aYkgr28FIiGt8zNToT77cwM2sC1sWuDD9ORr3cJSYTJqKq/+mgcOSw36EDSBULja0yN4VDISlWuwIMORuoj0MaUI33qr1R9/HLRKlrURuUC1akMfFwufNEiUJ5FnqJrPDODmXlM9BXGzCA6hEd06DCscTWO30ap3x98zMzDEQqGvAN4mIdsl3wncv1wHToUVg3AR/zwQWP5eUd4yAfXceE6DoJuACEqeoQ8jfAiEGFQLswxQsEgdMCVs1n9RZtAeYHmLvpFt1LxQ+VmBpf8kFwEmofruKSxxgfseMwMXj3bm5nHM40h3D7oXXhFv+gRT1QnnkmOSvVO7N78XeISTn9sM/N4LTzCUaW+eSl1zSdF72bmHdSlY4IQLzgay8w+h1f9hcujiStFfTWm9NG//OhdNKkd+JiZdzgUrzKZTe8ipDq1E61KNZagyvb6C81sNsdLU448MfIzQKA8giGPFvURjU1NjdSFMNtU6Ewo0AAUeKHMQIePEOk3q40r+fg6rVTgrwvRqbmYaRzXk4fw76RJtIJ8U3BEQbtEIs5LaYB8LXPMIiq85LI7wqEg6Qki4FYQcIqIxxzUJxzEohU0JB10tsfR0ZpALOKizKBkfjtDZ1LeC9LVDtWcPX80/wrtgJlRr1lQzXN+Wxxni44AB73d9cQVQsDdACp0PqSnkF4fRyY9zblvEj94IE+jXMoi4FThwrBKB2g6laFOR9DW2oHOrm7SGkWOQcSHY+O4TGfsHQZP8nTaVSrbqJQ2YWU6FJwcEpEqGuIBRIJlNCVDGBnqxN6RbvT2NCASLnIu63RcxLFr1yAdJQOkNYeZ2Uk6T9IcuYz0ZorBuEk6LKbpnMigqakJHQyEFXkpX6FjfItBkIaGJBoYhCh7F6Kyp4tmDgJuECGuSQWGVlfWgKqD+vp6Oi5iMMfB+NiY59hbpvOW6oje3j7iaaAeZDE3v4BoLIaRPXtQKpTpvLiFUgUe3L8/Ruf+KswCSKczmKETeMv7NEIe01NzDEJlGADfpsNrEg/ZVp/aePBgjO3mUGTwZosOVgUvVxhQi0bDaKRTJZ/f5vzS6O3rwlNPnfMcS/2kJxxyMdDfRedcENGoi7a2RgwPD6ChoYG0Z9De1kkn3AgDUqcZ9OhELpelQ3MJBToy5uemGUT6ENcZSJhfWGMAZg73Htyjo/Q2g0ZbaG1rQcB16OSbo9PkIZ2fC94eo/VfZXB/eWmezp95GCrU1QLSG2uor4thaKgXAwNddNa0obu7hYGHcdy6fQWRmEsnThjnzh7Ea18+gdOnj+PAgd3QJ5+am5PkywoWGaCvcg9M1tURVwI5etwX5+epe0UGTPfhpRdP4sknDyMWDTCgv0jeb8Ghl7S1tZF61+459e7dncElOg7nZtfIzyB1t4LFuTSmJ5cpuyLHyVK3YohGoshnXKwuZHDl4+u4/PFlFGkb9P8sbmc36Xyqw5Gj+3CUMDQ0hObmRsTpyIryIjw/v4gLn1zEX/7VT/Hzn/8Ckl9dXQPaqXshBp4GBgdRl0zSWV2PFgYP8vkc11gZyYZ67GLA/+DBgwgEQ1hdXaPs6uhI3KBD+Ra0txapp9q79Om8yclJTExMoEKehLiPNCQbIBuyQsf8KvWjUCihq7MHfXTSkkkM/L6J9dQKQiGH6zmG6eklTIxPQU7bQqGKTz6+i3/zv/0Nbt96SB4kya8yfvT372BmaoX8qKMsXWh+udyWJ583vv4c/qP/+HcJ/xCvfuk5KIg8PDzMNRInziL1I8Kg5yyM66k+GaPDbRvc9qj3mxx7lXAHFdMaHafMoqQ9BK0zQxBhBj7kZAsEggzatuLVV1+j/d6GvhJ3K5MhrxK0KWV881svYP/+Lhw+sp/zSnKaRbbZwDoDeefPX8b1Tx8AMDz51NN442tfYVBpH1YYPIjGElwnJ+lEvko97KNODnp2qcrFfPHSJayQf0ePHsXevXug/2PwqacOo7+/j+tnGP1DI6CZRI7O1VU61RqbWxCL11GXF6jL97jO88Q5AMcJo0THbKIujv0H9lL+rXjm2QPU1VZ86ctP4Y/+2TfxT/+jb+Pg0S72Haf+JOCYi9bWdo+WCHXJdVxsMOBz69Yyzn98hfi2aYfi6GpvxQod62+/+QFuXLmDCTrI21oboGD8zOw04nRQt7V2IkY7NDExxYDJBlwyPxZ3MTk9gaHhfjQ0BonzXQaJLzLocgDf/u7X8cf/9A38zu++gI7uZiQYJOzqaiVfXRw6egguZbFnz27S5mJgsIN2IE3934/l5SXKIgrQ4peKFb6vcw5t+MM/+h30D/TgjTdewre+/SK6elqxwACQgjQnTx/BnbvkF4NHt27chj41dvP6LWzRFoYCIVy7OotKOeLp/+/87m/j1JmjOMEg0PETCq5l6aT/hHxooHxvIsXA/S4G2fT15598fBWTE7OYpaM9Fk5gfHyCwYIY7eMmNhggvXP3Flo7I3j5S6dx8PAu7glhyrICh8Gj+wwifsyAYH0iRrvaCK3LIM9jcoS3d7Sjq7ODQYEcfvaTnyO1togS96yLlz6ljbyOG7dv4catm+jobMKf/Mk/IG0Jap1D2jYZVJyHgwoDhHn2qXLMFtrRh+T7p6xP4Ze/+BX3sixKpWVPf+PxOJKUn84ZHe17yM8S1/8MgzlzuH9vDONjK5ibXcHhgydx7OgZ1CVaEArW0cbmoPPQyO5uBIIOHtyfJL1lRGgPl5bnMTs7jx/+7VtYXTRKKg4FIy58ch2BgEE2vre3H2fPHaFeJJDdTlG2h6Bgd4EylR7f4z4tPe7q7uKabEZmM4t8rkpZd3LPoA0+eBgu980w7Qu3Ejra17kOc3Asjo1UiW1CeHBvGlMM6Gc2uUa6+miHEujs7qD+ONy3t5HNFpmPM0i8iY2NPO7cm8Ts/DrH6EHVwpT3HQY/ltkuB/2RTyIepY61866TIS05SGZ793fjwMFBjI7eRCa9Qb5n0dHWjt3DA/j6Gy/DqqAcKhy7CXUMHrzwwtPcjzoxN7NAXQ9ynfcjT+etzo0dlHuB+2tTUwP3i220NCWxxQBmvpBFuZrFkeN7EAiWcVif4H76JKrVAOVYxb17y0jWtzKgP0FdXKZ9i3u4dUbLbW9QJmXOs0jaO/En//x3GGTt4V4QR1tHBH0DYRw72YOXX32C+MrYu2cffvXLD5DhOSrP+53rhnD7zk0cO7MfuXIGDmXNqxuDgPfRkGzC1OQY6mIBwDI4cGjAw9Hc1Ehbtgvt7TH2vYHp2TFUUcCRw8dY73INlFAqbwPIUQcOc22MMCC1hUCgynnQLjEwFw5X8cbXXvH6P8Egb3NTM1wngqbGBq5VB4cPHcTBg/vQ3NqMwcFdqJRCWJjd4NoyxCJVdHQ0IsmAl857ywzsBKgnyaYGBHnOKpcddHe1o6EpSH2ow8bmCjoY7IlFE3j9q69iZXWZ+rCBX7/1a7z91ke4xnNjuVLkHrnKc0OCNLRgaNcBHD9xCsa7yLmnTiIWB/4///3/gJaWAJ56Zhf3wRgOHhqgDe9CJATSFGagKoXCdhX370ziFz95jzqYo30+jMmpadLTA9mVeurICIOVIZ6zP/jgI+iuLZvX19uLZ3je6qSOxCJhDPT3Qp+A1d1unftHZ2crz0kN+NJrL9D2NXC/D6K+IYT6OpdnsRg6OusQDpVRLGbw8MFdym2Csh5GM/m5d/c+zM8sY3ZqicG9ADKbBe7zDrYYXPr4kwvcxzewtLSMn/70I9LZh8uXLtPOLFOHZ6A/vEtEI5zbMvfaZWzn1xGKlBBnQDTFYNeRowcRidRxv7+Et956j+szhN6eAQYJR/HptdueTLV/lsvGM9cq9C0P+7gPtrY2eWMeOLiH/FlCQ2MCZmXKt4JwrIKnnj2GZ184hLsPJvGTn76FxaUF7nu78Y1vvIKXXnoey0srvA+keXZ4gmetHO0BEI/VY9fwbupZkO0XEee95bUvn8SRYyPEH8PJU4fQ1d2KQrFxH046AAAQAElEQVQEfRpZn5TcoF2YJl+yWyWA601/ZHD75nXMzExznz+G73//G177tdQi9P8LyyaW2fTq1TvUnfcxNzdPnaknHU/BQYTBxg20t/V6e+QUA6M/+LsfeN/ocfTwIdTFE1hb2UAoEMPqyiZKpTDmFzO0SRtss8D1EkY4Qvu2mcbmVho6Q2+sr8HhfSEaiaGpuYlQj83MuldX5N1jfmEBAwNDKJVd8i7I8wI4/xD1o8bPZJIpV2ciEaPdayaPDR0dHVyjZY//Vd6ho9EQxw0gGDSkeLaWPdq7bzfauWbC4RDq6hJYXFzkWe4+VldTbBekzczwXhLBiy8+D++/lLhzl7qXg3Es7XPS8UhY80xhM72FpqYWVOldf+edj7n33MONGzc4hyJ6uvrR0twJfY1/JJxEZ0cvABdBrg99awgCwLT+O5ONLKZmVhjsv4eZ2RQmZxYxMT2HRa3lzQ3O3SUPKp6sIvSrNDc3e+dL5WPRGPf+BOWUQJh1gUCA7R2YmQeOU8tXKmXIJmazW9AfPOosrHu2bLfu2vJJFRl884D3J7VVverU1oyzJz9119adXPXqq1R+J5V59PAclUjU6IkxHwqFKLMAjDOXPATCoX7qI9wgXuVVJvo2Nzep9xkoFWicIvVafj2BnIMu56k+ygtnrW+Wcipy/VdgZnBp3wSiIRwOQan4ofbqi0ePaBBNKlNeoLwPqnMc9zFfVa8y8UrjFsivUrFMvlZ4jih5tkd9NY77iAazGv9U/hi42NSGakUWVD2aHcpLMvTBzCGVVa+eGZiZNy8zg9oKv9+2lnc9/dcY4CNaJUelfPX6m5nX1+9nZh7P1EftzCQteI+ZeW2F2wcze4wHjx7No8o8a/gbj+s/R6Mb8GhXmZl5cxIf/XFhNFPUBfFDdBRoA8Rj1aud5iF9lI7Irya9EP9Vr/HBR+3VTql8NMIjUH+lAr+t6BBoTQuH2qjOzB7T6bjO4/mrXZg+SOmR8uKfeOJQZj6oTKA2Ac7XL/dTv72ZeXjNanzQuOCj+mAwwFztR+WiWaC8mdrX6sQvH68ZmcditREOc4wn6QqK9DEISvSBVXigq5C5kpPf13Wdz+bKeagf0Xg/ZjWcrus+buNV8JfG2QmiT+DzscL7IZvBIU71F0+Ur/AOLj6rnWS0E1Tug9oJNIbwmBnMzNMZlQtULjCr1Qm/P47SnSAazEzNPRw+XhWY1cqVV7lwi0dcdeRh1YMy+VauVlAiH4u0peIjyGNBld0VIKk8mps/hyrbK19h9KLq8UNYNYrAHs9HbarUe29cpsoL9K6Wn4eq18+s1l9zFpiZx2vld4JZrZ1Zrd7nifjhOK7XB3z88USL2Wd9WOX9qN4H0SXw35V+8V1lApXvBOHfCZ/VVR/LRf00KKmgQQAMgMPfPhgZbnw3lpsZHIL7SEdr83Mf66tf7lAPzdSDKB/xuEZHybN94GNmMPsMgJq+iR4ffL0tMJYkKNJGqeyzeVQ8fDXc1JpHY+2sFy48eszsUQ4wMw+gp6pfn9GqPgLhUWpWa2tmngz9+bH03+Oj2vuA/8Dj1wv/b4LPdTPSxfVAiYEEA47rQdUcrhWDVJ3T9upEl0vZKDUzNjfo8cdTqvH81M/r3QOtKQYDxeMizyd+6vPXT9VPdQK1q8mm6J0H/DKV++39VGuzzPVJwuDTKPqEbyeIFpWrjeZT07OA10dlPphjRPUfANXBhOY3gsYQ+JXK+6AyjWFmMPsMVG722bvaCMxMVY91QfP1+aBUc65QUJKT0hJ5oLtDLl9EdjtPvpVRKlfhKIhaKpfplCzRebDtHcpSqZR3QMvzki1GC8RcvQv0XqCwyuxXoQBFiZnVFiWVwcwgIsVIAfiIKB80aRZB79rk19fXIUfj0tISlleWsby87L2vrq7y8rbGy1uaB+6cd/BRX4HGFmgcM/MYoXfhVL3KtUkLJEy9i1a/Xm12gugRmH3GWL+9+mjOOniIXqUC8UJ82QmiQXg0psCM+LjYd+ISPkGBxkU48gz85rZz0OFnO7tNOWQJ296BXu08nJQkMdEYOnDNQTgYgg4gJR6cS5SFFF3z0dhK/fFEm3Do3cw8GSmvNj6oXvMTaCwzgw5COuBH6XxVXnMBn8qjTU991HYnLjPz8AuvxtXc1A58gsEgL9sR72IT4qVB7wLhVSpnny4Wei/SWbyTFslObUSHQP1VRhsFjS86fNC7xhUvlYoO0SBQXqC2otEc82gSTl9PhVdjCfwypQIz8y4ZquOUeGErIMegRY6BIkGRjpgKiTJz4TgBuIQwnTrJZBINDUn2DVJPK9T7AtMyAgGHCzFPvS4izAuMgENAoDlqjJzngMtB/BD4tKtONIlfaqvLmejSu8o1DzMjLoPyKvPrxSPxY5veySwvjFXKNFlfhyi9QeUS6SnlUKRjr1Lc5uXTRVMyjI7WGHo6E+hoCTEgWUQstI26WBFJOlOq5S3kt9MoF7YRoCPE1TbBQxRogCo07jqohwMu9ZbcKecRDlXJjxBisSqATUSiRTQ3OQyMhugIKZI/sgfjDGytANUtOtA2kcttkF8VJBmk7OxqwuCuHuw7NEIHfSu2CxnE6KTfym3DAkG000G9a/cQEnVhuIECeb1Fh4qhoSGM5uYoNtPzCAZydJaFUCqscow0Wuhwa2kMIBLcxvzCJBYXplCt5HDy5BGcOHEEyfoEehlYbKYjAyhDgb3lpUXcvXcL8/Nz3nqtr6+nw7sePd3dUDCsv68Pcj7cu3cfsmm67MrWSS91wanysLnC4Nbo6ChS6ynOu0Jn9CzmZhfoxM5QbgE6MJLUjypmZ+Zx7dMbdGTcpdMiTSdDhH02cfnyNWxubWP33v202duYGJ9GqVgl66sce4k2pMB5N9GB0oY4nTib6U1I/rntAm3rBq5du06H6R22y8Eot3RqA1MTkwy+pmlfjDwoIcML+zbt0p49exkQaMHK8jrbl1hniNNxld3iGHS47tm9n8HOVRTzZV6U85hVACYWRicdgAMDvXRKHsX+AwMwHtaO0WF85NghyiWG3Xv68eLLLzL4coxOxSLt/Qb7znGe69hmsFFOGul+hgGvbDZDO5lGh77SrLcLzU31OHRgH15/7RW88vI5DAx2Y8/eYRw4sAeHDu3D0aMH0M/gS19vJ2XOAwx53tBYz7k51PE8YrRv6VQKS3RGuVbFyO5d6OnpRHtbC/r7ujE81E8HbBOhBb3E0dRUB4c6rv8Hb5aO8mrF4RqJorGxjY7ZDBbmlhi4PYv/7D//Pl77ynEcPtxLPs/izV++hVzGgbmGZDJJJ2w/11sME+T1zMwMaN6Jv5f6dhLilUvbUOHlrq4uzvlm8OFH5+lEv0snbh02N0uejswzwF6lc1I4fvGLN3Hj5i1kt7cJOfKnywtIv/32O7hy+Sodfu8yQHPDc4I9ePAQd+j0qnB9LjNI+umnn3r2JUH9yGxuUV5diESinE8aqwz6T05MY2lxGVE6o0ol6j6D/fo/4MS71pZWHDl0BC/TsSl+RWjvFuZTWFxIwUEcUQYwFXz89a8+olP1PnleoT3pQn2iHdlslQ6yZbz3/kU6tC8hxQDW2Ng4/vwv/xJ/89c/J80f4OcMCulr5lpb27C0tMYA0F1MTc5ibX0VaTrP6pNxzusafvjDD8nXGM6ePkk+duLwkd3o6W1HE4Pm3T1dCJOOSCjm6WszA5U57rm//OUvycsMdSAEUPcL+SzXzwN0dtTjO9/+CnEdRX9fC/tE8MH7V/HJJ3fxype+xLXUiGAwijt3H3D9XcWiPjUxPY9f//oifvbzN+nkm8Wx48dRZMDok08e4p13L3p2oampAbNz0wzyB1GfjGF4Vz/0Na/5UhGZrSw6urqxsLyG7p5+0t2B7ZzRwbxCJ3cZlXKS49/HyirXqVNCijass7ue9i6DscnrOHysD1V3DU5gBYXyHIrleQYMnkFvTzPnVsDK0hRWV0fx7HMHsGukA/q05plTg6hWCqzP4cC+IXS2daKjtQeJaCOKhTKd8+2cp4tw2IWZg0uXL3plp0+dRZLBgLGxCdqsEh3IJ9Df34X29mbWN2D37j7E41H8+Z//a6TT66hLxtFIOURjEdy7fxdZ8n6UgdqOjk48ce4c9WAbn964yrGqOHP2AJ557iz6iA98wnTIbKbT5PEcLlz6BBMM6rRwbV66cgGXrlxiEOYmA1EbuP/wNmIMKPyD3zmN1157kfY2i9u378BxqygUs9w/NrH/QD3xD9LmhHnOXPDmJd3o7x9gEH4D4VATbaeL8fF5ZDNlXL18C6k1roeObow+nMbWVp78MgwPj0DnIpIH7eFmwMr6LLayizh5ei+eeuYAnn76EINOQ+ASo35O4QaDupvpbaQzOUxTBzbSK54NCgcTeOG5L+H3fud3+O5i13Afentb8fWvfx1/9Mf/mE7qZ7knLOHHP/qp54BfWtxAPluB/gBCf/Cza9cwDh44xHmdw5Eje7CRTqHCc0iyoRmBUJFlnfhnDGZ/lYH2XUO9yGyU8Fd/8T6mpjcxu5Bh8C6MhfllhCMB6tcVfHLhGgOxv8Z10ruxkcEHH37EgMhtNDbFaYu3ufZWkcnkcf3GfUxOT8MJAlXLwzGHQclJrvtlBBiIq6tvoS07Qtwr+PjjG9jSR1ityDpQ/wYRZJu11RRA5l25fIV8hWev6uqa8fav7+D8R9KHIPfiWfLyCSSTSdr0g9wXC5RliTTkuD4KuHb1Nm1TGlcvXUdTUyv3Lc6J95JwuIxDR0a4Z7ehWi1xn2iBOS7X5jIuMVj9ox+/j3/3Fz9gkHwBTc0d5PsI2qn/1UoFb71N/kzO49TJA2huC+GN3zrj2d3trRTPB3VcSxuUyTT1dhnNLXE0JOtw+PAhhHiGu3v7PtbX096+2tjYhHNnT1FXYhxnknI6AH0LRVrBWAZPf/bTXyHKM1dvbw86GDzLZDZo1xZx+swePPn0MfLgHepCJ8duIm8WUF8fQnt7D1pbunkOeMjzSzvXdAr6muu6ujrao5sMOL2JZHOVgccGpDbmaR/WsOdAM5rag+gfbESZ5zGduu4/HKetWcLFK/e41y7iyXOncfzQYTy4NY4myq6tvR0dPR2ob65DgLrRPzDEviHMTy8gX1jH175zEonWDJzYJr71Oy+jq7uHuhBEM9sPD3Shj8Eq1wEqdObkeOnUJzKnJyfR1daAVrZJtsTQzcDhhU+uUK82qQ9ZtHfF0d7ZjDztZiCYxBaD6l19Ma6LbRSzhnu3V6iHnejsS+LJ545j1/6D+PV77+He+AbidTGceeJJxCJJBtc28Pabn2Bu8gHaqBOTD+exsrCJbgbsh0b6aZtP4v/13/wlxkfXiXOG9q4N//Sf/FP09w15cqxyL7h29Yb36eL33nkfb//6Kt59+w4e3L2N/Xv70dudxMGD3dTjbsQSZdqDeuzZ04ZTZw6gXMyCiwpVngvMwlynAcSiDQyEj6IKBGTX3AAAEABJREFUw8z8LBYWlxBhYPLy1btIpTZBtUQiEUI8EWGA6S5GRx+gqSlJvT/Ldeng8rXzSK+laFtbSdNHWFtbwvziNNo7mmlr2xAMVfBw7CbGxi/ihRcP49y5fRjZ1YU9I31IxOvx4P49nDt1kuePPK5fu0v9TeMBg5PTUwu081UALsLct/WHVKPjUxge6sTFi5fR2d7FM3kbBgcGeP5p5Xk9io62dk9fdIZQ8G12bgx79vbCCWzjmecP4/DRYQTDAegTvhGuB91rg6EI5nkuGh4a4ZnsOPSHVu+/ewEXKXudl1aX0yhxvznJM2GM544D+w8gWZ9Ec2scyUYXW9uLGCF/d+9rwysvP4eJiTG8++7b1N95nvvrcO7JJ3GVAdu5+Q3vvLxNfbt46SreefcjtLS2UrcqtD/rxBnFZmYFu7jv7hoZwN7dgygz4H7yxDHeNfLs24CGZAv1sUjIc20G+e5icJBroSOB//g//Rq+/Z1X8PRTxynJKsbGJolrFwPbb6BUBq5SZ97jXh+wKFZppx/eHcPE6Ayy6QzX1xl0drRAf0jw5S+9jhPHnsQmbfEWz3JTU/Mcp5k60MAz1wby9LvEY3G0tncgs7VFXWgk3ztIfwPtzizWGFitb4xjeX0GuRLXoBvm2WqCcwjSRiRx4PA+9Pa3or2zAcGQA3NDSG9mkcuX8e4755HLFTE0uAt6ujq70NCQhOM4qFbLiEbD5Fkjz0UpyjsC7ekZfS0wbWiGgd30xibMgojH6jj3EcTjceIjbt69zp49AZ2dO7s6UOD9cXx8jLo8Sh5X4DoB4jfes1rZphdPP32KcglA4waDYYxT727fusf5Z2grZ7C2msbSwhpcC5GOONd9Ar0DHVxDZTTx/FauulxH6wiFGpBs6ES5EkSa95AVrhPHXOJ1aZ+3uR9ukJY8SrR7RfpKdO6TD6fEM1eVh26NHwgEiCcEl74rQYSB1kQigWQyCeUFymuu/l07HA5D/aqiiPtNmWBm3jgaw8w8fJVKBUX6Z4r09RSZig6VyT8hOtRW8la5cIimCukCH+EXPRpLNMQYcI2R36JD9Cn1yliu84jaqb/wCa/G07tSo3yFz3FdBIJBOK7r0aoxRY/G99tWKlWYGdRePgOB+CQQPQLVKVVZhXMUHvU3M8q5Surh4VC9wMzgP2a1vBnHCDpwnFof0SBaBeqjMZQKv/xcugMWGIxVvUDtVadxq9UKlK+QdtFSoANfPFBaJT8rpFGpaDAzjulwfu5juatOY4mH4OO3NzNPjqrTmOCjeQvURvh9OjSuQO8C5QVq54PGIQryvgj5//x2qledUr+P3tXWzDx6NabPE0ONZ0y8ulAwxPUU9EDtJDNBmHY9RlsS5d1N+VCIexL1UGOoXm3NHuECYGYePs3XjKMQdtIkev06PHpU7wGdzCpSXu3EG4EvB42p8sdAOsRTtVGd5itQXuUC/104lRcoLxyqF5iZhvXkr3qBmV9WJq/LKNNAq5/q1Fh54dBYyvvlSn0w6aVVUaZuFXkXL9AvmS8VeL8qsqwMrVPPd/5oHjvxaQwz+xw/xTfxWyA5CsyMTasQDaJFOHx+sMLrb2ZeKrrURnNWG6VqL1C5QHjUT2MpFfj9VK+8D+ovUH/1E6jO76NUYGZKQCL4YxBuzUFgZl6ZWS3lC774CK8PXp3BwyE8j4H2yDx+g6evz/OjQl+iaBcIj5+KVoHK/LTC9V/hWhf4ZUoFXtmOeu+dtuFx3aO83r8IoJ0X7Wbm2QOtnRD92KLfzDhtg/I7waxWbmb44vNF/Ho3s8c4zMzDiUeP6kWvD5KZzwelAtVVqatKBSqTfMvc+8rSf4LSkmxovkA/XQGlYhlV8uvRMN6YZrWxd85FecDgP2YGs8+D2pjVypSXLRWfpCd69/tWyWfl2VTJYzzey6NfaiPQPATK+/CoyeN+ZuYXeamZPa5Tgd9vZ+qV75CpmakIO9tUqSs7339T3qzWz+vMXzvb8NX7MTOPHr3srFdeNqRMfpQ5VpnbpqACA8zxQPu2wHFdT+/ERzODmUGPcPgArhyzWrnqBGaffxcvpRfSH8HONsKjeh/Uzs8rVXvZu5L0iOcdlQmEw++rPiXqm/RONkqgvA+qUx+B30d59dsJimdVHumy2j2GRzLTmGafn5vZZ+9m5vHL170a3xz4j94FssFqIz3VelaqMoGfV73a+qA6tdWZTODy/OjViUgzg/fi1AZTmT8xs8/q1MbMPEGa1co1kJAHidBLQ0H4yF0qgPqAj5joM1apNtgtXhT0yZh1BlMFGTrLVQ4yTAtRB9hWXoYEchZoAmK8Dos6iAoPUXsHCDNT1qPNp1/1As1FZaJFIDqFXyCGqcys1l/41V70CvQuxH4bvateqZnxQBbwDtw63Cbq6iCc4CMaNR/9FeMGnSfKa24+PeovmgRlGTMuKLMavjAPPHEdfoIhXiYcODC4jotggLx1HG/jFS6B8CmVsgqn6BSAj+hUuWjxgn50YupdoLlpbLUVDwTKm5mnC2YGM+NBpORd7oTD76dxwEftXcpYIJ4qFR7lzcyjUzRoLDn/hEO05gt574KhOtEgvP7lQm1lxMzMo2MnPo0n0DgC5cHHzPi79iPazMyjXfVfBDPzDKbG1lgK3KqP3kWLn1edyrz+ruMdnko8UOWKOShoGowEkahPeBCi08BlsFAUaG6g/pbLJWzTYbZFJ6I+5afLW4WHAoHGETiUpeanfpqPUo0rfqhO7z494qna+qBAupl5PBYuM4NwKK8+wiEQvjINn0DvBW6kZR56i7zcqaxAWYjGTCZNnlWoy0GSX0Iuu0Gn4AKqpSwDImVYNYPtrXnktxZQ2J7HyuJd5LZm6FzMIBrMsT6LaiULx/KwiqDAtMjgqrG8jEIhh810CuZU0NxSj2g8wCDBPC/E43SQLnLMbV5sSqQhxzG34FTz1P0C8rkUL+sptlkijhQiMaB/sBNddDi7wTLqGmJ0vPfAcYHWthacPn2KzqTTaGD57MI41lLzSDaE0dPbRCdBFK2tUezd20NHQAf6+xrQ2ODSqTGDcn6VTo85FHMraEgYlpancf78u3RejCGdWsHdezfwgx/+kE7xT7356Ovk6uoSEL+DoQAidEK4XAvt7W1weCiUzCN0mOlTUfo6W32qb3V1FQHqyRYD2GkGCFb4XiD/65MNyPNwI5ienqWzah4KahXpYGppbvMcvb19A9DXB966dRez8/OUTRrzC0sMshiikTj01+/ZbB4jI3vp2NtLXobI6yqk3+updfKjEbv37COvhuncq4chiLpEA4bpVOnr6UGYtqWlqQmJWJQyNET0tYLLKdKRw727E/j1r67g0sXruHN7lDoXRE6fvLg3gcXFNR7IqkilMpBeaQ7zpG8jlUKWThh9euWlF5/HCy88i6HhATzxxDG8/vrzOMEA9RADlS8ziPrqa6+iraMNjusiEAxiYGCQ7Z5Eb28/AIeBw3mupRxtUZk67tC5EkMzaa2vjyOfyyK9sUo6N2gfHSTr6+hkbvScgNFIDBFCan2D/fOoo31uZNA3HkmgsbGZjuh1Bijv4drVTyGaHTP0dnXi3JlT5GkITQ0NaGpqIP4UHj64B8mQTehgakNf1z4cPnCU/KoDKi4qdM64DNw0NLkMEE7i7t07dIRlPAfpwGAvLUIR6xvLlMEI+gf6PBztHR3UxzZPh+Jx8t1xGAC6TadanOM24tqnV/HOu2/hnXfeJf05rKzkyaMgAtxrF+ms0/+jGqKcFMQ+fvwknnziKbS2tCMak146OHf2KfzD3/t9Bqyewn46nk+eOMsgd4kBkRnqQJyOsDrs3r2HvGjE5OQEYvEYeVTP4OunWFrkOiCv+vsG2GYv5XUSywwavvXrtxnQvEV+jGGdjiszl+vkCn7yk1/h3h06zkqG7WwJiwvkebaMYskl/jY6M/NIMTjTyvWxwGDspWu3kNqs4C//8g6dkOuUwTJ+/NN3kaPOHzt2CmfOHsdTTz6Hvt5B6nKAwa5pzt08aG5pgtaSbJjjGPbt24P/6r/+x/j93/8mRnYNQZ/mGZ8Yxc3bD3D33n06qO8gn8/R+TmBzc0cqpTXykoKb711DZFonTdn79PipEsyXFtdIE3n8d/+yz+lXkyhp6eVgZVT1Ic23Lz+AAkGfJZXNrCVLSCRaCAtXF+NUQwNd5LOLQY+lnDjxjX09Lbh0OEujinb1Igyg1wdnS0YHbvHwMcNXLlyEdeuXUahuI0Pzn/I4NY8cQwjTx6k03lUqyEGcWdx6cIoAwR5ricXb/36Mv7Nv/0FA0Kf0FE4x+DoIfzxH32FjvMmjAx0opjZRl2oDhukb3z0FhLxCh3QT9P21UN/xJJaWyAdOa7VEg7sP4p4LIn792Yw+nAO77x9AdVKFH19I1zfJc5jnLRn6OBMQ/tDqcig8gfncf6jC2wzhKGhYfYbxcrqEvW5lUf5Ih2YaXR1t9MBPYh7D5fx5pu/xt/8zd/h//f//SHeefdD5n+C8bFp8q5ImVQ5Ttlz8OZ5NtncWkM4Wsb/+r/+z5iiHVQgNEynZamcR0tbA1bWVmnzZuloXfX4Xixwb6nGcfjwMTqR4+jpacexEwcQYvD35VfO4Oy546hPhsnrq2htr8c//oPvIUOH8CcXLuLylfOIU99nZ2axurLOIMku1CWSuH1zFP29I7RpLgMO01hby2BmZglnzpzB4cNHEOCZLBKpw+rqFibGF9DTPcx5FDF6bxy5/BZCkTyOn9qFG3cvMdhXQm/vMJ55+gzi9c3o6OrCrpEhjOwewtGjh9DG/SrgBKBAQ7FQRV/PINKpHByLkV8/YLDhU7huDNu0teWSg4b6NjQl2zy5Pf3009StfeTjJnVuhvp6nfOJUy79CEddnD67F0eODqGvN0G9dVGfcLFOnZifzSBGZ/Ha+hbuj04jT0fQ/oMH8b3f/h7nd4j7a4jyzHHPrKdDvht9/d3Uzzymp2Yg+9nX10Y7nMf3v/8G/sX/9R/i937/FTz9/AFk88vo7KrHG298GSdP7sPePT2g0UOE9je9sYUPP7yBa/o/KKkrra2NOHXqIFZWsthkoGF6epk4gZPHz3GceepVK21GHe3Mdco5RLnP4ejxQbz8yjM4emw/mloaEIo6pPcgjhw5SP0sYnOzjFKhhLaWZqTWlml3gYmp25R7DCdO7UPVLUDBykg0QPxDtBn95HOI68Al/1cozxTPIoso8dymNrGYi3hdEP/5f/F9dHSEoSBha3M3MukKA2YB9pnHzVuXActB5/61tXWekxowMDiMpuZGbGezXLsXgYrh4L7jDChfx7/8b/8Ustu3bo6hpaULPX09mGDQ9sKlayjwbPlgdJQ6VMAG9+tLlz5AIGDs9x7lGsOzzx7HSy+eY9DkY9rmaTQ2JLG6kka14HrzmCEPc7kSvvHNp7Ewew+JSAa/+90n0cyzzwCDEK9+5SmuixADiOPIbGXRPwuz/GwAABAASURBVDSEp194ASuUzYOHEzz3VBCohBCzesxPLoFYMTY5inRuExkGSpKN7R7tA/3UqZ427N7ThVe+dA7pzBLm5ycZWJ/Aj3/yJtfnGD46//fU/TVUywXvfLFF2VQrAXR1dSOV1hkuhFAwhodcM23NnZgan8Q3f+uraGyMw/QtKIkI+TLFNnnu/Upd7Nk9jBvXb9ImjSKbK2B6dh5/8Zc/Jc5efPm1s+jt68f83CLWGGgaGd5F/sZw+tQJTIyOY6BvmHYph1Ao6Nm+xRWeJ3jeamqiTQyHuKcE8c7b73F+S6ShkX0bsf/APhw4cIC60otv/NbzeP3V4+hsacHy/AS++pVjxFXF1SvXUWLwtLGhiqNH+rFvpBMH9g0gFnVBLUHf0ADaezpRdWIIxxvR3NGJogu4sSAD3o04ceooSoUA9SaBVp5/+vp7uR7LCAajHi29/V20H82U/QkM9/cgt5HGM9zTW5raEItFSDewa/cezp32OgfuD8a9+ybt0QJGRmL45refxNPP7EJqLYV/9Wd/i48+usL1WIeFhUXs2TuCHtKmb0lIpdaQ4nk0zfu4zgntHRy3p4/zP+h9An+TdWE6Dvfu2U0+FjA4sA/am9Msr6uPIhAswQ1uIxjexiuUxW994wU8HL2Bk6cO09YNoC4R45yCXGtl0vAx964rkB4x3oHu7kEcoV1dWkrxnDmG8x9ewiKDaJUKkFpfhCHPtTqCb33zKzh48AA+vXkDrQwApja3qCsByqoFjuOSriwCrkGfKjWebXkcY8BwhHxKQGeFqckJnn2y2KL9X1lZ4DpeoW1rwksvHcf0zBjGJx6iobEeZsYzS4ln3DLtczPtbwlXLn6Aqam71K0Z6kcEPb3tmJ6eYl2Q58QEzz6/5Ln4IVYYFG5IJrHFPVj3roWFFNfzNo7zrLu2tsg9MolUagF/9mf/Fj/72bvMb3K8APfl2nmtSltRoTetiWfbxqYWhAJRhKkLm+lt6A9PNjnnEcqbnaB7RyxWR1sE6mIE7W0diPJ9anoe7733ERYXF8jvInkDODzb5/IV8qgKWIJ2t4hbd6YxP7+GiYkJ5HJbiMVDDFhyvoEA7cM2CrwndnX18Mw07o3l8mze1EQdbm5BD3WjpaXVa6M75FpqFROT47hw8SLiiRjHrBAfaepoRYV3z7HRCdICbPD8lyFv4vF6tLd3oq+vj2VrmJh4wP09SZ0cQph7t+7Kk1NTyJOGzXSO45Sxnc+wzuHUy4jFwti1axcOHjgGIMp7qYNQsAWRcDPHqXJPzCLNoG9G/iSe+0oMgohO7UeOOZSbyzWSx/b2NjKZLe4dm0ilUsxnsMU1sLm56ZVJv/MMbMtnIf+EZGpmHBOkqcCxyqTHPN0OcX0EeXfxQY2K3FuVSlYVOkvNDI7jeBAOh5FgwDYej3M+Mcow7OFRf53vK1wAGlv0iDbpsFLRJrpFk+gp0bGpcUqlEkgMLODCIXBT4F5WRoE0qE4gnGbmzT9IOWscM+o722gsgdopFX7hBR8z8/qoveg3M+gRPs3NL1NefPbBr1dbs1ofv02Bi1/zEBQoZ7UVHo0hHgiHyswMAc5HZQLHcT1azD7D5zgOeepy+uZB7d1hmcN1XIHmJFzCqbzmVXuv1Yk+9RFtqq/VlT35Ki9QnWTsch2orcDPKzXj2I55tIlOzUPlSgV+mfrh0SO8okmp8KvYjHgegd79OqVqK1Deb+/n/VT1O0FyFI8FkmuBfA8GQqQzwPlVuLY1isZ0yDtHL0ztc6lDekS3wdi++u+BGpuxjgvM55+ZefwXDzR3pcKxMzVPbpSTOTBjf5on8FG7APVTbTVPM9VVPVn672qjeqXs8vhH9Y9fmFE9uzNX+zHjLB6B41it8NFv9TWrlSmvuQjET70Ll+gSiPYKfbYkHEadgOOgaoYS160HtHvqJ7l8EYRLdQINvROvPyezGh1mRtQO10DAsw/SQdkO8VR5gfKiSXg0lvRbcq54/kbJuMZYjas/KPHr1d6sxlvVgY9SH4RrJ1Q5J72L7p18YbfHP6LazMiWz8CfE+xxMy9jZjCrgfCKn1VUYZSLudQLrvsAz2xuMADZNIdl7ACBmcFx2IYg/AK9g/19+v3Uw0256L1S5cECnz0q88Fvp9QvU6p3geYt0Nx9HtbWVNGzMaorlyuenqq9+n42Ui1nVpuvWS2tlYJTqr2b2eN5aT7+vMxqc1WZ5C3w61Tmg9qZ1XCpTG3Mau949JgZVGdmZFf1Mb2iWXNQKhD9fqq8wK/30y/Wg49ZTafURn3MzBtPYwrMOC7Acav8XfsxytyvMzOYWa2Cv4VD4wiU90H4fVCdQHV+qjrJSqlA5TuhSl2ocg2rTCmH+txP9Tfoktr5sJPenR39euH14TfV72ynvGj0oUK6xB0eGyAo8xePhrxXkLeogWyQ47i05Y+AeYfrYSe47qO6R2nADXjtZS8Efr3fx3/3U7/czKC8GccWbY8AfEQ7E5jZY9C7yjV/pXoXKC9Qnq0ftxdugZmpSpznvKtQf/FEqaBKPngpx1fq8Yl54dS72mpt+iD5C1ReeWQPlVeZoFAseGtX+RLPUsIhAszsMW16F2gMP1X+i+DI6Gqj1SFNh0f/0KhOZuYxfidjzWqDaOI7gSN7m2yJhzpN0Lg4NJhPeJXGzHVcHnpDPBSHeXgMeSCjoM0hFot5h8pEIsELX9QbV31lrESfUuEWTpeKoU1EoP7gozKBaOIrhVD2AnY7+6itxlKqdsIl5u0Ejak+PuhdoDZm5m1q6qsxVC6hiYfiW5YHcaWiV4cY4VBb0alxQzxAB3V55yZRJX/KVBm4DkKRMCKxqDd/KbjwCTSmxhGdGkc4hVu80LvG15zVR6nAcRwIlPfL9W7gP9KvvPAJzAxq54NfJ9waSzqh8fTu0yKcmkuEDjnx0cygR/jURnPWu3AJr1Iz0+gwM1XxglXxFFh4VeC4NZqVFzicg/BpfuKD2inNM/Ak/KpTG+EXPTtTlZuZp2M+fWov2pSq3m8vuai/xg9RLqFICOYacsUcNrOb2OIlU5BmoHGDAfHNzCYvpFlPz4VbfUWvaBJ9Ao2xnd/mBXUbBdJbpnNO9RpfY4tvAuXFY12WJE9fb5Qv89AiPGbm6VsoGCauAnW64vFQfQM8YIh+0SFQmcbQWOqvdzPz+uhddEpu0WjUw+lQ/0KhIA9oAVZVUCjlUOC8S8U86KFDIh6ko7gFzU1RNDaE6IwFFufuY2LsGrY2Z1AprWJjdRSl3BydJRW0tcbYjg6TUoZOiw1UylnqYZljVeFYkTjz6Opuxr69g6ink3JxbgLrywsIWpWBzBwy62nEg1E0xOoRDYXR0thIx3E92hk4qYuFeUkPIRR2sby8yItuCsGAQx7nGHy65Tk24ryUdnZ2IhKVDCsoVrNYXJph3Sgv16vIbq9hM7PI97so5NYYEF7F2so0Agz+bm0uYjuzDA6DkFME/VRoaUpg90gfx5vFwuI0WlubcOb0MTpfnsPAQD/1Kwj9v1vXrl2F7GaQ8sgzYPzBB+8zyLEBOR7C1Kfevl7yoA6rdMpTHN4FOhgKkedAqVgi7+rQ1taOaDROPBnOLUu7ZbzUb3sOgeXlNTrz57C6soZtBkvzdCRmNrMMSIxDa/Pw4cNoaW7G/Owcgxzn6Uy7jPHxcTo3J5EtZLCWXkKFcxqlY/TTm9exsZmBglpTU7O4Tufk0tIyIpGop9NpOuvMHMhprrS/fxekDnLaxuNR2u4EHYi38eDeJGLRJAoMAKTpILl16w7GRse8rzqLMoBc4Ya3QVxVHlZSdLSsra7w4qZNKw/6dUj3Fh0XaTpRJujYWcHa2hpuM0gsPFNTiwwy3cLH5y/i5o27uHHjNtvnUJeox9mz5+hQO4RWOnTSdH6M0/l8i861tdVV1FH+DfUNlG0JcjxtbW0jGIxQ1xrRmGxBNpOHnFIbdLLoqynF8xMnTkFfSfj0U8+gi4GO23du46233sHmZhptrc10NC/QFmQwtGsQh8jnsfF5/Pjv38Zf/cVP6Tg6j63MOi14CfXJBPbsG0Q4UkFPbwvntgF9uuT27Xu4dPmqpyuHDh1k2zI+/uRjOvkn0dDYgC7qq77itJ2OpdWVVerybfhrusrWHZ3t6Onpwhtfew2///u/i//i//6fUv9eZmDzGIaG5YjK4hbH+Nu/ewvXrt/C3MIqpqYXKP9Z3L7zEB++fwE//MHP6HzfQEOyleP1o7mlg4Htl/Hkk0/zvQuyE+JBW1sbA1vbdNzXs+4Z1NU10uFUovP+Jp1zH9KOwJPD8PBuros9XEcz1NMyRnYNo7enF64bgzlhTDNYUywb97J6ROk0m6NDcXxqCfXNdRja3YOKm0eItmWbgY+79ybQ359Ad1cT9uxpx717C7h06RYePLyPHG3n0vISnd9F0twEOetWVpapKyuo0mZkGKyQzZyencb84gzX+jxpLKJAx5C+Fo9nRvKoAc8wCPH6G1/yHHfJZDOD7U3kcRRhrsHOzjhKvPycPnsaA/0DdMy2QkGQrc0N2r0YOjvq8Qd/8B000bbde3gDSwy2fnptFL9+8wKuXLqNzCZ1uuJQ/g0c26UTtoCOzhAaWwxVlOC4wAsvPoF/9iev0R7UU+6jdCI2c+0bZmdXcODgHtLYT55H0U05L60s4satG3B5PojEgkjUhfB7338KBw/2wrUN/O73XsZ/9n/5Y3S2D9Je9EA6fvXKh9hIzcF4UGxqaILB5ToN4/ixY9i7by95s4APPviQgcEH1As6gLmX7N2zlzqaQYoBtaNHzpIHIbz59se0B0sM9E7THtQhs1UBqi5lMYGHDLbs33cQfT3NOHTwJKqVoKcX07Qh8XgCAdK7vZ1FJrPBAN4hyj7GAPZD2o4qevv20vF5BM88dxInjp1BR0c711eWzuS3uLbv4MMPPqFtS6OpsY003kNbeyNOnz2EZ587SllmPAiFg5iaWYe5VSzTDr79zgXaiwnkcy4G+0dQKgUxN7+Mv//Jj/Fg9DYCoTLHWKW9X8bRo/vR3BzHrVsXqF9X8Nu//Rr+0T9+Ha+++hzydCxdZVD/X/2rv8a7717Bz39+gzb0Lt5++zqSDd2UQ4yBpBzmFmexkVlBW0cD9Ac7d+8+pP4vUoc09zDX1wq6urtgViVvDB+8dxk9nXth5TjGGVD+9Np9JJNNlFOK/cY9Ps3OTeHy5ctYT22gob4B5VKV9Rm8//595LbylHES7737Cf7yL3/A8hzXx37ycYS2vpX7whZlcp9rI8d9O4vxyQnyukxHjlEnsqirS5D2KnJ0BI/ev+vtxfWJIM6e2o+GhItq1RikSqFiJcwszHDtunSszwMGdHa24TUG3pZXl7nvzaCrp42O7CzPA/V0tjfi4eg8stkS7eR7tK8h9DCw8PyLx/H9P3gJw7v68O57b2OLe+3C0rT3BxrRSJLjOzwDhOA6AZQYYNvMpHDw0F5869vayrzxAAAQAElEQVSvYGmJcuVquXnjDmWWI39S0LkpGDSOF2PgbIUynwKcbURj4LyKmJ2f5ZxTCISrXHsxrrGT+MY3XsHFS3dx++4tlHiW6ehMMlg1Ajh5FHkWyRc20dCcwKnTh3H2yRPYf2APXnj+RWxlsnCcKly3wnXjwqmWEA4YA0k9uHXjAqbHxjDYM4TF2QUGkXpx5uQRDJAnI0PD6Gob5Lyi+OTyJcwvpbCVLeDe/VHqwyKKpQKDO8DPfvIJrl0dxdDQYdqXHow+nEc4XE/Z34L2o1Wee/SHSfUNjdhgYDnBfS6q+0AwhH/wD75Off027UMMmxvbmJ9LMWCzwf1tEw8fTNEWblAn9mJ6apn6v8hzyTBmZxawe/de6n6GfCzgy196GQ8fPuRcbmPX8DADEPtJ09v4+S9+yjmbx7cH96a4Hn9G/HO0HhWejbK0AVEcPnQUV6/e5LmkgIdjc/j4wqeQ7k/yfLE0P49oKIBDB0bQw6DJi889ha+9/hReeflpfOWrpymTvfj+P/wtRIIBDA3s4loFjh8/Tv4fBCjv+kQzA617UZ9oRJxnvts3b2FxfhrLPGvFo1xHlFkiFmLwcp1ni3G0tsex90Ab2jsauX6K+OD9Gzxv1nHddWN9fZk6meEYGQbpj9MG3OM89yHAsUM818/PzyHA82KZh5mPP3ofrlPCN79xjntMxtOPFdqU+/cf0A6l8OMf/5KyyyGRCCBRb1wDU5RbHfbt30070kidnsTHH39MnQnwTLdG/dnidMqUzwrMtmnDbrFtD/fGDHEEudZKmOXZbG52kXRmEA4mkEptUVevQN9c4tKmra3m8N5b1/Gjv3+XNKxTdmnvbHjpwk3a2UlcvzKLjz88z7G2sTA3jxyDRJFgEO++8x4++fgS9/mPsLSQQ3o9j2gkiEjIRU9PDJnsKI4c68WXv/ISent3IVbfia1SGcm2ONzwJuCu48jRAThuGU08U22ktzj3CvegSbz/4RX8D//Tn+HdDz9EZnsLZatgYWkBA4ODpGGOvM5zXcOzW2YO2tqasbI6hwcPr/OsDurAS7j/4AbxbWORwUuX9HZ19+HgwUPYs3cvzp19Gl2dA+BVCdc/vY3pyQUG310sLmxyvdzG9lYRWd63JicmMDszg08/vYkFBlk3GFy7fv0eAqE63LozSpoWiX+Z54YxhCMxzJDPapeljVpdzZA/N7GytIZkfQPprWB9bQW3bl9F/0AHurt1FihxT0qiLhnA+sYKDh7aw/PPWWS3slignWmoq0NbezOuXbnAOW9S91ZRKm/hwMFhVKp52qEJNDQ24dvf/R3uuSe9NTQ5OYf93HuPHtmPzo5mrK0vQp+yDYSKxFWH17/2DA4d7WRZFPXJCHmU5Rodg85i+7jPLvIcN/pgEis8+9fzHKY/SNnkmf/BwzHa7XkABtd10chxu7q6cfXKNW+9bvBsCz7NzQ3Y3s5henoWmzzv61toUqkUstyj9TW/9XVx1NfVY8/IPuzffwQVBnEnJ2eZgn3mUKKO7BrZwzPVMuKJJO1VDIVimbo/g+aGOOq5lwBF1s8jEot4OqBxorE496dm8rmEzs4O2o001ni2NzPMzc16gdmbN25heWmFZ6ctrt1OPPXMGeir8Vtao7DANuBm0dgcob52IJlMcjYu1tczCAUiqK+vJ/+aYVy/k1MPsbW96dGsP95rauhGd/cQGhqaEOVG0cg7USKR8M4ikXCYe1UQZg7k7C7RRxUKBTmvMCKytfRlRAjiqWSgNMTzYa0s4PGahHg/lUqFOMpQu2q1Sl6VoDt7Lpfzyos8f5Z5fxcO9Q9S7wV6FwL1V9sM17BkItAHCjLU9W3Kx++vduoTDJDGcJS0RrifiJYAAoHA4/Edx1jHNrzXa15lyq5MGqsczFwH3KC4z1NaPB/mS0WeF4oenaz2eKJ5hskfpWZGe1UlTyvevOTP2GbAWfQKlPfp01jCITqVVyp+AAYz83hmVsuDj5l5dIsXGs8HvTuO440rPOKdcKnMrEaPZKZxxWcz8+jTu2gSqFy0qr9oUF/xjsPCcQGX+7kHrkO6CDyvqp3qNZaPY2eZ6BA+gXBr7n47vatcfc3Mo119q7z3+nSJpp3tVS6cascNAw7nHKXMBC7XsnB9Vi/KaqB2PkjuamtWG1Pt1U9QwwsPr9qbmSeHz/HZanwuUg/UV7g0ivrrvQaSfRkFBrgFJepTqVyhzlQgv65DvMKvfhpTfQXKC5/AzKCyMteBQHnVKxUoLzCr0ah8iWuyTF+Z6n1QucYRCK90RaC8mXl8V1vVm9VwmdXSnWXKq51AebNaG83DBzOjbrgeaIxgMPB4fQS5hsV7M4OeL+JRGWAwqwH0MF9hqsBqmXZCoHetS61PM2MtNYF1wqf5S0cEZfJNc/dB9SoTVFindGed6vVuZt4aE63ikesGoFRzNKuN57qO10ZzUh8B+CgVXuFSqncWe3JUmd5Fu8p8UJnySn8j8Jyneh8M5mXVVjg1jkD5CteOygUV2q8vgpnBuGbMMQgNrzAo078kqGgcFqscZvypAb7wCLdfZFZrY1ZL/fJaarXk0W+zz78Lj8DM4JAmRzShJssqafJp19wEO98lZ7+sStmbmUev8n47pVXiqbJeQNRsA0KtrV8PPqoXMOvV1+hxvLxfZlbr59f5qUu7I11xXNdrb1Zrp34CH6/SnVAbv/pYNzQfQYV7jOqUFxR4v5YdVCq9Vp1AuAVmpsSD6iP560VjKTWzz9Fl9vl3fx5KzUxdPJug/hpfqQqVCjS2UpWZGXHX+GRmKvo/BWa1PmZGPDXwEWgMgcYTKC/w80CtvdlnKfiYGX9/9qM+Ar/Ez2sdCsgyroEqoYISbWfRs9VV+gGqKLNS9lpjfg6oVz4+lYtPSoVboPxvAvUxc+DSgSvb4VJnxHeBmcGsBnpXnQ/SL7X3Qe9qY2ZC6fXTu9qrTu2U6r1WzjF/w1jqLHqrtBU756A+AjPhr1IfKgSln4HfV/Oskk8eHq61CvVXuLRG9UcnSvWudhW2qzwaS2Wq93Vb7QSOfqlQIKVXQw2myWhSyguESKB6gfIiwq/z8cjBmdnKeJux6tRWIOE7LhnDg4xwC4Q/FovxANzgHZzjdIirTHh1eNFBc2lpiYfpdV4Otrmhlz3mq16L0xuLh1Lv0ELnq2hyHAdBHjYDFHqAqcYBH/VRvfqpvYJYGsOfs+rZ7PGP2qpMqUDzU1s1EE4zCUtvgOalw2g0FqXDJ1aDeAwRQpCHddOceXgPCLgxO64L0Sk8Ss3MQ6TxBGbmzdUfVzRLPkpVHyA+KZ36a446MCk1s8cGTgiFW+WizYcwA1U65Ktc9cKncZSambf5Cq/qzMxTRNVLhmbm4RffdUna3NyE+GJmnlzAx2+n/j4el/RqPI9m5vWueoHGdcxhT0DvArUTvUp9EC7tmTIaokf91MnMvLHVT2BmKvboEm2iR23VX7iUmtXmIXlu57aRp5OlVCkRPbWU3UWrDrnSTemkLnHNvJy1t7fTodLsXV4kD12C9BejqwzmSJc0sPqSIP6Y106yMTPvwiW+Se+kfxpb8jQzaK6CMHVFNKqPaFa9xtCcRbfK5ABWf4FwiQ4fl8rUTjRUaTQ1f/FKZeKN2omGAg/KKgMqCAQdJOpihDjCdMSEwwE6tpNobkqiLh5icCqNhblxuMhhZLiTwZNOdLbFMdjXhN6uOEaGmjHQ18BgRROdTtT5EI+M1S3Eo0BbSwjtbWGvXXdHBPFwno6gWRS2loHiFrrphGtrbkIimkBjfQMCFkCC9qCtpQV1dAgXKZcy5ZJsqEcnA0+NDLC2tbV69mCODirpseY1T8feRiqF2dlZOgOmATpHW+ncGRruhZy9jQ0J2oQq8rlNOiPGkc2u0TG1RkdOmk6wZUQCQJpBv9XleUyMj+L8hx/g5tWP0dPVhv6+LoRcB1OT40itr3p0dXZ0IBQM8dIeRReDcMmGpCfvNAPuslf6f5jW1legT+B8/be+iu9+7ys4cfIA9atM2xBGJBrmOgvQwT9BemexwkDayMgIg4VnoaBOB/VsfS2FC59chL4O8869+5ilE209tYmFxU2kue6idBIGXQNKeVCE2Lt7mI7VQYQov2bytLGpkeNE0Nffg5bWRtIawcjuXSyL0XlToX2p0ImZQFNTMx1H25CtnSMfHzx4AOl0JByFAq6fnL+K9TU5DEGn/hZ1o5Vzj8B1gtik83dqahqa/5GjB3H48AHIqdbb24UOBk0StOc6ZwZ4mS0yUN/YWIeWlmbqnOHT69fo+JpCfbKezsMMHeYrLA9jcLAfTzz5BPoHd5G2Fjpn2tHQQEfdyjpuMmC4QedzkfrbQh3Zv3c/Tp88jSE6+MJcOxorWdeATDqP0QfTDLg8oBPujucA1lxmZuaQyWxTBxZhCKCjvQvhuINANIA0neoPxhYRZDB4lXIcnRqD1ohL2Q8M9OLkqWMM8JxGZ3cjIlGHOrRBZ+osnmaw7uy5g4hEjIG70xgY6sLAYDuGRzqZtsBxXTr6PsXc/AyDkCPQJ9P0/1FduXoJa9Snqakp5GiD0nR6mRnlUsZWNkMap9Hf34tzT5xBa1sTNjbWsLa2Ctminp4erocuOJywnGARrtt0Oss+iwyi3kM+X6Yz7zAaGlo5zzB1thmFvOGjDy9hcmIWS4vruHnzLnVrAvfv0ym1tYWjR49hZEQ8b4RjDu7euUeHcAn69GFbaxvm5xcRjUTR2d6GDjrKXn/9q2y/B/UNjQjEogjGIyiZSwd0iMGXPJYZQJ+ansaBw0PU/y/j6aefxAsvvYBQKIJ4Io4U1+sc5dHW1o6Ojk7U1zUgWe/AcRzPbt65cwtXrn3KwNb7+PiTTzj/FOfciR4GbmWXi8USEtSdJG2CbODS8gKKlYLXTl9JfPDQLjqK96FQzCCd5lqn11ayXKXjXF8T7PCieeLEEeze008e3MfExDIKuRKG+3cjFAiht7sTp0/3obklgu9//1s49+QRyBlZqQSo98D9B4v41S8u4SYD/pFojLxcJN9zOHPuKOrq6siDLVSqRc7X5TqaxCTtRyQSoR7MoaW1Hn2DTagw+BaMxDEzl8KHH11FvD6JCv+l0iu4eesiSuUU6hLA6VO7sG9vN/p6m2GWQzAUwszMKmKRBtrtbraLcJ+O4s7tcTqKH+C998/jBwyiX7t2FcMMoMR0DgmEsbWVY79Z2qEKhliuryn+4P3LnG89XnjhVfzRP/0e+gcGMTE5haamBly8cJ/2uAHrDLqurmzSSRrGu29fRrnkUvb7qB9BBuALniM4GAogEAgi4AZRYmBwfj5NR2YcM9OrbFOlfOlkhYN9+w7g8JEj+P1/9LvooB3t7unGIIMtk5PzOHmcgVqUEAiWaeeWyO8CaS2Qlhj+2T//OppaGkl/CYYEbVcrHe4O/vIvfoFf/Pw89fcU5FSdnVkinRXUJ+vIfxcXLl5CiTfvJdrYdurtNTFc7QAAEABJREFUCgMvc4szMAbP9uw/gG9863vo7OpFIJDAQF8fAoE411+OkOa5QLQ4DAQ/jVAwQt0MoKOzmwGzB5TPPdzl2hmfmEJXdy+DCA8YCL2Ijz++iIufPEAhC1RKIWxlSphf2MT/+D/8BKsrW5THbgQDEbS1dqOhoYW6lKZN2qT8Sly7d7jmQ+ju7kCFh/dkQ5xIDPG44de/fh/Xrl1GvrDN9Cod2XP487/8FfuBOpLkOmzD5PgcvD+UmZnCu+9fxMTEDILBGK4w2Hf71hV0tNfTVnYjn93Cc8+dQjTscH0U8OZbH+Ddd8/Tfix5f8iysLCCU6fPwA0GsLSyzHVZz3ELdHB3or0jTB5VcefWOP7Vn/4t/v4Hb+KHP/o7LK+N0U7VobExitu3b5H+AufSh/feu0R9AXbvHqT9SKC+vg5Gvb9x4zpuXL+Bc+fOcL69pK0Hmc0c95cEbeQA1lNL2LNvGApidXY0Un+CDDYu4MaNCYzs6qYtTXLv3gTvP4hwr8rl8vj+P3oDJRSQzWdx+9417No3hFt3xpHNujh+4hwOHR5GfSPw1js/hsvgWjDk4LXXX0AnbXq5kiF9IL+A5uYIYtEqjh3bg9XlDe8T923N7VheWILskv6wo5vB8yBtSGd7K86eO8Z9r5F2Jk1dz0Nfd/mHf/B9PHHuCTz91DlUSgE8uD+BeKwRedoYfYJ0iPtbOBzjfJsR5/rMb5ewspjivjUGg4ve3m7KbxxvvvkmdJ74iPahUgqSlyF0dQ6gkbY9Eq5nmyl897vfRAuDYeWKy720yODjNM5/dIl60UC9+YA6mOcaHccC6a+jQWlojODY0UOY4R43yD3mmWePYYDrPseAwCrXyQMGhD98/wPcuzeKA/uPYXJqiWeGAPfICtIbRXzy0WXMMmCUjNVRz7cZ8FzAB2+/wyDvGra4l4RDOZx7Yj8SiQrq6gylQpprvN2bxxxpuHNrDlcv3sXHH1zDjWt3ceGji6S/kcG0PF547hy+/c3XcOZUP+K0l7uH9kF7+sTELfyjP3wDTmAb6VTO+4OqHspA9KZSayhwwW1tbXAv3cRAfzd5GgYZyXw/wrx3xbiv19XH0d7eTPkm0NGRxKuvncYbX38B+w/2IUBdv39/CsNDA7TZAY5TRHNbFOFoEGupRdq6bXTQfpw5c4b8/h7epV538ewX4P7+kIHYankb/X0NOHq8E4n6IsAz8J7dvWAMkjTlAMp0amIRE+NLlPEcUmsZnh+WaW/bITw93YNcm73Q2SGTTXP/2IACvOFAAy6cv0d7FUIgEOKZsg0D1I2Bng5867e+hFdfPItDe4dw5PAQXvvyy1hf3cAnn9xGsRBAU0Mnz3ZF7uU3uT/dITsq1MUybVkAXdxzZTyWl5fQ0dFO+ZZot8vMt2Ef183aeon5bnzp1S+jg2dv/eHHWirNM/YMHCsiHg1hY32DtAxi/OE0oqF6FLeBxbllHklTtEXXEUs46OrrxcEj5xiUvY1fvHkZ//Of/Q02s4aJmU385OfX8LNfvo8Ig6DJZBzZ7Cbt+Ah15wTt/CTo88fK0jp2D+/z7MP83Ap5Mo9Pb8yiYmH0DQ1zf07iwoWPGUQfwb59+2l3DC73oJs3H1IX88RRgOzKkcOnoGCj/lhqaKAPn1674OkBkKPjKY3jJ3ejoSmAuw9u4Ob1axgZHuL6WIHO2SNDQ3jumWc8XMGgYWioC8+/+ASGd/XAnDJmZufxV3/9QwRCMfzxP/lDfOc7r3Mv2kJDQwwHDuyn7vehq7MdDZxjY3MMTzw1giee3otde1q451d53j2OpuY66Bxz795DphX2baS8HJ7VluFUHbS3daKegc2trW3SUeY8qyiVi2hsqqON3IMI9fTu3bue7haKBYyMDFNu7ZxbiXoTJM48968qbegqlhncHh8f92zCzev3YdUEbV8Sq6trMDPE4lHurRmMjz2gPKexxntRMhFFW3MD11XQg9HRe0hvriNIG5ajuu/ec4g0ttFuOgRDJBLG3r0j6OpuoYzqEA4HID3v6ibPzOWel8EKdW91dR6RqKFqWa4bw/4D/YjEqlhanuEci+wXQS5boW65yHMvDQcCqIsHEY0Zcvl1FPIZNPEMWClVsLK2xv0vTXlnkOd+oLt/gQ7dnD6dSmVyHRcR2pQY7W2IZyiXa1fnTYEZaaBDrUoAH929ZQ+z2SyUr9CRpneBcEpWul+zKVziMTPy1yG9YfIn7vFR4wt3gDQLzGpj+Hd80RKPxxGNRj0I8PxkMIgujz7HpewCAMtKDGbncgXktvPUrTx1oAJQL4qFMrZ4d8nnC3A5jiAUDHk4NBfRIDo1B4H8B3nqh/KqE5iZN06A/UPkS5jBVYHezWo0C5eZwcy4RwY9el3OW/Mzq7URrhLP5eKP+CQeKe+Vl0oeHzWuQPwUTs3BsQBtSg2oCJQ7ODewzPHmoXEEjuNCc3E57k7e+fxU6jgOzVqVOCpeSkxevsQgVKVahgf0KRR5by6VCzD6Cryza9CFnKlqLxwaQ/gEyosXAr0rVZsqdUVzUz/lzczjo3iodkoFyqu9cHvt6ZtRKh6JP35fGKdNnOKNQOVK1VaguSs1s8d8MWMngLRXHoP6mdVkIvzit/pVUfV0NEg5a07CrbYCooCZeXhFr0DzVDulehfwWAqiIR7XAzPxGygz4OrjAR/N1++r/noXmBnMaqD2AtdxPb65lKvaCFSu+YpGovPmpnk8ng8DB2pjZl6d2mqOai9QXmXKq7+ZKXnUtkx6S54+qo3w+qnytTFKnq6pXLiER+MJhMjMHs9D9Dq8i5vVyvSuuWjeAuUFKjfHgeO6ANOd4JVTLoFgEI7rerqrsQRm5r2Lx0WuI58epT69orlAv4jeRXOBdk+pT7dSgfoIJETh3glmBtEoWgVmn39XnVmtzHEkf+cxD8wM/95Dd6o/5s5x/HZ+We2d2knd98v8VP39/BfTWj/OhP3KtM8cDhAZkoVL2gTK+0AaNXfhFPj4wMehPD4DIWHhjh8zB6p3KRtfpmYGsxr4dar3odaOdo24zWrtNGaFa0V0+CBaBP57La14uuqX+6lkKhkXKOsCZay8QHnZW9kUgcqER+391M/rXfgEZV6gRJM/VZLpzVPz8cGsRrve/bmZ1crMaqnqzMjzR+9qJ3sRCgU9m2JW02GNpXGV+mPq/TMoP5632vigtsrvpF3vAtUJzGq0mNVSlX0R1L5K++uPV6XuCNRO6f8eqI0PO9v5ZX5qZn7WW7cay6e7ltbm6OMwM5jVwOejX7czFdKd78p7ZRX+lvIThxJOiee+KkrlKgo8F3nA80OBNrP4CGRL1F8g+pQKlPehzD3TB+lOie/SK4HK/XYc/XPz9NrusFNffPf7KRUe1QundFip3jWW6NFchN/MlHwOxCtfz2przYXKlK9BkGeVECHo6aDqBGbmvdfaBHhmDnkgfVWZcLpubb2bGWXjEEAwD7+ZUvNwODvWtuO6rncAjDGIIUdtXV2dd1AS0tpkJB54iPx3MUEgRvipGKBDvMrAp0KF1V9AqVwM0kLXwVSXbaV6V7nqtfh90LvG1mFJh0z9daEOdsFHi1ITFkTCEV7WE7ys10G0u47rTVR1IR4G1VcHGU1WdGssjamgl0B5jWVmXj8zMe0zcMkX0SF8AuESOK6DQDBACPIiQSHwcB4iBMIhmOsCNNz03VGZK95mrXHEI9EAPmb2eDyViQbR5oP4p7E1pkBz11wkl2QyiaamJs437gnfzKBHeNTPxyGcehdobL9caalc8mSpuamf2qpcbQUqMzOPRrXRnJUKRIsvF9Gkd8dxIBySaSqVggKsWhQaVyB8VZ7AlIKP67gIuAEIn0t+qb/GEPjvKlOezR8vUuESncKlvMYUvT7oXeUCjSVQmXD4uKRjok8BSumh2qpOoLzqBeqn/mbmyVBlGQbtNT+B+kuH1EY80LqRDiovmWlu0gHVC7feNb8QdUR50WRm3roTH6XLjut4cgmzjeMaBMGQCwU6Kzz8O47jGQUyxNtsNG/w0RhMvB+1UbnoL3CzVd51XW/Rq53e1Ub0RmNxwHVQ4maq9tmtDJ0ja3S+pKGvfdpMpzA7M43FhVmk1lcwPs4gGy/hue1NXlS3yJdtJOvj2NpKYXrqHman7yOXXUc0VGLQtIhyYQm5rXmEnDTikRyssoH1lUmMPbiNpYUZlEsFbJGn+ivlGQbk7t29h7GxMaRSKYxPjGP04Sjm5uboANnw5q2/yCsUCp5+iff6fybv3btH58p9r93o2Ci2t7NcF2EoYLKyssJLbQIuHKQ3NnjpzkNB0D0MWiZ4mY6EgyjkspicGKMTeQ7rdCQsLy1hQQHFu3cQcFzMz80gQSfc4EAvnn/2aRw9fBjRcJgQAbiBhYNBaH0vLSwy0LUGBVOjsTDpyHiOIXoH6WBcpj0No59BzSAvbJ6geBuRLjQ1xengXECGvJ+ansLC4jwGGEx8/Y0v49yTZ7Fn/whlVKWj6/9P2n8AyZocZ4Lg5/+fWlRmaS1e1dNav9b9WjcajQbQACFIgCCHSw5nZ8nh3o6tmL3bu72zszNbszu73Vsbu9nZ2Z2d4ZAEAUKLBtCN1upprUprXZUlsior5X3fn+9/XQ1ibs7s/ldeEX+Eh4eHh4dHhHtlPo47u4pYPIA9e1pw5vRRHDy4B23NDewry/lZwhYDcikGY3ThvnTpCm4yyHOPztApOnpmZ2cZHFiH/vq5ti5NG1JLXvN0powQBjFCx0qEDul2OjocxyHvOeKuIx6LUUdDqKlJIp2uxY0b1zA6OgLZ9ijlcur0Sc8ZfujQPqRScWRWFjA7N0FHyBRGRgZQvm9rRLNYKNDhmUcsFiHE6HxuZJsUFHxWEPfOnWE64fvZbozBm1XyNI7BoTFMTMzg2pWbuHtngE4ufXplnjqwwbmZpcM9Q13NEXeYzrEr5O8GXv/Vr3Hlyg3Mzy+zTT/0Fb55BtJa6Qh1Oadl2qJUXQ3WN1YQohNnB53IbQzqPPTQQ/jaVz+P06dPcR1WCAYF712un+s3rmJhcRYa52c+8wzOPvUovvDFz9AR+wLt/DoGBm/hxq2LdI7OcGxBBh6ydGgPQ19vd+r4XmxQz6fGlzE0MIyGugacOHGKy7jEPioIR0KU9RpKlFV9fb1nS6W79Q11CNBxl2NgIMu5dwJlztkiPvjwfdy4eQOTk+PoH5xmOwc9PW1IJlOU/waD/vOYZEDpvXfPYWhwnOtyEf/qX/413n37I3z04UU6Wq8BFRfGYHI4FKUDrI2OqTgCtMkjw2PkZR36NHV9QwPleI0OryW0M4DU09mJA/v2UHdqOGfT+MUvf8FAxW1s0LmTzbJfBs00x0U6amKRAOXgoK42xDVXh87OFgZV3sT3v/d9dDEQ7ND2LdFpn2YwNLe5ifq6evzZn//H+MY3fxcnT+7H3PwsDh/Zh69+/WUGRwrss47BnVPoIA876NiE46i3IKUAABAASURBVCDE/V96vrKaQSsDchHqoz794HIc/f1DXA9bmGYAu7EpzTnKgQaIzRzKaAUffHAd165eRSgUYHBEspzDjh1NnO96yDk1Qr1bpR164vETDE7Mo3/gEh574hB6dzZ7stvZtwvxaJI0K7Q/gwxSf4TuHS149NGT2LunD4cP7aKN4PmA631Oa29tE+lEExLxeqQYQOvq6cah4wfx3kfv4SYdoHv2HsC+A4foyN9FWxfiOrjNdZ2DmSFf2EIwYFyDUQyP3iN/6wg4Ba6tAtfiDPbtOYaFuSLnepF2pgmfefFLDKQf4Rx2UK5NCHOOW+g4DwTDfG/gumuinR1EZnUZ+uRLLFpL5/4sfv7aG3jj12+ivrGea3gWK2urtD9dlM89juc4bfYyHDqw66m/uc0Sbt/qxxpp5OhJLfHAfvfuKIMlA9jIbmJ5aRWPM3hek0yjUg7g1u0BBsHueLo9vzCL27Sv7773JgJh4JFHTuPYsePYIs27d+8hk1lER1cL/uRPvoo/+MPP4eu/+wXO/UFMT43jq1/7Ev7L//KP8J/+p3+Kw4f3UU8WiA/a+2XMTC3CqcTp/M1zDawyED+I8xfvYmR0DtFIEtlsgXytcK8a9z6hpwvt+fMf4tyFj6g/zQhGE1wHASSSYXzmM0/g4UeO4nd/9zOUcxkXzmkdLOPihatYXl6jw/cQUqkUGhpacfnidaxyfnfuPOh9avzK5Wk4LpBMBjg/97gvLKK+vg7mGOexFm/88hzGRpa4LpfIVw0a6ps5hmXa5wxtejf+/C/+AR5/4gTpx2iLjqK3r5t6ZnSON6CxIYkPP3yLclynwzqM/+TPXsVO7mf9g2P4+c/eIl4U8XgKtek67OhtxGc++zx2M3i978Bu7NrTgViiiEMHe1BfF8Pm2jrSqQYELY6Guk4GdzsxM7PC9vXU6THKbZLrt4n71wp1YR0/++nbeOvt17GeLXEdtpD3OgzcnceH702go60Pjz52Bk0MVLW0NXK+DqFM58bs7BT+8A++zv6acYvBjbmFVfzVt9/wPknWzrW8c/c+Buxv4M4d6d9HDGr14vGzR3Hn7i3UcD9Zy2zgvbcu0Jm/yj7ayGsZ/9EfPovaZAK1XE93bo6S7j1cuHAdFR64NtZzDBRFONY9OMS9emJ8CqdPncHffecjfOdvX8Otm5PILOUhfvV1ouNjE5gYH8Xg4CD1Po1kbYJ7bRGHDh3CiZOnKIsk1/4I95ksfvyTX2B2dgHay7QvDPG8ka5N4eata7QnbyC/tYLGxjgSiThu3bqJN998h3N1HnduDbHfQep3BQsLK54NQCWIDPUo4IYZCLrIdb8T66s58h5FnutpdHiU+lODAAO+sXgEawwybzLYeuv2Vc5xkfvLBnXJxa9++T767w17c3/92rT39d/S82AowUD0YYyOT6OB63l8fJJ2aR+KugzzLNnS0sD1ewO7d/ZheWEOuxl4UbA7FA1xDA2I0KF++tSj2L3zAMcyTD1o4/odwMpqgXvCXXR37kFLYxfnZQ1PPPwUBu+N8Ay1iB2dO7lOF71Pdy7zzHj8xE4899whNDUVaGsGcevGFWQ5zhPHZU8yWFvNY3hwEt1dvYjx/HHn9k2eITM8r83hc688i1Ixx6B9P3iVRE1NiPIbwuEjO9Ha2gj938GzszOI87yVz29RT1fR0lLH9TmHX//6DUS4r9ZyfoaGB9k2gfr6Wq6LGgbJenD18nnO5TgiUdAOzuPw4f146MxDXPfPYXV1DdeuXwXZ4V50AE8/fwa37l3HvcF7uH7zJq5cu4V+6svR43u8PzTQvv3UE0+ijXpf3xDFSy89zn3gCF555XE89+yT0Ke1Y9E410vCs8uZ5Tz0Rx86n4yNDWPnbtrYe/cwPnETTz17FA8/dgD/+M+/yv3mKL746vM4eHQnfu/3vwxwv25r68Qm90udKws8hzulHDZWF9HcUIOT3E/6h+7i1s15SD8vXbyF5cV19HKvkQ1t7UhgY2ORc9fO83kMb77xIfbt3oOmhnq88PzTyK2voa4mzbUwxLG0Ye/eTkQZ5JmamUZbezv0aVKXzt5NnpkdK6HIuRkd6UfABfbs7sMaz9htrU3cKw5hoH8SPI6y/w2eRebJe4T2FzwnTVE/1qA/znvr3Yvcl8ugSmJubh66Sxw5sgt19VHaqQoOHd2HZE0zCqUABobHGeTsh/Tz+LH9SDCQtjA7h3nyVmFQ5NlnHuV678HBQ32IJ0O4enXI4/0A99TWtgbkGUiTb6K7q5v91HDNj6O2LoXhkXvIrMyipjaCFM8qR47sxb59O8nrKvUqgpMnD6C7uwc3b9xEPl/kWakFA/fuYHRsCLG4g737duDkqeNcF+uYmV7G+++ex7f/+m8xOzOHLur05Us3eDY4h4mxWe7PHAPPsPp2jYGha+wvgJ4djdAn6HNba9wfSggGA5RrETXJGvKwzj5znt5u5XKcuw3ov2RoaGhCIpGkXKe4T095Y9Cn7js6m7n/PI4nnnyE++QXuEf1kXYddu3sRiyWIO0gx5xGc3MdZRMmjRjHmEJ2rUT+lliWhutEEAxEkOH+vcj70wvPPIMdXR04yr22IR1DR2s9olw0juty/wl5ssxm1ziHBfKb5bwuYoD3u5XVJQwM9OM899b17DIamlOob0jTjtRWzwfLy97+EKhUcO38NWyuFJGuaeGdsYQK9erQgZ3o7e3gLanMM3UGbiCB1UwBgWCCMinQNkbR2pKinkdRWx+D65Z4D1ijzm3C4CAUCnv0i3TogY9sdoVGRPfHjWwW8gHoTq967VNEYZsQwrzbhWj7AtTzIO92ek+lUohEKBe+K1W98AVm5vUjugXeb+QjmOMdUrC6ukpbsopljlX9qV5tXNeB8upfPhO1UaqyEheDfGZKxVueNCkEjs/1eNN6FIi/CmUnHPAJcbyuGyCq8c04HxVUuB8GAiEIgsEQBI7jVvll4FVt1Y/6VV73WOV9EH2H52z15YPeVS4cjZmdwczgUh9c9i+ZBQJB9hX0ZBaiLM3ET4k8lby+wUcyFw3JQPZM8pEMlNcnqnObOerTJtYZJN7I5pDfKvIcBhjnFnzUt3CzvDeLhmipTLyxmmPX+Cvcq43gVIF8qF+NWeMFH+GrrELdKNMPUuGlvvpe8WgIT3TVplKpeGNQXwK9Sx5mRkoCePXCFbDwwbvo+HTVxnUdmFXbGM+FLuXnUNaO3edVeYJoVAEeP+pTIPo+TTOD2oqGD2ZV2iqvzknA689vK71SHnzMzKszM68P0db4lOqMXOS9VO+Ss0DtypSF+hd4eDzrqbxIR72gVCpTx4veWs3ltrhn5Ty7VuR63A6+TCRj9SFaokO2qEMhT4c0BjP7e2MMhqp6FuBa1biF95uA+4+Zee3NqmN1KHPHceH6cndcr95xnE/Jwsw8HPVhZtAjnsWn+P1t4I9v+5jUZjtojD48KKdMlS9RlpJvmZ0VmS+pnOC4LgLBAOUS9Hg1My8Vb5pjl/UOxwU+ZubxbVadU9EFH9d14OObUddYDz7iRTgaV4nz7eeV/ib4uFov/lhLtFvCIynvx8xgVgXHYT8Er+I3fhn5FfxG8W99rdBvoz7Uv4+gPEXjvSqveoH48XkrkrdPZFoB2CdNI1d6BWWtexLwUspaNASiofTTUPbWh8q8DvlLeR/Uxu9Xqd5Vx0bEhCcPycLVPLmUiTnwHrKkVOWaG4HyZqZiGP85lJ/KZE/D4ZA3h3pX+QMgPTN70EZ0/Dozg/JmBrMqgI94lHx8Pa7KrOTZLdUJvDEQV6k/Lr9cqQ9+nVLhfgLw+lT/DmVvZtCjevWnVO8C5TkdynpQfa8KSHkVmlXbK1/R/HHe1KcPPj+V7YSEfB9UXr6vS+X7bZUKVCe4j/ogUZlAOOpHqUBlPgjZzLyxmpkn7+qYOdeO45WDj4+v9gL/XSmr7/9UqDafBlUI598Hqjf7pH+zap9m98vEAxzvjMDho8L6irlMXcBR6gDm8MeFw3eXeiodUipQGewTe/KbcsC2x+dR49McFxiL0PlCILuoMrX3Qe8C6aHqdV733/1U5cr7bZTqXW1+k67Ki7RjAtULVKY2AvEn3nxQmUDlGoaZcahGOTheyt0X2x8z8+ocyvRTYPZJQ/ARQRH2O1eHZuYZ8e3CNasKVowKhBcKhhCPx3nYTSJKR7yxM5L8VMdm1XbCF6gvpYISDzSiJeEoVZmY1SE2QudpmIddx3VFEjp06gCmw2iWB2TREe9qJ8HrsOXTUZ1oCczMM0aiJZCimFV5Ep6gzIWoJSwocsHlOTEC480xwANigQa6wLIi0yJT9aP+xI9SvUt+4kf0JTeBxuIxT8Kq80F8Ka96bYwh9qG8WZVX0VB9jpcqjVepxiheBcJVvQ/qw8/78vDb6F1tlIpH5dW/n9e72pqZyIBL2lMooyHUuLIbWe9iJzy1M6viaXyJRALpdNo7+HuN+Uu0hCsQvt590LtAdQLRlwx1uNZlxB+reJMMJBvxoXeBZKBxiJ76lxzMzONXuHoXjuZEoD5ER/qk4Kfy6l80/PaiK1zxsU6Ho1K9q63omRnUTnoup4WC3OpLPAjHzLxDYDye8OQgXNHWJSgWjXEdBaAxBOgoCwS5WJ0KN/YijWeJfDNfKfHwucGL2AoPpLxA8rAo+rj/iJ7jOg90WGNRvcO1pjrxoTGbmXdBNDPS2yS9Ve8SKZnqk4cLvCwrzW3lOMdl0nMRYUAiGAxwfEbeA7z81tDB50JBxxwDlSVa4VSqDvWNLSiXgxgZm8PY2DRc6kZNIoamxhRa6dDq3dGGrs4mOuUqdBIuoMiAkKCxrha16RTxHbjmYIEXz6mJCSwvLWFjPQuDAxneIC9k4WiYPAXgcFyScYJ2Jc228XgM3d1d2Ld/L1KpJNrbW7FzZ68nVwULs6QzNTmD1RXKcCWLqel5TE/P0il3hwGU69BfzkZ5OXZdh3YqwSDKDhw8eBDGfrTudu/ejVRtvQfpVA0qtEmbGxvI8wIqfRiho3NyYpI87MCJ46fQWNdIR2nOWxMOaRw7dgxPPvkkedrpybu//y4dC/egT+Oceeg0A0vtaGlpRmdXO548+wgeeuQU5DiemB7HhSuX8Ppbb+Ju/000tzfSKdyHxuYGhOnkbGlvQXtnB8t208l+EsdPHEdLazOaWxpx9PgRHOAY6hiM6+zopkx60NHeC31yxRDiRabEPmo49hJKvNAomB4MuXBdlw7KBcxTF+4wMN3fP0BdcFDiZWh+bhFR6sOe3Tuxf/9utHc0MbCUpyM3izo6oqZnplBgoKepqR75wiadHvMYGR1k/QbkxOztZf+85Be2trBJ+1xgIDzDANUsA89ae510pjfUN0DOhpXMCh1oMTq9gIXFVbz73hUGSDKQs7lScTC/mMEk57TMIOA65zfHC9rKyioUBB5h4F3ra8++I3TAnWIAaBd272qj7obxyMNH8crLz+Ppp59tprtIAAAQAElEQVTG0aNHqdMhjq/s6ZTLdaW+JycnsLq2xrUSoNO3kWMvcVwF6neZAdk5yPk1OjqKWQa65+ZnADoS5fxa31iC4xaRTISwuDiFxx45jSceexj6pM/hgwfw7DNPeEGbHTt24JXPvYAXX3gSruNCn/jcoizaGADkK2Uc9vpOUddkh7q6ushHk9e/7M4WA8FyYBr7/ejjD3Dp4h3q0xja29vw+c8/jedJ98mzT6FnRx/HUcD4ZJZO3gxyW2WuiTjHAqwz2HP9ej8cC8Gl02NldYP5AOcqTx1d8fbSS5evoX9gFGusUyBtiU7ahqYG6q1hemoa/Xf7Ift87+5tXDh/DgP9/dCng7MMFC/MLCPGgF+pUEaI6RYdrrPTGYSCwPjoTbzx+g/pMM0gs5xDjnW3b42QL+OaWsfy0hyuUu8vXfzIc2T+zle+iJdffg6T06O4eu0inn7mBA4c6cMoAwJ3795jcH0aWQZNYC7XUjfS6XrI5h08fAg91Ll0bS3a29qo62VvLiu0p4lElEGCOm8uDQ727GlHTU0KspNnn3oSDQyCbHBfi8fimJqYxfrqJtNpbHLdRyMu+xwg9OPlzz3GvvIYGZlEbbqJa6wLRw8fx7Nnz6KzOYLVxWmguIGhgZvsawZjo0MM6N9CnGehnbt2Uh4hyrgfI6Mj7GOdfOzG/NwMvvt3f0sn9ggD3ec474DLddnKAGiM/LTTVkxMjGFg8C5i8SB1pYzmphiduEdw584Y/s//7V/htdcuM3BzG3/9N7/E3/z1j3H58m2srxU4R+Po7x/HFgM03XTurjLQGaBtle3p6GzD7r27MD4+QdtVoKxcZOmo//WbbzF4tIYjR47hyNFjEN9lyrC+Qc7nfkxMjnAtTlHvU5zLAhwLoou0P/vSC9jR08d5XsIInd83r9+l3iwxQDdH/Azu3hvH6Ngo9h/cjxOnDgNW5PsgfvDj7+Bf/at/x8DjJM5/fAMrC1kUGJzPzA8i6MwD5Uksz4/hyrnb+NXP3qLs+vHjn34HiRoX//X/4T/G//X/9kf4vW+8jHgiglu3hhkIHMePf/wusquGg3v3YueOnTi4/xCOHjqMi+cvUR+nGIBYx9WLl1DI5xi8OI2jJw7huecfg3FPrmfg8/r1y5hi8Pb8+ffx1FnWHz6AZDKNZKLGm6eRkTE89vhTPOPWoLtvD1ZWcgg4DSgVI/jP/ukf4GtfP4tjJ7vxX/yzP8Cf/cXX8Xvf+DL1JUbeF5FZKqFUiDLImsfQ4DSGhkagfWOZQeSBwdv4yU9/QMf8GBSU39xYxcEDHQyafgOnzxznXPRgx45O6n07urrbcfPmDdrlNvJaIp08smsV6v4OXLl6AwMDk+RrFStrK5hfmkJdUwT1DSE0NcexmtlEMp6GW4mhXAxjcWEDM1OrzIcwcG+Kel/hewYjI1PcQ2Lc15vwhS8+h3179+B3v/o0EgxUnX38YXzrm7+Lh89on8tiemYLr//6HeRo713X8Pxzj5JeASND/di5swM7enfixq1xhKIVOsDrMcBxy94MjUxTZ5bR1FSDd9/5gEGxZXzuc8/S2Z+gzZ1HdiOPAG11f/9t3Ll7lWvAQXtnHfubhP6QQ87WyYk1AEF89PFFJJNpTExMY3U1S5rNiESSKGwBM5OreO/tO7jwUT8+/vAmEvF69FI3duzowd69OyirFWzyjBPkvjjD4E4iWYu9+4/gkUeeRrquBb19+3hOC2JYun3zFu1OGg0NdZTdDGmF8cUvvYSXXnoWwUARSQY7xmmvouEElpc3WBaBAhWztJML8xnavTKuXL6De3dH0djQgi3a6mIOiISiyOeK0Cd2FczI8bzf2NBIG/80PvvKw/js555EI+fvcww0HjtxEGceOoDa2iYY7Xorz12f5V4XT9bjb7/zQ4RDMYQZEWxnAE62TufYPPcdne8Ocg2ePHaY+ncHyXgIqWQcxXKeemjIZNZx7PjD3BuMa2kMo8OzaO/oI48VlEoObU8XeXRw68YQRgan8JPvv4ZEJI09uw5idaWEaKieNqoZly/epkxnsHtvCv/0P/86/vyffBmvfukFrPNMtjC/inyhwvPEJnq4b21u5mmP03iG+3RXdwfeeusNrK1l8Pvf/D2cfeIs1jKr3CcjmJ4ewUsvPobWlihq08ag924MDd/FH/3R1/DNb76Mp556hDZZ8tiC/tCjVCpyviZx88YtZJYzLFvBxsY6JIf337uJkeEBjvE2Ll264OlYOl2Hhx56mGe7LiQpE51r2tqasGNHF27evMvxrHNsUdbVolyqoLuny9PTe/fucj0vwhzjurtL3VtCPB7F8NAQrly5DK3v9fVNDA2N4+XPvsxAcB5Ly4vo6GyhDBbxf/xvfxf/1f/+G3yvxy9+/jpuXLmHULAG0wwWf3Tu10g1VFBX3wzv7Dk2gVWel7VRxMJBHNizCyukFQo5XGPt+NJXHmf/60AlQDuewaXLHyGZAr7y1adQop71dLTyPLaJpvo0rl+95rUdGRjArp4dXPNT6OUeurCwSN1uIo9LuEbZRSMxrsNNZHjmauDZL8y+0jVRnKTdDIeApoYUErEg1ldXEItE0Nq+E8VSFKPjCwz2TeNHP/oZbV4erQ2tmJsylGh3J8cGOcYKcrkSdu3ajfa2HhQLIYyPZbCxFkS5GEMoEMb1K7cxOjSB2akp8r2GPXv68Ltf/yJxi1zXGzzXX0c4UOK5bp19XcWpkwfxpS8/i8XlVfzwp7+g7ZtDMh3CwvIUAkEjnVl0t3cjTVuejCWwf+8+0tqEw4BcY1MCKeLWN8RQQo776E28997HyCyt4dy5yxgeHkMXA7Kdna1cH1nKJEOdWEaZ68J1owzmFbmmF2jHztEurKNSDqFUiGBhPoeRoUXksi7WV4tY5Bl3a6tAPSwjGAwiEg0hwHOTOSXql8Pz2CaWMgsoV7ZoGyepV5ITafAcGqAPQmfgrq4e6JOea+srnOdVZDJLyG1lsbg0g8tXzjOQ+THu8R4xOj6ApaVlVCoVGKUUpg8lwbuabGpPTy/vUI3cB13MMhi8uVkiThitTZ0IuRE4PG93trajqbYOIQP5X4N0+cqVK9TvBCZ5D1pamEM77yCN9bU4dvQQzpw5Tb04Sd5a0NrajFyOPBFndGyY455HU1Ojt75SNTVoamxFS1MPaSawktlCNJxEbaoGRlsU5uFxiXc4i9Rian4dK1tApKYdRUvBCdQhmWghD2kG3LKYIf18uQA3EADMhZnD8YLvLsSvxl6ir6bMew0RYAboni87IJCdXec5dpPnH9lJ+ZMEyq8yKKpzr+hIdjGe5ZLJJOWWglJBKpVCbW2tBzoTq0zyjUajiHA9KF+mH0l9FoslznWA8xzyQPOvevGnPnD/MTOerVyAvIp/H4QHPmbGMVaoQ3nKOAcF3DUW9eNSR4gC8a13kEggECQvUcosiVg0DvBetbmRg/bP3OYWyuUKsao0i7wjipZAd5J8Ie/RUl79C4Sj9zLHVeWtzP2hBJUJ1FZ4ZubNgcYmMDO4ruPpfTyepP1M0vanmCY+BfF4HJJ3gHNqZtCjfswMKqtC0JOB35/Gq7n0+y7x7q68QPyKhuM47N/1aLgu9cN1VAwzo0y8rMev6nwwY121qorHvN+n6Ao0VvGnVO/q08we0AIf1YlHtfXlJp3Uu0DtfBCu6LGZN0a9m5nHt3TG4ThULxCOOBRN4endr9e7aKpOoDqNS/2JF4FwVC6ZhkIhrw/HHBj3swDvi+ovRLuhetE1M08OygtET6C8D14b0hI9gRnpERzHhSBAffTBrEpPPIgXyS7LQLnWnvgU/wLlVSeeNc8+6F3lAuGJhsYq2SivMoHyKlc/lfuBGOXZPcw+4aFaVl0LaqO2fjuXOiO+lQoczoNAeYHyFdpagdr47UVDeR9UJxCe35/aCkRHEKDu653MoSyaQrzfn8q3g/D1bmbCYhOjnB0vNauOpcwzi/oUqN8K8KDe4VyDD7vBg3q+CE/vvw3MzGvv42hsPl6FbfXuj1vlwhMor7oy7bEHtCEq80E4HnC/Ikue/pc5X14Z6fqp6vxFa1blxayaVuuqv4Uv2kqrJfd/ExdWpVBmXyX24eMpFYhPHzQWH0TLzGBGgHkEVSYQvo9X5BnUz6tcND1kNjEzGOWucum28JTfDtvbV+vLXnP9MjNozgUubb6/5oLcO1nl1ZlVccyqqYdLHfb0hWn13XmAK/7Fo3hQf+KrUCh6c2Bm2P6YGfhDMK9Y7dReoLxge77MPUbSNjOvjXhQQ+EIlBeYmcePeNsOZp8uN6vyLRyzKk38Bx6zKh6Tv4dZ/g091LvPl1m1nfpSQzNT4q2V7bKSzPSutkIQvtaxQOMVmFXbirbwfHylApWp7v8nIM+cHHXFpOKBXtSFmUH9PwD3E3mpD4H6KHNeuKy4AmgnYLznChymDipGAO2I43r7pkud0VgEjlOlZ2bgD6Han3BUp1TguNW2KjMzbH/MDCoXnmgGeB4OBUPe+UDvqvPBrNrWzLy+zD6dgo/G44HGJNDAIEtHzWNedZKxwJ8rpVU9Lzw4v+hd+4nijKr/90GZ8vfBUYY8eD9+RypTXoVm5k2QOteAdcARaOH6g1S53jV4InsHVR1EtxiAgOGBsIRvZt477j9+P0r11yfqR4wLV/3oQCq64kmbpg6N2+tD3LDNzBOCv7lm6bxfo4NcqYSirkQjTFwdbnUgFm0ZoDIFXKJA4DoIhEMeGPMyrqChCwQD3qFOfDhUHvUtIWt8AvWhQ7h4U534BB/hSiaRcMRTDJWrXvzocKq8xmxmMPvt4Lfx+9PhQod+vavOzNhTVUk0Bz6YmbfI1YfwxIvkJBmYGaeo4tWLF8lbOOJFxJTqXeXKa06USh9FP04Hb5KXCclD9Hxc8aT+RFP4whWob9EVnkB1vwkqF57wRTNImQeDQe+y4boO5QMe1AvUqzwvvnnvAqE2ZtXxKy9+lYq2UvGi1OdLPIim5l9zr3fhCISndqqXnELB6kUnEo3woF+Degapanj5U73aCVd0Ne9KNfc+PNCJ3CZ0mC9XStTNLSwtL2B6ZhKr66uUfwkg6+pXIJkJtvPiUNfMjLgV7yKzfP8vXEs8gJR4IZOuZxlYkj4IfF4q1GfxqfYq0zpQmS57nQzUKIhVW5um8yOKaCQIB5RrYQ2u5VBfF0Jt2qEDYBGrmXHktxZ4ASsjGg/SiRmjszFPB8k07t0bwQoDDunaRkR5MSsVC6iUNrmEiqDoYFYkFJDPrdF5PYD+ezcZAMmwvoz21ib09XTTWbwL+v8W2xn46GBgqXdHL3roqGhobEJTcxNqqGM5Bl6GhgbokJ/y5r6mJok+Bk6zdIiNj4/x8hVHc0sTncR1aG5uZLsGhDmmbtIp5iu8vK+iVDRs0WFTLhsdtUt0kFzBO2+/6wW1lhnES7CfWgZ5j5+gs3r3LgRpA3bvpXOns40OrEZeNrN0ooxgaGVkvAAAEABJREFUcGAImeUVXvpXGChZgGxbKpXGgQMHIQec+Jdst8+jgoo9dLjV1CQwNz9LJ9oMypUiGpsakKqtwfTcFErUD8HU9KTnEInFQwwqFnHnDh1qvIjvZUDg6aeexXPPvoDOzh7c6x/EO++8RwfKMjh5GKR8FqlbhVIBOQbGqR50pmXpYF/A5kaJ+ttEWR9CD2Ve31BPB0CCS7kC2b6Ojja0tLShrq6BDsNe4tagkC8g4AY9Gy1dltP+0OF9aGysw6HD3Th27BDq6lOkuROuaxgY7PfW4zr1WgHHLC9Ba+tr5GEdk1OzlNkqnV5FbDGg09LYQsdtig7NDc5LATE6sxQ4n52dByiXVCqKvfv24KtffQWfeemznN8kcbfIYyt1ZQ+eePwonXwJzM9PYTO3jtb2duxjoKShqR1ev2vrtBkRjiNFfhuoM0VPJvp/bPUVaFuUz7lzH7P9LJ0wa948hrgnpLi2V1ZWKLNJXLhwCTdu3KDz9Ab0iaVaOkl6e3dwrA6isRBtueMFwpPJGPWuBnfuXkcwEMfk5DjGGCyqcP0l6Ex3KUMzh7ozSifwjLeOte9wRWOCujsyMoLVtQwidKTpk6BNTU3Quu3vv0d9n8bt2zdx9+4dbDGYurqaoX434KtfexX/4I++hH37unHrTj/5G2afY3j//fchvTt+/AAOHexFR0cnnnjyMZw6fRwNTSmk6mLo7etANBmBcc4W6HjblIOEMDo+Aq2lJTpkL1y8iivXbtARdw43GDCYnJzExctXMc9ge5l6eu3aVUSok62tLdTnAvnrx4cffIyN9SUEuVdurBRxeN9OfOubn8eXv3QCv//7n8HTz5zE7j0teOSRHtqXMh2L49RBw8nj3Xj00aN0jrZj394O0rqGGzcuYWVlAa1tjXjssYe8Twxt5TcopxXO1RLmF5cYkLmF5ZV1Ot0aOOYKzp2/iGsMHi0sLHnzrYO/1uWJE6e9P2qYY7ByYPAencoXKMMmOpPiaG3twA7OaTv1X4HyZQWyGEh+/70PvADOrVsD2GDAfmx8Cqt06M1MzmG4fxhx6srRwzvgBMvU7Ul0tHXg2KEj3nyOjswil1tFubyJ7u5W1KbjSNREkEpHyf8C9KmyNMv6+nrRUN9EB6yhpbkNx46fQIoOxPW1DTgWgIIn6VQttLjHPedpgPPZRt4buJ7XoIDqiRMH8NCZozhy+ADXQ4hrpMg53MC9e1l8eG4Mtxlk7Wjbibm5DereHGW6jmXaug0GU2/euoMJ6mqCupBKJ+nMX0NtbQOhiboG5AsOA0CbcJwIeXBx89ZN6sPHCMcqeOLsUTz6+GF87Xdf5XrLYWw0R9qb1PFhBnRf47zWoI0yyeeLWKYDt6urAYFgnvNwGK0taUxPZrC8vIVgKI5Hn3gc7e0t1NdDaGuPY/fuHfjSq1/ErSu3sDg7hyuXPmA6iqOHDuAPv/XHKGwm8fH793Duo5uc72H89//P7+MnP/kpRsdGkKRjf+/+nfj9P/wigpEwZeLiySeOYYvBcP3BzsjQINI1cZw5eRxHD+yljGtx4vhh7KW9/6u/+ms6v9/Dv/3Lv8bUzCyS6Tqu8xqc+/g2Ots7MTczw7U9hanJaU/f+vp2csxZ/JxBj3I5gDt3RvDeh7fwox/8AH/1lz+g3bhN/GE670dw7fq71IcMQuESTnG+xiemGKxc5RpYxdDAOCb47ljI0+3hwRE8/NCj1IEgRkZGcf78ZTryL6O/vx//4//w11he5J5MG+U6QShQOHBvGGHPWRvDP//n/xf09CRw/cYAfvLj1zg3G7SdQer8VaRqUzAGG+YXJzi3y2hsTOAb33gFFy9exjgDM0sLywxwrXPut6C9N13fhJu359i+BRfO38UyAwk8jtGOz2N+dhFv/fIjjPdP4Vc//REWZm7wTDOMmzeG8N1vv8O9YAH9HJf+0Karu4XrusXbb/V/KTqOUT9S1PlOLM5vIRFvoL2d5fwfxJEjByiDZcxMr1NHVnDp0k3yU0Y6VY+nn3oSaqs9Z8/eHnT2NHL/iaKtrZlO4aAng1deeRo/+ekvaA/nWJbCbQbVV1bWvDPX0tIs8QPo6tyBE8dOIZloBcoRvP3WTfyP/6+/xHf+9kfU41nOaQ7Z9S3aqBb230+Z/hX+p3/x7/DDH/2K9IZw5eodrK5tYu/eg9BaHaJOzc3NeZ/APnp4F2q4b8e5P2j/TnE9y5av0BEf43m5JlUHM5d7AGijKtC+V2GgYt++/ejp3oUb1+9iZHiEe2MN7VrKs1GdtOF5fa0j71CTtD/13LvbOpJ46eUnEQyXycsS15bh1KljSNOuHD16hJdfcA5GuKaNwZgV6F6jPayZAYyZmSkGTCZ5lwkRp59ngBLPYZ2c1wXaiHE0NTZi9+7dPJt0ci6yuMqA3tDQDIKhBH7x2q8xODAMI8+RSBQra1naxxz1fBqLtLuSW1NjBz746CJ+8avz3EOHeC6Zgf4vx5mZYWSzU7SVcQa9cvjK77yM6akxFOjofuSxxxiUKqJUMYxxLSzRRt24eROHOZY7d/vxne99D/oq9K7ObtSnG7C2sIJifpV7w0587WvP46c//Yh6UItY3KHtzdDuXQWsgP37diMWCyMSDeJb3/oannzyCcxMzaCUL3O8q9SDo/jKl5/C4YNH0NnRQ/vajYXFBfzohz/lervHfegO/rv/7n/C3XsDuHz1ssdjG/eKSLQG09MLuHHzDiKxCGbmpqCAZ5ZB73AkQZ36ALE45xpRyjmBKeKur+WwRnlpf96zZyfefudNdO+oId9NpH8H+hTzuXMf4vbtW3j37Y8RQB0ufjyJ7333Q67PFa7XNrzz7jve2VV7m8aRp17cvH4TCoKALYKhKG7cvs05WYfOgidPnaKulRBwykgkg5idG8LBg134Z//sW1iYm2RQbJ171A4sMSi7VdhkOk9cw66+XeSbtK7fwkZ2C7mtEve/Ffzt330Pd/uHsLS8TrqGyfFxzDHQy6ME1nk22ciucD1HGVDvQ477pv6Qi8dI6ugGHnvkceoNMDkxzTVYh3/8D8/iiUdPoqEhjZdffhxPP30cuhfNzizwrjCPwf45vP/ubUyMZlDguX33zj7SDqMmEcexwwdpN2+ht6cNL7/0JPvrRSQchz7N5routhgUunXrFveiNzje/ez7IY4rjtmpTWRXK2isb+c+2oo1rsuF+QVkOS+pVJr0U9A5NBwJ4NjJffi9b30Rjz91An/4x7+D9p52xFIN2HfgFOYXNmhDK/jo/Q9w6+Y17OV8njp+BDv7uhhYzaGmpg4tLbUIBuMcxzia6ruQpJ1rbepFTayJQfIhXDp/D7dujGF6YgVTEwtYp02RfVtdLWBmdhap2jCOHt+LZ597FC2tddCnPAv5TZR4vu/q6kSegl1hUHuLdiERT+HE8YewZ/ce7v1D+Ojj85TFFtLpWgAVlMoVlAsp2txmzmuENrWAJe7Lfb27UCyU8AHHMcfz0TLPfpFwAvFwLUJunPMVwuEDJ5BdySHkxLC2lMXSHOc4kkJjQwvnsQdBOm8PHdyDeCREHcmgtibBsazwzDHDM+mIdz6vScVRU5NEmDhtbS20LQ3IrGTIg/ayNer3EhKpZmQog+XMGmY4JxnOTZbzGI3V8K53EPlCAHHKP1cwVAJRRJL1mJhZoU5vwnXqeC5pQaqpA8F0I6I1zUjWNCISiROCCJDHoONA/1zwn+tCdlnl8jNQSNyfy9TpirIemBn3GwfSJzPz6rP0J+kPj2c5PzM8D6xwH85kMsgQ/LzuSgLh5mgPdK8HHzPjb3g01WeVbvXdzDivJZ4rCh5OhXcHtZOtULq1tcU5q4JfJhyB6Ggsur94eZ5NXRjv3DlsZjdQYkA0GAhQBgGPdj6f5zlxg7Y4C/l0xEuEtjwWiyFMH1U4FCGeA9cJIhSMIkybItC7awHoTmhmcBwX6tfMID7kd5HfQiCezarleheoTHgC5QVF+i+K5E885WgvNja4Pnk2XdcnURng3doqQGfIchnsA5yDCvfNoicntROInsv51PjD4TAE4kugsQmU98sd6gHuP1UeihDvfjBHNIulkteP8l4dGRCu+hKYGcdPGbFf0ZceqQ/lRV/8KC8wM49fjVFzZ2ae3EKhIMzMmxe1VTuB31ap3s2qcvT5MDOPX/Emej5fSoVTIq/iUe+ql+6IluSjfpQX+LTFo+qUgo/o5qi3AuUrtB+iJ9p6LxYKD/pXmfoRCMfMSKH6Y2aejHD/UX/Kmn0aR2UC0XC4Tt1gAIIA5SOQHybEs7x4FGgMPuhdoHfxr9QHvbucHzPz5Kw+BOKzQhmpvzLPHmXOtcr0rtQHH1ep41Rthkt6AueBDn1iL9TOp6E2ZubNc5UPjolt1U5g9glPaiOQLH3Qu0DyrpaVqftlT+5617wWuI6VF84nUPJwxIvPg1LRUpmZQfwHJVvKWmU+4P5j5jzQSclS+OJZYFbl28ygR23NDGafBr9O/AnMDGqP+4/aKWtmXrnqJCelZgY9whHfgsr9+VLZp4C6KVwfVCf87eDXKTUzj1flBWa//d3MPL62j128Ccyqddj2POiPQVgVm9mD9r+NhugIzAz+Ixpm9oA/jUVgZj6KZwNVJpl6OsC1qLnXu0A0BMJRI9XleU7IU1eEvx1HeZUJSqUiaVcI8PoXb9v59vOu63jjcqj/PrjUa81dIKB9lvsD9xrpTYCpmXn0zKo2THz5UNaZ5P68go/ZJ7h89X5KXJsag3j0Qe9+uVKBT1ONzOwBj2aG3/aY2QO+zKpj0jjEt1KBxmdmD5r7fUgX/bzZJ/VmBrNPgxoLVzwK/DEoX+bYVWdmQvNA7yoXKO+DV8lf3jvl5qU8I/z9tGon/PZ+Kjw2937M7AGfKhcI7z8MFShGJijRuawx+LC9rer0rjrNlfICdc6uIbluBzNT1afATGXqjxs/a4SvOZFOaY6U6l3lPuj9t5Wr3nWq9tth6jiOZwNd6u0DoC1U3uibMFPf4FqoeMDuvR8D/7HOrJpKbttBY/TBUQt1JIZ08IhEIp5RVZnqfJCAtNFqk5ZyiKBwxIxAeMLZ4gL2cBhgKXKxFrkwJGCB2ghPqcBnQnXKq0z1yqtMxkABxGUGkjI8uPpBI/GhQJEOrgL1J3zxI6H7EAgG4XJxC0CBlUg8Rwfy2kYW65sb2ORhtaiNlcZZfap/pQI/r1TjUj/iQYfqNQZqxZvKVU+yDyZKchQfAk4LipIBD46iKfDxzaqTY1ZNVS56ouvLV2UClwqguUkkEtDhN0onmg4TZlVjpXZm9mATN6vSVDvNp/DVXu/iy8w8frfnXSqW/y4+fTCr4qqt+JKs1Z/kLRB/6iOVSiEej3t0/XqzKn/CET2l4KN+RM/hnFB9UeYcFKkvQBmBgAMdOINBF47DEtaVKEM2Y3mIl6QIogxySs6iYVbto0Q9Ux8C9S/9EL8CX6biXeUClYsf0ZFszIx8lC9ram8AABAASURBVD3+degQj6IlPNFT/2amhP1HsT2g7FJ20jnNiXhSO/FTnfsCytxsRU9ych3HO2RLj6anp6F0g05f6ZfaCC8YrB7C1J1DGTkOOPYAzCoEUC4OU4PjOt4lQnoRpU4Epe+uC0cNAFRouAPkLRIOIUi5FrY2sLYyT0d+FgF3C8lICTXRPCLOKuLhrAe1qQrqal0sLY/jl7/8EYMG47xcBXm5KfAylsMWHTllOr+m6XheZfBqnQFdXcaXluZ5OR5iYGGQDqtZ5DdJM+rSId2EoFvGxvoyL3rrqGcQsVjI0SnSj5HBQYwOsc3oOLTGJYMIL0Y1ySR27OiBgpOS2RKdPsvLS3SCZOgsyCKdrqEzqgVJOli66GDo7OyA5kDyivAAns9voTZdh8baJqb1qKlJI11bT6dqI8czjQsX72KczrtlBpXu9d/Fr996AwND/eCwoEN8Ml0DHfAXV5aR5QUvS6cLuInpE3pyHtam6yncCoNy83Ri9NMhdhtyzriOiwIvgoKGukY6D8N0ZpRQ5uVxaWkRc/PzGBsbp7P2kidHBVWKhTKikQQO7D+M9vYuGJ1jqwzgyLl049odOq5mMDw0hnN0VF5koG92Zh7GftYpd9Faom1cXV2jo2eBDsFlOvBvYmurzPcMLly4iUsXb+L69dve/FUYEEvR0Vvielpl8CbBoN/Jk6egAEEHAwe76ZSJU6aSeTQaxz0GdPWpjYsXP8TwyF3IUWlOGdnsGuYX56iTIdTW1nHdJ9Dd3Yddu/bRoZIjz9Mez1u5IhJ0isRjSeqki0AgiARtWGN9A9ra2+Fyjbe2t+HFF1/A73z5K9AnhHf2dKC5PkkIoas1Rv3MIRHKobkxyP6NY9tCOpVCBwPw+/btRZpzJduxQgfHjevX6eycZh816O7uxjoDu1euXMLa2gr1awFNDLgfOLAP0ViUazAPTiIdedMM5N1BgTqzwX1hdGwMQ0OLWKLTSfJV8FXlBxnUaaBDOxhyOA61LKFQ2MKXv/wFOr4eQrFYwXe/8wt85zs/xOu/ep0BhuuYm5lGkfshKPd18jA/N01ZRVFXl0YNHU076ShsbKxHpVzkZaiAlpYmBubPYM+e3dD/aZngXGivSafTuHbtCm7cuIJcPotdu3vR2tqEUnGTpIsMtCzAOKdHDu7FC889jL7eJoyP38bI6E10dNfizCOHEUkGuN9tIERbsEHnUFd3B3lIoINrR4GJU6eP0cEZI6TpoDuBJ594BGfOnMH+A3tQX1eHttY26mkYq6srHGuBYwgjEY9hgQ7GBO1+Y10SPV0p7N3TBddyqE0HMTV5DwcOdGP//m7P3rS2JLCjpw2vfFaBtFq0t9Vx7p9CPBHiHPTj4oUL+NUvXsME10ginmLQsRm7qVOv/+pjOk1jlE87AJfzuYml5VU6vodJNwKaOYRDIYRCEc/pvHfvAej/HJ6iA72JQep9dK7XUeYObenQ0Ai+/723ce7je5idzuBXr13H1NgGVpfyKJcMCQbmjhzfi3wxx3V9C5sbW5TDw8jQ/uhTn3dujyKTySFGeb7/4Qd0Ml9DIFjCI48ewPGTRxGkfqRSSeze0+fp5hrtXm9fO+WaQro2ST6jzLdgbXULv37jfVy9fIvBnEW0NDdw7wmgJpHC0OAwZTfjraNR2kYOGh1cL6FQkPJfxuDgbTqnhxCJujh0aB+am9vR1d2Dr3z9JTz/wqPsp5F6vYrHH3uWc7KXdMOoq29GU1Mr2to7kCB//QO3aL8mYdxTFhgsHxmZxEqmhInxLPlZZSDtnidboIKjx/ZwjHnKZAl1DS7X1RLX+k586Utnkc1WbeSJEycZdNhCOBrA7X7aukwGFTeLL335Yc5zBKAzOJmow+u/PI83fvUeAwZXce/2IFwL4sUXnkZXbxIVZwlf/PKz2LOvB489/ghE88MPP2aw6Sa2GKhuqG+jHSMtC9F2AOOTc7h09QqGRgfw/R9+j3xl8OqrT6Fv106sry6hp6eVAcqjKHHN3Lp5mU7fedqGIGUcpj1JoamxFm1tbWhtaWNggiyWAwxcnPcCQa7jYHRkmgGhW5TTIh5//EnKMYAPPviQDuVmOr6z+Plr57G5Cbz8uVfwpS99ESdOncHE2BTXRIbzegO3bw7gow/P4fKVi6itj+GxJw9jR1+ce9AYHd9DlH2ANqRIPR6ig7oX/XfHcfTwIyjkg9STsMfTLup/fV0YV6/exIcfnkdHRzflNs5x1FAnOvHW26/jZz//PrQfPPzwbhw7thf79/aiLh0hBHDuw/exsbqOQq4AxwLcEy7RbhQQCFQ4VwD9zgyArKBQXKODeozrNobenhaOfQKrmSztyBwDwGMIBepw8/ok39fQ1pHGfgZnjh7fjS9+8Tk8/sjDXEMrKOddZFbWUUd7sbI6w/XQh3/4jz6DQLBIGdyFnKTT46ukN4333jmHJa65RE2MQeURBIOck6YGyrPMoO0qtDaHB6cxPbXMdelinQ73995/D5nMAj748CI2tjbR2t6Mffv2wXGD6OrqQS1t0HvvXfNs//z8Ep33aTS3pNFJGzgwOAL9cUiOcgiHYpRjCmeffAjJeCOKdNSHQ2Ha4QAWlzaQ3zLO+Qbt0RwuXpzCu+9fZnkOZ848hhru/aJdLgHNTS1cMyvkcYIO7DWebVKYmVzm3jeIaDSIU6dPYN/+XWhorKPNLHLOEt6ZZtfOPZyLMH76k3fxN3/za9Jpx/GjR5GIJdHV0YnHHnmEZ5skUjVp2tMD+CmDht/97k/xv/wv38e//Tc/xP/8L/+KdmBVgK7udpR5Nvnrb/8d5/Yy1/0SgqEgZbuEuto69PX1ss8OuDwH1tQkuX9sUd5j1IEt3Lt7E0ARgYCD1RUGROrrcP3WIN58+zxphmkvutB/b4y2vwunuL4jYRe9DBwlUjHs6O1CLB7C3n27sML70K9efwcrtGkdXc2obajHWraMW/rq/uvDyCyuQp82O3Kwh+NsxaEjXahtqsPIxCjW6UwvlSuYmJz15nGS6Y4du5Dl2aEmVYMbDFpJt+epB8lYCtFACTt3xNC3s442txmMA+DGjQtYzswgGChjfGKEc9tGmdd7ZxTtm/l8EaVSBQ0NzYiF4ygXKuRpBT/9yete8F3nr/57/ejqakV9fT26u7rw5OOnqadj1NkS5w7Uvy0M9I94a1vn1CtXrkLybGWQqLmlnVYyTPsYot0cwJWrQ5hbyOHdDy5gI1eB9qfsxhrep+24cOEWbdgGx0p+6htoG7ugrygPOHHcvT2GlaUiysUwxoazuHZ5mPZnBBfPT/DcOMHAVRyPP/oE9ayR7bqRLzgc4zrn6wrt0QpmZhbJ3wrS6TSC4RDP61numy6Dhks8P1zAzdsfIxIroaW9iefdAZx59Ayam+uRSiUQCoQwTdlnGDAt0w7euHEXd++McI+hzKM1SDCIpa9rf+edj8A4HOW9Aod6E46GoW802Mht8vZWpk7EsJ5dxcfn72BlpcT2Ie7btXjl5bOor4sjHqXKldbx+VdOoakpipXMHHoo93v941hZyVIPt7C54XC8c9A3HOzZtRdfeOWL1J8KBu7eRndHK+3fddSno7TbTUjEa1AqGpLxJOe9EwmeaXdS5zVH83NLqBTiDGruxr07U55N0dqbW5hnmwraed6em19mX7P46NwVXLx0Hf/9//Cv8X//f/wNfvCDH+I7f/sDhGmX9IcE167dwMTEDObmZlFXn6a8KrQRkygUN9DZ0cQ9JYSVjXXE6hqQ5n68tJ7DIgNEV2704/rtuwiEo+jbtYc2qp16moa+7nmeAcpy2UE6XYv2jgRCYUPfzk7qVRgp2sV0Og5wfUqnHUauVxhE1Xmmo6MDWdKfGJ9nAHqOcitwm45StvXI51xs5YDmpi6u/xZofycRuE4AnZ09yPNuMDw8yrmoRZQ2qo42M1kToQyGcO3qVe8PAj547zyuX7uNyYl5XKBcxsfm0FjXgdraZuhT5I0NjUjXpJFOUvb5LUyNjyLPgG/Pjk7ahR6e56Joa29Ehra6ggJCPBOFaJOy66tkpYJAIIAo50v/TcXoxCLXehnzSyuUZQEO77ArvG+tb5RggQRStS3U1z6kG1oxyUBmmGf3mlScOreOZd7PItEYxhioHxoep+2b55ws0A6tck/LoURfj+7AEc5hhMFBxwzFUh5wgAD5SSRJP51iALYGEfq9wrx7+mmQfASDIagsGo1SVtEHOL5PoMyFLR+CmaFE/wP46O4tYJYyyXsgfEGRfqAqlDx8M/Pox+Nxj7bLu7v6lXyEZ2ZQmd5Ff4NBR90H1tfXubY3sEX/lQ8bGxtQG9dx4Y0zX0CO+PnNHO0dbbw5iHA80VCY+1zZ61/8i654Ex3/XfcpvecYXMvz/lKmfQaMdAMAL8m6szo8Swh4aANr4DoBLwUfl+MQz5KD5MMiKC9QXmVlyk5gZhCuB2xnZkKhzSx74ymzb8dxiRPyZCT5mJmHIzrKOI6j5EEbjUl1W1wIW5SR5FJmfyrzEPnLzDyeXPYpmqFQCK7LMbBceD6Aj+hJDj5IXiorkzfRVl74Zfahd+FpPFWaLinAk7dwuFVTTi7nwMgvqsC9SXVq69NSI41LdJQKxKtAeR/8euELzKqyUV5jl69L86i8z7f68kF4oiU60nXRV53Ph941DslIOAKVmRmE549ZtAUag0DtVadUeD7oXXiSkXhS6r9vb1ehbMWbvgFQX/uo/+dXkKO92eS8ar8RvvoQ+PTVRuNRKhCvPjicX+XBGagAHv9+O6Us8n7UXu8F6r5kp7UlXsWn+vKQ7v8SrkCvaqPxiS/lKSKY2adA/UuWAslSoDKfhugoL3Bd54GOutRTH8xMaA+gUilTj8qejok/nwfxobwP1fcyzylF2toiirRZ1bISlG4H0alIWdmLmXljcLjOfPBpCo8oD+rNzONZeOZU25l9kmLbI/rqU7SUJ9oDOmoPGPSobjtAk6eKbWBmMPsEtlV5slF7v0z5+0Pzi6opC8WLQOMSVCsA8SP5a77MjMqDB/2pDnxEl8nf+zEzr72ZeW2ELzCrvptVU5X5oL6kI1p72jv17teZVfFx//H7VSreld6v8hK9C7yXbb90b9AYBWqnuRCUGTRTmdqYVde5yoXjg961HpSWSsUHMlabbV144zWr8mv26VS46sfHN6vWa6zbwcw8FOEL1Oa3QYn6LPCQ/96visej2omGQChKNQa/XGVm5s3XdnlzIPAftRH470rNjCim7AMw+/S72mwHH9HMvLZm5hd5qXC9DH9VqPR6F/B12w9rqLd+uVKBP57tqfIC1fsEvDzXk1LVCbbnJU+9C1+p4LfhqEy4SoXrg/AFKhco79eZVcerMrWVPm3R5srWal8QqEypQPMkPNHZDiorUQdLnP8yL+YP6mgXRXs7qG9/Xl3Hrc6zVe2smUF1Lm2tnyov0LoX6EyoNam9UqnKVC98RwyISTGtjUPgM+5MKZCsAAAQAElEQVQzJRwh+43N7IFiCgd8VC+iMgCCULB6EFWZv2g1KAAPFEdttoNwBWJQoENmTU0NL0gJ7zAb4oFH5QLhef3wAKyBhRlgC4ZCKFKA2oDLnCeHDgRzHfAUCHMcuHzXYTlBh34sFoPam5m3kWgCdQHTximQHASSi8ZoZg8ErXaiIxr+QVtlou+wH4GZQf/Axx+3y0nyeTcz1lR//Ho/ValZVcbiQXyJP9WrvegLzAxm5vEFPqoXiGfNoUBzpzIzg/pXO/BRmXiWTJUGA0Gv3qxKkyjej/DVp2SsudCcaOwqM6vKTv2oT/Wl1AeVl6jkFc4JUXl4KXPDL0BBiHw+xzT/API8JAnfH6/GrEuDUoHKPbrFgjdfwtV7hYbEzDxezcyThXjTWDWuZDLJAEbcu7To3a9TvcamuRUdrQG9C0RT8pYe+HV+qvoSF614W2YgK5PJYCO74V2aREP0hKN+Qry4qE//XalAdeKrns6rVKoGgkQixstCiPyDa6vkyUmGATSioiE9C1G/OURPb6V7ei/TSa2/XM5v0WGaz6KQ34DrFBFiADOVDCERMeSyC5ibHsRqZhLAOuKxMp0QFcpxBekaFz1dDWyTo7PoBh1yH2B2doqOjgbPOZHlxW18YhzjDHAoIKgxay4aeKHWOoonk7wsh7k+td4dBANAU2OaTsw61Dck6fCoQ3dnM52DIdaV6ZRaAm93iIWDKBRydABNMyB5F6sMhqW41gsMRq6trqJMvamrSzMYsw979+5GkIQ/eP998nfek1eal2BPZuEQ+w7TUdAOlWUZQJuanMTa2irHmaDToAGxSAwZBsccCu/kyRN45LEjdDY56B/sZ8DkBkZGh71PDK+ur8BlgK+5vZmp4+lrc3ML9Jf+n3/l83jqqbPo6e1GZmWJjpcLdLSehz6RmU7XoEIj3ljfCAWdkokkVqgb05NTdEb2cy7L5CXJgOsSbt+6izCduakU5cMARyrVQBksMMB6DYMD03Saz+Ldd2/S+TWCjz++gQ/eP4f33zvHgMJdzleZDpI6jj+NdQbERsbHsZhZweDIKJ1BF+lkvkynyAKGRycoP0NXZxdQcdnnIH752hu4w+DoJHlSILK3tx3X6TD7/vd/xnkfwnuU7ZtvvuXx2sgAVMANeP1pDWg+gqEA9aENBw7uo2zXydMHdGLeYj9gHw6DVyvY3MijtraB9jpFHTbORyOdGgXv0q+Ar/6yW+soGQvCqLelXBbsBbUMYJXya2hpTJH2ChYW57G8nEHPji7O/15sbGZJN4UCbYT+D9GNzXXPWRyJhBGgXiwwsBsMBrGPwdWenh5McP4VNOvr7YMCgoKamiSmp6fQ3d2FM6flyGtElsFTHVRVF+X+EY6E8OwzT+Kb3/wcmpvlONrAOGWsTy8ODg7Reb1GXYtS30NoaWlGXV0tHbR1iLJd745udHU1Yn11kwIp4wkFIx86STp1KJZyMK5JfTr04KFd1KdD2L23D9evX+Vam+V4FyFHv/6wQjJazixjYGAQV67ewxyDAqtrOYQjadLqRIrjcJ0SEjFj0GEFs1NzoK+KDsY7hJu4duU6gwN57OzbSWdhG9paW7Fnz050M0jdR90NBsyzMZcuXYTmVvPquODYMjj71OM4eeII5bKGVCqNPIPF8/PznJM1lOgoOHH8BM6efYqO5sfwjW98AV/9ypfwxS88gx07dtC5t4kdPc0MqK0hGCqjqbkWPTvaMDM9xqDSVRyg0/2lzzxHZ/BDCLkODu7fA33yIhxyqfeTDCDmGICaws9/1o8P3rvAYOIibUIeDmI4fPAgwuEY524HgoEoHcy3KbcFyrsPx4+dxHPPv0gncQKBQAhLy2u4cP4qA+JjWF5awxrn41evvYP1lU0koik017dh784OOuWDuHTuJriUGWiKoaWliY7OOtTTJh89dhj6NFOSTuYg+Wtvb8Fzzz2Nz372YdZHOQ8V6ngF3DJx5x4DEpyPvt076MybwMjoKOnUQnZSOtTO4KUC/UXas7t3+/HB+x/hnbc+xvmPb9EuNWJ2ehPS4+bmDqzRmTzJ9dnVuQOLdPLW0TG7tVXCyMg41/8tysLFB+99iIW5GQTcIqKRAO1BGnkeQAcZgH3jjTdp04ZRpIP2F7/8GG++cQ7vvnMRS5ks7XsYc3QuF4tlBIMBdPd24PkXz+Ib3/w6ent3oKmlhWPrAJBAItlIuzWBN974GKuZAuT0XV2hrZ5aoYN/HA31TWisjyOZCOHzn38FPd076HgfZFuH8xDFf/HPvoZHHt+Lz778OI4e3YdTJ49h395dWGbQdpMO1Td+dZf26ComJ+ZI7yqSdIh2djax3xA2trKY4f5TU1ODtWwGe/buQHNrEs+9cAbZzWWMDE8ilWhDio7cwYFV6sEqg5NTqKuvRZ7O06vXrqKzswWZ1QWP/3/3lz/C4SN78IXPfwYvv/w8ggy43Lt7HbfvXMPC7AQeJm8x2pFOOun1/03u2XOAutCJ3fsOYufOgzj79PNYXStxPd7DkaOH8bmXP8/0GL7ylS+ii/va0NA0rnGdXrl6F5tbawjR8ZqI1aOwGUMk0ILsagAfvn8F6+vLOHlmNx576iiOMDj9zPO78dBDR/H888+S1lcQiyUwODiBv/mr7zPIfhPH2Fdzc4q6fhWvfumzePXVz+PZZ89yHebwyJOH6Eiewy9/8SaDCGF0dcfJZyfOPNRN27SFPtr2Z595jPtwLeV+lHOfxJVL9xhomsKp04fRt6sJr3zhMa7lYwwCn8U//ae/jyce248D+1tRKKzjzJnDaGSgef/+g9i3Zx+aGtpQoBO+g4HnVNJhgCZAO3HY2zeidFIfPHgAJ0/u9/irlIPYu68Xo+N3Uahk6CQfYkD9JXzxi8/i9KmHUKmEuGcEsGNHH8dcRkNjDU4/dASnzxxhwHKWzv5NBN0kA0gjHPtdvPXGZerfOmXcj2c4FzkG377xzS/g1VdfotM+jHsDdxlMfhtr6xvo7OzBs889wfIUAtyvVlbmuD+O44//4VewZ18d9WcJOhcsMWBqFuB6WOD6W0RuswguT+zavQcFOjaT6Vo0NrdxHDtx8tRe8tjuBQn0ScXV1Sy+8tXfhf7P0+vXb2JkaBz7GPCpTaUYDLvDdRHz9r6V1RXagHk6+ocwRRsYiQbR27cDJXZ09+4A+vq6KP+HuTb2sP8Cigz4dba3cv8eZfsy5VSB/hhkaXEFARroUCCF3q4DqEu1wEUYf/PXl7Br524AJY75DA4fbcOuPb04ceoodu/phP5A4vqN29Aet8Wzdl06hXhNgvRHcPbsE6jlGAO0w51trWhiEDscDkJ2pLmtmwHXCuLxOmzlStStHsppjme0e5TVLAP676N/+C7tRyfOPvME9h3ah527uymjGO3j09Ttw9h/aDf6GBTSempu6sEWg2PFPMeEDbiBVfT0NmFufg5Xr92hvV7lESWIVDqNiakZrvUO/PBHv+BePYdlnm30FfeuG0R//ygytGNzs5OIRAqc7xl8jms6z/NunuPLLGcoxxz0B0yxeBT6RoctBvgaGhqg/buxoRmuE6T8yyjkS2jhue7YkZMYHZnDRx+dZ7mLHu7h2tPNXK8vx0LQH+W0tLRB55rFhQxKtJ+BQBiJRBxdXR2YYYDHHBcrDG79+EcXeI4bxbnz/fg3//ZXPL/d5L6VwEsvfRaFAnD2qdP4x3/2ZTz08DHSX4LrupibXUQinsL+/fvx0mfO4ktfeQZbxXmcebgP8WQc+/cew9e/+gfo5FkuzMhxf/8A14/Dc/A1LCxuolCOYYlB7Lv901iYz2JuJoM3Xv+Q+0Ijz95dDCKOci/ZxN7d+3H02C6cfOgQA13N6Gbg69KV84BbQkdXO1Z55u7u6cWlC9fR3taFdKoW9XX1tHvj7CeL9vYe7Np9EB2duwCL4fzFG6hYEAvLGQa5puGGgvj1W++wziiXdpw4sZOyyuPK1XO0mS9yvczzHHADhi0sLk5ga3Oe9rOWkKCN6mRAq4KjJw5z/ZWxvlHE2OgSlpZWMTw0hv57A9xzGtDJIOL0+BhWGKQLuoag46I2XY8Qz376Q8e19TXqRggHDuxlALWRvA/BdUKck2uYGF/A5atX8Itfvk0bGUa+UMaFSzcwObnMYOcIWtr6EAyloD8eO3W6F8ZV9sTjj6KprhkvPv8Z9PX24tixQ7RZUehr90MRF8vLMxzLJA4d3YlEsoJde5o4r1OU5RxaW1t4PlvkOkpifb2ES1fuYm4xS7u4gFRNA+kksLm5CZfjKPGctWdXH0JuCMMD/Rgb6sfG6iKaGxtpe+t5nqhDfUMt+4ji8pVL7HcZ3jdx5B0EnASmJpa4D67wDDXNcc4js5TD8KD0YQ0B+jxWMhnavSxt6C1s5cqQTdFdbnVtAW5wC+Zu4OmnH0JnVwNtQQzz8wscPxBmgLFEOaQpg3hNPXLcA0oFw+Z6Hlah6hB6urpwcN8+nv9WuRamkecZPRaPYD27gnXu9cvLCwDD7IlkFOl0Clo3Nak0VlfWMcY5mZrNYHxqEct8n55doL3aQg3vRE4gDpeQqGnimaIWu/YdwuTsLDLrGYTjYc5XE/kLcc6i1IteyqoNkXDEG6/6KxbzXHNbyGbXOPYVD3Q3LBa3vHPv2toa95sl6FtX9G1RCtjoax4ZK4QbDMBxXbiUXZB6HY1FOV8x6lbEA51N4vG4lw8EiOs4MDOOE15qZkyBIPUyQBquaBGEK3CIX6IPQT4G6YDWntJyuQyVC9RWeGYGtVF/uqck6LuqSSY9flQuH0CMvixv7OwDfMyqbVQvGiyiLArIMTiqfpTK1qs/M4NwzMTzp0H1YfrXVC+e1GY7FGjU9O1bpVIZW1t57lsVjtuYVseh9uAjPLVTqjIz8/qUn6XIALPKBbpjgI/KmXg/wled2kteyqteoDq1F5TvB99Qgbd3qswjwF9mxt/w+MqTT9WpvVmVV72LrsE8PNWVORd60dglY8lBc7JdpsLZDsI3M5gZ10Hek7loS3ZKff7Vl6BYKNKWl8kvUKHD0ge6EqCAdYH1eQbFfX58GqKT55lfdAXiQanqlYpngXgVSP/8VOXiUyC6ArVRW/EkWipTqnKVqT+lwlG5WVW/tsvDz5tVx29m6sKThZl5qfoWHz6u8mbm6YKZ4VPP/Vcz89r6Y/DnQvOhtao16wMlCeU3eK8X7+JVY9lOt/peIU2HUKXt11frQJvsemsuEAx4a1h9iVfxL1zhbQeVmZlHT3n1K1lJZttBZX6d+BPoXbTMqu2VL1OXy9S/7aByM6OiqAd4fYkfgWTjg94F/rsZ24DN6CcVPfWpsbi0W0Y7VGF9iXVF9pfnWhTIX1+kfRKIf/Gtdj6IDklCPCm/HcyM82kef1qL4GNm/P3Jj9oJxKfArFpPNj5BYu7TdRWvP7X7TRB/AvEnXvx6kvB+zMxru72uUqG23O+wwlQgZLMqrt6F79NU6vchCBLXHQAAEABJREFUPHLzgKbqBD6+8j6ojWC7HPUuEI76EWxvuz0vPL2TRXXryVVy8cHMvDKvkr9Ei8mDHzN7kFedwC8wM6+tGVOYX8xp4+jYofr1eVSl2m4H1Yu/PG2UxicQ/nYQjsBvJzpVqPahctX7oPdqPahHjrcWpcv+eH9bamYwq4Laqn+f3idptT+9q94H8S8Q70r98u1p5b6uVCiT7SBa29+reXHw/x+YVcdiZg8Iibb/oryAmgr5tM3MG79f76fCEYhPH/Tu15tV25lzP73/LhwfzKp1amNm+E35m7HMHPiP2qkvs2o7s0+nwhOOUoGZQTRlk3TWCod5puO5SWXgI1oCfz6U3w4qr77781t5cIbSfPrzqrxwlf4mVNuX2Vv1R+8+7m+2V0xGdSpXun0sjhRVJFQhUEciJiSlKlNDOV516Mt4B/M170Cav7+h+7jCL9JZIBpq56U00sbJ8jdQ9SdBuY4LpWbmpX7edR3vXbTWGchRn1s8oMMAb3Pj4S5ICISCqJBukSePPPsscCMolIswM2ijcF23engij+Jdh+cVBmwy5F+OTtEVfdVpfODjOM6nFq8ZO2W5ywOx+I/wchFm336qPszsweSViiUvL3mYmUfLjCrPRShZCDQu9ae8wM9LXqKnw0IwEPTGYWYPUtH08UXDrEpfPPt1OiTrsCxaKttep35+s53ZJ/TNPsmrHe4/aiN6aq9DVZZBHPWjavGrfvSucslSPPp1JMmsDi7gnJoHaqOFo1T9mJk3RuXVj9qLpt4l6yidk7osqI14KdBwb23leAgtQY+ZKfHmWm2FowK1NzOonfKiKfoC5cv3DaSPqzLJTnqisapfBTzFZ546tLW1xQvDlncB9vVGfUkvhOvxyMOXmXmHaNFSwCtH55/wXNfxxl+gwzdP50+lUqJ+ONyQy7zkbHoyEC/iw8y8Q5x413uBl+1SaYv4ZTqwA6ivDTMA5SAeycGpLDMwtYD6NLCrtx6x0CYq+SVUirx0BvJoqo9i/55uOjjq0dwURyRUwvraLFqba3DoYB+idPINjwzQYT+EcCTIy3+cl/VFT48PMYixe+cudDIgoODMgf0H0EKnu9bOzOwML6pZ4segS3I8HkMo4JDHEpYz85idGcccndUlBpLq65Po7Wln3w6WFqZJO0fHYheDJPvpEOylY/YYdtCRJbrjdJZs0MkwT8f72Ngo+1hDTSqJg4f2o5NOnygd3xMM7s6yf32FnXAU8Jmnc25xcYGXmC2YA/ZRoI1ao3M25+mALqIyhNFohM7GPjz22KN04J5ElHzrsrzCANbtm7cwPTWF2ck55OnQKW1W6NCcx+T0OCZnJrGZ30Q8EYMb5LyhiDBtQTKZQF1dnXexztF5pzLNWyaTQblSoVO6EeFgGNFIHDXJNJLJWkxPz+G1n79Op/lblBEdGk4Ay3Twzs9tUhY9OHPqAGpTaQRd0FlUg472JsrOpQMqj82NHACH/cXQ2dmNaCyJRQaQzEKoVxCUdnFpcY1OnhXqaxGRaIIX7xQi7F9zF4nI4RBAOp1GKBykY2oZd+7eRZrO4CNHjqCXTqNEIo489TTKtde7ow+PPvoowqSrQMX1azcZgB6mo2TT62NyYhZTlNe9e0N8X+Z8bWBlZQ3Gfzeun2OA4CYW5iapjxuoYfAlu7ZEZ9Oq13+pVMCt2zdx/vzHdNJ+gCuXLzLIcRPnzn1Ep9FFBiELOHh4Hxqb6ry53NHbhe7uDhw5cpAOuF2eg2SLtiAeTyCVSuHe3Xt477336eyapP7N0mGzRrnHKIctjI2Nec6elZVlDA8P4dLlC3SkTXhrr5mBU9dxsGvXTsq0gzodx+OPP8aA6BOEJzn+xyHdT8ST5CMHo4INMrj6+utvkOYs2hmI6exsw5e//Dn88Z98hbrcxsDFMErlHB5+9ASeOPsQjh3fDwWGkqkQ9adIJxDQ3NrsHVxLtEW1DOLxPo0i81u8RIdjcTS3NdHRNIefvfYR7tCZfHdgGNL92toUurs68dijh/H5V56jE/szaG6u94Lbly/fxU9/8jFu3+6n7peQzxWoM1n09XTSZhawc1cPTp85geamRjrNZqh/MzArI8SgYZBR2ZXVJc5Nik61RgYSTuB3fufLeOHFFxBmwHhpaQkr1GszwyYD3JNch+t0YMbobKpvjNOpuA8bmxsocB9M1KSwweB6OBzHQ2ceg/6vwKAboX2K0W4lvDW2spTB3MwUjh3dh2efOoCapEsHbgB3bo3jAgOdP/vpm/jxj36NDz68DphL3biDRbaJRAOU7xht1rAn/3PnLlGPhvGTn7+Nv/r2m7h5Zx6dHbthpQDCgRgDFieRTNR4upCsSeDRxx7BxmaO8z+HZ57Zh29962Xag4epl2vQ1+Beu3aN634KAZ4h0nQA5hjg0/9Z2trWiC984VEcPtSB3//W7+Af/skXcJrBqUE6PzVnre090NekXr9xh/Mbp53d5LpJwuW4N7KbcCyIdKoeVy7NoFKK0uE5S6fxCsfcyPW07unoFO1PW0sr130d5VFLSCMaTkAO0KnJWbQ0tXHuWlkep16v0Zb1Qs69HB2rC7Qhk9MzWFvP4uCBPZiZzTBAW6S9mYe+CnqGdmeNwaD5uTlsZJepU5fojF+mjUqhmKOIaUP0jR2ZVc4hg2ILi1sMehRx6eI4rl8Zpv2pYGW5gH/+z7+Lv/veT6hvVzEyPEad2KAjdxLjY7PIZNZQ4P7Wt7OFgaR+vPfOWxi8dxuGAvUCOHP6BIMDz9BJHEY0lKAzvQtLtPUffXgFF87fwU9+/B5+8qO3SHMN+/fvZoB6EFeuv4NHn9iHr/3e07RlUZTLAWxsFGAGPPnEU2ho6GQ+grfe/pjO0RXcuHUbX//67+C/+W/+GH/2T76CdTp2f/jjH+D6javQp5KCtNttbR0MYsSA4gYOcx/cu6cNLS21GBwaof4M0dF+DT997ZekdRfBoIsC9+Dp6SlIvyO0i/0DQ2hubkexGMalC3dpe0ZIe4xjLHBdZVHMJzBwb5n7SARPPPo0enp6MDk1ilQ6jO4dzejuaWOgcRHzmTlMzvbTdrt49UuP4+WXnsBTjx8kHzfwB3/wMm3cKvViCO9/8B4dzWsolvPQPrh7zy6uzd/BHgZh0gwkN7bUA47LIMcVjE9OQn9QeOjIEQYkcrh1i2vsxCPMZ/Deh28iszZOmTlcE0W4To583UVPdx2OH9vJgNQaZT/PNXsMDz90jHamnQGnIaysjGPfwWbs2FlLGzSNm9cHMD+zgcGBKUxMjiBfWsTA0A3a0y38m3/zGjIrC8htZdDV08Qg2TDt8nX89Mevc01FOLYxb8+sScU5rre512RRVx9Hb187SpUc5R0jP114/tlXoK/CLeZd7Nt7APl8GZWyg5//7OfoH7qFtvYm2uowNnNZLC2vUi5d0B8zKHhWpA2apfM9kQxiaqYf3/qjVznOVRxi8G9udh4njp/G7p37uY6SiEbDcN0Kg4jrnn2MxaOcpzR5AWrrG9HOoPke/d+KxQp+9cv3GQS8gReef5H7xV4GeoZw6eIV3OTZ4bWf/5rztUF+SmilbT985AD0ya+lpTnqYAZ3796ibsxAZ5z9PEvpE+iXGOS+d28Et27ewPe+/1Pw6ELdKUCf0m9j8NpxDIcP70CEOpvPGe15AM8+8wpt/z589OElfPtvv4sh2p9Tp45gk2fzxqZm7N1zBMvLOerNFPWyH1evXGWwoRUH9x7EcQbpQwzgbPEsE6JNLzHQsaSv+eQ5UDLo7uxEXboeH587j5GxCdr5AnkvQJ86DYSTqEk3c83uwLXrtzA+Mc25nYbx3Ke9+eaNSwhiC7evfYDS1hIeffgo3GCZOtOLNTryEwzIzM6tIpWsQ36zQBvXgOymA3ND2KABWuE6zelTo5lN9reOgwcPo76xm22B8blFLOvTV4EIXn/7IiamJ7GQmUQPz6cbG0Gsr8aBci2OHDrDOY1yj7+NoLmoFMscezM6Oa5cscC1NoNZBnjmMoscVxb1tTGcOnkQNWmXe+0Yctx7YzyjtXZ3o7G9GZVABcdOHsWBo3ux73Af37Po7m30ApCbW3noLlBbm8S+PZ340z99ES+9cASnj/fi8Ye68Kf/4FV85vlTaKgL8WxcxB6u2bGxcThOEI889ChWeW6LhSI4cewIz01zqG1wUFObx+79dZRZGk0tSVy9cQVXr19DX08fg6JL3l6R55hOnX4Up848jn/xL/8a03Pr3NujQCnG/SaF1uY2jI1M4913zmFhbgPFgoux0VmEwyU0ttQgGHUxODaEL3/9y7gzcJvrYoL7fQvq65uwzACm/vDIsTDSDGqZOSiWDGPj89jYKHGNTzOQewunTj1O+z6Lnt5d3hq5duMmdu7djWQ6hYX5eaRrInj0kf0I0THy7rvvYtfu3ThyeD/01eJZ7k/jo8MIuWU0NabRu7ODAeeziMVDCIZd1DfUwAkYeVmjbo9zbMb560FuY4vBwinqTwrzs3PIruV4zi8hxLNpR0cbbQs4hlruI+egNVYpF7C8MgN9da7+GKeuLo4dvU04fvwUHqFNHh9boP2apw1pxOjYPK5du4Mrl2/w/NGPaCSB99/7EG+/fQ4XPr6EeDSNxvpWJGJpjuMocjw/OFw7wVCRe8MSQuEK198MvvTFp/H5zz2FsbEB7zyhdTM2tsQ9K4nR4RUYHNqKOxjiGVR3UZ2p9Id0oVCAdHeiob4erlNBhGOKcc13MViZzW5gdm6G8gnCrIDx0SGkUpTBwixGxobgOOAY4mji+b8CcOxT2OTZy0EIlYohQMd5gYGvYCAIl2eaAs/2jgvKoh19u9rw0CMHKfcC+na3Yd++burVLtQ1JulfqSDPoGSObQeGR3B3YARraxsIBsKIcB3qDxiKW1tYy6xwrjJYXliCgv3d3e0I8SzpuCWk0gnqzxb0NeMa88bGOgr5PPIMZm8xCNfZ2YPmljZkMqvo6t7BujI2N4vIcq6zHMNaNsd7Vxkzcwvo7OlBkffmEkpcG41Ip+u4L61zLlhC2xxmMDXOIGeCAUelYcovxkCj8joj1dQkyVcIKksmk14aCoWoX+pzE/JfZGlDtaZzvFfoD1FW11axsrrCAD/7yedQsQpnvYwifU0l8uLwXu+6LueXZbQvRfqhOAWUc4BzZZQ/qKNF5DnmHG2g+tiizHQX1d1eYGZee+mDIE955+g3UL7g5XMebzm2V9sc2/v9lMtl0i/BIY2AG0BwG8SjMYSDIa4LtwrUgxDHK/kEuS7Vt+iIN/WjVO/qtzoG16OtfIBtI7w7+qD2gghlLjmrXPTEj/AdKqXAzCA84YiG6h/0QT13uBe53D+C1HfVu5SlmXmyM6umouM4JrKenMSraIiW+hS/kmdZQSjen/Reok9QDfx6pXp3XAfiRf2oTFCmDEWvVCp59FUmXB9Uv73McRzOrwvxKxAtgY+v+iB9QUHKWPIOh0Oe3rCLVS8AABAASURBVCmvMoHaCc/MvLH6fasv0RG9gBuE6wSonyypODC4HjgsCwSCcByX+lWBmSHA+XFdF3r8sUhOAv9dtAUai0C4ZkY6zqdAtMSj6JmZ14faCURLOuiDdMbnXTTNDHoqnAu9q02Z61w4PqhMOAKzKr7yD/A5Hx5OpeL1vb1ceeEKHM6DD2af0HEpd0hfCBUilqgTRfqJi1qznGMz43gFlCnzZp+0FX2NSSDZiWfxonKzKp7yApX/JoCPmZF+VaaSoQ/i1cdXe/BRqjLJVaD3CvmtcOzqW2XiQ/zkue7LHIfwfRAeyXg/7PaBvPxyM/N48Xmw+zpi9km55lugORePRcqozP6pWHCkV5Sn2pUBlDg3ZgbRE67AzB70W+Wr4q2jar7s5cWPD7j/qF5l918/lZgZuzePd/Xh92dW7UttJR+1V534V2r26XrJT3jCF66f+nm9C/Reua+zZp/0LZrq36xa5uFJNqg+ZtVy4fhgVi0zq6ZVzOpvtVfOx1VeYFbFNaumwhNf4l1/dFGiPdN7+T6PqheUOR9+WuK8KS96Puhd4L8r1TuPBZ58zar9GdeK2Sfrwex++f+XVGOQ3KU3SvVuZuriAXh9UV7iUyAeBYDBTIAHj3CF44PwShx3ieNSmeoFasCmSu7TEJ0qqNCsmmei1wdgZp7eak4FZgbxLNC7UoFZtT3uP2T/gX6rfx9U7ecr99esUvGq9VNhQx+Eux1Uvv1deZX9++C31lMX1JfaqP43QeW/CT6OmfnZv5eafVKn9pK/D+rPb2BmnvyMuiO5+SBZmpk3N+BjZvz96R/R3Q5ljgWQ/gU4RwHuZ0GeG0L3Qfkgy91P0TQzqE/pXoAxOuUF6n87qMzM4D9lrhmBxlS5P2+qq2ybL+V9HN/+6vwl2L73+fZF+I46rTKjQbgec2af7rhIhVYjgTpQx2LQb6u82X0jdn/jFJ46MDOPZgUVz6iqXIMQTTHpg0+7xAGViVviIMtkwyikCmmUWC6osE4gZRUtgeh5UCx5Sq8yn65SDV6bkfoQnurFm/jXAUeHa6Xgo7FIHqozM+8wWTVmVdpmZIp4+hEN0fRhO23V+/0IT3TNzJOBmXmKoTIf/D71jvtdKC++dFDdbrBULv5UF3CrByqNU6A+RUsHZl0iwrxQCF88qM7MvPlQe5WrTLLx25oZzKo4aqNyyU9KJDyletdYwUf0gzwI+7R0cJI8hCO5iYaZPejT71f4AvEqGuJVPCuAo3dvbNrI749P/YkX0VZeOmBWpas+VCb+VC/w31VmZlyUQY8Hu7/wOUqInsajwKdA75Kz+jcz6DEzLuyAdxgWb+JRFzFdzsSzcDUGyVFjVyp+BGpPYfLH2D7IOXdYVPH6Vb3aqb3oqF9d5MSP/qq2RKdpoZjlxXKROrhMp0QW9XUl9HSFsXNHhGkAe3YmcXBfIzrbo3QcrSIazOHA3k7s39dFh1cdGBOjk+AunbzDdA6UkUwYOjpq6YyQzmSxvjbPANgkL6NrpO/wIl9LSKO2NkUHTB5b+S1e4rJ0Mlxj8OkiL8Qz0OUpnUzBpeETv8vLy1BgdUZfaUqHWG1tAvFYkJfHLGVegSGPudlJzM9NYXNjlQGALGnnKIMttLY149DhAzh56gSdrl1I1MRR39iAYChMWblIJOMMDKwx2HYOly5domOylvx3IBB00djcSMdnH50KNYgzINre3o4eXrYpYDqmsrz0r9JJNI7rdEQNDvbT6bVK58YKq8uQjLdyGwiYi+NHjuHs42exp28PamI1CNOJ5BYd+tgLiDC/vrwOOWjXs+s4f+4ChodG4ViA8u2hw7SVfW3g4sWLDF7dhoK7UwyGaG4b6huJ04UdPTsY7EgjGAjRQbiGa1cH6aS5Q4fKOO7cHsdKZgndDIwd2NeLjrYw2umEPX5sP/7kj7+O/+iPvoEXnn+GjtOHeAEM0EkY9/5Cfnh4GHN0LjpuBG4gShk0IRSp4bgqSNIB1rWjDzXpWgTCYfa5TkfMEmXTB+mugoADA4NoZzDh1VdfwcOPnEZtOo1IJOrZzqWlZWRWMnT87cFDD52BPkHU3tbFfnfh2NFj0PopMLAQCLBvJ4CZmXlMTsxj/96jaGlox/z0PJ0rGYRDBul0mZtkNBrjHCUp/3XOwwYdLyvwHN10eqzSUbG4NI8IA/muA7Q0N0CfwPrCFz/n6cfKyhLCYV7quR5WV5c5rxks0xma3VjD6toK10YR8VgU83TgXb58Gx98cBu1dXWora2jjhXZ3zrSHN+JEyegQNr8whwi0TB5C0Bfs6sA88ZG1tOLS5cukPYieZvmnCVw9OgRz16///4HDPaeY5D3Ah3TN/GLX7xBx3g/aYQo8xzm5mdx7fpFrqVp3Ou/xXWzgXg8DFiRwaBx6sgSNrdWYG6Bul3mnCywrgQ5ZhaWV3DrTj/mFpcQYpAmlkzQIZnGJoOgy3Qq76UTf/+BHRgZGcEwHXD3+vvZzyK6u7vw8MNncODAPqRSKZw+fRpnz55Fa2sdxwyOI4tmOlWNDjU57fX/ssnJ2d3diaNHDuGRRx5CC4N2kVCIazVPfsreWCORMFzHgfHf2voq3nr7TerDMucghPqGetJv5jpMo4UB6Bbq6jydXLcZvEpTxkt0qkVpGy5fuYXz52/S6XoPb715AfqKvfmZLN5/+wIG+8dxjkGAv/nLjxiYW8OOnl04feIkXn31C3jpxc9gz84dtEGNDC4McK1M0EYVqE8FxMIGJ7AFhzKMxRyU6biKRYOQY665qQVRBp/nFxaR2yrj3sAYnZWjMAtS9hso0vms/WQ5s8AxN9DZOIqBwRk67+qRrovSObaFNO3Wrl1dAIN+QdqXEs8x0o8izz4sZH2SupanznSzzyyDSRfh0Bk0NjaK/FYR77z9AX71q7exwGBBfX0b0qlG5LIFRCNJjqeFc1SH+vp62r4K5QzyMEM6FRw9uofBjz1cm2HqZQhxjkOBGcdxoeDp2MikR+PA3sPYx2DI+joda4SV5SVkOJ6pqXHytcV5SeALrz6Hz3zmWbJbZqCpDY8++gjTTjTXd6CxvgUBymNkYJSB0xIcHihbm6Po6Ung9Jn9DDoUoK+Fq1gJCnLV16VQzBcArrtdDIyWKI/9+/fg//Tf/lN8+UtPorO7Hm4gxD0mjWPHHkVDbTeDw3P4yQ/fx7e//ZoXuBwdHUGllAcqBZw+fYjBp3raziIaSPub3/g9/OEf/j5SNXG0tTVi7+4DmJ1e4VgjDB4d5pgq1OMN7N69CzXEGaXzPR6P4dTp49wnEgz2PYQI7du3/+YdXLs8iImxZdrOXlBlMTK8hH/9r/8Sf/Ptv8PG5ia48CjbFD76+BrnfQz9A+Nw3Dht1xzHPI+21jgDNz1cc4vI0B4hUEKGjvo5BpP1laWlCnD71h0vwP7hRx+QryyamlqpXwGk0rUYm9yk83wFS/MF3Ls7yUCmCycYRsU1ZAsb0Feij3Ief/bDi3jz9XdoL6ZQ5vlW59rvfu97uM5AWja3Rntdpu3I4Gu/+yyam1NYz67ihc88guGRQdqkKRToqL137x5WV9cQicRwh/kJBk7v3hvAu+/dIf8FNHFfTNP+tba34a+//XOMTSzAnDQ+/ugupqeWaS8OoVDIkcYS7t65jb/5d79isOA6VpZWEGFg53e+9ByGh+7ge9/7Pn72sx+jghz2HexBuj6CQmUVn//Si3j87DH0MPAZYjBOPIXDQTS31iNMZ+vjjz2Mz3/+CcolhYmJMcxMTzCAeQD797ciGk3CdQN0Yke4L99AOBTlOGqwzuDK9RvXaF/SeOmzz9F+J5Hhvjg+Pup9Int0dNyz52VORJl6K7uzwmDY9NwENrfWIX1taW2gzVvmXjfnBQA2NnKIhJPI0SmdSkVIbxovfuYQ1x3XC+3B9777C/z61+8iR7vc1l6PPXu7sbAwyWDATerMKoNYt9E/OIQr165wT7mI137xS9ryOTrRt/D6r97Hr998l2emCHK5MvKFEmqpB/ktKgp/Du7rZIB+jzeHBxkIXVjchPaxCAM0QwMLoOlicGAUp87s4no9hPaOKOdpEaVKELlSAVqD7e0tXAN5niluIZYs4OSZLsws3EZ9Y5TnmmmeowLUxwoD3SXO7TVMDI+iwrV6g3vg9SsjPHPlKdtaBpM24FLmqZpavPXLN/HO62+gsa4B3d296OnZictX73D/ngIo1+z6CnnLcX9awnJmg3qywSD1PDapm4XSJvV4GbA899pJzC9MYW5pmrpVxBtv3MLVaxfR2dHM81kzXn75c6S9gwHvEdriIZy/dBmXLl/FuQsXaTNcT0dD4YBHd9fudspinu3vsK8s16Xh6Wcepz7mMTI4gffffQ/n2a5UXscCg9J37wyglI9Th+qQ4d55j3un1sPMzBTStfUchoMs7ePePQfQzb2FMQzO6TBGRycYOK1HGwM38wyyByiTcMhFNOKgt7cTvTs6uIcEcfv2LQRCAdxieuv2TQwOj+BnnPsSgzV79u7FIe6dM2w/MDSF69cGsKtvL5LxCD7++HWez/J44vF92LerHof2NCK/PoJEaAVN9cCXXj2LpaUFvPXWJfzi5+/ilz99F531rYg7LgMeRcoxh8zKNDKrizhy7AR5qcXq+hbnPoG7g/ewsZTH3GQG5z++Sd37CDduD2N+cQ1Hea5xeA4rV4refNUkQ6iri3F/P4MDB49icGgZ+sTqr9/4AAoW3r51D+++ewGPPPoQ7ty9jccfP4urVwdQk0ojny9jhWeOO3fvIU197uLZdStXQjKZRqnsUlduY2kxywDcAQyNTlEX2/D6r9/mGrnJ83gLz2udtG2LWOLZNMcg2NrKOgOMeeplANeu3MbM7AptdxPp1WP/7kNYW93AVm4T58+d8+ReQZHrcCeDyrVooy5FYinuDT0I82x760Y/7zKa40YMDY4jGIghx4BXiXeUZCKGxoY6bPBMmEhE8YUvvoIcz/dh7g/PPHsGe/d1oL4hgTYGx5uaW2hHwbW+zjHFsbiUQzRaQ9ln0du3B907dqN3524kYjUwnp0ef+xRGO8B3//+G9CZZoXyySxtopg3yqgesn0NDP6++OIp7OiqxfrKpDefL730NGpraxBPJLG5VeB6ymE1W0SpUuEaaeGZpEQbvI6mpmbOWwG6fwYCxrU1y3VfxMrKCnmcR2trK06ePOGla2tr3EN3Yi/PhN08/zU0NFCGa1znEZ5rKP/WFtLuJL+AS7+J7sCatxz7D0dduMEN7N3XjFc+/wgefmgf7VMCrS211NsIKpUc7aUhHHXQzwD7xuYKOrpbuIdVcHeoH0Z64UgUrhPkXTOIgBtAbaoWoUAYzU2tiHE/KtAOChSAbG6u5/3hFOLxKMe5isbGRrS3t3q8RiIRTIxPeuWz8/OkGUJjQ5unK8lkLdd2Ajr/ODyLFIpbcBlsc7kmi9wz53lOhuNicWUVy6vrKFdcOE4IHDH1Nw8aEII+AAAQAElEQVTdSQX+vd/MvHK9VyoVBAIBaA8RuPQt6D0YDFIHolBa5B6bY9BSvgDhqA2Je22012kONFeqF81N6m+e9yF2g1AoRBoB6GO7eo9GI6Qb4ZijhLBXrzuYIMZznuQQpo7GGPA1M08P1F+I/LiUr/o3MziO44GZkX6Qc1WhjpSqPDHYKn582GLARfwL1tfXvLGjAriOC9ccgPcx4agfjV39iw/lBerLzKC+pT8F0pdMNFYFgiVb9eXn19e5xnnGEp6ZUfeqAD7qQ3TUXvXKmxlcyh2OwXuYVMhgmYHpMoPkxXKB5/ESzAUCIRcuz+KO63ioZe5RymgsZubJwczgui4cxyFU864bgEt9NbMH/FQ49wKNSTwLNjc3qvIB4LKN+FQfPgj3QRl1T+2J6vWrOh+EI9C7xinI5wvefKqsxLOz2glEW3SU6l2gd9cV/47Hr1+mcjPTq9en3vVSJr0813SR663EfamQL3l3ELJIGbgIBkKQLgtcykYQoN6HPP0MenOr/n16ZsZ2jtdHld+qbuE3HjOD6EhnBNKbqq66XnuHc6AmoqvzrWgpb5xr1ZkZjAjq269TuQ9mqoXHh3DKnDOlouGD2gn07tf5qcr8OqVFruUi72/Kq45dU9Pg2d4SZehDkX5jr479ae6Er3fJzQcz8+Smch/MyK/gfoGZwR+Ln5pVy8yIi+rYxIsPZgazKqgNUbwfM/NoSd6aR6XiBXzUloknJ+X98Ze5tlXug+oEZa4bH/w6/91P/XL1IdC76iSLEmWovMrILFzXYWLeq36ZmcerWbVMuD6o/98E8FFZiUEyH4qaq9+E+7ZHOKJH6Xn9mpmXksx9GZQ9e/gJHrx6h/ro3td/x3G9MjODHvX/KbgvI9EQL0rVp59ux1WZcATKC0/1oitw2K9ZtR8z+1S/Zp+8q40PamdmNIsOgCoO+JgZWMgcR0/95G8v7/8ys/syoJH3C39L6vfjpVwFSn2+lReItt3v24w5gsqF54Pe/31gVm3jcL2bVfNmn6QgbfAxM/72fwxmnwa/ptqP/0buOH6VVXmpeOuxmi97MlBe9YJqq0/TNfv0exWn+tvMHuiwmVHHXWjdyWbK1mn9aV63jw3bHrLm8aC+BXzZVvsJ79sLPbz7Bdt5L3Mdq86H+yifSsx7q7CbKpTv66/fRqlZFctDvf9L5T7cL/Jo+PnfTIXr01Yqfd8OKvNBuGqv1MdRXvVKt0P5/hjL9/kuc/PS+aq6psqc24oHVblKxzUWh7risAsBE/6YqZwZGMxMGS81My+tzpnjzad73xZoLgWaX5f7vnDMzJt/5VWnefdBeCoTbM87ruP1YXa/ryrzJfy2x8y8DoKBIC8NYR4II7wIJXlAjiMcCnt1EoYEJ0GZmXfIVqdmRmGUoYNbdmODh9wN78KwxctPsVzicgZkJORQ0psPZUqvRAELRJtYD37Uh/oSqE7vfqXyKhM4jsNDbNSDCA+0OqwK4vG4x7vyOgj4gnEdxzskSNhm5i0i1UmYSgVaUEr9sYGPmXkH5GCQhzfX9WgEmBcOq73xiy/xI1CZQP0IhBfkwVmgeuFqPnzQOIUvPIFw9K4xPgDKS2WqE45AdWorEC29mxnUp/rQgUGHbc2N8nl6HHw83H98elE6+AUuD6fCMTNv3uE/BriOC/UreYXpjBe+IBgKUZaCoNdGfYuG+lO/4k+8KVW58iKrd+GIR4FwzaqyFt1EMoFwOOTJV23MDK4vfx4axQv4qD+zqh5u3j/wV+4vYjPzeA7zMiO+1UY8qM12IBnP2KhOfKjOzFTs9a8yyVH1kpnoSb8EoutSblxx3gFOjTTXUV6k4rxku1xXeR7kVtY2sEbn3yYvQptbm9BXmS5nZthmFfFYiRfNMJ0BAa6ZZV7KRzE+dgMTYzcxPzeEUDCPmpog3ECea2yBl4MMUM4il1tCZnkKlTIvnYsTzE8SJnjRz9HpnMTqygSdLMNsG0BdfQzp2jjm56eQoYM+QCcw76/Q109pvMlkDeJxyTxM50ACqVQKPTt6PN3X2CWOMi9BoFhm5maRWc3ArIxCPkeHwAx5WSd/xoBBFGtrGQRJfIvODl2UU+ka5HkZ1VcL37xzEyusn5yawCoDZWHOcYT6lEwmwIGQpqGVDoN2Bk5rkkk6Yddx584d3KNTOZPJ0KE95jkG11ezWONF2zEHx48dxYH9+1CXTiHJi/1mNouZySmMMig6MTYJfZ1OOBBhu2ls0gkXYv7tt97Fa6/9kk7LGTqx52nDCgi4IZw58xAOHjyIzs5O2sEUNMdh6o8ux/oquPb2Du9QN08HQZYBuqX7gWbHAQ4d3I8vvvJZvPzZx3HyeB9iXFdUSTpNNuj4nEI+v4GOzhaOe5kO4WksLc9xvosIBI2yD+ORh0+js6MVK3QyrzBodePGLeQ2CyzroxM5R0cPg+azWcrcMD+XoZNoBXNz86Q1Q0dXI+e4kfYwzrnIYWhoCNPT06ybowl2cYQB5cnJadK4COnwFp1Ug4MDdOQOUj5FzuES8nTyNrc2IRILIF5TIb0oWloa2PYwnSZn0Mzg2v4DB/DUU09DgcujR46it7cPzQzYyYGl4EN+q0TeFhlQDHtOpBjXgeT54osv4uzZs3iYwcGe7g5s5bKc21WUucHu3r0Tu3b3UtZh6vcqg+urDIj0Y35+hjQaoTW2uLQI6Ulraxr1dS7GxydYHuFclKGvNpaOaMwubURLSwvq6+tw+vRJ1NWlucbydHql2T6C5sYmBgDGCWPQ1/fduXObfWYZ0NlNexPGCh04Y2PjlHEIu3ftpS52cP3UIp2uw2E6WYvlLY7NRUdHO5e6cW2GYczNzEzTIf8+nZjv4NatW5TrMAJODI2NnSiVHaRrG7g2UpifW8L5c5cYlHuDjsF1HD68B7fv3KLTfBzHjh2CxrzGdVFbl0aAa0jB1WvXr+EunaKjY8Mol4soMHjT0RFEX283FheW8fOf/4IO0Az5TJKvRuSpdCOc/yXWcYlSFg2U9SbX/Trk4NIF/cb1W7hw8SKd0P0YHh7G9RvXqUtzHu8rKxnORQSgdg4NDyBKx5hs8JWrw3jtlx9gcHgSI+MZrG8YZVqPkZE1vPXWRdy5PcFg2SpikVoEGcg6faqPZZO4Qkfu3f4RvPXO61jPzaGu2WGw5ihOntiLzvYYPv/y0/hHf/I1nD51Cg+deZgy2cc5K3Ed7see3fuRTtV5c5XbzKJN+sl15QZLdM7fxZtcx8t0uA8PDXOMq1xTCwxM9WPf/h340z/9HJ2KL9BReRg1qShHk6dti+AA1+kW7fClS1c5/kFs0i7fvXuXYwlhYnIUobCL5597GlMT47h44QK8T2aubFDnlrC0VKSj1ijLDazTpre0tkP2XntYIhFjPwkYA+yJpAv6WrDJ9auvwhylvrrBAo4e3wfZp9zmFgb6h2mfF2kbFlFX20gndIrjnCW9sDef4xNT3qeV8gwWjTDokIwFUdpcRmdrCs88dRo3bpzD337n+wxm3KEj+ybt4Rra29oRjybR1trNtQFOYYVrbY3jNjQ0RyijGWxRP5IJF+maMFDeRDweoO05hRPHdnufiHn7zV8zkF1ClGepjVwet26P4Oc/eYcO+RFcujBJx2wNutpb6NxxaCMT0F4wPzdJ/RljMJj9ljfw7b/9Mf63f/PXeOe9t+kgH6bebqKBzm59urlvVyfXQthbb5FwnE7tWupMHUKBNAOV45TxAkZG+hnYmmIfJepSmbZ8FbNTOfTfnUY8luRW4eLO3Rza2nvw1tvnsEyHeW6zjB4Gj5qbezjwKPv/Pi5cuIYCg2mXzv8a6RoHX/nyi3jhxdP48z/7I7z8mcfR3hJBZnEW3d112NG3A307dyJZk8TV65dRwzQSr8HAwATl2kyaMZSKUUTDdVy7Jayub3BtF7l2RqhH/dCeoa+J/urXXqUN3oT+yEf2xHVCtJdnYHAxMzvNcEKWQdJLKFW2GMz8FZaWF2GOi96dO1CgU+PI0aOoTddDnxBaXFrGGJ3SRMDzLz6MqZlZ1NOGrXOPu3jpIr72uy9iaGSW9n4KC3RCT09tYmZqiTathM72nWis72Gs3MFaxsHdW+MYZCB4dWULh2m79+ztRjhmuHDlI67nfowzMPr9772H9z44j1RjEJGaHI6d6cXVm7fw1rsf49z5e7h8ZRIjI+PU/SxSyXruHeB+tsH+crQZca7bLaBilFcXdXudepyFghKRUBpnn3wWM+Q/ywCyvib4kceOcbxrhBLqGayo0NG6srrEYPMGjE72hsYU57cJ8WQU+w50ca/ZgZ/+7BxleRJpBoJa2zoZQJsjL5qHEubmp7F33y6srC7TRpZRX1ePvbQfvbt6kFlZxBT3w8V50iZ/ARd45uxJ0jqE5oYGHD28z7P3N2+OwbUobXwMk9MzDDrcwe9981U89czT2LVnJ/6T/+QrOHqkBxUGHm/dvI5oDOjsqsGf/8XnGGB8kbysk+YJrpEk9CSTcejTigrYhEKG//qf/Tl6d3RB5bt37eS6KHB/3Yeuziau2Qbus6cYlN4Lh86KheUFTEzOo29nPfbs3o2JqRlPBhvcO/uH7rHvCMLRACoMsp04eRhXrlwEnIAn94ATx5tvfIhf/uJtTE8tUL/72JfDuaBcmmpQ2xhDbb3hK197BQ89fAhPPHmMZ74gfvfrT6Onm/3t7cRTZ09zHA5l2o0nz3ZxnM2wQAlhBtinZlZx+fowMisF6P9NvXDxGnbs2EU7Rls9Pcl2YXR1pfDsc8fQ2pZAiXdCFMIIIoHlxRnqzAQef/hhbPA81tfbTtmdxh//yVcRcB3U1tSjQtxzH1zDhfM3ubYmub7XKIcunuFGvbPg7VsDQCWCDz+8TH6SqK9v8uzJ7PQUEjwD9vR04fq1K5ifneQe8TEuXfqI89uDNe5t+iOVZZ7fioUc9u8/gNnpFdy41o9/9T9/B//mX/8IH394C1ubQVSKLro79uOD98/j7/7uB0jVpGnP89A5JBwO4Nr1IWQ3VtHV3YqR4XuUbRa3bl1h2y08/fQTeI4B43RNkrZrGOc+voSJkRlk17aobx2oq2nET370FoYGJjk/87R/CUyOT6G7sxd9vbu4blaxtLRCff8FbnH9JRIJ0i/Q9gRom9cxPT1MuzrA9dGKz73yHK5eG+G+lUIs2I21DBiQ6/H2gemJJbz95iVcuriAn/zk11hdLXHONhCNuWhqi0Nfx9zc1owp6pnO2EcOH8Lhwyepx3kYZ2t1aQ2FXBndHT1YXs7izp0hzsEcAoEQZbHF+Yqgpbmd55YMBgbH4DhRyr8e9elm5DZKmJ/JoDbVxHPHDE2Yy/FnuQetc28sEH8U7Z07kGHA9cqVm7hzd4TtYxgcGEcyUefxEGVwL11bQ52eRZ7n55npCYyNDeFHP/w7PEP5hoJBno1uMVB7j2e9Jgz2T2J4aBpXLt+lLQohlWrECvfp+fkl5DZzcpcr3AAAEABJREFUxKveJS5eZH/3RnimbaE+DWNycgG1tfVobelBbsPhPriI4laQc1mGgxDm5ubQUF+Lh3imlI4u8A7U2d6C/Qd2oaYmyjNwHQLhEtINUbQzoDg9vYhwKEL6zZiemkY4HOb6KyNdm0JdfYoyirJdkvZrFB999BGGeQbz7hS062tr67zrOryXzPH83U6e2nnOy5DHWdy5M4Daugbs3r3Ho6eAV477uQJgyUQM+mTwZm6VNvoetrbWqFcBzE5NYmN1DQp+l3kXrUuncfTQIQTMMDIwiJbGevR2dXC/ycAYgNAnUs0clIpGPa0jn2lCCo3cdzZ5Funt68UWz6Al+nhisQjPUwdYV881WIu6ulqeXwIcb4jrooPlMQQD5tn9IPdBKzpc2xWeKcNIJiOoq08gXReH45ZpxyqkW0DZXKxl82BX3ErCNGlh5ItlFIqso60zpwJBiffRHO/SedoWM8Dl2V/n1CId+MoLdOfX/UHyV17rqKmpibzW8wySQJRnSdUJR/gOCSlvZnAcx6NZLXcozy3KaM3TX33yemlpCbpjad50ZtYciJdNBvDW1laJt8Y2OZRKRe5HBdJyINrio0zZuY4LnR3Vjw/go/u4y7GYGczMaxMOhbjWXA/EoxFPP2X6OgoMSOg8K5CPQqlA5Xn6fTbv60eJcinL78ZUbcVLROMnbeUlB8lDIL70HuHZX3V6F99m1Z7Fo2j5IHqir/5VptTvX6neBcqrXnOZY0BbvOUYrN7YzHpyEh1BmfdC9WFmnp4rL1BbAY0/ZQOCeSD5iU/xG+e5NZlMUr+SnN8YdTFM2bvYLm+zajvRFN+SU34r782TeFSZ6jRmgWgr1bxIFno3I2/0zQlf7SVzpWqrsYpPP6/3EteWygQq99spv52uT199qNwHjZHdoVyq0LYVaQ+r/IqeeFUfm5xryVXvoqsy9SNQXuXgo/S3gXA0DtEQLdmXLeqQ+vCBzR/IXLyJjvpSvfKs9NaO+FW5aApUb2ZQG8kycF/Hse0xM6/ezKDHzEjOPHpq54Mvo2CQ6yIQ8NpsrxN9vZtV25sZ9avsgesGSJN2qALqVsUDXz7i0wfxLp4rXDMal0BlRdpQlQvAx6zah8arPgXKmxlr4dk1tRUA5o3FjHUCfFJvZtxXA149i8lX+UFbvQvUp3hQWqUHmNkDAB/VC1QvYNGnfswMrusQXK8vxzEABrMqaF6kZ35bM/NwfZmCj8u589/Nqu1Y/Kkf4fjgOF5/Hh2V6V1gLPcbqT+/XzPzeBOuwMyB8AVmBv9RG8miyCBtiXZWeZWp3sy8/tRGfkID/7HMcdwH5eAjfLUr0S6WyYBDnlyOT6mZEaM6Rz6O8AR699tWaIeVryJ7v725q+aqv1WvNmXPtpU/Pb/sxlwHAnA+KnwnuzAz2AN+XO+9Su2T32TZ60v0t4PXF3X376Xs3y8T/ieUPhnn9vrfnv+klRl5vA8OeTczjx9fRmrv9+M4zoN5dIird7NP2pt9kvd7UFtBlU7Zo613H3w8pSoTnkD9+/Afepf+CIRf3jaXZp/w85u8+v1VQEOil/sgHu5nvUTvfx+q4/AQ+Ev1TLz5Nbvfpwp+C/i4qvLzZtU223ncXu/nhS8oUy9UJjCzbXNSnR+zKj2z6lyqjXRc8hGovVdG5VP+t0Flm54p1lfk/lfiGpOcfdC74NPtJU9KlYugQhCrRZ7/qlDybHiRNtiH7bbbp1WpsD0+ebx3lm3vx8cVluQmexbiWUh7i0DvruN6c8Kmnt452uCLNDaC7QTsvjKrkUCEdIASceEWaZx+G6MyBtuZEr7au8EAKqTp8oIT5iEsyEBJMBSCS8+FmNWARNenKRpmn0yaWTUvXDODUsd1Hhg+x3GgR2MQHaVmBtdxof4FwjEz6FF/whEU7o9fOBqn8ATiwavngVR5M/P6NavSAJ9qX2Xmqsam5E1k0ROu6ElmAuWFJDqiqVQ8bAeVV+mVvPbiwcyoICXPuKpe8tFhRodz/XWdDjeiJVz14U+06PgHHs2x6lXnuq53KBQtM/NkI/5ULl7UTn2ojWjrwCQ6xULRUxzhmZnHj/C1iJRqbGaUC3/0LhBfJS4SpT5NpXpXvdooFS8qV98qUx8ai0A8iz+B3s0oD8pY+GorWmovcKlLwtEchqhfyoum5OXTNDNPtmqrvvxUuLFYzBuXL1fRVL36EB0/1R8ESCaqUzvRFpiZ116yU59KtdgdxwWMF1Au/kKxglLZePkzVEz6H0MoEmO1SydGHPFEnI7HkHehbmyoRVdXK9raeBmtTQBcc7N0GExOjSKTmeeFcgWbuQwvVCW0tdaiJhVAZmWKl+oLdKB/wMvcABzb4HjXsMLA6kZ2gY6Ae5idGSGfm7xIALXpKCGGHC/ZiwszvJjTMcHLMLn0LnxLi/NsX0J2fZ3OllUMDAxgSQG9lQwqvPSVy0XE4xE6Bpp4AY0xH/PSGjoG4qkapGprOb4wEsk4xxdBsiaOMoqorUvB4ZLNbqxhfmEWm3Rera6v4satmxgYGqQz6jodIfe8C+VuOgt39PZCsq5QoHKSrDCgWKJONjU00TEUp5NoDTXxFJKxFIIWgRUDyGeL2NzY5AWjyLYux1zG2OgYFucX6fDe9IJjiwtLmJ2dR0/3Duzes9e7SPf27mTaRGfpIOYWFpBdLkP/R9EqA7Rra1kPf2VlheuoBJeH9Qi9pjFe0oKhsPcpiwuXLuPy1avQ17P98lfv0lH1S1y7dhkbm+ueI+srX/0s/qv/6h/gL/7iVbz00mN0Bu/G3r276FyoYz/zdODcQf+9O7jDwNtKZhmxaBg7+7oQjwUxPTVGh10Ir776KgPFJ1mXwuZmhUGXdc7XFh0Ty1hd3UIkmkQqXYetfIWBmQkGDi7RgXgTJepQe3sbGugkKXETWmfQd5GO9iyd/wsc66VLo+x/kc7idQwMz+DqjdvYYNDEsQAvn1EoKNDd3Y0A7Xgbg8c7d+5meYzOvSUMDY14lzjp/iwdTHlGjFJ0/K/SITY6MgEFU4uFCjY2tjzZ53kRi0WjiIRClGWO/CaRpnNsdS3jORo2sut4+5230NjYAOlAmXOfyWSIW0AoGKLObjK/5TmRGxrqPUd1G51/ctpkqJ/r1FmHStbf3+85pMCnrjbN+Ztm/xnI6RKNhaF5WVxaQIROrQiD9ynqbYL6KvvXwcBoU1Mjjhw5gscffwJPPvkkg75HkEykIEfg1qbRIZXB5kYBUa7jVE0txsdm6AS7jF/98l3mFxBwktjIVhB0a+j0jCGV6KajdAn/2//6a3xIp3CJF+Cf/+xtzs9t6sc+nDp5Bq0MxPX09LDfw5zLENf5Op559ixa21owwUBelrKR/clm1xjIusz+LuDO3VvYv38P2+zD+fPX8c47H6Curo48P40eOjwj1M933n6HQadBzzm7MLeMsdFpbOWKSKfqsaOnD8lkCiOj43RUX6MODlAv99JZOM/Azi8ZiBxGgDZ2fmGOc7mJo0cP4Ytf/BzkaDQ4WFrewgcfDWFsYgU/f+0KPvr4FlAJor29G4899hi+9QffxMnTx+mk/x2kahtx+fI03njjGn7ys7c8vY9EHTQ21eMQg8jHT+7FqTMHMDI+iGvXb+DNX3+A//c//zvcvH4Pu3fuxa7e/VimM/fO7QGsLK9hjQ7BddqPb/zes/iHf/R18t1LG9rM9bKC5cwq9b5MParDjt4u2p4EUuk45XWd9nKea2QNgSDQ29cDY4R5cXENm5zXWq6faDRBvR6izszh/fcv0ibdQVNDGrv6+pCnwycRT7BNAC0M5O7a04NILMbAQicds7cwxGBzKOR6dJPJGG7evMy+VrF3XxNOndpFGxPD5NSwh9fV3YLTZ47h2Wef9myk6zrYf2AfYvEQllfm0NjCtVzKo6Y2jT0H9qO1pQttLT3ovzNI+xfE5nqWczmKjz/6kDIHjh49jC984WmcpoP3ibOPMvi8B7t296G+rgljI5PEu4jCVpFyycN1N6kjR7geNukYj+NzLz2O3p4m9pFCbU0UCjq0cl01cR1cuHAV4wzgzTLIkF2vYHZmjc7wZcq6ETt37fb0fHhohkG6IFZXSujo2InO7g7apCXEEmHanTQef/IoypWC56RP1NRgiA7woeHbOHSkF5nVWch5PjIygmvXrtE5PoHW1jZvnd++PQj9P9fJGhfNLfX43Oc+j67Ovdz/ahiwWPT60//DlqGdfvzJI7hxc4AB2EVcuXYPh489TKdrEAXuC2MMTBw+dAB9fbuod2s4euwoGprCXHs1CLlLuHn5fawsTGPf7l1ob23GqeMnkc1ucp9axL59ByizMnS+cB1DNBqnzSvS9mYxP7fINEe7VKRMQ9Afk8TjQfT3rzCQchPNzU2Uwyqamhqoi/UMYnUjnW5gMOUKrly5TV2YQX1jLQ4zqH72qSfx4ktPeXqlsfb0UrcYqIonanDu3CW89tqv0UQHdiQagz6pFAlHMc55SSQSDHyOE0ZQk4rhH/6jL+Cll5/AsWPH0dPTidnpLM8A87SHM1z3QTQ39VF/OjA/s4mx0UXoE2wffXgR738wiFXudRsM+L/42VfQt3sfnnzqGeriKma5XyfSUaysr+CJs49w3s6gq3s/ZRHmnh7AxQu3SH8Sba09tHlxjI9NIuCGsMSgtvaa9fVNyN6sZvIYHlzA229ewb/9375HXVrGW2++jx/9+AcYn+pHujaMRx/bTxnUY3p6HPq0UyBYgZzrJYBnpSRyWznORxbPPf8o99LD+M533sHQ0CTtQZnBu0asrm6ijYHV1dUMZmaH8fBjh7FnXxcUiN6ko/3cpbvUiSAqpRDitP0BBFHYKGOeQecl7mFN3HvKpQ2OpZF7XwOM/fft6kA4EsQW+16jY1yfOOzvv4N3P/iA63uL+9AR1uWpv1orE5THedrVGAxFXLl6EWWemc59dA3f/95btKvvYJOBpedfeJJ4H5GPIlqaW2hz5xCPRrh334FDmzQ5NoqBe8Oc+/MM0F/n2MO0IT2Uexc6OnvQ2dHHwPkINsj75maJ630/Hn7oDNraG3hm66eezzGIdxbPPvMSg00/w9L8MssyeOj0aegPTrLZDdpAFwpU37m7TBm7uNd/g7YohMcfO4UvvfoiXKeAyYkhJGIRdHS0oFIpUdb3qMs1XEs7eFaL4ONzFzC/tI7Mehl9uw4jHm9EKJxg8GsT77/3PtNV7mcu9eYEmlojgG3gkUceRVNDN6Ynl7iWNqhnx9C7oxHj4xNYWMzgyMF9qEnE8PzTZ7BrZw+SiSD30RIaefY7enQPdeQYDuzfySC3cQ/bgaATR0NdB3p6ernHXOH+lIb+8CsYMurgLO12Fi9/9gUcOrofX/nqs6xrYr9bbFOP+to62sg6pOMJ1KVrGXBLY23NQSf3sHSqDqVCiPtNgTSCnDfD/v1HIfnX1TdyLnpo4+IIhAL4p//5P8CZh4+joSFNenFcu6aeWTUAABAASURBVHzT+yO+ulSQgasMg6gjXBOGXbt2IRFOIRZK4sj+41il7L777R9iPbOBXgZPe7t2oa25A7WpWspjHG/9+h382T/+c7zw7Et45MwjOHXiNGIMKvZ09yHM/b1Eh0Q0GuSaKFJPrmJycgz/6f/uj2krP8ez9V2eST6kLSvj23/zc87dMpaXitSLE6ipacK/+6u/g8HhPhCA/pDsRz/6Ge3rDq6rz+Ghh56gHRvCW2+9R3s/iSmu6TXuq9mVLOKRNEpbLjrbdoFbImY5Z52U/TzvDhMTY9SbEh575BTnpYyN9QxuXrsEK28hlQyihvDMUw+xfRY3btzA0OAEmhsaOZ8HGMS+hYH+Ia79ecr5EFBxceLkw9SJVRRpAKYmJ6jvG9SxCPKFTerBGezhHnfmoVPUX6CnpxWd7TtRzkfxL/75j7CaqWBpoYCbt8bw3e//ELfv3qYuhql7dejbsQONPBN3drZzH+tGMByiHq9geTWLucVljivPPf0eFKhPxGuR55m7VAiQ3grepUzmZ5fw8YcXUOL9bnBwHKsra5C9ikQNZcsiXRdAPGk8C7VQ3k9i394DqKttRCSSIO46ivRB6Hyr8+bOnTsxybEVeVaP814RjUY5Z1kEeNcAHzlvQgzGFnj/WVpaZV2OsglQHwu0IZdpx8cplxxisTh1LIAIx5LhGIYGhzjWZiQSKYxxbWXXt1iXoL3pQGtLB9d1kveIRdqgCnES1PsVrGSWwQsUdnR1UkbdKOTz0Jluc6OI+cUsNnnHmpmcRgAVoLiJO9ev4s7Nu1jmnUJB5tdff51nrVqOZwqLi4scg8s9ch3NLY149PGHUM9zey6bI58hrHAs0UgUqZok+w/yvmgIB8twLI94IoomroOuzl0oloLce4pYXsshx/uE/ErmkC0KRjLUuVhQovwUUF3nGTmzsoTVtQxhhXzM077OYGUlg00GNwuFPCT/dd4XNjc3aZ/L0OM4DvkN0K4FEebdQPPgpeRRfgnNRygU8uqSySR01q6pqaHcY6ivr/feVa42whO+8jGeEZXq3czAH1T7cpka9OR5H9YfG3tQ2KJ0yzDHUKYT0qUPx8xQ4loXbB+zxu29867kEMd1HMrWoQwNFZapT/FiZvDwKDMzg9qZmTde8NHdbIuLWcEy5Qv0gSkVsNprK5mpf4HyoueDcDQm8apUoLzAzKBUvPigd4HedbcTj5KxD+LPp628WVVOyvu8iYcK5VPhmJhQPmXqa4FzvMk1kuWa2HiQyq+lsaiN6FZQfbbzqTmKRCI810S5TiOeHqhe9NVGuuKDeJAcVCe6qheH3ni4/kRHY9K7aAiU98vUu9oqFZgZ9cIgultbWzxPbEF0xa9AfQnUj0BtfYABom9mIuWBZOv35fer8alMdUJSe9H06etddISveqXC15wob1bVG/Wvdn7q5/WudgLprd5VJ1BetH3wcKiffp0c7A/y9/VcsvBBsvDzwvN5Fl29C8pc/0o/BbSzGpdAfQrEg8ajcUkWLu2sUpWr3nUDcAnhcIR6IF2IIsy8+hSID6XChVYqx6F3lX/CZ9GzMZ/0azCrgtqpvFgseDjit8wxaywqV6qyIteg3sWX+BWPZqbm3vrVuz8Gs+rcqJ34ED8VlplV8UVToHo/FY743br/hwN61x4jHOUFJcrPS+/zp7Z6Vx/CEzNKBarTu8DMPJ10nGr/4GNmn5KBmXk4GofGaFZ9NzPo0dhFU+DTV17lAuGYGWk6Hh2fhsoFwt0OD2jQWPjllU/lK6QlelalR9oV2RYC+JhV68w+nbLK+/Fxq7pf8WxmNV/25ktIZqbEexd+uVzx8io0Yx1/quVlr73ygjJ5KIlXgtISz+J56o/+iKnMMlIRCUKFUP1ROwFgMKuC3rdDmborUJlSbHvMqm3MqqlfJVw/r1TvPojGdlC9D78NR2UkT/4cgnlj9turbjv4dD5Jq3z5825mD6rUzqejede7dNHMvH6EqHqVK/WAOi5c5VVvZt7c+DilUol7TOkBjyoX3qeA4ufPp4s4d9sLfms7ImwvV74KXoV+PeClWs4ZJ13lxa9AeYGfV+qDygV6V8qmpFn9MTMvo/JP6qujMDNvLfhr1E+N69qXO/iYmSdXs39/SrT7P+alZua1AQx61P/2VHkz1QkAs0+nGoOgzDX0CYDzU3kARc5pnn5p7anyU+dy1X01z3OtbJjgk7ocz/05b99Vvcp90HuB58YCbbLstlJHRtnM2Fl1sYKPmcF1XGwXjpRKRlOp2gjc+4c6M/MmtsyFqHoJwYw06HiVcRfoMJFKpbyDpupzPKitMCCRyWSQIWSz2QcHBjEmUH+iCT5m5gnPzB7w5f1FybZ3M4MetakOtvBA2dWnQPXbQbjqR6A24ksCU//Clww0To1LOCpX6uMqL1kIT3TVRrjCEwhPOCrz64WzHVQuMLMHYzOrjkXJdlzlxfN2UBnuPyrXgSeZrPEOxj5fOvTpMqO/lBSODlK6HGhsaioeVS5aZubJWnUam0BzKAeiaAtH9CQrjU9j89vyLOG1NbMH/eepvJKFcMzMG6Noizczgx7VCXw+hC+6Rd6alReo3sygtlVwPFoqF08VbxGVvQNo4X6f4CPd03jFu3B1KCnyUMAq70d8aIzCEwhX9FUpfDPzDtS6BOlyG+FBSjgs9vTezMhTgOMNkp8AUHFghIATYGooFsp0shVRhgOwrFAoIbOyyqDIJObmZ3nY3wBtEUCnWamcR6GUQygIbOXWeLmdwK2bVxkcvUBn4zg2N1ZJL4tAoEIg3a1VbG7S+eVsgTE3Xo4rIHsIh1mXy/BSO+3hu04eayvzGB8bRGZ5HrFwAJGgYXJsGAtz04hHQ+ihs/Xggb3Yu3snnVld2LWzl4GZQ3RQ7EKIDGWWl7meig/GnEwlefjL07kxhzwvfzB4cgLlAThI19ZCB7hlrvO1tVVok9clUxfcRfKwRQdIKBTAJAPE73/wIeUxhTUGRNZpCxZ4+Z+ensHUFMvW1ngBXkJucwvLy7wA0xlbZiBwZHgEi3NLuH7lFiZGp9DS2Iauti6OeYVjWgI7xzod62qztJThBb0G3qdudu/l+HbiyOGjdG50IJWqRbnssO9NzC0so5nO+8NHj+HYiRN48TMveYGgVpbJAXv33gDWN3JI1zXQAd+MWDwJcwIElxf1Nch2rK2te/xKV/bs6caxY/vR3d3FeQlgY3OVTq5LDFj183LmIMvxzs5M4Mc//iEDRucwOLCEhfklBrNu48MPP6ZjZIKOCDorgkE89ugZfOtbX8dTDI7k9alfBoVzPPjWk5dczki7SB62kM1ucY5XOVdl9PZ2YseONoR4KXQcBwqYTs/NUEVzOHB4N/ZyvvNFIFHTQnmcRZBRpVu3bjMwsECeuz35xOMJOr1S1Ck6OlJpRCMxOuJm6fR+DfqE2Wu/+BX5/zG+890fYnRigg7FJPUwggBpZTIZBpjnMDA4jNGxccBc8lWhXs9T3lko2L3Fy2J9XR3zG9D/CxIjr+trK3R8LiMRT0GfWNrk3CfIhz4dvHPnLgSDYepDjnJe9MakT04BZTqQT+PU6VOoq6+jHSihubkFhw8foTPwIcqiF40MCPX0dKFQzHu6NTw8hLGxMTr/h3CFAfAGOvLqauuwwSBzbmuD67lCZ10U6VQCrlNCkOtuaKAfH7z/gefYvMTgEqcCE2MLdLSNYWZqHaFAPXbuOELHaxQD96YwMjyH+dlNJBMNrEuyPIS7tydQyGWxd89e1KYbsXNnHzo7exj8GcQ8Hd1Z6vjk5BS0Zz7//PO8xIUJIbS1tVJ+Rc/ZOcd57O7uxJd/5wv42tdfoRP/KI6fOMox1iOVdlFBibqwhiuXL2OCAaRJrpGNtQLGGEwb7B+hbGspMpd2ZZF2YYpymMS/+JffZcBwGieOH0c+X2Kw8x0GUeexZ08vTnA9yAmxxvUYoYPAQJ3jGHbu6kEsFqKsHARcIEZDVJvSu+Ezn3kcf/In3+A6ehLBUIV60w/90cSRY0fw6qsv45mnnkJdqgm3b07jnV9fx73b0+Rjmjo/Tud0M1y3hMtXLuHO3Vns2tVGPvYhzYD1tWs3sEzn2xqduWsM+lSKJp8f/u47v6DTdxgKSH/1a5/HN37vK3jh+RfwxBNP0rHdgJGRIYyOjqBcKUD2tr4hjWQyTpnmvQBVlAGMF154Cv/kn/xHOHDgMLZyBRw9ehIP0XH98MPHIF3V3peqiXFsz9FpVoOWlibqzxKmZ+eQWV3BwtI86khXXxM5MDiIdDqBSDSAU2eO4siRfdTF43jy7Gn86T/6Ov7wD1/Cnt1pREIBzExM0mFYjy988WV89uVnkKqNMVC1F/0D90h/iPa5D1do62aml3H3zijOn7tGuxzHjp4e7N93EJFwDGYBcHFzTEm0tDZiPbuEd9/7NfoHb9O+jqKlpQV9vXupn/u4nmNc1zHi53D8eC+++tWzOPvkAe4NRaytTqOlqQbrtGX61oCF+TnIUbiwtMw9K8M9Jcw1vIH5uTWAAajNXJ5O70muxWXqQgKTE/N0mmfwwXu3GAC6imLJIS+bHFMdmpvb8fwLr3ANBvDx+Zt48+0raG3roD424OSJx6A1ofbXrt2hzRhGsbiKju4UPv/FE/jK159AS0cd7g3ew09fexPzCxnU1bWisaHN4+PAgYNcY0G88dZHmGFw/+Enn8DiKvCL19/HO+9fZfk1KMiZySxyTc5gYGAE/ffu0aY56O+/DpeO2127etDZ3Y3R8Rl88OElXL1+F7t378fIyAT1d9Szz7JJk5yvQNBl26ine9FICpWyi/q6Zo4libHRSWhezzy0CxsMxn7nuz/A1SvXqNMu0rUpyGGuTzaHggnEY43Uzw6Mjk3hJz/7Kf7tX36PvA17cOzEcc7/uLc3mRmee+FFBqp24r33PiLPA/jpT3/Ffss4cfwE6tJp5HObaKVO6tsfOjrrKM82lq3yHDFEGzXMIMUA1ta2qCsuBkfHMTA6xvNJBdMzi3Qwb3J+i9i3vwtf+dof4ODhUwxyDDFQN48sA6sTU/PYYhDh7Xeu4ec/v4Af/egD/Py197CwvIh8ZYNjmqJehRAJx7FEwdfXN3GPXkaAdwXGw5Db2MAmHdiu48IQph4ZZR7HVi6M8fEtyqyAtvY+9OxsRXdfBwIMgO3o60GI9iaf38Klixcp6wLt/jL+13/9BvtxUWSw8623XsMzzzyC3/mdM9i9q4+0RklzizwsMaB2CT09HWhpbaAtu4evfv3ziDOIMzQ0jIjTiLVMACuLW7w4lbDFS5V0+W7/MGQfbt+6hXjc5Txc4/sGXnrpWRw7fhBnGeyORmNYpP7NLy6giWttjbb1yLGDnt1taOAaYEBkljZB37hQKa+jra2Gbftw5OhedHY0YHZ2lXqxhR/86A3cu3UNXR2txGnmfjfj6VgwGILOYJ3tjdSpGij4MTU5Rztr5CmGPp7TXDoOTvmcAAAQAElEQVT+ZuaWyVsI7W09gFOEgkLnPr6M7//gNeJGcfDAMdrSPtqLyxjnXO/fuw+f/exnGZB7Biuri6SdZHB5hnakg3it+Iu/+DxOntqDgf5RXLl0HZcuXYQ+4RZhQCERq2FAfh4BCzH4sY6gG0JX5w40N3dwHsPUlQFULADHdaibg1hnwCYYiOPevUF0dnZRN6JYzizwLFTmeBZoY3dhcmKcclzlfBU4B5sYHrnBQGcrXn6FexD34A/eP+fxPj8/j6XMBIMwB2gXd1N2m1hf3YDrVLw/NkrXJHh+GoQ+xbnIs1ENbXQ3A2q9fZ0MzATR0dGENkK6jrLcWGNfW7h46RrWuTabmtqwb98hruUEgoEQ1xMwPjpKOX0Gv//7X2Rw+hAcczA6MsE5ol7ybPPxRx9zPd+g3LuxuVHA9NQstGe7AYdnvCsMXl7jWOfhuhXSbsVXv/wS96JHcJJ7XzBgpNOGWDyOzvYOBqBuY5zno14GIV/mmfObv/c1rK2uMbBVRpY2+MrV69R7w47uXlw4dwV/81ffxb/913/F9XwL+jTtBG3RxsYWpqfXkE7XYCOXQSjssI9WvP76r6A1t8ng2w6ujdnZNQSDNZiZXuU+MkW8Rhw78Tj+wT/4E+zffwgnTjzMIFYNjPN47txF/PhHv8Abv3oXASeGvp3t6OhsgsMLy/LyGp55+gX2V8d9qwkXL5/HBOdS5ycFRqUD43xXUHx5aRGHjxxE344e7KbeNjTUkV4Fi/NTCAZK3hn5P/sn/whf+9LnMM51abwjZRmsTUTiiAQjuHnzDhoZ8FvluSibK+HclSuYnJtCfWMdovEIkokoz/Qd1OF2NDXVk49JXL50F1evDnGtNKC5qZlnOpc2fwOhUAyhcBiPMJinvT7Lu0mSxmkrt8l9OkJZbaK9ox1uIIzNrRKamlvR0FhDO5PjGSZIO3oXoWAUc9PzqBSB3Tv3IMPgYSfXwcTELG7dmsKPf/Iz3tluUqe3uIZ7UCoXOZ/zeOvNdwjv4crlG7h7dwiZJc5Xqp7rIob19SxGRkZoF2a5p9Vxn9K6aobuoB0dHdD9M8D1nuX9aG5ujnvvPO3SONfpItKkEeG5PM8zW5bByfr6hio+12GpVOBYHCR4V0mlUshzTB0dOxCKJD17n10vYm4mg0LeEHAjqK1tQDKZxE4GdWtr06irT3PvTyKTWaJ+TSBA/TYzb400NrZA/UZon3dxbkNOAEGEsLSYQW6rSDr1WF0tIJdzOMYU6kj78uWr+Pa3f4KL56/R9q5RD6exxTuV7vBTPPPevHEdmxsryG2toFLJUXZ56L5eLhnyBZd7Qg0isTTcSAIVrkMLuRwfywMOgsEA+QnzrpeAgpsCnVv0R0aCCO8Wca45ybJSKaNQyENrI5fbQD6fI68ZLC7O8xwzhzXqxdZWDjnqxSaDrOvZdZbRbrBM/Ai2eP/S/Hj16+ukV4AevW/xXiMcvVfo5cvlcuxrk/Ry1MUNL1V9oVBAjrg6WwtHZcJXO0GpXCJvW9SDItcdUCzlUZbi0V9Q4Z1HAIMnA41PYwsGg5Qda8pllOkXqbB/0TIzJZRTkPMR9sBxHKhfQZ77X5lthO+D3gVqKFz5ZVSnd5WLf6UqU6p6jUGp/668ygTC1/tv4qtOMlO96tSXQGcH13U5dkddeqB6ZVQfuh/Q1pgdx1UxivQbcXph5iLIdaw/5jK4tOEuDI4HoiE+1F+B/iL1LRloHgTrnM813nWUV51wHcpK/UWjUdqVmLfGlA/TnggCXJ8C8BG+5JnbzEFrVvkCbXCRvifRk46oP+GJrnt/jGbG1tWf31amGjN7IA9fxqIr0Li2g+pVLlBe/fmgdzODmUGPZKjxmRnvRKUHYGaePgnHzLy+NU7xZ2YP2pt9kvd5AB+WejhmzBFUp76VsvpBnfIqkzx8Xvx+1JfKpePicXu5n1e9aHjAfszM49XMgAq88Wi+NReaA6VFBaE4J5KP6kqcI8lH7wLhqFz4mi+B8jqfhelsi8XiiPIsGKAtchwXgEG8B6gLLufUjH2zc41LdKvjLlOe8B6HOiUwM5ZVPKjiVLh2yx6OR4FrWDRUJxAtH/x38au88ERT/UtW4sfMYGaePMSbD8Izq9aBj1k1r3IBi7wf0VR/6kOgfvQu0LsvJ5X7oDqB3pWWSmVvTMLXe5m2TXTVgVIfT/XKq0x1ZlWezD6Rkcq3g3CrUO1D7c0MkoFA49V4zKq0wEf4TDyZqE55AVXlwTyIjvB80Lt43w7iVyAcM9qX+32YVftiIrIPaG5vK3pqJ/CUlJhmxt/68VPWcP6F64Pw/bwwNUawnXgvC5c6B57THNeF4zoEF8ZUOGbGxOBQ98yqebNPUvAx++TdrJpn8d/7MavWmf399DeRxbPKlG4HjcOXiWyk1psvTx/Pr/d1yH9XWx+Eq7xS9WNmSryxmn2Sr47b+dT4q2X2oIyNvPkCH9UJXLfaxqHcfDCr0iWap9vqfztUtu2nwhH4/Cn/26CiuWOF8ATMerxUuKlVOLcClW0HlW2HT/GwrY1w/Do/XyFdlVWId79rDt8eyELlAuEIJHu9+4Btj9kn8vCLzcyj5ctM6f+Hsv8Ak+tI0gTB398LrVNrDSChtSQAarKoq8gqkiW6qtW0uu7p6Zmem91vdve+2/2+u73b25u72/t2drp7Zmd6p6q6S7NYZLGKmiBAEloDiUyk1joyMkSGvv9/iQBAds3u3mMa3Z+7ubm5ubm5u1lEwLZtZ20qLzDGOH0ygR5jjJI7ZeZ/NVX7ClToKtWat20X7Dtg8XxqlHd5YLu9cLmZMm/RdhvLBjuB+cLcVsaoVOOu6Kb0UGUCycTy8CBijHGUQMorUIUQjDHQY4xxBGHbtpOKmAyn8IxZr6sMRKkxhjwRYKBHtISrDUgHE21GoqFyDVaHEUFlkxQN9WW7bIg/5YVbAdFSvpIqDz7GGAhXNNVWdMBHY1Lf6legdxZDeKLv4UVAeeEbY6hLMkdwxmoM36lg6kuCVKr+jDFOPfhU3kXDzUOsQGXqU4cogfJqT3QYGjjxqbzwVC66ejfGwBijrLN4CjwUVurURrR1aKvISn2Kb9Ep8EAguaq/5eUlHigLjjw0RrUJBALO4c8Y49RJFsIv8PAgOgL1Ycx6/+JLNL8IxhgeHvzO3IgftREPYlq8CpQ3xkDllXrlwafCq3RIchEPlTbCEU2NT/yAs6E68cKmznhULhwX9cOiLKU7uiBpnKJVOQSLtjHr86e86tQ3BXyXjvoTfY1RfQhUpr5ULjBG8iijxAtMochLDR3xhoGVAt91wUryciuHfmIl6Th4Sgz0mbKho7CItVQaCpiVi5wLU4aXDg4vHYSxiB8tTTVo4CU94DN0ShVhmyyiIQ8a66voEIvSyRVCbXUUHW3NaG1pQH1tFM2NNdiyqQd7dm5FV3sLQn43vC6gzCCsQR4uU0SCzqq+mzfhZnlbWyNikSAv9WmUqB/hUBARQpKXhJnJGUyPT9IZswhWQj+TuXFjNxob6lFbW0snSRTt7W3YQQf1lx5/HDu3yxnShc29m6DgYDDgh02nkMfj5lqyEAh6EauKwPZ4EYxGEQiFmHfDRUbWeElb4eW0yI2lioEzzb0cAjOzM4jFYthLB5M+Ud7d3Y2e7h50dHQiEo4BZRsLDJj6PH40NTbDMEidpHOpraUN25xvCRWwuLCCocER6Gc3yyjTCdCFGjoAyuUiHR/XYVsu1FTXUF+9vGSH4fMH4XJ5YNsepl4nLXO+AoEwx10POQcCwRDa2jtQRV5XEgkGgFLYvmMnDh46hAYG6LK8RK+srPLyXASH5FyyvRy3xlLPgF0oFER3Tw8eZrAoxqDywuIi59ggsbIMqiwUmJ6ZnnIuycFACPv37+ccN7F/P6KRCNMQSkW3E4g4/dkFnP7sHINKl7C4OAc5DxVI07/f987b79IxcwVVUT/bNMDj8dH5AFiWGwF3Dru3d+LLzz+ERx85iMeePI7DD+5DrMpPJ8xtOkbYP8dRV1dH/cjh1ImT6L85gJnJZZz57AauXL2Kn//8Tbz209fpzB+jI3EcfQwmX73aR6dAlsHOFJ2wc5DDbIVOzabmRuptPWpJr4r6U0sHVj2DN5u3bsP+A4ewZ+9+OqYaYNk2dSPM8ZXoQEpShnnYLPPT0dFEfK3BwduDGOgfwOTEDPEMHUAFrp0gGun0rKmup/0qYXFhCQHKboxOyI8/PsngwimOaRoZBkINhdzc3Ow4cN1uL50jC44u/PrXv8L1GzdQFauGx+tHS3M78kUbw6PLSKaLKJe9bF/AwizfGai7eOECHfxDpDvmOJ6j0TBqaquQL2QduHlzGH/7t7/Am298TOfZAOZmVyCH9zXKaHhoFHJeHT58EC+88BTzEcpsEcnUKp02hGSeztBBOp5WEY1U05HlRW1tAxYYTB1lIObc2Ysc/xTlUyDkkKID2B/wUA5ujIwOw+vzMPgyAjm+5Jxs5Vp3uctoaW3AMToKn37mYWzq7UZf3y06uftIowj6XrC8uIqBWyM48dGn5PkmlpeTTgDz1KmLWGQApLY2gmAgiiNHjjBI+zX8+T/+XRw4eAhrdPjMTM9CY/vgg5M4c/oSLLgQCYfoHFqjfltw08m4zCBWKlV07FYikcSlS5fpTB+gs3iSc1niGjZ0eE8im0lgaXmaTq9a2IjQMe5CetWFs59dw5Ur16n7Z7iuknj+y8/i9/7gRfzLf/mXeOHLT6GqJgTZ3xyDKyk6PAxthJwly7QDubUCTjMA9tEHn+G99z6iw7LfcSLOzc1TTlHs2LEDtxmIW9R65F59kYHmfgbT5HD7nd95FQ899BD3tgBAO7MwH+c8peiUvcrA+yy6uzZwfB6k6FQrcR/Ira2ivaMZvZu74PN5kUrmOHfzdNjOIhwKI8U1EQ6GuW4mMDg4CgM3gqEIaA457jG88+6PMTF5A8899ziaGejx+V24ePkz1k2hs6cJG3vbnLncu28Xg3iyb5fJl5/6kuZ6sJDPWc5cXr06wPpRBsC2IE8ntMY3OjoE/fuykZgb+w9tRxP3mtm5aUeemVQOs1OLSFP/piamuJbWaJcW6OhuRntLNWpr/OjubIDPW8Zjjx/B9u1bkeMZwesP4ejRBxAIRql/89SVLIPGzQx6daC2PoTuDQ2IxPwo0e7q285Hj+xDKsXAwvVVwISwvJTBmbNX8d3vvYabN8ewadMe7GPwdOu2rQzWWJgYTePqxQnKMIe5uQQWFleoG1VcZ2nqepmO7Bx2butFOUf7dXMJ6ZUMnbEpuLjWU6k459mNSMhHx2+I8ilwLcVw5do5DA8NcbwTaG8Ko7crgkOU5+H9u6lzZY6zjbru43q4jk0bOjm+g4ivLKKquhoLS1kkM15cvj6B13/+Nh3/CfKZp8Nee2QDdXSE9qJE2eS4Jn0A9bBQKEJ726VL12gbE2hsqoeCnLt27cXLX3sVsWgt7P6zzQAAEABJREFUZZKF7EIgEMCOnTsQCldRPj5weyQv9QhHGtDLdTs9vUhaRadPi/vs7dtDOH3mHE6cOEF9acHRBw4RDkLf3jl//hxtWpQ0VrB/3x7qsAeWySOfW6HT/TZ27dyMzrYWfOdb3yE/B/DZ6TMYmRpGQ3MYtqcEN52BAToI21rb4A8YjI3P4z9+76cMVq/RuZ9hUOIWPjr5IcKxCC5dHEFL0y6kkkHKuJM2bwkjw7fhs4FY1OIeuY3zFuWa8ENnsa7uVjQ3VmPzxk7OVQHt7dXYtLmdcl6m3beQWcsiny9RlhaMbXD+Qj8+/fQSbtzsp/OrhJs3BqGgd7GUx/YduxDwR/HgsYfxp3/yEnz+AMfvweLCHEZGbqOlpQ779m9Hpz5A5LWxc+d21NRUM2i3BefOnkEDz1ZlBn3/6I+/wTkrcU0WUCysomylcfTYJvzf/rt/hr0HGnHogXaEIjYeOLaDNDZh9+6tAIjLc5bmeHh4HAMDk5idWUHZ2Kiuq8F/9V//OTZv6cFaLk3dWYTH44bOqvr1gA0bG1nXxGDtLFaTk3jyqYfwL/+Lf4SXX3mO8urF1q2bqOMunDlzBvPzS7BcPgZVF/DBBx+ju6uD+QkcPLgfM7MlVPE8sby8gnfeO4l33/8YH5/8FMPjU3C5/di7+wji8QzcngjPnzbtVwFnz93k+i5SN3KweG5to81aZRA1FPagOhbGCG3Fdq4rn8+Fgf5rPJNGkYgvc54a8ZUvP4O+GwNcj3HawX6cOzMCtxXClYt9aKxvYh+GAZkUbveP4OLFawj6w9wfLlBnc+x7lTqyijXOb4T728L8CueikWUp8rKMJp7nkqsZRCNVsLmG/X4fIgziON9+MAs4+uBOfPXlJ7h+J7i/fsZxJalPcSwlRnHg0A4GKDeis7MZszxDpnie9Qd82NLbS13fiTKDV2nul0Hul4VCBvoQ2yKDQUHa5TkGWmF5UCi5uZZ7yU8ZH310hnvUGPuvhn7tYHhoDNFoDCna+hTP92NjI7TFzVzPtcS7hjJySKaWkSuUuccMY2p6AasMYmVzBcxzb7G5t0RjUZRKJfRuov7s2oV5BsBCXGOXLl1APL6K4ZERxHm2rGuoQ1NLPSKRMH799i+xlk2x3Rrt3hqGhm8hEg1AH2KgGKFvZs7PxXGbureaMNC4C3QGG2pnirzu378F+vDVSy+9yDUYoS4meeaqxZXrl3DgyAFonWu9zZKG2xvGNM8r3//Br3HyszP43t/9R46tD59+8hnWuI+uxJPw0lmcZfCtXLLJyzjPfzcxNTNFmi1AyYuf/uSXePMX73IPAfmMYPfevdRDH+ckzvUTxStffwWt7c2w3BbPINfx0YmPMMq1Mz01B683iJrqegwPjsNte7lfv0/djsFD2Xmpi48/8Qjau5owOTOD+uYYPj19EqcvnEGBdxzLbcMX9GKOgS8fZXrzxjXMzU8CVg4XGfwPBiNo62jHxMwS+gZHMMX9P76ahJ/zHwpFoL1avyDy6amzuHhxAOlUlnt2lLyMIqVfsykBK8Qv00IkVleQWF1CXX2U59swHn74GNzsf2hokPv6IPeajLPHg2ehoaE52LYbM1NrXEuzWJpPce9JoJwvo5A1HJuf58s810fBGbvPE8LMzDztfph2qIyNG3sp+zXU19cjwP3BRYe8ziZK1xiMW1lZod6luHducO4XOvcFggY3bvSR7hp0jl5j8G9xaQGZTBpdXa2IRcPw+T3O+woD1HO8Tw0NjmGWsikbH3mf5JkigcnJWUg2wWAQ4LhXVxOUSxKDQ7ewHOe4PBYisRBu3rpBvZnhWSbEPXqJNsVN2lkUi0BbWytt2UZ4Od9BrsfOjg5Mjk3S7nvYxwr36DAef+xRji0MvzeKhblF1NdUobmlDtHqGHRfWNavDnEdBVxeytkHl21R14qwyJP4YtwLmWwJOe4ZeTrjc/kcdBbU/T7PvMafyaSQTiehO6DH4yIdm7IxcFGeHo+b/fsRpq0RBCjnIEFyrqmp4RzXQXmv1wNjQBolpmW46W/weFwASlyfBZYXYZjPMxhqzDptVrKuxL5sysX6HEiufuqqj/cc9anU5XLB8WXY9h3ePNw3PE67crnMPsoi6dDMZDKUc4ZjzVHWxTt1rDfgna+AtWyGNiiBVCaJIn0UFs8MFvdTYwEWZWjbtkPLYl4Z2SbdtcRHLBaDUmOMQ9cYA2PWoXwfH2pnjFECy7I4ToHt5I0xTrpebkOP2upd4xSIB43Xy/OGyo0xTj8qr7yLrwJ9FRUoMgAjWhWo1EvuAvl2tDaUCjSmCi1jjCM78aH2JQaWBaJZLhlYxsU16XNkLv+ReJMcND+hUIjnKD/Et9qL9ir3mQRtttbhykoCOt+k02nqWhop7hNrNNLCVf9qp3FqzkVLeQ91T/1U+lCZ8MCnVCo586rUGEPZ2jDG3JUp+Ghskotw1I8x5m69McaZuyJ9TffjCE9QKpeceuUFoiEocuGWuI6UVzuB8iQHPcoLX3nhql6p3jVOpfeDMetzaoxxitWvaFRAtIwx5FtgOWMEnzL5E47o53Ja0+ugvlROFOdPc155N6Yy5iLPkHlnrh2kO/8rU3cN+B/xLJ4xpGeSt+ZZoHeioMT/GWPIE/khnsalugqu8iozZp0W+IgH8SZ+BOJb/QmvRD2TjgkKd+4EwmEzZw7Ursh5KlL2gkq7+/tRWemOThS4HpQXVMqVip4xRglUJxA94UuG6lOp3lWuNgLhVUDvIiC+K6BxixelAuU92pe5bqWzApULnDrGEaTTkqloGGNgTAVEvQJlZ/yVviWfSv7+VLwKKnqpOvFpjHHWhfpUvaBSh/89j/mHSIYmVKXGGGf+xb91f96iTvAdfIwxzriEY8x63hhzt530SDyLV9z3GHMP1xhzX829rNpoLA7Q5pW4HiituwjGGKdvY9bTuxXMGGPu8GA7qTHr60K0CtSzAvVM9MCnTLqSm0D1Zeo+i50/Y+7RVt0XwUG68z9j/iGuaN0PQjVmHc+Y/+30Xls4Y7Wse20kc827bVtOnTHrdWqjsQgqeq60AhqDcMDHstbb6r0C4GmeVc6fMcZJK/8z5vPvgEGlyBiDLz7GGEf+6qcC4FPpSzzeD/fzRrR7f9TJShulFTzluYDu4d3JOeX35fVeAWMMeb4H4suY9fc7TUiSHfJFbSp6Ysw6jjHGGRP4OPX32STJuDKeCo9KvwhF6rPwKuWiIyhR9wTK/69Bpd1vStVO5WTvc39k+3PvwhNUCp16/s9QJyzLhu1yw03/uYd+YS9jBB6fH27ef9weLwQept47Zzft6bKBsneygUqtChMWCXo8HghBqW3bjoBVLyEIKoZZaYUppcIRCEepQJ+mUypQuUB50a30IeOrQ4sOmQKViykxZwyNATekymSpn4oQlOpd9Cp0VaYxqK1oeNwex+hWytWvQPVKPweW7RyYKnWWsRzlkyFTPxUQLWOMg6s+KvyKh8qGJZ4EwtUaFU8Cm/IUfbVz2a67slW7CoiO2glXoHZ6Fz3xoHrh6lCtg9sX50G4aqN+xJuH82nbtjMW0dO7ZK58hZZo5HkZX+NFTXR1YFSZ6iv9KhVtjUepeBGoXPOjNjpQ6pApvpQXn6o3xvCyoLlwOXwYYyAexYsUUiCZqIwIjlxET+1FW/2AjzGG/4dz2BRvAtULlBee8upT49MlSU4nyUFloikClfErrzbqV/ISP8oLN5lcpYNomYfjVToJcijxYqIg6iqdJ/HkPNL5OHKlNPLFDMqmAMtl8WIZpCOgCtFoDCFe0qTXPjrYvXQKeHixLOTTSCcXkUrMIZNehEEaLiuLNeZHBq9iaOAykvFZGDr6Qn4bFrJ0yk/wknyJjt5rKOYzCAe8DuibJ7cHbuE6g10r8TgDYWtIMF2hA8xPh1Rbawt27diOMjfQkeFhKIi6nQGtrs4uBjg6UF/XiCidDRE6FVpb29HU0IQGXt6reaEK0Fjom7vcw2gLdAHPQGu5oaEBe/fthYJ+unBGoxHU8BK8eXMv5Gzv6GyFl4Fdiw0jkbDES9mV0NLcis0MesqJtcrARyDoR76QpSMrD/37XlMzE4gz+FsVC6KuOoojhw5iPx0ybWyXSmU49tvQT2ZNTU47FxfNkZxSExNjiNFZtW3bFnR2tiGdyZLPPC/BIVTVcA6iIWR5sW7h5T7LC06ewQC/L0DnX4m8GV6mg7w8BukIKTh85hiEsGwXJqemkeVBnkjQT9WOT0zAZvRD34wcHBzGBIMPU1Mz0LsuoF4a20RilQG6PjqZZum4pCMxm0dnVw/k5FnmnPg4J1pfaheiM0dtYtEqNNKZ6PUGsLqaJj9h7NmzHcePHcETTzyNF55/CQ89dJxOk01w2R46ogbw4UcX8LOffYRb/TfR09VOZ1kUPl74N/bWkd0UirlZhH1JNNXa6GgOUBYRjI2N4cMP3sctBtdXyEtLYxO66GSSTE9+/Anef+89/PKXv6RTaAjpdJ5zkQbPWvB4ilii0yW+KN1aRbFQoj314tLFfqwkUvAHXViJAyUGfBV4D/LiqYDxaTqDP/jwA/J4iwHIaV5wCgwqLNJJUs95L1A+5+hQO4HTp89xg/JgKwP1anvu3Dk67C+zzQx1dyd27tgBt8uDjo4ubOjZTJvhYX8pTIzPckxT5HOV63ON+XHo8PrAkSMMlG1jWQqnTp7EWTrOb926iatcI9evX4dshLEsBh8nOdYxjE/OocAg6szcCs6fv8J1NoMr10YYrLhA59YCaZYRDIahecsy4Dw2Pu44MZJ0WDY1NXKudmPr1i106LbDdpWRTLmpW4CCjbJ/Cnp3b2iBfhKytiGEqlo/soUEMrk4hkb7EKly44EHdqGnewMv8wHOsc/p98b1W3RG3+SaLnBd7XL0Qhf23bv3YGFhgbzfRpjB9t7ezfDyYtPY2EB7EwDoYCwUc1CQcZWOvwsXz2GYAY4CbVShuEZdCNJxXoua6jp0tnVhYb5I3bfoLIiguaEVjz36BP7wD38P3/7286iuCcLtLZGHNK4yEPrG66/j9dfexE3y5nb7UCzYGLw9iVt9/fjg/Q8plwI2bmxleQF56r7P64LXbXM88+jvG6S+bUCOztmBW7eRUz3XYTazhqHBIRhTQldnB44dPY5tW3ayTyCfs1EuBLBpwx5s27obHq6x02c+xv/wP/4rFApxzovhvN/G9NQo53ca3bRrzQ3NWGXgVntrOmk4p33Ugav4jE7id9/9BG4G1OsZ5O9jYNnvC5JOAc3NLXjowcdw9OiDuH79BpaWlphex8ULl6lfCbS0tDFQNI+1TAE/+MHb+N73fsT5neP6MBgZHUEkEsBDxx7Azu2b8dWvPIA/+O2v4ZEHjuKRo4/Ca4Xhd1cxAJdlmyVM0m4ouL68vIyr1y5TNuMMysegn/eemBilDhnOox+BkIVkeh5urr9g0IMy8qiujuHLX34esrvt7c2c1/ldJNAAABAASURBVBGOfwa7d+127ENzSxST09OOM1kfnmluacClyxeRzqzQDjWgiQFSYxWwa9cO8hzhnIfoMGzmfrQGvy+Eq5cv48rlq8jSGZdcXUYwYDOA1IsSDYFsxG3OUxlAKr0GN+0VLC/CsVrAeDE7P8e+hzE5N4i1whz+/C++hn/2z38PNQzI6wDt88Zw5PBB1FS3YnRUsuT4UgYffngeP/7pm863Gj/7ZBjDt9cYRL9Oe3QGhrpz9KGj+NIzT2Cc9tjjDVGPBpBJprh/LlIeEa6/jWhpq0GhuEoeRiinDGVYosP/NqprwtjY04BooAxX2YXvfPNL+MYrz+L5px93Anrvvf1rxJeX8MCRg1x7Lpz+5BQKuQyd/APU4TUkGHT5yY9/jPGJJCy3Bw1NrbQDYDAkjqbGNmzhfqa9/ZFH91NmWWic/kCA69HPc4CffICO7lZEox4keZb47vf+Dm+++RYDNp9gZWUNsVAd2tu6UV1NJ3JzPXw8tA/0j2N4aIHBlPNcaxe4TjzYs/sA138V8yVUMQjLewfm5xe5dxZQW1+HsYkJjrMTzz7zNGLcc8dHR2g7LvMMUcT05CL1bgLjo4O0iQsMEnmxobuTPHyEM6fPI50qILOWRBFJLCyvYo1zG2VQy237kE4b9uFhoMiLN9/6lDZxADNTJfjcZRzkGeDZZ1/CuQv9yBct7oeTDG56UcWzRIi60ckg/Pj4EFqaG6kDVbhxsw/J1BLXX5E61YVIxIcSg6ItrfV4/suPYMeuLkSrLO7dOcoO8HhK6KCOu7l+YtEG7rM5VNf6ceDgFtq/OdJtJo0afMIA4ienTtNuurluF7CNa7DMtdI/cI37zRR1dZlzluF8NWJmehKJlTi+9NQjxNvk1C8vT6Cmxss5y8Oy1nimL6FnUz3S2QU8+aVHac82oYHnomtX+6m341hYXCJOgIGFISRpu/SNZY8vwrEBK/E1ztt7HOsNyuUcx+HH448/xHEWMcRAvqG3plxMo7bGgxdeOIajx3cimV6g7qxyzU5gbmEE5y+cxeLiAno3b8Pg6BSWE1nA9iPHIEwqlcZjjz+CDZvaUVsH6osPhw89QB3qpO65MDsH3GDAuVQ2tC3XEGcQbHRkAsW8TZtYQCZVRt+NcaSTRUxOjmNqapz9TiMaiVC//GhvaeUYErSZFzAxNoD44iQef/QwdWcCJ0+egNvjoQ5cwpXro9h/YBcCnghKeQOdG3sZvPTxkunnGSdEHfD63CjRfv8f/+lvc00vcX9rw8buHvKRpq7Mc4yrUJB8ZmYOCwsprMbz0AduXO4SpmcmeTZt4jqYxc9eewODw0OwbBsW6e/es5VB1BTOnr/Gte7C/Nw053UUjQ21PCcvcY3kkeceMzIyiO6eVgZtvJgaGcUy98zLFy8ycLSI2dll7v8LtLPNGBpexOmz1zlf/QxUJtjXPH7yk4/wyelrtClu7rG1+NFPTuDEiVP4q3/zOsLhKM6dPY/qmghiVUGmYWzf2YXurh7KdAaFAlBTVc89aRFxrqePT3wCryeI4eFJ6meK56ERdPIsU11di8mJabS0N+A87W4D96Af0dZEeZZdWl7AseMPwOv34IMTH1APH8FTtFnNDERv2rIBvqAfsapGfPVr38S//Jf/Offrb+GlF7+KAwf2c45sWBZw9Uof3nn7fYwMTcLATbnkMD4+Qn6jOM8g7s2B69i5awt+//e+idmZFcQYTD94eCuGRyeoy0msZdPU+wZs27YV+zjXnV3NXMcB2voS9wWOedtO1NW0of/WOOdyjXthiPeeVsrmKtdlLepqmzDJs1V7eyv1O4vBwUGuhce4dlzUuVmembbyLNiMYsGQXgT6dqtlXCjS2aIP073z9q9wg8F7Y4APPnyHc72GP/3HX8fuPb34sz//PY79OczOJrgu1minMrCpH8lkGrt374aX5wSUbbbX2F1oam5FJ88Wa7zblgGuxxLpGfaZgDE2lpeSWKE9lh2+cX0AfTeHGfQ0sBg4nuYclRkoJ1so0M4l4gWOeQK5YhEjE4MIxXzYvqMX9Q3V3Id34plnnqQdXcC+fbvw/HNPU+83YGPPFizOUUY5P9eEH/mM2xlzsVhGTXUD81GuixRCoRjX3STnz8Ya7yoah84iBSrVIgPz+rc39Qs9CuB4uBZLdGZNT09BPy0e5T0nQtvvpQMoEAiSBmed+yd4rnLbBXi9FudyE1paGjmOHPTPtAT8Ia79WtpcG6lkFlHuLeJBZwELLsolThsxRV4yiESD3CfSDKYuse0t3o04njJlMDLCNTSMWhqkEO+7PjqfwpEYwDqvG1wXrYjyfMSrE+q5Vw0PDcNNmU+NT2FlOckz/g7qVRSFwhqiMT+qqgNoaqlFPLkID+/LHtvAJr6XZ8US5eVi0NLrKsGgABfH5+aeKVm4bAtugvMBDMpLstFZP88AZy6X4/6R4TjWoPy6D6CMtewadVNla9ShJHnIOeOqBGAzDEJL/+QfAB/pmPKiK/r3Q6FQxBr1K3Mn0FkgD8YYCF/5Ch/qXzjyjyggpzuCQOXCqYB4VD/q0xjD+bS4d7rhZxA2wDOGUi/P/aoHtVn9gI/Fxa8yAV+d9eTQLOQh/06hmOeenkOBd4Qi86Vyga2LKHG+9GtQCQYI1XeZhwyBxig+REs0RV/lSvWuco2vyAVijHHkq/5UJjzVC1d50VG5aKq8xJ71rjqByoWjvNu9PlYXg8zGGCi1LQvGGAdEU2Wae/Eh0Ltk4qPvQvIRjmgZYxz56V301af6Ah+1M8ZAZZoHgcZfGYNSzY0xxpG/l/ds0Q5T10O863o5B+JB/LrdHuhd/RMdlbbSiyR9HprveDwO5dWH6CpVnwLhi1/xqbGIN7II8aryfL7g0NS7MQaqF64xBnqUFx/Sj2AwwDOUx+FZ5caYuzKwLduRoTHGSXHfY4yFCr4xxqmhKjipTRurOr0YY2DMPchlC/QBsKbMOYINMKV5Aq8OUHvLWFC/al8BYjt/pVKZelq8C3pXhfrz0M5pTMpX2lVS4UguJXYk0NwqVZnymlOlApXpHqN6vQuUFw1jDCo0jVlfs8KvAO48xqyPV6+VOqWVd6UCY8xdeuJboPmUbsRiMcQIymtcAo2xAtKrCk3xpHbCESjvo74pNcZAj3AFGovGq1SgMoEx63gq05iLnAytVeEKVKa6CqiNypSqTDopPVVawVdeoPoKntqs1xfu6qsx5nM6Ygx1g2Ual2XZsKlPGotlUTeYV2rMvTYanzFGiaND6st5od1Q3+v9FVFpp/oKH+JPUMGppKoXlKlzwheIVvmODglP7QTKq04gPPWtfAX0DhgYcw9gAOgdXAKUdQX3i2mFnniXHL4IKicJjrTsjF15YwxJ3wOVfREq/ZS18FhpzD388n38GGMcuakfAe48FRzJSCB6lbJK/ovvKv/fgi+20btA3Rpzj0dj1vPiyRhDHtffgfXUmPUUfIwxrLc+B8bcKzNmHVf9aCwVqPCq8vuhRJ0o3dGD0p0Plei9TFmW78hONFS2Dpqb8l19F879IJzynbZltsedxxjzOZ7xxYf1xqzzboz5Yi31oSzlYnl5Pc9c5c+Ye/jGGBhzD4SzztN6uy/yZMw9XGPW88JRG4HyAtExZr1e8yQwZv3dmPVUeGpzP0h2xWLB2Wu1tgT31hnHJMK/AURLUOSZ+zeB6FTKK/1V3pUWeDZTP4ICz2X5O6C6dShxDot39x+VOXh3zo4Fti9RN4qEAs85BaZMeI4Cz85AifftMizKmkBbZhXYQZEKpLFUGJcR1UFAaZEDUbkxxjnYyPjr0CAjULqrgKXPMaRyWgNnwtVWoDKBaOpAqUPE/aD+NOhKf2pT5GD0ExmqU1v1WQFNpEB8C1Sv9qKvMalOfAq0IQlkwI25N+nqS20qBxvxJRAN0dMYRNuY9TbGGL3eBfFYeTHG3B2v2hpjeMF1O4cs9Stc8SVQXu2EJxAfKlde5arXu8YtXlQmULnAGONsSMas86N2KhcYY5wFKznpXeOTnEVLeWPW640xUDsB+AiXidNW/GqeBaJjzDpuhU/xJlpqKzkLT3LWYbMi50o70RS+UvUhGgK11bvKRUNgW5YzLrUVTqVO76oXvg4E6lty0bzlGTATLeEbY5xDpPgRfgVH9eLPGMPLU5qXn8ydy1SWMihQd3nR4CWjzIua2wN4vDYvLzyQemxYDJQYOqLzxRQsXk59PpttcqSRZF+GF8EwnYl+FHhBidNht0wnbSKxwstZmnSzAIMctrtMPQBCAYOqiBuN9UHUVCkNoIn5nq56bKDzt7Oj1sEpFVbhYV/hoItpkQ6aEegnfyNhP50VVU6/i0vzdE6NIx5fQYGBriwDPpMMOM7OzEKBum3bNqO3dxMv9d0cC/njOk/TKXfrZj/Ghsdx69YAA3Q3HUfhKoNj8aW4I5t4fBGLC/NY4iVeP+2WSaXYd4YX6gwv2ctOn1NTE1heXuTyKLNNCguL8xgZGcIKg3WZTJLpIuSs1qej3//gPTp4LoFxSrR1NNMh5IHH70KBAeqh0SE6hMcoYwuLdCSCFMcZ/BuiA8bPy+OuXbvQ1tZG58kcxsZH6XRLwONxg/aLDqolGrQi6drwBWzkeGlsbW9BS1szXG4boJs4Swd5fGUZy4QkHfGz9DpO0UmiwOxKfBU3b9yk42eKMhiDnNQKFrioAIuUxSiDZ7cHb6PvVh/6+2/ROT0D/TzVhx+eYgDgU1y73kfn0BLiK6tY5hxMT8/hww9PoL29gw6V/WhsbKQ9ANKpNWd+9M3li5duQMEyBVVu3uhn//2Yn1tGkU6bgD+MDjrbamsaqE8hOlvq0d7WBY/LzwDPFGyTRamcQ0tHA0p2CM0dnXjymUfx0iuP4dVXv4znnjuMnTu6HJlMTq4y0D6JZCKOZgbb6utqkc+lkcuk0NbShFY6ulHK06mRQEtTAx46dgy7Gbzcvr0Xe/fugH4a2LYCGBtdZvsqBh0Ooa2xVU3QUN+AltY2Oj0b8MqrD+GrLz+HV195Fb/3u7+Nw4f3o6mpCS6X23FiBHj5l93JpDNIrCbodKtynNSBQARDdK709fVB66ZA3dT6DdAZdOPadWe+ezZsdAJswUAYY2OTGLw9gkw6jzUGzb0eH+VTi1AwjL179uLYsePo2dANOZVctoX62hrEwmEsLMxienoczW2NSK6lEWPw/+Chw9i8ZSvXZ5bzPsL6KTQxoHHs2EZs7m2Hn87gyakx8jcI2Y3eTZsxNzcHfXs/QIfR4sIihujkVZAkQ3kGgj68wjn4kz95Bk8+fRybt3Wiqa0KDz9+GA8+cgi2u4TLVy5Rv+dRV1+Lffv30ckUQZ7Be/3E59mzfVxTk9CFO5WknBJpBIMh9l3mGorTSVFANFqNLIOQ7W2dTr5M7bYs21kDwyPDePfdt+kIP8c1fYM6V4DHa6GrqwuPP/EQnagRdHY34sgDh/DAA0ewY/s2rreeLW1VAAAQAElEQVQS6ht8HHcVOjrbcGtgAB+fOoX46gqaWutx6AgDtyuTdFx/yrmYoU63obO7FR0dLXSe1eLggb3YvXsH1/w8pugUv37tJp3GszA8XMiZZrhAW+mg39y7FUHO9c3r/fB7AtSNZlTTmZyi87Ompp50DsPrCqCQK3KcGYxyjffRLhljY3xsAWdP9+OXb53C+XNXkaasE6vzDByMUWdSeOa5xxn4/Tr+/M9fgZc2QXP/yitfxVe/+jQ2bapFW3sYXd3NnLs13Lw5QMfjbdxkIFXftt2+Yzvq6uq5FvvoBD7HviYo1yrOEe1WPE776qJ9X+N6vwBvwIf9h/dQLlW0Ti4sr6QY8PsMVQz0aF89e/YzrKVoA6hrH3Ae3n/3BGRXqmLVKHBdJ1aSdFiuUd711ONxfPDBScqhCXuot0c5H8PDwzBWGVeoI1k6+To72slLiI7LfkxMjpGPDPvNg74l7Nq9hWNqwcOPHIHHl8WZc59A3x4v0ZZ2dkfQ1lZLO5hEQ0MN18QhxKrCdKStoVTOorGpkXrhRSKxSgd7gVBCiQ7tGgZFt27eRfvixspiEjHqGpcvqmvCeOyx486aGhmZw8joDJbiCXx25iJGxqe5P6wywBCDjw7sGTq3wcDqK994EtniAveGUTzxxCGcPTeAdC4FN4PrxvjQ07Mf58+Pw6b9qm+qQ/fGLvJRpA5EMT6ygJ3bd3FeQrjFIP0NBuEmJ2bh9YYRCkQxMzXLgNgKbg/exIULF1GyVpDNJ/C7v/9lfOu3nseWLW3O/AX9bgToVHPbbuzavgPPPn0Uy4srmJtZxuDQBJpbOrkuvsQ9I4B57jk1tfXU92NoaWl39LxMG9vcXI9NWzbha199BJblxdJyBsvxHAx8eOed9/Czn/2UczNOW7kdTbTzuWwGJdpTj8fFOU9hfn6C+hqHAhOLPA/Y5GV+LsW9IMfxljEyPI0bDNINcZ/r7+/jmi1yfv14//3rGBtZQW11G+U0hDfeeBeXLvfh9u1ROtyjePSxR3Ho0CHKZ4R7wg0sLS3jyqVL3CMM/F63Y9e3bevF5MwYNm1uQi0d/S0MTGZyZfQN3MDWHW04/uAO2uqv4Nlnj+ApBuj27NrFcT5OXciBzKOrpwMvfe0pBCMWd9A4A0ZteOLJg3j16w9xX9uCkZHbePe9E7RfOdqsBFK07dqna2rqYHOTH2MgcHF+BZ99cppr6xIaG2LweMqwXRl0dlfj4Yd3OvPzkx+/T3u+TBu/H7/3+1/Hf/af/wGd/j20c2XoPLKWduPihZuYm13ABPfiTZt6sG37FpxlQGt1NU25t+DGzUlMTszRLnWgmoHptXQSS8vzHAbXW1019u7exbWXhL4ZWOQFST+Hms2uYoHz07ulE13dDaiOBeB1u5n68dMfvoO/+dd/j//2v/n3eO0np3DmsxEU8hGunU7Mcp8+dPQQg5yrcHH/gcsG/YhIpPLUQxtjo7P4+etvYXB4FDo36Hzkctto5V5ZFalGbi1HWzSJpaUpjI70AaUsRhjobmishd9v48WXvsr1tYK33j6BcKSeNjqMt359Fm4G5FK0j0PDg9TZEl599Wnatnb8/Oe/ot1aZjC0GpFYEMFwEKFIgIHiOKproqiqrYZh/9p7Fbx0ked8yTj86KwXCcc4tjKSKxkkV7M4deIsPnz3Km3AMq13gmZ8hXt1CxYWM5ibX8Ie2vwHHzqMmroGaI/O8bwZiUTw4x98H5GoHzbPuHV1UbS1NeEbXz9CXQzh5a9tx4tffsaZv/37DuDJJ5/Gxx9fwOLCEoyx0NzQjWi4hXqQw7EH9+Eog8xLS3E01m7Cho37cP3aCE6fOcswSgEd3H+0d9fWtuB2/zKDvOc5ziDm5qa4r1ZBZ5LJySmupTKu37iMWFUINh27k1xrq0sZnD9zA599chWDg3P45NOb1K0x4s3SBuSwtJzD9FQCjY0ttDdVGJ+YZwC/EceP7UN8Kc/zWYm89HONWxgZGUOJgYgNG5to06uo2x7uXSXq6SL6+m5T56+gXHIhGqnjGgGam7sYhB5EmoHe9z44xeDtZYAOxCqul2yxhI9OfYrte/ZiYSmB20NjuNE3gLff/ZhjasQ1nk8vXr6GHO/ZNp3Ll6/SFrD/f/X/+df4n/76f8aFy1fw+pu/wHkGi4ulNPeJAvwBH86fu42R4TlcOHcd+hWJXH6N8ojxrhKhPrng8ZbJexB/8idfQU1tAHPz0ygbg8amajQwOH2Le7B+glx2cOeuTdi6rZtzHODekeAevUj2g9CvDNgmiMHbK7THPCMPjOHHP3ob/+av/j3lU4bh/ILPxOQE18RtZ00Yy8LQ0AgefeRJnldfwM2bt7Fp4xYuJTcmxibQ2d6KZGKN9s/v6Obu3XtAttimH4nVRd5BkqQIbN7cgVLRjY0beqFvNg9zzemc4eEZo8C7UC/Pce+8cwaDg8PkO0rbGXJshD5ca4yhrXVBZztBMBDE1772NerbJnQy8NrM4LbOViUG8PIMYihwol/AaWhqRUdXN1aTayiRhsUNOVYbc2Q6yvPgpctn0NPdhDruvTAuzMwv4NbQbfhCPqzSLu2j/nu5V2ZpNPQBVh+DhJl0ztkT9GEtulmgfvu472UYmFO/SQZi4vG4w280GqXcXdC7zssenlMDnOtYVRXnsp66lkUZJe6fNbBdFnw+F/GLDABf47njNvK8C1mWYR8W97I496glzEwvYHx8hro/SzmmOacJhIIR2uA8z3l1zn5YVRVDVSwKnYEjsQj1qApRvm/bvh3p9BrefvtdfPzRZ9C3XOfnl+GyDXgcI5Rh8z5dX1eFUc5DTTSC6kgVaqP18Np+6l0N7VyQPCTAOBXndx7xxCxWOc8Kqq6m4rSHca6rea6nIsdigQdM0l9PC4Uc7XwBvJ6TnsU5DtIW+uHhOnFxbgTGsjnP4HhyyGTWkM3lkc/nYXH+JEOBsSzo7mHMul643W54yRBf4aIc3bSh2te9Xjdpu3g2tJm6HfB6vQj4/ew3QBvuZzsv+bShxxjjyNoYAz1lOlXFk9uh72V7D2m5HXxjjIOreh/PLtID8ST9FIhnnTXFr8pFC85zj7bKLI7FQ+GLhm3bDn3RNMZQDiWOvUDIUx5Z2qycM27LMuTBgu0y0Dm0zF1fqWUBoqk+1b+gkhcPuPOIP5VrXOpfxSoTjsrvB9HIZrMOD8oLR30IKm1Un06noXuj8hUQHeEoVVulNseo8alc+Cn6KrRmRE8g+gLxJDyB2giUF8+aQ8nLf988qlxt5D/SWhTkqDs5BufVj0B0K31keW5XmUAykA4KRFfrOMq1K/A6ekU5G+PMjfoUnuhqfsW7+tL4KrQ1Tjn41Z/yFVAbgd5Vp7zGX2kvmYiGQPn7QWUCjVFgjHF0oUJLuMYYVd3Rm7yTGmNoj8195QVnHJKnCtVOQEPEVwMDi+2AIu9B5ZIBuB+rzLJs6pzN9eVy9N4Yg8pT4Ut0NC6BPgwgmWSpO6q3Oe8WFdQYA2Pugcpsy7pL0xjj6HCFlmXW69SX6AoKd3wPyou26gTKq0z16lvvKjfGKPkcXeEIhCfQXIhX6YPmVZBIJBzbXZlj1TuwtgbN28LCgmPPREegvgXq10ubJp0UaOwC5aU/OoNJx7y0RQLpk+oq+q13n8/rzJPb7XJS1YmGMRqLwBmSI0vljDHMr8tK/VeAg+Z8lu7yKbkKVC+/rPjV+3padHD1rvoKrL+XSKqsru6mzgv/Z4yB5lE8CsSnQGWWta439hfm3+Kcq0ygNgLljdE41nVA/YOPMetlxhinH2PWxykaAkN7CD7CF6yvvcJdPlW2Dutj0Hic8fIsRyQYc4++MffyJOn8rbctO7LRPAuc9jzjCcEY46wN8Q8+ov9FYLHzZ8w6fb2IbqlUJgvroDJjDDQmycPNfUepMettjFlPVW/Met4YC8as59W/MQZ6RFtgjLnLmzHrdeAjGgJj7pUJX1DiuAT357/4rrr7gSQhmUg2AuXV5jdBpV2lf2MMLM6h3jUGgfLgI1zRUCpg0ef+VFaiDEt3eJZOV/LrdSVn3ipl/6m0XBZe+XO4Ze7/FXzlBep8PV1fC5y8ddOpCoIxxpkPZj/3V+KbWqy35cudP2PW8Y25l6pKeAL1L1kKlK+UKa3gVdIKjvCUFyh/P1TaVdqUKTvlJW/JXaC8wBijKkcmoiUoUSYcIP+MA8KrgDHrZcZ8PnWI8H/quwLiSfn1lNsMhaP3+0F1Rc6rypQXODyQZ+Ur5SqrgHRP9lypQHnZdgd4jqwEZ3OFIs+WBVgOIRIkf3cHJCFo8Sk1xqiK83xPOdSZ2qnCGPO5dpa9bpyMWS8vUz3EqNoU2amYEjN6F30Ze20ClmWJnAPKqywQDPAyFHEOq+JH5QJj1mkrLxpKZSh0eAkGgwjTka72Kle96gSiITBm3cCKFx0+5MjWJUUbncqMWadfaavUGOMogsZy/9jVh0D0NRbhKq9+Ku8aqzbMRQaotKlqkxUd4Yhn4SlvjLkrZ9HUGLRhiqbwjTHOAUTvqpewxItAfYh3pSUuZtUJKnWSuZRB78Z8fnzqWzTFt+iqL+ELtOGrneiqTjjiV6A2wjXGOEa2Qkd9qJ3GKRAOYCg/agMXkN6FI5oVnlVWAWOMQ0/9CYwxuPeUSWn93RgDY9ZlUpGVDhbSAZfLTaNqk47Lubi4eMGybBteHiw8Pg9cbssBywaMVSJvOjDm+QLHIRGOhFBXX4Xurja0tzWisaEKbt7cMukV5LNpWKbMVVvkJS3FC/YylpcXCItQIDVXyIIrCzbxja2LYIFOjBIaG2MMmjZjQ2c9mhvDDKh60NFejd07e7BtSzuaGsIo5VcxPzuCRHwW4ZAH9fUx4tYh7fzbmlMo8FJMTwLssoH+m56e5SEtgWAoQmdAF5oZxHC7PbzoZuCiDIIMzPj9AV5Oshy7j85vLx2Dc5hk4LVIx4Phldft9kIyswDoGyorvMDfZoBlbHSU41uD3+dnlyVMOZ+GHuA4l52gndaOgsfS7TU6C/Vtx/hyAst0lgXoOOCeRnopBloGMcxg6+zcDJ1G8zDGoLq62pkXLy+PgUAA4mGMDpXp6RkGLwcwRf583gCDT/shJ/Izzz4L/WxulhcaQYl2xef38f9l8u7Hjh09POTl6RhbQCDoc+jHePnP5dYwwoCTnENlGtNYVYx9uR2HgmXZWGBwbGx8Avqm2ZUrVzEyMorh0RE6f4YwyHZpXpQmpifRf3sMQ3TMrawmqVd5XvrTXKvAxo2b8NBDD+Gll15ET88WjI7O0Ul0k06KcToYZnHr1i06K6aRo/NxenoaQ4Oj6Onuxc6dexCNVkH/Luq//5/fwDAdaSN0CiVXZ7CamMLMTD8dHoNO/vChThw4cACPPfog9tHxtomBxoW5eepEEmE6g8KU3xOPP4pvfONl/NEf/TZeffkhBjN2YtvWXvbVjoN0hO7YvoU6W0Q5n6OzjNClHwAAEABJREFUqgrbt2zG1s1dmKQz5dqVPjqpL1JHcti6fSd2792Hb3z9Zfz+738Tvb2b6UhZpFzGkVvLI8OAfDhUhe7uTQxg9qKltQNzdByd/OQU10Ga66hE3BE6LD+FyhRMyDPQPT0zTf3z0Gl6DC8z6PXiSy84+nn+/AW2n3fkeIBj3LhxI3zUCQXYbMuF+NIKTn96lvqcpQOmDjAWZBP108TBUJD9FegYyJL3NOvK2NS7gUHDwzhy+BC2bN6E7Ts2o5EOrkP7dyMa8jMIFkKxsEaHQgrJ5Ar5r4cCypLVEwwe/d7v/hb+6A//AMePP0ieNnA9tVBfPMRNUV+9XI/12ED556iHmbUMtG2l0qsIBD0Ih/1oaKxDT083ncptdAQt0pl5C+fPXseVKwMYHJjiHASpo1nSKyKRLMAX8NPx5MfQ0BAdmQ145ulnsGvnXjTReTc9Pe/QmBif4nqYoS3zoKG+CVVV1WyfREdHB3Zs30Hn4mbiN7D/APkp0w604ctfeZI2x+L6KNKO1aJ/qA/vffQWLlz9DCPjt2DcnMtsAqc+/YR4fjQ2tVCGOcSok+3tndS1J+j8fgJBjml+QQGLVjQ0NFDnSwxM9rMf4NixPdi4oYc6P0/7kCeU4bLc1JMihocnMEDH8MT4JB3M53GLjtMCL9X6ecp56ks8vsx5KKEq3Iil+QQ+PnmCl8pZ7NnTTqfpCopFm7IbxaenxmhvMojQOd3dvRXJVAIlOrMjkTDWuDbBR/bHxyDa1q09+NJTx/DQI/vw2BMH8OSXjsJNJ//Bg3ugb3LJOZpgMFF2QPtEiOeLVa7nsdFxroMp3B4YAqN02LFjJ9oYON6zfwf27NuGzg0tTqD8mecfh/49Mi/t4aHDRygD25GH0V5gSvjwowna/2Xar1t47bU3cenSPBRMnRibplx8XPO78eJXvoJHHn4CNTUNWGHwvKqmnk7DJCanF3Hi49O4en0AZ89cQV1tK9d+hvTLmJgYp00aoE26hkx2ET0bGwiN6B+8jmiVhW9+68v40tMPwusvM5gyTR6T2LSpl0GjOB3dV2hzRnDh4lXa/UXU1zcjS8d+Z2cnmhg88Lh9mJmcRW1VAxrq2xFjIGf958fXADrWnnrmMdqPHYhGoiiXbOpDBFkG9mWzLe5txsqhvdWP44c7MXbrKqx8HA21Hjo3c/jay3vw1DOPki8f3v/wJF5jAKhctuHlHjzJPutq/XjuhaOoawJq6krYuqOD662NcgWDPGsMYNzGcP8EHe2zaGpqQzv1/fjRg/irv/kX+Gd/+W389u8+gbX8AmZmBxkAmeBaDmMzg6BynE5MLOLUqSs49fF1XLw4gh/+5CP89b/9AP/uP7yGtxisGOPa8sWqMM2AZDZvIR5Po0j9TKcy1MHdaKyrxS9/dYoyXKT8Jpw1p3qPx49otIb75zjOnfsURxlw2bxlI1x0vCZWl7G4nMSBQ9vxh3/0HTS3tWL79s14+eWvkP8aSO6nP71BPRvH0tIqfL4AamqrsIV2eteunaQbQCTciHzOg2AgAppNrMTzSK/luAYS3IsLcHmC2LZzO25zfU1OzXFPXqDuzGET7fniyiLXNbBrzw5UMbBVy8BIig6obdTnUDhEOzuNhcVp6uV52MbGmdNnaVdmOfY4GK8DXFlkcgu4PXQee/e1cA3tQu+WWviDa5yTJJaX5nD82DFUxTyIcv2VStx7Q17ylcS2LVu5r9QjGo1gcX4NW7Zsd+xTVSzG8WQQCFmEEnbs6qZMetHS4sHlyzehnzU9f/4sfvCDH1MWNfjLv/wj1u+gHGop+zT3UcnJi7W1LPtZg+Tk5vmmo70NB/Z1Y25uheUZZDNpzoGNZ596GtLVLVu2MOB2mkHSaowyADXH/XJ8bJRznEM6kwCwhrn5UQbjX0Rrmw9+fx7/xX/5Z/gnf/FHqKoOw3YDwbBBQ1Mt5hdWGUSK47XX32WQOYSCyePJ555EfWsDhhgsGp2YQzBUQ114hDy4aQOSkBx2MVB99MgD+OlP3sLgrXH0dG5m/yXagZ0cXwxulw+yhe0d7QyyXYLXH8KLX30ZyXSRsqolDzZWUzm8995HLEsimZzjuSsFm7o2NZHkGLw8S/nQSVvlozN4cXmWc3YQIwzsAjmuhY2I1VTxPBSCvtk2P7eA8bEp6Nv45aILv3j9VygVXHDZAezcvpdBrgfQ0V4DnyeP/fs24y/+/FX8xT95Fd/+NmXU0kAe+9B3qw8Rnqv8QQ/6+m4gHAszuP4ugzbXaaPJS2cTg9MlDPZfpR2IoKWxFt945SXu4Z/i/JnzPDtn0dHaigbaP48rgP/lP/wdrly6ip/86HVEw0G0t3RiZGgeqysGHV1bUaDNqamvxtlzZxGPJ9Hevhkz0ynalyh8tCP1dfXYvXsvz0ExNDQ0o8y7T2tbC/Thhk2bNsLt8eL4g4/gd3739/Dgg4+hob4LywyeUnPR0tJF3SkhnsjCdoeQzBTRPzDKfABnz96iznuxfdtubN7UBpflRWNDI/sNUFe8PF/GAFOkbIOY570uFImhhoHm3/7d38Hxhx5FmDYiFK4i33348MPPcO3aIPThENkl0KksvtxeP3bt20c+urGSsKh3TYDlQ3wli/c/6sMHH13D/EISV25cw9jEBCyXjffe/4hreBmTU7M4ffY8z9NxrOVWUSxn0d3TjqA/goa6FkxNJDA8pLWdwfHjx3Hjeh/effsKqiNRXOB6+6u/+nc8L1h4+OEj3GeSnPc2HD96nPtVGjQEnNvb+Df/5qf4m3/7OvmZx/79ezjmaq6zMm7zLNzU3IwYA/YvvfwkdT2Mxx57Ag8cPUzbeQBJ2lAX12g4EmE+TZkOoq29jXteDcfgIt2/wX/9f/6/4uyZq/jwgxM8txfR3taMbDaFL7/wEH7nt7/FNVpgEHCGcxyhDFawwDWodfTG6x+RxxzXTwS//vVJjPPs7qcdnaNuS7/9XEMvvfRV/M7vvIwc96mF+SXYthvTU9OYnZ3jfGdoS9YQX16BnGULPIu8++4HpL8McG/KMEAYjVSho6MHR48cpz7ZGGOQfpHn0Mkp2tqpOM8lI/jlWydp/29QR3zwBsKYnF7hmfcK95rr+Olrr2NpZRUK/uX1yyDlDDw+wwBlFRobG0izjBs3bmBmZg6ATRufxvJSGgqAr2Vc3EMKWE2W0NDYxjntQSQaBRc6amprEY1VM9Bfw7FM084kuK4nUSqWUKQtTqWSvNcskacSautqEA75qK9e9pdj8yKCfLcsA7fbDct2OXttmPfGgYHbPEPnqNd+BuLPEb/MM0TKsU3gow+E1NbVcf5q4XK7EKuq5pmyAb3cc3p4Xq+uq+YcLSBGPv28k62uriCtc5o+oMxNrLGhGts3b0EqkcRbb77NO89ZrCzH0dPVhW3bm1BdE+OcpHi0LyEY9iFaFeEYY7S1Ee6DAYjnUqkEF+/vkil4qjUchyFvZNYZu+qNMbBtyxmfxujmnd/lgJtlPtiWm7pW4LwXKQ9DG1HiHpt3yuTjqPgsdK8tFAskXXbqdNbni9PGsixmS6RRYF2OaQl6VH4/2OTV6/VA56RgMOjItnzH91EoFBx5V/wfKhcNjUF8qF5lxhiIpmgJhK96gXBx5xGu3tUuy3vmGgM0eheoTmjGGEgmXgZdJBOVa1waq+oroDaiU6BOqW9jHCk7fKid6tR/sbguQ+EI1E40jDF35VTpz+PxOH2rvfIai0DtKmCMgep/U7l4rYD6UF79iReNQbyovEJL5eJR6TrkoXfB/XOsIJd8f5JBioFYgepFzxhzl2fxZIyBUvGvcVV4tbmOJFMf76wC8aX2FR7Vp/pZn5OyI0dj7uge9UB0olw3kUiEazXEgLzHwRGdynjUr/CUGmOcetUZ6iLuPMasy91YgOHawJ1HfFRAstL4lIpH9VGp05hEU82MuUOLqd5VLrwKvjEGKjPGUP+LDqhONL8Iagc+SlWnO1ihUHTmI0dfRIEykIyUigZRHXrCFejd4/Y460drSWX346uNaAtPaYlrTHmB4f/EZwUquMYYh3/JU3IVCAd8RIPJug5zDQtHdepXoHpjDFSudgLJzkMdF6hcoHLpg3iurH8PzyIqFz2BMbQlgKP3HrZXO746dklzJJ0RSH/km1aqd82hUpXF43FnH6jormQjPiVP5deh4MhUvAuMMXf593jcjp6rb4H403jctPPKC8SrbVlOG+HoHXyMMVC+AupTIDmXuB+VaLMrvChd50VrscD5X+epVLqnP1/E17tAPAuUFx2leq8A+BhjYMzngcXOnzHr5XqptFXeGJYzIzpMnD9jzOfGZIwFy7IJFowh/h3AfY/ai66KytyblFbAmHttjFnPC1/1xhgowG+MgR7REEiGGqfhOjZmvU71aicQzv2gunVg79R/1VVoiI7e1U6gvED5Cqy31f/p04aBMYZ7XNlJjTGwOPcVMGa93ph76f10jFkvr+ArNebzZcYYVB61FT/3g8p+U73KBffjKq+y+6FE3au8V+gYY+6OR2UUkzPG+/GMEY5q70Gl/n9PqlbGGCWfo622Ja4FwRfzeq/wcqfhP2jrlN/5n+xbiePjH4pl8H5Uhs5+eucrtU/9G2esFdnfaerQvT9fIk/qX+k6lB3bozLAOPjK/6dgvU3JaSM9k59XelcBlamtMcbRIdkS2Tntl0qNsZy2oiM83PcYsz4GY8xdu2PfsceiI9C7MQZ67rUvQ0Uau+qFJ7Bs+3N0VC8wxhDfiIQDxhjn3Zj1VDiiI1C+AsaYO/hO4rSxNHBjjPMihiSAiiFXKpARFN79IDyRMWa9rfJqz9lU9i6w1qFtjAH0x1TC9DHY4na7nQFKmAKnPeAIWBtGmo57bRjq1xjjbAiVTWRlZQUCHYQqvGigoqO2Ktfmo7zapJIp6OCkMuELVxOqjS4Wi0HOeQV4dKjRBmiMocFfP2irf9EVqG0FyncGK76FIxCO3kWfQ3H+lFc/6kMHJ427gmeMgeork6XyChizrtDqT/OgsYCPMRQkU/UjXKUCFjkL4A5bziatDd1PR4v6VD+ipTYCY4zTt5RN9eBjjIEx6yCa4kv1lbaFfMGZH9ERsInzJ1zRVJlSvaut5lq0BZJ35V310qv7QfKrjFN0hKO0wMOXUr2LD9ttM7DhIXg5Rg8vNQXObZIOiVUkVlOcNx70eYmyGUzUJ4jLHI++uZjkZTOXy8IAHLdkW+IFPgtdoNcyOWTTBWRWc0jSsbq6nECCTpI4nY/FfBJ1NSF0dzShNhZCwGvDbZcIgE2HipeB2QADtIGAFwqo+DwWigyoZnMpzkeWDgELsaiXfcWhn/RdWhjDyuIEpif6nffxkT6sLE1heXES2UwcpUIaIyP9uH71Ip1KS3Qc+OGyDfw8cIWCIVgcgWQs+erbKfPzi7z8ZmDxYF/gJUcHlEDAhyCDBUTFwuI8FhYWnIN6U2szaugobu/owGEGBORokVObucQAABAASURBVN5Lt/RTTPqEeJh99HR2Y2PPBseB5OEh0KY8/X5ezsNB2C6LTv0MDXkeNfW1cPOCtpYrIJXOcowFzkcRCrJmkml0d/Wgu3sDyiVDZ9IMHaRL5GXJmaOdO3di167dvERE4eJcVVfX0BmzD0996Sk001mTSCQQX0nAcDPXetaHEVb4PsKA5wyDc6qvr6/H3r170dnZQQfQTTo4zvEC68e+vXuweXMvgwqbnLWdSq6y7znwfEJH72b2GXSCFKIhm2Dbbs6TD5FIFH4GJy2OccfOHdi8pRf61mO+kMNaJo+AP0SnQjXlneYcjbK/83jnnfc53hUcpaP/4YcPo8iL6IULl/DRRycg+9XAINSXOKY/+9N/jK/SWTo9MYUED8GddDC9/NUv4//wJ1/Bpo0t1BE3ZIu6u7spsx4G7Tbhsccfg37ut6GxCW6XF7MMnt+80QcF2KbpUJugM2mKDt1kYoXOihWE/B70dLdzbvdh/4E9dBQ3o7o6Qv2tQl11DPm1FMJ+P44cPIAtvXQ28tA8tzDDtWQhGAojHl9xvm3Yx2D6HIPisZpalocIQcR46RsdncSZs5dw4eIVXLp0jY65y7g1MOisOxd1xEMd1Tcw6+vrUFVVRboeDI2M4CadsB99fAK3+m+hVC7RGVNHp/k2zlUAWtOa3+vXryNH+yIebt3qx42+m5jkPBvORaQqjEI5jxKDVi6vGwocjE+Mch5SyDFgrr727NmN3Xt2oboq6nwjr4GO3A0buuiAbcHQ8G06us5zjt3O+8H9e/HVr3wFUY45Gg47bRa5ToaHBnH1yhXHSTU4OETaObR3dPAyF6Bs4hgd5dqljHZSN5qbG7neQ6ivr0GBjqNg0M/3CPV8Dj/64TsMEHyIq1ensHXrA1hLB/HppwP4/vfexGoiTz5C1GtwbQcRCAbxEAPytXSWzS/Mc516kaQd6+7aCJt6ee3qDY4zg6nJGUfn9DO0hUKJAdormJubobkv0/kewBzbwi6jUCrQuTcB222Qy2cRTyxjLZtGG53uX3rqURx98Aj16hj27tuNBx8+jsNHDkIHuoH+QTr45nHxAsc/Pss12IaDBw/CRR3RZW1peYGO9DAOHTrkrKtjDKz0UFerqkLUeQPLBoq8IPs8LmxngOg7v/Ud/MWf/1McOHAIcr62NrcyqNrH8Scg+6V9+cKFywyaDaCjpQXHjx1A7+YuVFUFiR+Gm3a2vsFFx+MEzp29hpvXJnDqxGmUSy4kVlJYWkzQaUe7x45HR4fJQ5byGENjYwQ1tR50ddfhL//5Hznr4Y1fvIXTp87i9Z+9iY8+OIkP3vkASdqSHdu2Ys/Ondi8cRN66EBtamxFhnvBpUtXMEkn6iefnoYcvleuXKPjdpw21Ut57Wcg6BIKdBTGYlHavSTK5SKeeKIXzzz7OG1ICNMM1m3bWk07l0c6nUMoWIul5QyDojN44833MDIyy/lcRD5n0ek9jepYExYXSjjx0XUkE4brPOGUXb92C5s3b4bXZ2P3nm3YsbMXDY1RfOXFpxiw+yYDv1u4XscxPHwL0zPjpAec/uw83n/vE/zyjQ+5R0XQ3bmNzuMk6SfoeC/SJqVpC5egdaefLW9t6eDEWTjz6Tm2vYBFyvXy1csMCPhpO2vhcdVgfqaIy+dvY4Hj6qXTvioaQq6wglI5xeCLl/ZkD2yUMDU+gvjSLJqaasmzhUsXL+As5258fJFzliZ/OWTSaWzcWItieZVj6kJ3VwzHjm7C2Og1BqR20T5vwo7tu9Da1AmfN4ZTJ8+h7+YAXMbCwGAfg5w/ZnDrBoOMi9TNAiw7jwMHe6lXaTpoO/GPGDh5mOtpZjaH1aSP9bVcY3UIhnyYXUjjzV/dxgcnLmBiZh7hqnqcPnMTAwPTGGcAtqmxBQkG+o8cPowHDm1BqViCx+3nnrWCcCiEKPeHLQyebt6ygfbpKt5++23uIyOsX4Sb68TjK3EM+2G7C3iegYGnn36M9qEOPT0bMTuzSpn4+N6G5aUUqmvqMTM7j3PnL2J5OQ7NRza7RjuzBDmkPV43GpuimJgcIz03NvVuI5/jtE2L1MMQdu3eCbfHR52fR2IlCXCzX1qMU0+nyWsN9NPBa+kSZmdn2Wc9dbSMVDLJoE01Bm7fxrZt27mfBWg34lhYzmNqdgpeXxldPTWoqXMjFCnSKe+hDOd5tlpAkfp+4fw51NVW4datAbhdRSwq2HOpD+fOncH42DjPM3Gug6Ncm3G0NndwTB7yNwcvbcLkxG2USgnOUTuWGRwp0TYN9s9hfGSecSmDm1f68aO/+wn6rvUzODeIEO1pTXWA+2AvtB7z+SJ0Pvzs9Ke4SL1aXJrHN7/5Jbz00gtYWlpAW2sbxxNiQCmK/pvD1PFldHR0YXGeus+gylNPPcXzTAP006k1NRHKrsDAxSCDXzvwwlceIW+r3Mem8Z3feZJ6lUHXhhBqGmwUGPzac2A7XD6DJAM+2VIKI1O30bGhCa3d1cgw2P2z1y5QBv1cmy1oaWmDh47069ev4q233mbwtBepVBkXz11HR/sGWHDTdgChQBXt4SDbFxgESbCNH5NTU5R1CqdPX6Sj31B2cYAt6uoa0X/7FveiNo7Pi7o6Pyzuo2MMFF+6fJ22upnlNuprA9i2rQb6puL0zBiDFRsovya0NMe47pcYAG7G//hX/4FBvsvY2L2Jsh9AfcyFtkY/9u1sQ4gByu72buR49uq/cg6F1Wk0Vbuxo7cNPd1hnoU6EK2NIcA908tAjMsTQxf3qdWVAlzlHHpaG7Chswu1VdWIhb2kfwsjQ30oFzNMh7kXdEO/wNLLfTka8ePFF5+DcdnIFS2eVTYhn3fR7s5C9md4ZJA65qbNWUVL/VYszxUdmWQYPKyvrUMhbZPfKkdf3nrr15ig7Kq4h0arazC9MIu6zig27OhA0Z3D2NQYTpw8gbXMKlqbxJsHqfgq0okc+vtuI8d9K5cvIxZthH4OubmhFm3ck/Yf2Innn3sYrS0hWKVpPPPELnR1xnguX4Tbsnl+yOPwvg3wmlWguATbJJCIT6C5IYrh24OU+SrqmA9HDQ4/sBOPP3GAc7OGwaF+3KSO3rw2jCsXb+Lxx47SDrZTL9bw9W8+hyNHulFb74btLqNn0xZ87evfxK59B5DmOVtyN7w7G94JOrta8Y1vvYJ9+3rZ5iD7y2BsZAajw7O0VfXQB7tWefZVIPnrr7yI6ckEIqEAjh3pxdL8FDraWtHTuQHnz99Af/8ovvLlV9DduR2lgpv7/Cau5e3cv9K4wPNsOpVFdVUt5ufimJ4d57ljFZs2t+CFl55AY2M1dXge/oCf9j3H81cRvb2bUFUVBrgvxGIxlHjIqIpVw7Gtx49iw8ZOKMhZw4B/mDwFeXbNrq3A53ehprqesrAwODiFgVtTmBxf4npOcHxrOHd+iPZ2Gdu39WJL73Z4vQG4XNKbCZ6xPuGa+yX7raKdnKWduuXY1jjnOhQKO3g+Bl/9/gB0BrGMTdux7ARebdtNn0ISQ0MjbNeP8xcuIkW/wTJ9DUkGqNJrRbg91UhnPIjFWuByV+HajUGcOHUBO3ftxI4de7gu2wDjp30OkuYayjyLzTFoeoH2cWJinDZyEssMzIoX3TUKvNu2NLfggSPHKCab+uNlfQbvcf9+972TGBmfQYZzXoKNweFJ2odFJFbW4OF9qa29AQ1NQbh8aXR0VcHlKSKTSVLfGlAVq6FcPOjsbHfmYdu2LdSFLnh4PpcNXV5e5h6T4hhc2L17N2JVVaiqimHv3n2USxlZ2jSPx8u1OEOZpxEOx7DMAPT01AyD6UO4dOkS9fcmz8OjHHM9mpqakS+WYIwNPS7e0b0+F9dVBqGwjzxsxJ69u7GP9zL6z/HZpxfRzz1EuMYYyjTNOV2gfeviXtWCULAKhnYyEPCjtqYaHrcbad7fC4WCmsDlsuBiHxQLyjx7FUt5lMoF5sswxkB7qXTCy7up/DmRCPfuaJjjCDtz4/f7oXIfg2DCcbvdsOlwK1NHC8U8crkM7XLKoVlkYDWdSbMs54B4KNERWeDcrUkveJ5Rms/nUeT9WyAZ60Ndulvq7Kx30fdQ/upPvKkvYwz0lPk/0RQNlfPVGYcxxhmL+FM7tVde41M/xqy317toqq4CFVxjGUcuBcpObYSrOo1doHfxJnC7XXBTFgYG4kd1oqvUGJYSVC5aAuUFoivQOHWXq4Dkks1mHblpbKrX+ARqp9QY48he7+Cj/sSfQP2KL4HyX6zTu/hVqnpBJV9JwbFUcERToHeB8gLlwafCo/h0+OHEiEeNVWPSfV7zqXnVe4Z6oXeByiQDtROoHUmyd+OMT3X3y0N50VtdXYXy6rtEr7gxxpkD8S8QbwLJAHyMMdA4DQBjzF1QvcBimfpWfyXqqTHG6b8yTkN/ynp9yZkXzY9AZcYY6FFebSs0VCZQuUB5y1gQf+pTIPoC8erwR1rCFRhjHB7W69b7UHvhqUztREsgWuBT6V9yEX8C8SNQnYBozviVipYx67T1zqlzdNjBo1zFh9pqLgVFrusi16vqVac2xqy3V1npvjpjDO6nL3yBMcZZ86JXeTdmnUblXfdE1YM7pjHrdDRGBTK1/ipjVqp3gexTMBik38EPF+2S6ipyUioQDfEkUL1SY4wjj0rfKiPjjhw0VvEheUq/lQpULnDGTH1RCj6iwcT5k06J1v1gzHpfxhgHR/ZJvFfmUrjGGIcfIehdoLxkoX5obp1Xojmp+hSIn98E623KzniEJ1DZ/VApUyqo1CkvqLw7KeekRCjyLC1QWZEblNISyxym7vxPbQWqUypQlcakuXDeqXROqgqC8gJmP/enMoH6ED2B3oVkjCFHcPTqi+XqS2CMEaoDlXZ6Ub4Ckl9lvn/DPN+VofoQrLcr3e1XZYL18rKDL5qCSrn6NMY4c2yMcfYZlQmMMVQ9y1n3kk+Fb6WV90qqMmPu0amUKxV8vt662x/uPNIj8Sm+xJ/GrVTvKle9UNfzZbbX2z2olAPrPKg/gTHr77jvMWa9zJh/mK6j/cNyY9bLKv0oXcflSrjD3P1lqtP7/XBvLGVHzqpz8Pi/MoEmDiXSKhIKfBHAUFaWzUQpQe9mnRdjDFsBxqyn5OQ+umWn3BjjpP8pWeDOY8w6nl7Fl3iV/Cugd5ULHBz+T7yqvIKjORPoXeUV0LugUqe86kjC4c0Yo+xd3tWHQOMxhnUEY4yDq3EIbNpUpcaslxvzm1PhWJaBUrWRnVWqd4ExFpQ6YIxxFo8WW4VZMSpmBEJSYxGRAa+AysDnflzhC1gMY4yziCrtZGAFai+aMHAGX+CGJhrgo3LRVWoMEfTHVDQrAqykRHcGYYyQANHQZqsDTYKOAKUajzHGOZj4GAiKhCPOYVoGX3wZY3h5z/MCkoHaVA5EoqN+KhuOaIsH9am0xEuDaCsVnkDvkqHyAuVVJnz1pbFrbMYYh1fVZzIZ5zBdVYMkAAAQAElEQVRjjLl7KBFuBYzh2NQpQWXarIy5V8Zi588Yc1fWFdmJZ/BRn2qn9nz93FyLB/EnEH5lvOJfMlC56N3fVvOletWJnjHr/KgfOZB0QakcAtRWNDUXkq0+Nam26lepdgxjjMO79EL9WLYNPaJ/D0qUWZFQUhVsy015+WAZL4zxscxPXXIjXygjm8vTYZzjBTBJJ+Aq53WFzqkVyjnLi6SL4IbHJfDwHmYTXPC6/Aj5o3TchkjTw4CADZflhaFRyiR5iZ8dpDN5iIGoZVRFPWhvqUF3eyOqIj54XUBubRWFXBpeBVX9bng9FukUSaMAv8/i5c3mJbwMfYvH4y0jn1tBuZCACxkk4jNIrMzQUTBOx+Qk8wvQv1vndRte9txw89JIapiZIc7iEmboGM3y0qZPVI8MDSEWjSAcCaPEjX+BDsWZ+RnML83BRcZqGeRpa29BTW019PN3wyNDzvzXMZg6Nz+HTz45SSfJOVi24QW2HjrArSRW+e4hv5QppVM2FmDZdIeUUdtQB4v8zC3MMSjWh1sD/XT2zTtrqqmpCV6vDx5exKp4MdflYIj83WDgr6+v33FQzNJxvLZWgNvtxUo8gVt0YikomFhNUjY2+w/SeZF2Lu2Li8sYG5uEAkm6xA8wYCfHPyebl/4qeNlXKiXcZedSr38bU07juTnydusWRsdGIb0LhoLYvGUz9uzdS+fNBsrUT36DdADUEOqwi06QAwcO4Nixo+jZ0INqOuNaWlrRwAComxdLOYda21vx8ivP40///Dt46cUv48HjxyDnT55Ojlk6Sq5d68PAwG3oU/LV1dVQ8KNU8mN2Egj766hbMQZHZjAzPYGR4UHo54+np6c4FMq0pgbt7W3o7u5y+NO4NN6lpSUoeOzz+qm7BQwPjjD4Mu04OWbo0MhTjn7WeShLn8dDfU9wvEnqzxIMCvB5XJidmcDpz04xEHUaVxgcUeAtFA7Q3iXpxJqgY7keL37lGcpgG1weN6fZZkpaDORdunoNH3/yGa4wwJnO5ZDlRXyJdrWzs5Nz7EE8nsZVOr1PnjpPp9NlaI4H6Dxco24efuAoHnzwQfKUxpkz59lfBjbXteaiSHtfoOOyRIdFV3cHjCljdnYagaAPLa0t5MFCjk77ldWE82n3MTrohxnAzDJ4ODE1jUkGk3P5ItrauhhM2AcqDvJ8F961a9ec4MbJU6cg/ZaeNzbUo6GuDi3Uz472duRpHxLUvdHhCYyNjsPiKpybXcCN6/10kKawvLgCvZ86eZ4O52t0Jk1RB685c2EsC9IN2VPtIZ2dHdSrnejs6uAa92FsfATj1NnLl29hfj6BVa6l5GoBVy4PYWYqQdpJrPJ9aGiSATc/XO4c/EGDppZ6ynOZvH+En7/2Hn71qw8YQBzChYtXMTwyhZGxeXx6+hr6bo3RUdaCnTt3087lsJbNMSgyyHm4Sh3JQ/b2Zz97jbo4wLzB2loGxx88iheefw5PPPk4Hnn0YXT3dGPzll50dLajua0FjU11uEanf47zFgiGGLj6DPl8ifRKmJ9bIr9JynwSIyPDtKdJrs1llDlnc/Oz+Pnrr+GHP3wNdfVhOkB9ADzQxS9P58kIgzUfffgxHaEDdCw3o5pOVP17sqt0HNi2RYd0O+obqlEu5bBhQzf8gSCam1rR2dGN7q4uHDy0Gy9+9Sg2b2/mFMupWqB9rcM/+cf/Ao317ZifXsZlyue9dz/AmdOnuS7WaDuStMVpBOjEM/k06MMDSkmspVcwMTrFNTSDTurN8QeOoyoW4xxE8JMf/5SO5POUl8X3KLq6etjGQjgYpdPbpq3ys2wjHdBRtLW20ul5mHarj31ewunTZyjrfnR0dKC5uQkPPrSXNsyDhsY6PMiAdVd3O/UbCASCeOftjxjc/ADnz17Hj3/0GT795DIC/mrU1bbSce1i37V45pkvwe3yUSZurvUFyj6DwwzqeRmY2bFjK218Di6XwfTMFN57/13q+Kxjp86fu4jqqho6GzPw+V0Ih6vR2NCBRx9+Fq3N5D3cwPpmJ8D1xi9+ycDrKC5fukqH+zQi4TrqUhnt1OHGlmrO8RJiVa1oZiBheLQP+ndX9Y1dDx3E2Uyefayivi6KOdqWBJ3MVdU1xPdznUxQj5vh9flw89YN8gkcPLAbh4/sxdR0kvtWhntvmHqVQ09PKxRsb6StvXH1CqpjIQYMh+H1lFHIJ7F//2600eZWM9BpGRcmGeSMhNnn3AJGR0a4nmuxyD1oYW4GCwwALi/OYgMDvHt2b8Nf/dX38K/+3/+aNmWc+pDCLB3/I6PT5CvAYGqYsgVCIZvyacQnp67h/Xc/w6lPR/HT1wdw4cIgdeEGLl28jsHb/Vy3lxhwL3I95GDIR4LruYlO40Xuw36eJ5977ll86anjDH48j63b25ygOqcHb73xOmYmR3Dpwidwu/NYXJxEK/fh6dkM5Vti8DJB3DzlsoCmpg7q+0Y0N7ehkYFcNwNL/oCbZ5ksZVFydLG2upHrLoG/+evvclwLlH8T4stFBpiHEI2EUeLFSXtfbU0tero30q5NIZPMcwxTnOtJVM5RdfX1aGpuRpBOGn1DSnu02iRW0mhqCyObt5FO51FTU4cG4rZyrBsYKKuJ1aKQM2hpbufZZBUNDDQ99dRRBEIu2BzwocPbMTw0T54ynLsNkN3tYEAuncqjsb4NNs9po7S1ZZ5RisU12O4c/sv/01+AcQoEuFZbGXRNp0q0nQu0WUXCGgoMQqwk4vBS999952NnLImV5PpZh2LJ5VPo7GpiAOgmFLQ8fOgwctk8fJ4gPK4g9WEr9uzagytXruM4Azdh6k+xWGaAJs91+yn1cZJr3oYpGbzx+ilMT6zg//nf/QgnP7rEdZLE008/zLXkhotnupOfnEWkKoaHHz+GaE0U49OUqVXEwPAtPHD8EAMQu/C1rx1DIFDCxx9dw8zMLJaWVnH86COIxsIo8r+9B7biwOG9uHFzAJcv9+OjD8/h//WvfsE29VjhXMZqa+AL+RlEeZ/rcpTztwYaIDz39JPYtWMH57hEfkOIx1cQibrwf/jTb8DryaDMIMLm3h7S8WNpbhYe2uYvPfoomhvb4HYFcPqzi5iZnqdssmhva8DBI/vQ09uJS5dHEU8sYPOWDgS4BwW4Jmpqo3jwkYfhZrCJ8WPu2wn4fBZthBc/fe2H2Mjglz6Uk8+VnfHNzi7CxfNgV1cn9u3dAgXbJyZGsMgzWDK1Sp1uJI0k7WMrejdtwEsvPYY9e3eiujoGt9vmfvc2z5UFBvcb4fKE8Ys338XE9BL1I4iZqRTHmqbOVZHGIqamxmh3b3N/usj1WMTNvmuURxEzDOqFQl4GKR9Cb283GpsbMDU9gWhVhOfTW7jRd4Pnkyucd8P9yQUvg8W2x2A1vYBHHjmEXXs6cezBHWwX4/qrgn5OtljI4dy5W9yLX6M9+Z/w1//2e5yKVTzz3GOIxvy0P1H09V3lGdlgamYU9Y0xyu0I7YoH09O3uYbmUFsT5LpuwZeePIxXv8Ez1u4NaGoNorO7Bs899yCeevJBvPzi4xi8dQ0DfYP463/9N1hemsTGTfXw+dfw1HOH8Wf/+LfwwNEdePe9U/hv/+//Iy7fGIbti6FviHOXzuC3fvsV2pEFrC7dxgtP7cNaagS9W+uR4hmrob2JQe965EtuTIwv4oMPP4TPZxAOexmYXGawKsDg1Qx+/as3UCJ+LlPkWrmFX//6BO3HDANJZQwOjtLeTnNuDyGfK8Lj8WFiagJ1DQG88vXnsXvvJgb4LvI8O4qF5Uk8/cxjuHD+EmVVRg33hVneWXK5LI4ee4DyXkVLaxsmJiYps2lnH3iQ5+gnnngM+ewastk0++pHMrnA8/wV3OAeUiRfBh7UVrejp2sX9u99kOdIH5oob7/P7+yPlu0mrTyyuTV08TzZ1dOB2roY/v3f/nsw1sU5t8BrHAIBP8fvQ319I6qqqhCJRJFdyztlkXCEdjmJ0dFRlPmf7uq6u+sMXiaFNO/pGe59thVgn3nk826UygEGj/OIRhuwZcs2hCIN+PDEGZy/dIsUylhZSVDXXNi/bxd2butBIZuh/GzqVwIlrtlkcgUer+2cF+IrSxz3CtfiJtrnWuzctRFd3a2YmVnACM+pmXQBxaL0FxxTgeslBsu2WZbneCLY1NuI9No8100OLjeg9amfrV7LyKbO4MbVW7hw7gIioQi6OjrX7SvP0wqoJlbimOdZLkF+U+kU9A32psZm2vB67vVrQNnQ5qehD9otzC8jmy2gwPN2nvpgYDgfNsvWoF/+0Qd2V1fX4POHqWdhynSF43Pz/hnl+c7Fe04j9nFvf+yJx9HZ2YxLFy9Rninaw8uora2D3xdCLFpPeuAdwA2PLwjLAFkGLIu8E/i9Xrh4diwzeCq9yuWz1LU8yrQiukeovERHeJF3CwUwStSfIvN54mUyKSTTq8jl1xy5OXgObpH6UXbG4XK54PP54Pf7qC8B5r1wHtpU22XD4vm/xGADYMEYm/PIdrR/LrcNmPW5yfLsWyyu0wQftXG73U4fOd2j7tRXypWqXzf7Fp50j80cfPUlED3po9rneU5XKihQweVXSd8J5qpM/etdQTr5l4RPAcEYA5s6Az6iJ2D27l+Zi0R9iWaBdz2HJ/JdaaM64Yg/L+fBo/si5SECZe7rStXGfydIXRmL0vtB7Sk9FMm7+hF/AtEXVMagMo2lkC84shC/wle9QPV6VypQvTHGmaMyx2IMJwRw2jJxUgOjrAMVuWu+VWCM4Z7k5pz7oPGJZ2MM1EQyEF44HKKND1E//A6exiI5KBUO+GgMFb7Ek3gpcwJUJvk4tLlIha93gXgxxji8g4/aaExr1HuB5lOp6BljnLGInt4FyldA/YNMi6YAfFQmmUmefIVtcQZIx0Wd1rg8PGOJH2M4XiKofwGzMGa9v9/UT5F+UPEp2uJPoLx4UZ8OjXWSXCslqFxAkg5d0ReOcEVfqcAYA/FTkQ34rOOB698Dj9sHt8sLy9iUBSthYFu20wf4GGNgjHHkKRlUwKb+uwh6N8YQvwz1K1C/FVBfuPMor3KlAuUFalMZu/KqU1opk6y1/rQ+JROVa+xqW7ojt8ydQLxwhaNUMhToXW1E02lDu6NU/dxh7e749K5y1VdAYxQYY5Dl/pWjLhVpO4xZl43aCFf0K30pvR/E7/08CFdtBOpPNO6HSpn6ddGeSd4V0LvWlNZKBfSueuFblg2bc6M6L+2L6tRGYFnW+ljv8F55N2Z9LMaY+9mgTmjXhqMD4GPMer34E7DIwdE4BCozxjh9GPbFhtxRqBuUeYF7hKDItEQ7V2SZ8hVZqK16c1LanUpaoat38FEqYJbkjdOXZSwnb8w6f+AjHIHhxnf/OFUm0Jq7v282+dyfMcaheX9bY4yDo/b3gwr1rvSLwKF8rkh4GlMFKjxU0hLvoCXK5n68iv5Ih5SvgN4FI7YpkAAAEABJREFUFXxjDMSv5l/wuTnnfBhjnDEZY6BHiTHGaaN2xpi79cZ8Po+7T5nrveSAeKzA3er7MqrTuLQWxKfy4vWLIDxBpWmlXmUVqNRVUmPu8SecSjl3Kiersgo4Bdw7Ku/G3Gu7XsdWdyaqTLxKmTHreGq3rq8cN5W0DAMKjWCvg7EAAcuNMTDMq43GcX8KPnoXMAtjhPt50Dxo7r4IhjSNMWrmyF6ylB6UqC/GGBhj7taVqD9fBPUpUHm5XL5Lo0JHtJRX/f2gsjzPDpo/nSEKPJPdX6+86FZA7/eg6OwLei/yDFngWaXI9oICz0ZFlqmuAhUalhRXBkypQEZMxkyHIoHqVCYhGWMcI1Qk4fsJSRrGGFQEaoxxhKROhAc+oiO6AvUjEF03DxbKV+gT1WlrjHHoGWOgR3TUr2gKhK92oiGjpDLhCFdlbh72VC+eKiAjqI2qAjk69YUvWmqjVCB88amDhsordISrfizbcg5TqhO+ygXiTzyUqdjCU6p3gSZBE6sFKlBeoHLhqq2g8i56xhhHeVRvjIH4EBhjnHkQXUGl3qLhEehd5ffTFz2BMet0NLdBOtUq9Iwx0BypPShy5TW+Sr3KBXrXmJUKlDeG/HDMOiSo3zI3HaWCMhe7McbZKIWrsWucxhhIjhUaou2AU27DGEMAcWgwGBwqlQso8hIl45Cn/qUzOaR5wV2jE6DEC5/bo0OWDRDXmAJ8XsM5MiiXsjDlLGyWeewyXKbE9wJKdJiUuUHaBjyYucAEZR5yuIsiFAjSce+F2+YBrZBCddQLvyfPC/EyHRaLzJdQWxVAXXWQgTILhg5Cj6sEl5VDMccL21oCXk8JsajfSZeXp3hJHcTK8gwskyMvOV54E3TaTcHLdqbMsSTjPPSsIOi30dRQg+6udjoN6nlw98Hmha2aQboUL00D/bd5wR6jo6oVe/ccoGOqhhfELJZXFtE/0OdcjMschE0np59OpiY6l3o2dKGxuZ5B5jRy5DVfyMLDi3yJspqZn6bDeRpZXjgbmpvR2t7DS2eBuDS9lpv9B+ksWXIOwhkeyuSUMMZAgcMcgzn6mcxVBt904C9zrksE23aBLNBxonHPcA4slOmdS66m6YSLQ8GadDqHdHrNyWfX8rDYl+EsLC/HeTGfhA6W4XCEjo9qZNdykJ2QPkYiMeymk3TTpl7ovVQqE6eKjr5N2E6nY0dnF2y3F2nyFqHMqujUUZAoTwPo9boRCPrYziY/JTqVA3R+TWFsbARnzp7GyZMncfLUSWTp+GhoqIce6WqRxnSajqH5xXkYY+jMqHb6a2xspDOjHseP7YfX7aZucEyJIvUhiLC/Crt2bYI+8b2wsAjArDsYUhk67aeQYGBSzozzF87jzJnTUF79+HmR37RpE50ZDXC7PMRLwsugqQLHSwwwz9LZOD25jIFbQwwOjSBP2bksF/K8pAcDfm4COTr6rjMIdxv6dhM4EX6/F10M/FVVRenkWYZtgbq3QKfZMFxuG/qWpeWy8ev3P8VPf/5rXGJgMRAOo5EBFcexamysMOAdZtmWzZvh8UQwOZEkjVWnv0Qij1QKmJuL49q1GxzPGZQppz37duPFF5/HU089hQ4GMkt0bMzS+el8Q6mYQXx5DjsZJGphIGqUAdMiHTwdDKYFAlHqBTgPZaxlgeqqJqzEU7h5YwDJ1QzryliYX0EgEOYaaYGfzt8o9cLj8dLR34ht27YhQl6lk3JqZSjzLb1b8PSXnqZztg25XImBuGu4cukmUskcnUYFOm+XoG9m/OCHb9CpNgv9tFksGgBQxoEDB7B79264bBc+/vhjXLx4kTzkOfYCnWCrnKMV0sxxfv10No7C0NHe0lbLuY+oOQO1t+Gjk+Gxxx8BTQvaOqJ0wu/Ew4/tx9ziOC5ePo2LV64yvwJ/kDRm1+AN1WJ1zYW1YgBVDLjV1jUjxXWQyWRRU1ON555/Gk/QKbV16zZ0UmaxWBWdyb04cvgo4vE4dewC19oSHVoJLCzOgawjmVnF7PwMbty4hoGhfq6/JK5cvYrRsTG89ct3sbCwjO3bt8Omg1L/LmUoFEVzcyu++tJX8eWXXsTO3XvoTAhDP129vLyEI0cOwRe00HdrhLLI0EHWQIfqE9ixfRO83gDHfRPf++7f42/+5q/wt3/7H+gUT2Pr5i20cV6sraVZfw2gzcxmEwzC7MPKchqv//RtOtmukvcFbNvRjePHd+FP/uQ5fOc7DzHYvYQf//AM120QbV2tcAdsbNjche6NXVhJrHBcfQxyXsACg8BtLZ203274fG7s2LGFgcpHIOe5Ap9+zoW+Fa8PMOzYsc2xH1qj5+lw/MmPX8Nrr72PDz88jTffeB/vv38JI0MTdJpWo8RgzK3+fqRScTz1pWPYRtnv3buXa8hFngKUTQA5OuvU50pi1nnff2AvZW8Qoi2rrmnAykoGwRDgpePQ5fKCpgV79x3CLAP609Nz6OhoZZBsBO++exE2NyfJeXh4EJcuXcLk5CQdrNM8EwCbNm5jfoH6+AnHGMCGDb3YvfsAAv4a7Nt3lGu/gPMXb2JqJoGLl25jaEQ6EEBbO2WVzCDFffPS5Zv44INPONaTeP+DD2G5ynjqmScZyJ3AGm19hvry3rtvws+9dGVljvtjnvpcpq3Ow+8voqbaT9n5uELyiFP+i8vL3D/aUVNb5exH+rbspk3d2Lq1E9pag+Ewx+5nYHsYn508g1LewGuHMTgwjQY6zBMrSSwtz9KOTGFqYoR7WwT79u/hvD1Ap/R+6BsqsXAM8aU4x99LG7wRtXU12LJ1E7K5JL7y4mMMwB9mPoWm5jA2bKxjEGkeDx7fgsZ6H9f5Ivbv2Ywj+zeip6MTf/Db38LXX/4qnn/hS3j++WOA5cYaHfvGKnBNr2L3rm3sp4G2tcg59CASreL+cIY2phP//X/3A/zd997Az15/C2PTn+F3/tHj+Kd/+W201Xvg5vln4MZ1uKwSRkYGEOfe7HIbfP3rj2Lrto3w0l6NjY06tiUajUI/9f7JqdPEd1E+Qcoviu07ehnQDyPHNT8+MoZitoQWBumH+mcxMjiCr730DF59+SXU1MWQSi5SNhHavJADbS3N6Ovrh/aJ5YUEahhkLfH8FAwFaKNCdGq3IbtWov1ewi/f+sjhzx8KI8rg9alPbjCgeJlrMYfrV4Zw5fwtbOjeiY3dO5CgDa6prsbywjzyuRR2cCw7dzZw7W7Cf/affQe2ew3cRlDihaOmqg6z04v45S/exdzsKvm34PdFcPv2IAM1s4CVwIMPbeFe4qKzfwClnAuRUIzz1ERnmY0NPY3YsXMTdu7agT/7sz9DT08v+m8NUv+Al156ljqyhI62Zur8dodGKpnkGWsaCp6ODI1x7HN45+1zOPfZBa6bOQagW3DuzAXWX0Vnexv3/wIeeOAw/IEaPPbYk/js05vQT236/DXIZm3yWGQf83Bzf1yjrL773V/RLnyAjz+6yQC+hWsXp/DBry/i0w/OYm5qHA11Xjx0fDf++T9/hXJdcMa+tLhK3kI4ffoafvLTH+Lytcs8LzRwDDbqGxppW104efIi95th2oUk/EEvdehP0d5Rj0CggJaWGpw9e4aBjCG2cVN/UxgZHST+IMc6Bq2tr3z5KZ51XTh/4RrPaUnua7dRLoUwPb6K86eHsTCTxcz0CiHLNZ2ljbyIZ54+in/6z16iXezGxcufobahGlU1dTh3uQ9/+/2f47///34f//57v8CJT29geHQJre1bsW3bQfzkxyfxq7dOMjg3y/3lGoYGx2BzrxjgnLbTbj377NOUXQZLS8sYV2CqWOR7CvHlBe6hexl06uUZOgOU8uQliUOHd/GMOIaHHz2GQ0f2Y3wqjrMXb3AfTMGGHzz24six3Tj24C6uPS9isSgaGMj/2tdexKHD+7kfJpFMr1BuHrz16zewsDiLMZ7lsrk897Y12qAUujZsoX3y4/KVQSwtZ6l3buL70dhaCw+D37v2bKS8a7n+H0dndyPiKyvIF9YYnN2Hhx970LEtTz99hGvWy8DhCFpaO9HS1oFQKMSgYh06aXc93CdzJZt99aKjqwetba0MrvlpJwsYnxjHIOVz+fJV2LYN22Vom1dw6fI52q82PPHkMXzrm19joLuNc16N1GoZy4tp3kFqed4Z51wGsZFnl2gsQruWg36ZI5Fc5X7rxn/42+/hoWO7UMitcL1OUseDXBtPsW+L8zYEdoiJyUV8fOKms0fVNUa5T0VpM6t5vmyBvjm6d99W2ppu2toAZhcTWKGDN4cMzxzVMCbMPXoRtwfmiLuNd4IV0lwllPHZZ2dw/cYgZmdWuJ9H4OGhslzIcd22YjWxyH34NM6eOw/L5cPU9CzHAehsr3O4zr5pBu5OfHyC4yjQTvfwvGCjd3MP9h/Yheq6CLz+EvoGRjmHq5hm0P7MuUuYp1618140S/szPz/P8+sig+unnXNFX9917ot52v1aB1559Tns3r0ZvI5wffhIP4CamjrOicW1lqBe5vheQ3u8FYnVFe7bWcrfzzEDkUgYsViMe34ELs6Z5lpgu10I017DuDA6No2x8Wnc6h92bMXCYhLG9lN3SlzXbbRX3bR3Pp5ZVtDUUMf9axftzQE8+PBB2ng3PL4ypmeGOacr3HNWSG+AdmoUC0vj3JuX0NhUj97ejdi0YSv0wQz9SkpzSyN6NrTTvsxADqIc94Y8A3RR8ntw/048/dQjCAU9PBeMcw6WsEYHOjcZZ0wKSH7ifMhwhvJwIRoJwOex4aHB1v1taSkO58NziTTbL1JnR8l7CijbqK1tQID7g36pplAyCPOs2d7ViZr6OupamONPQ/fHXDbvnGcCoRDxQ9CZN8u7pn5W3biLmJgexelzp3Dm7Cn2MYaW1nps3bIBBw7uoZ11Y+vW7bCMl/wGsbqah005uyn/KM8NNTVVsKhjustovIGAn3Pqon11Uc0tB4wxXOsllOgnkJ8hy0B+nj6eIu9+JTrq3G43LMtifYl85lEqFZz16HJbLAeMVWb7IvQYY1hmka59F9TWxSCBMYY8Godn0J+gVhbPai63DRdlWqBfYY19Zyj/VDqDNM9Stm079MRHnkGNIm2j8gLxKihw39S7R74MgvittFM+EAhQRzlvDPjq3eWy4WNe4PV6HT6NMRCPaqd+BOAj3tUns86fyqUfSlWufstcLALldXcS6B6uepXr/q+1qzRPR6XwRKzAQ6zyBfJfoafySv5eXY7rLss1X4Qhgm0szvE98Lo98Lg5RxxDmfd6taMCwhhDsNjCEFhCPsWT6gXiTe/iVTwISWXKCyRb1UkflK+Uafwao/hUWQVES3mNU+0qeKu8Ays4Jnz1q35s2+XogeZAc+LhvAk0B5K5MYZ6Rp2k/oknQYnnQ6UC0VEqUF6g/kXLz3uKaAlET3MqmurXmHuyqLQt8H4tXjVG0VC52lRAdJQ3Zp0njUO4VHqR/AdgjI1Z/qsAABAASURBVHHGJl7UVqnaC1FtRV958abxC4SjMtWVNU7Oo97Ft9oaY6C24k9jVV2Z8ynQu8ole4HeVS8wxsC2bNrzsqM/wmMzKoOhLSzS1uWQzxWZLzlplrZIYyvy4iE6yjv9ch6MMRA/4ltgc20KjLknU/ART8YYB9cYQx28B2ovMOZOPf5hnWgK1EcFnDbWehubuqN69aPxiE/lhSN8ydJNe6O8QLiqM2a9L/DRu9a+cIWjd2MMa+DISvSkR5W5sVkncFkW3By3wONy3dVR8SGo8AI9FLTeBar7TVBZJ9K/Cjjyvs/OffFdvFVAtJWv0Fa3FTDGwBgCeTbG3B3XP6hnnTHE+wIIz5j18op8jFmno34FlX6Vr+AL967M2TeZAAzlCqDERVOkfhc4PrU1nFPcoalx/CYQben1XbizLwkXMDDGQH0y48yHygXgY0yl3jg4Dh7grAXR/Yd4FsS79EJQwWcTR35KK2DMOm1j1lPh2vZ6e5s6YnHsAmPM3b71rj7vASVCPcF/4hGe5FQByUD6IFBe5RqHQO9KK6C2lbxS4VZA76oH58MY4/AnngXiUWDMvXFV3nHnWW8Linwdx5j1VHhaT6JjjMH9j9p8EVRvjHHoKC8QjvirQJn6UqaMBKoXVPIsduZF758HYcGha8zn6ePO4+DTzjopCVXSO9VOojLxUZGbk5KfEvGLhALbKy3BoGx4RmIrFkH1aicQjfuBKA7P99epTGCMUYI7yZ284TtB+kS9kmwl5woYw7o7oAbGGCVOmwrOF1NjjFNvzL3UaXTnf2WmZcP/8U+8i1eBM36uXeUFn69b12WVUTRQfQV/PS056249X4T0VUDeLB5gLWfhsT8HSRV3N587HarOGOPgVZTMdtlQXotVoE5lVNVejBhjnI5WV1exsLCAxcVFXnwy0CNBCkdttKDUrgJ6V7nwyKAjLOWFL1Cd+KuA8DUw4YgfbfwublTCFY4ORUortFQuXNtaP4zqohSJRJyDqtqqTjTVj3BFu5K3qGiq17tAeYHwBMJVUERp6c5GrrxA+AbGkaHkdf8mZ4yB+tRGpANeBSQT8a7Lk/Kqr9BSKpC8lap/gfKipXbC1/hVBj6GRr8iB77CGHJEqMhNm24oGIJ4Ey3REC2byi/ZKBUt0dXBcoXOB83r0uIS4vE4gwtJzvGao0fqR3SVauyiBZg7BzQPbMtFBy14wM4jy6BQPleAZFemztlGmCUejrJ0xGa5wHm5sgswVp5lGUIK5VIaLjsHLy9qPl5OlY+ELETDFmqqPGhtjhIiaKgNoCrihs9dZn9pOigTKOTSbJ8lD0Ue6PNcA3mAQVe3uwTLytLZs0Kn1W2cPX0Sly98gsmxPsxM3sbS/AhGhm/QwXWZTo8JuIgbi7lBPyWdgTYveEU6JvxobIihoT6CmpgPIZ+FkN/mBdaLWMxPhwYP4HYJYQY7A3T257NJOiUmUOLmmkol6AAZwxgDHJLnMh3U09MzvEAvI8Wg0OTkLIM+t4m/QH2NoCpWxct/xHEQddLR0NzahPqmel76w1hlwG6RAcBcLkPnT4BjSiJFx8Hy8jwvyFXo3bIJXd2dbOtFgQ6uZGoVWeLq251Xr13DZ6fP4OKli3TAXSNcZwB1DPoGzPDwMBIrKQYiZ5Fl0NIYi3NKGoUyMs5P/eZRVVWDbVt3Mii8AS7bAwMX5VJPGVST/0E64kaQSKQYHEtSb1YwPDxC+hPI0JkjZ1wymcY8HSZTUzMM3vTDdnmgn0rUT+r1DwxhfGKKzq1ROh6yCIZjPNwYXlqzdIoUeLBeo6xS0L+LtLaWpTEsY5m6OTM7gyk6PmfnpuGl3GNVYVTzkq5LqYJ5N65Pst0qIG55qcvzcpjhRXjjpo2ojzQgu5SjY6kP87NTaKaM9U2Igwd3Y/v2bVBAMptbI19jHFcC9fXVnB8PrjJIpkDIzb6bmJufZYB1M77ylQPYsKEbcih5PG40NjaRxxKdPCvOultcXKAzvA9yoOjSWlNdQ+dXPaanlnHz5ijnMEtn8SxuXOunU/MSZmbnoLWpnzqsp4Njx87tlH8U0WiEOhZGgXYIxoY3EEIgGOR6KsLn98DtcXH+Mpx/H7Zt34ra+jBydDDkqQurHPcy7XYilUbZslGEhYGhIQyNDmN1NcH+LDqN6tDT3YPeTe14kk7B7/z2q3js0YfQ0d7KtVVAe2szcgxMj1Jf2lrbsGfvHjQ11lNXbMjJsLyc4LykaPcsjn2NspvHzFwCbW0b4A9Vo76xHYFwFfeOJPU/xbYd1KdeVFc1kIaf+nkBH354krIzsGhLLl685AQ6J6cmyVsz6eYhXbZpu+LxVYyMTnIdxOhECnMtGEwzMP2zn53Ahx+cx9j4HPoHxhFif1u27MaTDLy++OJX0NDQANlX6ZHNPWXjxk10+B107Nz4+DjnaBAzM1N0FC5yHuuc+X3+y4+ioSmI5tYwghFQvmXSWIbfV8Qf/+E38fu/+xLKhVVUR8O80AS4ptIMehaQ4WVwIZ5GdW0MOc7ZKiPUExOTuHajH+FIAA89dITjakAyteLosd8f4PzlaacmMXh7hGO/io8+/JiyXAVgQR/AKNGWhsMh2oiQs8bPX7yAUTp46zkuoiDN9RagY2r3nm101qfxzjvvYnhoBJt7t4ITD78/RFqGAb5bdBQWOCeN6OzuQisDEtoXLFNGVbUHbe11KNJ+Li7NYefObfhd6sK//M//KV555QUcZDDaR2fP66+9Rof8jzAyMoLWthbqog9NTXVobKrGItd6343bWFxYxcJsCnsYGFyYXaKcaCeDHuzc3I4dWxowM3EFb775prPG9+zh2tu5C08++RQd9bvQ09WLQt7iHmJzBXsxR0evx+1lkGEBsaoQ+2yiTqyxbdr5Vv4YA1ouXiTHxyecNWtZNq5dvU17M4pbfWOUwwpoWKhj/bTNNgIM3m/ftgNf/vIL1PE2xKIxzsMcUrRVPT090J4djy9BAdpw2E87PsK5isPncwHGQjAUQO/mDezfhXfevYr/x3//96T9IX71q7e5rm9jaHiAejgC6c9Xv3aUco2gUMwyqLQN3d3daG/vQDye4BhLDBivIpfx4NLFSTo9iwxQJhiUTGBqpojv/d2vcf3mGAZHJvGrd07i0pV+6Kc4Y7EqFBho0AciOjrbKIu8oyPBYAA1DNDn6OTTN89qa6JYTaygk+v4hee/hN/9/Zfw1ZcfxV/+5R/g29/6MoAcPF43x5uDz2+jSAeFvgkSDHLPocPJsizqjQcFOlIHB25Ql7rXnWS0Ih3tjWhoaGJwJ4+rFwe4P7agt2cXGht7WN7Gdj6EON+NTbWYWxjD7NwERoZv48MP34XH40VzUyt6N27mmv2IPCawb+9uzM6M49Klc/j0s3dx6PBWfO1l2tdN9QzAP4k//dOn0NnhwYG97fjD338Rjz96lEHArTj18Xm88dpbmKJNGBu9jZs3LpDfDOenFQcf2Ib9hzvx5ZcewpEjW1HL/X1lKYmhkSnYLi9aWlrwytdeQm11J9IJYHJ0DkO3+6kL/fjjP/5jbKITPFYVg34mf3lpift9gHY4wLOBzf0pTbtbRHdPMxQILjJAn0quYWxslvvfJObn5jEwMOzYfznKDx3aj29881Wufz/q6mvQ3BKmPVzCv/t3f4vvfv+7yGYSOH78EGVXhYkJ7at96NnQiY10uj/8yE4oWFJmIPXc+Qv45Vu/xLVrV/Czn73B4NY2PPmlh/Hyy4/h8JGdqKmLYXZhGccfPIzlpQxlcxaLM0kUc26MDk3CtrwYH5uHziO3OdaTJy/RToXx1a8+hcamGBaWJ+Dy2NCe9fHHZ/D22+/Dgofz8wCsko/yHaSermHfnkNc82F4/Sm2fZzBqo0whsusBExPLeJmXx8WGNR5hkH9fD6Lt371Ef6H/+HfYZQ2I04bTlVDoZjHoSM7EOf5xnJ5MDYxjSs3+xCrrUMz9xy31zCo08Z53oihgTgunx/DzWuTaG/ZDB8D2XGeBRSIGB+bwPW+axge5zrl+bOeAfgybGcfOnXqDHXWB50TvvHNJ/GHf/h10tyGRLyEWzdmGazMIr5YZMCSMh+YwPDgbdy4fg19N27i4L692LZ5K9568x0k48t4/OFDDOg/ArcriCme35paWrkvZrFt+ybaZZtzsY/5zXjrrV9jYPAWXv768/jdf/QN7N27BaVyDgsLi1hZWuWZsg5etwWL5+Cx0X7ML0zh/fc/gn6poipK/fJ5uY/EsTA/gzWeFVsaa9FInfmd3/4m/pv/y5+im2uiXMzgk5MfIRb1YWNvO3bt3YllrlmPP4Z9Bx5GONaNlo7dcHk7eb7K4cOP+/FXf/0zzE3n0dbSzrN0C8fhQzAQQbls4fr1W9B6z6TTuHT5InW3H/rAUZDnjJHREYzwvGC7yjznxTE3Ow03Aw7DIyOoqYlBttLFufr+3/8A7753AhblU4QXK8kc/L4okolV7mknGYDajWefeRitrS2IhKN4/70Pue9l0dXZDcN9/8rVa9Qh2hyeb3RGDoUiKJVc6OzcyjW4G+Pjcdy4NsY938K589extLxKWOGaGwGPBhi83Yf40jxW4yuwTQEtzW20LRlYxk3btQW1tU2IRJu4f/oYtL7OtTlEPWtjUOg6fvXeKZy9cAu/evdTjEwsYHImjtNnLxI/io9OXGQwvJ9BvzE8cOQw6RneJS5ibn6SdjdAe1bG1u3dTN1cVzn88hfv4e//7g289+4pvPfOKbz/Dum/+Rnxl2FcbuefNpidn0KEd4p/8S++jT/4vZdw/cp5hAMebNrYw3kocR9bwLPPPkC+O3H54kVYcLGvKEYGZ/Hxh+fR3NROOZS4v43i0sV+jq0RLS1t6O5uR6w6glWeLcC7SRv3Z3B+N/B8d/bMFQZHzzn0n3/+WTz+5KO8j3koqxCKeT/XwhLC3ijCbg+Oc13+9m+9hKPHjtLWgfIN48rl2xgbmcfo8CRaGlrRXN+K5YUVRCPUgZUERkfHcZ1nnMRqmgHGBUSjYTz04EE88dghuG2Ley+4p5cQ511oJb6EmlofXnn1Zezc0YsQA3eDg4PcG9vhpxzy+TRtdInByUGun73Q2b7AYE88Hsft27cxw8Buged6L88jOq8nEsvE242jR49gy9bNPGfXQHugi0HvYNCPEgNzwWAAca7jVHKFZ0dDvVyCoU3lSsQKbVKcaxMFIE29DfpC0J1Yd5hl1oHP4OAwdJ9Kp+Pks5H7Qyu2bOvAQw/vx8OPHcD2nZ3o3tCEWLUHm7d2IBrzI7OWhu5Ya2slh26paKFMz06Ze280Eua+WY2FuTnahTgKmRyqKLPlhWnylaOwMpybNZRKZSSTSUe/YlVRyjWItrZGx8YfOLgThw7vxhYGM1taGqF/EmVhYYnr04erV24iu1amTqZgWz7uXTGew4CG+nqeYfwIhgPwBb0IBH1oJb3m1kbqcS9l7YZlu6A9LUl7YCwpQ4RYAAAQAElEQVQDl9dGR1c7z2BzmF+cRnVNBEce2MN98repp4+gpa2GOhhChPYokVzm+X8extjkOYgMA5E2aWgPnZ+bhWUBa2sZpNdSKPMs4XK7OMYS59sivht+v4/23cMxsL3XxXLj4BV5p5HsdF7V3CtvjIEe+TAkoxSD+/KvqL7Ie/gaA6E5BqqNMTCGdChL4bvdbvZF3afhcLls9ufjvu7m2F3kz3JSn8+HYDDIPTvMcUUopwDLbYcvl8siHsh3wYFyuch5LTG/noo39VsB8VzkGV586i6qcr1bFIZ4USpd9jCIZ5OnCqgsEFC/6zISXeGCjzGGvLgdKHFDVZ1S0VVqGYtj8jr1VDnOZ5Gt4JRpbDozi5Yxxqmr9K1UoLoKrUpqjKEcLYJxaOl/6lf1GqNkLyjx3sNJA4VCXQY4FchmC8jRN0RW2Uw0LM6BjzJ1YX28Loc32QIisGnZAeXFq+SkVCB8Y4zDh/isgDFG6E65MsLz+/2OfamqqnLmU2NTuWSkeRC/mpNkKsm1soxV3pelN9Ih0RBojMIXqLzMQahP8VLhS+/GGKdv4aud6KZIV3cKgd4rtCUz0VN78SR8tbMtmzJxE9blYoyhXpUgfIHkLBCu2kpHxIfqfhOoD/Es0HgFaq9yQx1RqnaqFygvEH0BYGCMgR6VC1+TalNPVSYcp4wvxhhnzu5/Z7HDv8qK1Iv7+1CZ2gtHYxBNjUmgcXncHhjYYLzA2T9gbJToVV+nU0SlvTHmTr6EyiO6lb6UruOW7uCVHTRjDDRv6tfpn7ZA78YYGFOp0zzcsdtcSKIjEH1jjDNP4CMaHq5f8S3+WYQC72LSL30IRnIXH5LhF0HlAtFVO4Ho6124xqzzoz7Ep0B5Y9bLjVnnI0hdvx8CtGF+7pHCdbtdDq/K3w/G3KNR4V31X+RBOqMxKHXGlM06d0/xLR7Fq0DvwlF6PwhHIBzRroDe7weN+zcB2XTmxBjjNDXGOO+ShdvthnhenzuZnbIzz6JblvKwhTHr+MKpQKWNZVsQkCAM9yqjd+kCQXljWaSwTtdivtJOhWXqhMZVpJETVMZcvtNvmfXio0j7L1BeoPL7QWWqV/uK/PR+PwhffRqzPhblVSZQe6UqM8ZAfAqMWc/jC4/qBBqLwJh1msYYB9MYQ3GYu3SEI/x7YN+tM8ZAfYsH8S89EUhP7h+L6jUepQKtY71XQGUC0foigI8xxumzwosxBoBgfW4qbUQDfIwxd/ErbSr86/1+MGadDr7wGGNgzD0ADPSoL/WjtPKu9Iug+t8E9/DKjuwqOKJZAZXdw1vPGWNgjHHG5YzFWPji45RTTw3rHN1lWoKhG8yArgoUS2UHStTNIveySj9KBZX+NS+VvMoFelfKpnf5Vv/GrPNlzHp6f5n4MeZeueoqYIyB6n8TGPOb2qyXGXMvxW94jFmvF11jDPsQcJ1TLir7TWAMcTTofCHvbLhS4sqmrbyUWfUSgAShvMpUp3d2CT1aBCoXnpRMBy4ZVxkrQaXzCm4FX210QMgy4CGaKtdhSnSEW2mnVO/qUzyoDx2cdNgRfWOMqmHMeio80RIor/bGGDr/0jyYZZ2xqoH6Uf86BAkqPKid8gLxqD5FQ33pAK+82gpE3xjj9K1ygfAqRlq8VkB1Mrw2Da3q74eKvIRboatU74486SgRvvhWn0pVd/8mbIxxlFR1AmMMFcFyeDNmnUf+33kXbY1L4xNorDJgFXnIaTYzMwN9G2Z6etq5lAlf7fJ0yApffKh/hz9uvEoFmhelHpZpXF7y7vV54LsTwFEbcFFmeQnMMvjmtT3we32wjQ05ewvcbEvFHHnnDRUZuF15XmKLrM/wLJaE35dFLAJEQiXY1iqSq5NIxidZlyCsIL82j8XZQeRSs4gGy6iOuhD0lWAhRUjTSUZnsDvHC2ICmdQ80oRCfpn9pchHFtXVLnR21fCC2YpHHn3AcUy46cDyeUoMilrwuQrwuPK86OcQ8JdQU+3jRdVi8Kga3V31fPfSyZDA+Fg/+m9dwdzMGFZX5ujgWqbzc4WHuyz1MI2V+CIvjAm+F9Dc3ICmxjq0tjYjEonAti1HXzXnra1tLG9DR0cXFFBsprMnnVmDLu0KPjc3NWL7lq3Yvm076mvqkOUl1FC+1bEY5QEYAK10AB88eBDtHW3o3dxLh/92bNq0ARs3bkBbWzsCgSA0r+Pjo7h16yYdD3IOT9LRMYoSaal+fc0F6XjpoWx6YVs29WOKTtAZjiNLfhIYoWNknIHOAts0NjSirraB46nmnIVRLhk6e5KkBzo+AuRJ42onD5ug4E40GkUDgzziyUedKfKQkWJAaXhkHL96+2P83Q9eozPsEsbGJ+m0G6YTfQHLSytw2R40Nrago6Obl54wwnS41dc3OPzJcAd4UNxC+bS1t1MHfUhnUpzzJMrlEhopd/30qRz/llVicC9N+lN0dhYpxxyuXLiCTz78hHyvOjIKuIOYZ+BnYGCATr0P6OBJMGB6HadPn0Z//y06z87i8pVLHGMRKQUiyYDH6yG9rNNfigHrSCwMv99LeS0jnU4il1+DgtjGgkNb8xoKBVkfp3wnMMtgaSQcodNnBx5//Ai+/e1XcPjwEfR0b0SZMh0bneBFLkU5R+i0WITFC3trexudf0U6HqQnqyjRMeajo2ecwekib6s9DObW1lXTMV3AAJ3jg8O3IadnbW0YzdTBHB1Q84vLrBunzK9yXsfQPzBI+azgd3/v2/jn//zPsHfPXgZtY4hFI3TKbKJedKCpuZ5yLzOwMIZTn5zErf4BZ0wDA/2Y1b9RGK5FrLqJ+lLE8Mgczp+/RpxRpDNlGMvPMa8x0PQxPv3kPD4+eRqzDKjleZdfmE/A+be66HC/frUfv/j5W3QKn4bL5aU9B9dTnuuuFvv37+f8h3m59lAnGqhP9Viik9Tr82OajrQTJz6mw24O1TUaO2C5i0jRcZRYzXFseSzRMXbt5gCdXzcxMTWLOTpxJifHKbEyqqtrHB04d/Yc3nvvfegDAJor7R3gcUPz3NHRRDwfA75eJJbn6cos4ODuHjz3pQfx+IP70FIfQDhgEI14OXdFBokzlF8Vdu3ehk0bWxAIspyeuY0bW9G7uQPPvfAY/tEfvIoIHWzBoA8ut3EcbSsrccgG79q5F263j3JL0X60UkcOUv5edHVugILVqdQa5NiZmJhAIOBHe2cHduzezcBMI1wMRMgmyPGpcVo20NOzgbamlfqeoHP/Lbz+izdxjQ7zOTr0F+aX2GcBxqwHTX7xxpuUTwK2TbtdyDE/hwt04J6ks/7dd36N8+fOAOUyDh06SL19HM/REfv1b72KfQf3QOPY2LsBdXX1mBybQ3xhDfv3PkCb7KLNSeFHP/g5vvu/vI4P3v8E7779DhYYIGhuqYfb50Kp6MK773yAvpu3qROL+PWv38MkAyoXuFYz6TzXdh4nT3yGK3QKRsPVjh5IBkE6RTsYRNS/Qam9LpPJor29E0899QwK+TKStDWPP/kIPD7AdtmcIx+ya4ABCB40NrTjdv8gvv/dH+H1n/8Cly9fwfJSHCPDY3j33fdxlU592choLISHHj6Gb/3WqwxYPUqZZTg/S3C5ijh8ZC9e+PJBrp8X8cDRjUhx/a8kMgiFbfJZT7u6hfMUoAxGuZ5DCHPdT00ucP8oEvJ8jxI3iCCDGZPjCfi8FvW/hLd++REd0qPcb8ZRKtnU8XniRrgmQtSFFqwsLyFNh6GLwQw5itfokNzQ24O9+3Zh955dmFukE9MysGybAfMaOqq30z630j6sweMtcF1H4AuUkVhdQltrE37r28/hlVcegmVctIEZvPnLK5ienYV+EtzYbhhj0NTUgGg0COm6ZfLUhRyuX7vFAEcd2ls9CPgs/PAHP3Y+FHHy5Gekvcp9M885aeXaGkBNTQg93c0wFtDSVIdUMoFotAoGNkLcr+Ic09TUGPQtzgeO7iKPVQxI30BtXQA9G5swOnEToPM5GA6gg4GXKdqSv/2PP2QQ5AplkcfMXBxzC3E8+9RxOu4P4PCBzZynRWgNnjz1MV577Sd4550T7DeLzZTVrp2b8eQTRyjja6ipDuP4A8dhCi5cOrOKjz+4jGRinmMssK7KGfvOXTsYgOti8CKF69cvs89VPMD57+lpp53a7bxrDzpw4BAOHthPvc1QV3K0XYZrfyP1sIhLl87i/PlPYXNvGhulTNhve3stnn/uYc7RJurJCG7cuAoFBSYmxhCNhlAu5dHa1oSqWJhrZQ3aczo62rFz505s27YFBw/toKPXj2w2gcTqPO3eLBrbYnjymUMIV3vxyBOHEQmXsHXzNly5dAnTU5O4eOG0Y3fWeGY7evQB6oVF3s7jjV++hrHJAQRCNnmuZVBQPM1xDB70btpM+VuwLBtbt+7k+QIYvj2Fs2fO4drVi3Suj+H4gzvhDeQQq/Zj76FdOHj0MFp6mvCzX3xEXQjCz+Dn9q1dKBUMigzsXr/W59iYNdqb8fFZ8tCHTKaEYLCKe84cddXDs8sAYIp45tnH0EVH/plPr9HGTCOZXEU4GEIo6Ec0HMSuHVt5Zmghb71cU17ogxz6Wdx337nI/TSHdIbrMhRALp/gXpqG/tmCYt4DU4pgdjrLNQXanzxWlnK09cs8L6QxOjSK5cVFDDAovKGrDW7bxUBHNRi/wSOPPIJYLObIcQPPXq1tbTxfPoqFhQS++92fch4XGZSfwN/93d9hfn4cO3ZtwGOPH8PTX3oULS31HGcS+ha28tEqv6NX1TV+JBIriEVjlHcnnn72CGVpMQC5Bx5PFs0tMdqYSc7xEOWcwcjwCGGcAc9PyZPFNbAM2w7hrbdP4a//7Q9w8fIw18Qart0YRXfPNs7VFAN7Z6i/fShyED4GLMrc62pra9Ha2oyDB/dBH/zTv6nZ3NSChx56CK+++g343D7OSRA7tm9DinKPxcIA261wLy7ROXT9xjV0dDZDweI/+KPfpd6ST+5VGRrcQinPeXeDPjyutWHc6ruMufkxBsj6qbNrWFxcwfR0nPb2NueylvvLcQZ4aqCfQz1x4hLeeP1dfPjBJxgbncNf/5v/iFs3R4mfwfxcEqMji2w3ivhSFn39k/je997Hxp7tOHv6Elw8fxzYdxRzs3G43GGcYRBxeGgaw0MzPNMN4sxnffj56ydw4UI/z/Zx2mrqtwkhvlLC8PA8ZTSBN9/8CCPsV8HcBx/ah3/yT76Fl156ETt2bEcNnfJZjk9yjESCDBrPY3FhAqPjA+jpaeTa3IZXX3kZL7zwZYyMTHC9ZJBbs5GmYzXPfdTHYGE1bWJTU5Qyv4VMcgHPUDc2b+zC7NwU3G5wHxxCR1uDowsx2gLt/8uLsj+zWJrP4cK5G5yXKpz69BKDvoMcz4dYYdBvz95d8HrKaKiLIJtJc++87MzJ1OQM9awIssB1HGBQehBXLl+H7odJBhfj8Xl0co2VyZ/+rdGlrFUU6gAAEABJREFUhQUGvFI803dSb5/E4vwcLGNTpvPwcWMN+IKkVeRdZQcaG1sRZ9+nz97A3GICFy73Y2hkHisrKdTEorDKQE/HBtTGqpgvIb2awDLPIA3VzfjR93+EUhG8b3Wjp3sDz5JjbLfK+R3hflGCbedp41zcSxrJzxr3DAObdijNsekDoAvks1AoQYHY06c/41pPcs3H0cA7WBUDj8u8my0wwG6RiZXlOG1phDZ6Jw4c2ErbvYX0cuy/wNTmnTGAX731NsaG5jhWcN8NI8N+Sry/6C40PjkHlG3cHhyAfkY6FPYynccnn57EWjaOYjlFfcvD2Fmu1TiMKXEu3KitrcdNBpmrYvXoaO8mzQztR5jny2rW+7CldyvWeNcbGRnhGlvBgX078dwzD+PhB3cjRVmVeTcIh2PYs2c/+T4IwPAM34fR0SGmNzBP3fN6DTZQf2ZmJ+Bx21hjELe+vha5XBZ1XOPDPNusZfLUi0baqWWsJlKYnJ7D8OgoxqfGeUYe57qaoE3M8w4XQ7awxrU2jw/e+QRTE4vwGI51ZRnJdAL6wE5NQwxen43sWgLBkId2rYY2qpZ7rot9rqFUKqC/f4D5HNYowyJ9U27yZdk2VmlHSrQd+uCW5CswPLOoTYH+ApWXGZy0bQMf/Q1+2qpAIACBz++F2+WiTXTDxbOdbVsQhMMhrocAvF4v320YYxzQu2WRT/oi5BPJ3fF5pHhGVPA1y3LJKMeAq/xF6ldroFQqoVjM07YW7sB6Xmcv4QrHsiynL/Axxjj8uN0uWBwLeNMoUbF197Vti3gWinxXndqKhnjQnUOp+BB/AvFBkhCewLIsuGkUjDHQY9s26dnsx3LGaIyhPDxOmerkt1KbIscgunktevKjMtEzxpBXl4NvjHFSH4Mu6kM46l/8qa3eVS6aoq33ChhjOM+SU/Eur+tyW3/HnUd9ejxejsFDnm22KVOmJUKZepqjHSmzvWgZKOCa1L8bYGy2VlmZ81BkmxLxC3dBNO/nQ+/lcsnBEw8ag0B5jV9ylq2TfNVOeuGnP0GphwEw5YOBEG1llOf1CPXOT37d5NdygMw4aZF6K9nkKFPRFT31U6bdFI5SgfqQvETbw7FLvgLJ0RjjzJvwi7QtGZ5PREftJGuRKnPNFwtl3mdKUB689xtYcLs8bGtRZnnKKuusL81TgXu6+jTmHm3RExTJs+olC+G4uH7UjwMuN5RKDuJX+MJVG/Ax5h49vrJvA+EU2V+FnmiqrVLhKDVmHU/vxhhHdsYY2Jbt6F4FB3xET7QkT2OMM4fKS86qq+Da1Hvx7rxbNjXacE0Bedp/AV1VznuJGbUjaYffSlpmi0rwRmOsQInrRHn1qVTvaqNUUOQcGWOBA3d0sUh5ir6gyDrxKXyBykSjQktrsEz6/6CcNNZpF+/qtNoIRE80indwhKc5ruiJdEWgMuGqjUD5Sju1VV7lAnJP/sUhIPkJbMpToPkXSLbGGKjMRdvq4bqQXkhvleq9kq/gi44xBsYYVB5jjNMH7nscneb/JAeBxlSBCprKlVd6PwhP7yVnXrkeSKeCV6JsNValwlE58Hle9K76Cp7y93Dh8KpxgM/9OBU8B9ewknbd2BaK5ZIDjOnDWBZsrSfKysW1ZFOmFsvEguqUN8bc7cMYEYLziK5AOF+UpxDUv+ZQPCnVu8oFavdFUH0FV/iad4HyAtUJKu0q+EorZfenKhe+UpUrvf9dQxHvAhdlIFBeUJGD8sYYGGPEtpOqrAK2TfndkZlFuRmzjqf+BJU+1a/GoPcKqF4gxVaq8kLh3noq0EYJ1LYCwhFU8JVWwGHw/4//GXOPV9GsQIVeJRXJSv6LfKy3KdO0/ENQnfA1BoHyKhMt0RQYY+7K1Jj1vMqFI1BeYIy5q4OSMxtBUIahVSQYWogvgPTXmHWaxhjc/5S4BktaB/fZqEp/rPrceMSzQPVfBNFUmdIvgjEG4lV8gI/w/reAaDDGfA6kHyoHDPQYY2DMPVAfApt66OiwDGkF1ECFAiEYs95QjGhQAmMMDww+5/ApPE2UjLMWn9rrPcMDvg56MtxqK4MaDAadS4byYkCgvMDtcTv0lPd4Pc4mLdrCEU3REChvjFHi4MhAV4yJ+L0f30ESLqHEWSrwQGpo1IQv416hrzbKC4yhchBX41R70VSqManMmPW+xUulTPXCU3uloldJVSdllnwlI6UCfctU5aKhtBLMVjvxpgOaQPIQXdERrtoqVf8ClQuUFyhvjPnchKuszM1E/KutQHN1P4iu+BMo7/DEQ5/4McY4m6TaCYRT4EEAfCR/8ajLiocHP3aDtWyel74s1nj5yBLyNFLaRLLFLIMWq7xsZXiYS/GwtwabF5+AzwWUeLjj5apUSNH5VOChKc/6BMrFJC9xIfQyyLCtt5WXxxZ0dlShpspCJFxAwJ9FMJBFdaSMtqYAGmu9CPnydG6NoP/maVw8/yESS2PIpucZYF3khXwVQX8BdVUeNBC3od5HnSzT+elCdZWNWKwM27WCxcV+DA6dxsTkNYyO3cLI6G3ElxeQiM/x0roEm47hQm4V6dQCeU+hrsaPKJ3hpdIK/J4CYmGLZT7U0UEYDtjEySCdXERiZR7691Dj8SXkeVn1UO/1LcQiHYNVkQhCvPiFw0E6PXfgySefxLFjR9HZ2Ymurg5UVdPZxAtpMsM+6FSpa6xxZDk1M4mhwUE6ShaxvBDH0sIyFucW0d83gAFeSrUOfQwk1dTUOLRCoRDWL5UeHvBKmJmZ5eV6jGNecC5WjY0NdOpsweHDB9HdQycmjZ4ujQqoT0/NIZFIIhqrRu/mrTjywHE00oG2lisgmy/QLoQ4t0WMDE/Q2TRN50aSumhDn+zs7u5BLFbFeS0ilcoQ1pzyIPnJ8mJq2xa8DKBKT/28BJe4XsfHx7ASXwar0FBXheWlJB2mC3SKZuD1+HmBqcLc3AJGRsaoCyHU1tRDDr1oJEacNANjyxzbOOdx0uG7QAXN53OoYSBtfmGOjpthXvwXsLicxvadh/E4HVNyAM9RfhOT0+Qxi4XFOPtdpaPsFsc0w6DOCmU2j0nWX7s2jF/96l3cutXPy0kedXV1qK2robMjBhcdAE0MJhw7fgx79+6lzKJIJZN0liTh9ljoYFBnz549dN40kP9hvP/++9B41y9vcc5VF+lUO9BHx6w/4Hf4Fv86sNawrw2beuENhDE1N0/HxjSDhnEGPznvdNoUuLbctKUer4+O7jBl60eOl6xsroSysSFn0sLCLA/kOTpED+Dr33wVX3v5JQbb2rmhFVEVi6GmugYtrY3IMZq5mswiFKolP810rF+iQ/EcHYhDGB4apO4s4s033qDT9V2u2ZLznkpmsEzZnT/XT+cl1xDn6ObNfvI3QidOgs6zVYyNT6Hv1jCDKf048fElvPv+Cbz2+lt481enOJ5FHjwtNDQ3o62jDRblWSwBJ06cwqlTn1JWU/B4AtSpGo5lkfM4Q95q0NHRCZ/fD+m9dKlA+zMzO0OH/xgUvOvo7qDTpwaZfAbR6gid/1sRjkaRZJAgWu3nmrJw9Xofzl24xGDZdUxMTFMeZa7XHLSfZXiBlR206SRfpcMqQ4dPq/PJ/h6uc+KkV5FYXmbQYBh5OqH8botrPs71eJl8TiJfTGEtu4pYLIRMNo6aehf27N1Ix2wXXvjyEwzq7MOjj+yiXkRRUxOEQZYOwSY6uiwGcE/g9dd/yXVbJL0B/OynP3dkYWBxTq7g5MefcT0sIp1eQ45rsr2tA8ZY1NdZaB/JkPc8D4rnLlzE//RX/wHvffghfvHmm1wHI+hyvlmZQpzrjSYfN2/epIzHEOK+3dLchrraJsSqapGmnCYnp6jT++j4/Sr+4p/9Ph568AHowwAPHNlHJ24Xx5vkxbbIsjU69VKYofOtupb2h0GkUMxGKjePwdHrnP9B9GzswbPPPYMjtDc29+fm5iY6XcvY0L2VQc4n8czTz0GBmGU65IrlHOerBwokV1fXwO32cK9Zg7EsJ9ARVKAkFKQMZjlvE3TIcz6zOa79FVTRQaoPaszMzFDn82hqakKeNuv8ufP43ne/jz7ay/lZztvQMB48fhzf/Na38MSTj6OhoZayd1P2Z6h7n3IOV5CjHBsbmujMXsPt/lEGMt/HiY8uQMH1pqZGSC9yuQz0oRQ5Jx9/4hF85StPYGFxGkPDt9DcUo/ZuUk89thefP3Vr+DZZ4/h2NGjCPiieP+d83TMnmCwJsGA0y3cvj2MkeFxBms/YgDkFOWaw9T0IBbjw9i+qw2PPf4gxsaWYWwfbdIyyiUX+0lAW7Tb5aHdrMfYyCBGR4a4T9zGOANuZ8+dpnzGUWTQ4r0P38O7H76LPPMlU8bZixeQyqQgvhe4l9TXNyKXTyK9No9Ll0/jBz/8GJ98dpbr+BZa22rx1JceQHOzH9/69oPo7NqAifFp6ts8QuEQPF4395LNiOtDBQwGJpNpeN2G8t2P/+q/+DMcOrgLzS11gMnh6q0r6B+8SR4H8cMf/j11LYiurhasMNh36Mg24jXQyXoLZ8+ehaFjuqmxBfU1DZibXsRaukA9y+HiuasYHBjCmdOnsZpYppN4E/7j99/Be+9fxRtvfoY3fnGBe8Ia5hfj2LChBfqJz6vXzuPipTPcN9phWV7ksmWc/uQcDuw/iL2796K1tRpeX5k8Arm1LG5cvQILa6irc6OpOYg2rv1wIIy+60msLCcwPjuApsZG6sUQbeIvadtHQKMIw+De5OQoJiZHuC5SOHf+LLq7u7lPJbmPhXHkyAGuUcCiLofDUbzwwjNoa2+A328jQEdwW1sLDhw4gEOHDlFv81yb446Ni0Sq4POE0dHWg/aWLnR29JDPHKamplBdVc21soKpyUk0NjZz7Evcn7OIRAJIp1cwPTOGYNCN3s1d2Lq9E9dvX0C2uAiXO48NGzu4l8U4D2FQjfDQo0fw9a+/wHloQg3PEi9+5RAeffRhPHT8YQzQho+NTkI/me71hrB5Szu6u7rgC5Voc2tRXWdxza1g86YtSDHw9OmHN1EX7eCZrRGp1Wls3tqFVHYZ+snxy1evY2FpCX23hmh/r5LvOo6jkXbgSTz00CHKYD9tz0Ge42qQyxr03xrB8WOPcY9O0RaexvVrNynLB6CAQDafRl/foCP/5eVpfPzR+8hn0zA8W5R5oYtGgrQfceopGHDYzXmIoL6uieBjnxHK3s+5on1hYGZ5eQ76afvsWgG5nEGe4PV4KaMo8oUMA/H7cOTgAezdtRVfe/Er6OnsgsvY8Lo8+OiDDyjrccwvTCEUC8DtsTkvCUden316jfwFeX6kjXcFOIZb3D9Xea44hXNcpyvxGbhcOQYS5lGkvSrm8tQR4MD+PfjGt76C7ds2YMuWHtqIaYyOjvPcncUsz3SFfJb4cNZTnPvR4uIyx1SLXTsOIxppoE09hI8+ukjVDCOVtvDjn5zmPnyD9n+R+tcMyA8AABAASURBVJ5hoCMHy7VKfatFfWMZu/a04qln92FTbzW279jEPRZcn23U6zI29/ZiaGgS77zzHmzbC787QFnNIMBAuL5VFg6HofPGzZu3iDdM/Yvik08uIbG6wLPuBiR4rtadwu2yUF8dJU9J0l0lvyHWFfluEKCe7mBwGaaAlUSac+9GOlXCxyfOMNB5k3PWiOs3buHxxx4i3TQD03P40Q/eoZzLtOHN+OM//g7279vH8e9CgXM3PbnCdVPLOUhRL6j3acO1PYDR4RnajhzlNoHRkTn88s3ztDsT1F8fwpFWLC3CCcKOTywguZpDd/cW2lE3z9or+P73zmNyKk2+23g+uomJiVmOd4R26TzGR8fQxLPyjetjlJGPgbgcZBerGRytqnHjyNE9iCeWcObcJ7Cob1975VnSXaNdambfZUSjMRRp1EMRDxYWlxAO2dybXdBPJg/z/D8yeBtNjfWglaLMpnCTsgDPu5u4r7e2dKKWck2lc7DcLiR4Dm3k2XTLtg5MUVe+//c/xY9+/H2u5wdwkDY5xfpcLkcZF1CmrS2XDIKBMDKpIu37PPlOQR8o7Ohs4b0kwn3xI0j3dD8o6RubdhmL8zOcgwHunRb1MI8tvRsh26Y9OEn6ly5dwo3rN1Ei7eqqEDo7urBv3358+ullfPjBKfz4h2/h4vmblHGGfKyhpbke3/n213HgwG7EaR/aWjpob5O4euUG9KGpgQHOUd4FBQ/HRwbQ2hSExzOFJx/fCRcKKK4Vkc3ovsgggAfw+oOUrwd51hq3H0MMGi4uxXHp8mX4fD488cQT2LVzJ2qqq7kW/MgwcHzzJvf4kZtoZDB7w8YWBoxbEfAHsBJP4LlnnySun/OaRygUJA0v+/fC7Q1g06ZtWE6sYXhkkbajiEg4gg0betDZ2Yh0Jonqmij8AS+amuqp9wYrK6ssz3DMLVz7HtqDZSwuLaOOwdVSCcShTIslaD018BzSu2kjzwvTPGeNsc8SwiEXbVeR8mbbhf8fZf8ZZVmSnAeCn9/7tAytdWRkZERqnVlZmZWlZWvd6EYDBEBiiCFBgmfIs3N2zuHZ5ezM7J+dsyA5nAFBkAAa3Wi0QHdXV5cWmZVa6wyttY54Wu733ciXFV1ocGduhoX7dWFubm5ubm4W7+Uaz/8pnovjlPcActmiY6dMTEw5Z7y+bjgQNPD5LbbP0Y6eQDQahD6tWlVVSRvLcgLOsvksy+XQls0WuG9SAGyeKatcnwJ0L5xfWGT9KgKBIPf1AWysJcgP4/AoTv5VVJZRX1YhEgyy/zru3r7m/IFxIrZMHEmHnumpCdpvU+gffAjGgUAB5H7cQI56z8eAZyaX5vwNwB99QjVGezvN+6Mgk01xTfOUqQLxpZDNZrh3cnzPAyjA7XHDGHbkm35sy1YCy1iwaHsKgCJ1fobrlOHQBbhcLvLA7bTTfcIYtbX4XmR9ETkGTvP5PPdmnu8ap8g6QMMYszmWMQZe0i75Bx/hKdLPZIxhu09A9RZpcrspo4RSGw/zokP0ubl/JV+RSBhB8tHNOqJEjna96BBugfihO5DuLKpXncCYzfHURqA6geoEyge4N0q4jTEqos6yyc+sAxorS/9Qknbw2toa137dKS/h01xFu9oIp0B1W0FILcty+Ov3++HjnvN4PFBZCTTnIu+xeled2gg0Z4HqjbGx+ZBO5gtkf5ZBMudTNMpzbQrktWXbDm7RVaJH/YTbZp1wCafGUWqMcWjTeCpTP+nERCLh2GxKxdsk738CvSfJj3Q65dhYaqv5UygcPJpjIBDg/vQ47xpT/CjxUqlAfUp9VV+iTzQJNmm2ub8D0LkqvCo3ZpNel8uGcKufMQbGGHYxlM8C5dymPvbB7fIy7yLYrLcAGPLGduhyPZJ3pV7KrED4NH/R5syZ/l2lolM0i07Va0zxyhgDYwz0qFz8Vjul2CwmPXlHZoVDeJ06dtC4mo9A4xpjYIwhG4uOjJXwaEw2J92WU6/+aq9+okPjqt4Y44yjer0LjDFKHJzCQ/HgO8eAwAKMDct2wyZYNvlkCSyUHuFWP+EUvRpXY1J1ODilT1SmOrCw+Kij2qhMNLpcbhhj4PxjqrpSH/Fc66pUbZWKryVQmfKSzVI7vQtcXD+BcAnUVqC8xhDtolt8TFNvluZRKlO5QGuitUnxzqN2nwbVq4+mRvIh3MYY8npzXYVDIPwaU2CMgejYSp/6lUB1JVCZMWpvObhL70pLYIxB6RF+jSVQXmCMgTElsJy82quuBGov0FwEyn8CeUdO9f536wo8Vz4B4VO7Uqq8YGs/jS1w2hQLzlklu1exiTzfnSCrsRy8pX5qKzDGYOu8jaGsUnA1BvioTrwTb7XeAr2r3BjDFnDmb4xxUjx6hFvZX5eqTPhLqda8BKJPoDXO0xZRO4HaluDT7xrn06A2JVA/1Ytm0S5QvgR6L81P+VK5MZtzMuaTVHVqK7As29mXpXGUlsYyptRHI/8qqM1WUG3pXTg0f6Wlsl+Xgvtf/UpgjHHW0eaZsxWMMdj6GGOcdTLmk1T4t46n9sZ8Um+MUZHTz+LZWgJjNstL/UX35rptyrdT/kiWhN8BvjvlNDj1rrzAGYC/jNmCU21Z5ug5lRsLsOwtwHcjMGxlKN9FZz1K+JQKtvJK7wKNLXoFyhd4wJfKS2mBNCr/d0DlHPGTn0/G/TttNYdHIHwaryTXavsJjs2cytRuK1ibnfLOAkg5C6SUpaR1WEuRG2OoJHPOYSYFK1C/HC93Qi2B1eYV2BQSlZc2nQbVoqqdFlDlIqBULvwaqzSucAifMWI8HKYbGroq39pWNKzTmZ3OpKmUeMNgG4uGhIcBGR8DD14GZFxuF9S3QEWlMQtiFgnR2M47mc1XiD6BMcYZzykzFkSHeKE5qQ/4aN6agw4X0aB31ZX6Ky3QWaM2W0FzV1uicH6MMVBbYzhPSqFwqb3afBpEK/iIDtGk1BhDoSw8BtEgYDNnLY0hXr6ojCLkHAqiWZDlxWQrTs1RvNUaKBVU8BLZ0tJCZ0EHmpqaUFYWhZv85IpwzBwxF8irAnmfR4qHsj4pmUxl6MzJgbYsZWWzPJvLUnayKJLX6UwK6VQCGTq5vJ4CLFeSzqx5XqzmaNglEI1YqK0JoqbKj+amcjTWRxAOFOkvWOVlagk21uGyYnSurCKTmocp0hFmx+H3pmAhhoA3j/rqEBqrw6itDCC+TsfI2jQ2ViexsTaFXHYFQV8O4VCRznUbtdVeOu0rUVVpYJtleFzrdMxOIp2egscbQ0trGZ1OrYQu6MKqC3B7Wwsvyz7k6UBbXZ5DPr8Bgzh5ss5L7yjnvQKXKwVj4vB4cigr89Gx2IhdPdvR2d5ER0uYl+IytLY2YWdvN3bs2A5OhBe4JPmYgNs2pCVHh7Scruuoq43ScDYoK/ehuiaCUNiL5rYG6K+J2ztaSGOzsz6xWAILDKrpU96W5WL/WTrZJ5yLToYBhY31DczNzRHmnbJYLA6/z4/m5iY6tyIO6JKm945tbQyutKKxqR5FU0AoEuJa2XRyLnHtcvDRSeZx+xCPpziXekItpArW1+O8aCSRyRQ5/gIDAcO4ceMWLtL5funSNQwPj7E+wXXIcf6tcNGgnBgfx717d1k3jId9DGJdu4r5hXk6Z0aR50W1uqaSToY6xwhraKhGZ0c7+dmFRCKNUQbohoaG6WC/irfeeht37twhTQnuK9sZIxAIQjJ79+4dJGKrXNs1SPZGRvuRL2ZRVhZBgZe1yspK7OjZgXCkDIt0iKcyefQNjND5MQFj+VDf1EbHYTdyeZuOiGmsr8XouFiARQe5LlCVlVXkYzNlqhxylAwMjJGfYSiQ6uWF5O6du878xsZH6WxY4xqGKB/GgXU6TqguKPvlyHLcaLTMWZdlOoxOMMDSTUflkaOH6RyuxvTMDO7evY9zH5+lM/I8rt+4jZbmNuzfdxCBYBgDIyNYj8e4BzOYX1zAIj1/fQP9WKGzZ2Fxmf1n4QuEEC2vQAsd+Q1NzZRRF3m2zrHTdDbF4fWAZYZrGkU06sfM9AxmZuIYHVvgOg3TaThAh9ND3LxxFQMDA5zXjLOmEfIyTV0sGYtGo1y7PMrLyrG9q574U2w3Af2V/dTkLIq0Gju3daGmvgGJjI21WBEFQ/mik3BmNksHnZsO6hSK/FdeHkFTSz0OHNpLutykSbgLxJlEWTRCB/UiHj7sw9tvf4S/+ZvX8Vd/9Vd04t3nHk7TKTMPPS0tTZTfPHxhF8qqQrB9BgcO78XxJ4+ibVsLjCsNFx3cfr8X9Y1laGmrRZDBIDn1jWVzH01ibHwS6xsbqK6uRmdXBwrIw+N1o7u7Ex4Gxw3fDffKxMQIbDoTe3o7GJw/in/zP//3+IM//G0888IpTM9PwnB/r26sYWZhBnsP7MVXvvoKHZoTXNebzifQ4okVrK7MYeDhbVy6cIMB0kt09n5EPZnGrl09dLpHqPuKaKhvoa5s5P664cz1yJEjqK1totwXsXfPfuqNBvbJ0JkFymQFHS8RoGhQz+C09moymUJZeSU6OrpQUVmNBpbHGESbnF6EzTP8ueefxT/9w3+CYwze6KzQmkUpmz6vH+XlVdR1844DMJOKY319AUGW2/k0Xnv6KezqakORsjA9Psb9MooZBjDvP7iPkfFBxJJr5F0GEepnT9DCe2d+idff/CH6Bu9inLxL84xYX88zoPgRhgdncZHO1ZqaZri9PoILbe3NqKurhQKW9+/f596/TGf6DdKzwLlVw+d3cx8HcfqZU2hsrmPQcgYpznV+fo57bxU6Z8OhKHI8pHp27MSxYyfoBK1DNFLJc6EcCiBeY0Dxxo2bSFC/dXZsQzMDWfpERm/vXpx44imcfvpZHDx4GJ//3BfxzOlnsXvXfrS1tbLsEHmxgfmFOSwuLTg6/Ze/fB0L1GfGGDo814FcAKtLcUxNzOI6A7ljY2PYWF9nMGgDPm8Q5WUhFApu0lKJgf4RnD93j3v9KtfEEPca5XCU52sMh470UEdXobK6DGHutywdyWVlVaiuaoTXG6KOKcPU1CwDumMIBvxc3xrs2LEDBkAwGICcgIVCjmdOCrt270KE53uBdRvxBHXHMmXaT/0cYPAJGJ+cxMGjB/DEyWMoK7MwPR3D9MwCceTZzsa3vv0NymMT9+EAKitruT5NePBgAPo65g8+eB/trc2IreUQCXrxyktH8eMffhera7Mce428rcbnv/AK+5ehrb2BQYVjeO21z8BDJ2Gajim320aWTlG3x4OWljZ0dm5HeXkF7YIIBhjEGyQ8uNuPyfEpABYDGLOU+yRWV1a5V8p5npYjFXPh/Mf3uG8S3B8WFEgpL6/muc71P3EQMerMc2fP4t13rmBkaALHKRPRcBk6OloZ1HwRXp8bg0P9yKaKeHBvikG+h7h7/33Mzl9FY5OF/+e/+SN87aunaWPk8fOffYDvfve7MKYIj8vDfViHxsYCA+bNAAAQAElEQVRGPHHsGHZs38a9uZPrm0VZtIIyu+TMLZ3eQENjFXWmi5DD1OQy5f9dnDhxCkeOHuH+zuLcuWu4feuhIyfbOnqxb+8RZBkUMvADhSAe3B/nuZTD3TtDDFIMIs86Bf56e3fDtjyUg0HKzzrXy8P1nMBtnkmdXdt4zo2yHuRLChb1l/4AYH1jFY0tdTw/ZvDEqcPY3tPufB3uWnwDwUgU5y5ewOXL1/HuW+fx4++/Da9VjbMf3iP+PPk/B78vSvx3GFiaRCDkxr59PaiuLsfM9ASSqQ2HH/NzC6TbJv9aceTIfnz9a19Bx7ZW9nWTj3EEAjbaO+o5nzHc5Dk30D9Oeclwr990PpH+4fuXUch5EAnX4i///IcoFjwI+qO0b5Zw8+Ytyuc0umgr/PEf/w/45jefRX19NZJ0hHpcbudsLtAZHKT94/e7cOvOFepAP/mc5Dk1hMXFOPdIiHojjQ8/+Ii0+CmnTXj5lScQjgS5n+egT9IGQgW89Opx/P4ffBtF3jH0Kbb+/j4nuHT27Dm0USfMz89Tno6jqakBU7OT3B/lPLtiPK/OYHZumWuWwDtvXXXmGY00UsbbUeS8ysvC+PDDW9AncfVHVt1dnTh65AR1RYoBWi9pi6O9rQnHjh/ifqtGLW1Dj4e0zaWRy3hx+0Y/amiXxNeSuH1zAHMM8rldtbBdYRw68gyWFrPUN7XUsYvwuCP42tefRyRq8xRLUIcu4otfPIpTJzvxz//51/HP/vCrOH16B/bvr3eCqonUErz+Is5fOIOBwQc8r6PcJy8zaBLGj374Uwa4hyHZy6Sy0JnT39eHyYkJuGwXdu3cjWw2j+985yvOmjQ2VeHjcxfgtvKcVxGFPOWQNlljs5f7rxafffUkUokC9U4E+cIGauvKMDcbw+L8BnJZg1gsR0jAWBb28Tx180x+hgHVb//mq/jcZ0/gG998Bq+8coz7K0g+BbF/3070MqhfWdZCebDJax+mp1ZQpM5NJ/KIbyQYIFpngDmFmtpKbO+uRpr0Lq3EMToxh4ZmyuvRE8RXi2DAx/4pdLQ0c/+/Qr11AD07erG6GuNZNoslpuUVlbRR5qkzbjM4eIPz/iJOHN+Pmppq6L+HqKouw8r6JN7gGbi2Poem5mrMzA1jlfeVsnI/hkeHuB9iGBkeQWtLIzLZJBobouTnKOXSwzNiECMjYxgcHMfGRozB3lnyOYevffk0/rv/7veph/I899YcXV3k6np8NiIVIZx+9mns3rMX3/nNr+Hf/I//krrmkIMzHAzg9Klj1Fu15HmZY0sDBpJjHwMesY0UFuZXALgwQNtyJ20Sj8eLFJ2uWtf19TXn/0+lAYC25iiqykP45te/jOvXhpCk/jh37gyWaN+43IZ26SLt/BHAGHio3y9Rr/T2tnDdtyMUilCGshgZHof+MCxDe+K999/hOHHKQDXpWWJ9ked2FXVLLdf1IKp59jTRLtrZs5uyVY/GpgZ4fR7kcwXozhJk8MlYBe4Bi3IJ6mGbfLGRyRlobdd5h4rSDljkPerMBx8gvr5OnZ9CknelIsi9XBG3bw3hjTfOYmZmDD09bfjca8+TBi/8HqC1tR5p3rWkY8rKymjnGM7Ng3sPqHsZeDdFN+7c6qd8xRCPZRAJl1N2UwwKx8mHKQbth5FJF6CzYXhoBO+//wHrYwgGQ0gxEHzt2k3EiEfytcIgViQapWwt0m68hoWFBdI0jfm5KdrOSe7JdsR5rrlst6OTlxbXscA9E9vQnvRw7DLyxI+1jTme9+NwubOwXGn07u7Atu3NtLlrEAx52MZ25Ed3e4/HR3nwoKZash/hPZX5ynpYxst960IkUg4FfPUHa+vkXXl5OfmR5l0t6czj4cMHmJme4hm2gArqtzre7XK5DLxc+8qycswzsL+yvIBiMc1zw0NpTWOeslLkmlk2oIBqMV/ABu+yyWScYmMo627SZJEGAz153hnz+RxYyfUtQO8Z2pRpyo9sv01btujUZXNZ1uchv5B8MTbtXpfLheCjoFexyDFzOaiPAHzUTnmBbKhUKgn9IaHyObbN5fLUb1lChqCUwLFTqZTznnPa5CjTGQeyPIdElyDNNkrz+bxDl+oEetd4RRJkjHHoER6ViR7R7Ka9JPrVhmRCeZUrX+ovXKIjTX+N8hmmSQYAhcsYQ5YZ8r7I9Uo4tAmH9qVwG2McPgt/aVzVBcgr6QXRITzCrTE0tvqrvco1rxLoXTSJBo0fi8WgVH1VliVPVJ8jL4UrnU5y3ycgWZFd5XJZpBWkteDwAnw0lovnC2fBOoty4YLX64XfH4CX53yOcqOABQUFAl6FkCOfRV9edcznHwH4GGOQ41qJZqW2bUF80HwF0iVKfcQtPpTma1OGBOAjfCnyWIFWyYlwleYnnBrbGOPw1bIsJ1VfAfiojXiSZMBW+0mBa+FMJOLQp2WXlpacvbmJP0UepZx1y2ZzDu1aJ41RSrfmiZ4/BtlM7jGkeV5n0uzL8w5kUJ78zxHUn40dmdJc3R7tOZv8LzrjiCZBjvzS/NReY6mPMcaZlzGbsqU2qgcfzbnEN2OMI/OqFwhPjvtTeeGm6HNdjYNL/YzZbJ/iuVNqI15tBfFbdaJFOJRXunV8Ywz0FGm/qVz1JZBeyHH+kg8YmzrSCw/vuW6ed7bLjSIMeZ5+xPMsctQ76iu9Ivoz3PeioSjiOUiRY+TIoxKobalPjmumPgLVq65In6kxhj3xmNfCpzmW2pXaqr3oN8Y4PBJf9V7k2MYYSKYkv1o/H89xr9dH3e5zytVW9UrVRqB2Sl0u22mjevFdYIxx9p1oSFFnxXg+xuNxR9drTNEkGkWr2qhMeZUJlFcbQYlutSnlRXMJVC7YfC844yoPPiTDmatosizj5I3Z5Bf4lNox+/jHGOO001y3zkn5rWCM2tlOW2MMjDH49CP8AmOMU2+MedxE5SUo0c9VfFz/6zJOe0rV1jqnjGsoHOKPQHmB8oKtfCy1Fw5jjENXKV9KjTG/Mi9jNtsZ83fTTd5u6ibp163vyhtjoHlpXGYe/6hOoHKBKowxvzIuHj2qL82nlJbmpbl9GiRTqhcUqLvV/9eBcG2WF5z982g4hyeizRjRDudda1+SCWM2y/H4MY/pLsmZbVvOvjDm023xKw+Xzhl7k47iYx0n2gRF6oSiGv1KL3KUZZv1Rae/MYbjWSjRaFmWQ7cxxkn1vhWM+dVyYzbfseXRuAJnHOoa5R8D351y0qEy5Uvw695VVgK1K+U3U86H40pfWvR/unh+k3yWFDi3PKHAPGtJY2kOxvxdetmIP5v82MT7SX7rmMpLdwsrO/yf+tmKz+n/aP6SsV8HpTaqkzxKp1laHC+NDqXGbE5AFVKOOsCVSgFqMJuGgpSsUiGRkCs1xjjCpncNIiUshS1QW/VVOfiUmKX3NA8bKWONJ1B/4VN7YzZpUX/meFDlabSm6YxJIkknW4YHrU3D17JtGCpSonYUbWliSjWGMcYxgjRH0aPxVa56jZ2kMSnQu8pLeAoUctGjMvURqM4Yw8UvOmOJZvVTO9FdAsBA7cVTjev3+2nU+SHeGWOQ54Eqnmpc4VA/8BGeT4PqVFYaR/SwqYPfGKOsA+KZk+EvYwyMMU4b8U+0KDXmUbltPa4TjQKtmUUJ595xeJ3ipXCdlxYZgUXnr40B0Nnm8blQXlWG2oYahKJBuDw23B4XL79BVFZUOKD5elweXrAKvPxtYHlxESsM7GR58NL7wMunH21tdTiwtws7e5qxfXstHa4VaGmKQhfwpvoQIsE8kvE59D+4homR+0gnFpGMzWNhZgjzMwPEOQKviw6PSi/KIy6nfnZyEPH1RbS11uLo4d04fmQfKsuD8LgLdEjMOpBOy3GyQScWL57zwwyK6XI7ho2NaV4GgZbWcrS2lKNrWx26tzcybYKCls3NjWioa0R9XQNampvR3t6KpqYa9vEjk92AsVLkaQqx+AIymXXo/6RqaarmfGrRzuBnW2sD+9cgJAcM+amvyIrFNuhUqcS2be2orIzC6zVIplZ5mVnC8tIUkollGihrlJc4XFaOitRQjjwcB7wsl2MHneNtbW2QXJeXlWMbHc2dDI7Iedvd3cPL/k7U1dVDT5rrGfAH6SSpc5zR+qvjSDTKfDnnEKVMG+RoOLrdHuaLdFzl4GNwSV9VqIuD+g/TsbGyssqL/wSdlXNsX+De8sHvi3CdU46Tc3hoGuPjcwwODeHGzYd0qM5zLjE671bJlwwdQAFUVdWwbw4KvC0zaDg2No4HD4ahv2zO0yB10YBrIr9bWlqcPSOjMsLgVl1dHfsHnb2X4x7KZQuIRivINx+mpqawspIgr1ywLR/m55adT+9oj1VVVRH3AmGRNOTp9I3RsTDvOCJUX1ZegdnZRXzwwcdYXFij3FrEY5FGG1E6V7JZi+tSwPpGkuUG6Q0fTp48ha9+9ct49tln0KZPoVAX2bZFUyjPC06SsE4nxgRx5OiorSDdIbS3bUNDfSMUyNL/T5vNZrjuVVz/LrS0tHLPWpiZmeU469CnSfR/005PT3JeS9AnmRYXF+goydIZPkt6Z+hEeUhH8AO43F7HMbZnzz5U1dSyTQ4WaQmGwqghzwz39TTxXrt+gwGPPs59CUvLa+THMh0pi1y3B5ieHIPXAyzQGZOKr3E9F1GkY7OpsRyHDzahraWBwfwy1PO9t7ceu3fvYDCik3Nzo5H7YP/+fejesZ3r5YZtu5h66DRapmxFUFkRQTQUZDChi3PtpPwM48MzH2B8YhT792/DV792Ai+9dBx79vaiucXLNcoA5KRlpbC6Nk+n0CodNzmWZcnXVViWjR09XfB43VzDecp5N+nZjt6dO3DixBPYu3cvFDRsbW2jfLoZ9PPh9t1rmJ4bRbYQR4F4m6l/ausrMDk9imefe4I0vISa2jKsUn/IMbXMYNja2jpCdBDtY+CsuoaOMsrc5OwM97oN/RHE8eNH0bW9i3zzIhqNorW1lXunQEdrDZ59/iQOHtlNR+kcjLvIIEQQoWgUc4srcHtDuHN3CN//65/gzNlL1C/boK98bGlqQiGbRsDrxfpqGulkFnMzSXx85gb87LN/70E8ffoFNDa0o4HwpS9+Ed/+9rexc+dOtFEPvPDCM+jt7aEMzTH4chFnPjpHJ/1DDA2NwjJu+HxB5/JXxyD2jp5uDPSPYXJqhjprAzbld//+A9Cn8AYHBxikvY4333yTeM45Ds1VOpOLDFiEQuVoaW1Bx7YOBvWSmJ4axVEGur/zzc9ifXEOVy6dxa7eTrz6mafwwitP4bUvPMdg+Tyq6qJobKvH6PgwYql1bMSWse9gL5574Um0bqvDGnV90UpjeXUB9Y0VpCOMu/eGKPd9TAdYHnNoNTTGunbU48mTJ/D1b3wFX6Oj9uDhfejc1owKOok7GRyfnBqhbA1Tz5Rx7yzi9u2bzjx06UulMqDPhPpoBffuPUA4ODYjJgAAEABJREFUXIYnGbSqqW6g3BVw/coCRkfWKFdzxDGO9967hL6HoxRHC1evXMcP/vpHDCTdwvT0HGamZ7m/83jp5Wfx+7//W+Svh7K6hsnJcerwmCPn27u3o6Wlhc7kG5idTOPe3VGMjc6gvKwG4+Oz5O0k99waLl+6zsDxVaTp0Fjh3vR5w3RaNmHP7i489dST6O3ZjV0790Iy0NrcDumGLB01fq5pkGtSgAfT1GGj49PYWE9ifn6ZO8hGKp3F8SdO4Mtf/iLxSGd9DTXUEc8++yz0ycJvfOOraOV6hum8rm9oxspaDEsr67h+8y51QB5/9ud/gzv3BqjHpxHmef+P/vFv8WwANhI5vPfBh7h37y5u3riBu3fvoqysAmNjUxgdnYCc4CkGsasqqil7wB/90W9zbxSdr0PP0Fm2tjGPvQd2YN/+nTDI4cj+fdjVtR3LC4t4/We/ID+uYmlpmYGtRYAt5ujgtujAGCbua9dvUgdYOHj4INp5dgbCfuw/sJ/rXYmXXnqewbkjcNH+GBsbwVe+/Dx+87e+gKPHdiBF3vrp/PLTGXL39iC+992fc70HeT4lUFlZjqdO7kFTUz3mGPwfHxtmIH6KcljEjp5GlFX4oODX6ZNP4fOfex4nTu3Dy5/dj+On2vHv//f/BZKtmpom6p6DdBRXIBwI0+lfTx1qMUgxg9HRMfj8bixxj1RVV+LUqac5txV4aDsFwx4Gyftg8ZJhuwCfz+Djj2/jr6kfkgzwpBnEHR6awmD/AoO5Q3S4G8cpPzW+iPX1LAYfTGFsZJF7fQiXzl8nv/3IM0Dgo8MkmYxRvzQjFA4xQFTEj372Id754B73YADvfXADFeXVtKtS+OkP38C2tg5EJEu8SATJ0wKd2EXut3feP8e+eczOrnBdbiOTsrAwW8DM5DqyaTfu3x1Ga0szDh7cwz1YhmQiicGBKZb344P3PuSeiDPYV4n6hiq0toq/k5T9Rfzpf/oeHtwf4Dk9jRvcowcP7sOBA7sQpI3Z0VbB4NRRHD60g2dGD3p79zl6LBotJy+nkEoA42OzXLsNVFbUOvK+Y8cuPPnkafLPh4GBAdofVzG3MIXeXdvxjW98DV//+tchfWdZHtQ1NiFFR6Icyoa2VUdnA377d77G8zOIb337M+jq6kSagQ2vN4BgMIzz5y9ANtrx4wcpCx7qcxu2x2Bs8i5m54YRKQsjRd3d3duNs+fvobu3C26fF0OjS9T5CxgZmcQH719jIOYDeDxB1NXXwbZtR26iZT7I3qmjrRYMRhHj3srn3Hj15ZdQW92KgK8Cd2/34+H9IZRFq5FkYGVpcZn66BLOfPgBfvH6BfL+AGQP/cn/8TZ5tRM+t03+jKODdufURJzn/iAuXbzN834V73BNfvK3b+Mnf/sO93sKP/zh32JjY4mBx9fwystHsbenAwd396B3ewfHdvEc2sD5sx/yTFpGyO/mdoxj564O6JOiq2sbeOedd7gOKyinLM1ML+LMmfOYn13i+JOooE5ob+tAR8c29Ozoof0bpmzmGfwbgmWDezaC3h31CAddCPls1JS78Y2vncIpBm8PHOzBfZ4BI8NzWOZ89+zpRjNt+472Nsp9muewoQ47gTLyPloWwI9/8nPUN1Witq4cZQxEVlcHMDXxEA8enKfdMIqPznyEDz54g8HMo3j29Gl4PWGeQ1lUMyA0NDBC2oI8R1vw/PNPIRzxIVoewOe/+Ao++7mX0M3zcnltFeuxNdoStyhHE5iaGcXI6F2eF3cxPHQfycQ6Du7bzTOhAP0xTU/vDnhpVL3wwvMI8g6YyWRpey1iYWGZspXH9AT3NOW0q6sV+j+Cn3/+OfIwDKon1NaX48WXTnO/NAD5ImkLMJA3gJdfepr6fBftSTfn8iH3yyF89cvfxIsvfA6Lc0toaqhHc2M1dd0qomE3lpfmkM9nQFYjk46T/iX0ca5/+b0f4N33z5Jnr+OP//hP6VBPoraqmvyawq0b96iHl5CIJXlW1NB+8tJmcTv6KRKJQn9Q5qceLeQtxDdSaOS54Xa5KRO7EC2L8twpYnF+hvekOhw5uA9l1G/Hj2+H1+9CuMyLbd1NOPXMcZx66ii++OXPYD/PgLKoH0eO7kNzcy1qqqsRjVCP0P4J0YZNxNPUA8ccmbp14wFmppa5bmnKRj+WFjZQFqnhWbwAR5fw/BscHGJAf4Bn0wD5FKWc7uU6eOGjvVigbsvTd1DI58iTPPVXGvoq7t6eHmSSeayuriPEIGc4UoGh4TGMjk3D5Q7A7w/zXgA89/RRfOfbL+OVl07CwjrC0SROnepCRTWwo6eG+aOUjSlMTDKo7fLzzLMRDEWJw8a+fb3c70mu4x3S2s9zZonjF7lvba5bJ2qqmpCIZ/hexJEjR7luediWRRtmGVkGOCor6qhXx3k+r8HmPS3OQAJ4YDz9zPPwB/zcwxvweNzw+92kpRVR7oF8Ie3YIjM807weP3p79lIualBV2cD5FOH3uZHLJ9HQWIPWtkbyyeDBw9u876whFHFTz3kQiYZgWYYymyFkHdtndHScPF+E7EK3KwhjXKxLc75AJBzhOVDBPE92BgmMMWhoaGJZJfdInHSuIckAUTQaQU1tLUK0PdKpAvVLknZuhPJwBC0t7dS7EUSp7720hwu5Anlh0zb2IxzgengCcLu8yDPAXSAUC8aZTzFvAAiKAMPZhULOuS8WtO6FLO9G5C8DriQJxrCPyikLOdr2asNOTnvAwEWbWGBZFjwej/NuWTaMMZxbAQHe5cPhMNMA691OvYtnuJuBTbV3UwcLvKRf7zb1vUVcSh28fDfGkLfWJvBd9eCjVFCiSXljjEObfD3GGIcOYwxbb/6U2urNGPO43hhD2mwH3G4XBC7esT2kS7SpfZY2WQlK7+l0mnok5axrnkazaNY83Jyf2ohnKi/RozqB2qmvytXW5/ORPx74qQOVV5naKNX4m31shwfqI9zikdvtcfoZY6CxUvQfxRh43djYoEzHSVuSNnvKAQVcS7SID1nucdGQyWQcnmk84VUbgdoYY1Tk8EkZlWkcgdoYY8irzXWVX0y0lXgkvAK9q636ql54tFaal+br59yVd7k28WjOHsqSygSap/oIXJQ31SsvHMoLvLTjJGeRSARqL7x6DwaDjq0jnqq9MZvykac857lemofoEx+UF30W97HalkBjih6BcBsjHEXqmxzyPHfy3Hf5R/vLtjgH2w3bckH91V79RaPywp/jPtLY4odAczHGQPVut2TP7fQttRUPt9Kn8hIABsYYtrcdOXBT7jSuMQZ6hNPL81Xlyhtj2NaCl3ItHilV3VYotdMYolPvAsuyHRoty4Ie1SvV/JRqXqJVMpjhOZ6jr0wyYdk2LNsNAWDx7DMwxGERn3xm4oExBhbLAEOe8sx5tNfAxxi2JxTZU2OqfY48zFBuS2sn/ghUrnq1E+3CqVRtBcqrTqC2tmhzxoWzB1RWgmKxwNFBPcaRNRHn7ZNfxhiHZmM26TNm8104BeKLUoFkRzw2xkCPMcbhpdqoHHxEq9qqTKC8QPMR3Uo/DUXSVQLV8dWhV3n1yXENcuSVIP8oqMahnJ9f7Vd05q9+hUL+cV5tjDEwZhOcjs4vnR2bvNGrMcaZj+jVPLYCPvUYs4nLmF9N1axEv8bdCqorwePyUsHfk6qdU2XwK/SXypVqvuKTUoHKBNjyGGN+pb8xZkvtJ1ljDCzbcvhgUaYExpjHfY0xKD3GGKe89O6kZKnG3krH1ndjDIQTf8+jfpqL1roEes9zPZ2U+u7XpWqrcvXfCioTqKxEh/KiobTOxhiHmiL3ivDkHHkryU/RkcUiF7UElBin/d/3S+00hkBjC4RTqcpUvxWER++qy1HOs7SltM8Fet/aT22N2aS3VK5+yguKnIPe1U5gjHHWyJj/elrcMr9SXniUL+FRWnpXKlCbT0ORNIgWlRe34NWezPPMyuUyPOd1XueIskj64IDaYstjzCbNW4qcrNoJ9FJKlf+/CpIBwdZ+wicolRljnKwxhjQaR3bZx3KUixYoycCiUvAxRodqwVH+QiIBk2KUIjTmUR2FS3V5CrIUv1K9l9oaY2i8Zmk4Jx2DjGghHDr8lZIMRyDVT2MnaSylGChNppI05lMOxBJxbMRjdObQeKJxl6fxS6IdPMKhvAQrkUjwwryG1dVVXrTXaWwlaBDQeObBpTkJv2OE0YjXuw4nQYluY4zDEOHUIax5go9o0+IbY5x6HRwCtQMf1Wl84VGqd/VhlUOj2gqf2guneOOiUaAyn3/TyNQcBOLdVjzCYYxxFJiLhoj6GmMcnqkt+Gg8gcZUWioXPoExhq24zSm8Gl9gjEGBgp2jAGfoABLPE+R9hgdSimuaSOdQNDYMDW59MjFLIU+myU9eynO8iCSTcQZKeJFaXUYyEePlL40828Rj64jT2ZBmPYpZXnxshINeVJZFUOVAFBEa1EGvG/lsDLH4DOlYhduO0+m4grWVMUyOP8D0ZD/WlmeAfAJVFUF4GYyYGBvEJCHOYIcpJOl4sRDyG3jsLGyTRo4BzNmZMZz96F2c+/hD5LIp1NdWIsTx9RVXAV4wA34bZdEADVBDQ3wVK6sz0FdtVlQEsK2rCbW1UXS0N6C1pQ761OHG2jKdBeu88KbpXF/CIh06sY0EDTsfKsorUF4WxdrqEh1DDwj3sb6xSJnbcCDD+SUSq5T/JHmThCnmmGadfZDWJZhrkEjFiXeOF8oKOhHqUVdXhVDYD8sGL591iEbCjnJZWVmB1leQZlB0cnKS4w3SYTjoyDtgEAgGoD98kAykGTBI0KE5OTmFKwwA9PczyBxPQk645eVVzM0tEG8BFAnyIUOHVhXn3ArJhsZaX1uDgnkK+tfU1KC1tRWhUAhlZWW8uOQw0D+MmzfuYJIOg5XVODx06Bfgpsy4efEuQzODzfUM2OQLFvetBzUMRO3fv4fBxHYoQK8xLE5SNIdCQV6yy9Hd3Ypdu3ux/8B+bNvWQafEkzj99FN830fHwA60t7c640u+Y5k1NLTWo3vndvj8AVRW1aK+oY1OzTncuXsPM7NzDPxVQzTo0lFfX4+29na0dXRiR+9ObO/uIctsOiaGcP/+QyfV/w2Vy7qRTBSwML8CfRKtWLSwwQDq/NwilpYon2tx0rmTDvtX0EXHfzgcRQdx7tq1E52dneihQ6a1tQUROpw++ugafv7zN3D27AXiTKGqsopy44dlucn/eawyULewsIQ0HfwVFVXE1+04ELy8OCmIt8w1Hx4eZuDmEvk8AQXcn3/hNB1pBzgWZaM8iHDEi6npaVy9cRMLS0vw83K1Y0c3ItEIMgzU3r1zm8G4SaytLKGyvAzd2zqRo/woWFNX1wg9Ke7V1bVFDA/TmW/yqK2JIs/9lcvF6cywyf9ePPHEfnzzmy/gpRcPwu8rcJ6tkCPs2PHD+DqDMYfoMCvSaWEAR5Zq9KkLBvgOH4Sh3qMAABAASURBVD5EZ98BPPP0Sezdu4v9uiljBqurKygvD8Gy83QUzVNXb2B9Y5ljV6KyIkRehdHZUYNwKECa2xEJeSmPC5RxFxob68lHD/vEkaQul0MG3EtPPXUKr776DLZv347KygqAxGSp+/3UN7Ztk46D1AkZjlFFx3U9RocHAWRw6tRBbO+ux87dbfj2b34RLzz/BPR/EnIZKENVlCU67FeWUV1bDTf1NpkD2yJy9l5kcFt7LkrdNjo6SllZh/7AQbpdwfK+wT5cuHIZ586fc75Sd5l7BcaP2dkY+geWGGBbomNtjryfZuAqDbfLh57ublSWleHQgR7qonI6l0A9EKSTLYEL5y/D+YT30ASDETO4d/chZXWBTtX38Cd/8j382Z99DxcuXKHjfhQPHvRhfV08ymCdAbJxBrlidI4WeEHu6dlJPragnrxUELypqRlLywvo7GrDM0+fQnVNBesbcfzoCfTs2I2a6gasLMec8d5+61289+4H0P5YoPP2JAORDbV1KCKP7h0d5OHXUVUTwY271xAqd3GPtuDZF0/g0PG9lE83Ygzu3Lh5g+2B2blZuH0u+IJu1DRE0NHVgH0HdqOuvhq1dXVYWUmie3sPXO4Q27sZ+F7AuQtXGXyZxT0G8dbX17jHa7GDActt27dheGQIPp+Ha/ok17gBA+T/9u2dOHjwIJ3uz6KtrZ1O2UNQIFH/V+vs7AIunL/EPXYNxYIBijZqay387u9+EZlMnnt+iTppG/VTGKl0EhcvXsPKWpK8iiGRyiPOC+/y2hKDEj+gnj2PCxc/pmyvMqA4Thn1OTyyLRfPylXuoeN46qm9uHZtAG+/fReXLj5EMFCBhw+GcffOLB2T6xgYmMXq2gpc7jDKK8q4bhvoaOvg+eeFx+V3nKDDgzPYWM2jPFIPY7wY6Bujw3wNMDb3VCXPmyI8DAB56Gx0uTyIRv24fPU6zl28jOWVVbhdXu6DAn70o5/h5q07lMMhLDJoeezYcejbJTIMMM1S/42MzeDW3QHu2+MIBqu5bimkeca76ahobmshn5rx1W/8BgqFIm7deog58jJDh+ie3Qexf98RPHXqGezZtZe0xvGj7/8MH599n3OL44WXTuFLX30NM3MzGB0fYxBxHA+og8+fu4Rz1JXhYISB3y/h6NGjzpkj3ZihzurnGeb3hxAMhLG0uEbZXsf8wgx1HfWIZcPjcWGQAcfvf/8d4rmJDPWqm/aLN7gCb2CBjuEEfuNbpxlU+wwkE4ODG9Qv9Th29CQ+89pnEQx64A94MDU+ipsMJty/10/dHCNPA3jxpaP4xm88gx09zThz9hL+8i9/gu/91U/x9rtvYu+h7fjaN7/AoN08128UoXAZGqhbq6vqYPNMTCYyCPrDGB4cJd0rDJJ+jAIvRWOjUyjmbNy8eRM3blyGRTvm2ed2wuv1MYj4GVRXleHenRW8+/bH3AO7ceTQMerfFyjjM5iZWURZpBwNDQ2OPre5hxK0mccn5hBgMNQXCPI8WMSD/rtMJ9HSVuvo5arqOu7R3dwPh+kwHyItDzE9swQXnXs7GPjxB1zweC0sLM6SpuuYn59HJp3Ha6++grHRWQb772B9JY0rFyeQ2Mgg5CtHsehHU8t2ip+P6zmBK9du49bNQVRVlaO2pgoKrt1xvjEiRl3SSdugCqdPH0VXRz1On3qSDnAbU5PzjvycPfMOdeIV9FKP/PZ3voBdu5px8uQu7rvrTtAnl3Mjl3fjs5/7EvbtO4Ba6uREYgN9/QPU+ZXYsaMHFy5c4N7NwuVyYYO26dT0BCamxvH+Bx+iv38IO3r38tzIO3tnnYGg8Ylp5HJpjNK2LJoEfAGDS5fPY5W2X5hBgZHhdXz3L39JPTuPDZ5RSyuTSOvTgc0RdG6rQv/AJANUMcwyaNXAQPz2HV04eWoXddUUXn/jF8Rno76pifJVR/0SQjEfxOzsOse3nHP9pVeewXMvPYV9B7px5+ElBuf6UVNTS/02hnfeugC3qUQm7sXl8w9o216mbXsZfQ+HkaVDb+fOXhw9dgSf/ewTiNH2tuwifvsfPMW1iGM1toEdPeV44ZVD+Cf/7DP49ne+iPmlcQwM9yPLM0Cf0gkFy4Gim3p2DQO06Wrq/JS1RhQzHjy4M4KLZ2/ge5T1P/vTXzBYv8oxvTh75jqDQz7adWvQGf61r77Kc/dF7h03qmhv1zc2oIHQQl1bW9uAYQak7tIm00W5ubmBdG6gtbkFrS2tmBgbo174EIcO9tKu2Y1QyKC3pwMFOsLj66uwrCIOHdrv7Nez585ieXWRa7eBOeqOAzwnNthG3zgwOTkB23ZRZ+yijltEHwObI2N9PFMX0dJSTajhGsfwT/7pN9h3CX/9g+9R//0IS0vztN/a4XEHKJdtOHT4MM+Mh+RfAQVTQF1DLcYoF9euX+Y636VODiBDu76rqx1f+MJLlLE8TtN+2MHgYHdXM7q2NVEW76GiMoRtOzoxPj2KazeuYW5mFgHuyfb2Ds55Enfv3qdeXEdraxvPkmUUinmkMxnq6ggWFxe5/lVwuQ1+9OOfcvwxBrT9iASD8PuK5NcZ2vnrDm0HDxyivF/h+XWL58A4Cgwk+b0ebKwv8c6yhtWVeTTzLtPe0cz9WAkf75uy4yMM3jc0NtHG2sVgZBLXrszwDN3F9AbOn7sJA8BHPZTgWT02PoQpBuJOcc8eO7ofa8Qtm8fjCvB8SuP27QHyFmhqauUdJYd4LIFG2tv79+1BjHsIxSQ2eC969pkjOHZsH/fKAly+LM5f/gBwZbme647OqaHNUVkegcsqYJp8g8nCti3EeffXXtY5ubaSo072cA8FeJ/ywOsPIl805Nkq7aMM13MFV6/ewMVz59HU2Iyenj3sn6KtNIxcIYXW1mZ08h7QzP0YDvlh094t8P4b9HvhdXmpT+oQDEQoZwlMUi/m8i7KegUyGYN4LIcA98u7712kfrjBsWLUj8u0vS7g3t0+FDI2wPbnP75IHblBGg1ymQz3+Cj3hk0dWYnGphD27GnB3j2d2N7VSD5nsbgwiwEG1KenZxFlALesrJJ9ZjhmhveaCrTyrNXdf309BpftJx1ZTE5PYo0BpbWNmHNm37h5Ey1tbWjv7MT8wgLWeH8rr7TA6wnXHAiGXcQVQSgccOqiZVHKUhBejw99fUMoFlzYIH7Ddded7MDBffB6XfAx0BotC2LXrh3o3dmD6ppKnrdh+MkvD/tW8k5TUVaFleVVrsEy99Y8ZA/onqyzA3wyPOvkd5mYmID+UNSiI5YTxyrvAGme67pPz04vYXJilrY+zz/aekvz6xjjWTYzuwi6KJDiGbqwsAjhXJhfoO5JQLa41+2G3xeAm2tnYMM2brgsF3T2Z+XDyAMWbM6vwL2xCcViAXkizXDds9T7+UIWOfo19OnSOM8S2ZQJ+pIymbSzBo6viPfpeDxOWU06ZcYYaHzVgU+RF2mBy2NBqTNFA/KiAPmEspSDLO8iyufpK1MbdhMblDh9SmUqEF61NcbAGIM0/V6lsjz9X6pL0V8TY2Ax+chnV8K7FY9wbULRwWPzHiQwxjhjFgp50ph39pnH4+aae7jmXtguQ7AAWt1F8osZZx7iS4kPGs8Yw/4Fhycl+orkhdbY5XI5Y5TmbYwh3zVeQViF0qHJGMPxbYIL6uOhLSLeGmMAthQulQUCAfh5l/N6vQhSF6pM7W3OSan6FDh2aXw3/WVuyocxxqE9zzVXHZE6dBXIxzwd1OJlnmui91K98ioTaF7itSDLO3WBulqQ4xmlvkWOWcKp9lorrYl4JZBez3Ns4VR7gXAq3cSZdegxMA5/VKb6LOVFqd61ztrT4n2Cd16Nobr8I7qVii8+Bm4FygvEoxKIR+KVMZazZhpf/VQm2krjKdWcxHeB+ilVW80rFouz/6Y8qZ3KRYtwlPigvMqVlsZRPpvLOHMVPtGl9RS9Ao1jDLlAEB6B+mgMioGzB0q0GbPZTrg1tjGbcpgjP8Qb0alUvNMaiG/Kq7/ocnBqAILaCYdwlepEn4DVDr3ikWRJIDr1rlRzsCzbWTfRalPmPR4vdYMXtstNfRuFx+eHsVzgL1i2Cx7Kt49lPq6VzXeb8mtRYQifQPVaOx/lvCTz4pNAdaKh1Ef0GmOgd4Fo0Hw0Z81J89W8NN8SgI8xhr8BjStwXh79KrUTbuFTvTHmUS0cfpTaqNAY44xfol00eqhL9G6McdobY2DMZl44hVt0CcDHGNVbDh7NozSmMeYxjcYYlB5jjIPPGFMqcsYR7q20lSpLZUoLvK+Wxt+aFqgPVC8AfhWv2omX4ql0JvgYY2CMYe4TnuhF/QXK/58FtReovTHGwWv4orJPA4udevFXvLIt23lXO9Ep+rbORfm/BxyeqZ9AeAXKC5T/dD/hF5TK1U6gtiXQu0BtlJbKoQk9fvkkY8wnFb/Snk0kBzb3h+YqUF6gcoExn/Rl87/zU8JnzK+2U7lANJagNC+lApULoTEGxhhHDplAj+olu0r1XgIdBcL7aaCEOE2MMSjNw5hNvE4Ff5X6MOv8sNoZtzTfUmpZn/RTH9EpOkryKbpUJlC9MeYR7ZaTgo/K1SfPcylPnVlqq3JW/8qPMZvjGfOrqRoZY5Q4dBpjnBQw+PueIm2JIplUGs8YA2OMQ5fWU2CMweZTpHwWeNbIZsgxFeSdsiLxlHi62XbztzGbfYsc49fBZqv/+m9jjEOPMaXUcmg0xvydVPQKtDZaV+Yt6CkNzgIaVD7HcJECl2KXAjfGOEaJDqVUMuXkVa56HQzKC6FS4RPDBHkG57TAUvBS9Po/27TwMnxkGGa5oGkarrrc55hXfY4LrL84IDsdBSucGkegvGg0xiBPY0j0SMlpDM1BYyotgTHGYY76CIwxXJgC9Ihe4SzNUweBykpQGks4BcIpHGrn5oGhvmqjd+HQRVW8UBvNMUZjd319nQ6EGPRujOFB63YOVI3B5YGEWXUClclQFAiPcAuXxs0/4qPalUB9RZdAbUqp8gK9S7nm81mOnyGkaZdQIHmJNHYBbp8NLx2IHkKBjguLBqiPRquHzlj9Xy8+f5j0+inAFi/neSQTaRrOOdJcdHhq6HAogu+FNC+1Sbg8eXg9RbjtDC+7SUIahVwKRQZnbF6O6edG0G9Ded4+edleQDq5xDarMIjzoriA8bEHuHnjIh7cu4mpiWGs0ck/x8vjKi+JaV5yQgEfL742YusrGB7q52V0huNkUV0ZRVdnK3bv3IF2XpqzDMqvri7xoreA6akJJGmErvECl82kYEh3U2MddtGB2LWtHZXsa2gkjwwNYWRwGPlMHmF/CPSoOJfEhfklBlWTmJ6ZpyOMlzoGEeJ0GuhCqSBZKBhAnob2wuw0ZqbGMEsH3tjwAJ3cc8jR8TY3O0MaJukAXoPH7aFCdUOfftP6VjNYqVTy7qGhFQqGEI1GIUMqw0uYPrm5xstxMpFCZXm54/zZs2fzIHxPAAAQAElEQVQP6hlsAJ91Xqpn6eyYZIA1nohzfTIIhcKoqa5Fa2srnQpNdBS1or6hEWVl5c6+TjDQeu/efQYArtL5cB13bt9jeo0X3DXyKUWsFkAnxRqDFTFeIlO8zCn18hKdTGeRLQBLKxu4e6+PQYFrDK6c5Zrdw8z0Mi+8G6QB6OzsxulTT+OVl0/j6WdOQsFQ0Tc5OcNxVqg/snB7PLyg19DZ1QKbju8M9QBvv87cSQDyJoZAtIDG9jDqW0Moq7aQLq7RkbGEiooKbOvajlY6EeRYGB0bJe1JTExO4+KlK7hNB+7o6Bhu0tEQjye45hbnzwDFRpwOhRh5XIGm5jb4uc4ry2toaGjCqSeP4sUXn6dse7leK5iamofb5YGcqjU1daiqruKe8WCZAY+f/vQndGSdZzD2PlYYbLPIslQqQRri8Pkz8PmKAPJIpTagT+LqU6OhcJjzziOfK1IWNthvle38yFLeHj7sR4J01lTXOWtXWVmJjs4O1HGdaxicbGpqIl/82En51tfYdbQ3oXNbDZ48cQDRkBe3b17DgL5Ga2oadXTGuklQLZ0f1dWVxFFNneNCWVkZurq6SFcRV65eoWwvkM15jlfOPZlDjM5ifULgmaeO4uWXnsGBfbvQQ6dgRQX5X19Ox+0BfObV59HaVMd92kf+jDjync0k6VhbwTyDY0NDg1hZXobkdnxinHthmg7VIe6dSa5BER3tbZSNNrjdwOGDexh46UVTQ7Wzb6u5D7/+tS/js6+9ii998Yv4LJ34DZy/mwaV9vNg/yhcdDJ+7vOv4JVXXsbhwwfpnNoNBct1uU3T6TEzM4elxRXKYB6LDIDbtsfhb1moCtFgLS7RWbi+HEdbawsW5iapP6aRpYPUZeVQyKdw+vST+Po3voRnnnmKfKviemWcTzksLswjHAqgp7ebPOxERxudV+1t8Ho98HFfrDD4Pct9Xs49muO5pD82OPvxLXz44Q06vxbp0KpGtKwegWANZbcdxWKA+g4cOwd9XenQ0AhiDH6urazSEZdHEx3StnGTP51ob6tj23Xu1yvUKUt0Do6RrhyCoTDXEti5q5e4/SyfxurqqrPOJ0+eQhMdpjorxscnIb5Ih8ToZF9bXWYQb4QyM4uf/+wMRrhmvT3bHX165cpFeKmo9Zfe58+fxQp1qI/Bmmw2xSDLHNdxmo63DYTodAz6oxgeHOPax1HIFfDyKy8inlzFE08ewj/+b38HzQyYbPD9jXd+ibfeewMLy4vcEYCxvZhfXMXDvgHHGdhBvV00KcBK4eDhXXTcdWF4dBq2y49J7sHJyUUAXlRXN1KXvMxzJsq9ksblS1cxMjyON954Cz/64c8ok1NIptKQbptgkEQBgtHRcaQZWDPGwhD1ex/H/OM//lP2uQ6LhunQ4BDb38MHH13Gw4EJtLV3M7h5H15PHl3bGin/raiuipKnIerVAIPM9ailk31yeoZO7OtcvzxaWzrR1bWT+uM5pr343Ge/TGfpDvzu7/wj7N59AHt270Ut9+QXvvgZBvNeRV2tH/H4BvfLOp55+jl88YvPYe/eboTCPrg456bmMHbsaOf8gfMXrlGWMzh79mM64ufw8P4Ede0A+T5Lp6FF3T3IvbZCWICCCtzQ1G8bsFxupLN5OpEtrNEOuXaTczxzCf/xT79HnfiA9G3DBOViYmIK77z9Ib7/138DrzdAWdrN1E+HVQT5vEUagnSm7sPi/Crefecs/vYnv8TdWwMMej3A//hv/h2DtNcQp13Q1zePy1fu4+03P8aPf/hLzHDd7ty6R972kRYfaYrh2NHduHb1IR4+mIDbFeWZ6UZHxw5EIlU8ozpRxfW9ffs+57KKpaUlnrWzjv23urrO/BJxxLl/yvDWm3fx5ttnON41OpFbsG/fbjpyZ/Fbv/UV7tu9cNlp6qBVOmETsE2cgcOP8cprRxAuKyJabjMFvvXtJ7GyNotbty/g/MUPUVNbwXWpxqFDh9BQVwGvx8Btu5GXA6iQg2XncOKpffjcF19F17aDKC/bicGBOGm5gAwPxEAgjHWelX2DD7m/q9gP5Nky90YMaTqN9+3djwP7DuLUqZPQOTc8Moo7dx8gEq6gjOzClWtncPrpnfhX/+qr1Gk1tBnXUFMH7pkcg+E3MbuwjrGZVSytZjE7v4irN66jlsFEn5/6J+jGs8+fxkuvvsCgcQDvvnuZ506KsrvTwa/zzabNU1dTjh3b29Df/wBF+LFrbzumGJg1Lhtd3e249+Aez8UIz7AU5TpHHvipUyZISwwwftTVV+B3fu8rDCyfxBe++DxW15Y4TpbyeAdTDIjGNtKor2+gLHdQZrZT/y6iiWfFsaPHaF9cxoWLZxCkY9/nt7jGC87ZuXv3ftoPt7k3R7G4nIZ08MjwIH7+Uwa7lmfR2FSBbV21mGOAf2pqDWc+uoX/+Cd/iZu3rqGzqwkHD+3Etu1NGBkZYFCiz1k//YHU66+fx3f/8gPc5Zk4Rwf8g4cDuH77Af7mB69jjLReunILq+sp6lEDj9cNr8+iTTOO1vYIzb4E+ZPAsWNHQDMSbtrFi4sJjI4NoGiS2Le/he2aeI8AOtvbaXu2oLWtAzdu38Lw+BgOHD2I3/6938WpZ57GN3/zKwhGwsjnvVhbMrh+ZQQfvHsFba2d6OnpxrXrlxhAfYBQ1M0AlkF1bRkSdOrvpG16+NATaG3txhtvfoSurj3kjRerKykGNmdQUVFO+buH+YVh0rkTt2/dwG72ydJmXF+dxhe/vBuf+fwTlHWbbabQP3CfvNmJ3h2tsBFDe3styqojuH1/CMMja3iG597Y0D30drfgytU+fMhA6oOhKYBOv9/5g6/hqedP4Kc/ewtzszHKR4J7DNwvZeh7eAMGCUxMDSCR5J7LxXDw2D50dnfi7fcuYHxyjjJRz72ewgCD+8nEGqYZWBnu6wevDujp3g63N4uObRXwhYqk54YTSOnvX6INtoDW9hocONaLFynbsse8Xjf+zf/4z7G4MMJzMota2s9R7qH6ulasU/6uXL2O9q4O1DU1YIO2sf6Yrr9vEHfuPKD+iHGd/UhlXcgVs9B/xYF8GhsrSSTWcrh7/yGDj034+Px5njFhjI4u4cb1AVREK3lX2UBl2EJ3Rx1SG6sYfDCAoCeK29fvoSJSCT8dpMvLK2hqbeXYTRgeGwfNOtjuCHVWDfdVLe4/6KMu3nB0VsEUsc77TDhShvVYlvybgctlIRx2wyBDW8WDA/u7UF0dRjy5gV6ubUWZH6Az8AHtbhQsDNO+VbBqmveS/ocTqKtpQDdtYn1Vqsdr0NBYxfka6tJZnlvNAI3rWCxJWiMYGJik/EyRrkZU83z7m79+HeXhKrYoIOAvgz5pqDuK/vCka3sD0pkNBEI2nnvhFM+GIM/fLAb6ZzBHm390eIK0u6A/OKqorMQ899sS72uJjXX4GGCiX5i6YApFpHH4yF5UcTyLZ+/MzDT6eB4XGQQeH52gvk45NOZ5n9yzr5s67TjXdA0F6t979x4ARQ88dhRrK1nyNo+dO3uRSiV5fpCHvGdLz7U2N+Pll1/iXsljYX4Ow7yHZXgHi0a9xJ0j3QmkaGe7LQvNTbWwuQ4R2lGLpHmD9lfRuLjncw6PYLlRIEfEixR1eIJ3sHAkRBssjenpNdoEVdAf9mQzHsp0nPzvggt+NNTUoyzkQ4b3sSMHemAX1mF4B37w4CH34RAi0Qiamhu5Hw9g//79qK+r4TmxyoDiBAYHBykDYUxMTtEeiKBoDOUjDVghXLnWj9X1IufmRW1tI22EXjQ0NKCtox03bt6hTbWEnp27uBYehCI2nn/xBL729ZdR3xil/pygTk9Sl69RVw5jamoSI1w3v6+afPXzvMyQ/8D42DzGRqdgWS6M0nbaYJC1UMyhojJEVeAiTT5U8x5UVhamjAD3790jP1Z4Vviwo6cHXi62aMrxTFxbWyefpuH3B7mGBdq8RdpnSVRWVGKDZ+Xi0ioWF9cwNT3Puc+jb2AU6+tpFOFGeXk1XC4f6U1xPbKweQco0uGd4h0rvrHGddzgfl5HgntIfhDVy1cionSPdvOCIVp81F/BQBC6Twe4RwV+rw9eN2XJ5YaH4GVe5Wrn9wc4rov6Ou8A+LiIy+VyEbUhDzNI8z4sWc9QJlKUP93TBSnKh2gRcNmIx4boMMaQnxbfXc67aC3S4WeMcealNsJvWbYzhof3YsuyHJ4ZY6B31dvkgW1ZTh+Xy/0YF7Y8BfLo05DPFx7RnHZS3U9K4xtjHvdWP5UrpVDAWIBlG1B4HbBdBm6PTSAvuH/V1hgDPcrrrqHAlUA8EogvSgWqdyCTJR+zDi0q1xqWIMUgscrUbjPNOG1Fs+gSX8RfjWmMcWRK76ovlamNMZt0GUOauX42eWeMcfirehfXU6nAGAOln8An7+on/kuO3B4XeW85oLx4IZ5YNmDkPyOv3G4XvD6vI29+v99ZO4sNxJ8SgI+X+0T1LtKh8gIdxMYYZ01VLlAbQZDB40gkAp/wuT3OHMQLzdvpyzUX3wTiY5IBduXFw1IbpVoLlamv+olnaic+q96ibHkoex6v5zFfS+0trrebfBQfSL5Tb4xx+KY+JTpFt9ppXkoFtm1B8sRftLdytH8ztCGSvAPFnVR0qc6yLGduyos+gWiV/Cov0LvoFr0211Rjq0x93eSlxhOUxhe9aqN6YzbXX/jVR/hUrnflhVegOQvEF9GmMo1X6qNU76pTqr5K1U5lJZ7qvZAvklfgXgb1SRG5PAgF+ksNYCzqOgs80llXQIEZ4QIf9dU+0loKZ4FrbIxxdEhpTprjp0FzL62F5m2MdFbW4bnmJDwaQyCa9S7QeJpvqY0xhnQXSVceqivB1j7CYcxmO9WX6qjaIL4KOBVnTZUXrVqzEqhMYIxhG7XcBOEViC7BZunmb71rHIHyardZ8///d6mtxv9kXON0VF0JhFeFxhjuddvhufoIAMN14vopRkEwxvzKXPHoKeH6+9JHzf6riTEGxvwqFNlD9Gn+JdzGGIcGrb2L54LmBj7GbMqL3gUsctZU/f8+KOFUvfJKNdZjKOQdmSi9q81W2GxfcHik8QSletUpr1SgvOqN2ZyjaBSPlRpjHtOqsdRebQXGbLY35u+m6luCEq7Su1JjfrWP8G2lo/SushKUypQKjDFKHPpKtIm+UnulToNHv7QfVFYCFRtjnLXdSlOpXmnhkS4ocN+rvcAY46yz5lUC9S+BMQalRziKPFNEn0B4iiKEDdR+sz/PcfZR+Wb95ropL1B5Cdjt7/yobmuh3onOmZcxn9Cy2abo8Gsz/1//LTwaX2CMcfagaLYsQ9xwANSchrZ7CfRe5HydlHVFzlX9N2Fz7M18waFD9VsBjx6VqZ1SAcyjCiZ6FzD7+McY46yJ+li5bM5B7uJBJBCTRbgWoKTEwUfvUpgCkuYYCZub1+VsHJUL1EeHifLCY9k2ZIx6/T4UQqehrgAAEABJREFUDZDNZZFm4EnBIxGqNjbHFi4pf9FgzOZGKo3pTEBahHToR++qA9upnw4PHTA6yGV4yHDWu/CVQO8Cvbs8bod+vQtUJrw6SER76QBzxmCFxlOdUh04qhffWEUSjDN/1QvUxi2DisaS5qYyMVqgOvGlhEN4xC+VqW4rPo2t8q0gHGqjNXLTsNG8lYpnLpdFoTOkRy0kMAUnb4xhQRH6q3VvwA1YrDM55HhhTWcSSDMQUnRc3EWkGHDM0ntk8T3DS8IKLzv62qFMhi3oWNXlxuf183Lk51gWaPsQd5bym6azZAPJ2AISsXmkU8s8vJfp7NjgZTUOm84WDwOsfm8ePk8WufQaAwfzsEwWBileSCcxPzvGgO06AztlaKyv5oXejY3VVYzTYbDGQIXhSH7y1GVcvFBz/Ww38nQcxdc3nEvzwvw8FmbnIIMqFAzxwl7JC2AFnUbtqG+oRVlFhI6ZZnj9HoCbUPw2xkAXq4AvgHAogmwmBxfx8rzgHPJwGx/KQpWkOUSDApxTHrbLC8b8scGL9+ryOlyWB411Ldi5Yzf20XEeplM1EYsjxgtfMh5j2wwy2TQDEYuYYiBxYyOGSKQM+qveNC9jMrYWF5boOJolzDgXUzkFFni5V/CjLFqBagZGwzSma2pqUFVZjQzpVPDlKh1HN2/cokOin07PSfJxCUtLy5iYmIRwu2wvwuEoaY3Rgf2QF9M4ysoqOH6UMluEj5dLXSCLVEJZ6oEEg6wqi0bLUcELb1lZGfcuFS4XuqKyihfdOHm9xgBaDh63l/wqOnxZJh/mZhehr+NaW004l/QxOkdiDDirTF9rJroUcFpZicPl8vAivIYkx9MemaLDbZAX6Yd0UPU97KOD/gLOnPuIc5qi48CirPnYxwevx0e+xjifDWeeMzMzqOTF/rOf+yw+/4XPO46Jrq42RKNByqbtGOs211PjTk1Noe/hIFZXuGZcwz279+GrX/46nnvuBTosW9BGJ1hZRQWMMfBSzlrbGnHqqSfx9HPPonP7NgTCfjoSAhgYekjH8CVkkn7U1FSRl2FnrNXVVfT1PcTk1DhWyYM0PWnSRX46EqRf4vEkPC4/GupbuPbV3DOG9CUYbHiA27fvOrKxsrKGGAMf65TpleVVSBa7u3c4a3WeDj5d4Ktrq9DR1Yo9B3bAWHEY7i2qVqwsznC/LAM08DZW15ChbFnG5h6z4fF4KQ9prreP+6KK8lSNKq5vS0sLysoiCAcDnEslknGuCYNty0uLuM5g64XzH+PKxfOca5x7NkXH2ZSjI8ZGhrkOa3RkrePSpXNYWOC+c9uoq6tFFeUkQQdHihe6cspPIsm+1Pn79uymvKRQYL65oR6VFWWc/xq8Hhf3fAUq6GCqZ8AptrbhOLsW5+a5NwMo0BHgsT3UD4uI0zmaz6UYWDqLX/ziLTon7zPIMksZj3BdY3TIzEFf+zYxPo9iwYW62iY6bzLkaYr8dpMnRTr6ljDNfSi5sywbrICcbrGYdE8l5uamkc+l6ejuIo0RPHH8GDraWrDOAGQhn4XHzT48qHPks/Q479B0RK2gqamZjqFlBglWIB0ZCpaju7MXPTt60P9wEuc+voqf//wd/PX3f8bAAffqwgpxAfWUoSOH91EuqjgPPwJ0/szPTuPBnZvcZzEcZrDgK1/6HOobaih/IYyPjZHGWQwNDuD6tWtYW1ul4ymKEyf20aneg87OJq5LguVL8Pjc2Lt/j7NHVtbXMDA8jIuX7+Hhw3vEnWAQwJDedegTbfN0PLa3tJKORkcHxSkHMcrDyEgfHvbfQr4Q59kdR2NDtSOPyUQGu3r3YSehqaEV2zq7MTQ0TIfYffz4Z3/D/fsh8/1YXV/m3nHTmTcHfXo6kymguaWTAZSL6Hs4zvVaxMP795AvZtBCR3UssYw7967C40lz7TY49hQ+/OgmjHFhbTWJt9/+GAF/NdflGcTW8/jg/Qt0yO+jA/UzpL0FtvGipbmdvPVh+/YdLGtGc1MbZWOaQalrWKPTtae3Ff/yX30Lf/Df/h6OndyPVz/3AlY5n+V1g1jKUHY8iEu/cx/1cU+vU5drvTs727CXgbtQKIiJ8SlU0OG3thrnvCcwP7fCdJzBwjtclzsM7v4c585fgT752t8/iLGxCWRySSgwdOyJndi3fzteefUp1NRW4vDhQ3jy5HG88MJRfOs7rzEo/RRsdw4vvfg0AgGL8jmL8rIyjNO5Odw/jaG+KfCIRjQcQve2VtKah99vIxjwMHVTpguU8wUEg1E0NLchnQWGRqif6ZQPBtwoi5ZRhhYQCoaJtxyhaAgLi4vk5QfQpzpy1F0RtsnmNrC8Moyh4Xtoa90Jv6sFw32r3Kt1CNBh1NxYDf3xyW//zrcZxDwK28pzTD8hgLt3+9CxrRtHjj2Bg0eOcD1D1E9Z3Loxiwd3JxmkGEK+4OOY5xCLpxEKlVGP+nD4yBN0gI8gyvnqU+YJnhF1dBj39PZgdHQSQ4Pj+Mznn0ZlZQ3qGbh7cL8P+kSthzqujwGarq5tOMLxyATcv/sQAwwyuOGjrVCARdf46uo0ahsCDLiUo6nVxoHDXSgU12HZNqan5lBT3YjyaB1e/+kkfvqTj/Djv/k5/vOf/RjnP77AdkkMjNzCRiyLwYdx3LsZw+2bc/hf/9fv4c79fgRod7S0tjMoF2MQqxIjY3MYoy5aWF7F3NI0hiceIloZZXAkCx/bzi3F2TYB/Q3R5157HjMztxnQfBe+QIwy0YrtDHx94cvHcPjoXty+cw/nz53jtPKUozxm55Zw+fJN8tyDnbt3YCO+jKdOH0XX9nY8/8JhuN1uvPHGm9An1VeW1xl8msbG2iID8oM49eQRHD26ne1OYTeD+Gcv3MLy6ir27TnCQEUSjfXtlI1yGGNBdmUDdc8LLx4grUs8/y7g0JFWBpWfRHdPB8+7JeqFNLIM3Eei1UjEc/AHvNi2rQ2VXMM7t0egr4GORELQp8+qq8u4Nw3thhT27d2DCG2Np07vRxFenDq5HV//+kv4/OeexPbONrz+k58jnVzGq689gdq6StofWeLsIo1ZbO9uw+EjvQzuPIGKqgB+49tfxY7e7fiz//x9PH36aeqH/fjDP/waefI0jp88ic9+4YvcMi4EImVOgO/2nT787U/fQl/fOGzbRRlap75Zx4mTBymzXdizdwc++ugMjh3diZ092/Daayfx/PNPYfeeHdAfJ/7sb98HCl7cvjGKN3/5Mc6c/djRcbfv3KDeu4fB4dtoaqnEn/xv38PlM1dhFX0IBCpQGWnAtsYeDN+dQN+NPmQSWbgtP7J5m/ZmOZKxDM+bZiRpI7/34Uf47g++j9qmJpy5eAHTM2vk5TRl4wRGRyZoA82jqiJEHVeOAs+sq5cvIxKMYHCgD8PU2xNTY2hicCmXK2JlZYMyNMC29Th0eB9q6is4z0PYs28veQ/8xZ+/iUzKS7on8A//8dfx+S89h0PHd+LkqUPw+guorPHhxKmdhF1cPy9maWuPjIzj0IGDUDDo+LHDKK8Ikk/PQcqp4ARggo4d2djYhPr6esqSi/urGtu3d9FGCzPd7tg9P/nRm9D/IXnq1Ak8+eQJTE0t8d1wbRbw//qf/hr/j3/958hlPKiqbMD42DSuXrrCc66F8rcNPp5x4UgIGzy/acZy70So+1YQ8Aexh2dfP4NpdY216Nm5jWdoOf67f/m7+MqXTmFnbztStFP8XtoFuXUsLI8ikZrHvYf3aFcVIXt2cWHNwfWAAb+nnzoO27J5zp5wviZ4hgHMifEZRMOVtK2yCAQDaGrSHA3m5ubQ27OHujOByalF/Pv/8D1s8Hxp79iOEO3xAQbMUgzIzM7MYnZuEQMDo5xPJ/dEHG0tNZSVFHGu4amnDmDv/hYUXUW8+9FZeLxRBDzVyMa9DAAXsWvXIZTT/o1UhNG5rQFj1I9uVwgPaEfX1pQjm1tCJJzjuoD61IMm3oN8tG2zqTR1oYWhoTGMDI3gySf24mtf+RL5tQs9Pdtx9Mhe6L7YzYD44uI8990qPj53kYG+B0glY9QNIbQ2d+DIoSfQ2bET4+TD3Tt3cPv2bawsrzlnuo/6RzI5Mz2OUMDNeftQXRtFS2sTVmnf7tq9G4FAlLIUxl9/76d4/WdnMDo055xlJ548DgXvHvbdgD/o5tq14ulnjlJ7p0hXjri8KK8MIJ5e556YwsTkGPXXGspoy0oeJifHKUNj6OpsJs13UV8XcNZkZnqCts0yVmlnr6+vYYP2pJfnhtariXvMw/tFMBjm+hvkGWxPZlLI5VOwXTnYdh5Alns/hVRqA2UVHuq4DtLixuz8Mr77/Q/w05++g2zeQGdWJBTA09w7n335OdopSdLShj27D6CVNpb08ezsEnF6kMvliC8Fn99L+axDdVUd7t8fxujIJIZprw0MjSKXLyCZzIAmPeexhsX5OKYmOY+lmLMfpHvLqEeRd5F/OZRFGnCDdt7777zPM2UcnZ0tyOXylO8clrg+OV1gTQHhUBSZpI27t4apUzO4euUBBvsmkEnbcDF4a6izslkglY5hZW0BVdURBENeyvU8KqvKqPNT1JO7eBZXYGFhnnIwjtnZWSiIGgqFaFtUcD415BtoEwShe9jA4AhmF5extpEiJKnDNjinFa6tm7w19EuAui9Lm4B8TmadPqtraxwrw3tvCoYtbdvAbVugoQb5YbSOa2wTZ4A2yXvHpg8n4ayvygWqS6VTxJEhL3KQL8W2bViWBSLl2HnkuRY+2jVujwc+2uF+v2+znmO6aPd7WO52u7luFrzcR162dTm+Kxd1m+3ITbGYJ01Z7t/047HyvCtsBY2tfhrfGAM9xhgYY4jbdkD1GktjGrNZV+S9QwA+wic8OdKc5SLpLiJQWQlKbdid9LngIe3Ca4whBrKP+NRW7UpQoBPXGENaLKeP+BAMBqFUtGzSDNYX+avo8Efl4oefwb6ysjKEw2Hu7YCTbu2r+QjUXnRs4jKOraIy4VC51kTzLFKh53hfzOUyXH/xM4UUg+mZTIprmOUa5lF8PIcCNAetfYx3aPFC7+KNZCJLn6PaCsSzNHWg6pUv0GEtAB9jDHEywx9jlC86eNVWbUqgd/XNkvfKG2PICwJl05GBfAb5QhYFnoMKtNr0z1msg4HziKYEzx/hMMbAGMM55Ti/FCSrqtcchD9DP5fSHMcyxjhrIR+n+CV+CsQzm/IsPpZAZVwlZzzRWAKNKXx56gFjDMRz9RWocZ66QvPUu3ArJZsd+kSL+gsyDIqnGfwWrZqL6N7Em3dkX2Vp0l5wZMqCbbnhdnkd8NB/JD+Qbbs4d4s8Lzqg8Y3Z5IfoFxhjHq9BUYSwUYFrJv7kubeUVyqalJbeMxxbe180CY+AXZ0fF/et3kv4jDHQXAXin+o1b2M2ZUDtBCXcSo0xEA6BMQYqK4HGlCyKRtEh2kqQpa8tQ2WuVNMp0jGeY9A1TX4mqKYB3jEAABAASURBVOfj1GFZrkERBniEV/iESzxe5x1WIPx5zh98NK7yAtEpnag+ok17V3vTS52ldzYnWvMYNE+B5qz6T+MyxjjzNMY4a1Sah8bSGAKViT7RVJIHrX+pTvUC9RF+8NFYAmMM3+DgVp3odwoe/dr6XqJT6yR6BcKhfo+aP06MMY/nqDYCVaqtcAr0boxx5ifcamOMQenZ2saYzXKVleahVHMUaH4l3OovXL8Op+qE49dBqf/WOrV/DMXNfaJ2Gq8EoqME6muMgcYugWgRgI8xxuGL3gUsevyjvo9fmDFmsy2zzg/fnPTTv9RPsFledBLRqLISqLCUV53oLdG/NVW56ktt1U9Qei+lny4rvSv9NBhjnCLNV2CMcdZc+a1gzCflxhiHT8Z8Uqa2xlgwxjze76K3BCW6lZagRK/alOREedWX6pSCj9JfB5ttCxyzSChwrwg2+WzMJp2iTWCMISbtJ8Fme40nEJ6toIbGGM5HbeHgVr1oKKXgDVH5raD6Eqi8lN+aCvcnUOQYxnlVG/XZSo/KVKm0BHrfCqXyrWmp3rIM8euN45BeizEe/aGkwKKta1gm0FyKPDs0vqCEa2teZcLkwKP9pjKB2onurSDZVZ1lSERpAVQghSglqAPAQcZfEgApSSloKUrVqazUNk1vkD5lqtlYtoVgOAQvDVHDvMfrgY95Hf5S6DqoLMsiVk6LhCpjjFHC7mYT8ChluTHGqWPRZvrotzEGxhgIlzGf5KU8SgoWfESnaNecRK+YoXq3x+30ZRPHSBBDBKoXTuExxjjCpTbGGOdAV71AvOKoj2lQG5VtMrng4NR7ab7qI76JBoHoUr3G0cEgUF40yJhRnehQeekwFC6bxgdtE+LP02DPOJvKrb8YdINGUQHFAg1NBkjpXYGbBhzJhnBpzEQ8wX5Z2JaNIpFkeKGPbawziJni5QSwTR7ZVAIZGqzq73VbxMGLgu2F3xeG3xviJcuDdCINGVEWBTYS9tMh5uV6AzBJ0pCEz5cF71IIhcELlYsXqSIDNkCITplwwMBlSGN2HYV8EqDBqQv67MwE1tdWUBYNoaG+FqFgCLqQZUnj0sIyL2kLvASvY45OjMXFFa6dDbfbywtmhuuSQ3VNJRrozPDQuVLghSYjA5wXjRQN70g07Fx8axns8Xo90KNPvoyNjWOgf4jOp2EGAMc4ryxWltbpdIxznDlMTc/w4r+u5tCFTmu4srzCS1oM6XQO+vTT+NgU+ekmeFDIFVBZXok6Bj0j4TB0scjRKPJ7fWhobIC+/tbt9vCSPMLxRnnRH8bAwCCmOY4uAKur61hZXqUDZ8GZrzE2/P4A51fkpXMZfQ8HMDE+iRiDtcKrepvyIOeAPmH18OFDXmqXHPz6ajU5lycnJ7GyssoATwAGNi/KWcpAHmN07o/ROT86OkrDN0tHUBPa2tqdC5Chq0Wf5ohtxBkgWnKchJp7hvvc4wlg376DeOLESaYHGKzuRAXnnGGQxBgLXi95wQDmMi/tQ3TUfPjhGbz55ju4fecu6zx0tj2D1tYWOhxSvOjPY3l5g+scJp5tsG0PHjwcxvnz13Hx4h2cO3cd9x8MYXxigTQarm8HnXvP4DSdpSEK1+LiEoN5l+j0/Aj6ylBDXdbQ0EinbY1zmUsk06R9AVeu3sBHZy85X881Pj6Oh319+NnPf4H3P/yQDukr6OsfgMr7WP7zn7/BPiuIJ2K4e+8Ofvjjv8bVaxcxOj7AS/46bDq2ura3oqWtHv6Aj2schcfD/URXbT2dVceOHcVzzx9DXV0EI6NzmCDtly5dpqPiOi9JKa5dEgY2jGWhsbkJLS3t7O8neHlhLDhtjHHTwbCI1dUN6h+D6mo60Bjh11du66I2w2BbDeW9d2c3QKeP1+NCRUUF+Rhi/7gzF8kp+DQ2NqJIPSsd2NDQgLa2NtJcBi8dASFu0hQvlSkGLDLk1dTkFMLka4EGutLOjnZH9qTzCwUDn8/PoNEcsRYZeJjBBo16F3XP0FA/7t29i9HhEVjGcB1tgGkbHUf79u5lPy9mZmc4ppuyl4bX48aenT2oKCtj4DSOqYkJOunIm40YzlJehgeHsc6g9y9/8Ta+993X8fabZxmUmEF7WxMdUr1MG7Cjuxkt3O8B7q3pyWncuHELV67coDxcxT196vryVVy/cYN8nOeeWMBPfvJT/OKNN7hvs1yTKfJokvTH4PX6iXMf6usanbZet4dzKKJYKOCZp5/BkcOH8fJLL+HQwYPUYSHOf5747+I+ZWOZ8mdZNsLhCJRWV9eArOZ+W8P+/QfxwrMv4akTz6KrYxvauM7pVBb6dM3tW7fpoEzB6zVopvM0FHZx3eYxOnaXMhDD8eOHcfLJozj5xEG2sTC/MMUARxVeeuEkQmEv7t+f5N6ZQz+d5ksLS2hsbIG+wvrk6RM4+fRxHDy6G5lCAl6/TROiyPlOY6BvBLGNJF579RkGvp6mo/Y4fv/3v4N/8S9+A6cZhMnwIgfK5ZHDx/Haa5/FiSeexGc/+xqOHD2AaJkfbe21aG+vx5EjB7Bvzx743X4UcxZWFjeQz1p0xsXoKK9x9naaTquRkVHq/QidnBtYp+Ps2vVR/PKXZzE5OYc7tx7yDHCjlQ7MFTrWLKvIOU4jkVxHgWdDW0c99h/q5bnixrauKtQ3hXHp4jXqhAGc//g2fvLjN/HdP/8RJsYXMDO9Qt5l4fEG0dTSRp3KefKc27lzF6Sf7zKgFosn0dHVhRdfeQnbe3dg/8H9DCZUwVg57Nu/E+FogHyyUV7uceRzeTmGJ088jdrKeljkydpaEqPDa8jQ+TAxPUpdM41FngNj1MUJnoVTkwvUce9zbRcoGwMYGZlCjsER6TZ9Iu4v/vInDGJfxcMHt9HYVI7TTx/B/Qf9ePfds3R836XOu4vKynLnDDt37iMMDt0nPSmHJ0cP70I0GoSPOkZ76Xd/7zfxzW9+GYe5xrY7hSPHu/Fbv/0cdu/chio61Zfml3guWnSKd8O4bKS4ruUV1WhoLMfaehJ79+7Hl+g4f+6FF7C4soTVjRX09m5He0crxywgSd7t6t3NYEAvgzb7cJwyWF9XhX7qxhHu72gkTJ1UpJy76JhOOWu8uDCGru31dKxupyxWM/j1Cl5+5TU0N3Xh5q0+6s/bmJyegxzIAZ+H/bLweqtx984wrlzuw9mz1ykjScrzCN9vOmfOXQYPr1Fva0/PMnBTNDb2cE+5fWHiWcED7oFUsshzbJoB9vdw/fpNDDJobQoGVVVVDBKMcT0WucezDEDUYnJsHpUV5XQCh7nHVlk3jD27d6GpsR29O4/i4f1RVHG9FxdiaG7chqOHmvDKSy9g9y7KSnUZopEangur0Cev7zL4n0xaWFm1cOfOIjI5kHeGjrAC3n/7Bt585yZ+/osPaQfX0DnsplMNiCXiCAT9WGeQfmpiHn19w/D6bOq9PEaGJ/HeOx+jQJmJRMrgdgH65Odzzx3D7t2dyGTj2N7dQt2Vo1zlSMcSMjxvM9k8ltdi6O9/QDquI5FYQyWDtStcVwUI9AdDTxx/Elev3kSecpCVU3x1AeBZ9eZbFzEyMsSAVAedvxt4553z+MXPP8DQwAJuXB+CAkkjw2NIJDcwMTWC+cVJ/OZ3XsZRylvBsM2td/HqZ/cziHmUAYQC5SzGtRiHl0GsO3ceMGg7TBncTr1axrlOkIYJDA4OQAHhdCaBfft6MMdzrO9hP3mygfIKL65cG8TA4F3ObR1lET+a6tspaxkEwkXo03fJFPn73mXaMDbP1kF8fPEdwE7hMIM/d+/d4LlfgS9+6QXs2rUTp04do22Yo56foOxN4ead2+jZsROBQIRHkwtHj53A08+cxte++mX0bN+Fuekl6scNrCzPYXl1ArfvXcLzLz1Fud6JVsqD4RrPMGiTjK3gK1/5Ar7w+Zdw7/445T8EF3Xh6ZPPYDt1zNGjR9BKPdneWY/a6gj+2T/9FtobO7A0v0j9EqH+DtLOXYPHNsgzAGpzLWYYcJoaH0Y8vubw+x7lK0NHoL4dwucJ85xsgAIkXd0dOP7kTvTTZrx+7QG8vmo0teymLXOGuiyIrq69qKmtxdPPPkcd/xJlxcbQ8BQqqluoV4OYXchienadAdNxtLS3Q1/5W15ZTjwBwPLgnXfvoJiPYH5pCtdvXcUbv3gTH354Hg/uDSG2nsba6gbCoQh29uzD7Mw67wJ+LC2uUo7GGdQZ4zquMVA9gvLKCG2sB9i2rR2hUIBBu2GMjoxBfxwYCIQw0N8HBe38tG1PHHsKne078P2/+pA20l1EQiGuT5HnbIx7roX2bzm2tXei7944khtZWHkLl85fxscMUE9SLuOJdeqiLC5cOM95eFFX24jpyUUGjgqYnJ/DzPwsOrpaUFUTpZ34FsZG76Ki3Mb4aD/1QI42/hh1QhAHjuxEY3Ml+bsLr7z6snP/mJmaIy0W9KnP+dlF7tUsBhn4nKGOPXLkOFpau7i3bYd3o6OjXL8Ybcn7GBiQnF/G1Pg8+vvHyfcVnP34Oj4+fxWDQxMM9JZzD7oxxsDw/OwC9U0tfB4L1VVRtLY0Y2FpgXIaRj1tt1c+8wp+7x/9NrZta8H6RgKr6zFCivLZRxtkgLqulvMH7egV8LqDRCKHjvZu8r3M0eUnThzFvr29PEu91MnPUofEsEad0dRYieeeO4D/9p9+E95AApevv4XhySt44ZW92LEzgi9+4Rjqqj3OfTAdB3q6DuPG1RHqiY+RTK0hk19FMGQgXVJRXoPbt8dpj3U4eyAYDuHS1WtYT6SoO2bI4xnqNJuB5yAqK6q4rtWUfRsPH4yikXtrz65jkM6dmdqgHZHF0tIi5xXFiy+fxsuvHkJ5tYXWbWG88tlDCETTiGcmuWviGBzphz8U4Ho9h29/62scu5PrVWTagc++9hLtNQv/t3/5j/Av/uj3eObug2z6lpYW7gUbWRpqiyvLSJFpae61h5TJdDrJsec4pyx8fouy7qJOX4fXk6Y8FFFbG0BZmRuRiEFVRYA8tnHwwE7s3r8XGVI0wsB5gnek+eVFjNEmvX3vAf73P/kL9g3i3p0+3LhxmzKU57r1Y7B/FH0PB+Cl/Sn7vKG+DouLi7y7TaOhvoZj1cHnDSMRTyFDvRePp2HgQjAQQTZtYWFuDfp6/dhGBgFfGfVDFfTNABcoY2fPXIDXFUJ1ZRXt0qIjGytLNlZXwDVrRse2XtKbxFpsmUH+GOKpDHL5AoKRCOdWhts3H/BsHsTtW+SvL0IeJLG6ukj5W6PdcgfT1Fdra8vcb27ywI/m5gbs3bcH9Q31lNsA5WuNcpZBPp+Hj0FJr9fLdhHuFYM9+47gzt0hyscgLl+7i4eDo4jxLp2lP8IXDMAwaBlLxrGhP+aLrVPW4ig4ASlAn0IAA2xel5vy5EKQuH1+D+fkh9fnpg3oIrhh805iLEOdaCB/lMW7lvwtafoSBMrnuO6OTyjNFsBjAAAQAElEQVSTJsoiXC72ZbC0QDpk+xdo/xcpIx6Wud1u6D3FwFGWQTljgDTvS4lYCgnnD4aVpri2aeR4388w6KW2adrBWeEnHuHKcUyVx2IxrskyZW0JCjArMLLBwH4ySRwcQ20EGcqlQHzU+OBjjIFwiS4v+Sr+BhnsDIVCUBBTZZqLwLZt9oBDe5Y0CZdoUF44jTHkqXHaCKfGUL3apVJJ6rM4RJsgzkC1wy/yUO3UyWW7HNxplglEs9opLxylVGOpT5Y+mUIxD3BIrYkxBkrBp0geqY3SEqiuNA+tgeasd5WzK/sarpsFj8cFN++ULq6h+OHj3dYY48ifMQYOT9wutnVBePQuUHuBMYYUwGkv3mylQxV6FygvMMbAmE3Qu/povuKdQPPV3JVXP4GhhWjbFmmwYFM+BZYNFMiPXC4LtREtAr/fv0kz52OMgc11VLlFOVY7jSX84vfWNVGdoEhego/62Jbl9BdOyUeEezwQCPBc9ZNvXocfasfmzvy39hf9mpvKNLbaiW9aB/HRTZ56Hsmg+K42mruGL9FsiFj9BaJLaZ73qBz3SZF7DQwkckvTBi0gQz2Q5h1ZaZ6+NLV36onQzT2ocYVX4yjVmETvrIXF/S76BKpTG9VXVlZS94Q4V7eaOqA6Y4zDl63twUf05bhPNbbGVL0xXD3SwGqnj8o3+eB9zD/hFKi9xhWoXYkW1QmMEUfg7GGNlaeO/ASvh3QS3F4ntbn+lu2CRX1nuz3w0P/iAH0egUDQkRHhF60C27KdMo2r8VUmOZG8aCzwKdGgVGBTtgTqI1Be5cYYyqqLe8xy+Muuzo8xxuGB5ikotQUfY4zTXmUauzQm+JTeS6nqNHelrHb4oTpB6d2YTV7pXaA6tReU+iqvctFdaqN3lauNMcah3xjj0KZ2xhjoKbUr0Lemtlp39VO5QGUClSst1amv8Gj+SgWas0B1aidQP/G/tIdUJxBu1ZdA74LSGKVU9UVuDqWC4iMZNMY4c9J4pbFLeNVG/QUaX6n6ClSndsqrXPUClQtU93fBPOab5GPrnDW2MQZ6jNlMi3wRrq3AIufHgP/YzphfTR9Ny5EB0VaCEo7Su1LRrVSwNV96V5nmJFBe5YI87RvhU75IvaO8AKQJjx69l+BR0a8kxmzSbVHXaO7ihUB5gdbDGPO4jzEGxhjn3ZjN/VTi4afbOo22/DLGOH2NMU6pMdJBTtb5JZ6VaHXmxILSu9PgU7/Y3cH3qWKnzBjDdHOfiy6BMSozj5qbxzJgzGaZxgKfranyoqVAWgR634SCs7abeUkI9d+jvmqvcqUCFvPnkzFUJti6lnov/Moasgt/RLfAGMP5fAIW3y0DCFz85eLd2/0IbGuznE2IYZM2YwzzcHBYluXM3ZjNMvDZSq/oYpHzY3loLOpgUCc1UqVAecu2HIWap7Ip0Lh08fAU8Pyj8ySNJI1FsomGjAdeGjA+vw8eHq5qu1WBWCTIcBLCKSFXnRS88mprjHEUNB49GldCpwNBRoBolLAaszkh4SmBMQbCL6FWOy/HV1vw0TgCjcNXZy7Cq/Zcb8d4UJ3mu5UOY4xj3JTKhFu0CAI0RAQy3kSn6FDwM0UjWIakDGWletccHdzcyMIlGkSbaPQH/I5Bo7zoFl2qs20LLrcN4SYZFMI8DfQscjRAFLAWZImPtghguWAIwm04Ia/Lhs/jhfAVKGwZevlyNErydEAYuClMbtgWwbjYzo+QDmSuqYKnhWwKHrsIt51HJrmOTGKVjos0vBZgeOCnaejrU32LdN7L0PZ53Gior0ZnZzN27+rCzh2tvLR3YvfuNvT0NmLXzmbsZNq9vQ4dbVUM1kXR0lyByko3LDtOx8oiL14uhCMBtLQ0orGpDp2d7Q7f43ToTk1NO46wLOn3+AJYpyOhf3AEA0PDdKDPYnVtg84yGqEoIhqNoK6ujg7/FtQzEFtH8FIWszRSx6cm2GcQa7ysiHexRAJFY6C/isvSwagg3PT0NC+I03TAJMjnLPKFHFlrY4XB3b7BPjpD5uAP+qBPBl66dAkPGbRUkFJyECAPdQlaX1+Dy+1GNQNfDQzolZeXM3AWgz4ReYeBpvn5BToJs7xk5pDi5bVYtOBx+3mpWnPe47w09/UNcM6T4PmJxsZmGoER9snBx0uj2+1Fgs6JtdV1uGlcNTe3oILO4ZXlVayvb8Dt9jj1+v/JlpZWiDONmZlZXogSxBMmDj/rk7zobsBlubF/3360trby8hxl2Tr6+/rx4Qdn8Nab7+KDDz7C9Ws3cPfufaQZbNMYc3Pz0CdjDxzowb59e9Gzoxs7duzA4UOHsX//ARw8eJDy0ITqqhoqIYtjJQAUUFtXjTo6CnTZq6iocGRTl+4Wjt21vZsXQM4xl+d6riGTLXBNc6hh0FufMApFK+ByhWHbYQYW4vjg/Qu4fvU2ZqbnMTo6hgcPHjq0Z7M5uGw3XJLlfIYOxhY6Yyrh5jtQRHlFGV544TSePHmUctaEZgZdOjq3IcVL4PLyMoMZD+gEe4jm1kbSXmB5iuuySoftGGmvhj6NkkiuYXV9Hvv270DHtkasrM4gR2doJptEKBzgetWjhY6wuroabNvWgZ07u3HixAHyZgcdAzHqmqKzrmurMQSDUcp/nkGFde5Jm3LgJd/qmHfxUlHE8NAYLl+6jo8+/NhxRMYYPK+uqMT0xBRu3rpFJ9w4HYFZHD16FKdOn8IeBrf0aSytD/i4KYce6vW2tjbuh00Hh/ToEoN/IyMjziU+yMt3EQYKOLvp0OnZsRs+b4hOzGW0tXZyPY9QNsoxNjqNsbEpctHifg3TIVxD3tbiqVNP0eH2BQYcn+Zcd6Jr2zZoPMm5AvvrlFM5CgLUl7t39fCilGQw7U389Gc/xkdnPsDPf/o6Xv/pe7h14y5WGZhaWVpGP52Qt+9M46Oz/fjBD9/F2fMPuCfX0Lm9jY61F7D34D7YXNOXXnqWemYH5bGKusRw/4dJW4DzWuGeW6NTap6yext3bt+mk+825uYWsMGAnhxQKNqctRux9RTnNYNb1+8xUHedgYQ3cZkBu7WVDTpap+iITNFhtYD7DAzcuXUHfZS1D98XvTecdVikc3ydOujBgz46nh7QkZLleq7C6wnQeT+LX7z+Bq5duw5TNJR5m3ovDKporK6v8lKUx8mn9jqyFAxbMCaBollHXYOf5+oy3nzrdVy6dIH7eo1rEHHmNTe3CH0tm9v2oixqkE54UF9TS4dhBBurSQwNjuFDysuZj84jmyli755DcNsR3L45hHgMlCs39BWNQ4MT6ONer6wKQV9zukGH2vz8NPfSA9y6eZd6cB7pZA4Znh1ra+voaG/B0cP70dBQiVRqA2Ojg2hrbYZtWSjmDdaX11HMGcpvDWU6Q37fx607Qxiho7ivbwjnz1/CnTsTOHy4E9u3tzNgWIX62jrOK0Q6s3SeLuHShQvoaGuAP+DieeBDLLmCaHkAO3o6eJZ0cz+1wcUL5PYdLdQNNXji+AlUNTQhWlGBRc796s1rePPdt/Hjn/2EzrkBLHFPnz9/gXNZgGXbmJyYRIyBep0JPupSnc3j4+Osn4ZtW2hqrsO/+lffxI4dzZiemeLeX6ODsgJTkwsoZA2dkhVobomitob8vHODbaaxtl6kQzmHsvIqOqWfR5zOzjidayi6oIC51+Nn8LmTQZ1TKCuLUC5XkC9yvhvzuHTlI+jTg+ukSfvx3Xc/wp//+XeRYND34cMl4ko4fwDQ0tJER38V6qhDTzx5DG6PhdHRYczOjWN2fhgj4zcRLstg/4EuHDywG729XaiqCjIol8Yi19RrFeG1gWgwDJNzMVC2iJ+/+QH+w3/8c9xnAO74ySdxgPp7fT2BsmglvvqVb1DX7cf09AwGB0YwyWDAxNgs+bHCsybCum2orY+SDmoOnqHJeBZjQ1OUp3uc8zA2eAbqDy/Onb0Mfep4ZGQJMCEMDE4iHC3j+d7JfVBNXU1nji9KPTeFpdU4ilYefQy0zdO26N25h7rlaWyjfm5sbMLnPvcZymIGwyMTGB4ex/vvX8WHH92g7RThmTXFIOo4912Cutggz0Cq/nBlZnIWr7z4Al6lnjh++Bidz1ksMLAyPTUKy0pje1cH+6zgvXcv4NyZ+7h6cZz8ykCO6PfefR8XLpzFiZM9OHikE/spt699/mXcvDXGoNVNLC0WeYa0Iocs3N4gwYeq6jKEKnxI5Vfw6uf34ugTzQhGAMuVhj9oY3RkGGsMRA0NjpMW8Fx4Bvu4P1t5XkgpxGNZjI+t4dLF+5ianEcqvUHH+3kGpu4hyb1gkKYuWMSevR1oaqoFMaOlrRlf//o3cPzoE0inM5TPBgbD3kL3ju144sQx7Nu/Fzr/9Wnb3p7daKK90NbWhldeeQk+v5dnRxeuXb/G4OZFKABTpM1z+vSzQNGDyvJqBsuWyfc8ZakIfWq9nmf43/7tO/iANgKPF0cOPN4sdu1pwz/7o6+gvrES+rTj/OI8A8gGd+/f4R4P4jd/8+t44on9+OIXT0B20n0GCn1eN2W6CvML0xgZGcTExBw2NnL4J//0q/jc519BR0cLyssi2MdzLZtLASaF/+X//YdYWc7D6wkiR70zMxPDwsIGfvBXf4tbdMr33xtGjIGmtrYmPOi7hfWNFZ4PddyD7cikEujSp7MKCQbu2tDbs4cBwof4wfd/hnfffY9BuhwKGVAHbcfq6hrP8UYc4H4aYbDmrbfewl/8l5/g+39xFj/7yVW889Y5/M0PfoyV1SXqjjzbdVC30ZZIJlFf1wzb8lBfVKGc9t8UbdgEy8cnJ2kfNNA+Aebnp7C4NIci5aerq5WB3y7i6MXJJw7hxJOHEC0LoLu7DU899SRmZ+fJszQD0dcZrDiInbSzowzmVNdUYj1ucO78TdoI1zAznaD8rOJP/vQH+J/+5z/HT3/6Fm7eHKbNEcTQ8BK++1c/x23qYJ+/Bj/68QVcuDiI8xdusew+9NXOgUiEAdcGzC7k8J/+8894lixTBnYgHOriubeB82dG8c6bt7Gy4ML5s3348Y/eQjZh4DFhvP/eRawsxrC0tIEx7k/9EZSLOvXVV1/kGtdyLTt4NoeoP6pQX9+IUCgMH52Ci0sL0Lcf9POMKPJ+kkoUUaTtls2m8Zvf/gxiiQIuXO7HgYN7sGv3LvKzmvZlA/lbREWZh3toO+2qNSyuzHKPedimFxt0+Pf3D/GMacTPX3+besVGWo5RC/DyIvOFL71MPB7K9jB29Vbit//Ba+jsasC27dtpI9ZTP+3C+lqGMjlK/bAMr88F2/YiEg3h4uX73Ft7oU+DX7l8G2/+8n3qrxHKSwIcAvokSXllOeZoJ9cyoJ1MZKBAuMcdcmSwqrqOe3oS1QxsB0NVKIvWortrFw4dOIL6mmpMj49gZWmeunYJNdWNzh+P3b77EP/+f/sv+MFf/5hB8CUk6Gzuoy6dnU9QNpYQLa/i3s2SjlS5jwAAEABJREFUjynyNMDzI4VELIOF2VVc+PgGRofnMDG6hGCgGu+8/Rb++N/+f3k25vG7v/tt2qWH4PeFMTYyBQsBpHknyZH3qdQ8CsUlGHsee/ZX4vd+/yV86ctH8Npr+7F3bzdaGmuxzD3uDxiUVXqxsjaPNANMe/buRDZbxOjoKOqbm/C173wH3fuPoaa5F7PzaYwMTCGfyGJmdAZjw9PUEUHqjJ24fWOEtlaRZ4IX4UgITa1N3Cdu8vkK9KnYW7evwO1JI5acxO79DXjx1T345refR1d3M/fLfrR3VOP9D97Bu+99gNm5SerZJa7JMvfDEEIBUN8u4WHfNTz99FHOK4M07RqfP4RguByRikr4eA8PRiOob2hAMORHJr2OfHEDks9kYhXVVQZHj/Tgd/7Bl9HYEEE0YkF3Wos6Sf8fbHt7I/VeBF/55tPo2lmDxfVlbOvtQgXvAcbtx+pGnmd/gbKZRWwjyfWhPoOb52ANZWWJOv8K6urquUeCqKqqxrGjR9DS0oF9+w7S7tnm7JulpVWeW26kUhnKbyVCwTLqzAUkuUdiG2nMzCyQfz4sL61xrSOUty6mAdjGQiQYwsb6Kior3PB6XJCOHB4aRZ52TZQ6NloeRnfPNjRTbyY595yVQjsD95XV9eSVj/saeNg/zTUJo6KyCj288zU11mFnz3bq13JHzy6vLPCsSJOuMNra2nD48GHuiZwDhQLX1uXh3KrIv0b0DYxhdSODzm0dCJfVwKK9TOTIWwY5VxHJbAJriTXKR4b+pRhy+TQ8bgvG5EEFAfBOWeBZVdCmg6EeBVwMOnjp97EM33l59vDu4/V6WG457Y1luD98Dqhtgb4sgTGG51sBcngrKJVkADGZiiNfyEL1m76hHPVoHh6PG/6Aj6kHxhiuV4C6LMQ0xH3kh58BMD/1mo92aojBzTDvV0rd7AfaYW6PC4Eg+4RDXMNySEfoPhwOhxFUe6aWZTm4SbQzfokG+bBEY4o+pgwDrPIpyc4SqEznv2gVqK6oi4aQEIwxNDGKvAu7nfn7aP9qPKXGGGc8mzayxlZqzGaZizwVH0uge5z66F1tBblcHkrVVgthjCHPXQ7toiOfLzhjkwymYFvRUiA/sw6PYYqwbLAry7imefq4RLsxRl0cPDmus0DzFognTiV/Kf8I+LbZR/0tOkpFk0D0qUzfcFTio3iZp09L5YJHw/0KL9TPmE2cRM6fIudQZIrH7cQLgZey53a7nXJjDNRX7xpfYBmLcpzn/k1Ba6Z5aE6lsVmNQjGHDH1wqXQC8cQGEsk49WnGwWlzfYpcU6Uar4RbeY0NPuKD2ijNMnCepN0hP6TkOsbg/fr6OhSwV5lkRvWiQbToXX3UVyA8moNoFxhjoLbim9qrbQn0rv6qM8ZA/cAVBR/RK/pEJ1+dH2MM5/SJnKvQGOP0U3uBcHC6vLMWUKD+AB+Nl6IvSuMVuMc322yuSYH7WbKmNRWdaitYXV3F2toa9W8MiUTS4X+Ke0ggPAK1+3S/Eg7NSW1UL1C+VKZUflDxUeWiQaC8cIo+8U7zKYHetXbiR2kvGWM4xwL3RN4BjS0QfqUCjS2coluQpg5Ia41p98c4rzh9symWpTJpyk6Cc004cyXbnP0oWko4hMfhFfeucItejaVUdZqD+hmjdTLOuqi/wBgDPQWuifAZY2gf2Y5u0ZwEmqPmq1Rrr36SpwLXCI8eYwxlYBMA4+wrtSkB+Bjzd8slE2ojXJuwuR/Z3Pkxxjip2jgZ/tIcRavSEqiv6NNaKLUsG8Z80teYzTy7/wpterd4lljWpvwKj8Yyxjh8srlPhU94lS+BMZ/MBXzUX+0EygtHac9s5vnGyQq/1kqpQPMogd7VVkCUzvjCJdC4qi+1Vap2ArU1xjjtwceYX53r1n7KFwp5Rz7VtwTs5vDLGPM4JbkOr/gLMHj8bO2jcmMMjDHO+KJV4GLcQqnoVloCYzbbgo8xhr/h9MV/5SmNp1TNlG6CdMkm5B/Naev8dD6IT38fqK3qlJZA+AUlepUaYxwalS+BMUbNyJpP5NUY47Qz5tenork0jlK9O0ge/TJmSz+Wqb7UTvkSsOrRz6YMPnpxxlZ+aztjtuBkXvWbUHRoF36tkeRWqeZnjNlswt/GGAevYZ4dHLlRH4dvPG+VV5XAYttP91f5JmyO9/fRpjbsziGKj8cQ7hKon9pshVKZ0q0gWi3+sgkKtLqZ4Q9URo5xIxaIpsh34+i6T9MsPuDRY5UUjAYwxOByu+CiYeD2uEHOIM2LkovvoUiYl8ooLzwRXjqCjgEoo0yKA3zEMClkHS46sJUv4VaqwJVzEDCAIaWt9uwGESeClDpgNhWVk6fSUmoMp8Xdqj4C0SowhhwgEmOMw1SNWToY1M4Y4yh6KXWNobJSvQ5ktRetolk0lXAas4m31F59BGqjVP00H81LC1ik8VCiU+MIdFjKeFZqU1moTG1KwC7O4akxNG6RBoKhcVnkZSFPYz4vxwIvEjk6YGEXYPNC4eBhIE04QD5RPpHLF5ElJHnRiifSUJrJFEC7lMZIkcJg8TLiRTAQgd8Xgtvy0FmewurSEjI0uGzyr0gjLktHeT4Tg9eV5yUsiWJ2HfnMKnLpFdq8SdhgOWnze12I8NJZWRFGKOCGy2Q5zjr8/iKqKn10BPhRHnXB406ThlUYxFhXgNuVpfDTqIkv8U4URyazxgDECi+BRZRXlhHKscpL3+TUFFZWV3jBSbFNFj5/EGVllaisrIHXFyQFNjaSaToFSBsZYCizG7F1DA0NYGZ2Gql0kniWEWdZdU0VOjo7UVVTAxmTwwwkZWh0JJMJsj9P3B7s2tWL3p07eClvo0OyETW1Vbxge3hxjGLn7h6U88KpT3rMz80inUmiqaUeMUYnFCi4eu0WHa/ncfv2Tej/S5xfmHcM4AydEknyVrLS1taO7Qwaul1eTE5O0SE8TKfJKsLhKJqamtHR3onamjpYlo3a2jpEImWkPYnRkXEMDAxhbnaBPLTRUM8gIB2ieV4u5hmYXWLwKZPJc7wiL88ddARtc/qmU1k6hDYwMz1LHGO4d+8hzp27gNdf/wXeffddBmvHof9nFcSqS/yhQ4fR09OLAvdXH4O5Dx8OQp/QnJ6acegdYfBa+7y7ezvKyspx8eJl/If/8H/gvffex7/9t/+ODpr/FT/60Q/o1L6BKY45NqZ+CczPc30YzN61awde+8wLePKpEwhFw5hdmEWG5eFoxFFOeRpmfl5EbbcHPl5A28iPcLSGQSWbcuXC8koSy8txBtomHKf87TsDuHDpKsYnZrG2nqGjxY929mmk472SzoiWlhZ0be9Cz85eHH/yCXz729/Gt771G5xjD3kexvLKCuJcv7aONjQ1NTEfx9TUCi8aa/D73HQOb6c8NKO5tYY4uHY72tHa2YjDx/bh4OHd6O5VWRueOn2cW9Dmuk9jjrKhC8vmHgbq6qoZqG7iurehuroctZRDH3E/ePAAV65cxcMHQxwrArc7gFk63/QX6f39/Y5sjIyMOrK/Z89uHDlyGHWUiaqqKtTX17O9B/Ozs1hgn8R6HPq/nxJ0IK6urXJvFdHY2IgddHbUUN61ZjWUKzeD8EUG9LLZPEK8sAtXmLo8yT0QY5B2aXGVDrAp7p8xGONG945e6veIIz8PHvZT3hvR3dNDp8oyA24Pcf3GTQbL7kB/UDA9PYUYL2rgc//BfUduVsjfUDCMJq5HipcfydIGg0aLy4vkUwIBOg66urZjR89OvPDiaezc3Ys4nd3DY/3Y1t2C/+Ff/wP83//1b+Jf/ff/Df6bP/gK/tHv/yOcfvpZ8iQD/V94eV46337nTVy6fIGyfYd0zVMXLFBnLCPBS0Uw5Oeeb0dLawsamxrpNNyPSDTK+gTlzUs9WEbdFGEgZhwjQ7OYmljEVTpH9X85zs2u4OKF67h47gqdxpdw7uxF3L39AP3cE5MMyHkoo22tbfBQB+/ZtQcdbR2oKK+Ai+956uBcrkgngYX7d/vx/vvX8frPf8kAwDQdcG500Wn71a8/hd/6rRfxj//gN/GFL77AQNEp7N7VjhNPHMBnXnse+/fuxqGDx/Hc019AU/1uPLw3jx//4AMM9M0il7HI/wGUcbwnnjiGV189htOnn4JtDKborB+hI3ugfxT6xNLZM1fpWEtjenINZz68h5vXJ9kmS30coM7NUv4e0rF7GYND93Dmo/c5R67p9WHqiEt4++2PGGC5gHgsQV75IfmKxdfZf5xjR+kU3KAjb5yOOR8SG9Tj6SzPkzQmGHDX/Ld39eI73/kWyunovXnzDpqb2/D003u5J2qwf992lEWCpG0OrS2NrGvAjh3bWH8EHncRd+7ewNmzH5JnywyG30U/HcfTs8uUOerB+RSuXB+jjlnAuQvnuf8HkWSgJVzmosPcOHqgvqENLrcfKysJVFc14uDBAzxDMsjQhtE8MpTHiwzcLi0uMggdRFlZGYMFDxg0HKHj20aKZ2A7g1TpVB7lkVoszeexuLCCHgaoDh/uwUZsg3vyKF5++RV86csv4+ixYzy3KhCPp+CngzbOgKrH62fgYz+6ursRikTQ0t6Kb/3Wl5g2YnJmlA7wABQY3bOnF088sRsT4wmu2RL5G8dHH11iEMOHmpp62C6Pc5a7bDfl1oV333ub8r2OW7dv4RaD+4WsFyODCfzwr88y2PM6He4/xKVz53D8yAH0bmuDyduYHJ1CYi2Fh3eHqDOSqGDANE/DwB+0MDe/SDnox/e/92P0PRzF5Uv38OMfvoG/+PO/gcUxvd4QNtbT3OeDpKcGlpVDXWOEjtZKno1u6vcFBrOS1FlTyJBf2g+Sy2ikHAZe4pzAT37yAfHe5rlpkfYNXL91iWf0DM/eHGX5IbzkVZC0vPaZlxEpi2I9lqOeH8b3v/8jKNgtvZFMJFBf18C1SSEQCEIOzeqqMsDyoa1jB8qjIfI+gkLBhgU3MrR9/LQZRkbHMDQ8TCf8BgO1t9HaVoum5lqkaH8mSa/bHcHIcB43GIjz0IlbpGUxNbWIZ545iaNP7GK/Sdy+dwYzcyPw0ubZ1rWD65zG3HQK8bU8psYXsLGWZFkKPTu34x/+/ufxr//Nd3Dq2W4cP7EX3/iNz+DIsZ1IJNZRW1+NxcUVfHy2n+fnVa7zh/j4zEe0nwLYv38/QqEKZKk7ysprSGMbEnTqrm2s09EbR21tFL29HQxGvkransS+/bs516IT8P7bn/4U77z3LuZml3jGX0fAH8bg4BAdvl6edSFYtuG+q2X7AlbXN7C8usL6Ea7bEsKhCAN2p1FPe+dzn3mW+6Wa+vUOZXcX5S5BXnt5fm1n4GkRCa7Lz396hvs8y/MngdmpNQR9UQZ8RqmHz9CBM4/eXTzrassQjPhQUWFzf9diemYCac7lwN69eHB3EAf2H3TsGNvl4ryq8OQTx3D4wH4EyN9d3R34d/+f7+P8mTuUmXsYmyF+ZfAAABAASURBVJrDcmwBxpXD0uos3N486hq8dLJvkD95uDwRDPWvIp92oe/+FAA/fsEA2lXaBnGeicuLS1yfDfQzuLaylsCNW/fgcvnJkwADNbdps/WT1w1Ipw3Hu851ynIPzoE+XYTDZZBNUllZgULRhY14Dpm8G4FQFLt2H8YAgwtXr9xDbU0EK8vLcNO+31iL486Nu7CMjfHRSVygzaVvBNFcU3R89fX1I5lI0f5Io6a2mvI9BZ2VFeXlqK2uIVTj4KEDPMPrEKDTvaGhFvsP7MEzzz6BcNSHj899hKHRB6iqCyLLoPBzLxynzbcd//m/vIe+/hE0MwDT2NiG5184xvXN4JdvXMVbb97Ef/qz9xBPGrZZ4JhrzvgrSylcvdIHy3Kjo6MVe3bvhMU5wGVon23QfnTh1s0xIF9OOU/g9q0F8ngR58/ex8aqwQr1YkvzNthWGE+ffJm0d2B6bJFnSxHbu3Y6dvXI6ABt9jIYY0jPEv7Lf/lLvPH6L3kmvoH6+gY01NWRjwNYWV7BYdqgf/TPv0W5KafdMYmN2BrPhkraRkMc+ybee/8DvPPu26R/lPs7jj17u7l2tbQdutHW1oK4nM+0IVZX11BWXskz/Cp6duzh2lm0MV6GzrJZ2miL8zNo72jE5z73NPV4L8+HNvKtAqurcZ7ZM/irv3gbH71/l7pyAa+9ehLPPf8UwhHajLQ/jXFxj9ThySefpk1WT9yGOnAZo6MzuHDxGu0vm2c/8NSpU2huagVoc1VV1OKrX/kqTj11irr+JDq3NWB8bJrn602uzwe0XdZx/94APNRlHt4P0sks1jhWJFSH5sYejI3MY3xCgSzQzojyblUF2TUNTXVwe/w8rz+g7F6lXFuoqarA0sIifvKjH/Pc535xBXHp/D3OZQN/++N3sbNnN+9nNTAo4rt/+WPoD2M19o9++Ess8Cyor2vBS88+j1/87GPu7ykcPtjL9bPQ3R2mHqvDytoNnHpyJ06eOIhIOAILebjcBp3bGxmUtOAL53D74X2e0bfw3gcf4sMzH/NudJE6eATRaBkCpBe5ImoqK9HIoPrqyioDvGdxnjTevnEPuk9bniKmFoYxz3kYniFnz1xHMFiGxaVF6qRVDI9wD7vzSCTXcZB6s3v7NsrAduw7tBcev4WGxlryp4nzrMTExBjl4GPYvDs/+8yT3D/neHZ4sUZblGRAfo0l6kNYNvFzHcdGqFfW+ZpDOGjj6ad24JvfeBY93W2YmxmiDC2iPOLFE0cPOOCxgAf37sBlF6kTB2m7teLp07I1DRaWRuDyUGfk0tSHYVTXt5ION3J0YKd4P7OMC/19I7SDEtwLzRgaGuc524+rV2/i5s3btKnj+Ji2Z3//MO2PJaefx+NDeVkFdf0cfAzaNTc1oEBlJZz9/QOY5b0gHA4jRRtneHiI61MA8lnajUlu6yLc7jxsk4Hu7DbPyYA3iurqanh9LurAJDLZOI4c3Y9tXa2orIryjriMDd6Trly96pxNxvI4dDbTrt++rZM6YhH5TAKhsA95+igmJ8cxOz1NuVrGEoPtumdYlgWd4/rjyvHxCUqehbnFVfI5j1QOsCkTlscLm8Goog2uSRpZpJEppLlOK1BwV3/st7Q8x/GWkUxuIJmIMb8GfZsO9BQLyNK+S6dTSDOYkOP9OE+/QLFYhDGGvPJx3QMQLfLVqItt206d8sYYpw58clwftTPGIE/eCm+S9/gs9bfSDPHnaT/lOEaM954UAzPCaYyBy+VCnuPKv5BOp7lmOefdGEPMQMqhL0VeZjivBHm7jmw+A33bkO40GfoMXNTBwiMaRKNA/jUfA6Be8kh5IdM4amPMJm6A1guDFVvHzZJm0SJajTEOPaI3QXtKoHrRrnqB+KV34TbGODwxxlDGxN8sNH/hVyo8yhfolM6RH6LT6/Oyj009KFlzU97clHluEgB58rVAGdEYAhY5/Cd6Bz9Iv21bsF0WLNsQAA9tgk1wM++hDeZxcILPVhx8dXDkOEaO6yLQvAWiUanWTeWanzEGFuVS8xQPVJ/Nbq6V8KpcoDqB+um9SDlTXlAqL6XCKyhS5pQKlC+NX2BfDwP8wWAQoVCIOi3ogGyM0toq1bvqA4EA5+qCIfsKvO/mJCfFPGUyixz3tPCJ9yX8xmzOyaZcS34kJ0oFXsqNQGWatzGG62ITv9tZA9EqAB/1Fx1qy1eINwLlRb/oKuFQKvxqq9QYw31I+h6tgWREcqZ9olR8Ex8FGk9QJL8+DRrLGPOYxlJfjeHxbNKczWSps9LOeOpvjIHqNU/Rr1R06Y8VxFNjjCOXolnlmqcxxpm/MZup6lSuVDiVCkplxhjo0TzEE6295qK2JSi119y0T0pzV15rpb6qE+RyOZTe1d8Y49AjHG63y5m/MZtlxhjnXbQI1AYGMMY8LrcsG+YR2JQDgfCKTtGrTz/r3RjxokBZyjv7RrRoHmonepSW3tVvEzbXVeWbOOA8aqt6peoryD/6AwpjzGP63G7uYcq/aDJG4xchXBqbrw4u4RU4L1t+lco206JTo7xAemMzZY6yJHxOg0e/jDGwuNeNMdBjjHFoMsY4vC/RXaJFuNRebZWKXsmVUr0bI9pVC8pTgVB0QON+GjZbwRlPfQXgozFKwFdn/cQfy7IdGd4cz3LoVl51SgXWo7kYYxy86r+Jq/B4LTffi07/re1VrvbGbPZVnU05gQGMMZ+A9Ukejx711fzEp0+DylVPjgAGzmNKGb6pjlxC4dH6lNo75VxOpVvL2OXxj+oEpQLRKz4oFf1boVSmVKB2xpASgvoLT2kcvRvzqTrq6FL91rbKC1Qn0Pw35TzvyJDykqMSqF6g8hJoT6ivQHVKBcJbAtFUgs2y0htgjEHpKfUrpUXSTTaWqh+nxpjH/YqPeK9UoL6iQ6C8ygTqbMxmP2M2U5WxO0rttvZRnTHm78iaMZtlWgPLkSeAxKD0GGMe99EaGmOgRzSUxtG7MYbdNkHttK5KBcYYNXm8/0SX+K1UOD4Nwv3rQO3UR31LkKdNU9gCedqXOUI+l0GRdqG+kdXmvDS3Au2uElgS8hw75mgYaVGMZcGmUcdZOMRafHcyj36po4wjHQ46JHTYKZVSVZ0YqANNqTGbE1ZXTcQY4zDR5iYWqI1SY6SkipsLRsNKbYUrT+O0JKTCr8mqDHxElzGGZG5C6b3UV6nKBMZstjFmM2V350fzVDu9KBUorz5KNZbG1VzloBForipXvTHGMUp0YEfoOJWxpINc81J9kYGiEs0y2NLpDBKJJNbXY0jEE5BRoPoMjXR9xVAiGaMBk0KOxlOBl9WSQa/xszQgpLBcbhvir8/vgS5Cene53DC2BzBe2LyYW8YDixc2FMhX3hwLWWLL5Hj5ySJLGiQofgZ3IiEfWhqr0c0LVBcDRo0N5aivi2BbRx0DVNVoa6lAVYUbAV+azuYsQkGDYMDlgNGlJ70GY5JIJ5d52VzgvGZ5kZrkxW4EoyP3ebkawczMqAMjQ/cZFLiLZGKVwRo3qiojXOksbDoyfTTEy8rLEAwH6VSNwPK44A364XJ76MyIcp4+OqBqsWfPXhw4cJCXvqM4dPQIDh05zMtzC51LeczQUTIxPYGxyTE63KfoBJ3B/PwsvDTAqiurQLuUzokR6P/nmxgbJb0bKOeYXq+HB3uWzjMv5S9HZ9MiHY79vASOYJUBoLJomAZwgLQYtNHR3thYB9u2MMqg4SgdKfMLS1hamoeLeyYYCmB4dJiBiuvsP+6AZCbNQPfDh30MpF3HFIOUG7yIzc7O4cH9PjpBr7BsDtx+5GuYS2xhjU6hBQZMBfNMx8ennMDmEAObupTq6wzn5uZQFo3g6adP4RQdOIcOHWFQ5kmcPv00du/eg6amFnR2bkMNHXUuykeEwVvbdpMn81DwTvDw4UOu1QyWl5ccmdqzdyeOHz+EkyefgAJyGcrcLAN3588M0yG/hsmxBNZW8lhdyUBfNSfndEVlFJFoAC1t9fjGNz7LwOlp7D9Qh67t9eje0UFoR2NTNYIhD+bmpqH/W0efTrl9+xb0qQiLfGtoauJFOIO7d8Zxjs6V9967jg8/eoDzF4bxyzcv4Y1fnmFwZQC5nI1AoAzplIuOiBR57sLC/LzjKDl77mPcuXuX/DyHM2fOYIIBpnoGIKPlUTrpN+jgWEIlnQeHjx5FHcv1V4WRSBj6tEyegbCNjSRmZicB7rsCFeahw/vxhS9+Ftu2t5N2Hxqba9HW2QS3z0LeyqC1ownhqJ/9447jZmRkGPrLTwXtYwxSVtIRW+RBZyh43d3b6Oipp5M2TDnzU84Kjh5I8TLuOAB4QWppbYaHBmciGacTq5L7r51r2IRgMIQBfa3f9evO2knX2JYNm5f3hfk5Kvc8mpubeFlPci8aNDQ0UF5D3IsbTvu1tXUsUEY7OjqoW7Jc62XybhkT4+OI0zFR31SPltY2lDMQXUlZsV1uyv8QLl6+hQ8/GiVPx+gUnwF4eGTzOUxzDYdHx/Heh3fxp3/6U/zspz/Hu+98RPktootB0kOHDmE/HV3RsjJ4fQHKchwj3CetbT3YvXcHnQh5WO4AeVfpwNLKGvkbRi8duv6AD4Z7KxIpQ5aH18LCKh38D3Ht2g3Scp7yMIAHD+5x7hb500q5C8LtMQgEPAyYfxWf/dwzqGbgurySeozzcvFCvs4AmIcXykOH97FfgTL2AOOkZ5JBVBQ9qKtrhtcddgJCnR3diITLqeeimJqcchw2ldFyNDU0o6N1G3Wgj3o7iWPHTqCxoYkO+TuUxQz0KZQ7d+6xLgXpAz8vw9u7WuDmGg0NPSA/etDUXIUyOsXb2uqQTK5SF28gyj2BbBJToyN0Rs/g4b1hOu5WcfPGAH7wN2/h5s1ZXL46gRs3R1FdV44/+Kf/EE89cwI9O7vx3EvPoow6NEAcc/PTmJ2ZQ5i09/bu4jjVuHKRjrnrfXBbFvweFwwvOXVVURzYux+/9ZvfRktzA3bv2YHPfOZ5HH/iCA4d7sYTx7fBZeXxwQfX8c4772NkaASjDErleX4ABi7bRT00gwE67/oZaB/SJ4lv3cKdO7fRT/324O5DvPGLt/Deu2exs3cPPvPq59DU2ICRkVHHKX712kU6z+cQjQaxsrLErcYzJRyCzs5QuBL1tW3Y1r4L1ZUtmJzIYm09QydujkGgLOXC7zjCW9ubcfDILtTUlUHnsNcTQCQYoYMthUzaQk1FMx2QceqWIdwmPTMzM0iTx8Njg7h25Qr0TQH37t+n3pvFX/3VX+H8+SsYI/+vXLmEcMiH5qYapJJpvP3WB0jTSV/IGQYGB3h2TDlf1be2GkMD175rewf27dsHF3l75vxHGJ+axhoD0GsMgvX19+H1X7xB5+MgfvGLn/M8uIadO3fw/OrlvlzFD//mh1hcWsKrr75K/X0E5WVFyooFCy74vH5cp1M14Pfz3JzleTKFULgCp6jX83QytjRQQhxSAAAQAElEQVQ3Ir5aQP/9dcIqz9QVDPbPIOivwuHDT6GqvBGL8xuo416OhsswM7kEjzuC5sY2BAMR7pUAZudW4OW5t7S8jtbWbu5dH/dpBjPTS+RBFdfzAd5lAOMXb7xD/WKcdV9ZmYXXX8CRYz148ZUnsKOnFh5vAatra1zfeQbhP2aQ8Ap1zTqqKpsQ38hxvADfEzhyZCcDc0144aVD+PyXnsD+g12Qbogn17CfASOdITt3dwOU1es371JHRlFZUYny8nKsrq7C6/fi1FMn0NHZQR3TjgJs0rrCcSfw9HOnceDgfkQZxI1GazE9lcB/+k8f8Azoh8sbRKQihJ0HdmOaAfTh8XncuzcOfQLUwEd9cRCvfOY4du+vx+nn9+I7/+Bz8AQKeOutNyHHdHVlHcoZgPZRf+zb042K8jBqayrQSJupwLVw0VGvPT7QP4R//+/+Elcv34P+kOHh6E309T1EPL7B86+NcynHrl29+NrXn4ff76YzdRm+YJ55F2TbSb8NDi1icXEdzc3tPB+KaGqqQpZ24dtvvUF9sYGPz76PN998HfUNNdi1uwNur41cIYfmthaeg350tHWiprqRuuMu5ucWEaTjrpP8ctP+6e7ejvGJSQTJozmeBTOz87BsF5bYrpZyUshk8bnPnEZDXRSx+BK+9e0v4anTT2DXrp3o7d1NW24GHpcPLU3bKVedSGwUENtIUzaK0NcKd25rwlGu8csvPImJkQUsLuVw9/40Jqdn2fculubHECYPBx+Mw+0O48zHV/CLN35Ju2kB0zynYwx26tN0Ju/Cj354Bjdvj3H/DiLHc3mGNOqcXFqexcuvHMRhjrN/33bq2jh27OjFvn3HGcB6CXOzMc47hqHBSfz4hxdx4+oN2ior+NnPztJ26Mfg0DQuXbpN/RxDpKwOgVAVisbv6BXAg+mpFeqPIoKBcp4BFZTbJeqXDOVuJ6pqgzh+cg/qGysc3ft7//C38MSxY5if2YDfVY2P37vlBMWKjAhcvnAZtrERJv8bGDCsp60xz8DuzVt3MDk1h4MH99LGbsXJp55BLJHD9Wv3cPdWP85+cIH524jHMkxv4id/+2P8xV/8KT488wa6e2rQsd2HjdgsZcbi+bMPJ08dZqCrFX/0L74CUHOMTc5yXhXcq2GsruRo5zN4k3FDwZPpySRTP1YoX1VlDdybNro62xENB7G4MEdd/wFlLM7+IWTotD3P4OBl8u9+311Ey/3YtacFTz9zlPtsN5YW57iGOXzw3iUGXG/h6pXrmJ6Yg+4dX/3yN3muGczTJhtjcOrS5YvwMRCwe9cuvPjiizj99DOU7xau0wL7XcP+ffvQ3taMoeGHtPs+wCgDsCMjQ3BRD1RV+dDZUc49X4c7t+eoc+toJ4RA5mJ5fZk2fxZf/upXUDBFuL0eWAwE79qzC7KV8rz9Z7J5XL9yh7yIUdeFIX2SptN8YmKcOvl1ng03sLo2jfr6Cgb9bqC/bxjxZB6bge5ZPHh4B7fvXEcDz6/jxw9BZ9Zf/+B1zFEeFeBsbmnDrp27UVfXwL2QRCKWRS5rwxgv70sheDxezM5O85ybY/0ChobuM/g/hqbGZuzs3e7Qc/XqNWysJ3Ht8l0szK9wvxcxNjyHS+fuArkQddwqbACRUJB7LU9dkYHHF0RLSzv1eBgetxtulw8T3NvRsgCee+4Unj59ijpyGzIMLusPYLIM4jTU1VA/X8OdW2NobWmg/RfD+++dZwBvinqggMtXBpHPFfCj77+DI3sPwi5EcPHMTSzOrOAB7Zr1lXlKWAr1tV7kMkvobKumvTFN++Q6yitDeP7F02jrasTXf+PzeO7FV0hjAEsMVE4zuFZTWQWP7UJVVSVlbQEJBuhaaEt3Mqj9z/7wH8BH+01fzf7gzhCGHi4iHQ9xnh7OOoD1jSLn7XLm2NbSgTTP5Ug4TB0zignaoOfPnyPeChR4F33m+WMIlwXx4UfnuM+muY5NqK5qov6Z4jnRj7JImrZhAeO8H+pT625XiGtQgyKD3rZlU7YCDG6lKQ9V1P1eVFcEWO/H9s4GdG9rx9zUOAKUs9jaqjN2gb4JfVvMKvd2S20UieVJBN0pPHm0HU+d3I1XXjyKJ47vQl1NiPI+Ch/vuNFolPMCXC4PKsqquE5dCIfKKRNNXOs57sEUFOQ+f+ES7RTKDe+Jhw4fpoxR9qlP1LnI4EoytY7KqnJ87Wtfwje++WU89/xT0Dna09sN3cXS6QRqeC/btbML0YgXBw9046UXn8D2rnrE1hdgikUkYynawnewtLQMt9uFfD6L8fFh6v8Vx7aqromiiAT1Y45n2ZBzd41tbODixSu4des2/LTtq6tr4fcHUFtb55xZ0UgELc3NXJNKhMJ+hLlWoUgErTybAPK0pgmnTp2A1++GZYG4DVxuD/V8Hh6fBzYj1C4vK+wCnf0pZHNJ4s3C7SmSRgCcuzEGbpv0MniWYcAwS9gMFBTYxsX1zCNHp5fmU6QuA6WjwLUqcs7E4PwYY2DbNly0zz0eD/WDl/vVw/42+2Ypf2lkef+wLNupY3Pua0NaCuRJ0aHdZn9Bnrh1Pgn0LhBeixMsjakxdB4rdXPPqr6UGmOIk1Tyrlh0IM+xig7kuSaaQ573LrCVcG729ZAGi20M9BQfza1UJ9wlOkr5Urs86c1kMrwLZrjmefKr6KSqd7ncDh80jnAWHuHdrHM5vPBRnwunMQa2SzQUuU5pZLIpGKtAKCJHuvOkuSCnBviQTAdfgevK8XO5HPmbdaDAsq1QJA/Yw6lTu008Oc6+AJfboizYsGzjgMtlc81IF2lykRa320X63Y/p9NOGLvHc5nppXsaYzbXnu9vtZn83VA4+okPt9V7k3AXGGKe9sQxUjkeP2uY5lxIYY5x2GscYAz1e2jwuypjaJhmUj3E/C9ZoMwvkL1C5bMDSmmjOaq/+Gs+2OF/L4vyLKuJ6iYdZvhfgpQ8vEPBRt/igcYzZHFcNjdnMaw6q07w0X9WJZo2zWed2+qs+y72kP/ASbaJL9WorH9bq6ipEr/rluPdyXEPRrD6FQtEZ38v5Co/4HuG+l76TvGh8gU2ea07GGIdXny4DnwLlQWMKlC8rK3PoY5Wz/9RfY5T6ikbRIB7Ktyq6tRc36Us7fdRWNIkW0SBcSgXCZ4xx9pIxxpmH8Ftcb2OMmjp1KguFQtCcSntZZcItKOESj4VTddJ/5bzDqJ/aaD6iVUiN2cStvEDzUCqwLcuRS+Eq4cWjR+/is8+7ue7KbwWNq34lUN1mmeex/IoWgXCpneoFygtEv8CYTRqL3JOiXaB1ydOXYEyprujoD9UJ1FakFrl/NFeti+RE66EyY4zDT2Oo99hG5epnzCflxhihoKyXZL74uI8xxpnHVvqkG4VbIPqEbyuoHHyKlFPlS8Ai4gXBPIYSPepffDRv4TTGQOOoPO/otqJDX5FzYIXzo/xWUNsS5KkrSnXKl3gj/ihfoK5U+SYUHLlVX70r3YS8M6YxxqHXGdT5ZTZ/byk3hmUCp2bzl3AIXwn0XiRPlJaAimWzMX8bYx6PI9oL3Jtq5+Q5b6Vs5vwYY2AZC1oX8FFdqa2D81H70tibae5XZEftBeqreuW3QqlM9VuBwzl8UZnyJTDGOFljjDMPY4zzXvpljHmshyT3Au0JzUFgjHHmo7zAGPNr8YCPMZt1zD6mRfQKJDeirQSlOanu1+U32xUe49l835Q3wKD0qLzwaP2UN8Y49GoOJRDdAmM2+6ldYes6bsmX6pQKwMeYzX7MQntDe1kgmRWoLJfLOnXKb84p/1h+NXdjDIwRwClXG6evs48+mafoUp3GFs0aU6B3geqVlsqUClT2aVBbQam81E7pVlB9qZ1Sja9U5SXYbF8EF+Qx8HjgXFi2Wen8tmAAQ+Ut5msCAiERUjFNm115MUqDbIWtZcYYRzC9vETq0JJgChcePcYYp76kxFUnXMIt0Jgqs2kgiRZjSBhAgjeZrTr1FaitFkMgHKU6Y4zTXmVqU0qVJyryYlMg9S6waegEeVEVvcKhMuEUiCbRoXloTIFt2VCqtsKn+Zd4pANc/UqgcuXVJseLKmDxEuBDyB9FdXmtc5kKBcMOPo2bo4EiejWu8psHFo2oggUULc5LtDNLBW+sIjcNMbJKUXLLNjQivcTl5dVBbdXOAFzcAjdblsJe5MXCzUBsNBpCXU0lWhgULGMwCMUUAn6gmY6i5sYyVFf4UFnmQX1tkJdRL2qrPait8iAaysFlJTmLJC9k8wxI9KHvwU3cvHoB48N9dNRM03HLSy6d1rO8eJIkZNJJTNCpMvDgPi/ScyBV8PLyEgmH0d7RRqdAIy9NWcwwQLO6vopMLg1jF1FWHsFOOvLat3VgPZ5A/9A4phl8XGNgJFJWjtb2dtTSUQXOz0eDWbiqqqt4GU0y8DOFkbEh8sPlXObcthu2sVFf14i9u/fR4VhLOTC8BPrpkAg4hpqPF8M4L/kx4pfxUVtby/4eLC4u8GKVQijkx44d250LrBy/FZUBPP/8QTz77D707uxAE4NZrXRqRqMRVFRWcIxqyJhsbGxEPB7H4tIiLwc5XvDrOX8fFnkBHxkeZWBrFclEho64QTp0buLy5St09t6n0Zpg/zLU1LA9jSbJ0cZGjPQG6Uw8ii98/gs4+eQp9DJwsm3bNtIXIv4MZcLmnCNQ0EPyU1lZ7Vx0W1vasI8BrpMnTzp9KisrKU8FyNmhwOOtW7c45gYqa+hcMMAsg9CwczDGQyfTIu4x6Pv+++8yUHmD56JBY2Ml6usrGYzpZvD0ebzw4ik68ntRVuHH0eN78PVv0Knywkl4fGBQc9gBOdf0VcjT04ucK4OzDyecAODgUD8uMZAxMjpFQ9WDzs5aykYVwhFwPgbxmEUHVor0epFM5ehgSaKG67N//y5so0NwfT3GecwjSUeLl7zq6NxGp0kNlhgg1v+j9d7779HZNEH+ZKE9OTExAZuXqBAH8Hjd2E9He0NDAPpKRl/ATScriTYFrmk9omUhbFAuBwf7GNwZp/gWkOJ6riwskq51tHPN9+zd5chFIhHHdQY8L168jOHhEWjNdSkZGxvF5SuXWXeNfBij82LRWa9gMACbl4toWQQK7KZScY7ZgIMMDGzb1km5S+Py5csMJt538E3S6ZxKpcmHArR+0hFrDJQuLS3QWTPD+ScwMNiP9957j3K1zLUziDG4o/3//6PsP8Aku5LzQPQ/N12lqaos7311V1dXe2/QDkDD+5nBDGY4jhzOUKIRKVISJUq70tu33+4+vU/apURxuRSdSI7HDMzANYDuRhs02leb6vLe+yyTmZX+/f+tTqAH4n7f20QFzr3HxIkTJyJOnIjK6hoGOPStzhs3bjJIM2HjSPEQTdgBAwsFhUGUV5Vz7/ajsbmeclBIvQvBn8s9cCSgb3uvMjFQUBQkv7bjxIkjDOKcwJe/8jCfj+Hhh48yUbTN5jEn4fABcwAAEABJREFUZhB9Aq+98TYDpDcZvFpk8GWQ6xhFbe0mBoKPIi+/EA7aXidtfQ11Z/uObWyrxQj35uKFSwyedlLu+nH2dDte/ckFJijaUVFejeeee4jyHYDoyM0LQJf26bkZ+0+Wnr1whkGgEuw7sAfNG5oZtK2mzrbY9oXRI+zavYX6+jAOHT5MHS1h0Dxg0zvQP2zbg/z8PIwOjSLX50d1ZSVWeOGdZwJmZnYSoyODiK1FsZOBxirSkUlmkIinEGSipauzB8vchwKuqbFxAxrqGm078+wzj+Gf/fNfR2FhHn7601fR1dkPjyuAe3fYf3YJd663491fvEE8MVRXVbNfAbyUv6HRLlxrv42jJ7bjyec2oaYhgNa2Yu5PAULL0+gfJG/67iKyFgLFHbML49SLJVgOQN9kufrJHQbKVpkcW+QaXbRFxcjL9VHWYhhgoPq9U2/j7XfeQCwexgDl+m7HTYSW5hBkMLa0rAhV1eUoK81BDeVheXkFGZ4/pSUVqCitwdLCKvw5eWhs2MhA4EYGxo7giZMnkecPMDDbxQDtGcxOLyO0sIJ33jqF8+cvYIhBz6LCAjz00BFsaN6IFJOTJQysVnAur8/NRMddjE+GMDgyi96eMcryLGkJYNv2KupiCiMjfbxYgvbATX2ros7X299K2b9vP4Ora3BSh6QL+QxKNtZtII4RBrFDWGaQenUljAQvMWtcq86iBp4bulS/8UYXE5pn4M3xMfB5CDu27UJxYSG6u4aZtLoMBSOnZ2cYOE4w8RDnmZ1L/nng9+fh8id38fd//yP8z//zf8G////+MaZ4dj168mHKWhNKSwtIawDjEwsoKSmivfbZ+6pvoeYxgby8Mo+1tTVs3bINK0zKSm5KeG4VFPi5zhXcuTuJFdLsZVAiND9DecjBzr374HR5oF8+yc3zobG5Ei+89CTPvyCKSnxo2FCGqppiyCcZpg196633EaEtLCF/N2xswpatm5DjdSCWWEJ9UwWqa8rxpZefYlmN2pp6NDZuQmFRFVzOANcY4N42oqioDPq2/0muy0fnYIQJiKrqSuTkODA7N4ZEcokB3EOorcvD5NQSHFYuikvq2LaCvv4Z0laBxqYNWFpawd69GzA83I1NTL7u3FNL/WzEgcNt+N1/+nU88eTD7FtEPY6hsqoM3/jWSyivLMOOnVtRUyN88/baq2vq4XH7SaOHttPLvQ3hpS/ux//rf/4mnnh6E8+hclsH9GdfE3HxvJiJkQxWwnG89c6HWJyNoyCvDqtLBnt3n+C+OumbpOCgr1HfWEG+lCIUHsVqbAor0Xkm8MO4eaOHAe553Lp5m7Z/CNdvnEckMoXRiVE88ngLnnpmKzImDMskMT2xbOP+4d9fwen37uHm1XGkk07o31dcom24dv0G5aGEa6rmWXmM6/wCHn18L0bop6xQx1588XkcOLiVdjGf9nIMV5n00zdm+7rnKN9uymOYdixJ+3WcfolFGVmBi7bkyNGHINtWyoROx51BfPj+eSDjQiKRhn5RS7JexWSQP+DjnhYhGkuiTH/horYeZ898grNnr+Lc+WtYWAxR7+aYtNuAKAP1f/zHf8Y9G2Fi8y103RtBSVEt5uZW0NHZAbc3hWh8FUsMyjsccWzYUIuhgU7akluYmerFt7/xEGpry+BwFeDy5T5cudzOxFQ37e4e1NdVw+1yU97KsHvvcaxGMrhG/jo8TuQyEVJZV8yEr8W1GvoYjZifC6P9xiDy80pQyDPq5GOHcfzh3VgNTyPgc6KspATnL1zHD370BnkSp77kw8DFJF0ljjOplMPkx7692xDILUYm42Xy2c0k5Qe4dLGde5nhWTjHczOBctr0OvIkjwnWSx/fxFtvvof8/AKuMYTm5no888wJ5AU9SKTW8NrrP8OPf/JT9PUMoKSQfqLLi0cefhTDQ9Nc7xUY48ACz40wfclCJjQcDPLmFRTBQWcoGknhRvs9XCWcPneZfuos+gcWKGchvH/qJn764w8oEzNcex02t27B8y88S9nejEfpS+3bv5W61IqZyWl8fOEc5fMTdHbfQH19KfILgrZd8fHsqqquR0lpNW1PEXi8I8UE4tGHNiOZiOH5Z47ga197AY89cQAHDuzCt7/1NTx87CjPJQfmmVRxOj1wEFLIwJfrxn4mg5pbSrFtRy2qavPI9xlsbmvG8y8+xrP/UVTXlGB6ahb6JbmA34e//W9/y8TVEBOHfahvqIWS+LLN+gXC8rIKOBwu2shyeDxeeJxenhXTWF6d5/najR1MkDc11XDmDJoamyhXNXj++ZOooyz9+q8/io0tLZx/jYntSlRU1sMbyMcf/6f/hOHhYezdtwcejxvyZ7Zs3Ya9e/bb+q0zq/veIBwZN3I8+XBYHiY3V+H1B+HPDUK618A5a2jHEmYVbduqkFeQQ51aw+pKBBs3bLR9qsnpSfgCftqwJgzQt1tYWKS9HuGZNYxJJo4rKut47/Lg/fcuYHx0HmdOX7BlUz7y2EgnHOkw3FYCRw5vxdzMONaiEeQHc3H48GHs2b0P1TUN2LVrN9ratsAYF2qqm6hT43DwP52d8egqFhdmYRkLEZ4P42OTcDo8yPcHUF5cjqefOMl9A1xuB/H68fRTJ4lrI04+fgzHTuzHV77KPX/0UXjJg2TcyTl3cx+KUFmZg9/7/e/gpz/739i/CQ31DfRlYtCfHy7Mq4THFKC+ajPcmXwU+UtoW1a5N2V4/LGHUV1Zg/GxGZ5/c5Tpu+jtncA7732Eu53dpKGI/vEqNrW2MPn2MXnvge7NCnYvhZYo72M4c+Zd+uMh/It/8R088/QTyHHloevuFD652I1Xf3YBkWgaTU31KCgo5tqXMDU+BYdxYo33oO3b2vDWLy5haX4RP/rBj8gXJ/0KC1NTi5SF/fB687Awv4wlJgxbWtroy9TgqScfxb/+o98lfAPszD2I8VwIQb5LRVkJqirKEFmOwMukZ24ggDLeFyvK69C6cQfar/dgfGSB88W4l5LdXNRVNaOM52ZRXhHyKHsBZwbx1Vns3daIhmo/z/ch1FR4sKW1HNu38ewJL6OV/Kikra6gvSkqKqW9nIOSp9NTCzh08Ci2b9+GY8cPcf+ewJNPPYwjRw5hlGevw+HAzMw0dKdDJkEbvYoJ3rHHJ4Zx9qMPKZN91HcP+0yxzMEXn38MQAIpJhULKGew4jxDFlBY5EZlVR48rhR0py0qKkE6ZdF2qG8GeXn5kC86R586x+vCyceOo76hmnS1IRQKIcy7eJj3ZMCC/F79WeFF+nr99KELCgqxuLjE9SzZtmRqaop410iH4T3mGjy0f6NjowjkeWlvC+F0GXi9bhik4PG4aPOJ1XIhzrMLDiepzyBNeXe5PPQ7vEgmk8ik0yDB9rN+MT2VYh/WpQm62ymRouckYylJ9k8wOaS6WDwOtatO7Yq3qE2gepVpxlVcbhdpyiFozhySYaB6B/nv9ebQ//PD4bCg8VwYFKsR6NkYA/FICSf5eIqb6TmbPFtYWKDfsgy9Ly+vl5FIxKYrRVqRMUID0SecmsPBeUVzKpXkmhO0bzHOmWAf+S4WLEu0pFmXYrv6JNknbvNd8wtHNtApvMYY8trDvQ+Qpzn2eGOMPa/mES9UqkK4nZxfeqt34RKo3uVy2Xj0LDDGwBhj49O7w0G6kEaGAN6lHU5DvjkITgifg3gt0i4wZn2sMcbmq+YX7eDHGMP/c8vv76/4pb3KcK/STD4kKN+x+Bp1OQzJepIJ3VQqbj/rTq1f3EjwEFRfY4xNoxBmiE9zixYPfW2tRzQZY5DifUFtqlO7ngVqz4Lq1e5mLEvPAuEVjwWZTMbmhUrVq6/P57PlR2VuINfmv/AZY7ifaXvPNLdAPEhQdm1IJuy9Vb1wZ0FtkrOV1TAkZ3rXXKJV86q/QHsqvkkP9Kw2gWgS3RnyUl/UyJBmv9+P/Px8m06v12vTqERgXl4ecnNzqRfrdbq3i3bhEBhjbPo1jyDMGIlAdGkvs+vR/DbEPpNRtWlNml/0G2NU2LKgvsKnUn3UoH5aV5I6rmdjDOXKYcuV6AI/6pukTsXjCVu/ZCu0ftGisQLhlS6qPk77IP6pXe/qnyT+JHHoWXVaS4g2UDEd9VObIDuXxms/hFfP6qNx4oPwk6xPf/SudvXT+GyD6EpR19UmXOqXojyqj9aqUmNisTWb38IvyPZVm/oL1FdjBICBMcbmk/ZN/US72tRP/fWuUnX43McYY8uzxjocTjgcFj7/yY4zxrDJ2P0lGwKLuq52zZEFzYv7H7UJ9KrSGGPvp3RTOuagvTDG2GsQLoExRt1tMMay+2uuLGiM+oEfzSW84BCVD0Ka8fEH39nd1sekvf8p2x6oTjxL0JdWGadcqRS/0rQlKgV6Fi71B62f5nc4LFhcv8AYA2OM/e7gmqR/KtUGGFvmNf5BEM4k5VBAFbVpS1FG9J66LxsqBaqLxWI862M8BxI8KlOf4hSedbzp+zhS0EdzG7NOlzFGVTaor8YIVGHML7fJhqpPFtQnC8KpdWXXZ4yBMetgWQ57/eqbHZstVSfQe7bUs0B0aI3iu0DPgmx99lnvWdC4LAhfFlSX7aNx4pvKVGqdN+pnjLHptO7vnUoH98yY9XUY82C5vsdqF2jdD4LGync3Zn0MHviIliyIJj2r2Zh/WB4ytNcZCsKDoP4aqzVoLeKPSr2rnzHm07UYs06DaDJm/Rn8aLxA/bOlngXsZu9fdk1aY3a82tPUIc2Vpi4IxEe9pyinaif6+z/r8xljbHr4Bn0y1BWVxhi7HvwIj8YK9Kz1CFKUeZWqS3NedrVpM4bY7oPqNC4L2fcHSz1nwZj1sVpTFoxZr8v2+Xwp3KpL31+zSkuMF2QJzHYyxtBoOmwjJSaKgXjgo0mz9XpWkxaqf3dCh1T2EFGdJjLG2IyyHJa9eNVp3jgPMs0Nfowx0H+iQW0CVts0yKgKssbSw0tP9l20WQ8IvZ41TiBcAs2nUpCtV2lZDnudFserj+gVGGPseeVUyAESaE6tWf1Em0AHmUDrSNPBk2AYC7DkQLosOJgwMJaB0+GCmxcKi5dlGWUlf8KRKCLhNQZ01rAWjyGeSCFNp9pYPLB4sVBfB8cZ46BRhO1UJcivWDRKB3KVRjOMRHKNBj9OSGAtFkaczqWcTJgM57bg9ghXBsak4LTS8DMIFQzKKQIDAt02TE8NIrQ4zuDnBBZDIzTE8zwLVmAs4VuEwSrHJeB1x+CyIgzWz6Kr4zp6u25hsL8L/b33+H4HwwP9mGdwYSW0jLGRUV4WZ2DSBsG8AridOZhgEGB6agaRyBrpjzEIM8OL1zwvGMtQYoTLRCQewQATsEvLIURjESytLLB/CHE6yk6HRVrSWFkKQd+EunnzJi/0E1jifMZyMOCexyDMRpw4fgLV1dXQvkxOTGKOgaIFXvRm5xZ4CfATfLykTtiXvMHBYV5Cp+2LouRQTrjP5/xgRgUAABAASURBVGXws5gXUy8s7l2UwY9l0rO8tIhwZMWmNYMk6upredHcxjk3sB9pM6DD6YOXjnNOTg7yeTktLiqFAkk1NbWora1Cy6YWO7Fw8OBhXq43Y8+enTh06ACOHTuIjRtbsHlzG/TN0sqKSq47ApfTTd4HEMwvYLCjkQGeTfYcSR7sExMT9rf27tzpwNUr15mk/ISJq1uUiSTq6xWIKIDT6YIc5DwmD1Wqvv1OH94/fQm37vZjbHIR86EIQitrlD2gvKICTU1NNh2HDu9iWU3ZAqK8Fzc0lpD27XjpC08xmPY89u3fwcRnNWrqylBalse9mkV3zx1wSrS2bkB5eZEto3E6fy7qQ4j8i1HOW1rzGFTfxP0KMAAyTxmIYN++Hdi/fxc2kT+PPnIcv/d7v4nvfe9lzreBfMtjICAfhYWF8DPQ0cqg085de1FSVoHi0nLk0PFXAsGiDFSQb+Kh7MyNmx3o7R+w90NObn9/v33xWGWgc5XJz1wmMh9+9DjX8ywOHz6ADc1N2L9vFwNbWxiMmUZfdxe673VipH8IcxMzGO0fxeJcCJLvmckpzE3PQP+OaWvrJhw8uN+mb2VlSWYFusSWMel74sQJPPHEE9znPdznQ3ZQ+/r1axhjYKGwsACBXD8TlDtQUloCWBmMT43jzPkzOHfxArp7ezGlQB7lsbS0jGMLkUMbsjA/j1HqV5xOnYPOreQzNzfAfWtEfUPd/Ut7mHydIyxwLYsYG51goGyVcupEDmVTiaUWBig3M8DjoJ1aWV3CyOgAFpfmUVlTwWDOcRw5thHPPv8IlGBVQsqQPgUc/Hl+W4coguRtANt3bofX72WwOokkD7ue3j6AmupyOZnUXsQaL09dXRP4xS/ew3vvncJHH30EfTswRlslvdd50dvTh1omUHbs2MWgzDL+7u/O2t/W2NhSxj3ZiZOPnsCGDU3kcRFonJDgQZ2kvfUyyLG4uIDx8XH09HQzOXcHCww8hkKLkD0+cGA/GpsaKYcx1NbVoKGpDk3NDTj80EHqWzN1PAfq6yZfa+oq0Lq5GUePHMDv/M5v4PHHj6O2tgKBgAdaixyi6spqJJmU6O8bwPDQKGZnFxBejcJFPe3t6cWrP/4Z3uE6Pzj1LgPeN6kLXtqfGAPgHUykjuLe7RH8yZ+8yoD8RTgcQdqPvZTRIdzr7EVesAReXx4OH6nD0RNbKBdN+O73TuLpZ/aTrxHMzI4jEl3G0vI85WIMhcW5dqB9564WPPnkQ9RzNygOCBYGUFjkxTxt+rETe1FVXYSyiiASyVXa9hjy8/wYHxuBi0GRHGZkiwoKUFpSSH400m5WMICZRz1ZxjIDnx13Oxm4PAXLeBBkUmJ2ZgEdd7qYWA3hxvXr6OnuRmEwiIdpc7du3YrK6jLU1FZDsh2jrq8woLm4uIbz565jLeJg0PAIkrqopBK4dv0q1zHDi3oe9AsmU9PjqK4px0MP7eN5F2dAnEF9nxu5ASfcTicmxieZdLiE/+N//0tEVtI4cuwA9SaI+blJdFNXf/DDH8DJfdi3by/Ky8tgORwMgntpm0pIUxUD5KsMclfg1371OH7v934Nzz37PBQgjPI8baxvQHNTGRLxNIOKudA6I7QRho5eLpOoE2PTmGXikK+IMCkSCHgYAExD33xNMGATLMiFfhHi27/6MmWmyNbVRDIGy7Jw7dpN6M+fF+RXIxY22L/7IOqqa7EWXSFdpQjke1Bd68Pv/u638Zu/+Vt46oln4Hbl4Fb7Tdr0i5QJD2XgCTQ0iq9+TDOhuZZYRHNLBROqAVTU5qG6rgBllW4mI73sn0RH52XcuXcDlmsJ9U0FPHeqUN9QhOnZEbzz7jvo7OxGd08/zjHhHVtLcs2F3PcSJkRDPPsqYSwn8eRwLTVMxhfgzIcX8OGHZ8jnHntvKyvL8dCRIzjB4O/R408gP1iNR04+xbV4cYdJt0nuZY7Hot4ewbPPHsHEVDec7hVU1eQillzA6TPvIJ1Z43m6xOTziC1Lr7/+JpaZgNW34n/4o7eYlJnCxMQSTr17AUrq3bnVSx/GTTmtZMLxOv7yz3+IMx9cQXFRDU4yqd+8sQLBYhecnlXarEIcPnQYe3YeQuum7VhcWMa777TjP/3xX6G3Zxr37o3i9q0+dHT00Na8irnZEHoHelBSVoyvfePLqKuvx8LsMvWAMlOahxeef4h2w4+vfX0LyiqS+OqvPIx/8k9extpaBrFIkomNSgS8Bdix7aj9rcBfvHGWcu7E7OyibW9ff/11nD17FqGlBdzpuIKy8jy8/KXnmIC7g457t5BhUtbptlDXUI+2LZso0zGUFBVg1/Y98DDI+8Tjj2BxcQ7vnzqH4ZFlvPDCY7h9pwcDQzMIh6Nobd1BmavEzPQChgbHcOHCbe5xF9opQ/JXL33SycTjeSg4X1RUzSRCFcLLGSzOJ3GTfHj3w4v46OJV6C8bPPPMoxgemuKZMYdY1FBv1vAo7e/x4/vIt2Em/MbgdnvhyfHZ+ltXX4vNbRtQUVmA/Qe346WXHsWvfefLKCosot/gpK0JcY4bGJvqQ1FpAWJrBv/7f/wh3n7nE4RW4vAG/OjsHcDu/TtRXl1KGfIwyTiKjy+1U3+cPG9jeO/d9/DB+29h545GIBNDaHGF9r4Lcwtz8HhcKC0tZRKqlufwQdrUHQjwPCwoDGLf/n1834W6unoE84vgcXvgzfFjZTlM2x8g79YoAwNoatxIWzbAtjzs3L6fa45iU0sLfvrqT6GE3UUmnSfGZjE8uIjJ8VX4iT8cW8LU3ACGp+6ita2BunACDvqLBQVBFBbkY4R+bCDXSz/Hz8RxAiljIScQgMcXQMZyM3EcpL5W0o5XYteuHbThj6Bl4ybMTkcx0D+OTiYC228M4923z/BMj8Nt8pGKuLFz2z401tdTZz2g9OEf/+NXkJ/rZIK3j8npaxgaGUeYPus8/YTSsiB9tWP4gz94AZHoAK5efROj4+2U20naVQf99SmuvQ6HDx6j/WtDJuWG05FHnS9CQXExJqfH4HRl4CGP5csu0dcGwvS7crD/wFZ8/RvPweXOMAl0GLLduVxvOLxEmXeTvlzSvWTz7wc/eBX6BcIA119WVg6n04OhoWEEg7l48aUnUVVdjI2bmvDsM0/TNxrH9NQYKssL4GIyWvel27c70ds3jPab3fjk8j2OneAcAVTQX7185TLlLEKI0TYFscKE2/TkLK5cuonaqkbalChOvXeaZ9AnqKmpJx/i3Pt89PeNYGigD7/yzcfxze8cw7GTLdh7oA7Pv/Akcv3FePONc8gvyMO27Vtpq6PopV+zthZDcXEJ7yMJBCi3NTU1TGYN4/KlW5SNBVy7cheW5YR+eWZqcgBHD25Dc10JSgu9mJsZxQH6l1up38ZkMD7JfVqLYHp+Bmc++gCx+Cp27uBcvB91d3Yiw7tdPRPWDTXVOHr4EO3Kmp0cr+OcHvLPy0TAwswcLnx0ATeu3uQ9bIByuwoYgzjvUWtrS1gJz9IWfIir126gqqoaiUQGebyPhUIhgHeYv//+3+Gj8+8hmphH2lqy7fRH507hzp12XLt8DSblhM+TT5lcpB85BTf9+IvnztuJzW9+41ewtBhBZ8cI/eQZlsO8j9zC1NQ0HnroIdRUVeKVV74C43AgkBdkasWJYF4xfLQbj508gZmZfrz+xg8wPHoPzzAB+L1/9F3EmUzLzQvgw7PnEeOdL5mKIc1g4vLSMhykuLgoD0sLM3jqyW3YvHkD92YbZdOH7t5B6mQRxwBTsyHqZQg3bt7BjVu38ZOfvopJ+tWd9+6goaEG+/e2IU4/Srgty9AGhEnLNPz0YR28r09MTOHihY/x53/+l/jBD1/DapRaFnezT4Sy40RP1zg+Pt+BaDiNixevYXpuFXmFJahvqAMY6KooraZ/kiDfr2I5vMD6cupYDfSLlhO8j+qvC01OTttyskrfcZ5J4Su8v43xfqz7J5GQhxPU0TXMz89Bfojf70M4soIy3gMKCgp5NntxjXsunyiH/JQ+lfIuJD8/Go3ZuPv7R7i3l2iHRhEs9DO5PImK6jzMzE1ggT7T/FwIkXACYyOzGBmapN57eV4tkcu0udShNIOLW7ZsgfT15S99CXv37sOG5haUlpTzbKpAF33W8bEp2vkS6nERda8IMQZzJX/Sy3zqdjn9MP2i1NDwAJZWQrQ/lzEzO801rSIaWWXXDFmWRJr7nGTiyBiD8NoawvTJUikH7UcMi0zYSgbSmTh0t/T5cxDIpx3NcdMG5HDf/PDyDuh0Okk7iBNwUOb0boyFdDpDSP8SWJYFgTEG+si3TzMwlo0PORwGGi+7Z/E5SRlUXMhDndNcxqyPczOhJjwaq3q1a5zqc3jPyoLD4eA6MzZdatO7xsTjcXuf17jmBBNo9vwZ8M6dov+QhDHGHiOcmkd9BHHyWfcb1bnpHzgcFvuCa0xxXcZ+TtAvBT8W1+qir89HyNddXV2159R6jDFQm+Y17JClSXQJEqRJdeorHuj9M4jTnsTtdYEnkfqrr3BpTgfXLLqFX6VFXVOd3sUDgTHGHq9xxhh7reqjd4FwCcCPStGhetEiWdOcumckmURlsIm4kuRbHAYp7p8FGlFCChneFdOpJJLkicaI34pRihd6F25OYfNdz1n67TqNpWykCWpTKToEelcf9Tfms7VkeSTcojMSidi813uCcp4dq3Hih+KLWVmRDGWfVao9C+KZQO/iqfqqFB2aU/hFn+o0VjKZBY0zxtjykc4kkc6kYLgnZBY0TvzIgvgjkLyoFL1aR/ZZcwi0D5JD0SH8guyzStGpfgKKCPTJ8CFDO6mxwpsFuw87GGNgjLF1WjhUL/rUT7KhOSTzxhioTfVZXMYY7rsT4utnYIiVYsA5Na9wCK94Lt6IV+orvHoXbvURuBjDULvaVKpOpTGG97+ULS9Crjr1cVHP9Cx8qs/Spr3Rs+qMMZ/SZ8z6GkS/+iRoD1RqXQLVa+2q0/j1upS9bj0L1CdBudb+xNeitg22n4lLY+O8h+tde6d38SDDpEwWH/jJ0it8AlbZfNR6tGa9CzQuQz6qj0rVZUH4ErQX2fk0l95Vr/7qZ4z5VMdFt9oEeo4znqX+a2trtq5I9kS32jWXQHj0rjL7rjEC4VA9+BHNAu1Fdg1a44NgjLHljN0hXMYY2xauj3F+Sqcxxt4v4ROurNxov9U3C8ItPKIvmUzZOqU16V31nwfc/6hej8as0yM8mitb6jk7h0qH4zPa1Me6P84YA/UVjcYYe02aW5CdA1ifA/yoXvBZG2DMeruxrM+e79dpLmPW28GPxonf2VLPKdrYFGOAek7z3GU3Gw9goE/mQbm7j8sYA2M+A83zIGjNWV5rfWozZr2/cD4ImfuymaatFuj9s3bz2SOf1CZakzzb1+UnYeuz6h4E9csCh8Hov/vzG2NYlbH1MTtGfWniYIyxgR0Aw5/776I/C8aCJMrAAAAQAElEQVQYGLMO+NzHmPV6Y365FP7PQ3aoMYayut4f/Kif+JClTc+ckC1gYaCP+gjUpn4qs6B6stTuK5q1F9k9yL6r7vP7ozZj1vFrjiwYY2xc2XeVrLHrjDF6tXlpz09Z0fyqFD6BngXr9Rk92qA2gTG/LLdqVF+BcKrMgtqMMbbOaE0CrUXlOi4DY/57AD9pWFAf9RXo2dJgKV+WGapkX1sR7cmpEGKwQO8CtaufkGi8wBij6k8nV5v6GMvYdXpWnfO+IdAYzatSbcKbFWrNZYyB6o0xNnNVp3aB+qbp6KtUvRRBoHeNEYAfMU11Kvn6KR3GfEaTIX1pSsuDffScBY0T6F1zaf4MNcVyWHDw4uV0OeBgMsI4AEOn2yKoXfTIgYpEw4jGokyWRiGnL7y2wgvWMlZ5kdDhlqLAWLwh5DDA4/UGeDnww+PyweHIQSZt2YAMkfMqSTJtZdelI8VgdJoOZIoX7nhsFfG1ZfaNwWLSNMNLRyq9RqcyQqd5iReXRSYs53jRnsX83BgDNR282J3F/OwYx4UQjcxhcOAuBvvu8MI/jEQ8RFzCuUAcS3A513gxzkdZiQd+bxrBgAubmmtRVVYEL9eepGOvb+xZlJU0L8NgAjXH5WXy1Y8cTwAZ0k/7yuBDPg+YFGkIYY5BxjTXZ7iuOQYEupi06rzXxYBBnBfuPAYFp3ixm+F8HuzbuwNb2zbBwWSOkgDTUxOUiSTxZjA9PY0JJrbE7ygvYCsrKwzEDaOPyY7x8QkGB6agMsoABWAhxGDQNBO601NzUMB8ZnqWF7ZV+0Kt30JbY7BEv0WapMNbXFzI4GI5g0wNqKqsQBGDm7W11UyM7bKDOJKFEBMOmjPKbOPMzCyGGCBS0jbCAOfAwBD5HobT6Wbw0cO1J+joJLgncQaMprkHdxnguQkldP2+PAau65GfH4TL5WbfJOUgh3u3xvYhnDlzFjdu3OBl9CqUFBwaHIT+3NLbb5/H66+9jfffP0d8t7nuPga8u7nH/cjQEVzh3nx87To+unQFV27cxXsMisthbG1txcMPP4wvfvFLeOqpp7B3zx5ekIvgdrlIYwyrvEx7majKz/czIFnDQPkW7N3XysBfLnk6zODMJXT33MW9zlsMep7D5asf86ISQzwW4d5NMtAQxuZNm7Brxw4o+LOlrRV/+M//Kf7X/+Xf4Otf/xUmzmqBTJrBwzo8+cRRbNnSBg8vx1PTEwgxOeagyOfm+gEDBsdWsLA4z6BnLwOoo+TBTdzt6LDlyOf1Y1NLK/Lz8zHF5Oaly5cZCLqLgmAh6d2BtrbN3N9l6DcK/X4/58iBMRYSdD5HRoftZEVhYT6qa8q4T0nE1kIM9gAeR4bBcQ+qyivgp27GogmYjIHDOLiXbgak8qgbKe5PFHfv3oWh81HNBP7BgwftObds3YIiyo+DCxEfFUS02EdJzF27dtkXhYGBfiwuLiKHydJyyldTcyNOMPn64osv4OFHjuHEw0dQV18HTotYbI2B92vo7+uH03IhRjkdGxnDSmgFUwzMSC8itCklJUVc916Ul5czUBJFZUUVguTF0NAQZmcp84Q7d7hv9+7ZcjLHgGs6k8DgcB/6hnqxElniuqIoZVJhw8ZGysESg1UuVJZXki8BBiYjOP3hJZz64Byu37iDcxcu4+c/e82WTSU03W4Xtm3bArfHhbn5BezcuRXPPvcU5exxytmjsBwWLpwfhDEGVdWVEH8iTFr5A35YloOB1xHqxHV43OB7Evr36ZKy9SlD+Uoj4M+lPoySjlXuQQFGRyZQVlqBxx97goGyRpRVlMNBuzzHhOoIE9a3796BsTiWTt6Fi1cot1fQ238PLk8G+cEcgg/6FsCJ43sB2k2f3w19W2ZpeY5y1YB9+7ejvKIYs/NT6Bvo5ZpmAEcabVtbOe5xJuZ+lUm03ZgnH5VgdzPY6PPloKK8FNeud1Efp9HSsot7tIK//dsPcffOKANZMTidXgaMACU5Ll/uxc2bg/B5K7CLiba2LVuRn5+HCgYjS0tKoD/vfeb0WSZ/7pAfo5SJWu7TMs+UVQyPD7IfA1lFPnznuy/im99+Arv2bGTirZyXvTQD+QYbW6pIQw2qKouY/JvAG2+04+aNaSTjADIW9StMexPnGubQWF+Dhx9+CGu0G9rP8Ooa+nonbT7Pzi0izmDsymoEp97/EDMMWGe4Lw7jomzNI5c6OD45j5RJ46Fjh6kbYVxgsHFoWIFDLxrqNyDKxJ2x3Gjbsg0nH38SrZs3Y2xiHFVVVUhnwLWO47XX3qPsxpBYS98P5uZibnoJ7ddGEJqPEkAZuoG75Nki7UJoOYIk99fDM2djSz02bWrG8RPH8CsM9m7btoO2dor6H2EQvJxJpy1o3bgZN6/dgr79p6RMbC3BAGEp9uzZyzMugMhqmDxrwNatG1Belsc1x1hW4MD+Iwz65WBhPgKX00UZdaKisorB4AGcO3eVOtSPDdSZg4f2MkF2Gz//+Rn82Z99QHnuwF//5Vv23o2PzuDVn/6c580qZeE2fvjDH6Ozc4HnUgw//vGPuPY38Prrv8C7752Fgq76xQldyNpvtqPzXgd6e7uxfUcbDh7ea9P4+BNHSEMxqphQbdtWjsPHmvD7/+JX8NQzB/CH//JXqXuPYcvWFtrtfPT19zEpkGJCoYG2qRS5efkMgBYzuDqDwaF+nqNjlPNZ2pkrWFmOIkPZSMTTtDUZHDvyJLa1HUR1RTPp6Ie+TdN+8xY6O3vwX/7kh/g7Jkt+wLVIv7t77mFktA8Odxo/evXHSCNOPdqJqal5JsUuYWJ0kQFQHy5f4TyrS4jF4pTPNjzx2JPIMHC1wD32+vO5vlZUVtXQVqcxxGBvF5NLfd2TWF2y4DRFuHxxGn/2J+fw//53f44PPvwIwUIvjh5rwRe+9DBlP2zr+upSFIuhafKsHv/qX3+V+1Np4wuvOOF2FuHenTHaOItn6Ri8/hIEcsvQ3zeFux2DWORYn9eLZHIZcwu9+Ce/+0XqViPlegG9PbcYzK9FUSFgrDSQJl9p/xP0x/y5OZTnaurMEL7ylS9Sjlqxd+8ezpvgGX0FVy7fZGLzHPTN2JMnd6CysgSlpUXo6R/F8MgQVhhg9/tdCAZL4HYFmKQZ4jkRot13YHp6kvVJyk8Ix45tx/e++0W0UOYSTNyvhmMYI2/Pnr2BpqYG7Nq1H9U1daTPjeeefxiPP/kwqplc+uHfv03d8sCBAqSSLupHlPZpjTgdtON3SPckbWo51tbitMeT6O8forx7aTsWUKdkxP5j7DODqspGdHf1Y2RkhEzgHo304ONPPsDI+B36BldhkCHdaVRVtaC6vgFpKw6HC3xvgM8XRDhmMYnjgMeXi9ygm7ZsGLv370GU8pCXX4CNG7dhfGwF589fJw1TWFiYxRuv/xgvvnAU/9v/+k9RkOdEMrHK/VvAxY+v4ObNa0in01zPBF7/xdvk4xr9rwjXmMD83Cxlehk7t++gLVilHsSRZJBpbS2MxsZq+gGf0A+Oc11T5MUcLEP+ONykMw8XLtxBaC4JJLxoaW7Gzh2t0F9rKKsows49bUibNRQU5oHLxcbmZjhMBl6PEzV1lZieGUdDcxW27dyA3AI/4jxro8ko1x1DjDZrcWWZ8k/6mFDRN/k7OjpJTx3PtzWMj4agf1Lhzq0RXL/Sj7HhFSzOJPDmT99DdDmG4oIie66hwX4mb4NMeM3zXrFEPciB12chL+iirMRpm96gD1uIJx7fixfIu8ef3I/mDRWIMdl24cJHCNOeRyMJ3LrRQR8nBx5PED5/Ic+bbhjy4YPT13lO3aKNmOaZlaZ9eg9XrtzA8NA4eZvBY0z0u9wZ6MwMR5ZpfzchxbXZ/3wEfcj6xgZsaG1EAmkMjo3iEyb2llZStMeVpCHO5PQM1xVGImxhaGAKr71xCu0373Lvx7lnEZ6FpTx3YxgYXMa9e7PU6xF8dPYe1xvH9FSYulPLfbdo0wpQRZ/C5WbCq38Ym7dthL5Z5/E6sXPnDpx89HGesYWooA3r7hnl3EBebgF95/fQ29eFWCKKsx9dxgfvn8VSKAq/10FbNUqdGoHDciKYn2vrsHzJb37zm5yTIpFMcb+acfgwfbW6WjidHvuXMOh6Yxt9hN7uW9y3XmzaUI9feeVLqCgvQcfd26Q1H+HwCu3tNIpKg3jksaOYD02hrLwY27duxjjP9Y0banDkoV3I83kwzKRvLBpBnMHS6akpLMzM8u7lQUVpKfbt3g+XI4ClxShmZ5Zwr6OL/v8A9XKQe+lEfl4O9YDJ0NAkLCuF27dvIhqNYzt14eETR0lTJe1lDEVlfuzYvQn7D2zHCy89RdtRQn638z7VBQoGeT2LwYFR5OUH4XIZOBwp6kkKq8tr8FgFKMgvg5I8yKRs3ZqirbrXeQ/yyyem59C0cQttmBdR2qnC4iA2bW7Cl155AitrU2jeVIGBsQ7ahGW4PG7OTflMrNAGz0Bn+3JoEbt2brPnLC8P0qY2k4e5WA0vU+9vYpH3sAnyxZDxkUQMBSWlKCwhPYkU15bGKOXOTd9sbLgfA333mGQvRJL9wuFV2pUF2qkFNDfX0zZVwfA/fctyYiqCockZ+HhOFtGvjNK2pCwLQxPTgNugZ3AMrVt20LYsYn5hEdNco8ftg37p59KlPoxPx3DtziDOX21HbqAIRfmlcDp8CK+mEGOCNhE36GdCv662CX7awCj398aNdnR29dBuzPGeNYWmpibEGRQfHR1DXl6AdmHVltnVlSjlz+JdK43zH12x5xwdmaHeueB2B+lX7UU64yevnfD5iuH3B7GftnXL9hY8/4UTOPrIQfoBNVx3CIorFBWVoqSkgndOL23gBP7b33zMM/EuukhLZ2eXfVbrF94cDgdyc3OxQL+rsrISjQ2NMAbw5ngRo88o3Vi/D0cxR5u7vBICqPduj0XfawNqqio4X8rmvQHL1Bpkg9OZJOsTAO+EmUyCcmVscLndxM8JwCa26RcoE4x7xHjepdPsR6ObYXDBgqHuuZGT44PD4UKGi0rRl5AdynCczgXd1xXoV1xmbU3zrtk061l14fvfqNNzlLGEKPdjlYnHJBMEWiMp4F7EaAOSpAaczwnxw8kkrsDt8ZD36/SmSJPaBC6Xi3vgoy56bLqMEa1O+91L/0LBeYdlQTQKMlwT7n8yXIf2X7zVs4dzaC7L4bB7qC47l11PPBquedVXndSutRtjyJ8cm0bRpP6aT/jV31gO6rXLblebJVxEoNIYw6f1H82ZIW8z0geuU7GSBHmUos1PJOLQu55VrtFeRclL8VRrEGg+0ZPmeM2TpcXBNa3PZdl81bNAfQRaj8BNmVApvgn8vDvmMHEtPMKhvuvP63iMMeAPbZ8hXotrdMDJuJWD9mB9iWnuyzqIJtGWsNeTssexkXqV+nR/1EegfimuPwviizGGczhsEO2i58FSz+DHGAPwRzgelD/x+tLUjgAAEABJREFUSe9ZEK+EX/1Ek97FV80PflI8fzQvHz/9Ud8sz9Vf49VHoHFK5qpPWntIW52hHoofbg/3nuD3+2gvBH5bRl0uF8TTfN7vJK961roE2guVou1ByM6pNo3R/rhp19XfQxnWu+qFy7IcMMbY/BW9WrtKrUHyIrqt9Y2i/sV5dkXtUmtR/ToOy15/Op2x8RhjbJxqd1CuBMYYbuV6u+gTD0SzyjRlMQuazxhj76FwC4RHfBAYY2x+uHgHVL36a6wx62NUpzHqq/XqOTu/ngV6dzod9hzq53F7IH7k5eWS934bv/povOrFL41T32ypOrX5GdeS3dO7xhizvnbwY4yh3Fs2GLNeL/qM+eU6Y4xNi8arXWvSHoj/KrPr0xyy/wLNrb0UqF4gekVftk30Cqcxn/FeuIQ/26b5jDGwLAN91KY+Aj1rf7RPAj1n61Wqv/ALjDH23ote0S3QGO11FoRPYwTGGM65zgfRoD7ZMZonw3MD9z8Z2uEsqE19Nb/qdC7c7/ZpIXyiSWCMgTHGlj114OOn78LxeRBuzSHQs+ZQKVBfvf8SCOl9MGZ9Ls37IIgeY9bbjPms1DDhEm6B5hSkaddUr3aBngV6/jyIJgEMKENOGGPsLtS0T9esvRUNoknyIXBY67w3xtj7YIz5dCz4McbAMuvnomgDP8KhsQKHwwnLchDW8VjExy72j2gV2C/8nzHCDRu/MXo2yH6MMXa93rUOgebLgviRfVaZplyoTxbW59Fo2Hj0nu2j/ll4sD/FCfoYsz63McZeB/jR+Czw9b/7MeazMcaYX2rXuDRtoMpsgzEGjqwNJI9StHUpEiBIg9LLdobe5DbY+5VmW5p9siD6pUdZED/Upjk+XxKdzQOiJK60rY/ZPur/IKhvFoz579eRub8OjREOwT/UX/WiTXRmuDcZ0p/tp2e1Z0F9RL9Az2oXZPur1HsW9C4wZp2+bL3w6VltAmMMLDFZQqgGddAkWdB7+gHijDG2kZfBlAH15HjgdDmh8etTwWakBF0g3AaGzlWSDmiCZcJmrjHGHqN2eyzfjTHQJ0uHPTc3VEyScRToWbSpfBBUJ9AYMUjl50G4jTEwxuiRG50hPclPQeM0t0AdND5F51AXOTkfsfgaL9trSNHpdzgtWA7iYdAELNTfGANjPgOtS4eFh46fz+uB2+MErCSMCjpxNg7h4YHKTSA+J4XZIj1pOvjJ9WBPMkOcTiqCCw7LaRsWi3M4LKLi3OQsg7trSMRXGOBb5EV2CcnUKvTn1ywrhnhimXUhOB0xBhEAf8BicjNDBykDb04Gfp+FYNDD0sELkos0pjlfjM4KcREnEEcg4EZB0MvLegoB9o+szGF5cYoXfBd2b2/D/j27sJ2JsEpeXls2bERzQxMKGQgLePPgdubACTfclofjPQCTqpFInJfJqL3GVNJgcWGVwekwFmZXMDk6i0sMnF26cM0O5Az0TjOQMcfgQycDZCN0gp1oaKhH25YtvBjux7Zt23jZbEZVZQ1KissRZgLzypV2nDn9sR20HBpikI8B4caGDbzM5PEiGsZNBozOn+smj7yora3n+gsR8OeRf1Hid6GoqMiWjTUmr8JM8ugy5XA4IHlzsvTQgJewT3FxMXIDefDQCbKMA5FwhDjWKAoW8Xhs3A3khd8fgNfrQ0FBAQPylbwQ58PFMYWFhXA6M5iZDTEgOYCPP77EANJtBqe7MTAwyPmS0Fg5LZorGAwy0DoCfQNLSY5z584zsDHAQFIOggV+/PpvfBW/9t0vYNeebQyKFCFQkI+1SMRei5zSCQYA7jJQNzs7i2ImaOrq6ri3AbjdTlsnx8bHyJt2KFEbCoW4PzF4XB48+sgJPPvM49i/bzu2bN0It8eCi3Kb43FRHjOoqixDDS/VZeRHjJcmv8+PVDLJgOQUA879dtJ8YWEJSlrMTM9zrxfhcbqRn59HeQD056v6eruYsOniuBh5VEJ6EgyUTSCYH2D/SayuWEjEDKqqSrC5tQYW1igft5k0vYPhYQbDGXyeZ6JngQGNGJOMU9NTNg91MUnEk5idm0cymeb+xDA/uwDe7RFn8nuwrw9LSwtMJkwgmYqQJj95kmMHAcbJj9mZGUxOTGKegc4ELy1x4hqfmKAcLUN45Ty6eNFQe29vL1ZWlgkrDEK0M9j3ET65dBGnTr2Ht99+i7TehmUZ5Ob6KYs5mJqaRCDXB12MYrEodT/NpGoOkuk4BpjY0Ddcu3u6cePmDSwy4ao/c/fyy1/EsWPHGLxrRG11DQOklP2qapSXltlyqIurnxehRgYva2trsGPnDsh+S3YPHTqMLUzSbWjegBMnHiYdebjX2Y2evn4srawyOLUNLS2bqENhrn+OPMqgvrYOQQaSclxuRCNRvPbam9TFu6jknh86tB/689pKANdTzmupS4FAwB5fU1ODxx57hPjqmazJR3FxIcYnRqB/C2psbAWMu6C4qIwB4EIcPHiAsB8OGrVPPvkYiUQMhw7vwv79m1FSkkt99FLOBxnQvoAzZz5iMr0f4v0kE8iyJRs3bWbwPYE7dzvRPzgEBaMmJikzDIJobyQD7e03cfr0aQb4exm4WcbQcBd53IG6hjI8+/yj2LJtA3wBJ2bnJ9DVfQcOF2y6Q8uLSKRiDAQ3oLg0AAXN4UohmYkhwaSJ/u2tvoFuGCZT6plkOMAE11PPPY4vfOlJfPHlF/DMswexe28rA6SUaUM5XEgy6AYUc13FxUFcv9aHmzf7yDMn5TsP3//79/EX//U1rnGKtKxQZ8JIp11MgDRxzQbLy0B37xL5eJ3Junu48PEFKGCdZEAqkOuibaxAU2MVPJ40lEDduq0Y+QUOtLYx2JwJk84k9u3bwcT2PiZamrBxwybqnIUYk4mS5SuXb+BNJiHm56fx8CMPYeu2rdixYxs2bWpiAPYeE0w9ePSJp9BEni8xgZmfV4jS4goGxtKoqa7F1PQsKqvLqXtjOHf+MqJr5OlsioFOJ7y+AP7mv72BN988B7fLi/b2O3j/1IfU/3muaxVJOu8NDc2Ymgrh1s0hdHbMMFHgIO44A4azWGKwtLjIi7KyXNTX56G8shD79u+gnB2zv5m1f/8W8tWHwcFevPqzH3OeN0jHIAYY8BwcnML1653U41Xcud2FP/s/fwC3249gsIhJ2giuX2u3dfrunbu0uT6keU4VF5dhU2srJhlMzc31kqcOJhtHaE9jcDhTtCUR9g3g0KED+PKXX8K//Fffo433Us5Ooa1tE/7FP/998vkEnnxyI+s9ePrpI9C39VcjKzh9pg/vvH0K0u0EA5AHD9ZzTC1cbhfSdCCPH38Yr3zlFWxq2YLjRx9FT+cAOu/1Uk5itt7cvdMBfctLtvrcuQu4fuM27nTcQVVNKXmQT34uYnBwgMn77+OnP30D77x1xv4G581rvSjIq0Ym7aGN6sK9e92YoD1zuS3UU25Kyoq4ThecPBPiDELPzC7i7JmLuHjhOk69dxEXPmrH5UsduPLJXbz5xgfcl1U4LA8qKvJZGsppNeJMvobDKSwsxRFigmZpdRHtd7swPDaH4uJG+5uQPm8+ZmeXsG3bZvojXjQwye7x+LG0tIKWlo2wGKSfm5+nzN2kzp9mUmAIKQZQJ6cWqL8pngcJzr2EirI6FHI9fdSJxYUU9aaHAegx2wbX1taSb31479RFytQo5uYHuZcDOH78IH7/938DL3/pKTz77LNcq5+6XoiikiJUVbTQZvfgJz85i+GhFczOhDjPDFw8p/ft20If5B7On/sY6YSBm2dgbG0B//wPfxXVtYUYm+BZMTmG06fP02YVo69/BAcO7sXIWB8qKosBk+L6S+lrFFKndmH7tl3Ui0UmebZhYXGOyamL+OKLj6CedIdpux599FE4vQ5MM2idMTnIC1QiuurEynwG6ZiDa+vA6vIMdeUKdCZXVJTwXPHzbGiy7Wp3dx+TXm/hrbfeRoi6c/tWN4Z7V+m7OWHSuejpGqKvZ9F/zHAPXFhdyWB+bgmppAWXx4et23ZyXAK6eDldPpw7d8nm/Vo0jdOUiUCgmGfzCh47+TgqyiuQQ9ktCPqxn/alrrYYLa212LV7J3q7kzjHZOSVa/dQ39QM43SSH7XYsnU/ad1KHi8jtLwK43Byj+YpPzH7LCqij7J332E0NGyi7C+ipKiSNqYRktWOjmukcxm//muv4A/+6XeoOzU4dnQb7dkGrMVTnHsH1xLHX9Pe/PVffx9/8Rd/jwD92Mb6WtqUNAryffC4LPIpgG987WXuiYdnfxA5OV7s3XuAez/BfV+wk1JHjx7GM08fxT/67tdQV12C6clhDAz0khdrtF0h3CRfu7rHeDfI8EyIcx8v0xdcoSwvsO847VQZKirK0NBUiwH6KjEmiFzc10AwACcDwA76WPd6+mCR59XVFQgGCzA7t8p8lI8+exFqqmqpry543F5bvgN+P5N0O/D2m2ftv5gxTFquXr6A8vJyzC0m4DYufO0rT+P5F3bim98+ilWe27m5Zdy/20woLWJsfBbjQzM4+8FHiIRX8aWXX2ASqY52YJx+xjLXFUMvk7PGmYRFu+D2BhGOpDE4HCL+VUzTl3I585hkDNM3X6Qdv2ePjcUi2L6jDU1N9ZianIKP+lxX1wgKGaZmZxBmYn6Z/miIfnLP0DAGRqYwt7BMP28e9271YmJ4CeFFB65cvks7VoN9e/cy6TWOsooG/Ne/fB3LYSfyC2uxe98J8rMRBnn0LVN4//0b9A2u027SPnNt169dp13Zgm9964to2tiEsxfO4ur16/RFe2ijnJiemqU9maIfHeJZMIyJ8QXSEENozonOWyHEI34mMiMwloeJojpsZDKrKD+I0uIC5PIMs4wB6K19+MEH2LNnN6YmFlDIIHNDXSl27KinrYghl/esa5/0wOfKR2nZBuQV1uFHr57CzEIMk9MrCBZUIM6zcXPLThQFyhF0F2F2LIIodXBpKYS1xDz5WML9d6Khrh6FPGcP7jkMryeP+gqEl1dQV1eDNSZ7nJabvPCipmYTCoIV6LjTi7mZRTsZ5/P52JbB4SP74XA7eB4vYJp74clxwufz0JfrJvTiF2+cg9uVh+rqJuq7E8wj4Ac/+ik2t21DE+90ra2txF0IywRx4XwvensHscb74czcAI4e34FHHj5EPo5gJbSAPM65mX7kQF8PnJZFVlkILYfx+pvv4cevvoHLV6/jvQ8v0uYtYYx+2tz8DPYd2o0/+8s/wdmLZ+DPd6O4oABAEm2bm/DY48dRX1+JSvq5PfSHpybHMUM/rZNJ6uXVEOV5FLrf6P4fi8d4rt2jPxvC8uoKLly8TdneAP2liir6rPnBABpqy/GFlx7nHk/Q1iTg5P3b4bDgoP2RL7W8vAQ/7zBf/vLLOHR4BzJWBqMT47Tjo9TxJC58coNyGIShT7zGxNGHZ86jv28IHmcOSouKUBjM5/kTQpLnYE15LSpKm/5LJRYAABAASURBVFFR3kS9maJ9m6bfsMo5DTweF3S3bKJ8jVAflmkDF3kXTmecbAsgnsxgiudPxnJjI/2AivJqIOPiPvqRYp+mphZsat1CqENpaRVxJRCNZJhQX8OPf/Imz/13aMPWqJthGzq7hrDI83VpOYTF5XkYxiLcOUDLpkY0b2ikPU3Qb1im3d+OTfTvTpxo4XlVDC+Tk3v37qVt3cgzYgUjo8Po5d6urUWQl5eH0NIibd0S5Iss8p7icjkRLMjnGi24PS64XBZyctwoLinGjRvX4KZvsX1LG2LxKFZWQzw3nAjm+eFhcj4ZDwP6lYtkEk6HgzQlKe+0Q5YhPxJI8g6WYQ+B7jQx3ptivKcn4glkWOngmAwfLMkdx1D4YfGcdrkc8HrdPAO8LHMo+26bJq83x353kWaL/R0OC9lPmrGnVCppv0aZENRfM4rQfsXor63x7qhnyd3Kyoq9/mU658tLS/TRwrSha1A/wdraGvc8QlmLw7Is8sNlAx74aC6v10feuGnH0nZfrU/1Wo+66lkxMP3StvAKkuST2tUmWlSXoh+tJLLq9KxSfR4Ep9Npz6XS4/FQ3jw2bUCaPE4ixXVrXHbeFHFm340xcJDPhmtxc2xOTg6MMeR/xi4ty2GXD85njPm0Tri0NoFoVgJbvBTtqtOaEtQrvWu9CRoj1Qmf6gSqFx6B6NJ+qJ/6gB+VerdIozGGNbDpU739wv+pTet3UP8N9x4mQ9/CCSfllUuAsTJIM9GoOSyHgd2X69Y4Dv8UX4byJhAd6vsgqE6gdo1xcLwxBsJhDHE6nLYsaA+8Xi9lMufTfcn2eXC88AjSvCOoVLBZdKmv3tOUWfDjcrlsPNl68U88U8lm7p9l06B2gerE13B4FVGeKZFoGIKV1SWe/St8XiWEbfsgedYaNZfwKd6iZ80peJAe7YH6Z+fOjlOpNoHGcndsejTW6XTZPBGvRNuD61KdQHWaO4s3kUjacit8KcluKk0ZTtkg/FnQOo0xtiwKtzEG2bYUZVw4syDcol18UZ36PdhH7aoXLQLNrf4qBWpXqTEaK1A/1Wuc3pO0Z3rXONmYRDxu2w2NM8bAYTlsORMOjTXG2GvSs+qS9/Vf76BPYoyx993tdn8qrw7KnMB5X+eNsZD9aJxAtAifQG3GrPPIGAPxSaA+ojUcDmNhYcEG2bwoY36iV7SAn+xcwqUxrLJpycq4fBI9Z/uJVo/HbdMt+XEzNiqb4qFt0Xu2n0rRYYwRSnvfRLtA8wj0bIyBMcbuo/+pPkufaBRk30WjQH3UV3MIsvNQtT+dR+3GmE/3Q3gEGp+ivGlujROfRbcxxqbDGKOh9jhjjF0HGJuvxqzj0zjNq7EqBaoDP6JNwMdPfzRXFtQmOgTrtCRtXdCz2jTImPV5jVkvVfd5MGa9zZj1Uu2aQzgEelZdFoxZ72fMZ6XsUbav3T8Dm3+i5UGe221ZRCyNMfw/bB6pTTiyoLPMmM/ahSsL6XSK4zgJ/2+MgTHrIN4JjFl/Z/M/+KM+4rn2S6X4LlC9wBjz6TjRJVCFys9Dll7tg0A0qi7bT8+q+wySti7rXW2CB5/1rrHZUs8PgugwxuDz9BpjbD6Anwf7Z/Fkywfb2BUcZEOG48VRJVpt4JmiMk1lUCxAaxOI1gdLPT8Ias/OwZ39dG+zdSrXaUnbbXoGP8aYT3XDGIPPfzROIHrskvRpr8QH9VXdgwCYX8KnNs2VBdH5IN0Pymm2j8YIcP+TSGXsvdO4bH89W9kBQqpn9RdhbhpkGTQZPx30ele9kGqgDhkF2HWYysgmeRhpvPBoAtWpj0D1GpemE/Bgmw4R9VOdxqmPMcYWEAm33j9fL8EXLWoXE435ZYY/OAb3P8YYGLMOqsr20dyCNBPGDjpVLjedkBwe5h4nnLx8WnTE5WRl6GRmeFhpbJqbp/WLLpVZ2lUvvFkwxtjrcPAQE50ZzpFmItaYNEBHTZe0NPEKj3CsMQkkXsViCV5m2YdJQKfDTRxO0m7BgCLJuTN0FpBO8vJhMSgUQG11OVpbmrBz+yZsaKpAfp6TlwYLdbXFvDgWo6oyiNxc1TlY72QwOh8bGquxa/tmtG6sRyoRwchwvx1wTDNx4FEAhZBMRDljioGmHOTl59LRtOBxG1SWF6K8rAChhVn0dnUixKBnCS+Rwbx8zDFQ0c/kTG93Lzo6Ouzgz8jIMMTL2voaBvU38bLWhlIGl5ZXwwwaLTLAM43QYpi4/di35wAO7t+PbUyW7mUgbktbHdfjIR0u5OfnE3JBtmKRSbOREQZI5xZ4cQ1TWZx0RH3Y0radwbx9OHBgNw4eOIQd23dBF74hXlZ7evt4OZ1DLteye28zdzMNJRYjDDZp71o2tqKqqobOZBShUAizM7NMcMRhcULts2R/cTHEQNoAlkLLDGx4AVgYG5vgBSrKC1CSl/AASorLiCOGoeFRHmpppHgpXlgIIRqJwePJ4eXNBydlra6uGg89tA9HHtqCiopiUDy4B9PI8XhRU12LXCZqp6dm0NnZCV1SS0tLUcoA45Ydm9G2bROeeOYknnj6UTz34tP47j/6VdvRvX79BoNEvYjxAmcsYImXu87Oexy/TFgir1boBM3ZB5z+zKyg89493L6pIPkn6Orq4loiCDIgoGSc0+VcHzM/ywviKlZ4cTaUQQ/rA34f6ApgoL+fQcQEAz9+BqWLGIDagMqKWtITIW+meAGPUu4KGIwpRTKRZvBpCh46zCUFhahiADCXwRfh2tDUgAP79mDn9i2oqamAsVKIri3jIQaCXnxpLxMWD+OVLz+Jr7zyPJ+/gBeefwZPPPEk6uvrMTc3Z/MfcKCxsdn+lkBebpAB40F03evjfH7yNYAEAxzenABWGNxR8MLNaIKC7o0NjQw8zDLoMMk9S9nOfFf3AG6237L5UUT5rq9vQGFRMeqYYPTy4qvfFB+lDEq3C/IKIN2N8CKSpIM7weBLHxO1Y+PjDLhOc29TqKurJY0xW36k88888zS2UM6LigrtPlqDxq/SWU3wAjm3MIcaysj2ndtQU1vNy0yUPF3GNBO8I6Mjdqmk+/DQEHm8TDrD3ONF6HI/PDyE8YkxypmF3IAflZUV2LFjB3buoj4UFGElsoa0caCQsppXUMLAWAZDI2MIMehewGBuVWUV8SwxmHwXCn44aAf1jajy8krs2bub8pPAxx+fZ1CtB5HIKlbDy0jwAqxvZ46NjXE9M7Asg6NHjyCQ68Nrr71qf5t4cjJE/sa4P22oq6+m/s9BOrhGefUysNHWthmPP/EInnzqOL78ytP43j/6Fo6fOIR4gmtjoG6OgVw3g8rBYDEDf3XU7UKkkw5wagbHZhCLpriPK0x4XIZ+o15nhKC8vAwHmfz9xte/wOTWY/jGN7+K/fv3QnwaGx0njiTy83LR1roJ9UxmxBgsydB5iHI/F0OLlP0o2ra2Mbi2n/azCEtMsjoZ/PHkOMiDTvJ6BKC8dvV24OatazCONCZnxuD1uxi4GkckNo6SChcOHSnAMy9txle+/jw2tjYimQYDTL3kwzIsZw6GRyaZFBvDD390Cf/Hf/w7vPvOR3jz9fcxM7uCmZkwk0GrqCjPAah5TY0t8Obkkc9OjI5OYpT7J7mLRFdpg4KUVT927dkMtydF+SnGwcN7UFVdwaDXKLZu2Y6nn3ocBZSFPNptcK3ikc/vgIJO+ndidU5VVJYix+flug+jsWkD27x4n0HkFcqoApfXrrVjaGCAAepp3L3bAX0z48aNXgbt4kykHKRcxNHYWMF9stDe3ou5+SUskp+id2ZmgefDGKaYFHdYbp5DBhGegbX1jXjmuadx8NAOfPVrX8Af/evfx+/8k2/h937vG3x/DLm5BpvaKvHsc0ewfXs9ApQbxkHQtrkVJSWFmOfZkMm4WS7gpz/5Od564zQTT9OYmYhhcnwZG5o3obDABzcvbX0MCsdiYeivFAQLillfTLmZBpBGD9sKikqxtJJiQGEZq9EpGPcSPH6LOrAFwWAu92QBf/e3f4c//7M/Y9LuHe7jNGU1Sj2ch7GAbdvb8OWvfAnf+OYraNvSAn/AiyeefBwnT27EI48cxcsvf4H27EVUks/3OofgcFiYm10gj88yofcaZicXcJaB53NnLzGAHuNZwst12om2th1o2bAZm1u3Ucby4HR4mTyKILZmUFRYybO3Hzevk7dc8/xsGHMzq7R/eWiob0F4JY5gbgXy80uQ4/XzXHcSLExOjSMv3wuf30M+ltD2rlE/JpBIOFFUVIVUirK8GEU0apCMe4gzgkUmRPt6ppFmMr+8yI+6qirIPq6tpbBv/3bi8cHtcfBs8GBjcwNLB2rqismjVSaWGxi0bWFdLn7y49eZsL2K5aVVFBQWkG+t+I3f+BYTQs/SHpzAb//Or+M7v/41HH94JxaXRpHOhJEXdKGhqRyHjx6kHOcgGllBx90JLC7EsbqcRibhgsvh4nqTrL+HuekQamsaqDlO6C9g/PXf/BB/+qd/bdOyllhm4qARY0qIToV5nhkECwoAOJmUXmSiYAzh1WWef0torC/jvo8yWD9FvyaMiioP/ukffB1f+OIJRKMxOIwH3Z3jpNHgbsdt2o41Bp97bdlyuzzcp2W4nAHajQm8z8TrKpNLlRWliCxlEOP6l6kXzbVN9EWq4aO8wOFEx70x/N3fvUNbeAL/6o/+Cb7zna8zkRlG+80+0lmKRdrG6dkJ6ukeFBXno7KqDM888xRGaE8ef/xJLNFfGWEC7RMmwnu6hklTFJXVxUhlVlBUkgN/LkC3g3vvpH8Qxd3b3ejq7ENjUzU89FkSTFBGowmb9knKZCbtYtLwBi5cuMzkCv2Gzl6eF2HIZxrjmbi4MI8EA+PFTFA/+eQh5OdV0u7M4uy5G7QJCXz/hz/Htes3ITugpP04k2CRcJy+yyhOnTpN3ozh3EeX+HwKC5S5Qu4F2U+Z7maiMooSJrYyyTCGBjsobyU49tBeNNbW2PLz3rvnSNMt2q0y4o8il0nf/fuasG/PDu5dFU1dAtXkz66dbeTLEqanx1DL87WhsY77F8W1q7dhGSecTjeTbffQ092H0BLXk57Gnn2NPDO9+MIXHscLzz2JKIPrE+PziEfdpK2D+pegfNcjN68Ybnc+3J58fHzhEu7euYK6Gi9+/Vcfxs6t9YjQ9zVpN5NhTsRTfsTSXvQMT2KKftYgk4z609Z9fTMYHZnF7Owcz8w17NzdhudffMJOLjVTl57mGdnW2oJ9e3fipZeexc5dW7B3zyZ88nEP/a4x3L3bjqvXruKVr77IszGEi5e68Lff/xALC0uEReQz8T0w2I3aujIUFecyubGEXZzD5UrB607B8K62OLuMkYFZJna9BBfxzFEnLBQW5tny4skx0L8D3dFxFx9++CH5EUOa41aWo6TZwujwFOtSPOO62T8PxUWV8ObkIi+vCGuxVYxNjFDf80lLHjo77+Cv/+YG2H4BAAAQAElEQVR1LNMHaWxo4NonsbqSJK8y2LdvP+2pg7o4hJHRblTX5SFjVtDYXE71sGxduHr5DqanFnk3qaHd/xk+uXQDvpwSDPVPYW01Tlu5FfIzCgryeQ5NUF8fxpNPP4NEOgd1dZsQoV07d+46bZsTtdUbMCE5h4cJnzjP93nawzQshxdB+kvxWAb9A2OU137k5TkwMzeCD06/jR07N+Frv/Isz68T+MbXn+C4SZw5c4Hn+jTKSmvwgx++auv8xY9v4vLldvzsp29ggXcY/dMRU5MhpGmz5ufn6BcsYyvl5PSHV3DrRjs+fP9DfP9vf4LQ3Cr3xcL84hyGyIcC2sq+vlHycYXr7cDPX/8AEfq4KYu2enkNRx56FF5XPvK8+fgf/8dv41/+y9+EYZIyagfLk6ipbyL/cjE1vYT33r2CH//oFPV+DDdvdKOyvBFnz3zC5GQX4R50rrRs2oVjJx5CdU0tAgEnfe9C6tMi71ut5IMHDvo9xfSV229e473Rh9zcXFTVVKOvfwj9o0s8Nw9hx+7thFbaxAG21SO0HMef//kb2Ln7IE48+ggikST6ukcxPT4JF5Ngly5+TNxFWF1N4vbdfszOL6OBvkh+YTHPrwDlzUH5KcXuXQfR2LiBZ+MGxGNJ5HHushI//vN//jueY4PEu4LennsIR+ZRXOgl/V6UlZfyXEtxb2Mooh8eja6hv28AlgVcZdK3obYOLt7X62rKYCEO3a23bK6hzm1Ha0sjdu/eieeeeRr79xzCnfYOONiLjgx207YEfA6M0Sfr6RhGPJwhL7yoqi1DlElohzMN2ek9+7YjnVlD6+ZmbOe9TnZbdPD0oq4tIJECenuHKPMTiEZjtFerlN1l3O3oweTsIj65dg1pA/oAASwuLSLKdRcUlqC0shLTvJdXVtehpWUrZmeW6Gct4uLFq8TXR/2fR16+jzTkct15sBxJykGaep1r/1JrMhnn+VyP6upK2pJxmxe6g1qMW3g8Tvj9HtTzPr8YmkEg14tgQR5KSgvhZcJSydWVlRWeBytM8pZiaWkZHo8HGaRRWlaCublZ6C/jlJP3W9o248D+3dhLPj7++MMoI44E/TGLvQ19UmMMHC4nRwJpOnnJTIr8SiGVTCCRiCFBOtlCGUzTd4wifN8v1R0szXtqmrYI/KQzSaTScfaPASYFooV+OUsgPMw3IMB7Uk6O16ZVMSaXy20/u91urstLWXQj+1Gd1qR+eg4EAvDxHpvDxKLeVe+8H/cxxvAsccLJSXTvy9KmdgfrhFPPadKrZ+EQPuEXqI+LuLxeL2Uo155H+FUv0JjsWD0bY7g+Qz6lyZcM6XZRLx1qok1O2jZQMa8Izy5BNBqF3jPsYVHwnYxNqCQajk9zPGm364z9rrky9/dGa+Ewm09av+jVeNGlNYkXqlcp+vWsUmvUGtRfzwK9a17h03iNUZ2eNV+MSWxj1temd9GrUjRoLmMse32JRAKiMTtO+P4h0Fjth/oKhCc7NtuWpJzFKWeaO8m4W7afxhmzTovqBJrDmPU6Ywyya8niSpAuGw/jA5pLOFSqXqX2QO2qN8bYe6Y1CHD/Y4yx8Qq3wEG5UH/Nr37imXihZ81rzHp/vau/MQb6GLNeapzGq017IdBeqNQYY4w9n/aBWw7RpzNUMiMQ7Yqdin69C9RH75pfOIRfdRon0DrVJpzgRzQIVMdX6ooDWodoytYbs06vcIG2QfRl5UjrlcwJn+oFhrEH8KPxGiN69JyFVCptywi7QPM8CMasz6U29ddYrVOgZ9UbY0in0x6byaRpS2iTsvFvxmbTTPIkGJTQerV2jROuLIgmPWdxGWNgjIHlMNAnQVkRL6NrEVs39S5c4p3GGWMgmjPcFLWpXpCmvOr9wfk0l+pEh8oM6eUwPPjJsEL9NE54sn2zc4nH4q+D9soYY8+dfdZY4RV9sr/Ly8s2zRoreBCn+sjmqNQcWVAyXH2FK2PTl7Hn0LyaR2tVqXfRIZCM6F1txhibf8YY6KO6z8DxS20ZrlWg9aaYzBZ9ol+0iC69q92YdVx6Fog+tWmc3o0xNo3GGFuW1CbeCZee1T8L4EdjBNm6FO2J1qR1GGNoWzO2HGXb1VeyLDlXP63HGGPPqXeB6lSKDwI9q86YdXxZXCqFj4zgz/q68P/go7EC4RHo2R7OeTRfdl7VqT0Ln/ZjgzGf0ZSirgge7Jftq1LwYJueVScgKpvfqhMIz6fAMzTNDgL7fADn5Ds4twqN15gs6F3162DYzfyS3dW6BFrjOjhs/q8/W//dszHGrjPG4MGPMcau1zhjPmvLzp8twY+es/RlS60v+6zywT7ZNtVxuP2jKYz55XnUrrFcpE3LA832mOz/RKNA6xZYjvU166wRWDxzBMID2VkhIhhjWGWyaPgMgrGBT8h+RMcvAy36fZ0Ufdk2Y9bHGvN/U2YRssyO46M9nzHGXqPodzjW90n6IZC+Sa8EsiMWfR5jjC1T0tus/ur5Qd5m6VJpzDpNuP9RncAyZr1BE2XBcZ+BxhhbwTWBDIVAk6R5GGnwfVy/VBizji/bbsz6uzHrBMuAZYk0xtjCqwUKtDjRoPmNWW/Ts+o/D+qXZQT40XxZpqreySCUxgr0boxhr3Xg3pF5GTJeguKkw0iHkw5jBmkk4gnEGNSVcdV6tXaBnmVsVSZ4aBlj7ANV+I0RXhBn+lPQGrOwPj6G6FqUQYsoZ0kCjgwcDMi7mLj0eFxwuhykhzzSYYIUXYYUwItchhcIEDLpBJJxBjMZNHTy0lrIYEhNVSkqygoQzMuBy5GAz2uhhBfFvIAFb06GQR0n3K4kZZ7jwvMMKI7g9q0ruHTpLANxVzAyMgAlyObnpzE9OYnlpRBIAZwOi/uexCSTQiPDw7zYjTOwsYoQA+EUDdTXVqGutpKOvQdLoXks8nKfJH2JVJzrsFBdW4GmDbVoaqlFLRO8DneKwcc5LCxOI8k+5UxubNy4AWVlZcRTiwome5QwChbkYVPrRujPJB46tBtPPXUS3/rWV/GNb7zIS2EzlkjfmTNn8POf/xzvvXOKa7jFAMoML8sjpHECwWAhNjIpWl1Vx30w7L+M2dl5Xtz77D+dpG9nhsNRXswjvFSQn9yGtViCAaEIL39hjknz0rqGyclZtLffQz+DABMTk1CQMBlPIr4WJw+WOd8wcS+Rf6Po6enD0NAo+WWQSTtscLl8WGZAaYp45uYWKU9xrHLe+fkF8irEuWMcv4w45/b5/Ghu3ogtW7fi+eeex759+2w64qkIGpprsGPnVjvxVEN+t2zeaBuJWDzO4LiH+51jXwLDDM4pMTQ+PkP+e7FxQzNqa2rg9jjt9txcLzZsqOEFuAqhxQTOnP6Il+oexGJrvASXck0h5OYGGMCt5EXZx8DDGuYZxKNxID+iAKUxxoSXkjVJ6r7PH8D8fAgOy8MgcQks4yL/IqxbxOnT55hg+D5Of3AWQwOjmBibRldHt/1v3N28fgvS/56eXowzCV1RWoaTjzyKxx49aSfQ9Zv2gwN9TNLf47ghLC3OUD4q0dxUx3W4uYd30H7jGvdjmvTmUn5KUUtZrK+vxLZtm5gsqML1a1fw2s/fZHCuF8H8Aq4nFzdv3mJA8x6TbTGsLq9Svl0oLCzi2tbITyecTjfx5UE2xO/3o66uDiUMBK+srHJdK8QRQDAYhC4a6iNnPIcX79y8PPsiWV1dzeBDK0pLS1BRUYH8/HzKawuCwXzQb0AgN4gFBpgVdBwaGsTN9hsMdF6hnE0Qtw/67fQUnSsFGty0Bfq3lw4eOoA9e/agsqoCU1NTWKTuae4wL8EGBhXlFZSbZnh4gZfNOnjgANebzzWFSafHpmWWgQv9ifHc/DwUlRYjWFhgQxWDYTt274GTEfQLDFb1MvHr8eRQJkNYZdQ6zQtBDYNgDz10mAGnMspDmHR60UhdXib/1mgf6+vryPPN2LFjK53nGIwxlJ9qylSM+jHEMatIM4jhdjtQW1eFww/txr/5H34b/+7f/T6eeOIkbrW349atdkQY2BM/i4tLsItBlQjtW2hpBjAxuHPSKCnLxcZN9QyErFFf4kgxA+l0uLFC/RoeGqMtu4ooA3Bu6lwmY9DIoHgVeeb3BWjPVmBgoaCgEMYYrKyEMDI8gJmxGbR/0o2bl3qRCBsEGGzMzwtSl3upF72UhQAikTDk5IOfyalp3L59FxMTE5hjwHuZeOYXZ+F0O1FEOamoLEcZ9765uRmhpSVM0+aMjk0iY5y0d2to21aOIyc24NDRRhw41IqCIjfq6kvxyMndCDAY29c/jWhsEV/6yhP4R7/1LJo2FWFoKIXysiqsrkQZ4L8O8XH37k04fvwhbGxpxdxcCP5AEAF/EUpLalFRUQf9u4+yb1PT07hx8zoKi/I4fww9vfdg8cxo3bwBz7/wCJyuDMbHhxgoG8TUxCj1OIPZ6Uns37sDJx97iHhzMDs7w0DyKm1gLwO/n6CwMB/0O5Dry+FxFMfKchiXGMD+P//idUTCqwzcHoPHFcBqOE05Wmay5A5lpxItm1pJu5+yUQWv10UcFve0inIbgMORg+WVNa5xjTZ6CAYuDPFMmp4dxY5dLUxMBFFU7MChQ5vwyKO7UFHl5flQjus3evAf/sOf4vU3XqP9X0Tn3T68+cZ71LElJhZewFe+8iKqKmrh9wWR4xEPXJiYjOGD9z9mYq2b+raBcprAoYPHcPDACVRXbURoIYnIqoVIOMEkBzAxtYArV++gorIEm5io/eqvfIW8exa/93vfxa5du8inR/D4yYfhtIwduBUPlOyPRiOU1RhGxwa51gzSDOKVlxXZv5jw7jsfUn5jePrpJzlnBeUyD7VM5MheVFQEqEdx5NGmGOPCAoPGOocuXWxHwB+kDdzEAO4W8jCAgf5h3OvswWuvv4uPPrqMiYl5BuwXcePGLa4rhhMnjuEf/cYrpPEg9u7djZWVJegbJdMzY6iuKWWfNdrtMvInH4b0z83PoJnnQ1l5ELG1ZaxFVjE3Mw+/P4hgYRXl2IMJytQy99lyOO39DDCAWFlVguee34OnnnmIiaZdTDQV0Pblcg1uysEyk37fwBe/+AzSmRh+8sOf4cql8zz75un/hFFeWQR908jvz8WxoycwyUSm1+tD2+Y28iGG/+v/+nu88+77+PjSOXT23ET/UDsy1iKee/EoDjzUjM1byxCJj2N8qgNFZX4shOLc/wh6Osdw6eIt+jVx7Nq5l7ZmBx45/ijaWg/D5yrFB6fO27LicCbR0lqDIG1DY0Mz9T0Ny/JiZGQeHo+Pz07s2LkLTz11CHNzy/B7A2hq3Eg9L8eGlkp4fQkmwmYZxJ0kP6J48smDTMwYpC1gKZqB0+fCXSaaewfnYRy56OoZQEdHP4yJU7fmEWaCp7amHrNMnmxu20Rdd1HflnmGzuP2nQ58dOYyFudimBxdwUDfPNvCuHLtEi5dOY+//pu/g7EC3PMQ6l4yCAAAEABJREFUTp+5gvqmBkxMDmJktI+yF2WydxqvvvoO9u/fhoqycspNG371W98AFRdd3V1IMPm9EJqil+nAd777Mr76tefw9LP7cfLkcdTV1mCFiZjz569hkYk3uqNwOl3w+/KxqaWNe1vE/TS0Kw6u24v5hTVYxov2G3cw2D+G2upGLC9GKOcpSO76+gdR17ARTlcJk0+zuHati7j8KC0rxtz8FPW7CJs3tQCw4HU7mVBKobamAI8+fABLyyGOGeM8edi+9TCaGlqxQrtfkJ9H+zWI/Dw3k33ddJNT+MH330JxQRlWl1MM/nfi5o1eWA439XCBdPVyfxd4DjupN7dw+cptXL1+A6HQCm7e7MHdu73UtyUshdbgcnDvM/no75plgtsBv7sEc5MryPHmUmYrUVNVhMryADY25+OfMYn+4vPHEczPsW2A/jpCLJZC2rjQNzCO0OIKPFxTPROWjY1lXFe+7cs+8vBOVNXkIZ5YZJB/FW43eLZF4bBy6Ke1orS0FOFoiDI9zXNhhQmPQtqPHvJiCH/xtz/Af/v7H+HmrTtov3Ubp957j+eVBy7K8zNPHUMykcH7p67gxPFnUFJSR7wuylSMMhcB41wI0W4//8LjtKPNNmSYJApHF5Cb70JP3y366SvYsaUFMzzrIktxlBZWYPf2A7y3WEhlnBy/AsvloGztxdatm7GwtMJ9KEZt3UZ0dw3A5fKitrYeCSb1iovK0cM6ndkz0wt46+1zXKvX3vM1JsM3bWqiz5VGfn4u5SlOWXwa/+IPf5dJqFFUVlZTzzbjrV+cQk/3EJQ3MUwErq4u0g+8i8NHt+PhRw7gV37lRa71OLZt3Q+vp4j+3z1Eo0kmzMpw6u2P4MsJUhYt9PcNU2bG8V//699i1+5dKC4pxdVrt/Huu+fQ0TmMRSbtvb48ri9KXyvMMzDIhOk4urrG+B5BaClKO+jC4tIqjhw9DvCs+sVbn7Cfk7KdxGokgf7+uzzXQBuRC483g5LSHPowbp7XG7FA5nd2ryDGDFkskURZWQX0Fz0GRwYRLMnD8Ngw8RtYlgXpTX4wB3/4h6/g+PHt+Lf/y++gbkM+p1xDoMCBrds3wJ8XoL1JMzmXxO17d5AyMXhzPdjI+1OMgdzauhr6Mv2YGJ/Af/z3f4Eb588C0VUUBrwoJL/TqQR1Y4T0APkFNSgI1qOooBw1NVWkO8DzMx/Hjx9AjsuiTi3D5bTw5luv4rU33sb0zAjm9Is03VNEmeEcA/jWtx9HMM8Df47hPjhos3rhNICHibTJmRD3OAcdXd2YD81hcHgI1XX1CFHfZmYi5B3w+psfobt7guepDz53DvJzg+js6EJvz5Qtu0tLaRjkce4IfYUpGEcAC4tx4q3CzHQE3Z1DGOobpw2ogMvhxScXLmJDcwOOH9kK3Z0nJ8dRW1dB+TNobKrCS188hrr6GsTjaygvL6bMRFBfXw8fk2Ky9yPDYxjq78eBnTuQor+7eUMdqssKkI6toPvuDQz2dqK/uwOrK2GUFFfTerkxMzVDfV1CTXU+fvM3X8Yf/P5vkH8u3q3H7/vwIVTwrutyOdHT202bPYp4IorV6DLgSGLDxlpUVVWgqWkjamtqsUY5jtOerK6uQD55Lu/5+QV+0piDhYVF1nnRTfkcHqEPR5z3OnvhDbgwRb8/xaThrY7rmJ2bstdVwr11pnMxNbQEn6MIISbxHSYDh5Vh/jcGT46T58kAvD4nIqQnmYrhvVPvg0yHk2e+g/GR48ePoa2tlXbUB5fbQnFJASGIdCaONSZBi0sKbT8xQv8hPz/fptEQQZIJpNXVCPdxFhs3tnCdTbAyGfo1XtxgQnhqcgxx3gO2b9mM+rpa+iBRpOIxGAPahRRS6RSf+UJ6qR4wjJ2k02lkeDgZVjsomxb9mDT7JRi/SfHSpfYU71SxWBxx3pdFg9oFGaRhOTjQpEl7grRHEKZvozhNyh6bQZKB9gR1VWP1y0QO8iCHdy2n08nRKQhPguuKEXecyY813o+zoDFJtglXLBaDvoG8ykRvlIlL9QnzORQKUc9XKHfc/9VVxJgsFKhdoLFZHMKvJITGqY+bB4aXyVWtMUM+ukiTh3rmcDigj2yIw3JAONRf61JfYwwc7KNngdoFetaf51ZfwYP06zl1fy3qm6BtUZJR82pctn+CPLD7kn9qE6i/1qA2lQLVCTR2HTJ48GOMgegXgB/hEc1ar0pjuG+q5/6zgPZD9W63Cy6X69N34dY8Gg+sj1Ed+DHGUHYyNvDVnk841Dc7Ru/iqUC0pCgPajPG2DxUnfpoTpUaq3WqD/jRuzHmU9zqY4yh3KRtULsA9z9qF06NFx/FV+25ZEF8E6gtC/ZaeN/VOKFQu8YJNMYYY8+tOTRG/cUrJ+2E5tE40a468KN+quej/WOMsXmpPsay4KNvnpubC/n9spHSBbUJj54lk3pXKZ6pXvMKp+aQjKoUcvFJ69OcelepvlqD2lRmxzmod3pWP/VZoy2WHog36quxalOpNWqs3jXm8+BwWDDGENQDn+6/gzohugVqsbhe0ap3rUnP6mOMscdoLoHq3G4P72Re+Bk38gd8yMnxIMfrQW5eAPnBXPj8OXDSX7Jonxy0oW7qrvgjvA/OIx4Sub1nepa8O+l3q8/6PG67zRgjEu1ntQnULnwqjVlvF33GGLufk/ZB7eorcDisX6p/kCb1FTjIE2PW1yu+CsCPMcYea1kW1Eel+gtHlm711T5ov0QH+FEpUFsW1C7QPkoe1mhDVWYhi0P91U/vAj2rjmjJsv/efhhjbBpFn5Nng2h7EMQLvbvcLoh29fN43LavomfRmZ3DGEN5WQetVcA36GMMnwgaY4yx9VpryY4VHoFoVfkgKOaldUpf1S58Nm7i0bP6ih86M9RHINzqK/wCPQvU35h1WoxZl3HhEqhNuNQvTducHac6gdr/n4LGZfFpPwRZ2owxtlxkeWLMOl2iRbwWgJ8sDpUCVn36Y8z6GGOMvb9qt+ejzdezOqoUZOu1rtSD7exEC480z0fVJ9mW4nOa9aoTaIxoF6ToK6Qe4I/wCj+7wxgD0W9Rh1Ua8xl9xqw/q15r1vokX3pWXRb0rjYnddpJfdS72oxZHw9+9K56jRfoWXXGrPNBNH0eRHsWsvQneVYl75/Z2f5ai9auch044f2f9XdyS/whn7Lvas6OV6l30SO6HPYanLAcDhtgWciCIZ/INAiMMSz+7wGffj6bX3Nl4UFasl2NWcend/XTWh8E8SH7rmf1yZYaY4xRYUN2PeJ3FlRnzHqfz8+f4plrD+T/1C8LxhhYUlIprBw+HVJ6Vp2UQwQIRIwgi5jLtoUc+tCWGWNshmURi9lZgVHpJMNVytjmeHN4oXHboDqNERrh11xZJmRLY4ya7fnUR3TJCKlUf9FkjIHwCIwxNi3abMtygLJBxzgNOcYyYIJ0OsP6zKc4VZekANrrZqJUydI0Bwo3+LEoKGK0TT8dag8PUBljj57pxKpNfYy5PzfXqzqB+gnsZ5fLdvjcLgfoI8DwIgO55kxeUF3gdFhst0g/aaNyJ2JRJOJhXqqWEWYQIc6LnM8D5PpdvDCmkGTgMxYOIbG2xODhHC+2C/DlZFBWkoscTwqpxDLW1hbhMHEEc92oqixGXXU5L8358Oa44eVetDJQ/Phjj+Pw4UO84JchQIdJ9FqkJUrHRYkEXchnZqZ4yVqxA2Ch5RlU15Zh975t2LJjE1wewMVL9I49W1i3A428eJZXFaO8opgB1jxYTnDcDIM6swiHV6ADLj8/DyUlxQy4l/Hy2IByJliTjJjoG3DLyyHEeMmNMXmcQQqWA0jy8j/HREaUwWoY2BesRSaYIpEoUkywDDOh2dFxD0NDwwwarXCeCIMwvejr7eNFZQ1KdJx87CSTOkfR2NiMgoIiuJkQi/Hy5dS+cE/XmCzNYV0hk05+OkE6zGamZ3l57+fFZ5X0z9sXwjtMrLTfaGcAeBrVlbXIzyuAw3JjiYGWW7fuMKBzk0nre+ju7iP0YnJyBmFeJt0MEuhyR5sFJdZHR0cxODiI85faMcfAW5gXv/nFefgCHoTDEdy7d89uT9IwSjdDXO/CwgKmmPiO8mJmkTHRyJpNUz4vrw0N1VDSVBf2srJSbGrZhIcfPmH/BvX+/fuwY8c27NnbgoaGKrS2bkIdE64JJlTbeIndvHkz978UQIZz9qOru5NBxrvk5xBGRkbsOe01ON2UUzdczhzydoDr60OYAYWxkQkGLYcQp8xs3NCCh088gj279xGfhZsM8k9NThF/OZQ0q6mqRnV5JYK5+XBbTvR2duPUO+/i9s2bmBwf53zD5PcynA4HeT6Hrq5OXLxwGZc+votT71/HX//VKfz7/8/f44MPzjJx109ZiEKBhtraKs5RCiU1BIuLixCPgvlBzM3PY3hohBfbiM3b8fFJWMaBuZk5ykm3ffFX0nJlZcW2TZs3t6CxqZ7zzzNh8RHn+hA3brbb/SQXCnhZPDTKysqg3+AOBoOU5xJyL42mpiZspl6Vl5ejuKQIbjpqsiW7d+/Gc889C+0FqPd+vw/BYD4sh8WgxwxCpDeVTsBN3SwtL8WNG9ftb3wMDk4wEN+N4eERBjC3YWNLC9ewCuHfv3+/jUN9FxZoA6gfCr6EGRxoZDAJVhphJiiVyD177gx++MO/x89f/xn5u8Qk1QEb9u/fiwMH9hFfGSanJmA5gPGJEe7/bQZqfZSpZjQ1N1LPktzzPripL+VMHnZ3dqL9xg3apwhpX4bH7SUP1vkvG91NGZqbn8b2HVuwd+8u2twUFim/S6EQVkmf9idJBybDA2qZQdlbt25B3+aamBzB2LhksJ39ZmmTnPD5nPDkOGydOHvmIj65dBOjw+NYCkXR3zsIt9ODirIaNNQ34pGHH8fePYfIlxLKn5PJhVnaQzcDPUH2M8S5zKRZlLYxgZs3OzA6Moakbf8TMMaQN8uoqqrE9u1bUVdbi5qqGmxt2waQTiWz6xh0yw3kI5M2DHyXYY6BqVMfnMHZjy7xeRnnKaun3j/PYNkCmho3oaS4GG2tTSgtCmKJSdhUMoK6+nLs2NGMgwc34lvfOoivfvUx5AfTqG8sxK/+2jH85m8fpA1cQV1jOfW3jUHbIC5+3MEE03kkGIydYnD6gw8uMOA7xkRLggEjQx7lM7FaxbVYCK8mkU65oOB6UVExwEC0z+9EOrNGO76AkbE+KDC3h/uS4llTUlqIrdu2MohdCcmv5LK9/Q5t6SocTgu3bt/iHs9hsK8XawwG/fZvfw9/+p//J/zrf/Et8msFb7z+BmaYcCsrDVDe0ujrH6FtGMQH75+Dz5+LCtrJHK/fpq2fycDcvELyuIwy48eG5s2orW1ikL0CskVXrrXjT/70Z3jjzVfx4Yfv4PSH7+IXv3gNSqK8/PLLeOTETuT6cpDrL+P+x5lo6MfoUAihhSjeeft9JsveQX5+PjZt2nB/lvcAABAASURBVIRt21uxsbkCv/WbX8Bv/fbXsGf/dhgGiC9duY7/8B//FP/23/0VA/ZXaGO6ASulLYahzuj8mVuYx1p8lfuQQCgUBuNI5J+hfRykjb/Oc6EbpdzbL770IuoZ/CwrKYHJpDE+OkRaZmlbJnH+ozO4c/s6ZWUNY6PTlMVp3OvsoJzMYXR0BPMLs8hjkHRpKcKA6yplZh41tQ14+qnn8fxzL+G73/kGvvrKV7gPy7h+/SrPkglMToxTL3OxZfNGyl8xjp94iLK6mXbDYpLlYyytTFBuinDk+E7UNgSxa08Tnnn2KFrbGoh/DJmURXu+gKmJeazQ5mxmELekMAdV5bk4+chh2sUkGutrSVceOns6cKfjBtq2UlYPb8eefZtx9MQe7qmxbRasGKprCpE2CXxAvfz777+PeNKJL3/5ZdqrQdqGKLZwH/bv3Y7dO3chh0HbcSb+2tuvIRDww0P/qbt7gImOGfzFX7yJP/+vf0dZBb74xSdw/NhBbN+5BQ4Gmh974jCefe4E9h1opc5sR219GTZzPZYridYtzdi8pY57ZSGeSKOENnd4dJAy2EXZarLtWi6TgU7KcYB2pKGhgHucRFlpPrZs2YE7t8bw0x98jP/212/Tvi9wv+Ncn4/y281gZwJjY1NMrHfi1Z+9jyh9hJvXO1CQWwGvMw/JcJx+2BLqavOxfUc9SCyMw40wE6r+QCEWFtd4no0x2OLBiy+dhIMZhtMf3sCdOyOYn5vD1SuX4XG58MIXnqMszOAXb7UzsRenX1GPix914OrHXdSvNPLyvVgJL6KuoRwzs2twu/KYuKC9ngjhRz96h3tQhWDQh1u3ruLEiYPYu7cJ42MjOH/+HE6fPo2BgUHk5eWRtyme3eCzH88+cxi32u/iw9MXwNg1zpz+mAH1Sew/eBiNzfXcR6CkogxOnl+zPD87mMAfG5/h2sI49NB+fOUrr+Cxkw+jvKyKZ/1RtDRvx42rnbRxCVy70k45rsbkzAo+/uQafbAMdcJi8sEwYJ9r87axqRbV1eWkbQB+bwDRiEX7m0O/pJZ2qBSPP3YCBYVeytEYfvbqa+jvY/IhlsEnn9yBEpf6M/hOlxuV1L0jR3bS7l7D7Az1aHKVe5CDBHVxJZqAL9eH0Yl+Jt3d+Ee/8wU8+9I2HDjcxkS4C2Pjy0gkHDxr79Lf8CEaNlicj2NybIl64sFHpy/h1s1BtN+6i7t376G2tg7vvPMWfvyTn2BxcRI7dm7E0eN70NBYwzXGudcj6OnpYcKvk3tt8WwH6/owPNTN/uN4790fU1Zy8bWvPoETx7dx3UnbNgR8XtprB8ZHxpFIRom3BRVMytQ3lGJpaQ6T47NIw4Hr7bNIpF3YsGkrfu0738PefbtpD4bh9SRRVRnguh0YGQ3hQybZ6SKioaGFSfKniG87Hj25D/1Mbi8tLaOysoo2aBbFtF+vvPIKZWwJ8XiCe5mDkiI/7Vo+oRD37g6Tpwu8K/hon3NhKYlSVE6f32fbyj30aVo370Ai5uJcbQiHU5SbJPRN6aXVBfhzfTh69Ah5s4YjR3czCehHTV0VNm9uBpeD/GCQNqwEW7ZuxCTtwi9+8aatv/6Am7ZqhInkYgwPT6Igj3wIpcijJO15NfJpM1OZMOWgHfoz7XduUU+WYvD7gvC4ffjwg0vUr2lY5FpdbTVqq6tQUlyGMt4zfv6zD+mf96KHZ5QS3xtpnzbQV47GYlyXCwv0T2ZmpuHh/S6QFwCFEtFoGBNTY5CPeIk6+/VvvIL/8B/+FfSt4KLiPHzn156nbFRzzhn4/V4UFuThwMHd1MO9ePf9s9jU2ooTj8h3a4XFoOpCaBnLKxHkFuSjs68b3b39nHeF/tc855iEz+dGIDfDs3oaKSuGb373y9h/uAW11P9cJtTyGKgNBPPh9rlQUZOLxpYqJlKb0NM3gJu3e7DGJNxb75zH2fPnMdg/hObiKiyOTOJ3f/VrePL4Q9jRVo2DB7bx3jGMgZF7uH23D/q2YiK5ilRqDZVVpSjgGrZv38bz9jiChVrjV/Fv/8fvIi/PTd18FMlYGkg50NRYh7IyD/e0jOvdgoJgAFu3bAboc1SUFaK+phi5PPvHx8ap68No5FnvTjqR58rBw0cP4nu/8QUcPLSbvmUP3E4v3C4f8nKL6KMlsallI7SnGXgRT3gwTt3+8Ox1JsK7cO7cTQz0z5HnMXx84TZuXu/Cf/urn6Pn3iDaNreihX54f18fdcwL3Sv1zyLMzE1hbmHafr9x/QZ0z5e/XFFRAd1zNm1qwdNPP476hjr0kZejlL2d2zaBLgM2tzTj0P5d2L6lFePDg6zLQH9y+e23T1FPhjA0MErb5sbA4F3keKMIBtNwuxM8A5epXzGKUQ51KYRQaIXHhAdjY9PUiyT90mLahjlb75eXl2jfrmBmZpF2wYlMxiKefN5f63i+rQAmSR8qDv0C0LGjhylzFeyTYX0KR4+14dHHDtE3CMLt8DKZ7UUwv5jnwBT1foi2dxU+jw9h6r/b6cIq76uZJKgjFu3LNJZJV2wtBUPFnJ9bRGFRAedMooK2orq6lmdWJ+l20n7V0ocOYWl5DhnEUVwchM/noY6swuPxoIoJYZVudw68tOvDTEwvMPnrcnl4j7nHM3kj+/vot/fSP03Qv67AMu8FxdSFqspynkVRGMuQNzFEIhHoF0KTvBepDoyZ5FAvvZzP5XLy7pegvCZIlwUXz1E3kxWCHNLhZcJRiR+VAtFkjIExBpZlQfEn1QksB4gnZcsDm+02h4OV+OxjjOE8Dlic13KzjUldQ8HIkFYP53J7cuBwuWEcTlgOB9KZDDSP6FIp0D3QwTY36TTG2HtnjGXPrbY0405ZiDNRq2djDPRRzCsaXaP8kPdLSzZ/VKdkq/pqvDHGxpXivUrry87NaqGAaBD/tGbRIFo0TqVA7casz6cBxhh7HepjjLH5ItyaV+0aozKdStu41U80q0+ScQv1yz6rTN2vU5vek4y3iXbdqbXXetbdMfssXMKRfdcYzWGMsffbGGPzUPiy9eulBWMMND5DPyDDvRBofLav3tWeBa1D61f5YD+tUaA28VRguOfGGKhObarLYSLNQ19J+IQb/KhNffho06NnQfbdGGPj0BiBMevv2jfJrPZI/Y0x9jrVR7SleGcTr7QWPPAxZn3v1CZQk2hTqZhRPL5Gf4c2iYkrvWu8aBVePasfAJtv4rsgw73V/uhZ/dTHmPV5NPbBerVr3iwuY9b3yU191Fqc1FGtTXxJUUbVXzgEelad8AlSyRSn+kyHPMQhcNF2iSfqr3nUV6B5VcdBNq9UGmNsvqs+Tv8mzLur+updoPmEQ6Bn0ZEFjdc8Aj1nQeOEQ/xbXV2lbV+h3xO2bVWWT2oXCG86naKdStp2O55Y4/0iSlsfRzrDeu5jto/mEW6BeCQ91d7pXX2MMbZux2kXpCOiV20qU/fxZO7LuWhVWxb0noVsnxT5n0gkbDsi/KoXDeKxQPuld2PWeWiMsWVVeydQm8AYtsNAH72LdtGtZ9UJr0qBMca2ocIvyPZVqXeBxoo26bz2S3zWmlWXpVd8zvJA9VnQOgR619pTlN3sM+5/RJfo1zxao8CyHDZdokPgoI22LMuWI+HRGlSnNiftv57vo4MxxraL2q91XJZdpzEP9jHG2PXGrJdqE+4svaIzO8aY9T6iQXMKNKfaNUag/gKNfxDUlgXNkR2jvqpXXRbU9nkAT/Vs+/8/pcarn0rNIVpU6l1AJkLzqk6lMetrM8ZomA3qJzDG/BKPtGZjPquzO/N/4otA7QJj71Xa1g/NL8jOpzmFm8PWf4iPkyDD8lNgi85rjdEvSUnOsiBcArUJhC8Lehd8vp3o/sEfTsmp19cj+o1Zf1bnz+MUzcaYT+VSuiH5ktxqzRqvZ0H23RgDfTQ2C8KrhLLoFOg926ZS7w+C+gi0fq0rCw++q11jBZpPtIgGYwzSGdDerQNTM1iHDOsydhubOcR8ygcOuf/O4v6P8D4IWfpUp2eV97vaNsmYdXySXbXL5v5DdMuOyG5k16J1qH8WnzHGxqf1CIwxUHuCforG6Fmg/iqzAH6s7IuQPgiq17sGsR8ss24gNIE2T8qtMmtYjDHUGTLsvoHWQjRekLxfp4UkGQgWboFwC9RH7/Y8VAptinBLcDSf2oRP48WIdUPKw4i7Zmy6ZPQMFUnzc8PSwmQohHRqiQ/8pGwnLk5HIs5DLcG+CcixSDKBlySjRIfWJAfG7/fblwLRwaH2utSuZ4GebXp4+VYp+gRah5iuUv00XiC8Agcv0aQOSR58okfzxhWh5YXfRefc7XHAy0RKXq6XQQYf/H43nBYXk46yTPCC6UJ+fg7AgPgUAw/Dw92YnhpCYm0VfiYa3M60XXqcPKQZBE4Q8gIeVFYUo7GxlkGIBmxnwLyVwYOqqiomW5OYn5nFyOAwRodHscqk2JIu+curvFiO2cGWxdAC5pkAGJ0YRGhlFs6cNAwDmLH0KsKxJURiy1hdW0FoeQFjE2O8YIUIS7wchjh+no7/Ei9Z0XV+cv3aQyUQJ5kQdPLdy4Suw2HokCzZwdl5BpdDSwu8sAe4fgaYmGiWYuTl5fLSVsTgWj4sy2BmNkp609zDOIwxYjcWF0K8iMXJp3wEArnsWwDLYUF/2kzzTUxMUiZcKCuvgMPpxODQJN57r53BxnM4c+Ys2ttvMVgDFBYWoqCgwMbpcbkxMzmN7q5uG6d+s7a+voGX2Sa0bdqMXCZVJidnce3qTbTfvMvL8gLX6uO8LiTpDGYvGUu8/Jy9cAEfXTiPazcvY4H8yjCwOr+8xkuBphIPIgywrEKX0CYGAqqra2wcKToEksk45U0JVicdUr17vT6If1VMTm5mMrSWiZ+52XmcOX0W165cw8zUFAxlS7/tWxDMoxyUM9ixC7v3bIf+rF2wIA9Ol5M8sUhABkpmTTDJ6Ha6yf985ObmQpdSJW+npqYpd6AdcMDLC3lRQRFKi8tQVVGF0pJyylcDL9FV2LlzJwMpWxEKhXDp0iXMzs6hrKyM8pwPw31TstJhcT46fS6Xh45cHDE69jPTM7YMLvJS7bAs7nUxliiL3H4+VyKDAGZmYkxIRLEYiqCmJg++HC9KSkrRsnETKpiczeH7li1b8fRTT+DEiWNwWA7EYglUllejirC2lsT09DxpWoDfF+AeF0J/ullBE32bT3J59qOPoIBGcXERtm/fzuTzHlseEtTTmZkZSIaky8XFxaSriDzyc62LWGYSXMFq6f48A8+TkxPkKbB713YcOrgf27ZtI38qUcPA3oYNG/DQQ0c4NhcTk+MYGhpg0LCAARg3JphM1p9fvsEkpQ4dYxzkXS713oeR0SGcPXuaQd07TP504tSpd3Du/Gnk5QfQ3NiIYF6+rQ+rq8tYW4tgZnoKOQw8xOIR6uYwx15Ad/cQA1D9uHr1CtcZQn1DvU3nEG1AQUHb3epWAAAQAElEQVQhJHc+BgZknzS+v7eXwfF5hFeWkON24blnT2Lb1hZUMuixdWsbZddh21T9G7DiXzwWh4KJSqQuLM6BW0D+5aO3t4tBoosYGhmEh5fOo0ePYcOGjYgxOaE9sCwXamvqoASY35+DsvJClJYF4Q84MTrWj127t+KRRx7BkSNHiC8IJQXXIgn7T43GwlEszCwguhJFOm4xKDfM9aegbzHleLy0B0G+JyBZ8FBGCguDKC7N4yGfxspqmHswySTCCAO6WxGk7s/MzTAo2UP7MMj2ZTt5pl/UOHPmHC6cv4xlJr7iDOqPjU5Bf0Ktq2sI+cFSPPH48wwKPsKLkgcVlQ1oadnBObyYm00CyTy0btyBJSb8PnjvI8wwaa1vUz/y6D40NpXRVnmhb1pZJsUAUwqFxQE88dRDlL9WLK5O4PEn9+KP/s230Lq5BiPDQ7RTCZ5hSQa47jE518t9HaQtO8OAYgf83gLKQxuScQdGR6Yh3gYCAQb5u5CmQnm9PujblbZeFuRic1srJCeDAwPQuav6eCLG4PYsurrHcI/BSZcrAKfLAZpN5LhclIcVvP/+e6hm4KysrAQ93X1I83Kof7/IUFtdDKQZ44SCcwvzIehb8/7cPAaK4+jqmoF+MWJudhV3bo/jF2+ewUdnr6GdSap7d3vJvzWUlBgGSSNMZPTgB98/g1d/fBqn3r6Avq5J5PsqMTsFfPLxALo7R7kfMTQ318FhOTExMcN1J5DjcaGeCeuD+7fghedPoPPeFfT23EJX5x0oKN7cXIuvvPIsA7lP4l/+0bdBsaB9t/DFl49g1+5m6FyeXZzCwlIKn1y5ge//4FX8lz/5K/zVX73G926eKYsM8o9S9pMYHhpDQbAALRubMTs7TRs1CvHRMPBX31BDudrMQOdDeO65I1znGXR3dSG6Fsb5c+fwxhtvwuUyePyJh+DzuygLVWhr28J1TONv/ub7uHjxY3z00Qe8qC/yEr6K3DwvKipKMDo6gMqqMjzxxCOU7VUEad/bGOQtKvZhfmEcvf13MDXZA2RCOHF8N7ZtaYHD5KC3ex7nz7dDSXansRBajGJicoo2shw660pLSnCMyY8tW7bQ/m1DfUMFGprKsXFTNcqYbM3Nd1G2CxBgQD03z8Vkzi4GSLsYjO/EnY5Z1Nbn004v4j//p7+ivfkYP3/1Pbzx2jlcvzyIVNzJYG4ubUwj9SXPtp/6k9ld3YMIFvhx7PhGHDm6k3ZuEBcuXoL0dZb+yQSTxx+dO81A+gjrL1LWBjAyNIfrV7rIyyHcudOH1dU1lJf78eTTJ3CYibVnn3sEmzc3orf3Hu513KWfMoP5xUHozwTDRGmXm6A/hf4n//lHGOib4znrRSbphUm4EA6tYWx43N7jnt4R0uHC+FjIPvMXF5bRUL+JduA6+rpHMT46iQ9OfYA//uP/DMvEeM5UIM4EXh4TqfOzy1gOLUG+oX4ZLrw6iycfP8Ek+X688uUn0LZ5C5qbGilDMezcuQ07dm3FH/3rr2Prtg0YGhxDVWU1cQZQVdGIkuIK6uM4ZcSBb337KcrDCvk8B/0Cwd27S/D5PGhoqMXevTtRV1eJJ598DK+88iXoHPR4nGhqaEBhsASZtAcrSxlCGu+/ewWfXOymLkXxxs8vY3EhgnDEIMRzt76+zk4UNTc32v5bDs+ReQbEi4oKcfDwPuhPQ7bfuolf/OJt9g+j424/A/KLiK9ZWF1Oob5mIzI849vayuD2ADOzIeqnF9MzYSwuR/HE0ycxOz/DvbmDrW0bsbqyjMOHWvHMU0dRXVOEN95+E2++8yoePrEV27ZVwpC3DvrC27ftxrNPP4e2th2IMmEEhwNTs5PIOJPYzIR/RU0x6hvLSV8CyysJlJS4mUR8BCWlJVgJh+ByG+gXLDZtbsK//h++R35tpq7H4KDP4/Pl8yx0Qd9SBHK4Lw5E1zLE5cLszDL3/Bp1ewqFBcWYmVlj0qQXC4uTaNvSyHPKQ33Zji9/+St48oknUcPkXRV97NxcH556+jHSEcSmjQ3Ysb2FuIZoA6/xLH0ULz33JEoLC5ig2YYg/a3q6jLa2z7ajwgaGwuwFgthw8ZqBHLdkC+170ArWmgf3nn3PP7Tf/pT6JfpSksKyLMSnq2d+L1/+lXK/xZ03Bukn3kHHZ33SL8F/fLYDI3mRiYNl0KrTFTFUVe7AbMzS/aajh55GBu41y0bN6OwKA9f/+Yr+MpXv4QXvvAIz99h+k3j0DfCqqtL0dU9jFPvXoK+7Tk1vcBzNonXXrtMnX8VFy9cQXd3N3xMhq6Gl9DUXI8t21oBK4U4k3QuN7C0Oo9gURDFRcWIx9OUXT99hhyUVxagvDxIfW5HUWkB2phgvXS1g/bRyW02CNLPcTp8XHOCPOrAxY/PIcikYkNjPffNwsTENMbHeDBkHLS1D+PXfvUV/MrXvoiy4gJUVlaiqLAMd+/MwOsugDenBPv276OsVEE+WFfPXQR5FjpdsM/h8rIg9T5Mm2iovzH6Ivn069M82cC9X8D/9ed/jRvtlzBN2xlbS+CsfINzF3Hh3Mc8D0aov0OQL9REnvIoRD99PH/Ah0MPHaQ+eODxutA/OIjevn5EON7He8TY2Bw8OXlMnG2GgwkZ/YLc5OQYx44jNz+IISal9Ofnu3v6qKcR2uRmRJNhVNaVo6K6Arv27sPhY4/g0UefRI6vEMcffgj76HseONSCAn8xnn70KQwzQXjp/Bnk+h24d/cTFBW4sWf3RmzdUkTetCOTjuP4scMMfCQgXy0aXUXfQC/X04vZuXFkzBp27WxFaGkSuTwDSkuDmJwY5rnaQZu6HbqvpnmnLi0uRA7vtNOTo3j0xFH43H6orqK6kknEKbgtFxy8m2TSETTUF+Fb33oe3/rms6yJIkkhGZsOYzFEXs8tIJZcwPxCL2V2EidPHKddeoZ7FUQ6Y+Cw3LwH5NLHK0QipneDjRsacPnjDvh9Ofjed7+NrfRT9+/fg9/4je/SDhTDSbq6+obgdjtpD5wIMik9vzCLVfqRnTybI5Ew/as04sk05ujX9w2OoI/+cV//ANpv3aYceCkP5Vyri2diGcroC88vRjE0Osez+gIT452IRBfgdMXQvLEaK6sRGPjoB66Qvx4UldRQPwpZl4Pl5TjPqBHk5OTizt07aG+/S39zDJFIimd0GvKnUoxPTDGRDyRpD8I8q5K8s57Flcs3uP4cFBUVob6+EvOLo0x+zqF1UwOD+yvsl6JuT4P5E+pVFTa3bcKe/dspNzWIRJfhD/hJo4O6PUke5NLX3En+FKCAiXMH76YRJu7m5hfpL83h4sUbPHdHEV419EMsVFU3UX9Lsbq6wvN6jDbGibxgAeUjTb2JIcykRTQawcDAIHKYZBwaGsXw8Aii0Sh0L3Q53JSHMjiMRZ/1Bm3IEn2TLgQYe/HzrPHRIcswsehyOeEgWIwVWE4LOktjaxFk6GvmsJ+HySvLYZDhfyCkGFuR7xZjwkFzJe24T4J2Jk5/OQXLsqBP4n4SQeV6nyRxJ9VE3Bn7Oc0kiCr4Rl4m14GxLMVtMmwwxGVZBjAZxHg/jLMtxTMvYwzSxoJFug3pVrI1wzqwr9PlYn/YuMCP6DGUBAfPMZ2XokVrVL3eU8SpUu9OOt8+n4/y54GLeAREQXrTKuz1qb8xBupvjGGbKAU/xq5T+xrv21q3noXbmM/6GbPeT/RoPs0h0Dv40Ri9qy0L623kEveLXex5HmxzkG5jWRBYfHa53VCdDVy3g+ChjGhtwq33z4PwaU2aX/QribXEmIrWEWNcRHXabz2rTzwes3ksXmZBawV5neYeZfm83nddNlQnUJ36CvScBbVpPsWwpJeaU+/Z9kQiSZ8haa8f9z/CoUdjDLQGrcsY7vh9UJv6aG3Zdj2rTnSrv+rFFzf5plLgsJxQmyDbX2OET+8aY4yxeSB6hcsYY8uI+mmci3uh/qQGGmPMervWme1jjIH4ZYyxcYnHWrf6GGNsGowhhvsgPAKNF2he9dc47U3mvoyoTesR2OuhDEgeRLcA/CSpyxqbTaqpFI40k+PGGJtmzWXM+rPG6R38CL/mzu6N3tUmGZPd0PqNMcikM/a6tI/qrz7qq3Gq0zr1nK3LvquvNEv9BWoH7Y/qNU48V6mxJOeXaNV7hmtIcX3JVIL33RjtU8zeG+EPhyNYYBwsFApRnhL3xxoNu/9s2aUx63UaE6dOizeC7LwZyrnoUbsg+yzasqB69UvRzuhZ/Naf6lWcTrhSjD1qnPqIAD2rX0L2jjZWz6rLcO3GrNMj3movtK8ulxtOOlWqE2R5pXGaM4v3QdxqU1/tk/bLy3iUm7KvsarXs9o0RuMFacqV6MiCcAtPgnZeoPVqPQKt8UFQndrVT6CxacqF8BtjbF5rbtULPpsvgzTn1TxZMOaz/hpjjIExBtmPMcZ+V5vWIh5pPU6eE8aYbLf7ffQuKYP9rv5ZyI5XaYyx2/UsMMYg+xGtes7WG/NZm+r/IaDYQOM+D/9Q32ydMeZTPmmuB4HE8ecfmJdVxvB/WP9oPum2StUYs95mjLFxG2NsPMYYPPgxxtjtluWw7ZGls4Z14Ee4tEfat+we6Z1N9hpVCuyziTZI55PskErV6dxOaY/v64dwCJdwCLL49ax6tQsefJdMSb4elDP1VR/NvY5jfZ/1boyx16l9UB/1FU7hUak69RNorEpj1sc4uAbJlMfjgUDPAtULHuSNxgmMWR9rjAVjjKpsMHz//JgsLQ+Wes6C6NOzaPxlyPBOkUGS9iRBvzrO3EgskaLtSyORythtGRiI56LRoq9kjLHpePB/Wu+DYIyBMeuwPs5hy4DD4aTdWT8jVS8cGieasmWKeyoQzcrbqdS72tVfYO7zwEl8aVi2zKj9QVA/vVtitJRZxknMd/KANYaHDHdSiDWBDTT8WUKMMbAcFrKMtiwLAmM+GyfheRAkSII4jbDwgh9jjI0jS4Po0PzCBX4kPMIhQrUogYOLcrkkKDlwM0pjWQ72NATYNGi8w6FFp2noUjygkjyQeFAxiJzhASaj5aED7qfTHmCA2UOhs0h/hutN04AmucmaNwtJOuOiIR7noUfDnKZiqa8mVKl3PatU3wT7yXHQZSIL2cNJl2uHwwFjDM/dzHopRzwW5aVkCWsMsKZ5uFpWBg5Hmu1xuJgY9XktlknE1kIMMI8Sxnj5mGUCZ5oXyGUk4stwOlJIJyOYnRzBYF8nJsYGwcwCCvJzUVJUwPEWFhfmOXaW/ddAWUWIB7aSBO3ttzE6Os6AVoQX1hj7LTHY4ENDYwPq6mtRWJTPhI0f+Qxm5OS4qBBxLC4uQL/JqyDNCpOvRUUldkC5sLCIQdISBAK5ED/IVq7Dsi+GSnaOjo5inAmjgYF+XqpHGRRYgYMXt9w8P5REyfCStMRkam9/NxT8AVKcPwgfEyzl5WUMSpVy3/3cV0DOqw5FOdUpKkach7vXZpb9tgAAEABJREFU66MSuVBeVsEgwV4cZWB4/4E9pCfAJFQvbly/jk4GmGJ0tisrihhs3IqNLRs4RxGWmVgJMfhpWQ5eyDeiqbEZSqo2MBBZwiBzEddWVFjMS2QJnZ0Q+vr7kYinUFFWiZaWVmze3Iaamlo0N23AQ0e2YyMTHwWlPtQ1laFhQyU2bqxFcUke+QHur7EDynV1pcjxGjicwPJKCLoEiq8xJqXKmISsqanhepyQflYxuLp502bupQvLyyvQv3Ha093DvVgkr1MoLy9n4H4LqqoqyZ+Uzecx8juZjCESWSW/h3mZXaWsODDNAPX1a1dx+ZPLuH37FmZnZ6AEoRzWSSZh5+cXsDA7x4t4jEG2ZuzasYMB+S2oZcLWfd+xyeFlNkAdKmKAVfXFDKCkqWejoyMYGhphMn2VeFfsS7v6OHjpldFaWFpEnPZknknH4ZERLK+sks+FlLV67N2/H7t274HkqLC4CMHCIIPYtTh58iAePbmVZROefpp7xiBFKhXFQH8fzp07z6DuKQYYPobkWQnJooJiPPX0s3Zgc8fOnQwwbGbAJYiJiSnyK4Ri7qMB7OcZJnJTvAhVMuC2e9cuOzixsrKCfu7vCoO8lZUVaGioRzUDpHUMWLe2bsL2Hdu41zXkaxgDg33o7OqgQxyHEiVal+Ryw4ZmBl1KMTMzjbNnz+InP/0JLly4SBrGCONQsOzM6XNQMlcOdJr2ZzG0wr0z1NMlzj9EnQsyGLSZScSjePa558inAjsJ4PV7mYzNQ8fdLty42Y7Oe122obdoW3JzA5CuLK+GcEZ/Fvu1X5DGIe49UFFZQj7kcl9mmVzroc6HkUkbrKxEYMHJRJkbw4NDDCK68dDhw6ioqICbF3cvHdoU92yBNiPMYNMUZcThsKhnZQzYTCLMgNHAwCR104Pdu/eiqrqazy5bzh3U73QmCSXvN2xoAuh4L/MiLH0dGxu390C2Yp6Bm+npadpxQz1gwLSjG3PzYTQ3bSedGcrvLNIpC/q2wsF9e3Bg3xZsqCvD8MAi5XmC+tCJa5TpkeFh0hPmPGCgqp+8/wjvv38aQwyK3brVgRCTBYF8LyqrC+DPNfjg9AeUnTPUMxc2bWrF4cNHUFAYxNTMJNpvtWNychJltCcHDzyE+rpmrneONEe4F2XwB4qxZctuLC8ncO78VYyNL4CxHu7dDE598DEWFuNcbpDJmRVMj62gsrwOXAQTnm6c+eAddN27TVyzdhApxGTG++9cwNuvn2OgcxD3utm2NIXt21sxNNyHhflJnDi+F196+Rns3bsF+/ftZFJhE4aGBvHJ5SsMPi5Tl3tx7epNBqQ7WD9Mustp06Nc8woaGpoow7W026MMxF2lXM5wbVNob79F23iXayY/eC5KD3bt2olHHjmI558/ipe+8Cief+FhHDt2CF/60ks4uH8vKivKcIC6mkis8exapk1Lc49i3DsLDsuBCG2ph3aiMJhHuhcxPDpI+x7At371Jbz85Sdx5OgBOlEp5ObnIBID92sNwfwSyr4X6UQOZiYTCM2BZRyrS0ByzUlb1ccg/if48PRVjE+twp+XwonHDqCxqYn8X+FZEuN4NzZv2cQyTpoypG2F+3Ke5SptqAdDw0OwHEmUlhdg995tePaFkwgWeNHSWofHnjiCbzKo++1fewmtbaXID+bAl+tEjE7ftu27kTFeBkTHEaUttVxu6mY+934bg8yLxFFC+1nGPTmIzW1tnCsH5aVlqCgr5bkdQfe9e9i5YzuCwXzk5eVBNqKR5+uTTz7KvdyFti0bsW9fC+WmH6+//gb3sY9nViEOHDyAwuJ8KDmxfXsbMpkEvH43z8FC7lcuEztePPbYYdy4cQVXr7azrg6Dw5O4fv0q9RawrATthBf65QbLgA62A6WlxfQ1YlhhILSsrBjP0E4WF5dRBu7hBz/4IWaogxc/voCr1y5TNufIBx9mmIgZHRulreqlnUsCaQeDpD4MD45DCYyF+RXU1RRy7904emQf17fA+T1YiwI+rwc7dmzGxQs3kIy76LMAcSbCXG4nxIOnnj6AdGYNxSVB2v0gXnrpRcRiDvzwB28itBihjR9HLxOX771zHj2dY7h5bRC3bkyg/doSVkM5mJtOYrB/mjy3mJzowEJomno4jLsdnbh+oxN37vXitbfexdkLl3DgyB48+sRRVFQVMeHyBI4d3QKXx4kwlTaNNDw5DtTyTN7YWomHju1DUXEeddxr+0elRQycl1TwzM+gtKQSlnHD4/Zh65btOPbQEezfsxuL9LEiK2tIZnwIePOZcJ0k7QvUwyLyZAo+nxPbt7UhP+BDFc/pSvo0b731hp0YWub5v7i8iM6eTkTjYchWlpUWcv290BkSoF1vv3UVkWiItjXJvV3Dr//6K/jDf/Yiz8gmLNE2h5jwfPftX2CaSZjxsSGsLM+jqCAftTVVePnLL+J/+p/+DeVtG30AJ3W4hudACM3NG/Dd772CEw8fRn19KYPdtyg/7TjHZP/5859wL9aQATifRbmJo53+4rVrN3CvqweBvDz8xV98xL7nkV9QiLud3fCQnyOjM7QBcdqkECqrKngeVZC7OeRlMQaG53Cbe1Nd24QoE8+pVBhJ+taZ9Br6enuYwFzFK199Ds89exz5eTl48slH8If/6ncY7N+BW7fb0X7rBha41smpcQwMdGJmdgQt3K/nXzqC3/qdl/FPfv8b0J9M/83ffhGPc+zg8BB1xsN1XaQe3ENkbQkGUcrGR0xAjKH9Tj/cOR7E6etPzcxxjUksMeGbZlLO58vl+pOIrKTh9QQxPxvFgX0n8K1vvUR7uoE2L4yp6Sm00Ie88NFl3LjWjrmZBTx+8imbxwG/j2sIYGJ8jGvrQ14giOWlVawxYPaDv/8+fvjDX/AcnsI7b31IfVxksnmEMpdCWVUATz1zFC9/5TFsaKnGK19+Ac8++zh279sBh9NF+5akrOaCbCMvQujr76YeDrEujYeO7sL2XSXsZ/CTn/6cZ8FN1DHZEqLfdffObXz8sfy9Rdzr6IHT4cXQ4CR+8eZ79Plz0T8wYu/rz157HR+ceZ+604lpJr2raipoc4oRon+SSbugf6Px0pUbcNEO3uvqRU11GW1PAGnjIA0u7nMO7VYQ/fSN9EtoIyPj0J3hzbfeop26zPYA7XWCtmaRujpNfi/ybCqHz+/GSy+8QB+sFL5AHv7ZP/91vPjSU1Cic0NzPXk7T31fppw2UKaKsLGl0bZvE5PjXK+TZ7jT3q8Qz/jz507jjZ//FGASysE7VTBYwHMmzbMiiuGhCdKzSNvkg8/nxcbmJuzfu4v8yCBFfzkaWYbO6SDvPLVc24vPP4nvffcb+K1//DIOH2qmDYzgFuUwxUBALhOh87MR+gWzXE8YoyMTPGPHKRsr8FLfS0ryueZ7+OCDq9zvv7NtuL4pWVQcRH1jI0orqnlfOAHL6Sa/RnDmo0vo6hmmjWpEV+8w3nrrY/zln/8IExNh6kuEdjcHS5Shn73+OkLhZVy5eh0/+/kpvPb6KZ79Xbh85TZyA6WUY5AnfnhzC/EB6377X/5bXLvXjWIm/3bu2obvfufbeOT4EXzh+Wfx69/5Bg4e2mGvvaPjDs+ofK7vDt499QFGKbsz87OkO410OkE99yPHa1H2opS9Ofa7ZfPQ4czYe7+XfFxcnCV/Z2kzUtzbGTRtKKVdreSeR6BfUlSCaYp3jq7ebtzrvoePL36EVCpCO7PGPZpEhIn4nBwv5JfqLl5dV4n9B/ciGluD6h9//AkEqJv61tQqfdex8Sm0tDXi4SeP4uijR9C6tZ624irGJ7tpKznGbaG3qxtOywOXRdtXXIpkJI4AYwiZeBIZ+v8+9gnT3798+Sr6BwZRXFqNkqp6DIzMILQaw93uAazR/5xeWMKO3QfR2TuC/uFeuHMc+MpXX6K/dBL79h9Dbe0G+q1LtOmX8fhjR0lvDsrLqlFcVE45LsXi/CpFy4E87ovL6UN/3wRSDDAdPXIcDz9yFIcO7aPfXYwtWzZD3/LUvamxqR61dTXw8X7r9+eipqYOLqcHkUgUbo+L/s0ieVxL/DkI5Ka4V2HyPk3+hcGlIRFPc69C5F8Yt+7eBGBhbnaB94d7SCRiKCjKRTi8iFh8FYY+Q0GhH21bWuhftiAUmsf8whzX4eVe38Wd251YWY6wb5pyGEY8YXjmRnCJPugc4wLzdNzi3EvJ/vbtm1DA5KyPexnw+akTYbgcblTznrzCO1Z9fR1xLMHpcDCpO0N/JkjaMpTdKJxuF2mxQGMNw7sG6MCkGB8JR1awwHnC4VXeexPIpEF+pqj3MWT0QikCP07GstJMiBoDODhesR83cQpcvNOwC8cnoXtIRi8ExR/SjPEIMpkMeWig8XpPpVLssf6T4TwZtgvWawDRlmB8S3GuBA2z8GqM+mQMaWR/XrVApHCQDpAmvRtjGExMk/aMTbkxxn4WjVqDZVkcsg7JZNKmWTgdDgcExlg2CYb8MWZ9rNo1txr0rHGiS+tQnUDtqhetkoE4s+5xxkV0d11dXaVsRWzQOPUVHaJHODRO/RTr0jrFv3VauBbySTg1JplKky8p2o20DaIldb9dOBSoTosv5KfhOo0xcFMn3W63zQPNZYyB5hU/chhzyM3NRTAYRH5+vr1+9RWoPUuD+oteY9b5kZ1T8kDEMMZA7RojnOovHALhAD8ao/nVTyDa9W6MsedVnfpk16q2bB89C7Lt6iM+ac2qVz89qz5brrcnbH5pXBay/TXGGGPT7XA4ITqNMfZa9Cx6BMas80vr8vM+5/V6aStc7G/ZfFQf4UpQluw5qCOiQaB6tRuzzjfNneIeql5ziF9qV736SzZUClSXYQwD/BhjbDrV//M8teekDGiMnrO4ZQPAj96NkRy4IdoFWRyaW3slWgTGGI6AzTPh04vG27RQrvQs0HsWsjzXu6HOiEaBxqtN/TWH+OdyOaE5BR6Ph7LptsFF++EmqE70eX05dr3eNU6lcAhXdo3GGO6Bw94DezxlXKX6GYBimbHb5Y9o3zyedR1I0KbE4wlbf7RmgfByiI1L8ynpqFJ8Ej71cTgsu11zqH+CNilDPbOoZ04m79RPz+DHmHWZUV+Bg7ZF/JA90Dg9qxSIb4CxaVU/8KO6OOOvWZsgudB7grSnGDdKUy4y3A/Nl6VTY40xMMbYuDSvQGtQG/jRGAEf7X0wxth8SlF+jDGqtsEYY+MRfo0V6Fmg5yzoXWDMOh6tK017rzlUCoQ7RZrVluI8Aj0nyD+VAvXjjtlzGmPsvVE/ESNcGfI5w/WSWFXdhwxfM7asij9ZfBqXJn/USWMEqpPeqT5N+tL36dCz2tVXYMz6ulWnNkGGc6stCxnSofosZOv/n5bC8w9BFs8/1PZgnfppXeKfyjTtikqBaLP7kg96Fnzaj+v/9Jzgs9oeBI1Xu/ALtL/ab8m3yiyo3hjzqRwZs847Ywz0McbY+7RgI18AABAASURBVKl+GuukfmusfS5RZwx1QkAEYEcbjLFs2VU/jTPGQB/RZ6+HvFepd9GpNWVBpWRAepJMrtt99RNojORLuD4PaheuB0G49J5k/kqlQP00VnRZDodNp70u+kVZeu02rm29NFCZbXM4rPvv2fIzHBbHGLO+VtGquZI8T1Rm37PPesf9jzEGxnwGfGEL9YcORJJ3qQT94ATLFB2jDAz9IQOoP+ez52RpDOuw/hHuB2G9FhxibNo1xsG1Z9ct+5IF1aldYKC51vXzQXwZ6lLm/h5mS/CjZxYwxqiwwdL/jTF2pZAK+GYrvQZkQf0EYpA2P8JggAynGKh6ESwiPTxwBFmDqHqBCFe7DKlKY4xtVIRDDplAeLPCpcSjcIsWgP83Fgxh/dlAH9EmI5OgwY4xIRlhkD8apXNPhzBFYyiweFiKFs0rujS36MmOt3F8qqDrhk5rNMZAfTVGB1suk0Y6sIRL9Taf2CdFI6dn9VOpd61Ja5HBFCRohIXTnpOC4jAOXh5cBCfWD2Qe0FRci4nVZGoNKyvzmJ0Z58VjHgqGlpXlM5CRC7/fAZczgVy/hdLiAB0Ng2hkiZeiCYSXF4B0HPpmUzoRhc/thI+HscNK0SFe4oVljhfZRV6cVjlv2r6sHeSl7fnnn2Yw9hFs3ryZF2I/omsxXmTiPBwAl8vNOby89OWhmsmRiopy+5Lt9foQYLK0oqIS+sbdzp277MudLnkxJgHXojFebsAAWRqxtTgoj7yI5TBAUmQ7wOKf+L4YWuSFewFDQ0MMKPVglIk/XZBsYKDXssCgi4/0r0LffBtlkm41vIIKBvIfe+wQXv7yU9i3by+qGJRsaGhgImSTPc8KL8SxeBQlDBorybelbTO+8MXn8NWvvYAt2zbDnxsg/QE4nC7EuTdJGqC8YD7KmTiKU270DYwVJivTNOxJKvcSA0j65tXVK9dw7eo1Brpvo6Ojg3QPwOEC8gv8qKuvgL5ZlGJQeC0e4r65bJ7U1tYBMORnhnRW4Nixo9i/fx+Dq6UMgNZj564d2NzWCp/PjdLSIgY2m2ye373TAf1ZuQUmmJQsFg4druJ7grdj/bmfiooqriOX8rICJah7enopM2EUM1DQ1NSMHTt2MgG6jX0CGJ8Yg4KPM7PTXPMa0WXI7zGuYR7DDL6vUW/0zYQjRw5h8+ZN3Oc89jG8YIcRYoJZezIw0MeA0TAvc3GUMwis37rPz89DjjeHOKOkYZRBnffx9jvnmMQaxdT0MgNAM1hggHlwaAATTEpNz8wyQNSPjs4uJkSmAMuBZSZTIwySJOjUr/KCHMj12ThjlOPo2grlNkT+WHiYwd7nn38c+/ZuJW+Lsamljom2OjgdHgwNzjFYPY8l0jrDgOjt27dx8/oNXPjoPLo5lzGGQeTdDKA/Za/t6rVrXPuwzZvCwkK4pSsOC52dnQx4/YjB5GvEN4upqQnaqQQ2bGzE8MgQ13YBp95/D+3tN6gnEWQyKe5bMeVwD3kzgYaGJu5tGfc7jdnZWUxMTDCYFGKgNMLneZtHmqOnpwcbWlrw/IvP4dBDh5GbV8Cg8BKmp0IMhC8y8DrCQFweKitqSMcCBgcH4fMHoG9nPvXU0zh8+CHspRyVlpYhmF+E/GARHI4cpHlrn1sMYXF5mcGbUoSWQujuWSSOEHbsbMShwwewY5cSxqWYnp7HFQZEP754BW+8/i4uX76BWCzF9WYo4x346U9etfVycGjI5lkL6ZUtTCe4tuk5LC0uo5ZBnZOPPozjDMp5PBkGq3uZ1Oy29yFFXZqZmSIvrxBfu53YVaLowoULePPNX7DuNtfoIR/D0AXCwz1IJ8FAmsHMVAKfXJrD979/Fac/vIHc/Er4fYUYG5vC+MgU5TwGY1yorqnmvjYx6LOZQeolJm+imKSc6RcNOrnvd+/e5ZhxiO7CghLSNo57DOTPzc1gF5OxW3dupk1oswNOH3xwljrXRRnosXGMjg1Tjrvg8biYpL3GhP37TNqMoLdnAHeZ6NW3rbw5ARQWlsHjDlAHAJfbyz1ws30M55k8evfUafzZn/0NxkdnmURKo7ykDI+eOIIGBrf37duBQ4f2o7G+AQpO5QeLcfKxp7k/+xBajjGIegVnP/oE9+71IMzgxiwTWpLH8fFhBrdmua+dtClVTF7vws6d2+FiEqOiogCtra1MaB3DE48/iY0bN1KXfDBw8KyIU09GmAQu4vqmcPduB+VyGXV1VeThbtrnQoRCIYTDYe6HD08//ZRtjxR8us7k3PjECDq77jBxcgEfvPceg7af4L33T0E6u7GlAU1NFZTXEhQV5gIMeq1Q9hbnl+GgjqfpkNy+04UzZy9Qlodw585d6M+tnzz5GM9AD6am43ZC6/jxA/ZeWZaTZ1Gctj8FBU/W1ly0XzHasXnK8ipluYJ20oWVlQWufxsU+AsxwFxQYPD+B+dpUygLTJA5XQ7SU0D99tDejdo8KyB9e5hIDS3PorfvHjImCh/PVn1j8dr1C0imlhnAPwaHK075CiKWiODGzZu08bWU1wIUFhVic+tW8r4OP/jxu0x+XsAbb7xPuU0itLCMu7c7cJsJp7HRMczNzTOQfhVK+IZp2yorq2gfKrB9+w5UlJdjZmYa169doX4FkE9bGvB7kUN56+mdQV/fEs/2JZTRnid4ro6PTnAdPtJM/t3rIO/fQU9fJ2LxZXz7116k3W5hEHgEdUxS7dt3CNdu3GSyaZj2ZwkHHzqIQK4Hcwth2+65yJccr4/7MIELF65A8rdxYys2bGwhfxdgTBoup0UbUky5STDgO0p7cBUddwdwnkmjRNzFtcZx5sNP6B8U4etf/RL+6A9/Fzu3b+V5MoyWDTXYsrkNLzERIns1OTln7+W5j67i7V+chS+nwLbbw8MD2LV7C/lTwzkTGB0bYL9VbN3ahD27dyERBwOsZTzH9uDXvv0bxLsd4ZUkpsZDyM/NRQ71zeV2obSsACcfOQ6Py4eVUBq5vjrcYLKVpgAVDNxW0U7tO3AQPtqQDBPB9XWNiEYjTGLsxz/+rW/gm9/+AhPze7D/cBte+NIj+OLLT6OppRrPfeFpPPXUk/j6176Ks6cvIsKgepw2srm5hefQPsreTgwN9lEXzjFZ8hYW5kKU3zRi0RUUFhbA53VgQ3MB9uzaQT75YegMTfJMADJMRA/AsKykP+NlwGtxaRmRaBQ7dm7n2RHCvv1bsHvPBng8KbgcWpOXCesa7m8ZedZE+fPzjLuINQbUa6sbUFlVjmQyCpfLyT2cRRHldIFB8IrKUly/eYXycA4jE7dw+FgbahsK0DfYibLyXO5XJ4ZG7mJ6boi+Qz59ug1wM6A5MzMPIEVfzoFoOEka8uGyitHTsYyueyHufxKJRAbPPLeFtnQ7Nm5uxFe+9hz2HNrK8+kw3n7rNNbIh/m5Wezbtw85OX5cv96BmekI7fAIXA4P11BJmWul7NZRV5Z4nlq4fasH+hPUi0yIKUEzOTWG//Jf/gSvvf5ztLcPk2Pkh9tg166d2LV7B+513aI/cQMDQzdx685HuHz1fdy6fYV2pgf606I3btxGR8c9uD0uNDP5duv2NfLjY+5NmudGNf7g91/GNgb984M+2hof9Cc+q6oryMMF5FEnt23fgpLiatTXbYHLWYD/4z/+Jf7Dv/9zJuo+YBLyNK5duYO5mRA8Hg/1ZJjJ71FcvdLONcxBv+x07Vo7LMvCWiSJosJytLZsQTC/HHt2H6a9LMMXXnoWT9HW5uf54aHfzisFcd4m/96EfMLy8lIMDvVhmT7+qVPv0TcYopxkMDkxi9NnLmB+cRlutw/JdJpn9yrnPgt9C/qf/8E38J1f+7ItY5c/vo7mhgb89m//Ns+HOiQY+JqemsXFC5fwN3/9A6SSGXR191F+MugbWsDo5CIGRycxQftUXlWGnr4RzM+toLSkFgvzS9i2bQvl3MFEiZ97WIFyyvDefTuYVG5AQ1MDxsYn6QOsorauGVeutnPPHLSdeaitqaEsHMS7733IM/UO1mIZyLeura1BdVUpz5t67osH+sWJrnsj0C+bnTn7IS5c/BB5QTfyg17k+l2UJQ/P7BTlM03auhCkD37kyG4kU3HEY0nqaRxLTFrVVNWhoKAQ+jbc4FAvXnhxP8bHZ2kXe3Hx/C1cungLd251oOPOPZw+dRapNeLkBmxoaERVWSkMX0cGR/CX//Uv8IvXX0NjQy1OnDiMb3/jadRwzfP0I8rZ7xtf/zK+9MUX8dDhPaTJwtDQEPk0h2QyjB3bW7F7VyX+7b/9Dr7+K1/GK195EYcP7UVxYQAOA4yODGOeycpe2vIcnxulxAfLQ1tVyjPQiWjEwirtTkHQhQbeJwyT2RuaNvKMegqPPnYAG5raUF5ajZHhGVy/dhsXLw7iZz87bY8ZGBjF/iMn8e7VLgwvRTEfT+DDix24cesOzp09j3OnPsLbP/0FPvn4Evq6e6gPW+hHRWibvTyPinH48FHyOpe2fBfnqCFv05TxQQR4H25ubibfC3mW7eRcUZw//xHSdOBcTErG6bvnB3MxRPse4jnrdCdRVV0Kb46PMlOEoqIS2qtq7mc+fZRm1DVUUvdjaGkpwsGDLago8yO2FkV9fSM2bNgCfVNTf5L5gzPn6au+jw9OnYe+VV1Z0YCC/GJ4PQF0dVL3eifw/nuf2GvwcC43A9byT6oqKxCkjx3j3XRmagaTwxNora/Ft1/+Kr7yzAt47NBDqC4pRDKagMeZg1TCjemZBYQWVsAlYZX+2P+Psv+AkixJrgPR6++FFqm1zqzMLK216K7qrtZazQxGYSBmQMwMAZDY/fzEIXf37zl7uMs9y38OP8WSxH5iMBCjB6Na6+7SMkum1lpHZkZEho5/78uK6poBdvf812Xt/lyYm5ubmbubRUSODK/C0DGTzOaoHzOIJ21EEytI59cxNTuDc+ev4d/9f97muXaUfAjRljTyrNSFVCqPaZ6DF5aWoD9ZkuZ9c5Xn82n2yVFabMvmubmX94dpni0HabuuU6dnMTc/hTjtp779OTgwRH2fYwC5CGluimmuYzKZQp53plAwwLH8lOsxVFaGsO9AO3buaeW5IAa/34VQKEybu0zcI9A+fOLYI5TJQ86+WsJ7w/btO4mHNM5Mw+O1KX/lsF1AU1Mt13UJywyOLi7NU4czOH7iCNK0HXMMxE7PzPI8NQjdl8d51snzjOdjsKusrBTyx5SVlZCuAGkqwZe++Cr27dlDnViGl4FVXzCINC2TxfXZsn07ysorUF5RCbfHA2Ms6naG4wEpzjWnHPXEIuS5f6bleOSipBgElp9FZYCBZVnIk4YU/T/r3EdT5FGKtGbuOfmy1Os07/s52kkXgwl+3lsFunu43C4YY7huOWR5bxEepeorHAn6E9KZJCnJQ89GfZZts+RH2klVlid9Ao2jvhrLGAOLYIyBAZwxVCfgKwzptmwLNmmwSVdWONTQIj3sstABAAAQAElEQVQcUY7iPFPbtiGQTFvsI9zqLzDGwLZshwcqF26lFsvdbje8Xi+UGiPEcPjkcrkoH37aGT+0bmrj83n57qPMBNjeBpDj3DS/NNJcizT5x0LnX5681hgay+FRIsE2aWd+WfJaZUrVR22UfzBVXm0S7CdYj8ehdVvnuUx9NEcNpLz8aGqrvNLCu8YXHeC87Hv8UT+Vq6/y4lcgEOCcQlBe81Zb1aud6BIOpXo3xkD1aisQDoH6GWMc3qm9MRvt1NaYDb6Cj/AIhEvtWETyjLM24FMoUz+tifAKv8pzubzT1piNcTTXOPkie7G2tubwRzxIU6bFA/FNbXKUGaK+T5vK1qkDAvE5T/kRGGNgGYv23XbmaMzGOKJD6y86ctQP0S8AHy/PgqJ1gz5ZLDg06r3QXmNoTOmm8uor+lQmfGqnMWwaFmMMZeqe7lCe1EZtNS/h1FgC8NG7wBhDeXRD5TnKlnBqjNw9fgm3ZFj1AvFUqcYV2ByX6Jxxc5yfcAIGqhOAj9ba4/XAGAPRJL7H7vm5RZtoFL9VrrzmKVwCdnF4r7xwG2MgGsRT4TVmg8+iWf0Eyqut6PTz/K85FGhRmdvtgY966+c9LUh7KVzCqXZKjTEOrR7azDzpV1/VqZ3KCnMujCEdCASCjq6rTuVZ2jrRbMwGfSoTHuEXDuEjaodvxmyMpzbqozmIT+JNlmtijHH4qXrVqVygNrLJ4pnykkmlaqN+DwL4aPwCGLNBF4uduRbKRb/WO0C91nxFp3imdqJNNBjz6/SqTv01N7XX/ATGbLRTnTHGmYPaCIRT5QLljTHQI/waR7QrVZna5ClbytM0OvIg253lfr/RjhrICuER7RpbfdReOAp99S5QO9HgtOG4hTHVtgAqU73aKjVG9AmEYQNUXgBjxM+cY6PVtwAbLf///78xxlkXY8z9zhu0bej3xrw/G+/X6djgh2iQLAgK7VVmzAZO5cUbwf1BHsjkyFP1K/RXvgCipdBUY4tPKhM4eNm3kKrsQSiUKxWOQmoM6boHOdrVLHEIpIPGsiAojKX1+01QnTHEIaQEY4zDQ+HX+KI9c19mOALxs5nTRqnaFaDQfqNPhveNtGO7pGv34d4ZSHGDgj5muH+or/AI5z8Eqt8AzUwt8g4NxmzQq3n8fdioAwx+8zHGwBhD/RJY0Fqov1KB8sYY6JHeZHjOztK+ZxgzS6WzSBLS5EvmXjmr7uHb4Ln6bdCbc+yV5pilXcryjKzy35yrMYa0WA5ojdyujf1lgw7iZL0x0pc8svSrG7NBG+49wie49wpLgzkDkTIn5cLlKSDGGGeyMjpeGmulGlCTBh8tijYWpcJhjLk/MbVR+98E9dfgGkd9CkB0Tt88aVC93i3bcjYjpURNw5RjG3DihnQZ5jlBOmwzhCw3BPVTO4vCDD4aI0emOykNXJZMFXMlYKJbBl15lRljnLFEr08HfV4IZOhEr+ZiDBlKngiX2hfmrLFkyDmcs3iqF47i4mLo2ychXjh9xKWNUqC2lmVD5x6yGVkG6hR4VGpbFudmAQzOGGToqHCjjJft8vIgL54htHc04BAdwHLAb9/eQWfuJl4ym3lRKYbHZXiIXaeBzKCoOIyOzZ1oaKiD25VHksGo9dgy4tFFOiEXMDM9jNt3rqK//w4vSXPI0Png9rh4yHQ7SpjgAUyHhaWlZUSWVyA613nY1TfIhodHIN5lKNAbvMtyzDz0LqexLlSjo+MYGRnjxW4SKhsZGcXt23cxw4uXMTaqqmoI1ahlILaqspLzDNJJtOr06euboFMhAjcvFeFwCGQ7VlYi0CFSFx4vD/pNdMZs396JFgYj9GmOWV5I5+cX2G4FG5+AH8XM7DQ0h/n5OdKW5vLkmCZJaxoTE+O4fr2LjupBBulizpz1M6NjY+PoZzDy+vVbuHP3Lq5cvY7+/kEkaYiMMbxgBNCxbTf2HjiKZ194FY88+jgdJyfp+AmSvigmJ6ZJ+xL5naIjK8lL65xzoTdwI5s1WI8nmeagjdXmwU6HC31TIB5fowOzFBWVpUgkY4isLNHZUMaLbJPTNhqNoZhOgHgsQbxx8G4DXaLr6uooszbnBsqNQYwBEM1fQbdxBqX180p3bt+lY+UCgzF3GbRe5MHMjfKSYlRXVlB2NqFz8ybU1vkpKxVcj1rU19dj586d2E3YsXULGvguPVilk1cD2bbNsddJ4zIv0HNYZwDW7bYYlJtCngbr4MH9+MM/eA0vv3QCzz9zBIcPNjjfJj14aJcTrGlta0NxaSlKK8rR1NaKPGU+RtkqJT0WL5GwOBeOEaRzIMWLq9ZWn3BXQHVxcQZTk0N0OHDdKMtVdBq0NNUgRWdDjm23bK7leHuwd89eFBWFMDY2xuDnKANjAwwY3MI8A5tLdGZYHKSZzvW21la0t2/ifHfgxRdewNNPPoktWzuQSsdRVOxHS2sjFhZn4Qu40d7RyvVooKNnE4qK8nAxEKEx8nQ0hzmWn5fyHG3M9m1NnOdB7NixA9XV1c66RKOryFOnFxZmYNlehMJBLK9EEAgFMTUzg7nFJazFE5Bz68zZLgb6puhYGeYl14eW5hasrq06sj04OISf//znuN7VxQBnP86cOYcPP/yEON0oLimj/voRiyZQXlrNfu20GbV0XpbQ8fcEvvzFJ7B16za+h4krBv30KnIuLMxHcO3qIJ2zM9TJOqdfSUkF3C4PbMuPHXSybN+6Aw11jQwijmKcup2mo3IbgyQdHZ0c0wMFi2Xr2ri2p0+fRiKRpL7fIa+2OoFfOdwaGhrIwzbas1Is0LGuubjdXnS0d6KZzsFAwIvZ6VEEfW4owNTIwEDHps3Yu28LyCZE41FcvXqJDvAu2C43Kipq0FDfhoqyWtQw2NzZ2YGq6krs2bOb8z2F/QwWZ+lwsW1DPpTDR5ueoc2SHfv617+Cp55+FvvYxk3ZDYY4z127cOLhh1BEp1x3zyC+85fk87Ubjv5VVlVg8xbN1YUgZaGU8rvG4H/33W58RGfkf/7zn+C//Pnf4s23PoYc9vq5v56+QQb7N/R5amqGax2mPVrDndvXINt78dI5XLt2Bd29vQwE3MWZc5/g4pUzDHQM4sKVs/j5rz6lYxw4fHgv6TzorOtA/yjOfHodFy5ch36SWftGKpXBz372AT744AzWomsoKSlFkAzTN6plC7oY0FuPp5GhM291NYogg/EeXoyVf5KB1l07d9Em5khblOsy59A0Ps5xzn5Kh+BN6vgi7WaaDsC7cDGwtqm9xbGZl67eQM/AIGbm5jExNYmBoQHEYmuUBxcqK0pg23l46JSrpFPN77ER4vpqbw+FfbSVEcTWEzh2/AQsl5drm4I/6MGefU1oaa9DqAw4cKQDjz62B5VVQURjWSwtr1HOM6ipCbP9CtejFl/+yuew/8BudHVdxnoygqqaEni41y6ybVNzMW1bE521Vcjm0qitq8bevbsYsNmCF154GpWVJejtu4PlyLyTD4eD5OHbuHb9Avk4j6npIYyP92Pz1lbsP7gd8dg67UeCPFpEjrZ8fGwB585dwfsfdiFFOfOHfDCuICYn5zjGDmzZvB0NDc0cow/vvvsu7W8P7RHlm/x/+KGHcPLkSZTT5tVzjz6wfy9lpQ7Z5Cq2dzbg5edO4siBzXjuaQaYthZzfX/FgNltlJVUo7i4CvFohvvOY9z/9yCbtxggu4Hh0UHApFHfWE0ncA4ueJDPWHji9NO0bS9jz5593EvzOPXoSXz9Gy/C68+RryuQHWtqDnFPnMXf/u2P8bd/8yPoVyaOHDmEh08eQ31DJV566SXs3XMYbS1b8Adffw22CWJ0ZA6GYzz5xPOor2tDOFRKZ+00eu5eRS5NOfPnkUqtMYgRIA9u4c2332CAqxc374xiLZbC1i370X13iDz/lAHySVy7dolO2j2Ynh2DsXJIJNdwt/smgzC34KGObtncjq2drQyOjOP40e144sn92LW7CW7fOtraq/DiS48jRD3+4IP3cftWN/lZj46OJs53O44ca0MwEEAJg1cTY6v44L3rOHvmDr73vZ/jRz/8GYPgv6Qt/YR03mQgdxD9Q3fxi1/9Aucunaeu3sbVK9fwzrvvIcKA1Ve/+lXU1zdAH1DputmF7p47mJwYxue/8BzHq8c3/uBLOHJ4E7SHFBd7aFeHsGd3J/bt2QHL2OSdCzev30QTcSzMz8JFPbl7u4u2soN7BJ3Z0zOIRuOQPB45tgWT090IFyfx2udOoK2tCraVp6PfSzwZylk9Hjm9E6cfO4hf/eJtvP7Lt6mnPXC73Y4NLGcg1RhwDYpppz5AjPtQknpyt/cCg5WXYOWTaKqtgZUzWJyK4ezHtzBJuc4D8NIOG0qR1xOCxxUiTg+81OeAz8bo6AD3Jg9cloWhgWUsLkRJfwvAPW56coKBgGs8P13H4uIk9S6M4w8doJy58atf/RLaK1y2F+FQAEvzCZz95CLn5MaF81dx+/YQslk3z1sW7XUxaRzkfr+A7u477DeO5pZ6fO1rv0W57EBdXSX27t0DyzIMmA7jqaeeQF19JVbWFlHfWImLF29Bwbxbt3oZqBvh+ocg219SWu6037y5A5vaGik7ddi+vRGl5R7u5HHc7R1ALLHKfXkCwyNDOHRkH+EA5hZ0nkxx/5tBf+8oQsFyBm/KuA5FCPgq4fNUoLd7BA8fO4m15Qw+fv8cPv2oC2NDU6ivbiE0I8wg/u5d+/GDH/yEtmQdb775Eb773Z9RhoZ4zhzgvNdpj5a4P69xT6zF0cOHUF+3CX/5Fz/Cf/6PP8b773+ElUgE6WQSoyMTmJ5a5X5VjpKSSp5n7yIWT8EXKMKbb31Afd+Mr331SxjimWFkaJj7ZDXc5Lu+MfurX/wK+w/sxKHD+xjAfRIHDx3gHrOD51uuM89gOdqUYFEd5hdTDK6voL6hHs2traiqquK5AZifjdK2e1FTW4FjJw4gZ6XIqx7uV+vw+S1EVmdw/vwZBPzFSKznMNA3zvmu8vyZxaWLNxGJrGNiYhZx2oFEIs3AbxfPdFMMBI4gvr6KCIM2586dpR2y8Dd/9UueT+5idHTJ+dCD7Uphy5YG7hc2RoYGnbWdm5/GQ5SxF158lGu8RlnspAQDywyC7dl5mDLix8c8Jz322KMoKQ3TJhzDn/zTryKRXkVzQzUa6mpp2zrhcQXgZ/AtEcsgwMDc+loC62sprJPO6GocPpcX3XcG8R///Z9jYWYBXdeuo4ZBz7bWely5fA7f+cv/A+s8pxw8tB+f+/yLePyxkygpDXJNZxEKeUhTBrcYxB/ov805n8X2re3UmRRmiCtAvapvLEfrphoG3YaRt3NoYhDx2s1+JFKky29D3xqMRVMoLyvGenSd9PrI2wHKcRtti5/BvjRyvE/u3r0Zzzy9k/zagbW1Zbzxq/N45/0PUdFUj7ix4CkqxsETO9A3OEaZLEFzQzt2dO7BKvnV1tKOseFJq4wd+gAAEABJREFU7i174XUXI8EgLhCknAcZcO7H7RsDSCcMaqsb4HMHMDUxg8rSGiTjeWRTFlqbN3GfKoWClsePnsC2LVtx7OhhRNcisKwMfD434gyQ3unuxkcfn8Uwz5PLvGPqfKefkK6tLcdrr57mHG0GcffjySdOIcXg9g9/+CssRWLUwwi8/gBqahpoN3zcg9xwubwYHp5ASXE5XHaQNnAMVy/346MPRhi4i1G25mHyHiQSGaQYfAwFfWior8WefVvJ63l8+Ol7eOOd97CwNMezQBm2bmujXB/D5s1b4fd7kee50YYbSBoc2t2CMq5lVZmH9Q3UixIG/bKYnJxGS2sdvD6DgwfqcYJ2oKSomuvcxaDvWQTDfup3nOud5dm1DNlcirTnYCygvKIMzbRtW7dsQy3P2YePHqE+7ka4yMd9JEZdc/Fun0M2YyjTUcpBgnP2QM5oY+UdHDqPhkIl3EMMbcF51q3g0KEd+PKXX6BNsEjjOto3tWPr1l0MhE/jvfeu8kzoQi7rQ2QpQT7FyfMatHL952YXqXM3QHcH5dbPuRxAabGP4MXK6iJ5PcB19HLtp6jDSfK9AuBsLNsgEAgSAvB6vQQf7+ML1OtJ6gVt1tgEz5MRBPwhzPK+/tFHn8Dl9dJuAFOzc/jwkzPQeeYOz995Oq68Hhd89GsEvB7uUYCVtbmOFkcykA/FQ5+UfD5JrqlkSh+eztBBKL6kmcrfI0imEkilE5CfI5fPkkfkZTYL1RVAdzfLAly817k9bngI2kc3wMW5eOB2uShDCdrZKDKZFEAGuWgvNVef3+v0tYSENcYAAvDRGGkGjEST0iTtt9qJfoHyolt1xhiO7WFfwzVPO5DP52G4z+WJK0O6RavmKFA/gfoKr0B5NnXmmclkKHcpqFztRYvwCdRPPrA4A3Wq07vqlQo0jvCIxkAgQF3wO3zweskLt9uh0RjSy7zX42WdF+KXi3zSnNwut1Om/iorQKGNUmPIKA6i9rZtO4F0H8/wyosG0SVaC32NMWy98U+0ivbC3BSIjUajKJSpn0DzEB7NVbxRmTEGGrMAgIExG6D6AqivxhGoDHzUx5iNtsoLjDEOPi/lWfMViGZjPmsnXKJD8xI+pXoXPIhb+MBHqfCIH8FgkLoYglKVsRou3sds6ofAGElH3llz4TZmY9zCmBpD42Uohwn6W1IKilNHVC9cggIfVWaMgdZAAD6qK+DVugk0P4Exxll30SlQXQFEq+ahvuL9Bh1p0pkn/S6H50TvvGtctdFYWiuHzlQK6qO8yuTj0jyy9LWovfBms7TrbFfopzaSgQzvZeKrIEu90btoMcZQfzMO5HIZ5/4rXAKNrz0iS96ILs1fayrQXFUmfALRoTE1lkD0yRYVytYY+BaoXHMQfvUXqL/GKswrzoCt6FY7gcqF0wH6Yws4o/QFqp1TTr2NUt41hnxbsfg6YrxXrxFXlPkU1xrGcnRK66HxRUshKK9xxA8ffSPSb/ARXcCG7BhjHBnQGkruBMKj9wdT8UV8wr1HedWLZ2orUBuNZYxxWol38n9qnpqbaFGqd9GoVO8qF5+0fg+C5qL1VBvxQn2UVxuNo/EFxpj7c9AcfbQtogV8RINwM+u0MWaDNr3T5DoyaYyB8BVAfYW3MCfN1RjjtN2gKcO9tiBbOegxhnj5T3nxVyA6C+Mrr74qz3Fg5QV6VxvVK6/+xmwgUr1AdQLVC9SmAHpXG4HaKDXGwBiB5aSFtkrVHtzTlBcdGeqYQO//V2CM8BmniTEPpht8Ed4CGLNRX+Cn+Ke8MeY+n43ZaIP/k6eAS2mhiTHGWUPhM2ajv+pzueyv7fPig3hagN98L5RLtiQbArURrvy92JTy4mXu3jv4GGM2+MmUGRidAwh5Qx4QVGbZtmMnPff2CMnRg/Kkd4HKNA/bthyeGPPZWmlsYwws4hYY81m+8G6MgR61Fe0OaC1p03LkR4551f1DoH4C1Sk1xsCYDdB7jnPOsb+DkzZVqd4FhT7ARnuSCGMMCo/qP4NC6UZaKN94oxRSD5RXuXALlBfkRAO3OybIML6XZIA1QT9ommmGhfznSLFQbLTP8ZxL4Ny1vlrTgl3Re/bePJTmODf10dgi3Rjj8Nrm2hmzkTdmYz2MMTDGQI/6CCwhcApIggoEen8QSPt9g6F6LdyDBkVtRaQMmgybQHnhznN2SkW4ytRO/SU0AhldCZEIxgZtUL3eVa9U/VPOpw3jvExEoQ1BG4mMrvCKJmMMjDGO8ohZzljcUNVX9aKxAMIv3BpXqd7VTv3i8dj9A5lwC1Qee6BcbdXHGAPVR2NRLC8vO4dt0ev3+3nh8DkHBuFXmcZSH/XVwuWzeV6IPXRyeJCnQwt5HqBTaaxzM0wz9fHQWloS5oGUh/gkD4mxVeJfBXIJpOlszGUTqKkuw7EjB7FlayeKSouR5aFqdnGBju5+9I0MYnFlkbG3NC9sxdixcwu2bd+MUDhAmpO8xE/TObxA513UOcDX1NRg06ZNqKurZ33GKV9ejiBNQU0yQKJ5KjisTUng4mE5w4vmysoa1yTOA3uKvM/DwCIvVjDCgOoYA5QrDMRprRRMnZycpCNlgvxd55helJbyYkmFEL+KikKory8nDS3Ys2cP8/Vs4+Far2CIjhMdBBsbGlFdXY2ioiIsLS3S0dbD4NINpn1sQ2cM10jBLclmmgdGrYmCp8nkOjLpJOe0Qif5KKanY5iYXEGGiiSndmtbG6oqq2HZHjoBM2ho3YTiKr7z4p5mWdvWndhz6Djb53D1Whc+4cVvcGgU83NL4FkORXQmBwJhVFbU8qLejFb2r66q57pazoVTQa5UKou11RjnnuABjnwyFi+bMxhkIGJ8Ygwjo0O4decGbt2+icXlJRjWV5Kmbdt2cL68tKcz5MWaw9uVyAoG+ge4fvOUiSSy6RwDYwuc1wwDbQO8UN8gjZ84f7/n8uUrbDvEg3gInQyyA3koQC3+7Nu3h47Ix3CUznOPx8Wg6CzuMki0xsBMhsY3EonQQbVOiGN6ahoet4fOgApemL2cQwZra6xnEDfo98Hv89CpEqcDJsbL8xrkGAsEbKyvxznPOdK9TKOWpzz7ESSv+geG6NAZwOTMNManpjBMeZmZ5Xx4MM7QEkrG/MSrw+KsAuZzM8hn0wgFPLz4FyMU9MPrsXHi+FF8/nMv4eETRzA9PY0rVy4jEAzguWefwQEGzE6eOuo4DANsLzx36ZxdWlqAHNbVFZUMxq7TwdBPh2YflhYWuX51dGbswUMnjuEb3/h9PPPM02horIf4dfr0o/jTP/0TPHr6FPwBPy5dukheX3N0aWVlhZzNI0tHCZBBNhunfAe4Pqt0qM3hxMOH8LXfeR7PPvcsPve5z+HwkaMoKyvnPIqwpXMb9u87yPZVDAAv0ME6idW1JPtGUVIcZiC3HjV1VSgvL0Uun2NQpRgtdHAWhYth2y6k7m0kVEfc7R7AB++fw3vvnqGzcZz8Bw/ZOerHJGUx6zicxkanGZS7huvXxpDNuLFjx2Z0bOpEIpbEra7blFuDR06eoMNoC2J03HFIytcSHd53kaM9DzIotHv3btLVTD1ccmTtk08+pWjl8cQTT+DY0eOOzC4vRTmHjKMX1VV1OHXqFI7SWbRty2a0tTZimLJ/6+YtjIyMOjKZouMjEPBzHcfRR6fj0aO7sHtvG9xew2DHqOMo6+8fxvz8Eno4T30TobdvhHKRg4cOkBwvR9L1rbSHjz12Gps7O7B//z586UtfcgJY4pVsktfrQyl5n+b+4HJbpLWI62ZRnhOUn17KeCna2jqxdet2pm1ciwheeOE5fO1rv42XXnoRr776ErZv2wJjcggE1gETRbg4hMrKcuZd8HmLEKQMVlWU0InViGI6xvoGB7HCi1EiB7iDJVhaSaF/YBxDdF4m6QQtp653dGwmT5tQUW6oL6uwLBdmpueY2ti7dzf27NmJA/t34dixh7Fr51688PyLePrp42hksHqaDr1LFybR19dPmgIYYLDz9dffodP+LehDMMVFZVijU3ia+LoY0BkcHGYQ6zpp9VOW2lDDwEpTEwNUbheaGhuhR5fKkpISjncU+/bvYcCoHb/7e1/Cn/3LP8SR4wfpJAzD9ljEYdPZXk7bOskxIqirqUbYX4TysjC8tCsx7hEBOlL17Uo3nQCXLvfhL777c9zhGk7NLKJ3IEI7MEOn5BSuXL2CHbs6cISBjN/53S/SwRxEfUMJ1ydH+1WLf/JPfg+nHjmMgcFbGBy+Q/lbxLWuiwgV2fjjP36ZOvYsvvSVV9mnBiWlIVRyj5Qdqamp4mHWRR2IYmR4mE6mBPoH+7l/XEdkJUKHZrOjx5HIEi4ykHb5yk0UFwepG5tw+old0DeLqhkADVP229paUVJSgUDQRml5ObZs24XGxnbq3jR+8fM3nXkEAiF43F4cZ9D44IED1BsuPJ15aZ5jemmDMrQTwaIApmYmsDg/Aw8Da36vBSufok3wIh5fw7XrcwzWumm/aMMOHuf8d6O9YxfeeedT3L0juWe7WJr7WoJrEXR0oK62mYGXT6Fv473++lt468338OYbb+HDDz7E5MQ49u7bjVdpL+vqq9C5pR2lJSWU0Sb46BBsaWnkuHFMTk0w8H8DH370MX74o+/h1q276ON+ow8heb0298gYdKm/ceMGFvQhl5kxnDn3KS5fOQOvN4XjR7fjuWdO0m6W0949ji8y8P27X38Z+vnkl195iQ7VMK5eHSKeeYyNLnANV7gu62isr+f+sYowHdZf+vKL+Of//Ct49NGjtM8DDIB+DIMUPN4c9u3bgo7OGlTxLDA6NoDu3itcCwvVVTVoaqznfhVlAOGn2LWnDm2bqtHQUIt8zsLd2+PovTtGuzhBuxfA6qpBYt3ChYv9uNnVj/hqGtNTa5idW8UvfnmFzvBbDMzdoV7X4f2POD/qzej4FM5fuEuaF3H9xlWuOR3PpCuxvgzbSkLfFDt2ZCfns4byCg/31EkGJtyora5He9tmuFw+zE7PoigUAnJJVFSWoo66F6Aj+sknn8Ew98EzZ88gGougqMQFXzDFNhZ1yQubp7lZ6nlyPUb8C6AocowQampKyY8dWGHwp7SsmjRf5n4cwsXzl1Bf24Ann3wCh4/uxX7q8OmTj0Hf+OPBn+NHuRYGLo+hvQKi3Pf1ZwGW5pdpUzPwe7xsk4Vt0rDsdVTWuFFVm4OfNJWVuvFnf/Zl/ONvfQVBOmTctptnwCRC3LOPHt5H/SvFnn2d1N9qvPjKQzhybCfXhbJKefV6A7BtH7yeAMYmphjATKGuoYmOdTfWohl8+ukVBkGmuOdEoP1/x45taGyqw+07N8k/YHVtBV7aE+33d+70kJ9LKC4qR5T2bWE+gj/+o6+jsryawZM04utJjmvh6WdeRjBQjLt3+lBXW4fHH38U09NjKC7xIxpb4LiLpCmDaspUjhevkpIy3L3bgx98/86eFxgAABAASURBVEfQB+Hm5qfg9oA896MoXAQej0jjMj7+qB/dd4fR1rINE5zLsaNHsKVzJ7xsnEm7cPVKj/Pt7YnxWegnSp9+9jm8/8EZjr2CktJyzqsFifQ6zl38GG7KRimDQumkRbu/ynWawMLcOuU+R91oxfzcAkpKwtwjqtHZUUM7UYLHn3iO722IxjM8Z0QRiaQxMzVH+c6gurIKfd3D+PC9D1EUCjOAvcYgyDRmpqd4RngH3//bv4aPNufb3/49FBVZDOLWoZzjr0fTAGzYxiK+NVy/eoe0jCHKAOMA99+R0Vn86Mdn8fOffYS7t4epj/u4JnNYXJpmsHmEaxNChrYuWFSMt98+zzks4dt/+Dv4b/70H0PntEdOPoRHTj3M+0sN/N4Qg+VRrKwmaI+nUVzehH0HHqcN7sFajFTQ+fDwI7up92meI8fQ2lgLL/eQGINrtdzDDe9RsVgEPr+BseO0S9PYTNuQTs7xXHmbOLvw6BOnMDk9wXtTDNevnOXaLeBf/vNvYtvWNuzc1o7ZiRHQC4aDe/ZTTyugD4H2DfYimUmAzCedVZQNH0IBD+ZnVzE6MkV5q0ZTUztctPFHjhzhuhTzbnAZP/nx93Gj6yrtkZt9swgFPSgK+9C+qREej8v50Mni/BzmGaBv5FxOntyLnTx/+QN5HDuxGycfOQSPz5B/GUzwbHzlWheqa4Pc117CK68cxelHjmM1Esf5sxdx947OraNwmQBqK+sYHPUilYqQrjK4XDGcfHg//uRPXkNJOIjIwhJDgjnaBRvLS7Pc/3LIc32Xl9fwwYdnEOea25YfOlMN9E7i/fcuYm01jzdf/5hzL0Em5cHf/fQMbt8coD0eIX4P5+OFPjzbfbePPN9BWz6OH/7wJ9xfx6Ff75hksHWOZ3oFVrZv24p4bI1yP4PV1SiW11bR2z+E+qYWxOn8HR8dpb09R3s5xv3jAPcAP/WqG1OTM8jzbjwxsciz8SRtlZeyskJeX4XP56LML5AO2zk/pnlHCgVLUVVVgocf3oKArwR+fwnlfRnTk3Nw2TYCAR/l03J0buvORoxOzaCk3IvZpRkMUQ7iqSTu9vWQ95O8C9Sjiuey0pJy7D+4D4lkmjyJcQ0XoGdpcZHruIi93FPLK4tguXO0UYM8Q3ehvCSI3/naU1zPeu79a/DxnAQLiPE+5KIclNPuV1WVOfuIfrHnwsVrePftjzE4OIqy8jLy3HCeC7AsAy/Pq8mkzg8uzimMiopKKDiYTq1zLm7ms9zHMtSlUtRVNWNmagG9nENldQkOHd5FutfgCVho0M8Eh4pop9dp2/pw88YdrkmaPKaujE1TLqLkUQCZtCHNNvVyEmGeXV96+Vmex/Zjy5ZNyOUzMJaF8spKzMwucD5JrucKbZeLZ6BG5Hg/CATCcLv9zrqxMQLBYsrEBO1XBB6vH0vLEYTCYfh9fszPz2KVd6dNvINn6Qu4cvky5MzM8GK9urLMO2MKfo8fPm8YlvHD5Q4gHC5FSVEFvG4fdasIAd7TvdyrXLbFMfMwxnB58tSFJFwMeMr/ksvlOO8E1hNxqnrSAfEwm0tzvAzSDD6k6TNIM03xDpqmv0B98vm8swY+3m+Lioq4LjbnmHPKXC4Xx8s54+R5SXLxLuFy26yznHHdbreTN8bAADDGsH2edCSxrrsAA1vyreQ5hu7bGle+IWMMPB6PMxb4qJ4J+8LBoTqN7aVtDAaDUKqxjNnAr/Yeju3hncjiWrEYelSu+WksY4xDW550pzXvTBLihyDNfIrzz/O8kWadaE0yCCz6CqnGFx0kiGfzLPSI9kKb9cS6M0eNlef8xMs0eav+yquv6FYqGtVf9WpvjKH8uMlD8TfPeW+A2qitMcahXf1Fh8oEWme9azzRInwFEF7lNb7mI9+h3lUObODPgznS+g/1VTuVZymjSjWHAmg81QtvnEEupcKterUVaH0EolNQoLVArzGGczJkp4Haiz6B+Kl3YzbqjDEOX4wxjnwYw3LaCCawbAM3fSLGoszagMfrhu4+brfLwev1eVHgt2gogGgIMGDupswYY6BHdTbtpcvldtZC75qP6BFIRzVHtVW5aBWID3oXT1RnjHHGVr4AqjfGOHg1psYRfqW2bTvzclG39K5y5dVOoHeVC1Qu0JxUJ/BSJwTGWA4fNVahj2gTDWrv8/nICy9Up3LNqUA/jOXwWLjBR/xXXjySvin108ercYTL7XGxlf7lHdpVJvyFNqLLGOPYDfFFY6pM7Vycp2FXjVGgVWWCQptCOxdtmco0rkDlwqVx1N4YYYJjy6L0I68yoKs0RceQ7fbA7fDm1+ctWV1jO81f65mmviv/D0Ga+is6NQeSfJ9HoslDe2XMhuyqjUBttE6FerXRu1Iv9zTNQXUPguajvhpLNGhtcjyPa0zxR3Uq0/uDoHL12dDvhGN79C4cWtff1EtjDDSWMRs8wwOPioRbOAUarwB6Fx3qq7mIds1HoHdjDIwx97EZY5xx1F5gjHHqjVFqOXn8xqOxBRpH42oeGjdPW62mxhglTt887ZXq1U5t1EdlTgP+T/kHgUXOP2M2cOilUJ/j3p3jPik7aIxx8GeJP8Oy3wT1E2yMmXVk2+nL9ioXGGN+be5wnvz9tg+2N8b8WltjDP6hxxjj0GWMcapFq0C4BJqLKizaRMuyHX20LMvpo3J107vyvwnGGKedpiA8kjvhdIC8V5nmuwEZiOcF2CjL3i978D3Ny2KKupPguUIf6k0yTTP2oA+FZJRqwHtjG9Iq+izbdmiXzjvvhXKmNutUprQA0v8CSCYFkkkXbbraqL0xxpmy8gUwZqNMc3PmybUupCpTB2OMwxdjjF7vg+oLbZXqvVCpKRXyhVT1ArUVPMg7vatObY0xjiyI7s/Acvihd82zkGqeAsu2SaMFGIu7OUGpsQGLYPjOOwTF+9dkb2ONMs4+IVoKeqT8Rl12oy6H+48x97N/L2MZY0iEcSo0GU1KUMgLsQYRaACVG2MgQ6iNRQtmzGcbhRAZYxycwqM+BdC78AlUplTGTga9YOxk+PQuWKNzR4Y+Go3ywhV3BFX4C4JQSG0yUqB3YwyU93q8EH0CbWxagEK95iBaRIMUppCCh0fbtpz+NnE+2I4zcso1X+EyZmPO6qs6lQssCrvmFGOQSaB56F2pQHmNbYzhQuW4uOBhPIM0g5Zu28UNys1N3gOiQZ4H/TQDqZHFacRW57HCdH52DCu8+MXWFhFdXeTlqwcra0vI8ZLj8bhg0dEgxV1isFHBo0UGV+cX5jA2NsKL6izE37KyMrTx8lJeXs6L0CqdQBN0hI/TcRJx1q22thbFxcXQJ14VkPTzslJeXkH+59h+DZIF8Qd8omtRXsB7MUTn/CKDUeKBx+N25lFXV0c58XF+KSgwG4ms8oI2TVrGoeCqgiLBQBE2tXVATucTDGDVMKgb40FgY83XHceG+s7MziFDw7PC4GyBpm3btmH3rl3o7GznBSsEBRB6unuceU5NTXOMGUduJFsKDFRXVeDw4QMMSLTykJlxLuAz5Ofc4hR8YR/2HtqD1774FFpb27Bj5240NrTwMmdhgBfcvt4hBiUmiXsZPcx38SJ68XIX5z4ABUs9vDxaxg3kXZBDb4KOhMhyjH3G6RTop+OjFz09A9AFdJVB1bVonBfRNB15aUxMTtFZ3QfNOU9TkKXhTvMyqUObfs5X/MjREvh4+QzRCVvJy3SQaYaHpFg0RofGqHN4CNG7qr/tqrXhstP5lICBjZLiUtRWVWGdQf9ZBiUXKA/riRjXe8m52Mlg52hE9ROiq6vLaGpuQCAYoLxbdCRXQN+07Ny8GW46ji5fvEJndC9lY5VzzYFiTIdDJbZt2YrikiK4PW7s2L4dO3ft4KW/ioHcYXzwwSXcoWNydXUVy0vLdJpcZdDkBqKxdcepM0sn4cLyCkbGptBNHgkWFiLEW4tHHnkcOxjMLqNDQ9+UVhBogAGjYQZjhctt2ZBjeE0OVq+Ha9cC2zKU5xGA+uz3eyEHSnV1BZqbGujc8sHjdXEdpknDZTo/bjIoeh6jI8MIhQKUj4PYR6czkVJ2XQ5EeKnXt3A9Xpt6lsU4gxLXrl1Fd3c35WGWOpViO134g3TsjtGp1I9F8vjihXNc/xHcvj2CWzdHcP36Dbz11tvQT5zqm4X19U0cM+zowwJ5sKm1Gs8+uxtf/vKj+NKXX8AhOnCKigKYoiNQHybQhx0OHDyAMC/10mNtymNj4/joo084hyscc4l6OEJ+X8VHn1zCf/7zn+Lf/4ef4K//6n3Ou4zyHkU/g2w3b/YgEknRcRzCzp0dKCsrRU9vN9foDuVwEPrbom+88RbOn7uIScpmjOsUpvOjisEK6eJbb73D8S5Rh/yOnifogJqbm0bXrWvONw8YG8Trb76Dd979iAGW29C3Kd2uINbjKY5V4fTJc3NramplWQIDAyOYm1/ElSvXob/XFYst03HWD5c7jWefP43XPvckdu6uQ0W1FzEGmcYnJzFO54/+/mlP9yCdMXFH/2uqq1FSUoz+/l7E16PUpDydNXPo6blLB/2nOHvuLEZGRrAaXYWPl6nNm7dwzr24fK2LdKeoC8BmynlnxxaUlFYjRkd8nlIUZ/DibvdtxxGzMD9P+QLlf4n8K0FVdRE2barH737tRbz4wmk8+8xh/PE/fgH79jZiz44GVDHoMD4yjij1PVxchuLSKq5fJZ3nN+kAz8NYZZShOM6dvYYVOkkbGVR46unH8BUGk06deghPPM6579gF5C1s37oV2RQwybnH19ahD1FUllXhK1/6An7/934XJ46309lfyjnPO7BtWyfteAlcvBD39vbjxo3bKOP4hw4dwf59B1BXVw8P98mZ2Rmu0Xks0jno4aVI+4KC5fqkrfaKPDm5TifgEIPfH3zwHun344knH8fuPTtw9PgxrJE/vQMDDLa2EFpRWuylTqwwiBXGM88eh/QmspBkkGETTjx0FO3tVdTJDNaiK9CHECwrh3g8TVlIIRQowa2bN3Hl6llkclG8yrV/5dWTCBcbbN3ezLJVBIJ50r8Npx89hv8nneL/7T/7BuftRiDkQhud1vm81jLK/TWFmZlJzmuW8r5EefWSPgbY9x2kE64UpSUVuHO7l7y/gsb6FsrNNMuLoYBIOORxaMtm03jx+ccIT2BqYg7zdIQPD40y6DWB+cUkbcE8fvGrj/DmW+/RHoxxj8oh4AugpakZLU0taGveBL83AA/XYHUlQqegB7W11Y4NvXnrFveuzfAyADW/MI+PPv4A3b134aHjtaOjGacfa8OBg5sQLC5GWVUtzp6/jLfe/oBB5FncuNWLpqbNDOrvwfTUEs6duY7BATo/w0Fs3bKZ49ApSlnRN5+kK2Oj43jv/ffx/R9+H4NDvVjlmUFQW1dFmtOora8jn5a4bnHyahH6FkqGilxUFILs38zsCB4+eQiPPnYcTz51wFmLXurnK7ooAAAQAElEQVTZxOQa18NmEPEAnn/xOFpaKuDz5/Hee+/S+f59fPe738GNrsvUcQY2Bm4R1wTKyl34gz94Djt3dOL550+hvq6GTt04dFYr5h4yMzvFM0OCfHBjmoEfY2VoH2YoI1FEY0uIrM6ivrEUr752khY+SVvRi/7BEQwMTnN9VhChszabo00oseHyZJDnfqpAkN8doJ4b4sygoWEzdaORupdGLuXGzGQOvd1LWI3kEY/6URTwY3YmRd3uwA397OxcFDdu9mNkbB7NrbXUnVqUl1cxGNYEbkEoLS2inhnUMWi/thpBljbxySePcA2Po66hGrKZv/zlW4itJWHxnCDncWVVJdewDvrWfYDOmVQygwzXLM/A79DQELUujXDIy73FUKdKESRNOq+UVYaQYjC+uLQCfVzzp555BT/4yZs4e7YLM3OLmJiYhPaL/Xv2cSzDfdsmP5PI8TzpD9j49h99Di+9+igamsP4N//vf47nntuJ5184yr3ew/32AHm9xiBFArYLnH8L/AEv1y2GU48ewO9+4yX8o2+9jP37O2lL7+Bv/vqvGTB7h/t6FG++eYFrH0RlVTV8HKeF+1l9QzEDvbUMqJ7Gl77yGKqqiklHirY2iXoGzxsbGlFGG7YaTVCnZtHdM4pU2kIu78Xh/cfw8suvQI+HTsIjRw7Rfhxzzhjj4+M4ceIEZWgHRmhfaxis3ty5E1UVTbQfvXj11Vfwuc+9xjNIBeXIi67rdxEIlOKx009jZnoe3//+jxGJLPF8OYPmphp84QtfgP42p/a6TMbwDLeC5HqO/C+DznR1dZWAtY6iYg/27d+Fhx46jpqaCmzurMXqShx/9Vc/Iw/WIF0bHByjLcugtXkL7fcz5L+PZ8QUYrFV8qYMf/RHfwBjbMzyTLt5SyflJk+bYcFDZ2gqmWAQOMWzZyvLg/jiF78CfeithnubQQZHjm7D08+dwMnTR3Hj7gD32Y8QLKrF7NwKJmdnaZMbGdRcgMUzUCab5Lo+ii998RU8dPwAyktLMDoUQTwCrK9aePqx5xBZHEf37Q/xR9/8PGrLwjhx6Cg2NdejpqIIhvKSp3Ntc3sHz2BbkEyk4OHZCdy7bQvY1LIbs9NJ8n8Ee7gXVFGefd4g/L4i8jpEKMGBA3vJC4t29jbu3LqKWHSBetbFNl7U19WitKwIe/duYYAlC51LenpH8OOfvIVs3obXH4bPF+D5Z5J2bjuCdAZneS6upXwdO3gEAQZZcuksA0AW7fw429pobKykrc2gobEMoSIXvvq1LyAY9EK/uJChcnV0tiKXicLjTsFFu3Lz+h2A8/S6DIa5v+ks9Mprz2Pnvk2IZ+LwBlzI5JPUARvbt++E7fbijbdv4f2P7+Lnr1/Af/ovP2ZgJkj9rEEF9bGZ8tzA+1M6k6Z9KMU095+xyVE0NLViYGgGt+9MUb7DPBd1wx8soswkce7cDfQyID85MoGQmzakIojFuUG88uLD+OYfPo7TpzoxOzOGfNaFt97+CPsObEFpRTEUPBwdmqZ96sG1rluIRjNoa61HVaWfspOgLV9CHnGsLc9jc30VyvxuJNeW0dJYiy1banD56iVk2cLl80FBPAs+tLVsxRuvf4hPP7oKIITamg7ucUvIZmz8zm9/Dh2bWnH40EHKQhz6kEp5WTGKi0JY4972+OknURQqxdz0IoPqQ7h96y7Pj9OQnlfx/hFnIGvPvj3o6RuAvkmdyVpc87vMJ6mDrXjo2HGu4wLlaQI11bWweQf3cs159eG61qGhsQX79u/jmeIxPPvsadrVctI2xHNUBAcZNFxZWcLc3DJ1tgiZTB5rsRQG+0dx6eJ1VDPYHOT9aG5mmvq6jK9/4/dRwz1v156t6B8Zw53eKcQpS0P6BuXyKmC50Ns7yH1yjeubxejoFPmdpy4HsMrA/9TEPHI5m3auGP5QEW7euUE714AXXjoC+omd82FkeQGPnz7Bs8MziCytILWeQjXnlctnMb88hyXan3WeC4O+ErY3mJpK4IP3ruMnP/oYqxELBiW0BTYitC8wLhgD3hVGMT01RToMqqrLSEMGWQZ4EusZBPzluHqph31T2L1zP3k/Btud4V4+j6mZQZy/8CF8ftJMOfjoozPw8qy3thajfq4jyUBxIBB2bKNs2A3eb5cW50nXMoaH+9jPDReDhZC8MLW5NidPnmbfJOky8HNvkm4aY2GCd4YV3nHDxeU871YzcJ3HLOd/5fptjI5PcU+ysblzMzJ0KkYiEdRRX4pLS7BCf49Fw5LP57j2Bl6/Bxpvjed13UuVxuMxynmcZ4E4XLYbBhYsjul1u+H3eRAIepm6EGIaDPo4Rx955YGPMi7Q+dayLJ4J8pSRDOSPSTF4mMmIj1mAJwrbtmCxjfLZbJbrnnZAvqIA56m6BAOhsdiagyMQCDj4bdsm3RY8vAOrTT6f5/rknDZqrzE4gDO28CpvOAPljTHOGPJVKCAQo/9IfRz6yCeV5cn7LHkj/47e1XadQVn113gul4vj2w7tlmXIH4uwkQZ4xiwpDqMoHEKQcxAvAqQ7yHt+kAFZvYs3Aq/XS765AY5n2QY2bSM3A+K24OI5FnxEl+jTnIwxnGeWkGMN2MZFHnjId7dTJvrkXxCNwm2McXiivqoTn8CxbMsiNwzlOesAGcUxbSZ5B2/hf8YYJ2s7/LadNsIrcJEHfr8fBdC8VC6Hq0B91Eb5QroxPjg2HFyFcqUC9RHtAvlK9G4zsKX3AjhlpEfthVvvxhgUHs1VPDDGOGMU+oGPxt/gA7h2xqkXDtGtduorfsvvpnZKxXuB8qqTPEgW9C5Qnyz3ymwuQ85yXUzO0Rm1U51A/QogXMqrr9JCOwX7VSYabWuD18YYgNwSDtWBj5dGTzyX/Bgjecg5a5il/hhjYIxhKzhl6if8AvUXbkGBP2qod2MM+fGZrqrtb4JwaQw4j3HGMcY4/bQWtu1y5EdthF/tNT+BysDH5rrJv1FUVATphG1bjtyqjfiiPuKtQOMXaFMqHKo3xjjyrvlrXGM25Fh1NvGrXOvpdrvu06Z3fRBEY2vcQj+S5NAseoVfdAiPxivUCafTnzpsWRb0rv5u2UHKv3Ra9cKR4l1E80gkkkhzPSgNtHIG+jCVRf546APwuDf0VXg0hkDjCUSDQLiUihbxQXiVqkx1xhjOzXbWoNBPtAvUR+1UbozaWRC9Ao0pUN7DPUmgvOai1EWbo3pjDAqPcAmnxlWZeOCi7m+ATTqs+zxUO9GQoM0ugN5Fu2RQebUpgMoFhXdjjMNf0QA+GlN1okF5sEzji16BaNC7wBjj8MMY49BkzGfvtm3dx2tTRgqg/lo78UFlxnCtuJfwH/RYD6y38sYYFTvzdTL3/qc69RcYs4FD9Aq0Dvea/VqSR96RfbUR5LnfFBoYY+7PJZPL8YyepxyBKZxU7QuQLxDLzsZs9GOW/x7M8/XeP7Uv9DXG/D1eGfPr/YzZeDdmI9VcC2CMASDA/Ud1xhgYs8FzrZP48iCojUBlSgHzazwVjcYYbDx5p040SxYkQ5IHtVGZ8gLlBcoL1NYJrmpP590qSZD/VEHWdeppkvcG6ajTljzOSF+Z5shP4VF/1WmcB0F1et+gDRD9mseD8yyUKTXGwJgNKPRRf4HelQqnxsowzqBUZaoTKK96gfL/EKjdb8I/1E5lhXYk6T5dxpj783DRBhTmgnvP/12/jXlaMJYNCAzzPDNaLg9sB9ysc3E8C/wf9Ain5qT5CjL3zoUqU51A7Qqg9wJYaqROKlADYwxEhMAYwzE2BEr1eSqWIMfLQJpOxiQXX8ZJA+KBJ39v4YWbIufUGGOcVGXalHQQVD9jjGNUbRoTNVC9+ivvJgNlULTRKIikDUJ5gZcbQKGP2j/YT+/ZXNY5KMtYaqxEYp3vSR7i0jQWGaLPc24C3E/BR3hEV4Enxhhnk5Rx02KyCfGkoDlo7hpL5aJNNLpo0KVYqpNBFj6B8ClVf2PEUxBHEqsMIqVJm8VrbX1dJXbtbMeenZvQ3FAGvzcNO78GH504JhPhZWwBq0tTSMYjcJkMQgwU+bxuxHmon6MDcp4BHJ6hHcdebW0Nagg+bqxpKugGTevQgaGhoYFzBgboAO/quk4H5LxzkBdtef4vxmCmgiYeHqozVCQFPhWc3AhkRnjxHkYfL8R9fXQujo5gjg7mubk5DNEBePv2HaysrDmH6a1bt9HpdoAO/EpeCg3Gx2bppFqGvqG5tLhE5+0i2/KSmUrD7fIgFCpGMpHmZXXN4U02m4focLu9vByFYJFvGc4lyuC6+AkY6IIcCgXR1taKiooKrk2Gl60Y0yT0KBg/OjqKDz7+CAqIlJYG8fQzp/HbdAw88sgxdHR0oramFnFeaocGxnDrRg/6+0aQSRvqgQ9pohkcHMenZ27SWcnL4OgCaeRxJO+B2x3gRT5FJ+AEgxFXcJ7O7jNnzjs/kzQ8PE7a17hZeuH2+JFK57DGAMjS0iovtzHoZ8hGhmcd50E8loBteSmXLhpow8vrMGntRtfN2/jww4/Q1XWDF+Mphy+au4sHINtyYYmByRgvXdXVNQxQdNDxuYlrX+rg8TLwV1VVDgWcOzs2IxJZI/8neKCOYpWBxzgDq6urKxgdHmaQ7zrxT0CHI6lhZGUBRaV+NLbUUipTmFuchc1DYIaGXYdmqpbD4wQ3hDlGbS9cuYQhBiPdbg/CvKxJZnJcu927d1Get6K+rgQ+r4dOk3WOM80A66DzrY7u7lH09g05AdXyihrs3LWPzsCDdOrWc4O2Mb+wgvPnruDqtVsMRvdTXkextLgCm7LidnmJM0AHxDSDGD3ovtuP1ZUo5TuI5sZ6XtBrsG37ZgR4oR4fH8adOzfJ60le9MfRc/cOluko8Pnc2Ly5g87kZ3Dq1MPYunULXC4Ly3SCxOj4TKUTXLNVOqfKsJ6Ikpaz6GVQrbaaerprp+PMra9voNMqQdoGnHVaW4uSjxmUl1fg0JFjlLXn8NhjD2H37k2oqalz9EKBjY8/+ohBvh709/fhFz9/H9/7/hlcunydl3IPZT2Agb4e0jvhOBsrK8soFxmMjY/g4sULjjPF5kJ1bu6EfhbswKGD2LaDzkbqQWlZOSoqi0iDgbFAefDQSfwoTp56BAcOHkJLSys2tTfCpp2CMWjvqEFNbSVOPHQUm7d2sChPGr2kdw8d/S3kZwl1dI0BmBFMT8/QfmZRXFyELDf4QChAJ9Y+PPH0abRvaUVsfRVnz32Knt4eDA9NYHZ2AS7bhxE6CaUb3d29iNDelZVVkKeU2U0d6KRT5Stf/ippqMcKZXRocJBjpFBWXoT4+gplIUSZ6GRw+WU68/fRaWOQp+1LJNehpyhcjG46vc6duch1SFEGVpFlEGiWjuWBgX4MDQ/i7t27kKzX0Xm7lWusvW11ZZU656LDNUwelyEWTyBCx9LI6DS6u4eQy7uQTuWxuLAM7R+rqxEGGBZIpf22qQAAEABJREFUVxhNzbV45NHjePyxY3jyyWPYv78ddfUBNDWVYNvmBhw9tBs7t23Hjm17UF/bhv179iDLAAF9uWht2YRTdEJ9/rUv4cihRxAOlGPXjiPY3LEH67EMee8jz4OUATfmZyfIr0VYDKSWFpXi/NkLWFuNQ3/HK8rgQ45O/7LSSjr9+jm/NQYQnsMf/MHvYPv27bSlQUdH9e156czc7CJlbQw//vHruEA71a+fMKcD7Y03zqPrxk2s0ZE1xaD9cmTR+abxTZaJT/rgSjgUpo6mKXuXMTw6htviJwOhiew6ch4Db2kxBhlUu3Z7iEGtHjQ3V+JLX3qUDs9TePGlkwzAiR4biWQcjz76CL71za8zCLIF4VAIleXFsAHUVFZhbmYeb795EdLtisoSuN0ZzsNCZGUKTS3ltHejeOPNn9AhfRVDQz2UryknaPfd73yfe9gU5xBBKr3O9SyiPFUhXBTkmOssX0VrWzPXNIt1OuNctB858jTgL0Z9fTOydEa+8877aNG6njqNw0eO4IXnn4aclrdv36U838b0zDh27WrBOgPsCoyDylVVVQQXA8H1NR689PzD+Nf/6ps49dBR7g8JfPLxJ5ij/C9T3ltb2iAbPzc7zzWJcu/so/xXYXNnJy5fucL9wcN5hrBnz27KUAP1K4Tqmkq88srz0E/cDg0NYnCklw7RcQxQnkNhP2y7CG+99SH3pGtYXohjeGAWM1MrdGrHcPDgQfzWF76EZ595HpK1Zjry87BAxcHi4irlYBDrqQRi8RWkMwl4fS4cOnwAn//8azh9+jTkONu+fSs+/4UnKOeH8Du/+yK+9e2vsc8ifIEMLHcSvf130LmtkoFFG/ob26FAJW529dMZ/DGQc+HFF56HZLylsQ1ZniEqaA+LqauxlTiKi4qxsrKMvXv3IkuHT0NDPYzJc9ws+eBHQ0MdfvCD7+MKeROko+/w4UOU7VdQUhKibStGbV05bcJmbNvRhG/8watOwOgb3/gyWlubyHvDfjcZLPE567ewsMB0BmfOUmZG+ulks3Hs+B7yYBxFJbW0NX6CFz5PAI11zWiub2Eg1cMgeCsee/RhyulePPvs81y3LMYnVyn7E2jv3Ec6GrCdOp5jQGB2ZgH6GeCL5y8wsHETXtvD8w4YZHwf4+OD5PkiAoEgDuw7wD1mG6oZGOvuuUv5D2PH9t04duQ47f0o7t4YRC7hw+3rs5gai2FhZgVZ2iBGcyg/6/j4o09wkLbl4qUL3BumoTNXI3mXycZRV1uKOB2rt2/3U0bXnV+4mGIgZ5Tns8uXLkMfgujv70GMZ8W6+nKUlLvxHIM1yewsdu5p4lpswje/+ds49egh/Pl//TP8z//LH6FzcyP34BnoW9LHju6lzg1jJbLCPXyMQcEg++xkgP0oPB4vxsam8Nqrz3Nf8ODNt87i5q0+/NVf/xQ//bsf4vzFD/Hm2z/BkWM78fU/eIXrnEJ7Rwv1Mkq9ncfkxBTEw3UGk22Xl7LgxeJCBteu38LNG7fhpaOur6/PkYmRkRF4eS7V+ULnVJv79SqDKBnK2J//l1/h/PkrqKyopgxcxc9/8XPup26uLzDNAM8nn16gDdNZZxbNTU2ora1zeCUZmZyaxtvvnIGHwbvyijpwF8RKNIllyuv8/BqDlbOwGehq7+zAm2/9Cn193djU0URb9lUcP7EDrZt82L2vDdPzg2huq6ee+HG3txdvvfc2VmJLOHBkF4OW1xFfm+X5b5669RxtVAXm56bh5Rz8bhcsK0Vnt5c8TCPBwOXgyCTPBT/h2aWPe1I/LGNRZ5dwt7uLOlDNPacS3/vBBcIvaPNqcPLko4jGk+jcsoNB1nfw45+8g+//8Ge02SOorqtBXWM1nn3uYZw7fwmjxL2wsOTgDIUClE83ZWOJweUJnn2zlOcY9z/Atny0w24kGOT18K5hWQYu0uv1urDCPfRzn3sJly/f5pr4eOYpx4EDByjTu9gvQFuUQE1VE9o3tWF4ZBRdN65TZqdQXlnMgFo/+dONvJUlzw2OMkjc0tSAMjr8x8f6nA/HNDZVU4895NEK/vN/+hsM9M/xrHqT+103z4GLKC8rQ9f1HmTpkCgvK0Uw4EVxcQjHThyhLd2FpqZm9PT0oa6uDseOHcO5c+e4bj3UjdvwMVBTVlaC4hI3nnr2OIJFNu3rBGU9Rpy3abvXOY+d1NVaBPwhuCnjeWPj0KH9OHJkJ8cJYox7YZz8fuP1dyC7ukTbGg6VUKZSpK0CLttLm9SONM/+dbX1OHzoOMZHV3nmqMTifBTvv3cWP/m7T6F70XneL0qLKhGNJLCyGEFTQzWKQgahYJJ7/iS289yyHs+Sh93oGbwJy5PA/sP7qWejuHJzBAsraUKUdmGJ+kNHItKIJ5axEJmAcccojxkG3yrg81lcy0VkcjFUVpejtCqM8lovEpllWC6uhceFowxqbtq0iXvKIMeO4iaDYGd4vurt7eM5IMl9eJ78AObneT7hXSEU9nFPvoFwuBhPPP40amsbsXXLLjTWt8JtebHKc90K90GP2825h6EPWywyuFbf0IKccXGMdXTf6ePZup/yl0Rv3wzlJMJ52EjyzLBz5xbop54//OAa9GHZCM8oY+ND6OUZ5ujxXTj16F7OD3jt88+ivMKFsYlxyk8QDTybT07O4sTxk7h18w6Weef08cxvWXnow53qf6e7HwGuWTkDk75AGedVwrO2F25XgGme8pDg2kZoB5eR5DpOTS8gkcjB5y2iPC7z3jdJ/RyD1xdyzhfVVcXYv3cbSooCqGUAeXR4FMW814YCRWhgoN3r8dEeZZHjmSMcDqOiopJrHGSffVDQuShcAjIF6fUsdF70uP2wbA/CxUXcuyziqEb7phaeG31YZUA2m4khnYrBTRu5tpZEMpGlX6AEQ/3DCAX81Gsb5ZUBzC9O0WYU4fhDB7B5awt28T6yFJlHIOiCP+DhGDnuvQGUlGj+eZSVllL3XJynFy7bgnimPyWgD1lNMiB9tauHgdEJnDp1Cgf2H0RVZZWzXrH1BEZGxvHxJ13kyyB54kIwWIqKynpIf9xuL+8k5cikM/QjDDJI3ojy8nLEeP+uJL9OnjpJOoLQWTHJM76+ZeelreF1h7LrdmjJ58FzQw453kESDBAI5N/QncRmQ5fLBpAjPYZ026DbinxJc8wc8wbZDBHoAyG2mzwNIBgIwcs9RX3BR3gF8u0Yw4L7//K8B8adcS3LgtrniTwSiUB+JjUzxiB/f2yLttLl4A4EAqTf5+Q1lmCjP2kBHFwu3cmYz/KeneckM3TkpdNpCJRfJ2/XucenaO+MbUGBVf3aQUJ+OEKS93HREY/HKbdxiCfql0gkeD9YgejUHV9B4XwuQxlMkxcZB3+Kd4FMOgudhdVHVIlGj8dzn24YlYI8teCmLguse3yw5ZMg7/Uu2kVzNkdOcI1yBL2L9rV734Ir0Ka2cB7j/D9Hfmp8QZb9xAvlC+2VF6hcc9XclArUJk1fkvIFUFvxWfMQbeKxMcZZQ9FVqNfgwikc6iu8elcbpWqnOag+x3nlCbl79Kle81CqdioXPo1XAGM0Zp66n7m/LupjjIFo89NPZ4xh3cZ6q04gev0+v9NGuIwxDv9VLv6rr8/nc+qVBx/1K4BoEU16V73a6kyt8bS+4g27OPxQG2OMg98Y48gFYGCMgerkUxUu8UFQ6CtexehP0voqLx6JPtWLZvAxxjh4CzSLlkK9MQbKC9RebZSnIkGPyvReKDfGqNihSfRoPK1ZlneJ7D3dEb2ae55rpMbCIZqEQ6nq1U80C6QbMfrSpDuag+ZnjKF98Duyrv7qI/wOXuqnykSX7I3KhGd1dZV3hSjXMeXwVHgk8yoX7hTlUzSLXr3HyDelecq9cOWJV2OIZr0rVZlo1nop1Vipe7ouPHoXFPCqTnljjKO7vnvyo77Cp7bCuUG/S0XkJRPaRAMLlrGhFHzylHO1ZRbGbPDdmI2UpLJfnjZDdoN7Gnmdk3OQjYVbYIxx+CCaxAuBaBY8WKZy0cyuDr8lnwK32+PITQFXoV68UL3vnuw/yCu1McZAZZqz1rwAele5McahvcALpeBjjHW/30Y7cH7USdrXeDzKs12Mtj5BPU6zfGPeojuZTDn6orxA+LSOAuUFKhfIxupdIN4qFRTaFspIDjRv0VwAvatc7QWal8qMMTDGqOrXwBjj4DDm79eBj4rV/zOwnfZ6N0Z9BLjPK40pYFenTLQKVJZjYZ59lAqyFBBBjjqp9RVszH9DVtSPXZx/xhiHfmOM816oUypw8DvylXPkSe+F/UF5gdr9QyCEhXK1E59Fh/KFcrUxxtynQfPX+guUN8bc54vKbO53WpONvE2ZdTl7vdoKjDEOLuUFaqdUYMxGHRvAAZC/hsDtVTTJzqapR2naMwVe0+IfIXMPUjoXEDQHlWk+BXDK7tWJP0T599ZJbTVOAQo8UCr6RKtAeWNMgUTkuJ6FPkrV/sFUeLM816qMU3LGVfogGCN8GyD8AmOM00T4OATUX7gK6YNzUlkB1L6Qz9FO5R6QD/UXFMrU1hjDuWyA+AJj8Z8Nw7W0XR7Ybi8sphbPhRbLLMvmSc5y6HkQj3BtABx84KN3SwJhWURqDGzbplC44XK7YNksswAdoIwNWC5DYAH/5Z1djuTwcCUkIloTViooDIx7j2VZEGgsKX8BCu+eBw5shTqlMpgFY6l3oZMRjnHT08+ISDk1lsZUXuUbG9cK1tZWuamtOsYvx4Mjp8fFzTmg9lkKqmgWCIcxxmGMMYZt8s5mqM1RBr9Qr7mqvQ6tKs9SuDUv8c0Y4zBdZcYYh4+al0C0C5TXnFxuG9kcjS8vQrYrBbcrQYjxsD+LRHySTohh5NML8LO8qsKP5sYKlJcEGURdQWwtgqnJcV42ZzE7O4M1BsSmJifoJOiF48zruobI8iICvEhVVlZAnwguLSuHZdvOJhCJLNEJssyD9TL5s+ZcZtrb26FvHzY2NsLPzUnz0aWqmc6IQ4cO87JTiSwvIFkGKTLpjHNQn+CYMzMz0Lz20An8zDNP4fHHH3OCmkk6XsQzOftEh5eBNJfLC8vycJydOH78IQZr9iEcKsEyL9VDQ6Po6rqFkeExJBhMzWUNeZHDKoNjIV5ES0tKoZ+8LSoqRg0Dn15eHDfWetXh+crKCi8Lq85ltKWlBTt27aWTdxMvyWH4gyE6TUuxZctW1NXVO/RGePmRIy7Dy3EynsbczBJGGPzp7xliOo7pyXn09Q5jkimnQqdGOZ0qlSgrK0beWIjFU3RC5+HzB52LmORklUG0pA5KWSCXt+lsKUOIzoUQ51heVkW6G1EULqNTNMWLahXx1WHH9i04dGA/Xnvt83Scv4ZHGPDq6NyGLVt3Ys/eAygqKkIwGKZjNgUF6ZaXI7zYa+1WyJ8MGhuaIYdRNZ2zFmVulA6r27d7WJfEnj1tePnlx5zgRT3n7fP6oXiT7LIAABAASURBVEtYiAEMj8fNfBolvDCX0Anl8XnR2NyE2oYauBgc0TeDhkcGMOv8tJ3mEoLbY6G2vgabt21DFYOCtu2mHK3QobJA2cjRMRp3DhMKykxSNsbHx7G8vAQFy7YxqO5lQNnHddPBcWnJAs+O1DcLYToPmlo6uH5p3Lo1SEdXP3p7RgljDFBO0XETJQ9Kyb8G7Ny5x0lLiitoCly8rPdghgEKNx1dtbUV5EeFI9NLSwt0WNKRtDCHkpIwnTs1HMsgmUpAzgtj2ZAuumnnJien6HSKU74quK5ROowH6JA9j8G+fsdJV1IUwip1Rg47m7ZveHgIt2/fppwmuMZFXMcqSG/0jUbp2qFDh3Dk8HGO2Ui6wwjSib5l82Zs3bLN0Y3NDID66chbWFymPARx/NhhfPlLz+Cb/+gxvPTCaeToQbl58xq8XvK7rpp67EU+n8H4+JjjWD776SU6Jgcd3urQL0dwivOSI6a1rRW6KEWj65Rzm7JRi5bWZmfeN+90Of0qq0qw/8BuvPTKKTz59AnoW6DR6BIqyoMMpJzAH/3Rt/HkU0/B5XJjcGCI8rqOXM5A36Rdpt7Mzs0hth5DPZ34eS7i4NAQD5YZ6Nvcu3fsogOrno6VGtTTkRWnngwNjtCRvYB8bmOtpQ8+6k2cwcurV69TruNcCy9pbab9OE2H4xHspT3p6NiEIJ2jXV1XHDlcXJqBTWfftu2bqM8Bru8asvkELBvQ3wuRM2CAzrW+ngHIMTPPQFaOAX2Le09LSzN1v5ZOnBLY3Mcy2RQWFucQiSyjvb0D1TXVlOMVytws5mbXKHcTdLytsX0VttAp2L5pOxoaWiBH3NnzH2Biqh8tLdV02LnQUFeFbVs346P3P8bHH5xFbDWH8ZEV5DNhVFe0MyizB9u2HEZj3Wb8+McXCD/Fhx9+QsfuZXzvb/4Of/EXb+KXP/+UMjWEDz78lHZ9HgEGtxJ0hLrdaXAjwJJjzwMMWMzg7JleOq9vUBbu4vy5a7hy6TqWF1YxNT6LMTrIP3z/Q1iWTVnbhJs3R1FUXEIH8GE899zzqKmmQysP5wMk7e2d2Mn1eu21x7jWHpSWlDh7RQf5UUfns5c2QXhSdOZcvnoNn3x6HgtL62ht24abDDD2Dt1FBuvYvK0dHVtbceR4O779J5/DE08/hLqGUvK0CLYrAa8vh4dO7MWhw83w04ZcPP8JeT1JealDOrXGINdFp00dnf1B2uo9uzsoP9Wor69DhI5an9+FXbu24ItffBbbd3bi8OE9nFsD6WjGVvK9sbEB+XwSiWSMcjbOfbAHvb3d6OvvxcgIgz8rEXi8lOXBftqYFdoBQHb1wrnrdGZ/TFtp0aY0oqVpEx5/7Gkk6JybnZkF2USdW8DVK32IR4OkxUPn4SK4PcEXdGPbti3YuqWTa+XFTgavPQwwCLkcyto3urr6KEfDGB4e5rhrlLN26uwKzp8/jwjlLkqnko/2UEGcHA+C2us2b9mCbdwTlpYWoae3pxsT+pZhJgmXJ48XXn0KJx4+iD17t9K2n8azzz6OQwf3Yveu3SgpKsPY8DTeffd9/OV3vkM5+zHGRxkcoJPS5r4bZ2BodTXGtQb54aXdqsbDJ4/hK7/9W2inrimY/NOfvumcl5577jkcOnQApaXFlL0F8rGHNiCO2ekpZ9/I8OxSXVfMtW/jntGMTz65jr/7yRnK4jD1J4d33zmLN15/H8l1g4MHTqClcTumJlZY3+fwU3938uLFywwGv+XYjg8//AihUBC6rMboXFjk/F9+5UVU8Pyic53aXrx4Eb19vRBPPv7kfdqEMVh2Bnv2bOEaZhnsnqecHECegVzLeOGyQ6TZg6eeep5j5PDYY0fwT//0H1FuanlummQwdhf14zampuc4bhJy2s7MzdBWriEUNAy+7EEstsS1W4C+QZxj8D2b8yBUXI2//O7PcfbsNXzw/llksy46rqfQ3r4T83OrGGdQsZH2praunHtqDabnaE8Gpxg8GsbQ2AjydhLBYhdWo6uYnJrFxx+fw9/81ffRVNeE4wz4tG1qRl19EJsZyOzp7obb46G+bsKzz5/C1373FfKkFKceOgG3ywfbclPmJzEw2ItwkQsa88mnHkZHZztxcJ5zs7h29Sr1pYXBqqN0jPuhb1V/zED/CgOQt25ewoXzHyIccuE73/kbvPfuGww+3cLPfvEdLEWGsWdPO+czg+XFOKYn5zAzEcFPvn+ONi5Pe9VNHpzDwsIy97oGdHZsQV/fGM4wKNTTO8O9Y4760YqTD5+mTCWQ5x4WX19F5+ZWlJSGSfcMdS0Bl2UzEFiG4uIyyriXNt1COp2nTpYwcDLIcYYxMzOH+flFZw4ej5d7UQpLS8sYGBiUyuHwkX1O+swzh6BvnQ70j8Blu7F9WyeyuSRKiLuuthnbOndieWEFt68Pw8q7ceLow7TRtVhiUDGbWuXeu4L1WASzcxMoLg2gtbkadTUVOLBvDzzuMoyMRhnM60M0ZuHFl55GKJzDta538NBDnfjc5x/GvkOb8PJrT2B5dYoBvf3IZJOIx1YpT37oHnXq1Akskl+lxSW4du0W9KHCFQaaMmkL+ZyXZ+8SyqyNdNLg07OXEfQXc65AcVEt7wRZWAijoqyO+r6fZ9MZymYUtbUu7GBA/lPa5+67Q9SDVdy8OYi2TTvxzLNPkXdxLK2uOQGmyelJzC0skM9+gg8LixFYto262mqOm4D+RnlPzw3oVz7m5lZIk+Ws0SL3yjySaGquofwVw+93U+5z3KsW8G//7Z9jYT5KOlMM+PawbBYRnhOkMx6e+YaGRqhvC4jR/ng9AczMzlHXbLRpn2msx+zCFBIMBi3Mz6GJ94+w34eXX3iStseHwaEervMK4tEc7yDVKK8ox67d+7DvwH6uQRS5fB5trTVcaxtR3vcqykuxHFng+IuUuThGGdSRXe3vH0IwGITOQvrA0ObNrQym3URreyNa2ktx8tH9+Of/8g8ZaNqJOzz3r9BOTk0uoavrNu1VFxYoH4tLERw4dJjngEaUl5XB5/Mhk8miuLgc1VV1lP+t1NNtGBmZwOJSlHYwwvPWFM5xHaMMyBvLhTreXcqKSzA6OE5atuDpp1/BE08cw/79++EPeHHp0i3aIhuplBdXGKC+fPkKTM6Neu7HZaUeWFYcHe1VKC8txzd+/w/wxKOn8b/8z/89jh0+BA8dAR6Xi/K/jKGBGcpmNcfYjpaWHdi+aydaO9sQWUtAf1Nt74FdeOHF55BgkAVc18PHOvFn/+PvobYliM4dTejYXg9vKI6y8jTSiSl86dVnsGvHVnzyyTXuK2/gnbcuYH4uhVzOjyrOaeuOLUzr8N2/+BHPJldQV9vAQOMYdXwJ68kU5aYN/f0juHHjDu3NZdi2C+vcSG/d7oZ+CnhgYJh3nAw2d27n2mVw9swg/utf/C3PO2No79yETZua8KXfegrFDC5fvzKGLgZ3qVCg6OLKlS7a0WnmM1hYnKJ9aeM5oRWXaPd6+u6is3MzZXIBO3fu4VqVwev2YHFxEWfPnqHeL2I1FkMqk4OxfZSddSDvpewA8VgSLgDao4uLSuHjmXVqeh453u0ikSRGKFsvPv8c3HYJ3n33LoPjCfIzi/6+Pty6c4PrGIE+5BEM+OHmugQDbq7NFO3oFHLZHNxuNyLLEYSKiij/ScpSmvqWQXQ1grqaMspYAG6TgouQTa5iYXaKPMoincrR/sZ5dyjmGgewfXsnWtsaIFvj471iz54dqK4uheHpTGOmEiu8A+7B888fJx9ryKMR1NSWkB+bUVlVhDzx13Cvqqur5tzStMVh6BeitnO9p6cmoF+lKC5hO2Qpl0kcPLgfe/fuce4l8wvzmKc9WVmJkMezcDGImeR6V1XXU6Z3YGx8Er9683387Jdv4eLVGyiirsC40NzSwrpx7N+3l+cnP4qLi2F4Tp+dmyPf1sn/daQZMNSdM5tPI5Umf3hmt9jGwzOTwBjLsUH5fB65XI75PNuxLYMMaZ5Z0/RTZOifUZ3acCnhpMaQThflxQWLOMgASI9zuSxYBfBOk8mmeb9Pcu9II5/PgsPCII8c64Qjx71Mfp4MnZZZ+pFsCqI+5J1Msg/HzN+jSWOLFpXLXyR9U6oy1amdi7rgonwIh2TCy6Cuj7bF7/eTxwHaWv990N1dZ1fVFdqrr/ii+ZFIGNuC7bZJa55zyEDj2MQv3DnSpbFFg2gXFN6NsThXUDbzyPO+l05lqQMJRNfi3A9iWOd9TeX60FuWc3Twct6ag+aX5nopL3rcHg88BJv1SjW2y+2CUr1bZKgxxiFZfSDeEqfoEm7VCzRG4V24VGYMV4LzMMY4+MQvjWnMRjmpd+acpgyI39FoFCv0D63xvC0/jco0juqFX+MX8iJI44hG4dV4BVC5QO+SFdFVAOERqM4Y44yvOvFX5RrDGEOZsxzZUzuVaVzRtMoAXCQSgfKF9qqL0TYJCr5O4VS5+grAR6n6GGOI34Zwi07xxJkH18FLUF5lal+YvzGGfgav06/QR2skUFunD2XJsgzxGod28UXyqVT1SvUumVReZcYY6nHcmc+GbKSpYxnqaPZ+ms/noCfPtSzMS3MTiA9Ov0za6aM2xhgYY0iHhYLOaDyNLRDN4KO24gezG/OiTRJP9C4wxjjlolP9fAw0Co9Acy6AMcahVXQIp2gU37SmAr1rHOm9yjWGj3q7gcd9n1c6dxR4Ix4b89k8hDfPu59wxePrkKxqvTWm+KByjaW85FagvMo1nuZAdNBjjKE+uCAaNso/o1/4RKsxxpm7+oKP8OiLNmn6LYVXY6md6m3aJdtykecWDCzy3A3bsrFhM+HIuEM/1w981KfwLhwCFkPlWhvRFQgE7tsFlRfaK1V70SAeCOLxOPfTBNc/44wlWgv4lC+A+gpXYd00lvIqK4DKtC6iQalAPFI71RXApr0iiyCcGssYcz9v2ZZDu9razIM2K8+9QQCGXMD9Mcu9IE07qHUSz9O0QeJplrbtQZDMqFygcs1dqUBlhXflMzxjqlxlGe43SgWi0bIskQljjJPqXaAXtVG/AhhjnLWwqMvGbLQHn43lyzPHfyzObRQ4OIXLtm2nXyEt9DfGOOVqY4xx2htjAIcvtMLEIxrz1HPurIBlw1CmlOYN9xqCaBOPBJqb3gXKC5TXPAR54lP6IKhee7zS/ztQPxJ3n05jjF6d9RVugdoUQJWam23bEChvzEYf1RljHFyqkxzZnJvaCIwxUCow5rP8Rlu3I0cuz4aNUFkBLNty+hnrXsq+4HoJyFFHyhSsNipjXY6glRPImgrAx3knv8QT2SbxUqD3AuhdUHjXvNn1vq7laJf0bszGPI0xJINwj7aNOW/wxpiNNpZTt5EHDPSIr0oFxmyUGWNgjIHaG2OgR+0EOZ7lCiDaRKPkQ/pUmIvq1VagvsYYB5/y4pPK1UYgHHpXXQH0LijUq00BVK52xrLFRHXTAAAQAElEQVRhuKa2vTHHB2lVvcAY/R/O2Kq3bG02toFNZ6CxwQXL8hDJjY8BSBFm2RZs24aYZ5FZ4CMiNMkUDUeGBkTvBWC1g9wY46TqI1B/gYyRQDjFJG2cMpwCTUhtBdRJiIEql3FSW2OMs/nLKPt56fYySOfmIc2lOVDARJ4OexbzIAL10eYkHA/i1tjGmPuCo3YPLpT65mkENG7BsItOtdO8LfZ18zLk54FXczLGIEujd7/esqgwXng8PgqMG6yi0lrkhwu22wOLfW2PDZcvD7c/zbIoD85pblhxuK11xKMLmJkZxfj4MB0Vc7zkRRxeBAJBlNDBCc4twgDPwuIsVqMrvFT5ecmvxaa2JgbqijhmHon1KJbplJxlwHOov59OtCFMMMg1OzuL5eVlOmFqeRHbho6ODlTQSaHDpujXhuPxeKCDu+amtjoQVFZWoYxOBNFQUVGFA/sP4PDhw07/kpIS+Lgecnbs3LkT+/fvQxsDO8YYZ6zq6ho0NdXwgpTE1NQcL9kziERWyH9wnGKU0NmVYbB2gMGboaFh1s9yI03SoVKK5sZmtgljdHSUga5hHhjcDgS4MS8txxkIy2JxOYr+wVGM0JHJ+CjxZjmnStTVNaC2tg4+HpgUjNQlOssAi9fj4wWujBcHi7zywGV56JDlATAGuOwAL615OgPH8Omn1/HJp13oujHIi/AC8jkD27IRX89gZnaVzok1xJPrsGyLzhAfsrwkc9/kOhvnErIwv8yxg5xHBR0ijbzA7mWg7Rjp9yGRzBDHAq7QqdZ1sxu37/YjQqdLiMHjsrIqXqBC2ESH0959+zmPejovFnhhnYcuUwqg1jNAqvWRXEu+LctCCS+9VdWlkFN185Z2plWUlBQvVeuwGUQKFYWxSme1m/wIFRXDWC4AFmUviAyFNOAPwkeYm1+gU26OeT+dUAG4afhTDNi5PS6uRRCG/ykYNsOAlQJZPl8AlmWjn3Kmb7xlyAQfdSPBy2VlZSUOM8DYyYBiWWkZThx/iE6+Y3TcbXdkp6K8gutg6LyNUj7n6Qjshb6R0tc7huHhGUxM0FHi8hK/CxpTcjI2NoF5OkRC4TAs6r6b9O3atR1btnbSudZEG+GG6I3SYZ2jHZNNmKEjcWJiDLV1Vdi9dwcamusJdahrrIblBnr6b+Ott193gh1zdLAPM0h4++YtRKgreW5MsgUdnZ34/Oc/T/neD+l/mOMPsZ1AdmaawYZLly5geSWKNQYxRkcnGPC9Sxn6GO9/+D6dzb1cVy+dv/sZyDiAcNhFnYiirr4c++ng2rd/B46fOECn8UEG6WpRSb2sZaCvrbWF+raXc2uDj4G2aHSNDqRJ6tKEg0+62tffh8mZSVRVl7MMxGswSyfnGIOwr7953rlQbqVz2c2Als1lX4suw+XKoaW1kfKRwEcffYSLFy9hdo5yNrsI/exbJLJKmgegbyRUUYePHDkK2YbBwSGW9WBsbJxrl0PQF0ImlUF9fSP0bQDZB5fto66ESEuYgbNN1P9mxGMpXL50BW+++Q6maQeGh0exHk9ikgHtZDKNJB0gtm3DGIuBv2peLlZx/dpl1o8iFPZDa3zsxGE6Y+qwdUc9mulItV1p5PIpjuUiPZO4e6cPn35yA1OTUWednn7qaRyms3HTpja43AZZOkLu3LlNB9g7+NUvfgX9HHNpaRh7dm1CbV0AUTrRIpEsBgfGMD48wQDVDG529VAO1li3ikbasVDYg5XVZWjN5WiVc294aJLtBvBf//wn+B/+5X/Av/0338H/+r/8J/y7f/sX+OmPf0nn4giqq7y4dWscv/zlh7h27S5t1gTtkNuh69atMdrKKMuvYmh4AB63RafoXToyFlBSEqaOeukUexitDOLOz+YxwvH0t+z6eoe4JgHWFzk8XV5ew+pqFK2trfjyl5+nPQNef/0th+fx+Cr3hST5NEHa49An3Zco3zt2bMfu3Qe4RptoS9cQT2TQRwenfrr3QwZepOPbt+/A7/3e1/DoI6eg4PO7DB5funoRxpXA4aO7cPqJo2hsruIarmA9vYxiOn89viws1o+N93H/itGmzODqtSvcR4qwe882lFeGua4hfO5zT6Gzo4X2Fbh0sQeDdH6fPXMeH3xwnnL5IZYjiwzy3MbwYB+diEHM0fF+88Z1/OLnP8cKgxGPPHKawawOWJSbqqoq2jSQpy7Opwnah2QzvdzTiovDnHMcWV7S6+sasW3bTjzx1FPcK6pR09CMuz19GJ+aYdB0gnxYZEBtN/RTtNeu9uIXv3if6zJKJ6cfxeEAwY/y4iJkKfdW3uD2jdu4cOYcHahrtBEvsV87tjA4WlZa4eiFh3tOjgfUlpZWOtCfQF1tLeTwO3XqEczT3k5MTHD9ptDQ2IAFOil7GEjtpWP23XeuIRgOQ7+sQdXAlq3tdP5GsRZbwO1blxDlWWF4qBehgIfO4RlU0WakeTkeH53iOo8iGAgBDAS+9srnnPFSKUP5iFOvx/D+e5/il6//CpZlQd9qnGXQ4KNPLqJ/aAx3uweoe7cYQF3geowg4Ani4oUBLM7EkIjbuHt3Evom7Pp6FhPjq1DwJZNyob2tnc7+ejqBi3DrxhADhT+Hgqs3ro84Orm4mMRg3xTzcdqGENMZ+OiEuMqAvXjT1taGGG1n990ejJMnaW7ox489hMbGFgwODmGNjqdNPFtUV1VCP+Eco0z39ZLW63epW3ewthZDgIGTsbEZlDAIdf7sVY7jg9eXR7jExje/9TU898JprMUX4Q95uAdUo7y6CLYni0AojV17WrjfGe5lV2hzN9OelaO8IkQdAyrKizDGYElVZTX8Hj953Yizn/bh/IVxnDs/hLb2A4glcuTpu8iaBBYX11Fb00qZyyKRzCFCWc3ynDMzM4809//JCcnaDPUthbwxsOw813UJzzBI/jAD3QmeLRYXFhHlnj0yfBdefx7ZdIK2KIIIg4I5BuF490BkaYny34otDO7rm6eBoJ9jLTPItoNlW5hfwcrKKup5HgqFKijXj6C/b5g2aRzJRAoZXvqja3kM9s+i+9YN6o7B/MI4Fhan8fQzR1BeHsTw0Dx6eya59sCFsz205WB5PZqaNgFwY3RinvozioHBNdrrLLquz6C6YjMmx1bIswW0NHciQtv0r//1/8YxswgFQ1yXAMeykCeGeZ5V9SnmPGV1fHwN83OLqKqswJ49WxEMhhkU2U4eX8XkxByDB5u4fz6Enbu2IhT2MChQgrr6CtQ31jFwl8IPfvApPvnwKpCxsGVTCyrLyxjAGsWV81dx8ugp7N2+Davzq7TR/5F03oBtWygr8eHQQY4VsCk/bkxMTnMvnEYiESXOKUxOTwAmA2OD+pfEd//qO07QuoX6XFpSghkG4j3cmzO5dbz08lPYuq0Zm7c0sE0LvJTvfM5GSXElqrmP1lbXYnJ8GTp3zk4tMFAaR5p6ubQUQ0lJBWKxBPmb4jkUKCutwc0bI8ikwhgdjuGvv/umw4doNIUhrkkxAxTzcyvweoqwsLBG2+bGwlIC7314BUMjk3j5c8/ARVntZeBZn3bO5HNoam7Dlm07OB8XcjzTxuhwrqoqZRDlIF599Uksr8yQxzWI08FnWYZymQGPhWhsLkfn5ibyx8/zj007soIA+dXUVM7z+Rj1o4r7WTHbw8EVjS3jZz+/QJ2kvPIsceTQCTz26HNALohVBvaS6RR59Rwef/wUkjwrjo+O89yWxLZtm/HqK8+itDhE/CH4fWGu+yJ67k7jrTc/hTEWRth2cmIKtm0jurqG2NoK7dAoLEpTfD2Grq4unmlBHo2wfBLzDMYfZjD09OnTyDAws3ffHmTyMdq6Pnx87nXuWdM4fmoXz4MhTPMMlM0bnm2APFNjcdGNjb/4zt/i0pVrsGwb9fV1aGlpAY+6mOJ5cXBgFJcv3yB/dqKjfSuk7z5vCDWVDWhuakV/by+uXr5EmxBFUbgU87NrtGfTGOMZMVxUgq1bd6G8splngkXSF6LcH0VtbSMylGGXZSG+PofnXzjOMasx3L+Ac7TT3bdvMvi/gHDAjfhqBCZrsB7Pck5TuNE1TFl5Ax99cAu2O4jd+/ZhYXGFd4p2lJZUUpamsXP7PvR2D2FiZB7/6T98H431m+HzFnNvqkd7Rzt27NyO0488wjHWsXVzOz7/hefx+c9/gft/PXp7R7kWZ/GjH/8KN+/0wLZ8CBeVw+f34vbt2+i60YNbtwfR0z+Med7P/vpvzuLmtVk01m2jrtbgkUf2Y/uOZlRWFqOyrBR1POfq119ee+1F/Kv/+Z9xFb2wXG7oTvjB++9Dd9lTDx/Hc88ew0ZgtBytLfXYvr0NPp9FG3yNejpDefEhl19HY1MZ1yBGu+2iLVsgnkEYY7GtjzZxK7xej7MWFWUlCAYDPM+t0u57uJ55eF1e2LBgWS7298PFQLWLQbxy3oErq6rJIw9GhqdIez1pb0FJsAzXLvcx4LmG2pombNrUjlwuh4sXzlCPVxgkP4dYNAKfx40cHbCW7UI4WARjbJ4XVqG93e3xIEN98Lot+gAyqK8ugpuBzopSL4rDNoq4V/ncHuS4H0Z4vltigKisohKtm1qwe/c2xNaXsBqdxyr3ijUGYXLkoOVycU5eLC0uw+t2I0lbloyv0fZ6sLy6gF17t2HTllYsRBZw9tJlnnnWcKe7lzLYD+njwQNHYOUt6DwCGDQ1NUL+AK/XDX2wor6hjnvwNO8lrWhqakJpaRl5GSZfqlBeUYPtO/dQn9PU9XW4PAGGdy0keV4aZSC6uroKkeUl3mfDDKwnOO5drkEU3Xd7Ydk218fLtchS/3IIhgJcBy+MMdB/uVweHreXZR4Yo3Wy2S4PlWfocM7yHm7bLtiWG8YY6LEsCzbx5rkuujPL1yFIpVLUscy9sfKwbJt43Q6oa473hTwpz5ssjJWHm8El2yYuF2DRNoKPZYG4aXm4tnKUC68gnyc+VlrGOPSJNvG1AGojSCYSiDN4IEgwr3qlok316pfmvNZTSZ4v1pGgnOS4voZ0uDxuh1cej4e0uTfApdRLmlxqxdSGj/fxAH0mXu5FNuXCkC6BZdtOH5upwBjzazxzu91wE5+LoPmInhzv1FkGnDOZFGevORqmAjh8zPA8kc1mKNcJB0R/nmum/jnyvwD6Bs5GPs/+ID/J13t0WKKPtLhIq+hSA7UVjsJcC22Uqp3OkQLNMxwOo7i42IFQKOTwyBjjzE1z8jJorX7GGGdcYz5LwUfjCHKkm69/758xxuknHKJP4xuzUaZ3Y8z9Ndf8BVluFjnOX3jBR31FRzAYpN0KOOtUqDfGQDjVRu0L5ezm6GZBNoRTuPUumRFIfu6/c19NUsZVtr6+7siZ7q2SNaUC4SjgV15rLBDeXC5LGcohR9lOZ5LU1RjXNI4sZSBDGVCgV3jVXn3Vp8Bfza0wB2M2eC/6NZZ0NH9PP9RGPBNYlnH4asxn7cFHbQXOAw15CwAAEABJREFUGBxXqcYUKM8mztoaYyD8mr/oEqiNytRGOHJcB/VRmcZzyrguqjfGOOOLFtGluQj81B+tk+RL71oXgc/vg+qMMY7sCxezTl5rIf6K9yrHvUf9hENyKTktLS1FSUkJlNcY4pvGV3O1VV606F381XziPJsJN1nozFtzSfHel+Jaq74wP5Wrj2hQnfLCI5yiwev20GYHnTnoXXVqk+EdWTiMMY59TCYTji0HDOXUBS/vs26XB7blAliWof/wwTmCT4Y2S2MKkpTDOG2cUuFVW82NzRw9EZ16L8xd9ZqHeFjop3e1EwiH3gu4lVeZ6gQP4hUdBVCdQG01hsYULwTGWDDmM7nL86ws+VAbYwyUumiPxCeleheAj/q73S74fF7qsh9erxu2bbGPAahB7A71Edi0cZZlOWOx0kn1XgCVCYwxTn8Dc59HhXlIf5TX/JVqTnkJAwBjDPttjG2McWRRfFfbNH1shbZqL8jRxikVTvHlNyFH3VA9+BhjcV42RKsxhiWAMcZ53yiznLwxxikHNmgHH+EoAF9huEdbLvKJMqhUoLEeHF/vD/ZRP0GePFVqjFECYzbG+c22ehcOgfAqFaj8HwIHGf+ntgK1FTzYVu/iuWROqdopLYDqH4QsdUNtVJanTOW5TsYYh2bx7NehwFvL4XNBVtTG0DbCwJl5jv8XD3g9QV64WKf9HJQrgcp0n9a4Ao3JacEYcx/0LpoeBLXdgIyj95rjhtyknXe1LeASTRs4SAnnpHKBykSlMZ+NZcxnedWrnUB5Vv0aTcZ81tYYw+lYDoCP+oiGB0H06p3VsO61F98EolF9CqB2vwnqr7VT6gDlXanmrlSgPsKhMQTGGCX36TbG8KzM8GmGBx91UGOBOgpUJoQCMVQDqhx8RKQOWW4aEMsyDlKVFaAwEWMMW5O1ZLYyxhiHMaoXGPPZu/qqzK0D3L1DovIqBx/RJkgxsJPiwVIGX5Al/URDQ+ZzNqTCpqTNSgcqOVNlxNTXGOMIqd6FV4cF4UgJJx1VOjDA8LDuddNRE9zYaAJ+eHhYVR+lMvgCFwM5lqW5ZQGTg2WDuA0Ag2QijbXVdUSjaeRzHgC8HOQsJLjhxeJRLPMC4/EYVNGJUVtXCY/Xcpw3d7rvYnJqCnPz8+hjcOr8+QuOA3poZAjx9TgvFkGU8AKYo1ISKQLczNsZKDh25CBefOEZPP30k863SpqaGlBcFEYg6EcVL6p19bXoaN+E5pYmGnqvc4mpqamBnpGREQZux3i5XMTk5CT0ST6VXbt+DR9++KETENKGliLtWV5U1rmRR9finGPKwSVnzMBAH9vd5MVpmRfZOjrLd/DSu50Ot3IUlxTxglUJfSvt5s1+vPvuGQatLtP5eZtO8l4HJp1v4GTJj2rnUra0FMGNG7fIk1le2GYQjaedwGM3gwfG9oErRF5b0CZRUlpM3EGsrq5geHiIjt67DMrdwblzF3H27AVe/HnRpTNldTXGi+EiHQ4JeGwvSopK4LJcPCRkeOGMsn+GDu01LMwtIbK0SsdlCraVRVHYRwdCLdraNuHgwUN48snT+N3f+y28+OKzOPnICezatwOWO48VOojWogkoKNo/MImh4RHOrRv9dGRdudaFG7fuYHxyFnnjYUChhvLiw0okhXN0+F651AV9ent+LkLnzyzXQ468DGrr6rBl61Y6DbajtqaWl/N1xzFw7ep10rwEyWOl43TcjcefOI3HHjtFp8tTaGioxMzsCGmaI+8WeQhehUU9LSst5+XIw0t8jPy/izE6pGLrKSwtr2CKgQTL2I7Dr6Oj01mLcDiEtbVV8rCXNI0SB9Da2sr1rCYtCV6uV+ioWuBYc/DR41bO4Kjb43WcMdV0PKzRUXenu5uOowE6V27zstxNmt1o5EX8CINcpx55FLUMeLcR565dOxgwOoXDRw6RhlI0NlbBHwjiZtcNructzM7MwrItjIyNoevmXXh4cPES4nSeTU5NkpYlGOpuZVU5ZaiY68k5TU6Qd1vJw06sJ+P48KPzOHfhIi/vNxFdX0VJeRix2CqtYBZbt2/GvgN76UTfy7Vuk2pgnRcQwRjHnJ2Zgb6NfePGDToPR6Dfud+9ezcefvhh0tpIOS+mLKUwOtINL51K1bVVcFGvixmsKykNYWV1HkV02oaLfQjRCdw/cIfyMIC16CL1fRI8VyAU8qG2pop4EpgYGwFvBti9cyedSE/jtdeexQsvPIV26rE+AFHfUA/ZJH3zYo4OwDzydJa14dvf/kf4wm89hfqGEjoGF1FcWsTAyiR+9rO/w09+8iN0dV3D3PQSrl+9Scfz69ST65iaWcDw6CTkGDx38TIxGZSWlWPbjm14+ORDqKENoelEKwMZ+mR6ZSVtlscDr9dPuZhEPm/T9hZhjcGOt9/+lHp3m/ZgnvZkGlNTs/iUwbHR0VHqa4pr5ME49b2iogI63C0vR6ALcC4PzseNmelZLC0tU068KC0p5/rEnbVdWVlGRWUZOhh4a26tRzS2AssNtLTVYnB4Esi70djQjMdOHyMchr5N293dg7W1NepDA/laB9t2Ofrjo1w10Dnk89iYnxnG9m31+G//2y/QWbiDAe0qRNdm6PiJkS4vihnMLOYaFhWHEQoH4HbbHK+Pe0MA5eRRW2sHdaITNh2KIyMxznmFMhBhSnmZnUUdg+VHj++mXd6KL3/5NP7pn34Ve/a20fHaBMtlMEvHvrGBUFEQIdJlW5YjuxXUpfaWZjrT/Lh29TIa6qvx7LOn8PXffxE7d+zg4caHrmsTdIxOYWE+wj4x1DNIeO3qHfzlX77u2PiHuHalZWHaIOrfnWkGboDismKOFUa4pBg5DizH8dz8EtwuP+Zo+8rLK6l/NQ7fNm3axHEynMsE62Yp/1PYRBn4xjd+C1/57ZcouwuYmB7C3OIElpZnoJ9Sn54ep+0ohYtrMz09yXVa5YF+FZEVrj186Lp+lc4wC7t2bsbx4x20e7fpgL1BexIhH4tpG8vQ0tyC1eUYkusZKKDU1NSC/QcOYv/+/Thy+AjKSeNKJE0HZNZxSA/0TCDHM0aYTpQq2p1odJ06lIbOAIt02kXpYGxkoLKntw9nPj1L3vhot+bw7/7dv8N5yvsSnf03b92FgUVbNQQvZVvfwsjx4n7+XA9SCdISz2OFNC0trOLiuQsYGRzFQ8eP4eRDD6GlsQU3rt7G3/345xt7DO0GiE3O4BUG0VYiUTRzTpL1BB1m0tuAP8A5rwOwcYmO+ADXvqe7DzzLcS3XUFNVi4MHNuHG9W785EevY2J8Gmk6I0M8j1SWh/D4Y0expbMWr7zyGL72tZfxpS+9SL7V4JmnT+OrX30NKZ6R9MEBv99DPvjxjW/8Dl556Um8+tJzeJQ2K7K0hk8/uYa/+d4bmF9M0DaVIFxcgTffeB8//bs3uGaGTuMxyt4olhbi+Bd/9t8gECylHCzDtgJYjWaZn0MwbBAKu2ibc9StMUxPLmKSwbWeu8OI0JEe4xno9KOn8a1vfgNf+cpv4SkGsL/4xVfQygBbW2snLMtNO5uC2+1nAMOGnOWBQDEUfBsfm3S+fZRJ51FSXIW5WeKenMGF8xdpY85jjoHJmelFTDDIpg/ztHfWoKzcD3/Ah/HRacpZiGetRVzrOovVtVncZAC6u68LxaV+ROiU9gdspNJx2q80wkUG9Y0lePH5h4BcCre6LmNteRLPPXEIrz1/CM8/uR/7GADIcR/ZurUNe/dvQ2NjDQPCC/jxj67Svn7MfXKc48BZV12irl27gSnas9nZOTqh0jCWy1nDw0eOoYJyevDgQRw+fIJnvml89PHHPOOt4vU3fkWbOoJdu3ZCjvCQP0yZmgUPJJDclJVWo7NjB9ZWE8hlbLS0tNJuhPHuO59wHnnE4jHKd7GzP/m8AepyLS5evEI9G8ZPfvwm/t2//XPuB/Ooq2uGfm50dWUdv/u1J/Htb30RzU11CPlDSMQzGGNAPsg9fef2Hdja2YbKklog7cJaJEebbNHGLXJuy9i8bRc8lOVQURVKK+owNZXG7GwWb79xCV1Xh2GbIpSxb2Q5RruawiKDOgkGcdOpvCPrJNqxbbt3bMWObVtop73kUx5792/B7OISbt0dwbvv3oHb1YB43Iur1+/gw08/Qnf/LeSsDM/ALiwuzWLTplb8sz/7x3jo5H7s3LOXwcQJdN3sRoLnGz+dYSUlpdCalFWUgguM/Ty3PfLIQ3j4oSPw+V1QsGjHrnbY7gz+9E+/AVjkA3UolYk5NtBlG65thDpWiTSDGtlsnrbjCgNKP0ckEiNPonC7DSJr0wxWTKChuZQ2awfp8+HqxWuce4yyblE2bXzzm69g29YGNLdUQftTc3MztmzZhpbWJhw4fIA6sA2GDvzxqXEGRDzULx/PXCXQN5dja2l89OFZrm8estmzs0uwbD8WGUyNr2epgzNIMVgfKiqjzGVw81YPZSJFB6jBwPAI1uIpNFHv9PP4v3r9HVyg/RvmuTlC+711ayv+h//XP8PRowc4PqAPV3l8Bu0ddZieGaKduohSnidq9SdEfAHs2L7L4a940cUApoL2c/Oz6Om7jWDIwu9/42HolhmiQ/vNN8/h+3/zK/QyKHrzxl3cvXMHn3zyIfRLKDu27+R+cIC8KqG9uYHLly5Th+II0yYGg2GU0C7V11XjEHmzupZEZDXONQHPMQvIcK7N9U1UjzSqeC5Zp60+dvwEzxFznMdx7kW1CNKenD93mWfti6iuqkMykcT7H36M4govLK53Oh9FMruCYw9tR31TBXLIOmcGP+9PyysxLNGGL3GPWKez8uyFS7hy9RpWGcQtL6sg713kb5LrU03b+S7+w7//L3j3nQ9pny6jq+sObvEeUxIOoq9nGKUlNm3mPIYZULp6tQdpBtFv3+nHIvG7XGEkk178q//pbeq1hzZtGi4EsMhg2OBQL2VqCsuLsygvZt3IJK5fuYhf/N3fkgd38fSTR9BA27V12yacevQRrK5lcfbCIG7TBn967jymaX/SDCLf5B3kP/777+DShVs4+/E1uPMhLMwlGWyrwr/5N9/Df/ff/Ue8++5HSNDGeXxunKGdDYZKkON9U99UvMNAaVNjMybGptDR3gmftwjVFU24cOEqlleWeG7M4/DRwzx/PQE/76Yd7a3wM5jf1lzPoNtW/OD7P8Hly1d5F+iCfiI/m05S36uxzPuwfglgYOgyz4bdCDDosx7NYWUxicnxdZw9cwmjY8PcJ2L4xS/ehofnTvqoUEkb+thjj6KE52qQxp7uOwAd/x3tzThyZD82b+6AgugLc/OOPOnDnoYb7Oc//xT1rZZ2Yx76ZZZQyI10OspxbcrzKlKpddqxZZRxffXtWp1Ndd8oKikmf0+gtbWaNvUserpvIEl5i65F0X13ALMzy7TZq5T9EPYd2Edd9+H997vh91kcfxV50ljCM8qG7JTz/reKBG2hPuQs+5KjTZYZ9nEAABAASURBVDl54gB2bhffsjh96iB27WijLsbh9WUpa2nuwV7O30PaF3Hm7Bnq0Ccopn4FfC64ePda1AeVjQ2/v4g674bLHUY0bjAwOItQqBrR1TRt+zTXoJv2dJ2ybiEYLub9+ibKymu4D5biLoOakZUkfP4S8sPwPFSEqekl4hhDX+8gUqR5jOd5YwzpWMbc7Dzvu8O0rzmMjU9gcnoG+jDpeiJD/fIjQ99HcUkpaQ9STyq5h6xAviTdp27fuU0dreI6rGNpaQUulwe27YLutm63G9lsDpZlcz5B8sFFXQ4xNRCv1BYwsNlebYyxHLxJOu/lrxLIf6V3gcbM85xojEHhsV02bNuGMQ+U8d2yLKdcNNi2BYvvAvl9BG6PBQ6LXD7tfCDVWDnSbBFtnnqQdVJbeAhKvV6uG8+VymsfV+qUPVAu/A+CMZwn5TVDYRftRMp55zheBhkGhZK0R0kGPuIMdqxx31fANUsZyzIIprtVgnZOHzBbWVnDKs87+kByMpmmfKchfMZs4JdvR7g9pE98F32iQ2Xil9oqL5pVp1Tv4EzzHE/3bkGeupflmTlLn5zP54Pb7XKaqX+efFc/N9fUwWHZTl2W8xCkOBf5mQTKZxiMUfB+lXdK5Y0xzhqpTmuqNMGzdAEUXFJe5apP01+lfKGvxhRoXsYY6mLe4YGIMGYDt2gULQV6WaxqZ1z1s++tpTEb7fVujHHaKC/8xhhHVpQXL8HHGOPgYPZ+qrEEGs8YA/FL8qBxLHuDN6on25w+KtcYwimZVZ3mJlqFV301ptoJ1NYY48wxmUxRj7JwUdb9PAsFGFgXHvUTDvGrgMcY4/DGGOP0fbBeeF1uF3FlHKBK8Hxiw3YZospx3gbypwqf6FN7gTHGwSn6CutvzEaZxlUb1dk2bRgDVjbnb4xwwqHBvlcmnCmuq3wyGkN9VSYekgCOb1Hm3LQVfogfwqM2hTko1c9fqr36yyaov0BlvwmFNmqnfIoyqrxAeYo+8jkD5C0YWLBJv9frQ5AB8sL4RkwCYMzGfNVXMh1ZjmBlZQWRSIS2L0qdTEF0GEN8gNNe9Is3xhiunev+3EKhILSG4pkxG3UF+VEflWt9lQpUBj6af2EeymsOokf5wtjGGGdsjSsQXg/3FeFRG/FTfCI6hyYf5+tlvW25YGDBsmzY5IP6iAeeezbF5ppygpSbLJM89FjkjcAYo1enXO8aS/3UX+Pr3Rjj9NX4AtEiUF70CJTXnDRHzUllAr2rXHKj+QpUVoCNtpn741uW5vDrYJFWEakxCqB+hbxS0QPaRLX1eNzcD9zwej1cNxf5YsEmDwSqFxhjYIxx6jRHlQmHAHyMYb2F+23Ud0N/bOjRmJqfQHMRPQKVy26ojTHGGVe4jTGOPql9AdRWea2I8BfoMMY4/CjUF1K1LYDKRGsBjCG9BI0lAB/V/Wa7wjurnTHURuCiHBXAdntgKEd5YznzN8ZAOAXGsIzrobzAmM/q9P6bgHuPxviHoECP0sLclIqXSh3gnqp69Rc6Y4wSh58qV9sCOO3v7Wvai/WuOmeNuDfqPcdzjfoVQHjz+dw9fhRSrQpgjIHmpPUpgN6NIQ38l+Ni59hXe3+e8mfo67dp6617YMgrlanP3+uPzx5jjDOWMeZ+YV64eQYRzfpQl+Yg/ZE+iXbJe6GN3tVOqUDlBXjwXcgL5USvV2fcB+kTnZJFybvnng3Ru8qNMU77z3Bw1kSU40G9UOYg5f8K70r56vxTPk9+5dnHKfiN/xXKlQpynL9AcyuAYofKq1zdrcJLKp2iMyDmGHUdZsQsLb4QGWMcZdQkNFmBMRuTgQEEaiekSsHHGFXAETTh0QKI+Ur1rrYFJolBxhgIr0A41E6Ho4LxUx+B6nSIVHnh4FQoN8bAmA3Avce2LMegifYUL25JJ2iaRIYXS5gcLDpIBIbCZ4y5398Y4xjBcDiEIC/0GxuGB14aSLfLgkVHRzodQyK5yoPtGvHFeNFbRjK5RsNpcfQ8LNuiM8/jHH5Fbz6fgYtjBum4KS8Nw2XlyfM1aB4JHoYNexUVhXmZCfMw4ENpWSnCjgM/DNvlQpIHYxc91K2trejs7IAcGgFeWLWokcgyHXCjjtNNlzuPWzTm6WxOcpNOUr3y8Hg9KCoKIRD0Qg4PObrn6fhQXx1atT7l5eVoa2uDxti+bTu2bt1GZ08c+ibVuXM3eGHs43uUNCchB6HmVVVdxXZ0gtXV0KmwhhEGfvv7e6Fv6qUpV9pMShnw3LNnKw4d2k4H+gHUM0hojAUvN+LNm7fgoYcexs4duznHNMDATG1NA2qq6zlvP8oqankBq8DhwwfpRN9whIH8r6wqQ1NTHfRJ9n3792Lb9q2wGNC4eHESH398E319I7ycLdM4GTQ2NtFR2ML18HJ9XHD4zTW2bRt5KkpxcYDj+RAKA9FYGqlkDgEGxMrKStDS0uJc9gxlKRQOorGpkZfUjOMEGhzqo5OyGz6/G5u31mHLthY00UHW3FYGT8DC6MQYnX8DGByaJS1rvLBniTvDdcmjvq7Z4bNtfFy7OAMKY3j7rY/wDh0xr79+hoHsM7h08Srrpqh/LvZN01nbyzXoBpnEMot1Y3TsXCL+fh7MluGjAySbSyNUFKCjoQwVFWXkCTAzM80L9BgDCIuYZnArRad8O50h9XVNlE8DBVH0LcE8L71F4TIGkEvg5dpkebkXj4K8rC8uLaGnt4dt5+gYaUdpaTnJsDlujBe1NcTXE7BsN6oZHPX7ApS7FKb0wYC5ObhsFzK8EI4wKHmeDpp33v4Q7733ES5duuLYCP38bVkZ5dwGikI+OsVKGfBdxOzMFPRTUx7OSzaqjjL28MkTePa5x9DRuQk7d+9EOYPJU9PTlP1FhLiAuZxBgpd4vz/MtUwwkHcWM7OL1NM8A342nSx78eJLL2Hfvv0oLi5BcUkJ+VRJfaqF1+cBDCgjHhhjYXFhCfH4ukP/4OAgpjlOTXU1yhhEiywvO+9DQ0MMTN/C8lIECkLrZ1JL6HTZvLmdckse0THXSDmtZCBwiPLiZuC9hcHAPXt3cJ5liNCRZNMWQJ/25GE9k0nR8RLD+Ng4+TfJNZunA+oKrl+/DtD10dHRQbmvd2xEgpekKQZ5p2dnMEZn0527N3ngTGLb1hacOrUbf/Ttz+FPvv0cvvqlZ3Fgzw5s69yMDgb/Tj/6MB579DEGZE4QVx1lM+o4MfWTm0ucR3V1DYqKi6jLI/jud3+Cn/70bXyPQRfN1cdLcoK2yM1LcTqdRnFRMULBEB1sE7h+7Q58ngD0t0RPn96CP/7jb+OrX/0igiE/ionvJfL9C59/FU888Thqamo57jLkiJIdmZicxMjImKOj8wwOu90+yP4oIDAyPEa7E+MaplFWXowdu7fi2Im92LNvE4roXCwtd1O/6+lgToNnHtRSBkuLSlFVUY2ZqXnMTs6DaoHoagw7GCB+7rmnsHlLGyLL81hbXcTE1CDxhvDq517Eiy8/STnIIUwd8ge8DKqu4+bNLs7tKnyUD4/HhT27d3OsGOkdduzHHAP9ebiwY2ct2juKsHdfLZ2KtHdHNyFUksX41E1cv9HFQN1drMcjCIa92NTRhEdPPww591vb2nDixAmUMIAaoWP19s1exOkQVVDDxX2krr4axuQJcHgQjcaxqa0GTXTYL9EBdfnydcSiCYfHDz18ECWlWbzx1huIcG5/8K2v4vFnj+DwiXqcfmoHXN4cLl25jP/4v/81+b+CDsoELJs8mMann56BfopWTq5olDJxrQv66c4Q9V97RSqVJA05BlFXGJhdx+DoIO1MJU4/9ggS3Ftz3ONisTiWl1eo16DuJPHQiZN45ZVXsWNrFd8j1M0EIU493I8dOzohZ1R5RRg7d21hgKfO2UMkWydPHqYseHD1ahe6um6Qd8OYnJymXQ6gorwSJSV+zMwswE2b7zIe5DIWxoan4PeGsWvrblDtuMVbqK+px5YtWzlmEtXV5bS5DbQDAdrSPjoNpzE8NObY1PHxVUSjMezduxeyOW+88QH3Sjfbh0lXMY4d24Jv/qPP4dCBdjTWleHurRGsMthTWVyGjrZ21FPmsnRsvfn6W5STAPeyJPYoqMOg6927Pfj0k7MALOpnnuOHUFlRQdlbo42bwb79e6BfBIjQYW9ZbmzbshNeT5DyGWOwfBrlJY2YHI1gZWkdHpcPE+Oj8PmB3bs6iGMGv/z5D7inrNAJ207ehBFdW8TDJw6hpbmGPF/EtesXuJ+8QRs5xf0niu6bNxGifSwOl2Dv7j0MUB+CZXkw0D+IsrJKHNh/wFnDMtL4ymuPk5U52qIJOmCvQX+T7nd//zX84bd+C6994Rk8/tQRBMIZhEu8eOXV5xAI+OiAXYfFM1U1bWWAgbYb1J+/+pvv4ubtazh79lOcO3MFf/1XPydNV5BgkHrnjn2oqqwjf9xYj2WwfeseHDhwjOecrWjf1InionJ0bt7OIOI2fPTBdZSVVuLYkROYoDyUlYqPWe7JWRSVuNHWXodTj57gfpODoU4O9A+gqbEakcg8bFeefMtCetrZ7keKQW9PPoSycB3CoXK898HH+OUv38eVi2PcnxuQWI9jdnYcWza3oqW5Go8/fpxnEMpO/206j3vx0KnD+B//pz/Bv/7fvoh/9b/+Hr71Ry/j299+CRWl9ViYdSMaW6P9WaeNyJIfeUxMjDrynsmsUw4SyNOez80vUp8SWKFDXt8Ub2puREfHZni9AbhdHnR392Iz331c8MqyKgZPFmBxXp98eBE3b9zEndt3qRuD2LGjA+GiIlRX1XGvn+BYUxwjh48/+pTv0yyvoc4dwCOPPoqamkZkMy7yOsuA6jIDKtqjM9i9Zzvef/saRgYXEFtNIrK8yn2+DBtPHjleVuJcn9nZOK5e6+Mefg7/x//3e3Sez2FhaQHa47ZtbURrSy0Dd+Mw3CPu3B3Cf/jfv0M9voraunJ4PS7IDlucw+JSHOPj4wiHfVhbWcStmzfQWF/F80UV6htKsbm9A2c+uY6S4iKMM4AzNDCOm10DuHG9F9GVLAMt89zfz3CNZujUn8fyyiJuM0i3SLp37jmIyupGXLtxB/rbmrFYEpevXOcZ6yx1pAojo+MMAl2Ai2frYMimLRmEfk6Z8TP8/Be/REkpoKBSIOhB+6Z6hOkgiyxGUUx9ty035fASPO5iZFJeynQv3v/gPOWvCOUVJejtu8WxS5DLJ1FSFEZ0bQ23GDSYmZnE+voK6mqLEVmZ4BkpwvN2NYp4/pyen8L03DSWGNScnBnF8loEbo+NyqowpqYnGLi9gNGRKVRx7coqqtHKM8TCYoS8K0E2a2F6ZolngjBqaiug/fmdd97HwMAwjh87Tp77uf71LM9xL5rCJ5+eo8ylkMu5uZ/kkc3kGASax3vvvMkgZxf3uzs8X7pZ7sEjp05i2/bN3O/i6OxsRzH3+wSd2Nu2bcXU5Azq6hoUWDGqAAAQAElEQVRIQxH27ttL+QtjfnYBRTxDLlIetu/chGe495x6dC9xNPKcuI6b1/vgsYKYmlji/BM8Yy07Z/Wh4RmeM95E141u3L09ile5Z6ytrcJjU1J454ozgHPzRg8DvKs851VwPnVobWlHHe8K9OGjvbUdAa6Rhw6ZRdrlhvpGdF27gSvcG6emZqhTW7ESiWNocAKDlKOcsbgHN8PFc4bXH8RHH39C3PMoryoFlxdJBmSy6Tw6eT8pKatAKByizo+SLxaeffZpeBkEmZ3nXMmP8vJy7lvr3Acfx46du7kGDaRtE1596RXs3rUDtTWl+Cf/5Ev4l//iW2hprUKOF/lEah3x9TRhHV6/H+PTs7je1c/zAGgXL5PGUcpFFXWqjnbCwLIsPPnUabS2NUFngXg8it08B5WV5dDdex019T7UNRdjZn4Ypx47hJOP7uIdMgzp182bd9jHzTXM0P6FqWObuQ+4uI8sMvWgpXk7/vG3vo4v/NbjmJkdhv6upsdroaQkxLPnRe6TfUin8rhw/iZ+9rPX8cTjT0Ln5xvX+rk/jXGf24O+gVHa91v43g9+hI8+Ogev2w23ZXMPBo4ePoBHHz2FldUUbWoaoUCJs8+0b+rgWTcBH20dj78oChQhnciipqocxeFS7Ny+l7h3ci9ap+wkyQeXc489f/4S5TeKW7fvODpcV1uJxroqNLJfZ0MjNjXWIODLcbwZnmsmAZcff/P9n2GIZ+TltSUGpefx1d9+lbgs+KjfXt4vRGhsfRW6C+aySe5HpdCZfmR0EhEGdJbo9B4c7qcujuHw4f048dBuvPTyfuzZXYdnnzuFr37lyygrr8Lg4DjGxmeRyQIHDu7Dn/7pU5SdAJpb6mHx/q9gf01NNXlbCgUDY4k05iivOc6uqakY6/EluKwEjh3dgpXlaezb3cF95xCa20phXOvc59ZBtiIYLqJ9CAA5reMMYmsJ8mjNsfvpdBb6G9SfnLlMu9uHkZFFzM2lWLfGvcjP/WAGJu+lPcgiz0CAi36F2tpa3jXmIEe9n/J45+4dvPf+h1hcXoM+7OXzFfOskYTJuuGx/Aj7ShAuK8f0QgQDI9O4eWsA585eok2eIN2LxJ3kXllOnlTCWJZz3mpsbKQcguVlkDwby9AGpJwPzMTjSQT8IfItD5CmDT+XIX0AjO2UARb7W+SbC1neTTMMuNlihrqwg/I6OxpjIZfLQfcTpWon0HsB9C6Ix+NY5zlANk15gXRf9AnUBnxyHIMJjDGw6TdwuVyk13ePX16WGeRoiGSzPfQT5XlqSmeSXK80VzbHeeQhWuRzE/4k71DycQl/nrSDj1JjDHOcLv9vjHHGM+STMQaixzCPe4/wqUzrJTDGIEtbnhM+trMZ+LLoUM3S3qTpxE3xvqbxc5yMZCRBm6o0xQCVzr4rK6sQiL4MeZsjDzWUMQbgPwcPy8VD1QsX+IhutRWIHvHGGAPL2CjwSuWqV1uVeegg9Xq98PE+GeL9IhwOO3n1Vb3WMRAIQPNSW/DReAKtl9JCO7UVfpWJdvFVPh6Nx25c37gjZ6I7xTu22mkcY8gvOr01lwwVVrQJj1L1UyoQHkGGc1dfQQGXUo0pmgR6V1uB2iuVbAlUpzKBcKhOZeoXpwyqTONbpEv0CZiFytVHoD6WsaA5iy/igTEbeqR68FEbhyb6LvjKvcrjtDfsJ1waU23UXyBcxhhHRo0xzpqBj8ZXnUDjCMQPYwz4jy3gyLTwJXk3XE/EkaMOWDbL8xnqcoq0px35B/9f4L3GVmelokflAuHRe57ya4yBwwvLQvYe323qneQlGAw6sqJ34RCor3CIz1p/8RR8ND/JmUDtjTEOXs1N+NVX4wnAxxjjzF9tNW+1U15tlepd5XrXWAKNpXtvdC1GGxnleS+OTDoH23ITbPIVyNyTLxdtrSPXlHvRZoxh/YZtEC1ZBlnEA4Hmk05nHDumcQQaS6A5CjL3eFMo0zv4aD6i0UU7JRDtAlZB4wg3B+a/PDRWgX8qV154lJccqV74BDk6WFSvctGjVDRrLOGXbOZpX7Kabw4bNsBywe3yUA59jj5rDTV38dFF+rQ2AuWNMSKR8mUgnC6bfXWWIAi/McapM2YjVRtjDPRoXsZ8lhe9Klc/jVUYV2PZxKt60S+bL/5pPppzXvaSvmvNU3woQIEPwikwxpAWS9n7fCy0VSp68pTlHPmRoy1VXo2NMc7cjDHQo3KB8rZl3a9TmXircdVf9QLNWXMSvzQv5VVmjCE9G/KkPgK1N2aj3Bjj4FbbAhhjwE6ODIhmzVn9NLYxBsKtcdTemA3cqhM9ArVVKngwv9Emj8Kj9wKobCOfc/imfCHoKBwFEE6njmi43SNDPjpAmy0cAtX/n4HqjTGcwwZPNQeBMYZTNuSFwHLyuPeoXnM2ZqONioWf5us+rXoXqK7QXn2UV5nqBMobs4HHGAPwX45zcOZHPXJSzkWpeF+AB9+1HgLVqTz3gBzBeQzn8dn8jDEwxkCPMcbJG8uAGeSZkONOSsWEsTl3ypsxXFfQQlNWmbCpIc9saN0f1FPbYnu2xb3HGOO0NcbcK9lINHfRKRDNAuUFD9bpvQBqI9iYZ8aRx0KdysQD1au/MQYWaRHPRaPyxhjSsjEHtSn0xb3HGHMvB7ZT3jipMeY+LuF5EIRfoDJjNtp/hvszmy36LFUY8xkyEVZQTmMM9IgoTUIdHgQZHcFGWfr+YUXvD/YRE2SwtNk6KS+pMlxROmvVX2PIYBrDBeViaizRpUmIHqWFyajc6/EhEAhCi2zZny1u1hFOLUKGmwVTes+T6QR0eVHwNMf6JIOWaRpJjWFxMYRfhlVG1sWDZ46CnuLBMhZP8LK2zoNlFCt0bsej60iu82DMvuuxVToepnjRmuSFYQGJ5AIvpIt0rGQYlAlRANPcMMDNI0uBWEMuuwaXzUsIEnBZKYT9LjrbgggF3TyM22wPbr6riOkneug8iMdjcJOW1tYWHDt+DPvp2Ny6bRs6N29GHR22VVVVULBAB1Cv1w3QIae5K0CqgMroyDDxrZAGLxob6tDUWI8aBjyDwQD55ueG5iVdGeR46PH5vKS5glBO50GCl6l5Zx0LB1gFhnTInZubwxidWXLeZLhJeuiw0KYZodPcGIsOt1KIXn2rzrYNcSQJ64QE18lNB1M55HzZv38/Nnd2Ik2e5LGO+oZKyPnj8VgYGR3CEgN2+lmhwcFhOoKG0HX9Ji9hPbwIzji4ksl1HiySKGOguZOOnVA46ByUV1aWOI4LLS01OHVqE44e7cCJEwdw8uRD2LlzJw9efiR4WZOj5+7tbvTwoqifOvVxLRSULS4KIM/bfDYN8M7Bgw9oTAxKSsLOuOPjY3RIX6MT6lP8/Jc/x8effMyL/C3cuXsXUwxUulwGW7d30KG0BfsO7OQleg8OHdqHqqoyro+FOB3G8/MrDAZM4eyZC3jzzXdxhg6tu3cGsLYWR0N9JbZubkNTUzMq6ZjJ8MA/TeeKnND9A72UxRU6Rkpw8NABnDz1MLbSkeXjRSQSWYF+sm94aIR41hDmpWR1dYW8G6ADpAf9dCRXVVXj1KlTdJrvRZKXJ61jT/cAnUrjuEaH6LmzveR7kmtUC3+wGIsMzly/fovrPQmfPwB9+tsf8CMYDPHy7iHuIfQPDPFCXE25qYaXbXy+IA20wSqdhrOzs3SsDNAxNYeFxQUMDw/xQn8FU1OTMPwvmzF0POVYv8TgbJ9Tf+P6ZfT33aaT9BLx96CkNIj95KO+AbSTQZbjJw7j2ENHUFpRStmvcmS7f4COnNExJNZT3BfcSKcMerqH6cxbIR/K6XCvRk11A+t8nHcGLc1tePGF19Da0gnbeOjEi+AmHa3zdIhleYC1bQ9x5OiAoc7mAQVswuFiOpoXqRdLlIsc9SqGNA+3+obv3bvdzjoq6KkPIyR4Oe7t7afzapI8XGCfea7JKudSSlmyUd9EPayrxhgDIf39fffkdoXO8NvoYrDoNp3i4+NTWI8mQVGkrobYPwrZqQD5Dz0GkA1bpPNlcnICW7ZswnPPP8EAfzXXcAGjowM4e+49OhA/QGWZQUWZRdkqwY5tbTzcr+P2zVE6xC4yaDJAJ303eZeAAtnbtrVT9hqoK7vx6COPcW0ryedatLe3o66uBDnaRTl+FhYWcIdO4QHy/t133yXdXTDcqD086JaVleFLX3wF/92//Ba+9ttfwNe+9mXU1lWirr4a0o2x8Tn09feA3hjKchFu3rxF3R7CwOAAzp07j76+PuYHOY9l2to07esKpifnkE5mkc0aSJa7u7tpz9epnylsam+h43IrNm/bhM998SXs2L0NLk8eFy6exff/9nuc5wUsMii7Ssf66soKnXZrtLde2qoirvESikuC1NfdOH7iKHkaR4RB7XQ6TvxrtKiG65yg/lZSloII0HbK8bCwsIwhBt/0QRLwaWlpJs+HGFhcg/Qul4/i9ONH8I//+HfwxFOH8ezzJ/DQyX10Ur6Af/SHr5G/W+Bya03q6HTrRU9fD/lcTrqz5OVtB3cwUIZs2oW1lRS66aC62XUTcsqUlRXDpp0ZGR2m3vTj3IVeOu2XcPFyD1YpM146wEJFQezbvwuHjxxEa3sbFEy9St06cHAnTj1yBKcZvH355Zexd+9u7NnT4cjlr371Fv6ODtIf/uBXlJUm7ktF8OrbJK2bHKfxf//f/xM8+eQT8PHyN0k7WFdThfHRUfIkjIrKOuiDC5HIOhZo31YiCTrp3JT9JZw7cxUROuL6+4Zw9fI1ynISRaEg7UiQ9Hcjxb1ZgdTlSIz8izrruWsX19BlUTditPFlOHjwKLZs3g79HOb3//Y8bpAX589dhHRlenoZ/X0jOHP2JuoaWjE+PI3+3mHyrA99vQO4fOkazpw5B8uyOWYIgUAIDz/0CHVmGwPvDdBY4bAHcmJUVdbg2LE9pHsBP/3JLyjjPSyfx8pKBDt3NRM24wuff4FO5NP41h9+A9s2d+CJ0ztx6fxdvP/uewjzPHL08FEEfQHy1Dh44jxDDNJOyr40N7eioaGFzutJynwfXn/jDerfHWzfvh1PP/M09G2elpYW7N61G81NLRgfm0BfXz/1dAEuO4BM0sInH1zGx+9fQJxrvXPnHvIozT3LIEWHfEN9PWZnpjA3O4k7N6+gvDTo6F1jU72ja3e7+8n/KPL5BANDjejY3MR1i9MRWILFxQiGB8cQpu0PBMLUu2WUlBbTCZjFJ5/cxg9/+BPK2MeYXxqG7U7i6WeP4t0P3sLi8iRm5kbg9ubwyOljOPnIXgSCbgbs9uGFF5+EP+CiXsVgu3LweG0YOpK7btxyZLmvdxLBQCkG+8dx5/YgYQB/9Zc/wI9++DP8l//yPbz+K9qW63cY+HrP+Zb1X/31T3H+3FU0kod/8id/iHQqizHyqKqyFvv37cdjj5xATU050nQW6u/drTAofYNjDdFONdbWo8Rfjec8xQAAEABJREFUguaGZlTX1jDwCwSLEtxf2rC5o577Q448WEaKwYIi7vdVtdXYtrMFbl8ISZ4FG5saqLN5zsdCdHUWx47uhgLAs9MJaJ/85Mz73PtisN0JrnEJbXE5A0gn8cf/9HfQ0lSNf/Evvo7jxw6RB4b41rj3caxcHCXlQQbPxhAIhWhD3bBdPjQ3b6bOxPHWWx/j/NlrGKB8a79ZWFjC8kKE54dJ2uYiNDRWor6hjOecfZShzVyzecghMMoAYZa2es+eA5icmIFte7Fjxx5UVNQAeRtRni9lu0epv3Geh+pqmyg385S7HTxjLCGXjTH4m3HWZWE+6uhZV9d1yrPOhWkEgwF4vR7ksz6edytowxKYmYmz7zriqSj1+gomJ/soS2k8/Ohm7tm78M1vfxVf//3foowcx4EDW7BtWxU6O8tpGx+lDMbQuXkTcpk07ecq3C43beA4jh7bj/j6srN/WMZGZHEF6zwXr6zGuCc1o6SkAjkGA0zex7bH0Na+CbOLc/iI57Jq7jdL1NsbDLRMzy8hzMBeZ8dWAB4EfCWor6uhXq9j5469DJxUYnRkgrp4i/Ie5dwSePLpE2hsLiN+cB2fwjPPPw0/I6x1Nc3oaO/kvMMIBiowMjSN7VsOYTPB4ylnIHfd0VV9Y3hqctXR4anxSfh4xi4qKsLNW708D83zXHaTNnIdzzx1kratGfOLk6T7HG7dGiLcwBDP72Njy2jkGnd0NFNmYkjxzN3e0Yo9e0lzURltbQQR3kumpyNw8T40ce9DBfFYjPRZnIeF4qIwZSnCtkuIrq6j5+4g6uuaEGHQ/r0Pr8F2+3mOKiZfs7h04QqyHKO0tAhujxuSkaWFNHHZ+Df/21/irTc/QHVlM6Yml9HTM+jYktWVGHWulvalHAvcF+fm5lFSXIyHTjyG82duQx+syvEOdvzkXpSWu2jjdlKP3I6OmpyF9tYGVJVXck8opnytcv2zGBxewvDoIu2Il2fBG6iursDi0hzXIgObQYEkA20Z7o2V5TVct0nK2ixWuX+MDk+Qthnav3m46LSTzdfdLhZb53hZnnXHcPHiNfIjht07D7JdBE889jh1P8S5ZDExuoxU2oshBnQXKGsu3r8SdG6XV1SSrhgmJmdhbDftZRFydGb09PRQdteRzWZI3xL34X7o3qhz5CLvMDrH1dMmz8/PwMegJNUGk1PdWFwedeQ+lVlDB8/75eV1GB+fxtzCPLZs34qWTW0MnlbiyqW7QM6LpZU12t0YacjhNuVjeGSMQTQPEqlVnk1qqC9e/N7Xv4h/+t98Bb/1pRcxOTOI5dUZJ/UH8qisDtLeN6OeNrCYa1Nf14zGxk08iy/THgdQXFKNmdkIfv6Lt/HmO+/yLLgJX/7t30IzA/XHHjqIvfu3I1zsx9DAJIb6J3mmLub5IET79CZ++pMfYtuOOjQ1V5P2djz21AGu8T5s3dLJvbUd5TyvbOnoxOrSIm5cu45f/vJ1ylMAzc3tmJ1dwkD/MOXPj/Lyckc+kXchSpmy6PEJ0yZmaMtjDHQF/MXUoRIGABe5r49yzTy0Nwnk2D7HoJuxXJTxZQLlr6gU5WVV6L7Tixu8w8RjCRi48dDDj+PoiROYnl1GUUkxzp69gPff/wiPnn4K0/Pk8XICS6tJrKdymOT9ZSW6hlUGq3v6uxEMGlRWFNNmRB15Hx0b51rcxsLSEJ5+dheaWgOorQnxDLPKc2ke4xNLuHGzD8Njc0y70NFZi//HP/smHuEeVU/bpA9LrtEOR3guzee4f2fyiPFeNst7iIK0FRUhytIq+VSNO3cuoaa2lDazGSWlHq6Xl3uXD8VlpYhybtm0BZ0X25q3IZFcIV/n0NDQAP1ZnkCgCM1c6/6+OZ6/7lLPbZ6l3bh65S7p9GBqOoKlpSjlbwYh7vtVlRU8NxRjjvdZL21WIsXzL/fLOO81c9x/LvMMV0v7MTu3SJtawr1/jvoyiYGhcaytJigbVXj5xZewf98enrOOcd/ppIxWEmcRqspK0FzfiGtXrnL/z9C2RylXQegO/+RTT7H9IdiWG/qQ4Pp6gm2y5EEWWfJGPEpzXXTOBFwsz8CmLjo+CPYxxoIxhmAB2Ejdbi9s24ZFH49AeYExBnry+Tykx0pVLlsh8DDApzTDAEXynp9KviqdK9Re5dks6SLovRCc1BhutxsCL30jLu5jKpPPKcW7fDqd4nhZhx6Xy8V2XlicQ5b0JnifTFLWtW+LNuHVGCmOLxrSrEvTNieJR++qK4AxBolEAqJRZRrTEGc+R0zUIwMLNvXDxbFEl+gD72usgkV7qj6ak2hykeYczw6yYRkGZFOpDM9vaeJOEjRGkrxPcZ/MIoc8HdtZJDmvdfrUEqJV9DGgFuMeFOedPE7dXU+sO300B40jWgWFd5Upr3kp1Vp4vV64yCPNxaEXgOgUqL0xxrEbaicotFV75dXHz7uQ6oTPGEN+e2CM4RrkHBAN0WiUmAH1UyZLW76xVmm9OmCMceqFV6C2xhgHl941lkByo/FUZozhOTvvjGOMxnZD9bZlO+XC4bxTPsHHZiocFttqfuKD+CHQO5s4NBhjlHV4oTOh6rKUQxWqv8YXiAbh9/G+FgqHnDE1L7UH103jC9RPa6T1Ur1w5bi3aXy9CyRXaqNU74KCzti2i3x1O2sRDAa5N4YQCASg+ahNjkKoNM8x88wbCzBWHvLFZnPksclznW0Hh+g3xkCP6HyQBuVFm8oLoHfRqrlqzpqvcOhd4yvVuzEGhT5K89R7gfo/OBeVCVQuvAK9q4/yoktgjIF4J/wF0DgaX/wWLSoHH62f+JamHhlY3Pu8cLu80HkWVECtYQG3Mcbhm4ty7+bZw01bspF3U3YEHp7pvA6vQ9wbi3ieLC4uhviu+YpWtRcdwqk1lYwXQHNVOfiIfoGLcqd+KleqMo0rHAJjjCPD4oHmIhwbayHjQkTIUxYz9FvHeD5ZIazSTqw79khtBYXx1X8DUljnvVhB5zjPZiner3L0vWmMDdxZR16FXfRobsYyjr4ZYyD6BJqrQPVqVwDVeWk/lApUb4wRuvs4jDFO3kX7pzayFeKpUuEUP0Sr6BFdD8qE6grv4pnec4wrKNW7QIPpXf2FRzzI0H6rnyCXyzlzVBu1L4DqBLl7MloofzBVnwKoXGMVUvFA830QjDFq4oyndg+CU8H/GbPRxhjj8MUYw1I4fTSWaMpwP1Teqbj3P2PM/fYP4lU7gfaRe03/XvJZ+41xnHfuPeoncN4f4MNvlgmh6BKo7kFQX5ULVG6MYXNzn1ZjHsxbTrl4Jv49CLZlQe/GGEc3C3ljHuz/WV71wiMZUqp3Y8x9PoouTolaQ4vIjN7xwKP3AojuAjxYpjlpLSRbAuWz3Ley3AfUXm2V3yjPOvqrskKd8g+ChjfULxolWDZ5QaBp2qCR/zfGOHPXnKQrBZB9UJn1AI8KeaXGbPAFfArj/V/RwGbOP7VVO8lOYR4Z6o4qjTFKHH5+Vpfh/S5NO1SYK5z1FA34jUfdjTFOvaqM2cgb81mqfsYYVUP5fwi0tgLVGbPRVh0sY8x9ZhUYZMxGA00sQyXSoumwlOJhSZMAn/8fZf8BJdmVZImB9/3v2j3cPbTWIiO1TqRCJoCE1oXSWrXu4YjmTA85h3N4dvfwnOWShxwulzPDnu4ZtizVXVUogYIWCZECqUVorXV4RHiEa/e990c6kFXdVB+w/P8/Yc+ePTN79szcPYRIjJXh8ng9ALvIaMh4pOlgOW3vMzLgVaCyCJ/qdBfTdFe/rcQWHbeUwxiNW8QvmgQi3pjfFMwCsQLGAizb0NDacHtccLlt2DSUtm3DGENG550NVe+iWbgLdBqy2QwKpNEykCwRLFDG6SxqHBcAD2B8cLuCDB4ZZJMZqLSirATdPAjvYRC/vbWWiVE/gv4CrMImfO4Mqsq9KI+6GFDKwedJwe/NwGsnkUvGkE3FGPxcQY4Hn3xqAyabhNvK8SBSguqqCqTpmArypEuB3DEGVvT30xZ52E6S/xubW7hztwcXL17A9evXMTU1g/W1dWcD02bu5mbs44EgxUCADkUDff1YmF9w2iwzEZKi06uf6NS3TwU1PCx5vR7yJ0McCR6uVhBnsMXLDUnrvrjIAyoDjF1dzXj66TOEx9Dd3e3IjBz8cQY0L126jGukpYcJyr7+PsSY2KSOoaKyHG6uxczsGA+YA5iaGcDY+F1cuvIuZmcXGQhZgL6l+N577+HSpY8596xzCPQwODQ/v4iZmUWnbJ709w9wHouzWFtfJZ2bDH4uYHRsmP0+YpDqBlZjKzzgBaHEcQeTCOU8bOYoh0nyK+D1o7mhCQEm/ULBEHSo8Hl95HmUibUGHDywCydPHcHJk4eYAN3JgF8HDh1sQ31DtXPom52dZsBrEcZlkM6leeCLw3CCHZ2dTDI8gTNnzqBrR5cje3MLs+jrv0MaN1BVXUZcB3DkKHHVhwBjQ9/YWl1NMHi3zMDAAmZn4qSrBMeP7WfA8Wt49ulHGOTrQGNjlAdcLw/pFfB53MSXJC/SWGOQeIIJRK2RdKeuthaab5pOiUX8Hh7klFzcjG/R8QpA6yjDpINRRUUV2lo74HIFeUifxhUeqmdmF1BdE8aunV2oqqpHOFzONQvSgfOT1jj5vOboxAIDZZOTk9BajIyO480338GNG7epdx4EgiVI8PA0NTnHdVgHYCFMR6+ppZnJ3wfIm27UMrAULY1CgUXbsqiXcHjf0tTqtLfJ266uVijhEwy50NN7B5vxNVRURNHUVMdNIYutzQ3EVpZ4gB+BgsE5HrQ9bh+qq6mDnNs0A14fvH8Dr7/2IX7641fxw+//DB9fusMD/DCGhyZRFq2By/bh7p1+fP/7f4uf/PhnXIcBBhdu4v33L6K3ZxCRSDmhgrI5z7mvUgZnKWcT1I88gxQtXIcMbNuDegYGvvqVb3DNfoty8yD27N7Pw0QJ9DOdI8PjWJ5bQJr0xRMpHjhzqKiq4Txd7J9FTXU97xnSNIosHcmqqjosMEDx2qvvk46P8PJPf4XBwTH4KKNKXr7BZM3165Tx1VUGjJYxOzvLdfWhvb2d+lLJ9W8lDcew/+BuBs9KyfsAA7ztaGmp55g59uFcGNDyUI46Oytx6tQJSPf1DdeOtg7ON4rlpWWuieGar+HOnV786tU3cOPmLeR54Hn40Yfw5a8+ywTJaYTDQc7fRk1NNflRD8uAc76LhcUFrlMj6imP+mBDb+8tBpfWWD7F5GSMwaB21NSGSPsEgzdjtPUJ9q9FbC3l2BxDPKurm9SdKQaU70LJpBvXb1LXtrCjqxtnzzzE+07a0gDbxzA3N4/xqUnMUi5LoqUwboOxqUHU1JTh8JF9DJ6dwH4m5kTL0tIcZmYnOa+b8HhdCJUEkKXdXWXy9M2338K1a1fJj1ZkcxmEQkFUVVbikUdO0ZY0Ynl52ZGvrg4Gq5JZ6uwog7aLmJ9b5oJwmKEAABAASURBVH2O8m/BxeQo1Q5799fjsccfRHVNCTz+LPTNKpgkgwkJZ71sy4fEZo56Vocnn3wK0UgNeTdPPo9gayuDKspFX+8Izr9/GZOTi5TVIIOGpCkYRXNTE5NHY1AQ7rHHzuHwscNwed0oqwxStsoRjpSyzyRmZmZhMxl59IGDePiRkwxilzAwlSANKc6xnUHyYcrY+3C7PXjuuRc51zpsKIiYyEF/U3fP3v2Und1oae2Ei7p1/dpNvPvOexgdHUNlRQVaW9ugAHU9A3ZudwDrGxm89/7HeOvtDzAxOc/1TADGh+WlddqXu3jzjfcRY9Df6/Zi544WJ0EaIa1e2nhjDLp3duIzn3mYvK7G5UsX8Lc/+jtc/fgW5qanGeCeArdGlIXK8OhD5/Cv/otvoL66AfUM6C0urEB2LhgIwsVk3c9+9gvcujUFA3ANA5xvGvW0OZsbaWxwP0sz+SYb1tc3AIHk/bnnnsEf//Ef4rvf/QZmybdLl25CQaQjhw8yIXiMa5yFEGYzOQZyJ/F3f/cTJvr+BHdu3UEjcZ88fhIPnd2PfXt24+iRo3ju2Wfx7W99B9XU9TgDNT4GM/z6xtO713Hho4uoq63DgQOHuEbTyDFY5ed+tLqyCMmYAha27cJV7qOjTHTRLJDuJG24D7aVxG3u+Y8++Qi++NUvIsb5rKxsMGA8iLGxabQyAJ9mwK2d98bmRri9AchGZDIprtuIw4+vfu1pfOmLT2H//k68+95r1KFFKFHTUFfn6O3BAwewsrrMRF8cZRVliEbDeIAJ+Zc++yBCJRHsP7QPc0wMzHAvfve9yzCWje/99U9w8cINBq37MTG2gIX5Ddy6fROLS5OwXFkcOLgL+oboUcpqPp/FxmYKTz5xhnJ5FuceOYd8JojkZgHppI18zo0D+5mY6tpNPe+gPqSpG0Po7t5Jnn4G7W1N5IUfy5y310v98pbiL//ydfyb/+l7+OlPXsPNazcQ9kfQ2rSLycBVTIxOEyelgX5eO2VWges57uPpVJzJGy/lMEh5b8SRY12wXUnSW8DS8ipu3VnCyPg88paXetkDJTPEy7feeRMDA7dw+cp5rt+go5ubpH1xfgsLsym88vPL+LP/9Rf43/7sZUxNDOBmz88RrpwijxuZRBlG9842nDx9lEm6WtrFdUxMjCDKZINN27Fz9x7Mzi1hijrfc3ccPk8VUgk3ZcRNnY5xr8gy2bSEIG1TbW0FYmtzlPkUebsfZeUeHD+5n3bnDJqbG1BF2dPP+b3OxEggUEZ7NYDSaBRlpVG8/8FFvPn2DcrxFbRx7ygvr8DE1ATnDyRS60y6NHDdA/jWd07jd//gS9i1tx7duxqhX4GIM0Aq3yuR3IKPATNyFrMz0/D6C/jGtz+D3/39r+Ps2aPcD7+EP/rn38DJs904eLgD8wtD9Kdj3LO5H2zOwrbjOPvQPupXJ/3jLMe2MT05AenmAnlQ5cieHwkmTtfXY7Q1Mfzxv/htPPHkScruDuRyG2hra6GvF0KGye/V2BYW5mLo7x1AW0srlLAYHJpCIhnH/PwcNpi0EO1LSyvUsxjXbgHrTCzGN1LouTuEix9JN68xqd7OPfcuNuMruHP3Km7eGITPF8D4xCx+8cvXMMDETz9th/PT2O9exspyHKFgOf7X//VvcPf2EEL+EiDvxt987xdOIqyuvoHJxyakUwU08PnYsYP4wkufYRLVRfmcw+bmOkIBD44e3ofamkp88YvPooYJGX34q6N9B848fAgV1dWYmZ1Dc0sLKivLEC6JIhgMk84RwDJQ0qSsMoQN2poMA3bLK6uOn+Rx56gzX0X3jg76i6u4dfM2aTMoi1ZgjXvsOn3Dzq4myk4VSojT7fYhzATt/NwiKiuq8Yufv+okRPVtwZqqNpZF0d83i3nyOblp0x80cD7wODKMjy58DH2g0uZZS78a0N/fzz1mgucc0rVWwF3arampYTS1VCJX2ODe3IkHzx5HPZN7DYTqyhrydhhgYmxwcBwt1NWamhpov9hY3+BZZJN676MfsI4kzy627eUcEjz79PBMMYt9ew8iymT5AmkfH5tESShCv2qEup9HU3MzebOJpqYW8raeelBBf7IGw8MTePfd2/jZz97A67+6isX5JJODF7kucepVmLKXgdvj5ZmvgFgsBp2DAoEQk2LdDn0FuDE/Pwt98LPAM22BNqapqREej4fr/7cYIV+0Nh9++CHl3cB2Fbhmt9DUWI6V2CRm54dRVulD/2Afbt/qp+1xY+fuLqxvxnD1xjWOs4v8TXF/K+B2zx1UVDVS9h8GXX/cunsXs0vjtFt7aQ/CmJ9b41zO4+KFy7jAc9i+/fuIqxuNTXXUqWkEAi6JCmamZmmz3CgweTdH32UrkYHNPdlwH16OrWLnrk688foV/C//7j/iv/v//Hva8RtI8HwK7j1VNaXkhYXTJ89CvzLx+OPn8Ad/+Fv46tdfwukHDzKpsop8IY662ij0gcih4T7MzEzSR5uivHocOdy/fxflLYAHHtiDsdFJ2vg91M04ZWfV2atXV9apw/3IMYFXS1nft7uDZ4lF+ldZjI6P0ofOI8M9Ip0xPMumSI+LW7NNHmUwODjiyElsdQNT9BvmeXb0eELU3wjnXMIk7hv4N//m32Kwf4SyXIl33jpPeSjD22/fwo9/8jIq6O+trceR4zrG40nUck9sbGlCeVUYu/a0oL29Ent2t+Lgvp0IhSphuavxV393A//2T97En/3pL+nTuShvNs8R17jfjpEPdVheilH3NrG+sYarVy/hlVd+ju//4IdYoj9pDKCYh4LpaQbBMrCYxM1y783yvoWa2nIc5N4ZLQ2grb0Bc/OT3FNnceTIYSzRrxplQn1hYQEJxkwKjHyVRstpVyzKeRP5HYTtMvAHvJTvn+LOnWH6QdXwuEMIBcrw8cd3adOWKNNuymsIbW3dPI/UYWF+ibK0iEAggGw2zbsP3bt2cl2Jt7kN+bzNuaTI61GkM0CEY7bSTm2QX4mtHOKbGer9OM4zSb0a28Avf/k6bcYg9/EtntXGUEUeexlTKCurYN8QFpfnkaaNnhgdQZaxigKTpT76Q2oj31S8sS030rRrAtt2wbJsGGOT9gzPKavUvxjkZ23zMse9Icf2aZ4t0s4zeLndbuq069eBuGzaK8uyoFiTIM+1F+hZ5ao3xkB3D/UavFQnULsc1y3L2Jie7wfVpxjDKRSycLtdznpEImHy2gMX392kx0M+eBincvPdx6S1l/EXGIvyTfrp+KUJPDpC94zzXCCdeWdu6UzGkdMUY0EJJlH1rudN7s8bGxvcVzaRYlwrzQCrA6RRbdJsn+bCKRZQyAM5+p/pVAYul/jjhuH4XtIVDAa59gHaXD9CTNr4/X6o3MuzqI/PbreXPHE7oP0xGJCeBeDhHFycj0vz45zILtIsuguUnTyK/DLGOO9p0qN10z1LGrPkZ4Z3zUkfoJCtF90qF3/VRnfxzM0xtC4q07wFW0zcaky1ERhjSKPt0ABeam9bllOmZ62p1jl5L9nLJlwvtwPGGIfeFPebBGVTfF3l2TsWiznyrHE1H9Gueo0tUHuVSwYEei621Vgu8ke0G7ONX/WiVW0E99Mgnhfbqo3wOTgY33MRbNuCMeJlgfqapS3dcED0CJdwq08R56f4tmVe9bJ3GsPHc4rH46YsuBz+iDfbY9hOmd7V30X6LfKwOG+NJRD/BUUeiF6b+uWmbOkuGlSmtqJNOGzbIo+zSNHeJ9NbyFBm8wres9ztcUNjijabeNRf/Yrz0V30q0y06C78aqf2xb7GGIdHKhNYpF13zUVz1l19hM+Y7bbF9zyVRGMIr/BrHPkBela57gL1VR9jtvsLv+gWbo3hoR+hsiKeYh/LsuH1+WG7PDCWizO3yAPpeIZ6nnHWtDie+ggkX+Lz2toaiqA2FuelMW3ySusmnVWytVhmjMH9l2g2xsDD9fHQtqmP+hbbqF5z1F31XtoF3dXGGOPolOoAQ33xOPZC+4baiBZjtsfTs/qAl9rfD+KHaE9sJbgXppBKEqhv4nOWsqA6yZPmKb0r2nnVF2kTPuHRu/iju/oJ9Kx6YwxEB3gV2+quOt3vBzZx5F98c1PWNR/3PVsjHOKT3nXXuzEGxhjKce4TED7hUb3mrjtgHJunMf/PAPcuooUxxnkzxjjPxmzfnUL+Y4zhv3DWQ+P+JmgsjS8wxjg4nA73/lG9wOlXKDilxmy3M+bv39XAaXvfXqn+Kjdmu73GEhijd9VsgzF6F/z6+/Yb50ANKD4bY5w5Fd91N2a7bHu8bVpVfj8YI/zb7Yrlai950LueBZKNvw9ZZ400P9XpnidP1L7YV3djjG4OLzVPrbEx22WagtoL1KhYL3kpypKLcqU+qjPGfIJH7yq/H+4vEw7VqcyY7X4aQ2OJVsm/5in90HOO+7/u+kCiynPcX7ch/8k81S/P84vK1VbtBM4z92Ltv/qwVDJN3WQuxbHRXHtjjIZ21kjjC4wxzlyMMU6dMeaTd9FcBENb5TTgP8Zst+EjYPg/39VO8yyC3lmM37yMMTDmU1C96CjORXPQuzH3tzFq9mugNirQPc+5CYRD9/tBbYpgjPlkbNEnMMbA+WZqsZMQCoRMd/DSpGRAfDSo2hxkWIsLa8y24Kq/zeSlHEO1LW6ilrE+MU7qK4NbUlLiOJgSLuHWWAKN95vA4X9twdROYwlUp0lYDCrkmXjUzw9qs9aGU2Sk2gtIJTcOg5KgB+GQGz5PHnYhyWDeBnKZdSCfgP42ZqGQ4+bgcjZyl4yoywWLgWnLAg/3Ng8jHgQDbkTDftTVRNHYUIHW5mq0NlWhlcGC7u5G1DFhUF3hZdssSsOGdVE01YdRWx1CWcSGm4fT1eVpBpCGsL46Txq2CEkuBJWZwXyfz4P19TXMzc0xEHEXly5ewg0mUq5fu4Hevj7cuHkTE0xqbdLJ44o6zt0iEwqDAwOYnpqG/jZMnE61wNAhqOEhJhIKIZNMY3VlBZMTE84hzONx0VkO8sDpJSsLEC/D4RKUlkbp4KQcvEtMviqBpg2toqIC1dVVqKmpdTZPrbPWUAHiqsoqJLaSDIpMOIetoaERJiiuQ8nVeSYXDSw6+QlumGl4GeiNrcaxvLzGeaZYZsO2faitrUcLg0YVFVUA24fDETQ2NvIg28LDeCfHrUQw6IPHa8HtNYiWliDIA6O++ZnLplAg77bi64itrjAoMoXxsREMDPTiytXLTDxfxM2bNxFj0MDrdfMA2caERxX0k0sWo/X5fBIV5SEcOrQHjz1+moGFFpRVlMBLHlHEudnT6UvleDD3kj8MCuVcDFSs4drVO0xMXOZc72JsbMY5kKZpdKLRCHx+D1w81HZ1d+Cll57Gt7/9OXztq0/i2Wcewde/9gyDyl3o6qpCV6fm6WXQZ4pr0wub8lFVQVoOdqK9rQrRSAj6oMEKA2UpHn7C4ShpKCduL2Vo4booAAAQAElEQVStgYnYIFZXYwxezGCcSdZLFy8zmDOK/v5hjPPQLQOvg6mLjpOXsqVEemNDPUrCATpvgM/r5Tx95M0mRsemGPT/GNev3cL84irSmTyS6RzrA1yDXahnQlrJho3NBAOpG05QK02+2JYblu2hPEWINwLpoT69vbCw5DgZDY0NDPzVAwULd+5S/ug0lTFQsEz5WliYZzlQVlaJjfV1tqvFk4+fw9NPnENjQx0DgGEGu2aZwLgJrW0Zk+QtzU1oaWWAsaqSMrSOi5cuMkA2xLGydDJj5OMClpe2KFsu2FaAa1vB4M1ebiIWBhkUddk+1DMhE46U02m1GNxaYbB6HYlkAUoOXbx4Db29IxhjcC7LU20bE9DRSBl1coEy4KHaucnvBQZOOBcmSwcZzBkeHmVgJ0s5rUVjYwu0TpcvX8PU1DxtQRSDA+MMnPUR5wzmZldQVlqFaibPXJaPgdzdTKafxKkTD6CitBJpHnpt28U19qC6qhq11Lna6joGIBtQUVGJ3bv3oqqqCuvrMeIf51zn4fW5KE/t2LGjEwcP7WcwrWF7HcZGua7D8HhdOEH8h5kokp1doS3QYXZgcADvvP0uhkdmcPv2OO3NVcr1Dc5tlnYgi0ikdPtT/Ew69rNtLQPDdQw2Zenw6pvmz7/wHNesHm7ayamJMdy8dZ126xbm5ycYkLuMwaE78PoBfbv4q9/4HAOpJ1FeEYU+cKFkze/8zueYCD6Ow4cPo6OjEW0dddSFTSZNVhBjUGaL/N1Y30J8LQ6XcdGGhxFk4PrKlWsMkr3LMe4gthZDnsGL5tYG7Nm3AzVMOExNj8F2F9DSRpztLaioLEdbZzt8fi/luMEBJdkqKytQYEAqRd3Sz/L09PRTt5fRPzDCpMOvyJNe3L0z4Kx5MpHn+OXw+yLk+TqDOgUGiappNw7j4YfO4qGHTzPA6WKCYhizTN729fZSZuN4751L+E9Msty5OcWk0yreP3+JAcv/mUGtKbjsHMrLvJSdLQxTjnbv3I9ISQVOnDyDnfv2ImNnmTCeQSGbQ1V5OYA85f0CFhZnEYkAR44epNznMc9g8sGDR1BVXYMPP7hAe7uBjfgSahior6iowPT0LMf9CK8zYf/m6x/if/vf/hY3rt/Bzu795GcZkzc2aV5lcCqNSSZFX/3Vm0xW/YBzH6Qsl8Hj9sFte5iA6MUvfvZzXPqINMwuwOctoZ0fxNVrt5lg2ECIibfaukYcOXYc/91////CF7/0Gezdu4dr20Hc6ww65jAyNIbJ8WkG09KYHp/CGPeLytJyxJbWYOUK8MEgsbqFzeUtTI5MY3xkCmuxTSYt+ihfd5GnA/jii5/BC88/zcBzOz73+ec5zos4dqybAbZF2sMV7lE+2vwbiK0tMynXj5s3btJWliASLuWa1XDtMoDJY2MjhrW1VeLtRzQSpB2qwu5de1HJfeirX30Kxx84gUAwRLwxXL8xRtvYg//p3/wVbf5tzDNoe/LEafJrBn1MIty+fRtlTFC9+OJL+OY3vwZ961SHQLc7j1AojC0eHEV7R0cX9bOJybNJLCzMoba2komsZgbT1zA1O4O33yFvlzawg7Jw/Pg+GO4jZ84eQnxzg8mLCxgcHKaNHyP9Nty066lUGq1trSgJBzlOALv3dmNjM45Lly9BH5iYmBgnT5bw/ofvUuaGsWt3G377d75Mva3ECAPfVz++SNs2BX3LfXMziXnS9Pqbb6KP+2ckGsWzzz3CdQ5j585jqK/twmbcwvx0FuOjCUyOJjE+somhnkVkEl7OYyd5u4m+vjvUzdv4yY/fYwD3Y6wzAfzgg0coY/NMXLzCBFM9Tp86g1jM4j4exZWPx8jPVep9HCjYqGBS7fHHTqOmopS+Wg6lJSXYoD14+5338ctfvE594X7sNjh29ADa29thTA43b/fj5Z+9gWQqwbI2yt0O6ANP17j2kWgp7SltKoAc95+RwV4sL08xWN6AuuYosrk0PN4QDOsjZbVc0wXuaV5Mz8wixoRcW3sL16yBQe792Ld/L2obQjj7yAOIRqswOryFN345jZsfL2F0aA0trU3cf5dw+9ZF2vKk88Gjt995i/SvoZr+2MEDBwFjEyxHtvRBFH1LdHxiCSNDq+jtmcJW3MbQQMzxVUo4d/mxvb09pNHg6LE93LtXECm1UVkZpE5tYWJ8mHLeg95bvWiobUY8nnZku7wyTFn9EAPDoyi4y9j3MMcFRphszvLwoJcaJq9mZ+chHQuXlNKexOHzZbifVOHLX3ma823B3v21OHZyPzKFNNIM6G4lEnDZBTz77CHa8yx++vJf4fKFC9AHfwYGe9i+FRvxOY63i7y4Sbm00NZai+amcsTXZ6lP45STVfrG1dRncG28bBOkLbaQ2MrQJlZy7p1YXZkH47toaIxgZXUMXl8ebtLW3FLHNcvi4sUertUyLO7zm1sp/Mf/+H1UVLpJfx61NaW0a5v0sRq4l8XJaw95sooJ8vnSxeu0ByGU0F5FIpX0L+5Qlg7BWFnKeSfXsII8TOKjj65hhb5XMOgBkHU+zLebiSedCQIBH8rLw1hmoLVgLK7BKu3DKvfkTbz1+m388PuvU79j0H6eTKzDslyU8yGOG+H6puClTS0UCkyQLOPalRvUiSYY46ffNoshJhZ77g5yLYCx0SnEYnHuydP44Q9fgb7FWEp5ll8eDASJn2vC/TjP9VxnUii+sckEzwoeOXsCTQ01WKe/vUn983A8GhO4XB72SUE/KX3x8k2uXzV2dO9kousBrnkbfdRn6DttIVjihf4OZiKZp/6XMHm5zLUIwk9bFqGf4gsFUVdfiRt3erGZ3GCQP4WuHV1oamrB8y98ifqcwPe/dwPr624MDM7R9xvEUmwelTUluNs/iCnaz1C0EomcD6ubebR1dSIWn0Vtk41z546jo7WV+34S+tBRHh6k6I96giFMzizCxaRP2nhx/Xo/bjOZvb6aQHm4GvOTK0htupHgXr28ugQ3z3F79uzmPliOPXva8cDRvTj74AkcPrgDroIfFdTfgd45ylkWKHho2xJobKilbFsIMmGUoF8wOTNF2xznHneD8rPJtYvhmacfoa2rRUN9FO3t1fQdl2HbedSTHz6fnzI5zjNGJeqJy+22oITg3Pw0du/pxG7a39/7/W/jhRcfp/xEsbiUwIfcT7eS6/D53ZRBg84djdTtOvhCIbzD/eCP/+X/gtu3htHS1oZvfOvLPKN0UB5dlP/biEaakEx68fZb1ymvN7jX9eLmtR60t3SinP5bWTiK1cUYlhdXKNObWI9vYm0jgaGxcfQPDSIcDSNcEqZfY3GPDyCZymN4cMKx2zpnVVVF8RmeYWJr8zj/3hsYGxugzM7AsjMIR7ycZwnlA2hqqsSLLzyF7q526nEGtXWVHG+VMrTAc9gF7lGNaGtvRS5rmBDdwtraOm7duokP3v8QoWAYShY2NNYgm42jrNKLhuZy3O29g/7BSdqSOOmM8p5EnvtDMplDLmfT9lmcfxn5nyK/qrFJf7G2oR6rq+vo7t6LJZ4zK3g+dbtdKCsr51nsC6imj3To8H4cP9FGmbWwf5/8kyaWVyBU4qHsbFFm11GgnxHjmVFnaSVdkqktXLhwkefwfnz7O5/F4SOnMTmRol/Vh8GBeeTTLp6zM6iqqnDm7vVatHFu7Np1koncSYSDJdx76HfkDGzjom1YIB9WqY8FRMMBNLdUMGm7i/vSAu3zIEbHBmnvXNhKxHHho6s4/+5lWJYbUZ5bCrBozwKccxRuT5579jhS9C9WmaxdX+NaLy9y/u2oqwvSP92NJ5983NF5N/VhI55CgbKey9iYnlpAhutN04E1zlUfvK6triX91YhvxZHNZbl/3EBsfRPVtQ1c7zLU8QwwNDIKGBurKxso5N0o557p90fp70+ivaObNqUcbp4tF5eXuGd5keGZJh7fYN862scp1DfWYYM+is4g62sbnOs41zNH+2cg/ZFddmIwtoeyFaJ8RHkPwsvDhOq9xO1izCnN83YikYTu2iMz3JtSTGbK15LvJfzp7cQd9Kz6POMixhiIF9tj2M644CV7LLBo4I0xLAH0XijonuN7nmsAtgevAuvykN3V2Io7pRl4NLZBnrGkTDaDFN81boFjZvkuGcpkEk4/Ywxs24LH46Zd9XMvCjp3H8/pghDta6iEcw+VsE73AHTOAnErNuFiX+HVPPy0h26Ph/Kcd/goekRXAfzPkHbLoHAPwH4WeWcz+ZLjwm/TnabcJ8mjFDKZLLLZHCH7Ca4M5UBtlaDNci7C4fzkL4O0WUKOfrsxNnnjguHd5XZB+I0xMMY4z6JT4HKpzXY5eBXI3CyDt6LXGEMcFnRpDoI864mEMwGS9HXFUyVdta6qt7hWHs5dd+FWX62zcOpdbfQsHGoj0JiSoQD3T/U1hvzROOwsutUvQJ6GaH/D4TD5XwK/PwDRzyZEZZxn4VBb9SmQlxpLuI0xzpz1rLFT9DklB6JZtBXbqV6gd9WpnZ4F4ofqjNnmld6LbdROeLmyDr9El2XblKsC1y8DtROojXDpfv+7MaSPfBN+4c1yvYt0ZbkW4omPSVbNTfVqRyqcsfxMqmveGlP1mnuRp8KheSboH4pGjQ1exhjqtc/hicqyHM8YQ9n3wO1yU18KbLX9v9Y7y5iu5CvPVbcpq0qwaiyNqbE0b9GVJa1F0LhKNm4xsa7n4viiXW01rngg2gSiVXUa1RjjzE24+ch9JU/Zzzr8VJlAODSW8Oh5G3LQvYhHdcUxtu1PwtEj8DJmW8aEQ7SpnZ7VV/jFc4/XB8t2UY9B25FFOpNzngEDF/mkNRHvwUvjbjDWu864meard81JcxN+4WUzGMOVI+hdoDJOjPMjbuqu+qnMon3QWrqon6JFYxXfxfdimdZfdSozZhu32um9CMKhORljoLtAZUUcmoNA7dkEhmODl+jLc9/loyMraqPxhF+81fyKIN7lqXP3g/oV39VeIJzF8YVH72pnzDbtxmyvi8oE6l9so3djttupXGPev27CpzlpHnoWaKwiGKO+lrMGwlUE4f9NEH6V6Z6lfmQp23pWmfoZYyC84KWy++dWHJdVzv/FOrUTOIX8xxjR8+vwqeZRq+7ZQDZ1/jem2BbOHIwxDg1FOozZrte7wJjtd2N03563MQafXsbB8+k7nHeWfoLXGOM8G8PS+0D4Bcb8erkxv97+/jbii0D8EC91L/LDGOPopuQpTf9E/Fb9/aA+edki6kmxXGV6vh+PMQbg/+Cl8mIbtdOzQPWiTfRIFyQzuqtMoHKByu6/G/OpfBbbqU2xv9oKVGeMgTGGVAhA68lH/i+atiHv2KsiXQXu5cYYh9/qLzDG3MMBp6344vBIvhX9LdmWNH0qJWrzktF7vMnzrnkWKENFwG9erCsWqc0n7anzeheo3phtGor0qOz/Chiz3U94Pp1jgeZuG4o4jDHFR9Z9ypNiH9GlDVQ9NQAAEABJREFUZ0HxWff7QWMIhMgYA0uMuh/A65NFsraVgUXO/+ooEEL10UCarNoLfNxkZViKC6s6gTHbwqA+WggtjHAIqerVXmCM+bXFU1uB2musYns3HbVtcMO2XGQGnI1Bi+lmUD8U9CIa9qGCCZvyqBeVpW5URA0qowXUVlhobwqyPg2PtY6SQB7hkMUgq5tBZcDlysAySQoTHV4k4Pfl4fVmWJ5CJOJGJOxGfGMR/b1Mbt69isW5cToDGQT9QD4b44F1lEFllSVQHuUhg1AWcaGuugTtrdXY0d6IxtoyVFdEEA544edB20co44HWQ9qzdL4TW5scY8NRdIefLhcPdxtQclNOpBy8ah546hsaUcbgbSUPh11d3ajl3c0NNyFngs6MmwenIB3yRrbrYMBx987dTmKpwA1oS22SCTpeaQRDfshhBK81HsRuMyj88ccfQ23KGcDv6upCc3MzsnSyZ2ZmeHBNoqp2F4LhRiyuZHkoX2aIP4SysioeHPfisUcfR2trO7YYmF1jEKiqqg5HDh9He1sXA0klTjKwm0mfP/pnf4jvfverePihh1BbW8eA7jxu3rzFea6gurqSh/M6GAvOIa+Gidza2moo0FHH5614jIHZCaR5wNV65/NpBhi1bjkkk5vY4gE0Ho/zOcvnTaxvxLimeTp0XsqMgdfthviUSm5hc5PrtjzL+xoPbC7Uc5woHWi322ZQKc11yOn8QrlwwWV5KA8BrMeSDCrE0de/wMPhImleRTRagcbGZtJezWDvFsZGBjE1PoIsaSwvDaK6KoyamhAPuQ347EtP4Ld/6zn883/+bfz+734De3Z1cS6bCJcEoeTD7l270MoAeXl5GRoYHHDRwUrT4Nu2G5blYjJvBpcuXUYsFuPhneMlXQxajiPF4E+Ywa7S0oijSysrMcRW1yiTKwgE/PB4PcTXwADCLpRGSzE9ncLtO9MYGprAjeu3ceHCVfT0jmF1dYP1FXDZXkxOz/Pgm0RlVS0P1PUcIw2f34IO1YCNNSa6tnig9fHw4XJ7Mb+4DP1E5eDQEJSML3Azamlp4by7KBvH0dnRSiNvMDm1zADRBK5d7cf05AJhDn13B5Cg3AT8fmd9hohjaGiUAdBZJkyHceXKFdy5c4f6EYfX62bww4/ammoGynZT9joZoHoCBw7sRGtrC8dpp75G2c4DHe5cHheWGTC429eH2z19lOMUFpg0VmBmcXEDG2tp6u8G17ATZ848jOPHz6C5qY39uXbV9dSdGgBurm2GSaY+/Pjvfu78jKi+jRoIlHDtIvD7Q7C5Ru+8cx695GM0Us0+Pty43oMPP7zOwNEVvPb6O+jvG6G9cHGOOQbs51DI25SNGnTv2IHDh/ZS1xKYnppgECHEtdqL2toq4skxUFyGrq5WyvMKhob7cf799zDOQHokUgIX7cf6+hoDWBvk0W2MjY2irDyKza11yss0168CnV0dlIVlrvuUc0A8fPgQTp44xrnux8GDu2CR9lUmspIJN9usOomA6ekZVHP+sjE5OnmlZWXo3tlNZ3+L7UF62p0ggJJS6XQC4ZAf0WiAa8P1CXuwsjLHthuEOG7fvso+OYQjQaytr1DOlmDbFq5fuwb9Hb2jR47h3GOPYoFBsLKKcnR3d0MyIDkqYVJhZnYac/MzDCJVkObD2Llzx7aMkTsF5LARX0M0WuKsa0/fANfDBz8PzOl0FutrmwxUrSNGm7SxkaS87Me+vYdRKLgxMT6LYCCKyopaeNwBBhJ7MTeXQSadp51ZxMjwBHy+IEpLK7Czew8O7D/iyAZ9CQSDQcpMA8rKoo4tbWho4FrWEsd1vP8edXQ1z0TDNN589SZcqEA0XIOG+no8cO9nrDMM/izMrmOOiZsLH15kIH0ad+7exfj0CJpba9DZ3QrQwq6srtCmxknLAGa5Jvk8cP36Xejn2mpps85/8CH+6q+/hzfeesexDR7qejqTRJ7Bu+WlOJORI5xbEPNzCYyNrODDDz7Gj3/8c8rQADo6dlFnduL9D67gV798n3Z4nPwqwOX2w+3x83mLer6JMw8+hCcefxLhcBTvMMF+4+ZtzM3nMDy0Sp22qSsB3Llz14GRkVHagX789OVfIJMTvzuIZxHvvXcLvT2DePO1d5mMW0B7825UldViL9fy0P5dlHkvdSxLHRvByMg0Pr4+gtWNFGrrW+APRig3cdy8fQtVTBQHgl4mOa/C63Ph+KkjkDzHuIe9+eZ5Jh/G8fDDZ3Hu3Dna9k3ajquIMLg8OTnNtSrj3AxtbCMPrFsMkqfQ1xtzvsV1/vxH1MsU1zuEt9467wSp8ww+xrfyWFzO4/DR/bh8eRB/9md/i5d/+pozToL77fDIMF5/4w2sxdZpyzMIhUrQ1tLBPS9A3EP4kz/5Wzi4k2k0NDXCuMC9aZ3r3YMrVy9xf2zBgw8+yGB3Hi1tHeijjUhlC3juxS/Sbm1yrW9zXe5inYHNial5jlHAjdt9ePe9C/jRD3+CixeuoKenn/K6QF0+iP0H9pMvHtRyb/3ww4+4ZmG0NDfixPFjlAMXA+cW0ulN2rUo21Syrh5PPPEQ7UcCnA4UtM0VLKyR90PDC7hxfQqLCwV4rCpMjK3BbZVjdTmDxfk4CrRfV69ex13a1QyDhl6fm/ttFs8/fxKf/dznGSg/RnqBRSbMGe/Gm2+/jo9vnIfbn8WBYwfR0FaFmz1DGB6b5tzbsHNnJ/RhqWDQjzSJmZ+bRXV1NXU7Qnl0UdZyePjscYfm8rIICgwwetwFhErc1HkPlphIqamlLjOxMT2zhUi0DLdu9zDxO46aihqsrcTojzUhGHTjO9/5MnbsaIL2ybraZuqLjVA4An1TNc7As5cBjsrKStTTj2ppbWOguAYHDj5AmUniz//qVSbhTlLfS8mzDPKFLfLchS9+/jSiJfU4sO8AdtOGrdKe9fdvy/P6ehL6mcu/+euXHZ70cj9q79B8Q6hvbERppA7rsQyT/mWUwSAGB4doJ1cpV8u4ce0qPAzWlpWEsTKzgCsMsk8NzcBkfGiubkPEW8JE9zLCkUok6QtEIiHaqXrs5J6xSLs5NjaFI0c7uF8egs8TgY/t79weRnIrR7lZxiuvvMm1HcXVj9/D1tYcbNcGfbwBrK4vYM/+drS0NsLyeIg7hXzeYHpqkknxHTh6uAMT4ynu3XnK+jhWYyu0VZvIZ/PYu3sP6hiIX1laQiQURFV5FGdOHcMEkwWL80vc6yzol1RSiRw+99LzDr36RvuvfvE28Y9jfWMGkYjBb/32F/DNbz2P2poompsb6B82kfeHsLaWp6yVQGt17twxPPnkGXz5C8/ia19+Cp9/6TSee+4Uvvs7n8NjTz6A3/n9L+Ff/VffxZeYJN69twuPPvoIcRzG0aPHYRsb8pGi9MUTW0kUKNM19Hn8/jDPFxns37uDftuTCJa4qFu7sBJbAkye+9sSFhcX6Fe1oaujCStLSVhw094OgRlsGOpQWVkFg2IWTpw4iQEmqn5JPr/13ke4dr0XtXVtGBidRU//EPGsIJe1HMjnXWB+GOuJNCZmljExPQ1fwIP5hXXcuNWPmfkYLJcPa0yglleWQb8isf9QPb7z3Udpy6OorPTgX/2Xv49/9a+/g90H27C2tYoED8RpJqurKqsA7peHmVyM8yxg07/UB4AW5qdQxr27f2AQLk+K+pmnzQ3A5fXCptxtJVY5jxR9ig0EqOM7drYzQXWOeudFaVmYtE3j6vUreOvtN+k3Z1HGs9ef/6c3Kbf9sCwv164eL//sJzh2ogudO9oxMDSGUKgSb715h37MLA4dPoLWli6sMAnzwYeXuBeEKB851NXVwSP/Zi2GHAP7peWV1Lk6LK2sc48YAwoAqzlmAosLk0zODODWnR7owxRvvvkmenrv4i/+8s9pn27hz//iP1Lvkmzvhr6lXBatdtY6QhsR30w4shsKBrC4vIo4z0g5Iq+rr4bb9mCV9isUdJGGVbz0/EP41teewRc+dxr/9J9+BZ//4jP4x//4D+k7nuE+eZyyZLhPXMDiYoxJ1KOoqW2BknIL88O0Q1fR2uRDtMLCvn0VaKgrQ3JzHZGwD9PzA5hemEaC6z8+msTY2Ar3hcOYnNjEzesDtB0buHF7AD1cI3egDD/6ydvII4ijx07gzu1RypuX+pTFzNQck9FxbMW3kCXPgv4gdAZ3uz1sD9hM2kR4Dr19tw9Xrtymb1OKlqYunD75INe3QN310Kal0NbZQpnPkpeV+K3f/RITZ37unQV4PC6efV2IRspREvLA5LfIoxyClNG2tkYEaFtzSKG+qRYun0X7XcoyP+1GHlOSZZ+X/lUKX/rSF7B71x50dnUiGo3C47PhCxTwj/7RZ/HE03vwn//nn8GXv/os5z1FvgPJRJb+hEGSPl0J7XRFRSX27tmLaFkpE3kt1K8+bHHdRscm0dLcgpO0NT6/AY98eOO11yhL1XC5ALfLIBwG3qcPLdnO5zPwkybtJTpnl1dUQPZAH45xs/2JBw6jvLwE41yPN958lfTMkQYb07ObGKQc79y9l3Zyk/MPoa21g3Y8igP79uMXP/0pXLYbDbU1qK2sRjQQhtd20RZ6sau7AV9/6QQeOdmMU0dbaPcnHZ+ko7MDp0+ddvwUxVxqapqwtpri3A1SmQKcy8pxzgGeyUqwb18LdvCcHikJopt9K8pKEFtdoBw+gJqqCO1REqXU6xSTUW63jzYz7vjI83PLiNFf6ezoRhX3RY/tpY+8jLm5edreKUQiUZw6dYbzrqZOrnOPWKK+DXPtbfrlA4iS/3HKlz5coXVQ+6vXbyJHEi3LoLKiDDqLptJJyC+AKWD7lzTStD55MC+O6zdvOOtlWZYzrRyDcpJTY9ncS32QvIKXZVywXR6O7eW6BBAM+REKBeBi/KRAbGwCFxfW5XLDS3tljHHk3cHFZ9UXcasszYBgPp9TMTS2bdu0cbaDw+12cxyN5eH4bli2DWOMA/l8nnKYpRzTMjAYmc9nIZkR+RZtZCaT4vxZRrthLMB2s69toWAKyLJtUjEexh3W1tboQ2xw34p/ck8x6Sb8oi2R2OJZO8k5pKmHCXBAFOmySY9NnG4XcVOb87kMXBw74Ce/PC7YLtuZl2RHoJciXo2R4tyz5LNhhU1clojns+45lme4T0hWionVDHUtSb81z4XNZfNIJVNczyxlMQ1wnWFbXIECCny2qSwu4vTQTxC9FnGLBuEV6NkYw9H4P++qd7lIM/vo2RgD3Yt0GWMcvhuzXS6acrk8KGIOZElvmvRuch/T3IRLsM3DBNcqRx5mnbt4IBoEqtc8VSaaVJbNbrfTXfWqK9LiIk81J4HK1F5gjIHG81Dm7p8veGkOKrsf1FblwiHQs8qEV8/CuQ05h2Y9i54ircW2unMIyl7B4ZfX44bPx/Wn7Ko8wzUuzsGYbRo1njHG6SO8mrdA89S7xhFsMEmXoN+tMmOM0Dl91HhrJeIAABAASURBVFYgOjV+8S59CzD+E+RZWDSozpjtcdReILxCpD66611jKBEoOu8HzVWgNvrGcr5QoJQXoKR+geTYnKOXtlrjCJfGVHzAz7iRygQ+1hvDxmxgjIHGVbnuuHeJH/cenfnp3bJsZz39TJ4H6AfYlEtjzLbuuT1Oc83HcuQajmyJVvFKZcW1Fj2RSATiiXCoXnOUjIrfAgcZ/1GdypPUKz0bYxwbJr46fZlsyBHynLxsoI+65SUtQfJcc9a44hVROXZL978PBUeeHFoZx1F7PRdp0tjJZBKiQ2Wqy9M+ik6B6FIfgZ6FX3fxQvVF0LvqjDGOXIrnAs1DdBpjnLXQu4fzcHEt9aw24p3ueldb8BJePYsXqtczi5310ljGGMc+6Fm0qX3Bscv5T9ZG8ymCaBZstys4eIQP2MYj/ETplBckd7T3uoOX6kSDaDTGOPwULlY5cxXdRTBG+CwYY5w69TXG4P5LeAXGbMuX+hrzaRvRKFAb3TU/gcYUqEx1RZx6VpkxhttF/hP6VHY/qN0/BMKjct0FehYA2zQZs33HvUt1AuHWXcXGqM32+HoXGGNgzD8MxXrdi2DMr7cV7wTGmGKTT+7GfFpmjHHGUVuBMdvvxvz6XZ1Fr/ittdSaGmN+bc01J4HaCfR8P2gdijKlZ9WpnXAXQe9aJ9kw6ZPaFUHlgjz3MvUVqL2g2N8Y4+iK6BOdxTnh3mWMcepVdz9oXkVQHz3rfj8YY1C8jDGOjApHcSw9F0H9jbnHH2fXhXM5tFJHCtyDlX9zkqvcQ/VckN7cA81N4MyXZXrO5wsOv/P33lUnuJ8/qnMG+r/5j+gV7cZsz1F0CpfwC/QslMYYztsmWA6Al9reD2p7P6j/PwSWMduDGWOcRREjjTHQwstZEUEq010LISQytomthOMAbm5uOm1VnmdAK8tDmwRMbXQXY0RIgQw3hmNYtrNRyYhqA9RGo01YuNWuCA4+Mhn3XcYYR1GMsQA+52noC4UsvG6D0hIvGmvL0FRXSgijtsKD6tIC2hrcaKyxUBnJwe/aQCG9wPsW2ppK0dpcjqYGtifom6ONdRFUV/h5QLDhc6dhFdg+u4aSEgu1tSWoqPAhEnbxgA8eNDcY5IvxcD3NA+s8NmJzSMSXkNpaceoC3jzSyRWMDd9hUPgSYsuT8HMfrqsphf5WUCUD/oaO9erSIsaHR3Dt8mUM9vUivr4OHVBCoRDKSst5KGtnsqIbu5gIPXjwCB566BwOHDjMQxaDM1TC1dgaDzejuMZkxDQD7AYWAjw0K5E5N7uAhflFHoBmeYhPMnDmgxKrwp3jOm0xaZugw55l8LOkJIQoD7IhBrsamLzr6OhAOxOw6VSB65xFJuvH8OgSgxKzmJlJ8lCX5Kabdg5d16714I03LzJ50IebN3tx9eodxJmsyGYNFhaWcePGbdy+1Yu0vuXo9UM/e6bxJiamMDY2wUPZEAPF15jI62USYBL6udYUDxWVDBAdPHAATz/9NJobG5DjISWxtQF/wIO6+lo0NNShrb0FXUzM1tXVoK2tCbV1VTyUt+PAgb14+pnHGIQ4go72JlRXlaOOh1nbstDb20earvPQuAR9OzLDsRJbcc6HhxcewuvratHa2uLwa2szi1UG0LM8wOZzthN8SacLWN80qKoO49ChTpx75IxzmK+vb0A9A9c1VdWUSTciTP74PC4sLsxw/lcYXLvKwEYMya01HnzgHDRTHK+PwdS5uTkoYaSfb7px4wb0M2rVVZUoK48iGo3A5fYwiTKGd955H6+99g5u375LPs1iemoGS4tLpLcau3d1QAFn6ZXk5fDhIwiHwwwQ+LHINlevXEeCB44q4q2qqoHH7YKX9NFXxMzsCu7eXeD8XKipqaPj6MfAwAgTBRNc+zzLN0kTA3rjU9ygbQZb8lzrYXz44R0mA0YZ8B0hX/sdiFEmQ6ES2NT1qakpp+xtJniuXb+FxYUYDLxcSwuZNGBRl7M8qMVW1lEarUKKB7Y19vfTkS0rK3Pob6A8NjbWcNwMxscnMTY+Btkn2RfNd/fuXYhEwjyUbqC/vwcbm6s8zKaQKSQxtzyFWHwRbi8YyDyCp556DHv2diNP3RsbG4PsTlm0kkm1/QzE7KDM78TuPQdRWlqNW7d6qD8rDIpUYDOeZFCvQJ75sboSR3/fEHLZAoMfW6xLYXJiljp4C9eu3MLc7BxqquswNTmHa1dv4+WXFXghTVlgYy2B9bUkk2HLGBwYxyUmr68xkPXzl1/H++ffp44kcfToYUc2NuPrTHRTTldmEIn6UVtfjqqqKHr6bmFmZhwl4QADCh7yKERaMpAdld5GwmXIUNd67vZjcHAENJNcZw98Pi91bYBrOkKbFkKKSbwt2oCK8nLsZHL00UdP47vf/Qr+y3/1T/Cv//V/BiVZq6rqsW//Ycj27Nt/CA2NTeyXYvDtCgOFlxhgWUQVk56ltGdLywu4xkCq8Eq2Ojta0NJa78zhytWLSDFxU99YzWDlPLw+g917O1FVXUbbtIU1BnSWmdDOZvJwubw4cvQgZdDFgD51kvo5zeCbEhpnHjwDJSvLSfOOHa3O+qVYr4N/c0szwpEQg0tVqKyq4jwXOf9xbtgGBw8dRS5nMUlwi2s1T7nzo+fuEF7++auYZUCpqbGduLy4eeMubdB18g9obAxibHSMMjdPO7aInbt2Mlg87/CwjvZnjgGnmekFR0Y+vnwVN5lYvHu3FxcvXsSli1fQ2NDGdYpBNiTHvSyZ9iKTCyCTsdG9swsPPXwSf/gHX8KLLzxIvTU4cLATJ04ewKHDtL0dzYhGS5BIxBnIKsXK6qrDC30I5Yknz+Fb3/o8nn7qNA8LG3j4oT34zEvP4fjxB6ijGwiVlKOrexflcB7pVBZKji8zwF9R0UJZCJEPLh64CpieWeTeMUZ+hognR7u5Ezu792Hfgf3o6GpBS1MjwiVlkLzfZcB1fHwa+sZ7S0s7Ott3QAH5JIPPPl8Bza2V5E83nn76Sbzw4gsoLS3l2lYSKuD3u7gnWQz27sZXv/4s/uv/+hv40hefQVNDEyZoTwwPiHW0ufv278GePbtpy1pRV1eHz3/+JezYtZ8ByzR+8coFJtpmGYxy4ZXX3iU/Yrh24yYy2TTXox89d24hn0k770888Sj2MvFx5Mhh0tvvJHZLS8tp12rw53/+56THDwWylpbm0DdwC80tDXjmmQfw7LMHMDM9S5kZwa9+9S6+9zev44P3R5ChfTJMuMum6VtaqZRBvmBzzWq5/81RviwnIHmDQcRsJoexkSn82b//Ef7mz/8OP/nRK/C7S7CymISHwVt9iOLmrTtwebw4wP18z579mKe9SDNwsUVfqrW5CQ2NVXiXSfhrN8YwNbOC116/wH13iuN4KKM+Qgjx9Rzm5zZ4z8JCACj4uKYlOHLkFPUmiIuXrmB4eJR78hWHB7t27aX8JDA6MobLFy9hYW4R1ZV1XBcf9XKD85hl22soCYZx+OBB2ukELl3qwceESxfuMqF8Eb13R5wPtWSzQDhcSj2OcR42jJVHOreFusZyBkXj2Mk5HT5yFIeOHsHw+AT+/K9/iFde/YA2Y5i6tE77X0JZa0X3rgbs2lOHq9cuws/ETDDgh6FfcvPmLa5nD4L+EvoK9ZzTETz00EOoqa1GnEGeoaEB8nuJ71XEleMePo9vf+uL+OKXnkZHRy1KyyPkVYF2Kg26SDh5+gD5OE+9CCO2uoHz712lr7VA/VjgnjpMezCCoeFJpJMZuF027cEclBiqqa1y5DfBAEeSenSbieu+/jHMzMXw7ruX6ef0IZNyQd+UNO5NnHuqHU8+sw/Xr36MXMZF/zGIjy9fp32jfjR1cT+doC8R5zpkqT/dOPHAA/Qhs2isb4Tfb6OiLMqkKJDY2CT9SXi8WXi5tEdPHMNTz7zIdzfqaqoRU5KHCbSmhmbUVNbg1o1eLMyvIZ2xaC+yTCINMIBTShm1HP1y2y7s6GhDQ10lZdCm3tZyztPchzYxzuT1yvI6NjdT9Ek85MkiDu4/gKb6GicxuBVfhjFJHD7SSRuxRZmvgOxAKBjCU0+eQkO9j3z4AA+eOoQvvHSY6wdn3b73vZ9hcGAar796HhvrWYwMTeH6lTt44/W3ceGjj6C97eCBPY7N4mQpSxn4AknEE/NoaKjk2iW4tzARwyTszRsXaNem0dNzDcMjvVjfWOX6r2F6chEfnr+G27cmOM6H+MXPXscD5OnRQ3tRXubjHjuAJvr0q0uDqG10o2NHOSJlBl5/Bo0tZcR3FddvXMSf/Id/T72fg01HyLYN9IGgciboIwyE5fI56psLCvhMTA3TDr1M3y+G/uE+NCpJ5M6iheeIL1P2Hn7wOIKU43Qigxee/SwePP0IJkjjpUt9ePXVO5ibj+P9jz5AaUUV5le38Mb5frz/8S1MLawiSpltbmvjPu3mPu2jnQYvNzLcD/NMWgeCXjQ0NaGevlCYCZNoJMq2LrYpkL4C1mIxPPbYg7Tf+3H7xhTefesa/or25zp9rmQiRd9ojUfgPPeiTdTUNGCadm6Myaa7PYNcv1ukcxr6kMbo+DhsVwrf+fbT3L+qaFey1KE0kslNeH15ZHJx1NSW0WaksLyyiPhmDG3tzXjhhWegfam6tgLd3a1IZdaxTl2Vf/XQ2cOoKG+gPO1CeXkVvvjFL2Dnzk7ObYs8bObarnCcPHp7hvHqKxfxxquXabPG8PWvfQW5QoZyl8DE2AB10g+3p8C9PUIdWMNQ/yRy6Qw+/7nPYM/uLnR1NVP/6/D882fx3e98mTbhKzhy+LCzFxlj0Y/Zh4fOPYL4Vhara6ssj0KX5XLDHyyBoZ5UVEcphwFUVleiQkkoVx6RaBDyR6trauHx+9Dbn0BP7wjtyAd4773z3F968d/8N3+KH/zg+9xf/hPGxoZw6/YteOhft7a2QH6LZbmo9wls0v+2LYt+4TWeB25Rh47h29/8El58/gXqaCc+99mnEY4EUE09H+gfpk8+RX7uYb84WloqEVtN4+Wfnqe9WkQ6n8cGz0ThymZcvXMXi6uLaGyuoO2eI3+7uC4N6NrZgsrGCpx8+CCy9iY2k3nqVYZrswXLKtBGZDk/H2WrHC6eo0tKSnDl45u0+3dx+eM7eP/Dq/i7H/8EHl8WifQKqqvDqKuvxMcfX8Yg6csz8b+6FMfNq1dQX11BOYmjiWe1PXt20o/YyfHi7BfH/kO7kM4m8JOf/BIjw9MwxkC++Hd/65vk4bv43l9/n/v5bazRP56YnKCPexN5E8cDx3dT5qPYybVVUjAaKUUwHKGuugg2ZSOH2ZkZ+lnTkL8+MjqGaHkpDhw6gkcffxJr8Rju9FylHG2xzRjPUyHcvn0Vm5tr6KYMBrjnRCIhyiB9UpeLtrGS5z4PvEyM6Bd/ggymDw0OoYbysL6xzDNWOx4624FgwIXq2nLu4bTjp/dhZHwGf/k3P8Yc99VABIw8AAAQAElEQVTLlz/Gbp7XZddymQ08+cQpfOdbL+KZZ0/h4JFWJDKLyGMTmfwmmpprEQl7nZhAadiPgf47pGWRurWK0bEp1NU2ora6Dk2tzVzfBbiZaE4xIRoMROB3hzE5MUOeraCsMoRIJIgDB/ZBZ7rlhXmMDvejsjyMUMDNs8sm9u/rQjjoo9xXcs3LaedyKNC2pFPUa+59mWQWtnGhoa4ByzwvxlYyaKpv4Zlli3GNJOsMLJOlHpbQv9qJZGINLpPHjs5WTI6PIkBebVG+P/qwh2emkNO2JOTF7t0dsK0sadsDQ5nL5NJYXF7Ejh1dCIQCmJmfYblBoZCjb5rhmmZ5z8O23ZyLH5Ztsw6wbcuRmzzlXue/PG2zx8M2Xjdl1wXQwvEfjsv2sLiOQbhcsqFZ7icZyI9TIi5LByZHx6BQKDhjCZdA5YJUKkU5TiLNu97VTklgm76BmzrtdnM8yopFPRbYlgXdjTGk0YZlW6QTcLksByzO2et104Z44fV64KKdUYMAZc/DZAJ45RiMFA2KpyUYE9B7cZ465+o9yzYqY3NYHNO2beJ3OaBn0al6gWUZuNysJ1jc0wSue/SrrzGGPM6hiFPz1BjqK/x6Fuhd4NST38XnNO2u+JljYjWd2uZtmnK5ublF27KBjY04dWyTMpbm2mmPsjhlrXFB6D+h37YsCKfmnuW66Lk4D9EpMMb8eh/O27YtuLgGApvvxhjy1os813SLvnSGuFxuNziosyY25y7cmhN4GWMcGjSWyjS+QDQIVJZOp+lPJRxQneQiQdy6q59F2nUXCLfaq52ei2W4d+ldj7obY3B/m+Kz6oRT89FdoGfNUaBnY7bXTfSJTvXRmKIpST9VNAifMQaWbXP622OpvdoJ1E9t8A9cxXKNrT7FtnreHiPp6EaRDxpPIL3XlxcEehceY8w2723LuWsOFnlmjIHkPhgMwolP+QPwMQmsMrXRPAXFtuAlOoRXdOhZcrYai/FsmAKPj0jxHJhMp5Av5J05swvy94L14lGeNkN99Sy8Xtp3tdF78a5n4RaIT9LFzfgm9Kw6ASiKotFFu2IMX9jZGOPMT/XikXggfgj0LDyiHeyscTVvzc+Y7f7gJZoEQIF05x3dVB+B6FZ7gcZIMuHJZrAtC/LtXYZ3y+azze4Fx25pvmoLXsYY2JQFm3bH7XbBTb1wUR+2y9jPeXdB7+qj+WsM0S0+a61Fh/ggUJ3mprnKBt//nqONEr1FUHv1FU7RVIRivcoLXDPcdxljIF5sg+08F6jX6gte2+WWU65nYwyM2YbiO7D9rjmpTCAcBY5VuIerSIPuwl1gne55xgaLZbqLRs1DoGe1Aa8ibmOMY+MK9+EttmEz53/V6cEYo5sDxTLdBeoj0LMxxpmf1kog+g3nhHuX2glEk0B0iVZV25blrKX66F0gnLrjHg71VXsHqBuqF6j8/ruei6A6tde7not3lYkGgdZad5UV69X2flB5EcCrWHd/2f3PbPIJfyngMIacuAfFOt0F6qe7QM+iQ6Ax9G6MUdUn+FRWBK2ni3uK7kUQDy3L/rUxDfdWizw2xnyiq+K/YHusnINftGowY4zTP0/5UH0R1F68yjD/ort4J52SPuleBL0LVK8+6q/5FOH+9+J4RfqM2R7bmPvvFor1al+cv+5FnCpXG9uxGzbElyJY5l5/8gCEgnDzbgjq44DKhIRzLlC+DO8W3wWG9+3/t32B7eftf4s0FOek938Iirzd7vXr/xpjHPkv0l68O3Tdo9EY46yRcGvOugv+obbFfrh3qZ1A/Yqgd7azPmGUEBljyB/LIQa82MARBC2iFlcLqnuSgXg9y6gKJAxqk6dBUp9PGE/iieaTuRsJorEcnMZsT0iMUxv1Ew0CGZBPN1cL4AoosCHBS9HJSXPjzNIp93kMqstDaGkqR111AJFgAR6zBeRi2FyfwcrCGANeK/B6MoiE3XC7cnQG1mDTuS+N+BAO2YiELPazUBZ1o6bSj9oqPypKbURD3JjzMWQSCzw4LCC+PoepiT7MTA4xgbrA4O0mx0nwoLGOQjYFk88gn01inYdaJcy87jzqasrQVF/Fg0iWfZYYFBjE1OSoEwAskP7SaJhBizoGGjp4YNyBPbt2YScTG3t27+YhpRORkgjSTDAlCSvLMQbkhnDt2g3oZ39HRsYZ2JqCEibLrEsx6AtYiMXWoCSWvh24tLSMOB3bDB3eXDbHQ1UWcnodHtMhEJ+1Vm6PC11MOj7LZNPzzz6BvXt2UNjyWF+PMUlwHe+ff48JhXkeSlKQgzA4MIC5mVkeWHyor2tCSSjsOABzTEzMz68gk86Txx4aG9s58A0NjWBkdJzOdQbBYAmdqCgPv7fw8suvQ3/DToeN48c7cfx4HXbvZgCgKgovA1MTkyO4dv1j9Pb1YIPJpc3NOOmYg5uHhKamRrS1NRM4fjhIOTaIRkt4mK9HHQOvmXSSwYdljI0NY5mJnvGJUfJqGG+/fY2BYgYLLt103t0uN6oqqlDKQ7qHjkWOjrjuJeR9LpdBjgED5pwZvF5hIGCewYplrmcBFuXXZeUoW4YHhxjGxwY57yQPSxZKAkGE6CR6PW4EeWjy01n00oFbWlpiIGSIc+7jPHg45ngVlRXweN2YmZ3Cnbu3kKMc+QM+eH0eymoCMAWO4QLVBsITDIRgjI/gIh88qGOQx+v1MVgcQpAO6m7KTjAYYDB9xPnm5EcXPqJMxNjWDS8Pb7V11Th48AAOM2nX1FwDn9+LluY6nDt3GF/56nM8dO9nMjiIcSYIJ3hYTzMx57I9PFSkSU8aukpKgkx6NOLggW6UlVXygF1O/YqglAHIGgYelPRpa2tBfX0doZ7QRGfPSzripMPnrH95aRQVZSHOyY+lZc3Twu49e1FZVcEAQYywhoqKCsrEMQZenkA4EiXP1hgMKIWPsjE/P8c5DuFuzx3KyFXYtkWZzTFAUYMvffVFPHTuGGrqSjA7v4y33/sYf/fTH+GjC+9gYXGGQb0IcfgAYyMYCmF5NYYf/vBv8YMf/hDvnv8AP335lwxkDTrf9nr77fO4fOkaXv3VW0wqvIdLFz/GHJPPLpcP1VV1aG/vgtZkcjJGOZ2njOegb1T+wXe/jL17DyDOhNPCwgYWF1PUJ5BGF3nJoERpBev3o7a2Fp2dzdi1qxu1dTU84GaQySTZLsfyVs6nDq1tDaQ5zGTeFGZmJuD2WNizZ5czTn//AANg17DChPTGegKzs4vs60IJE2GlkUp4PH4Y2mEDQ9qy8DEgeOP6dVwnLC4ucp3HsbW5Qf1ac8bt7b1Dnb8B/a3MO7d7IZwDA6NMnF9CirIQLi1joLEKtu3G0NAw+X+XQaQZWAaQ3apjYqy+sZE0GI7ogsvt5zpWcd1tju1m0MXLMUfQ09MDBaxKqHetbZ2IlJXirTfeJf0LaGlpxSOPnKNslaO5uYWJ8BOwbFBOFuGlHtnc5H/xi1fw05++Dr8/iCDlfpxBuFXaPu7dlOUzCIX8pG0Q7777Ef7jn30PbzHAPDIyh1kmqG7e7KHM9KC+rtnhT1/fIPV3kjwux8GD+/Dt77yEL33582jvaEVVFfGHfPiIgfDV1WW4PTaD0eMIBHyUxTLawBDXdYu2NY9opBynz55DfXMbokx0pPJh3Lg7g+UNYGZpBbcYvB4YnkD/4ABeff1XmJ6bxO59OzlOAzLZNHnlxh7KTA0D3qmtAm1ODDEG3qOUFf0k8527d7C8skSZYjCQQetAwItbN4egv6sVp30EbNroBKS3ly734O13PqDObVL3gkDOz70gByXelpjcyzD5WFVdjmhpAFPTw3jnXSY6mNy/fn0I+ZwLBcvL8kUm0QYdG7i2toXEVgqxlQ34fEHuW80Ih0vYNo8Mbe3M9ARlcxz6RsT83BR1ZJrB7VYcO7aP8tvi0CVbKL5lKEe9vf24weS1fhr62vVr5OkUgiVB+JnQu3J1gPofx4ULV5DMWFCA5JXXPsCHF68hkUg76xpi4LeysgoPP/wIZDfcLi+8lPUbTCB0dnbS5q8gEomiqakZs7Oz7JfAE088TnnxQXvYyMgAwvQBampK8fVvfIn77g40MBBcXV2FDu4r3d21tDuHUV9fStlYQiy2xf2MMri0zgClh4H8BL7+1a/j5AOncWj/A9jTfRD5lI3KSD3KSqIoC1cgWlKN06dP4XOffxb79nXi2eceh8ftoh8wgQsffYzbN/vRWN+IIwcPYZPJh9XVFfoeFaQ9iY7OBly5PoAPP7rO4P8mhkfnmSCKMUi6wD11GSurGQZclynH/Vz/TcrBOH74g5ep1z2IhMtpq7PweAJIJXMoL6tCY10rVkn7zNQCLl+8ij7KYiKeQQN1IBFPwbb8uHG9F8OD0zhyaB9Ko7W4c2savXemsbiQYkJyimvjQt4kECpxIVIaZB8bXn8Iy6ubGJtcYMA3gcHRGdymvbh49Qb6BkeRYCKyhHoh/21zM4fY2hxtzTwK+SSaGqqwsriM2qoo2pjUDnLfNDzMjjG5+Sf//m/w8k9/Cf3CwXUmqt955zznkkQV98sLH13Bf/zTn+Dln7yBUMiDIHW9lnu+zxdgcug2Ll36GHf7BsibO3j9jUsoMPkdW4sjTlv83DPP4jB1nHkIpJMpTEyMUzayKK8owQvPPcIk4xr5vAg3Aw6HDh1ALLaOHsrq9MwC/IFSvKdvdP+0B+8x4b1jpw9d3fX41nee45xitAUBJoJGqGfr3LeOMFHch4GhSdrtVezfvxenTh8j7hFsrM6jjIHmHS1N2FiZx+L8KB44uo9+gwstTbW0xyt44cVnKat++k0TGBoeQ4pJ/N7+ESeZECoJIRwNo62zHY8+8QSTrS/hBmXFR5vf2tYFtzvozGlsZJa4F4B8GhXRELx2Ab29d9HX34vhkUHoGwgNDbWUtyVoP9W3iBYXOHfby3VZRZzBJO0VlilgdmYS+UIKZaXUn40YQvQx/F4/9SCHuelpnDx+FKdPnaQ9cMNCOYKBOlRWttMObGF5KYWZuS3s3nUADz54hrIV4l5XAZfLACaJ73z3HL769acwO3cH8cQsyisjOHpkD3HncY763dbSynVYxdrqKqamZrG8vEZeh9HY0EVe5zEzu4oLFxa5f7wNfSjx1vWrSCU3INtS4JnkFz97GUODdyHbtLQ4RXuWwL7du5BlAuHsqUcw1DeBvtvDWOQ8du+owR/83rN44vEd+OyLpxFfj6GrrRtx2r7dew6gsbWdz0nMLsxB+1CQ++nmagxjQ/3U4TXKcSv3nHfoP9zmHhHA4MgQ3nz7Kv76r3+AVdrOUydP4cjhY7Qx1Xj26edRw31iI5agrvVifHySuDfhoZ+2vLzMNdxCLpOFLrfLhY31VexlourcOfKwNEz+gftOivKdoz99m7o6hZG+Lbz8dzdhmTAG+sbo4w5y7mP0B/wo5LJoZ9K2wMPtsWPHHB9uN/HNzM2S97OoqCxDHl3zigAAEABJREFUfHMZHh9Igw3LcvHsk+E+nodkoKGxEl2UuZc+8wyqmTybn5vHz372c1y+fIUkGkSjpdi1uxuf/eyTeOKJBxGLpWk7YohGKvA//g9/wecl0lrAx1cuIMDETp7+9dLSGvxBC1XVpTDGIM9I4RxlZWl5hXPLQR96cbsKpGOD+H0orwiT7wVU6e7KYGFhwvGZbPp/TQ115NES+vtuU04m8KO//RGTZ2OsL2BqehERJuN++3e/DX0wanh4CCWhEoQiUeinnFPks+3y0IYtY3iUOry5goDfQ5os6sYC7cIGIY5dOytw9cos7W0/bnCvjMcT1O0mnDlzCs/pZ26ZpKusLKfu30Z/fz9ia2vcL33w0m+Jciz9wkdnRyf8viCG+gfx9htvoYfJ1yH6BOffewdZnq3Lo1HcvjWJcKkXH1+9Dn2YsLauAk1Mvh05coBjncap02fQyiSbknzGAhOcvVheyqC9vQP6MNPu3Ts5rpv7VxNtaD/5mkUmk0EwGOJ9C+XlXsS4p9meNBN7S9TBF5nwXOFeu4kDh44jb5Vgq+BHeX07RibmMTo5iVde/xUD1zkE/eWw8j68+svXMTbWj+qacvqGwPLCFtLk4+z8BMZ4dgPXxCJPj5046ZwRUkmDSCQCnR8++PA8124W5x59GDqPTE8tUlemMb/IdadcxONr2FhbArdLbMVjePDkCWh/SKUyKCEOGBtbTPJX11WjsakB1VUR+gE7eUaboG2+iJ8ycauf/S2jnHz2c0/jzEPHACYDl1cWkGUA6+TJk+hmQi+dSiHEfUdBopWVFdovIMB3fyDA/XUUhw/vw5tvvYcf/uAdykIaHR2NOHXqMAKMGyQyMfQP3YHLm0Nzaw327NuFB04cY8J6ERXlpfjo/XcwOtKLq1ffwWtv/JBydQMev0WZ8+Lkg8dRWl6Gyak5JpLvYHJyhv5IFHX19VyDLfjp2w0yIVpFPfP5/UiSThf3JB9tg8tyw2X74LGDmJ1dxtDQGBZWJokvgunZeQyNTFKXa0nbEC5duQSYPPkyBDfPTRsba1z/LCzLRj4P6qOB2+WBPnjtdnlRGilDU1MjbMvCL37xGm3mGv1HN+3pJn2yGJ54/CHe53D86F629dCmLbBuje0W0NBQSd60wrKz2LmjBS20F1MTg7S3W1gj3zPpTSzMTaOtrdWRgXC4BIePHEaONtoYw342bNtFoizYtD2GNNBUwbZtWLZFWnMAJRm0EQpk5WjPZMsK95U55Uzy6W4ZF7z0Cf30C9xuD2zLDcMywEA+aI7t7nVFjokA9QEv3TPZHNKMNTmBTOqNYk7JVBJZyia4HwqMBVhMmtoE0SeADeT4X7aQ5b96ylOv0sg4/die8zA8LOWZPDbE4/G4oPiH2+2CrTrSZoyBZVlcnzznXIAu0SR6Njc3oX1bz9ls9tfagH3BS3MRFMi8Ip6ckqHks2UbcY+EGGRZlqIuFFiSozBkiE+jqZ/AGENsgLEthw7hFB3gpXq9y6aIlhwT1LZlw3CJLMty6Ne92E53gWgWqJ/AxX3NzTiI2gq32uhZ9Aq/2hbvedKrOg7/ybyNMc5Y6mvbNoTPGANdetd8LMuGyxnDhjEWLNtGnrwB29l81vi6G2NYZLgONm2nj+vihcW5aHzdwUvPAo2X55w1d9HIqk94pGfVay7GGAcHeBmzjV+4VFdso2fhZJNP/te78IpHehZ9mptAz8YYp62ftiEQCEBzEF7VebnXCNRfjVQuUJ3AmO2+Glf1KhNe9fHQvuhdoDLdBSoXaBy9C18R9K5y0aI2etfcFCtWQk46pGfxSqB3xY2VqJPciIYiGGMc/gufxtcYxbvoFW4/fa4gz/x6Fm8U0xTeNPVU315N8WybooOfo7yDU5UMqJ1o0JgaW/QJhNMY46yRxtoG8wk/jSECAGqrtRBPc/fsznZbGgHW61lz11r4/QFHfvQu2rfnYrMVoP7GGGc88NK7QHRoPsYYGGOcemOMM67qBeDlke2gruZorwTqZ4yBbdnwuNzwe33wuT1w892CAYUSOdoy9S/yupCnxkv+AWcc+54OeLj2kgEf45UC0W7MNg1s6rRVmUB9bNvl6Ijaao7GGA5XcGgu0ia+aWxnfWhP9aw6lYs88c0YI/ROX81HdYKC1o81xmzjLZBm9dVdoDYCPbPZP/i/Mdu4jdHdwJhPodhB/YVHoDXWGILCvfELHFegMtGfTmcgWVJbvesuSN+bn8qEi92KQ3zCE5ULPqlwHoxTr3KNIdCzQOPeawLxvLhG4rdA/FO92qm97JoxBlqjbbCdfmpnUXaEQ+VOX667Mdv8EA6B8PwfgcZQO4Ex232N2d4f1O/+erURqLwIqhfovXgvPutdcxcUn3VXvUC4tqHgyMr2MxzeqV7wm+1Vpna6C4wx2OaF5dyNMdClOoEx2+/FMuEzxjhtxTs3dUx3gfgo0LMx2/205uqTv0/HSK1Dr/Dj3mWMcXCKFmO2++Z/Q6+Le2BRtnSXbAnEI4HTh/qtOsmkbGtRDrU/qf5+KFCm9Q5exmyPy0eHPpUXQbgFxfcCJ6bWxhgY8+vAAjhgWeCkIL+tCPfPD7wMwTYGLrYV2JYFvVssU1vxUmCMcWjSuH8f8L9bJ96IB+KFnjWHAudsjCGJ20ASPnk2ZrtMYxc0R77rWWDMdp0xhtMindQX6Y1A615so7ulzrh3aVARoM1GCyPQooiZaieAgbPJFA2uEBpjYIxxBDpPA58n4eojfEXI0GEr4pZDqmfhL05WJIiBAhcPDC6XRWMg4g0NgQXQLc0TYJOJPBhkNU6eziod1MTWOoOEc1icG6djP8MARAzBoBtVVWUoK4vQ2NswVp548tzgqPR5OsTZTc4jC68nC7crxcNhFuFQgYcDC1XlPpSV2PCzPL21wCToNA9zCxgbvYtbNy7i2pWPEF9fQYjBADfpjK0so+fOTQwN9GFuZopBqAVMM7C/tDjHYECCm5uLQYwUAyVDTM68j5/99Cc8hF9lYGGOk8mRBg9CTOhEoxEE6RQVqFC2ZXPTzWFkZITB0bs8jN3lwXORQft1+LhRl5VVoLa2Hjt27ERnxw7s2rUH1dU1PIQledDZQJRBg/1796OhrgFhJgV1gNaCp5xPr2VgMUDd1tiC3Z3d2MHgUC0PdVqrFc5FAV3LMhw/jfWNdR7WVnkQmyLMEKYYjBvE1NQ0yssr0M3xj/KwefDAbhw7ymDa6Yexs3sP+V4FP4OsFeWV6OjocA7Q6wwqKGA3PT3F/hM8qGwhGPRwPm40NNahtq4SZQxopjNxuvYpHiYtRBWwZQCQ7HBw1Nc3kFdBHibWiGMcY2MjSKcSXLcQ19EGySYUKPgF6IDSyqD4Awzy7d23m/yqIt4k2jvKceToTjz3/GPYu28fldJgazOJjfV1iD8JZk59HjcOH9yLM6eP4Kmn9+DJJw7iiUcPo7M1BJKM+mofWhpLeNhfwAfn32EQ6y7WmGjxej3Ugxwslwvi5zpxxmIxVFVVMZi+j4fINtJRi86uDpSEgzxIj2OGMiOeK8gQ5uEyxQNbhs5gRUU5jh494gSvuhmgkU6NjK4zERVHLLbpHEZDoSDUXuNKV/UzYvrWlWUsBjIr0dLSArfbi62tpCMXw8Mj6O/rp45sorWlGS2ttfD7XNi1ew8qq2qQyeRQz+D+o489gXOPPMa13M22aQaKtxhYCuLggQM4ysPvmTMncPrBB4ijBe2tbehsaUMt6S0rCTLIkqM+LmA9tgof+QFyfW19FbZlUS5KITlva21BY2MtD+312L+vCw31UbQRj2W54fcHnXbGgAGGcQYKBkh7DD4GAg4c7MTevTsRDocoPwnybhq1TEa2cC6HDh/AoUP70dBQhbX1afgCGZx77Dj+yT/9Ev7FH3+ZwaeD8HCuxgY6GUSpYdJPRndxaZH82YSHtOboJK9SByzbIv4s5T+BSSaVlVBMJvKUuRj0s22lpVFUV1ajlkkvQ4QtnP9TTz+EJ558gAGeFIM5H6C/v4+BgkOoqa2knAcQZfCzvaOOyaVj2H+AstDeip1MoCoQpCBMJFriyPPgYD+itFuBkA8rq0sYGh6gDk46306IhMNO/yNHjjpyW1FeQz2sQsBXgt67g/jFz1/Hz19+h/ZoCMeOPAgFryvKq+BnMOHChYsMOF/C9NQKkgwiG8rIzMwspqcniSvn6IvWaWx8mAmc84hvxkl3CW7cuMOk/EXoW+bx+BZt123op1IPHzmGquoaBtGymFtYQX1TCxoZ9F5ZW0eSAa9s1gWPO8TAXgXbzzDYd4O4ejDDoGZjQxuqqxpQX9+C5sZ2jh3A3OwSFhZjxN/n0NnT08s9wI0VBrgWFhZoj3LweNy8pxGNhvGVr3wB3/jG5xz7Mjw8zOTvB0ycvIsrV65RB4EXX3iasrIXMSZ6VpY34bINvAystLV34iCD2bW0nwtMHERLozhMPTt8+CBqmZApIAu32zCBtYia2go89PApdHW14oHjhxAtK2GQqhza40pLS9HHJOx18uf6jX5Mcl6BUIQyMsvk0hrC0SjO0WYce2A316GC8pTEVSarPvzoNn7xq/fx3oc3Mc4EVGkZdeDAcdy5PUM+32IA+Jf42799FT97+V386Ps38Hc/eh22FcDhQ8fQ3NICj8eFJupOdU0pGhvqked+9tEH72ByYgS7drXi7NmHsLwcww4mFKsqa6FkWjRaRVpHkMtaDBYWmBB20QYewpe++ll8/ovPoa6xDBubS1DSEowuKYGb2EqzLcjfbtrciLPXVNc0Ynh8DueZ4MuZAIO6j6Kuts7RXcPAkI86tLK8iDXqfoHOJPIG60xiKcm1sbFJeQphanKac/slDPfx2tpyJlnmGDC+zIBT1kkyb3A/37mnDTPzi4gzmRMlH223G6GSAJpbW3DgwH729SLNoO36+ia2SKc+wNPTN4LV1TWOUYLR0XHK9Tzmub4u2uLTp0+jmknStrYW3is4lw7oW0urq4tIZTaxwvuO7k78zu/8NuIbW7h7ZwTlpWVooTw/98Jn8Ohjp3Fw7y488chZ7N7RgWg4jHAwzGTobSwxGfjR+QuIRkopY7azjxw8eJC26CDtwRloDzt9+ij5vYfB2T7KyTjXahJvvv4OlhfXMD+7iOtXr8HQTm5yvt/4xmfxjW8+h5OnGTwO+WG7vYAdwCaToi53CWqqm7gXVmN9Pc3nFq4v4PMEUVZeTtuTQz5r473zl2iDPoI+CHP9xhB+9crb+OD9S3C7Aty/J/HGGzdw6WIvklt5jI5MY3hoDlev9GM9lmQguRz6ltjU5Bx9hxJEomWOvfV43VyjFNxuCx6vjYqyKOUpT50KYn0jSyhwvfK4cX0YH5y/TV9hgfiz0NrbVgH6RlN9gw8HD+6gPjVwfzmBmsowDu5rQrTEja8w4fxH//h3cOjAXpRFwnjqiYfQ3NTOPQko5G08eu4xHDt6DM888zQ+88KTOHmyFW0vvDUAABAASURBVF/5yhP0rbL0ya7Q3g7D7fLi7IMPkd5yziMKJVAKeT8ufdxHfawiT09jmvttgn7QKhNzq7SvD54+hP/n/+PL+OY3HoHbHcfv/NZztKlA945Wyuo4ZaULbUxQREvLQbcT+/YeRFOzC6fOdODkg7uYrLrKNZ9DdVWpQ0dXRzsTjhH0991BbCMHl9uDFP3Uj5lclu+TSibJ0zASTPYtr85g/8EuPHjmCIIlwIXLN9HTdwVtrY344H3as9c+wq3rdxmcj8O2QxgZW8J773+I3sE+3Lp7E5uJTVy5dgPf/8FPANqIFfoFl67cxBtvfcC1N6hvaAAKBpvrawj5PFw3C2eZVCgtjWDvvh1ckyrSsQVD3Q0EvLRT3bRv1djVfQAtTZ3IpS3HPofpQ+7ft5PyYKGxMQj532+98R5mycv0ZgZRJqUCPkN724Wb10YwPhLDa6/dwdjEKvoHJtHXP4UQ2/QODMHYwOjEMApIcvwy+jEu6uAiqmttPPXccTz17CnsP9CK9vYWJs4qsbi0Sn6R3t17aevyOMq9rzRaRn+xCpev3kSavuzmphvlUeDujTG88asPafPT5NMAZhYM0vlaJOOl6Lkxh/GhBVSX12BjZQ0VpeWwCn7SOk0ZcmErnuQ9Q32exsL8CEqCBfKjFU0N5RgeGcbJs3vxxDPH8dLnnmSy8Fn8/u/9Pk4cP42FhXXo58jf++B9uHgeeO/8FcqRCx2dzRgY6EF1TRT//F98Gd/61hfw5S8+j4H+HspHCVzG4Jc//znu3u5BKFCCvbv3OftpGfVYf2uwtDTK/dNDOQ7A0JZuMAmSTKQxOzuNd956C6tMNhra14ryWrz04kuIlkRRVVmHRKqA5pZqaE/0B9yOXP7O734Zzz//JH0iN/f2d7h+SdqKNezY2UYZqUZ9YxWCkQDiiXXqThil4XKMj80iwwS+VfABeR/PMVF0MKl8nfI1MjiGxvpW2p48/W/g+o1e7u+3EGNS+Fevvk57foH2KExcLtDtw9TUEnWmDL969V38+Mc/xqXLN9j+Ot5+5y2sxObx+3/4Gbz0+bP4Z//ii/jjf/m7+OrXPoe3KMMx6uhTT57B5z77BL7x9c/iqScf4XibOHXyEGpr/ejeVQ/Lm6cebJHX4/jLP/8BAvSFSDDCkSD3gyT9/RqscL3r6urw/vsXoF9X6N61D/P0NRaYsO7t6YNlXNwvpmnDYpSxDAomg1KePQzy5EEWUfIjRZ8mEAghsZVDS3MNfd9mfPGLz2NHVzeOHDmCmH7aeotyVRHFvn278fhjD+PBB8/CwwClfqq7n4lV2RybAUidjfJcO30IIca9JxaL0fYuQYkm/Zz0ae4XX/vqozh0uJm+SRv3jX68/e4tjIwOURZH8cFHF3GLcrPKM0cw5OIYNveznXjg6H7ksgZ36JMMDfQjlU5hdXEVfu4h5VxfjyuHXGYN2XQShw+34I/+6Dn88R9/By+++DCT1uNYW5slnl1AIYUHHjjM9U1QXvswOTUJs324gm18aKjvwNHDp1Bf18TnRlRUVOFuzyg8vgrMcT/0MdEYLQ/DcgWxtgG8/dZN+jIfcs0qYSOOsnABXp7J9a3pd949j4n5KUwyMT9FH3BuYRX5gsXk/jzm5pfIk3nqdpR0DGJheRVrsTVon9ykf6pg08jIEMYnRtG9pxuxtU3Kvxu5fBCvv3YFN2/00D9IQh+24aRIZwVl5xT3pmH85V/+FX35ZeSYEMkyqba+tuHYgK2tBHSGWpifZ5c80ukEPv+5x/ClLz2AtrYGtLXXUH892LW7EQ8c3429+zuRt22MTc1jg31tt02ZXqb+jJE/LTyjzMNF/+XUqSO0F/tx8FA75XUDvf0DuH23F9NTC6QxA7cvSFtRj1u3biHBJLHG9Xps2r9FjND+GMZVbNppL/GnEnGkeE7N5bPsm0BTUyssy42FJfJrcQleJlgamlogn6ureyel2I2e/hFU1UdRVuNBU1sFGqjz9XU1cFk2bcoMund0Y3hoGENDQ9zTPajm3jw7vYW5mXl0tLcDTGRtxfNw2VnU0aZ53GnUVXONC5s4enQf9uzppO/lRm1NGU48cJB1ETQ0lGJrYx5LCxO0YQk01Faisa4aFEIMDw+xvgEzszOk3YJNHro9Xni9fu4JJQAlpUAdAYxTh3uX4lCFQp7rluPapFAoFLZryBtjAcYY/pMnFJAnzYoxCfK0ofl8Hln6jTmut2Fjj8sNN/XRtmy4LBdsY8Pis60yF591J7i5fgYW8bF/NuuMnaMzUIQsyxTjEi3GGLhcxOUyMMZQN91wcc0s24JFnC6vi+cxH3xMeqgdeKkfUHDa2jynaD/W3Ut/2hjDFtv/q72PiQ4/19cY49CRyWToI22DzrOKA4gezVWgd+E3xnxCv2VZDt/EOUGO6AsWx2G5WG65XTwjeGBs2wGb8ymQvjzB2OzLpjnyVuVe0uNjcks8stjf6/VCdBIlRId4JDpEg0DlxbvKizSrnSCVSkGgQHCxnTHG4WWea6g2AuHW3PWc57oKhFt3lQuKdXpWuU3+G87TGAPRCl5ZrSP7W7ZNX9UHzUPjigb107Pa2qyXLVe93lUunmiuqlO5QHWizamnbGpc0aEyzVV49c6hnTnpLlA/lRdBZcKhflpDxXZ013uONkv1AtEonCrXu0DPwiN69J7j/HTXGAJjjF4/kQf1TyQStCVbzpoJp/prfN2L9bqLBpVpXqrXXaAyjbsNkig4vAwEAg5fJbfin3ilwdVH42TJf/XRcxE+GYcypjHUXnwuzkft1V/vwWCQdieIotwJv4vy6/Hck0PO1bItuDxu7k9euKVTfAcv4RYe0S7QuzGG62IRjCMjKivWCTd4aXyB+qqeRY4+qWwbMo4Mi6eai0B8U53aF+ep/sZoPOOMpfn82jyodx6PBxpXbSU/uosegfAVcemuOpWpzhgD27JgG4GBi3e3ZQPUIfFc+qv2anv/XfTZtk1b5IXsTHHdLOJSnYCTdeanMdVfZUUwxkBthUNrJth+tqFn1RljoEvjit4iCJfKhEv1xhhs93U5fdVfPBLoWXX3gzHbeHHvEi7hFp3qo/kU+asmGkegZ9EF2jc9C4wxnIf9yfjqL9C4alfsB17GGLKkgOJ4xTF1F2hexfbGGEe22M3pAxgInzGG41mfgDEqB7fdvGPnhUP4BeBVnLdoEujdmE/pUDuNSRPE1p/+v11WcMbWnDUf3S3L/ntjF9uqt8X1tykXuhtjYIz5pL2LdlVyWqQD/xcu4VYzY7ZxGWP0+gmoXqB5bM895/BB73nKsOqKoE552rj7QWUCYz7Fe3971QmK8ynW6a5ygTHGmafKRIPWUnqscVSmNuovvoiPAmOMwxdjDIqX2giM2S4zZvuuMtuyP5Ex8VAgPKpz2Z/Kvcrs+/gv3MYYhz4YOGOqXsBiZ32l46JbIJodoL3VvVhWIC/1XgTNq1hXLNO9QP4W1UNt/o8gT6GTXwERYlkibhsMfQd8KqPCQUI1FZbCgeK75i/YLgSLt2VWff73QHRL138T0ukMfcW0A6pTuyJoboKijVa91lmg8mI73VWmeoHqjDEQjbzBUoPfBDVSJ5Wn02nHUQMvddLiyrhqgwwFQ84mpsVXnbOIlkH+nqMrPJo0u8KyLMcYStnUVgDnEsvp+NLdz+czMDxg5XhPpDaxHl9zgne223JwJnh42NraYqA+hTwFwLbdsOkMbzE4NcWEwPUb19DbdxcTDCpPT00wsLcGt8cC5Y8H8C2srizyILyOoN8Nr7uAfHYL8fUlOvqTDIhMYD02h3xmAy4ricpyP7raa3HkQDd27WhBd1cjDjDpc/rUUTx27gwP0o3E42X/dQZD5wB6oAX6DykGO/K5Ag/gKeKxkOFhdoOBrPn5WSjwtLgwx7I8x1slraN4992L+PkvXsFPfvpjBjjf4KHzXbz/3vs4/867TqB2YnyGm1bG4XMlkzedHd08oDUyWNLGg0gjWlpbUcsggaGjH2eiw1Bw9fOoKisJh5mIvY7R0VGOPcdDTRIWg5Je4yVPXDw8r2BsbAxj42OIb27Sicogk0khn8sy8BXkAaqNQcUI182PWCzP9lsMiixgdnqJicOY82nt/v5BXLp0Hdeu3cSNGzfRw8OhguUZCm8wGACofV46L5VVZdjBIHRjUz2TdqUIlfjQzmDT4SOdfC9hYtEHy84jEPCApy4kEptYJ9+iDPp1dLajubkJbq51lni9bjoXnGeeRmGdCdq5uTlsbm2yv4HH66IMAW63CzU1lYhGw3Tk3DxUrjl4a3mQ27WrBToUp5i01CfaAAu69K3R6ekJrMUWeVhfIh828PDZw/jKF5/FM0+fwckTexho6ERnZyn27KrFiROHGUQ5TB5VIR7PcoxN6NPlSkh7/V5UKzFDozI+Pk7e3HAcVb/fjyCdS/28qhyjDPXLQ2dJwfdTp045h8jp6Wnom1TqN8UgRjK1hfqGGjz51DkG8U4QjuPzn38cjz32EOo4n1UGYu7cuoOenrsQL9RHwYDqqmrs2rULtbW15IGf/KhFc1MLAqQhwcO4nPMUDy5rawX8+Mev4uWX32AS53X89d98D6/88hUGnYa45isI+Lyk2U853KIx2qJc55HmYX+cgZ3pqXEeRg2DNS7qwgb0KW/btrgWFserJv8jnJOfB+1d2H9wD2UJuMag8nvv3WCwuB9XrvZibGKMjrALK6srzkF+cmIC4kkoFOL86hCksyybop/tfPDBUwyIlDPoWImdTERatDeXL1/gJpulTcihe2cXDjAJ3tRUB6/PwsT0MLZS69A3DOuYeGptayVdtQxOjHJ9CwzIn8S5c49SNnegvb0NtQwuBAI+1NRW4dDRw9i//yC6u3ehsrIGfiYkaYqQTQJW2kbfrWH03uploDaFTSZg2tra8ezzz2MPA2m+QBAwBgf278VXvvQFPPf8OY61h0mQAOmyHXo8RFZS4kdFaQlpSWGF9sl2A1HK7K5dOxiY3gPxYHx8ggmAeSjh7/cHEN9IwIB6UvBgfm6VSbN9CAZKGbyZZfB/AetrWRgGvOIbSQaL1tDEhISCiYuLK6BppmynoSTcDgZPWtvaoJ/aUWDKsgtQMvrs2TPo6GhFngZtoH+Yyc9VrG9kaLOWqf+zKCurgIEb4+OzCEeq0NyyA0cfOAV/KMqg3ySTFqW00WlHH7IM7O3ddZDjtVFn9uHMg4+gs2MnMukCEzZDGB+bhhK7Pm+AtCYxNp7C3bujTB6sQUmqwcFB3L59G6JvlfIxPT2F9fV1NDY2UOfilPkeiP6zZ8+S9gMMmoVA84s+BhJz1L2dO3dS5jzYShjyN42V1Th5NgfQLu3du5vBzpPEvYH3P3yXiYpBGCuHXbu6kEjG2XaR+jRLXZyjLgxSxizK3H5kCy5sbKbRS9689sZbTFq9j1BJLSzL5lxoP3kAnKEd0U/JHT68D888exbHTxzAju7N4N/oAAAQAElEQVQy1NdbHDlH3tjkJYOMb99h/+tYjWWpoxHOOQuPqwwBfwX3sRWO1wz9zHmAOjDPQNnA4BDLx/Hue2/TXm/huWcPMZBVDyXsdlL2c0zaXLp8mfbmDq5dv4lKJhBb21swNz/HhMYYFhk8XmMCsrwigq4dbcjmN5HKrpNncayuzUHfcgkw6ZLPpYFCmvtEAQ2NddS3KszQzt7u7cfAyBgmGGC709uL2NoymhprGdiPYWVlFdO0XZWVVdSnbtrFCiZSBjHGxObGehwZBrE+/PAiXLYHnUz0but4CXXfy3U4i0XOT99EjdGmu3jwvfjxNQZiE5SLOGUvTbscxwoDtbKNfp/B4uw83n37In7x87cxODAGtytIuYlB30ydIX1pBr+nJmbxPpNPV69dI7+ypHEFG/ENrK3H6A+sQEml61evYIb+gp97h40M9/eTDIQfoS3qwfd/8DL+w3/4Hi5dJE+v38bc3DRtxxDOnHkQ1TVVDn9XGfCfYfno6DBCoSDq62opm+v4n/7Nv8Of/8Vf4NVfvYJbt68ik9ty5Gp1eQM9d+6ipqYe5WVV6O8ZRJiJJv3NzsnxMchX0B7yF3/xI8pTkjY1T9ubB9WRcpzCIpMoBcq2y+VGkva7ra0D5ZUVLF/m/BZRWhmlTjZCsl/CJNhjjz+EAwcOIkYZq6trxD//o3+Kf/QHX8OBg904fuJBdLbvhtvNAHQ2hanZSdy4dZPB4FXKRhpuyoKP0NjURt3wIJMWLWnuz1sO/4JBP+Wk4Ky3x+3hGiWxupRDOuFCNu0iXq4J7Y58H32QJ8DAW1trE5NHPjTWV+KxR0/ht77zZRw5uBN9PTcwMToALhT3mTTGJibRPzjCwPck7VuY9f3U93588N6HCFEfnnzsSXxw/n0GfSuYjL6O2ZklLC/FmaheoH3yo79vnHcvgkEPfaA1JpFu4c1334aC/Hu5F0VLozAmD30TL5OJkZdLmJ8bpH8zggj59sH5D7G6uoX+/jHaC5v8yGB0vJf2ZAu1NQGuywbvUXi8eZw4cRAV5RHqNvhusLA4hdj6HP7lv3wSobCLchbEk0+e415YipaWTmzGE7QzO9Ha3og5BpqzuXU0NZXiv/rXX8HzLzxMujKcVxV8bh9qqxuZUL1D3D6ucyV27NyDXL6AA4cOUCenUFdfy/VIQB8umKFOzM2vIpUxyMNganoOSqgkuF+3dzQjGHCjf+AOzjx0mPY9A9tt8MILz2NtLYGJyUnoTw7YLh+GRyeZ8LqOeDyNDz+4Qr+hiXb5Gm1sB1548QT+0T85hyMPtDqe0+2bd8n/K1hcGsfc7ADy+TT3Kg/8/ggTZn1YjW0hmwMs20M5TsHtsbGxucbE3Rru9t1kRRZxJkZ+8tNfYXk5TltWhUQqjY8+/hCXrn/sJCjW2d7tM7QTJ7G6vMR1WeA+48HTLxzEt3/7c7BtN2W/wHE3uceWkN4W6M8vpJJ5/OzlNzE9uYzYapI6PYWf/vQ1Jvtuoqy8CgsL01haXkRzcwN279kBi0Hv5qZG6O9yl1eUUOazeOyxc7BMDq/8/Ab+u//2T/E//5s/xX/6s+/hf/jv/y0+vvIezp07xj2/GXv27uCevRenTu2hP+tHfUM1Pv/F53DoyB709F1nmRtlpQE8+OAxRMI+yoIXpdEgGtkuk45z7x5FhsmRDdpKH32NNH1DLjoymTTSTH7t3bsHEdqXkmAp9/gt+uBbmJtexOjQJH7ydz/DJM8Kd5lgN+4t8nYVXn8BW8kVnDx9ALduXWLSYoT6mAJNDc49doz0laK+vhyhqAdp2qaG5moEQh7UVDegr3eYPIsjncyQp2mOFUff3Wkmf9+FdGx+ZpXnnhXMTK/S553lfhXFxMQibtzqp53ZgmW58Pobr+EEk55tHY0YHbvJPW+d5XkUaMi+8Y0v4KGHHsQTTzyB3/mdL8AXzJLmSaysjeJO72V88OEFrssm6bWwGY/h6tULHGuU/IqgqqoasbVFPPPcI1iOzcDYObR37YDXV0qZK6cOx9jPw33F5j5Tgzh1zaLsDQyO4fKV23jv/GX8f/9/f4Ja7mse8tmyLNJlGHQ05K8fm9SFDer91sY6nn78YVg82+ln2F1WAcmtOCFDvQxBZ9Fa+tZlpZX0YyZQURlFmufHvv7biESiUJJM+1I+Z7iGWVRWVSEajXI/+gDLtOH6QGo2n4TPZ1BZ6cc+JuUef+JB+jAuntsu4cqVj7DCZGlbWxMWlxdQV+dGuKQUC0yWDQ2NOntHhL6iPkx86MA+5Jggeo+2cYK6K3/v4sWPMTM5jtmpMbQ0ViGfzWDP7kZ85sUH8ewzu9Hfd4vzzdIffxMDfVdJRw6Woayl4ti7Zyfi6ytoba6Hn/a/orKSdukziNMPfPud95kIm+AaXUFr627q/iAGByfpu8RI81VwQ4CHCRUFbGXzr12/ho8uXMGFy9fZfxXf/e7XHd5VltXQXqyinntLE33vUw8/hOq6OqRp29bWM7QbBfKpgLu9M+jpH8Xo+Bh9I4tWLce9MAfDdpGSMOUqh6bmZsjPWFpe43kkgLrqJujXidZiW5SbOdy5c4fttoC8BY/HQ31vxd69++lbrFAewb0qA+2V9fXq1wibQQMXA4T6Kdos98W7t2+gJORFNOKljzHNfegqrnz8HnnwGkorAnjwzCE8/OgD8PD8uroRxyTt7t2eEercOo4ePUseRml3x3Gnb5BrGueeUMozaxY5ykbO2Ihvppw+K6sxyrOFkpIQPOT74tI8PDw/l1JutN+7XeC8ypFJb7FvEqBDX8+Edv/AKGXYxu1bPSgtLUd9XQM8nGeSdtTno0zzfO8P+BGjPOnstroyT/0Ahkf64PFaKOFZK5VMobm1BbbLYHFuBgf3d+FbXzuLpx4/iZqqIM6cPoQXnj1KWbnF9VtBXU0UpWV+1NZWwGVlkeY5a3JyAi1NVVhbnEYhu4kg98a2lkqcPn6A9G5RFkfoG2xii7GdmopKzNJfzPJMn+c8crR98muymTwyBNt2QXM2xjgyZTHJmM/nuL8I8qAgwBjD9yyB7wDfCRbIi3s67bI4Pxdtgxs25+X1ueHm/gMmXgvcIWVjBTltUAD7G46dIa0ao6ACEBkKmQIM7QApglWwYAoGFmyAZSSd7fNQklZ7bYZ2O5fLsSyHNOM/Kfpo8n3zDEYWaPsEOc1Dz8g7Y8r/0npt2yILusSLApEX6OvpXXXGGD3eN18D1RtjSKZFHfbBpuyqTPPaHjuDbDbr0CMaRJvuAmOM094Y4uU4Dl2kM0fQN1aTpF8gfPLvvG4P523g4hii2eL5W0nkFOec5ZwEGSZ31d6ybNph8p1tjdmmU+XGGIdWy7K4vi54KKfCpbvP54Niiy4mkVQPXsYY/otP6BQOmzjVR+2cSv6jeWnOqldfY4wzZ1Y5PBYPEkwYiid61vwFaq++ojvBWKIgx/nbooHj5MkXtcuQh+qntrqrzBgj9M56qL/KjSF/2NeY7fGz9/hhjPmEDrUVCJfwCESHkBljnLlqbgLxRXfLsqFLbXOM0WmsHOVM/YzZ5q9wCrL35Fn91N9NetRO7QUWeW9zbj7FduhLi+der9dZCz/jQ3o2xjjzUj/xWmsjfEUasvf4ofEEehdtxhjSbzlzVV+VCVQvUJkxamNTFz1sa/8aiDaBMcbRKfUVfu23WjvRrzKt9RbXU9/S1rqqjeqcO+dvjIEutdW4Aj0bYxCivfNQ1mwaVGNb1MICz2e0YfS1hEtjqf02j3y0ld5PaBQvxFPxwiIfjdkeR/PSeMYYZ+6qUxvh0F3vqtddoGeNIXr1SwkZ6pDGFSQph5qf6gVFujW2ngXqb4zRzdFv4RF/1H+T9l6guQiP+KI+wuU807HMUsaztC+CDHU3Q5mSjAuP+ik+qL4aQONKJgTO3N1uR1aK8/g13MRrzLbsfDIey3K5vKOPxTLxS/Zc+MUjgco0vkB0CjQngcqKfXXXmOorEB3isUB49P6boLkIh8ZQO8l5kLKvOendGOPYI8m5M0fqjHAYY5z1NMb8mt0STwTqfz+oTP1s2+W0N8Y4Nlr0aj6iXaBn0aK11/xUpjbGGOjSswNcI7Uzxjj6qH6ah+ajPgKVbUPeaeP0I8//j+5qr/XWXe0K98Yp0N5pfN0FqrsfVFaEYnnx3RjRbpz5Csf/XTDGfMJrY4rPv46lONZv3tWqWCa6NC/JnJ7vB5WLZwI9C4wxzlpp3XDfZYz5pFxyJTDG/BqP1b+IX+MLh21bsGlfBYY2QneB5Ex3Y7bn5vS7x3fwMma73Bjza+NKpiSTuhdxCI9F3OClcXlz/jdGOKxP+quNMcap0z8F/qNxNX/JkPZvzaEIkq3t5yzy3F/UVvgFei6C3gV6L971rL7Fe/FZ7w5wrnmBaLgHBdJWgKFFwieQpwxqD86rhPUWfXEXY4IC7cviKVheIA6NLeCjw3PpYpFXlmWzmXFA9UVwaLmnH+KD5iwcKi++Szf0rLIiaD4q0119PoUsLNu2YRnLGcwYA4uLI1C5McYRGnUUMt2dzjyUaeACJ2qMcRRH7+pTBB0APB4vjZObODUhC7rUTnd2QoGTydBZi2+uYyW2hHU62GkeXAomDxj+T0jxMJBIMAloLHhdHgf8Xj/cLjcdWpu0uziGB9oYw5Ewnw0PKRsYHRtm8Ow8evt6eIhaZ5A4xgDMMhaY1FTCbGFhBot83lhbZeIzAfnXfiY38pkEkyOr2FpfBnjQjUZ8DGqF4WaiL80Au7bdEJNh5TywFLIFlnsR8IV4sK1GbU0j71UI+EN0CEuQTKZ5GFyBvvkW0zjMwkRLS9DSVoWm5nLU1JSipjaKQ4d2EfajpZXBrqAfclT1DZuhoVkAXgZbGpjQ6SDOAINe64jF1hg8S6JQMDzUJKGfQt27dy8Pyp04wuB9Z0cbfF43FhZmHSdA6wauVSqd4L88MNugk58kP1acTdh2uZDhmmpttT5eJgL1HtfPRlLwKyssBgub8Oi5vXiYQbi29jpHLvSJ7mtXbzOYMsoD6zzHW8TC4gIKpsDAQQVp7sLZh05j/4HdaGioZZnmW4aKygj8ARcDa5vw+d1MbDZTCQAFNisqyqCEWC2TWhbp3GBAI87DqWRAwq3DZiy2jq3NBOeegOZeU1Pj0KMguxLHq7EVbCU2kGViIZncgpKyOpyWlkbR1NTIg3QTIpESh5e9vX24ziSwAhtqU1NTzkCthweqTaSS65SxNOUj7gQBNuKriEbDTt8sHY/+vl4G3WZJQwnOnj3EwE0b6cgxsDCIGNcoxUNiJBKBm47HIgMgdxhAn5ubh/gNXnJYLNvmWqS5ngksLS0SfxQnThxHB9fQtg1Ek9ZO30qoqip1eFlZWYpAkHJHqKwqR2NjLedVC317LkEZVSBwYXGWeJOEtANyHFZWVjAwOMAD900oYH/+/Hu4dfMWLGsLPp+FQMDFJF8lurvbeEgOwGWnCEk0Dm72aQAAEABJREFUNZTjzIOH0dpSA4M0+brFgMC8c2dWEVMzY5hmEN7rdQO0B31MsL/xxocMYI9iaHiIyYcR9Pf3MlDbA32YoJCjvnniUHDo4IE2ytWD+NIXP4vTp08w4FhCuVylns5TZupw8OABdDEJH6ReJJhg32Iwy7YtbDF5nuP6VtdUUMY9mJ2d4Rj9uHnzJhYXF+Fye6gDfpRGK7EW22R5L4YHJ/DB+wqC9DCoEOcabWCAQYj337/oBFtIOsQnqhXq6uuxa89eHDp6AvXNHZTXUtQwQFNTUY/u1k64mFDzGAvL80vQ3xfKU0/E35mZaSYWOvEAgwdAFlc+/BVq6yqxb+8u7N+3B8888zg621uoL+Nc8zidyzQUKLt79w4mGPjyMYDi9lhOsscf8FI32hjUOEqZjNKWrHO9+hm0WidvpxnwHGKgMUW+jmCcgdR1zjMYjOLxx8/gicefQEtLGw4cOAQDm4GOHDJp6r7l4tp6yaMVysEdBoZWyedG2q0y0rOJkdFBKKm6b/8ulJdHHFnv3tkEBXyXl1YYWL+LS5fuwOXykVchTE3N4sq16wz+3cDI0LAja2EGuMrLylAWKYVtXJR/H8pLqxz6z5//CNeu3WLgeJZ0DzBgfxnR0lIniHPgUBfXH5x7mmtXigceOMGk1VkG+19ENFpKiKKxsRFKepeyT4Q6fOzYUehZibPGxmZHVkaY1Lp67QrGJ0bg87nwu7/3LfzRf/4ttLaVcd4MQPHoJPnRN1fqmIgIlfhpm8q5Z4zQpuahQ8gBJp/0zeyvfO2baO/cia1EjvJuU0fXad/DDOjWQn9DrYYJtW9965v4+tefp/ye5OHQxo6uDme9q6vKeGjzoqwsiM6uBtTXR/nsQTQC8sQgGHRz3eacDzL8+3/3d7QlC5xfOedTwrXYwO59rdi9pwF3eq4hvrVCGfRiemaGNCzRLgTJz3lMjA+jvq4cJx44hFhsgfYnj+rKatqQE+jeuYsyNYZgiRfLDKIx1opdu3Zy3CCWGMxV8m9yYoyysYUu2puZ6SyDtSEoUbREHVpemsPhQ7sZiL+CkZEBrreX87Nw9doN6tMUfvaz67h46QKfr2BhaQZKgo6MTmB+YYH0p3Dzxi2MDI+jsakFJYEw91gvJsem8P575x0+Hzp0CEEmB8TnirJadHXuouw+Dsuycf79Xuw7sAOPPHISzzx9DA+f7cS3vvE8zj18gjwMoqWpAbFYjGvhZmIhRf2d5HMp9XsE09Pr9As85GMpDh8+hLW1JN5+6wN873s/wgcf0C6NjDOIO88+/bh2uQf69l2Qe3Z6awtbtPF7dneRj2muUxCRsKHebHIvz8DlzmFiapKJnhR66FfoW3Y/efmXyPLg3tBQzwRXDufPv4sf/ujH3FOu4eAR7ntNdfAFvAw+93POGc7vYSZbDmD//j144dln4acvI11qaW2DbVkMsobg5f6rD3Sk0lkkExlEoyHOzY+GhkZEogHys4p+QzkTa2EES3xYZGDU2AXkCyk89fTjiJaGECmNwsUgbJI4Cgz4KXD80mee5hhuXLpyFVkL8IX96GEwNba2Rdpc2Ng0Ds8eOH4QX/rKZ/HY448gHA5iggmT4eFRIO9CNFIBl+2Gft5zfT2GAv/z+X3cy9NIJXO0NR7i8iC5mWUgBLQvG9SBMO3hcRzYvxcKek+Oz+LA3sNYZxK6kM9gbmaSNn8e6eQGdX+RYwbQRR1KZ3J83+R4ftLtJf4CxkenMMeE4WZ8C9NTU2imPbh88SJOHD8Buo7o753H1St30dszgo72ndi75zD3tTC+9e3P4sXPPItUNg3bU4D035DfafJnYnyMOhFAMp5ERWkjskkfMskS0m5Rhkfx0YWb6B/iHjY4SBntwhjlR3TbtpeyWEE9XML5988jEPTh8JE91Lt2NDbXwpgsZWWNZTtx4uRR1NbWo5B3cy4lcLsi1KkZLK3E6HulMT8/SbrfR1mpxQPMBo4c2oO+ngGgUHD46A+UoJX7TkkowuT86/D7A/AzGLSzewcaG2rx9NPnaK9DTOiWYu/ebgQDbuLx4MjRBxCPb9JmtjIBcJt75Bh9mTjt4BL1+g5xROFxByAbZrinlUaqqbMTuHX7Dukq0OaE0FBfRx1bw8TEMFKpRXg9mzh+souyvB/79nTj6JHDOHTwAMorwghFLDz97GG8+NIpPPTQfnzxi+eof8soi/qQ3Ighy6TgNe4Xu/bugzfgwzMvnsPZR0/jbs8417kCf/uD83j7javcZ25jeSmNgLcaPXcGsTi3ipXFNe4LftqoEpSVhiDf/DB954np29h7IILf/0ePYc/+VqxtLCPJhFB1VQ1mZhYoJ8ukfwuDAyvkcwwt3M/PnH0E2m8tF+AL2jCuPGZmp8m3AJZXVtFNn2NpeZb+7CSi4QD3aYOvfumLCPiiWGDSPp/2kg4vzj54Bl7q2SaTwVkK4MLSNA4d3guf38Zbb7+F+GYMY2ODtNde2BxjcmIASwuTmJgYxFNPncMf/uFv4/Off4G+YwtCJV7azST0YaA0A7DGGNqWDCxj4Stf/hL3zEnoA0bjI5PIM7jvp18Z30iQJje42ACD8zAJ7NxXi89/5RxaeM5wM1l+9+5tPPjgSdRUlXBe9fjcF57hftSI2voyvPzLH+PmzevYtXc395k+BMNR7im0pUwKPff8CdKcRiqzBh634PFZPO+4UM1kZiaTJS8XHZ1ubmkk7+ZBJpLeAhoaO1ASKkVtTT3GJ4dQ31CKA4c68eWvPof/4r/4z/As7d61q7e4xlfx85ffwDtvf0C5HKSoFzi/FazHEhhmQrCrq4G+Sgk++uga5cDCyNCg42utxeKYpt9xq6cHL7z0ImppA1557R38krAWT9GnG4b8MP3qQE1tDQ4dOsI9eS9OnT6Hh84+xb27BSsrGQQCIdqaMMrLy5FOJXm2NMinsvjSZx7BP/mDl/CFz57AU0+ewGOPHEUqsYqNtXnqSpb89mCgfwibiTjef/89/OAHP8Ivf3keQ0MDCAS9XPNNiMZa+osed5C+2hQki9rXvF4vbf8+JuAfof48ysTit3H6zCl4fS6uvx+RaAnPU4PkJXD27FnyspV23QX92s/jTz2FHbt2cf84jXom/QYGR6jTvfDynN3b00u7OItKzkW/ShHmvvrCc89AH7A6engH2lor8FvffZ5tt5jAGkR7aw3+8Pe+gEI2hYNM0h/kfhQJhZ1v/m9tpWDBRlV5NW5dvUl5mMWdu2O0qZM4evQM1tbSqKiq5vn6In3BG8jm3DwjdJKHebTQ54zwzHOV65uh/a7geW4PE7P7D3SjrasOqVwGf/PDnyAeN9xXYrDdYVy4dA3Ts7OIrazj+pV+3L09Rf1YpP5cx8xcgnalCT/6yavUC5u2s4BQwI9q4g3S/nlsLyorIuy/jNGJOZw8fppr6qVfdZMyu0V7XYennngSwUAU0s9MZos+Zin8DKKGSgLQt8pdtk177CHeMPfbFO3yKNc2QVuXxOzMLOWlAkv0hebnpmmTZqlqSeza2Y6ujmbKeCW81P+aunrOJYTVtTTXrBuBUBU6dxykjavC4OgiYQmrGwXiSTKpOoW19RTHyiJFn7y1tQMurmEp187FOS3R/uhnjEOhAHbs3EF+x2in3fj6V1+iLxJHYmsVAS/Q2tyAZDJBnztHfFvU49soKQljcnKKZVn65tNoampCnknna9dvweJ+l+V+F+AYEc7d486TdyFESwP0fceQYgwgQj99fT3u9EmnErQZYVRXuNBY44bPXsOJY+04c2o3Du3rQGdHEyyTRX1dGZoaa8kHG2dOH4ZhUtS284iU+GDbaeza0YYK+sAtDTUI8nyTZxxkemKCeuRDjvGdA/sPorq6hvTZyObyEL3GciFDG5NjMM/F+ISbSQ/Lsp0Avs31MsYAjDMYC7A4L9CnV/xC7bNM8qQZV8owMaJAtUB8yvHMns/nHDujLpZluEeD73nkSLPq+cZ5eEi3jQJAu5/jeudg2QYuJmZtgWXDwEKBfM3Tqc5xDQ19LLfthsflhstYTLgCNu+SDXAPh2wzIc9xnPkVOFIhjyx5ns2lOX6GnlQOMPlt4FuB9XnGyIwx5InaZrmuafIlw35Zh7YCcdvkh3hQBLfbDZ/Ph0AgwLl4If4ZY6B6Pat9jnxVX2MMdBljYLtcMGZ7LNUXxzbGULdTztjirTEGlrGg5LGBgZdnbbftgsVngcYQ7hz5nWaCSKB3jW+MITsKznxypEGgeiUTlEASKBmksgz3QNGgNgKV6Q5eokMgvAKbPLAZcGUVjCFVBJUXxyze1U78UZ1w6a4+qheoXmXCLZoEelbsSfcsadaz9uckk+S6C9THmO25ZRy5y34yR/XRPIRfvNH4ugs0njFGJDh8ER61zVMPfpM+tfV4PM7aqq86GbPdV8/C6+X+onEkV5L5TSbVFGcq8s6ZA/VD89rmdQK/Wb++vu7ImDHmE16KFvURfRrH7/dDIHoEepbMqc4Y48y9OFbxrr7GGIg+8BLODO2R7pqz6nUXFMvU1hgDzbeIX2V6l3yHaMdVrjL111jqf/8zh/qEt3rmrCC+bG5u0H4mHVqFT7zzkH9enmcEsAxSXEt90G9jY7ut+Ji5J5fCpXHuB41dpF3lamOMceyJ8As0VpFn4pueAUN/O+votTHGaW+McXiluYGX8LloFyQHwiFe3w/F8hATxeKN8N7f1xjOXGBbDl5jzK/xBXzXnAuct0BJ1hTnusWEtXRS8qK5kRSHPtEg0LiWdQ8nK0Wn+FAErYn66V11bOL8r+f7++pZ+ATCp0YF2sACbZxwiPf3g+RRNEl+t9dz05FlrY/G010gXdC7+hbbxuNx+iBx5ga211X1xog/GhVkhfmER/iNS/R8Sl+Bdpg2m22MMQ5ftCZaZ5s2UXPRu9ZCd72rrzGf8r74Lv6IDs1VzxrnN0Hl94PaF9/VlrsKdOm5wP1Jd70bo7ltQ/GdW5Aj+xpvm0/b8iecAuEt9lefIqhMdbl7Nqr4XMSjvsU2+Xs06F1QxFG8/0NlxbpP75/S/WnZP/xkjHHWrchr27actcQ/cGnsPPdX0S3ZEA8Eor8I99epTO3VT6Bnwf3PefoXKhNvnDvx5wjbvkye/C5Q50SM0T+f0HY/Dj2rUnfhEGw/F5CnLuj5fijW31+m/gJjjDOGMcbhi8W7MQY290vl0MQnPVvUX2O22xafAcooKFEcM899T3uSxhJorOKdTTgnSRNQLNO9COKh+CrQcxHET4HTTnpORMaQBtJSoJ3Ls0z1aq++xTVSOUmDZVtwuW24PG7Id7Fsm/dt0Lyka263C7rbqiO46CNYxK933YsgfZWOFttaFvGwnTEGxmyDZRmHb2pjWffsHevAS3OweCfZBYcJKhCIUcYYqIM6GkOmiqEUCseAMbkpI6bJabICTVh9LRFBonNUohSTiVkeqAp0NPNMPGb1rYZEGnLoC6w3AATUIpUAABAASURBVFxsq8NgKBBEgBs0/WOuCKCycEkEJaESuCxuIcRhjA31y9JRFugAnEomSaeLgY0w6uprUVtXDUMkSj5l6aguzs9DP9ezSeOZo3MnpkmIfB4fSkpCDJaWIMrott/jQV5OBpM0SQZGDJ1zsH18PYbY6hIP0jFsxjeYBJmCfpJvZWmZtBhnbGM8mJ9b5qFzhpuh4aG4FLbtRT5n4PUH+B5iUKAUDTz8HD52iEHKh3Hy9FHsYbC8uiaCxqZa7NrThcNH9xP2YTcDVIcPH8DZM4cZrDmG4w8cQQUPWnNMxCkpl0zysGvneBCcIj2jmJubxOzsuLM5LC8vI51JwUeHIBIJo6W1iYe7OkTLwvDwwG7xMJDgAUzfAlxaWoLW2k/H26JwaIPJUxrcHg/EqxkmqHKFLPQTuadOn8TJk8ehZG1XVxtqGKSorCjnwTUEycj6eh6ppKEDH6ST5YWSev0DdzE03IdVJsoLhQxia0s8TM474PW62DeAYJAHKh6w3VSIMOmVQMvBWl/bgG25QQ6TlgIylJ18zoLL9mFzMwl9sjvHg0w+ByS2kjw4TvEAPkHcS9Ba5xmREh45FR3tXSgvq4CXa25gI5XKYJPJWFuyR+epjImfiqpK+HjQs22uGe9tbS1obWmGTX7lyYPy8ija2lrJy3rKSxiWDTQwiPnwQ2dx+sFTPPCXcQ1mcPfuXR5s1xiIXSYPUgxe7WKg8Qj5dpS0u50E1uXLH0M/5dTf3+9s5kE6hFJyOUHBUJC6mGOwc5EBn2Wu6TryhRy2GLiJb64x0DfPxMoqca/R+driaqXR2dVCmTqL/Qf2MmjaghomeDo62lFbW8W18KGmutoJkktuRobHuObkguVy5qNEVoaR9frGGhw4tBPNzdWob6jA0WN7mcg6jAMHd8B25bDGRE2AyVa3p4CN+BKDDTEeABMIR3zY0d2KNgYWaqh77Rx3FwMAx4/vg49JAYv8TDChHQj6SWcbHnvsYXzzW1/GC88/joMM8rS01KGqshzTMxMYHunnWm6gubWFia9W2LaNRGILXq7RIpP0klcl+fVT0WtrMWdudXW10LdOKypLKXs+DA72Y4hBt6HBYawsxXmG9WFhLo7LF28zoXIRt26MYXMjS3mowfjYPIaHCMOzuHlrAh9euILr1/oY/JrnOk7glV99gL/8/k/wyuvvMQHRg+vXe5GmHPp8AVRUVNF2RLju5dDPWM9TNy9d+Ij1KWysrzFgE2R5Gxoa6vi+DJ/PZp8I/JStEgZJvB6b83LB5bagORw+chBHjhxynPs1HmaStGszDOQsL68iWlqOYCDKgB6o70sMwuRw5NADaG/bgVUGoG7dvMO5rjHQuIHV1U3i9ZJ3FnVinDox7sh7V2c3KiurIXuc2MoTzxplbIWBoxEG74YdfVhZXMcNBsEmx8aRSW2hvNSHk6d24TMvPo6nnnqIQaVSbGykMD+/yfmVOPa6vLyMclZDWV2hTi5BMizH2zYu1gcQYXBngvhctov0pzHUP40MHXTtHT7y4syZB5FMbTJYd4uJiRLq0l58+ztPQx/YkC2wjM11DXIu07h54ybnQv7yYKOfB/yb7/016wJQUufDjz50xu/q6iIfD6K7ux2DQ708DG0ycOaGx2sof814/Mk9iDJJPDc3xQBuL3m2iPqaRkSCZQw4djHBO4hZBuBXV9ZIZ472PIdotBT19Y3wuL1czwbYnEswGHb4V8r5Ly0t4M0333T+bpySNLK7e/ftpoxFGNgaxthoPwJBg3DYRZvfwmBqKxpqS9FUX82gZgPPLzlw60OGQZnV2BxyhQ0cPNKBluYyZPNraGqtwMLyOIZGehEMBbFrz27OK4ml5QV072pHS2s919zg9OkTOHHiGFpbWxn8yMBLe1fHgHZlRQTVVRHU15Xjzp0eePxujmGhd2Cc67ZJG5N2Ek+/9a0n8Ef/7Bv47m99nXp6BAcOdnE8L9clBCWHKquibNeMQ4d3U5bD3Kdqkc+nAOMmjyKoq6lBbCUG21gMMn9AXRxGTXUNgtwDxxk8m5ubo31pIN592LV7ByQn/X0j1MFxvPnWe2w/ibLyOu7lFeC2j5a2Zhw+ugf79nbShnagsiLk8O3Yof3cG0/jiccfxze++U10djZgcGAN59+7iJdeegHHj+9nMq4Lzz33LGTbP8Mk4pEj+9HS0sQ1W0IkEoXH4yffXaSnzUn0yQ7aHhf5sYrp6WnsJY9baf+PMBn78Nmj8Lg8lD0AnFtldSV8DFQ1NNXj4IF9gG2hlPtzC/ne0dlK27mHSZLfQ6Q0wvIotAeHwmEoGZqlj3HmwdPo6iRvGRReWVlEe2cn9I3dHP2raDSC27dv4J3zb6G2xg/5TgqKxNfWqHczju1fjy/AuDLE74fbXeBcWxGNhmlDl6kDi9SdFuwjjw4dfoDrDMS4l7722i9pv67i9dffAAoWevuGcJtJqhvXRwGXj0Uu6rQb6xtJDHGPWGeycmJqnrh24lvf/hr0k96l0UoGCn0MnvlRw2B6lPv1emyVvKQ8cV7VXGvL4jMdb/kNXq+Nz3/hOTz73BP0AZaZ5BjDh+9/jDdfvUF7fIPvQ3jrrTegD3DIp9K3BDfja6ArglOnT+HJp5/C0888h7KKGkxPLTJZsEwdKsMjjzyOs6cfQpTrWEuZO7B/PxoZzDZ5m3wI0SammDBMUSaGMTQ0DH0w7fVfncerv3wbQV8Z3n33Au1YFi67BLdv9TNJNcMkbA/3gzFcu3KZfmEQMc5Lvm4z/acF2sWGhmbalePIF9xobmlHKu3ieizjbs8AKqsbYLm8mJ6eIX1h2qop2pAZzM7N0Debx9jEEH72s5/jB9//BX74w1fw5usXkMsGSMfHtA8rWF1JQgH1Hbs7kEECLR0NqKyrgOV2UdxceOKpp1HPZP3FixdQx4RsZ0cX6R2g3R6kj5klH3zcs3rQ1ztJ3mWxOD+LEPfbXC7J8edQEgnB2AZ5k8MTz5zBnr37aUvvorVlB33IJfzFX3wPVz6+jRde+AJOnjxLehJO++5dO1ASCmM/+St/pbqqnDJci/qaSly7fAEXL3yA0rISeLweLJFf+lWZxuZKhKNZ1NfnaTsnUFPrx4vPn0YFA/ZKuO7ZuQ/Dg6vk7xZef+MDvPXOO+T7IOrrajDcv4jpiXm88cpl+G3qmF2HpZmck9wu5PyorWxGnvvv2uoKJsdGMdh/B4sLEzj2QDd+63e/iAOHO3HwcBtOnNzNZIYFfdCrnQH/isqQ84GJAv2cTupdQ0sLYhvriJZH8RITmQ1NVfD5XWhsbMLiUsxJ5v3Fn/8It25e5TqO006tkw9BnP/wTZ4vSmlnH8A/+6ffof2uQ9+dcfyP//1/wtuv3+D6L8NFX6l/4DZlpBb6cEkBefoIZc6+67I9qOM60kBybxrHn/7pX+EnL/8YP3/lZ5idn4HtMvB4/VhZXUUmk6MNLEFtbS33kTJcvXoFYyMjePrJJ1BFv7uOPl44HEJZ1A+fz8125bQpDZSTctq0OmysbyAQKOU+YMPjDlPfLrGuGluJFfzwRz+lLk1jjTbFMi5c/rgPH1+6hQ8+6MG771zExNQQyqs8+KN//g08++JR2sdGdO6sxZFjjXjhpUfQ1FRDGx1EaTREGgPkjY++QTlKSvyQjzY2Okq/y0MbM04Z2KK/OI/HnjiJmroIFpdnoCtSUoWe23NIbnoQDTfhzs0p/OynH2CoL0ZaJ1BgYn9qZg4ttNnnHj6MTdqjQwcP4sc//gUG+keJs4Cf//wKPr52B30DI1z7I/ju7/w+Nja3sP/QbnTvbCMPU2hsqncSRT/72SvcHy6xz1u48NEN54NQA7QN8fgmcrkC7VkV0jwTPP7IEbzw9FlY2Rh276pEITuPo4db0VAXJdl5fP3rj+DxJ7ro21jkbwEtrY1I8jz24Jn91KtdcLkN94QD+Nsf/Zw+WRxrsST5RDy0uaFgCMaAfAqxrx+9vT34X/79n0DfpvR4g0hl8sjyjDM0Ok/dGsZHH97EK784j7ffvMD556C/f9vfO4J33v0QbrcPra1tcFk+rNPny6QzCNCfKi0toW+4BxsbW7RttzE8PEibkEJFuR/LS+PO/ul2ZXHnVg9uXruJRDyJueklpLYK2NzKoq6+nevbhY+v3OI63EAuYxDwltNeTOI//MmP8eO/fY2yVo833nwdbZ2N5P1d8jmPq9fvor6xDc75PJvD0SOHUVddD9kqt6uATH7T+fZzMFzCvSZAOxfEzTuTuHaLNqxgeJbJIs3YwAzt/O6dndzr6yn3VfRXhqirOda7qR8B8i5AG1tCOx/lHDcwRt8yGCxBQ30TbbON0fFR1NdX48jRvZTbvXBzT4/HE8hlDfwBN3z0w8aZdL19+zpKQml88+tn4LUK8Lhc6NrRjsefOYvuvR3QB4NWVlK0o6SXh8zR8Q2Eo6UIcg291LdsJs0kY7mz79y53Uf+DPFMZuO99wfx13/zS3zv+xfw4cUe9A/PYH4pjbW4wczMJlZiadTWNVNm0mhsbqRO1GB9a4s8sZBiXGOJ53cvz+NK0Mhfqiiv4JrUUYaCaOVZaTflOhgwqKmhL76+DL/fR1nwwjJx+kRn+e7H7t17kCfNzc1NKCstx9LiEveZNfIgCws2yiJhSIcP8Gy3Y2cjDh7ahcWVDfT1j2F4aBIuVwCW8ZInQSiuIf2opM05yPOl2w1k00msrs5zDmvUoyjW15eQy6cR8ocQDpZicz1D+1AGr8+L5NYaTCGBqsoS1NWWoqGhmrLvo/9YwXLyZGoa2sMjkTBsy4bP60OAPHa7PfB4vNCV5/k7ycRuJpuGbdvwkT9er4d0uijbBjbP6DbLbfphxmy/u3iuAhOTBeR4Rs7BxTbGgsOXPHkDXpaBg8/Ftbcsi3V5iO8Znk8KhTxs9lEwzrYtFBj/ggGMMRAexZgsG5DNFhAz+1NO01nuyXnwyI58toACddplXOS6Dbftpv/kIlksJ1UgGGMcnMKfy+WII78NRJAnqKVF2mzOT/ciGGMcmvL0GUWvfBV94FxJnzhjXfKtkzxDyt9UH/BSO43BR3BUqLzYX+1UrnGK/CB5Di0qN6RBd/UXHrVXX53j9F5Q5T1QmeqEy8uzu0BjGWMg3ILiu8fjofy6nXUwxjj3+8vAq0DeC3+xj/q73W7WAKJH9Zp/jnZHY+pd46u92upZoHeBMZ/SYYxx8OgfY4wzX+EQftGhZ/W5H1SmOQWDQYd2jSH65L+LT27KrTEWjDFQP7U3Zhu36MW9SyMbY5w2xugNzviiP0cZVdsiiH49i9e6F/GCl95VrjXhq0OTnwfKQCDo2APNo9hetIoevRdB4xXxq0z1xnxKj+qMMQiFQtRJj8Pz4hobs90uS96L/6JD9AiPeCQQL40xTj/VFfFpHJu6Z8w2DtGhfk455V1zEah9lucLjSmQXCeY4NNdoDq1Uz/Nzxjj8F5lAmPMr/Gh/TBSAAAQAElEQVQ4w7iwMYa8CdCeBx17onEFsi3il0B0C5+X9sYfDMDlcfM8noO+wZkmDtkKjV2ck+jEvcuYbRo0J/FEeqnYrPQyzSS8ygRqrjG0XiUlJQ6P9a6xRYNwa87GGGdds7RLOepDXh1ZZtkW57Y9ljFGpY4MGWMcXRIu8cWYbfkTjaLJGMN+6rstp8YYRzc1rvoI1E/4Dcco0Fhq7CT3qEQqCd3T3AM1B9FojHHGs2zb4b0xxpEV4RMIn0DPbo/HqXO5begSPQI9a0y1UVuLNscYy8Hrcbu3+1Be1Eb1uhvz6TjGbM+/iEv91QYwMOZTwL1L7QSiX/ZD52yB1kjJWcmY1ldt7gfNWaA69c1SFtRfoLVSeVb6cJ89V39jDESTaNcctb73g8pErzEGxcsY4/RRuUBt1F94jDGf7AHCD17GGGf9tc5KOqn8fmATB58xBrJVwnk/WLbt1Au/QHW6q5/AGOPUiwYXE1PFeovyoXaaj59x3206bfIdn9CYZ84nz/1KcD9N/9Az/t4lC/v3Cv/BAuHP0l7oboxx5GebXpfzLJrvB9UZYxw6RYv66f6boLVWnTHk3X1wf7v8vTmqLH9vrvffhUOwXVbgmOAlfBZ5Zd173qZFbdRWc5Fcpal7mXQaelf5NmTZB+wrHAa6NPb9oDJjzHYby3LWzxi+c83u54OexYvfBJXLTttuF2QLJDcwxCrgDXwxxsAY4+CWHPzvAe5d989NurQ9l6L/k3Na3T8HtReondoLxJNUKk2/mTzJ0e+ibcxS5/RhpxRtk2y0bL320jxtpiSIN/JcfC849BpjHJo1ljHGkQ/N38256q65ay6GvDJmm3d6V7lAzwLnWQSJMC2QQMSClzHmPsTuT541gCalwcHLGAMhIyupNYBtOKCxoQSox+3h3U2gEFsCG7btgi5OBzAAuLi2nEyXF26CZblBP4KHOKLLW85zmg5qggmzxFYCEqYcnV3QwTYEfXpyc3OdgcRpBgdvMUl1G+PjYwymxZ2DUFNzC+RUhEMRvoc5nIsBmGVsMSGXSeWwwmTF9PgUJsYmsBFbBymEbWxkeEDW5re4sIANJjeCDE418fBz8NAhPPLYY4iWlfMAsorBwVH09vRjYnIatJ/cnMMIBMM8eJUxCFjBYFM5qph4bOtow47uLpQz6WPxwO0LelGqIHddBbZScUwzIRpbX2EQoxQ7GWg+cvSw860aBbJKyvzwl7ix7+BO7NnXhWYeqtxuN4KMOFdV1cBLhzVJepVonWDQepDJJH3qfnF5kcGLBQbM5tDXx4PdQD82GEQCAzyBgB+RaAQSttVYjAeidcfZyWayKNCJz/LgEgj6uIHZKK8o5by8cHPz00GkubGetO2H/qbOiRMHcOrUfjzy8G4cPboDXV3NOHBwH3YxIbx7zw4nsONn8H5jcxVT0+PgSYJJjXa22Y/9B/bj6LGjOH7iOAPme9DdvRPV1bVIMzCQSKS4NjFMT83h7h0dVu8yONCH+fkV6HDs9QZQWloKl8tNeg0qK2oYMKjhGkdhM8DgdgcYJJ1nAOUirly5jpWVGOn3oKwsyn4RygG5kM8wCMTDal0dSsJhxNZiUDL0ypWPeYi/jUEGIvoH+tDLoMc4g3cr5Gcg4IXW5tFHz3FujTxULkHB93km7W3bQg2Du9FoKeJMyK8xqXb1+jWOvYIAg+/RaBSVlZU8hCahDXuVQbMZBu4XFuaxzEP0/PycEyA9f/48bt++hbHxMQyPDEN46+tr4SMfM9ktVFRGCFFEIkEHyilHHo8FN4Nx+huxHZ1tKC+Pki95HmqDqK+vI1+rEPAHuI4hrCyt4vaNO5gYn0SOCenKqkrKaxTzi/MMilzBEOcdCPkQCPodWtNMzsfj6whw7vuYJNqxow0PHDuAp596BM8rKcrDeENjFRTUW2WgMxyOoLGpCaGSEIwxXM8kJE8b6zGsrC4yQDnFA/4yZniQvvjRZbx3/l0sLs1RJ9fJtzUMDvVDQfAUnTatieR77969OHDgAJM57eju7nYCKjo0JphsLeE4UcqyYOfObq5LE9e4DHOUlV/+/G0Gry/h6seDGBmeJ40hPHLuMQZWIrBpn0oYjNRcw5EAnRAPXJ4QeVRBGzKPkZFJeBjcrKF8RMtLUE6++8mT0rJSuNwuVDGpkqBT33P3Du3NBpTwnZmeoiyFyPucw3OPx40lru8qZSe2ssyg9xDGJ0Zo13IMdCZgw1BmOSYPPi0traivb2BwoQ7NTW3OPb6RwL/7t3+Cix9dwcjQBAO8PXjjtbdx/dotxFY3GKCZQx3pi62tcNwg9u/fgSiTONdvXMMHH57H++ff4TyGOLc8dT2NbC6NcMQDt9eFUCiIvXv3YdeufZQDGxtrCdISpW7YDKxtIBB0876MhcVpyvg4+d6Of/xPPofOziD5Mww3ZS5aGkYF+bF3z27i2YXGxkYGqUIMLCWxtLTo2J0lytU8Ewt5jr1zVz1qGIxvaKyF5DTJpG2MgfhIpARNzfU4fvIBRMsiDJJecf6m1a9efRVjY2PkSz1k86Rr+puH4ElfP2E9OzuLl19+GTdv3qIurjptamhv/QEPWlrqyethfPjRexgZ7UfHjmaEol6MTvQjldnkeA0oL6vA6soq5pi4dtM5bG9v57xs5GkD3bR3GxtrlAc/kwwn0NHRAY+beuGnXHPlmppanP79gwOQ3YxvbmCB+8WlSxcxQ73WPEtKfNik7Ysz8LVvTyeaqSdPPXkaJ050oarKQl29i8mABvzjf/wEXvrsHjzz7DE888wDXP9SVNVEOO4x2tQuuFwe7NixA81M2IVKIuxbjXffvQLZp42NGNcqwL2oH2+8/hqD5S/jl794F6+/8g4WyZ8LH1zAQ2dO4oknTiCV3iI9W9wzyO+GLjz9xNdw7NDT2NFxFG53CXk9Ttu0jqMPHMCxY4f4PsT3OBPPPZS1GayQV/v27sZ3v/sCvvXNFxEIhGi/9+Ib3/gCvvmNLzKB+ShKeCisYbJtZ/cupFIZLMwtoJ4yqr91qHt/313SsIpEag1r60ncuduD2ellfPTBHVy6cBO/evUa7Vo5WttaMD41Qpm/jJWFKeRS60gn1xlcfoN2+hbE58XFOTz77NP4f/+3v4dd/3/G/gNMsutID0T/c296n5Xlve/qquqqau/RBh4gCQIkQNB7zgw5I2k0I2mlXa1W3ydpV592Z1dP4/1whuSQBEjC+260QXtbVd1d3vssk5Xe5/vjVifYQ432vSSC995zz4kTESciTpyIzOruZkzPTsDjcZEuC3w+L/e7iOFb+/r6uI4uyCcYDLKPh3rcjl27dkOzmJj0HMWlK5dB5UcLdcBDHqYmJ1DiczIBBhzlHtfeUkF8SerTdc59k755ArMLC9yTVsjDHWzQv1UzRsjpeUyQjgD3zdLSMtLi4no2Q4OFWmPD8L0x/NVf/hBLS/Po5h7Z3NKAXfv2wGy1sgjk5B7fTf/lZuI1wSRlAXQW1DsramtrsW9/D+rrA4iGl2FnwrCWBcxFJofvDEyinro1PTuLv/vhj/DHf/Ln+MlLL7P48CZ96wL16AAOHz2EQGkt/u4H7xpFzdVgjAkFL/eaEcxR/xOpPGrqmqB0G15++S0WOs/jg1Nn8Jd/8Xc4d+4C1yqMcGiTc0fJSwF2JkvlTylm6Kdlv5ubm4ViAlNjfCN/epPu1bC7v//Rz1joG+U+lqd/cULXMvjJj95gAec69+MSA5586hEWKR5hoeoQ7awJFBTeee89/PGf/TX14T3uQ1mkkhlEwnHS87f43X/5v7IY9yFibLOz4Dc7N4Mvf+0FHDy8E898+mHaVRljmgRkP5K9too+h/E2RkfElyXIzzkmjsdQUVlBH9hB3xhDrpCEpqegtAR27e5AabkHyUSMftgHSZi/9+45zMys4+LFEeJNcg8JMDaYoy9cxd27U4zHAqisqENtTSM2N+NQBa5ZZSNi0Qzm5hIIrqyikLfRhlIYZBGurr6Tuj2O2fkNvPXWORTYX34BfPb8GcQ47/MvfgYHDh/Gf/4vv4+7QwPG+NmZKdgtNuzp2wObycYiSJx8BtHRXsXCt44XPvs0nnv2E5AYdm0tTJtdpE8Kwsrkmvzat6TEQ9+zH0cOHcWZD4dw+9YK5RDjHnmV/jqMv//J38PHwqfDZif9QCgUYhHxI+6DVjQ2tGKEuhsMhtDbvQs9fX3QTCbIv9PX1t4G+fLdyMg9HNi/C5XlJZBfj0dCq9T9akgMkmWB8Nr1fhw4sBvrqxnq/mHc6Z9i/53o3NaGR0/uQ2NdHfJZIOCrRjZlArJWFnwKuHLhFs6evsBizuv4+UsfYZZFk1BonT6xBav0AUPDw1heXKBdXkBVVQn3Xi99ZpLra0drWyXn7MCzzx2lDq/j5Z9TH0fHsMr4y+6yMy5vw9T0DPoHR1BX04Y5+qL2tiZ87Wtfob14WIB7g3q/wbVfwdrqJi5+dB3/9b/+AffjUdIxhUMH+9DYVo7GZh/tV8eOnm1oaKzjXtwO+dOjJf5SrsEGFhfXsBlJY31D9GsPE1I5yF88WFpcp95ZGZWbqIdkntalaRqy2Sx1osCdrgBZB7/fx/hhlHvxAuTPtpeV+dC3s41jk+y3Sd8eRDS6zqsVZ870c0/L4NR7gyxazqGqqpG6P4SuHbIHleL6tVvYWA+jY1s3vvD5z9HndePEiZPUsSgUYqitc9EnXkJTqwO//lvP4CtfP4LWjgDGJ28iFJ5HOhMmfSmID1OaQm9fF3p6u/CFL7xA+lboE9e4rn1cAx/1e9rol0xGOS4OKUBWlNeimvv09NQG3n3rClIJCyrLOljYy2FuOsWiaApyMJ7heaahoQF7du9ifJjAwydPorGxEX5vFXxeD957b4B70zyisTT92CDyCoY+TtMnxuJR0rrOou4o5ZdlfJOC2WQlTTZkMnk4jFjOhxzjklh0g37JDsX7D955mwWhIBLxWaytcezmFP7Fv/g8/u2/fZYxE2l4pA//6T99k+edXmxQv49yby3wID8+MYKpqUnouglmOr8f//hdvPKLNxnLTlFH16DrGuT8dZOxGSci3aNIJjUWswfwi1fPc64kbbnANqHRwbXexNxMjHHcKHVyg3a6iFg8g5rqesiXAZaCK8TpQJT+ZVffLnz+i8/jxPED6NjeQjrN0JQJwaU1SJy4vLwK2T80Heju3m7s13XVtXA7vcaaLy6G8Zd//hp+9KNXce36XSSSijpTj94duxnTtaKLMWJ5eTX1zAqv348jR/fg2MkD+F///f/EQmmKtrGMu/eGEU/G6ftCuHtnGFaLE1aTmX47hjbGXtu2NyLEM5HN4UEkWuC+xL7hJHUeHBPGju5uPES8hYKGqso6RCNJWBlrvf32abi9pfTLCuMTY7RJH21pnnFkJfbt2weTbsa1azeQTmUp6zHGPu/h8pUbtK0Mbt8ewttvn0UuW+B7ULZ5ymsdlfQRU1NDl80S2QAAEABJREFUqG8ow65dnbBZTVhcWqKsz4KCQ5ixcHWZFd2kuSxQxfWkrp0awq2BZfrWAKJhjWsltmqGghXXrt7BT7jeFoudclhBVU0lWts7MT6zyJhkGQtLm8wXxJiMNyOWSMHlcSKViZCfUQwxfkwySZaivW9uhuH1eZHL5VHF9UkkkpxnnXuthrXVOe7xJdi/txs+n5U0FSD728TkJO23GSkm26ampvDRRx8hTXyxaJx9zLDbnWA9gHji3DOsOHL4IGqrS2mjk8Q5i9mZcfrRWsrayT5pbKzHMTYyw7laqCu9CAQCpCdLG15EljS6WVTJF9LkJQ6l0ujobIKmZ2C1KcbBCdjsJlgsOuK0PzNjgRwL6an0OvLYRDwRRDgSQl6Z8BHP5QWLA6NT8xgdn4LFbqdd5rjOOgCNc+Z4Bem3kw8TJHkfi8cgZ64ck2agZ1RKAfzPxH3IYjHTHhSUBuNqMoqhOixmE2Qzk9xFJpvm+wKf8wDyxJAj8F4BygAFyW9lmGNKseghMpWryFPa5J1SChr9s05jsrAwIOcSmV/aNPpCuepMSpsI8k6eC8ziSbGJk4FdkC9kUFA56JSPyWLivdC0NbfMIWCMIZ8PzqsTZxFM5Fnw27i4DocDAnbu29ImcyqlyJOizRYg+AREboIXUIZ85Rn8SJusrfQRkGed5yHBxdcGDmkrQnGcXAUK9xPHJqVxrcyQ+QXPgziln+TvRJ7Ck+CSP6kr/aS/gLRJPxkn90rd54H4pV1A4jnBIePAj1KK/w9DNwWv9JGr9BFdkfskC8tyLyD3D+KXeQWBzCcgeJVSBg9KKYN3pbaepa9SypCn4JU1eLBN8ArIF8wsjOfNFgs0nfrMMVzhj8eJPqVooxkWYmQ+3P8otcWLUltXeSf8CMi94JaxMrc8S7sMFRqkLcpCerEQJPfCq/RRSvAJAEKzgKytibYh94JDeJe+MoeA3BfnkDnD4bBhe/JO5pI2kWeCedlUMk19KlC3TdQsHTnmlTLM24ofE9pkDplPQO6V2pKhzCHzKqWg1FabzCn0yDjRdblKH+krIM9id4JH+klbln5JQMbKGKUUpB/4kbYiSF82GbqSvK8TIqfNzU1sMB6UPJzwKTIU/RE+Ba+MkTnFxgTE5kR2Gm1E6Ro0XYfOe5PZzKuJ/keH0GelDkh/p9MJGZNncjtN3yKyk/ll7kgkguJ8QqfwKu9kfk3TDFxCh7TJeyhSQ8gSV4q4ZN/Y8mIFKDoXGS98Chj9pbtSUIryxS99gfTjK+M/uS/2V0qhOK+Z+mEmT8KLceW9Ik052mOWkFfEp8CzU4GY7wN9ncwrAH4El4BS7Mhn+X+llEGPUsqwL+krNCj1y3allMG7zC1yFfmLPOUqbUKPyLR4b6Ws5Z2067Ie90HGyBrIVd5Jf3kv1yKYyaeua6RJM3jXyKPQIzIpgqyZ6IJOvEopyEfolquAjFFKGTa+1U55UBaCR56LeOReQNqlTe5lvFLq47lx/yN9iiB9BeRZKWXIxsz1EBA+ZH7wI1eltuiTvoJfxj0IWe4rwou8kz5KbfWX/1dKGXQITsEt+PCPfJRSlJcy3ggOAcGXYQ1B9FyeNeqjrmu0BZ30KvaH8SkwXi48IJviffEqeIr3hQf6FjjGQPD/8n9KKeOt9BU8Rb7lXtqUUh/zJzwKCJ8Cci+gab/UA3kugrTjVz5KKfL1D0HmKUi/B94ZbaRfrkJLEX6VPnbhyCI+zbgv9pGrjBMcWwBD37bujRnZHx/blPT//wWCT0AGCh65PghKKeOx+E5xTcUHaLqOLd+nwXguykzXuNb6x2OUUsZzUYY6x8m9XAU0jgM/gj/LJI0UQ4u6KXQJyLv/IdAPyTvp96u8Ci7D37K4mmJ8nOZ+m6M+5SnkvFw5VvYw8a3ib8XPytyCR/AJXgE6t49l+g/aSbdSylh/LX8fqQwognQWkGf2NTqKoomjEuclTkmEYQihoKBBh9nEoIEBMmlDngeBIkE5FqxyDByVlofSC9BMAAcgT0Zy3AykX5rFsxSTrkkmxtIscMphSt3HVSB+RbBazHA77CgPeFFbVcpkixNupwkOBvBmLQeX3YpyFqpKAyU8KNQwmVIB2eSnJqaxwILcZijCQ+M6FheCPFBlEQxuIJFIw6RbeZBywucNwGy2kledmsj/CgXidKCMRVP5ZU2GNMrGF2RhQH5pZ7FaeDBIIigJq6U4D5EFrDLRPDwyhv6BQSYRp5DJFWCik9Z0HU6Pi8nxchbBAtCZBM3kUlBaAXanzUjsWugUMyxaDQ/e5QF6ismXeR7AZjCzMM4DeBThcBSLi8uYnJpmIvkuRkfHmbRYxPj4BJYWV3j4TRGPD81NLaisrEKcAc7c3BwmJiYweGcQs7Mz7LfAQ+8Ug4Z1KrfiIcUKTdcohwQPKhkoBufxZIJ9Z3nQWoLIvLSUB0cWFBYX53DjxhW8+dab+Jvv/4gJpfPEN4sCkw/+EjcTUq3YsaMDPq8TiwszmGRiIZfLED/IZ57BS5qFxAAPgV5IUshK+dntDsrfwsMO6dDMvNrQ2NiMw4eOoXN7D/J5nUnYcdwZFHxrmBhfwfTUApaZIFhZXsP6WoSHwQgTFRHw3INELI/VlTCWlzdgHMStNh7qLJCi5OLSAgvuc5TFAN5//33cvHkdm+ENOF02Jl4rIMUcP9e6qqoKjY0NxsE0yMJIjsZtp27lmeGLhEOG7BKJKIQ3KexcvnyFydWLOH36OhN5g5icnMLK8grlPMdE6zBWmLgXvZHgw87DoqZpCG2EuW6LmGYxc5VF1BHqzO3bd6BpCk1Njdi5aycTcjvQ0bGNBQAn1tdXCWs05jx8Pg9KS71MPqwxeTnLhHsQU1Nj5G2WNKVZyHCw0CKH3zT1ZgNSuLt1+zoyFFDAX8LEZgN8Xh/lriPFtfZ6nKitLePalMJuc3I+F/pY5K5jUa+8opzvalDDYmxNbTUXkutIvW1tbUIVbTDL+1UpgiYiiMbDPBCPkOc7CLE4FigtpWydpKWUicz96Onpht1ho87OcA368eHZmxgcFB5SmKSNLs7PcH4z3DwUblAmk5NjuHN3EKLDt2/fxCQTBlIEEZAi9QoTSXJfoJ3qug4z7UzXFemtZSLJRb1YxejIKHVmAQn6FCvxektKkMwm8c4HH2BkfBKBsgpUMmHhoe3nczo2QynaywptLcwkbBn8LOqtrQW5LqB98LBQyENjwLzGgrHb7UJXdyd1vgtQOuW/gBD16c69QRYQh+hjkrTBKBPUQXgdJiYJkjCz2F3DBGLn9k4mbWu5BibcYSHpPRYNQvRPDiaO/EwaiW7Lr6m8pKuXSbKvf/1blN9OJn6a0NLcht2799Ce8kwe9hvzLrCgU8ki/kPHDmDvnp3UeY3JqhBcbid29HaTvjw+uvQhoCfw0Mm96N3djkce3YV9+3fCygAUTF5ZmQRSSlF/XNSzHCTxfvjIQbSw0AMmTEymAixWHbopzyJUs8Hfh2fO4M7gIBaZxPb7fcZ1YGAAly5dwpXLlyGFxSx9WlNzHfbs68XDjxzDCy88j+ee+zR52EU8LdjO4ndLSzMqqquQYhB25+49rvsQZWPlfA7omon4LtNfr8Lr9Rn0ul1u7Ny5kwWigyzE+EmzlzqXMBJpJvowpTT4faX0SZ1MpLcjSxuemp3CGhOfR44egfgY8aXXrt7AjZs3UFZeij17d6K8wk/+QB2qgsvloO1M0d7XaFdZ7qU5AvWfhzbxqVP0wxazFbJ3+Uv86Ohq455TSrnEcePGDZw586GRfLLxMD0yfA+hjVWYLUBZqQcmLYsjh7rwiaf3Yf++ZjzyyE4WWT3Y1ddMunXIv4E2xaTYwvwKIuEs1lfTiEXMUMqLhfkgLl28itHRCa5NNWXkxPj0El5+5W2cu3ADVTV12NHdjpPHenHk8A7uYU7UVtfQrs345KeO4V//z19HT28tbT+Mv/2bD/B7/+VPcPbUTVy+dA9eL+29rh4mi0b/NQnRn0YWb8WnXb82hrNnzuPc2Y+4Pyzw8Jci78JPFXFlcJtylILarl276I+mMTM9T794E9evXIUcVMXvTYyPoa+3h8XPJ1Be7kVlZQmqqz30lxFUVtSirbUd77x9mfxnOWYd77zzDtf+Iq4yuTs8NII333ifBY8xVNU3shCRhYNr9OH5S3j9rddIMyC/pAvHNumD7nIPWGYi9Tb5dlL2IeLbpPwUqqqq8cUvfhHyEd9x49YtrtdNpLmu9fS9JfRbK/TZSil89jOfYeJyDw/BZoyPTdOGU9jeUYvGxnJs72yBx+3Bvr170NLeDifvc0zORVkEG58ew+zyDGobqtHa2gxdNxl72dxsEAKFghlHaVsffPA+9eQUk+kXceHCJYSjEfpIO0T3HnroML72lU+iva0MzPmjuTGAf/dvv43Pf+ZRHD/Ui+9968vo3taEOvrupz/xCPeNMvqaNQRXNlBd0UA/cAjHj5/Eb//2b+DosYfgo33m8gUmwfdiR089fZNGP5cBSItussPrDyCdA+7cG0U6q2gHZspLp+4XYDLDkEGOvjOfTTEvmaXNOWG3mdlPg4J88jBZFaKJDeQQR01tFSKRGO7eHaafNaEkYMX+A704+fABHDy0DZ/89H50M14oKJ12UwOTbjHWLbi6gtsDN+Gw27BtWzvtKQv5s5XTMwuQX9Y/9cQz2LnzMNo6dyGat+LywDB+/vpZXLtxG3/+l3+IQKkdO1gwOnH8CBLJNdrvBqoqa2h7DlRXNeP557+IT336YZw4cQxt7a04evQg+8WMP4984GAvfWwlnzcxMzvKNdPgcNoh/2b2Iw8/ifZt3dznL+LW7WEybEVwNYHZmRCG7s5x3wgy/ihwHW8wWZ+B2xlAWWkNQBo/8fST+J//p+9h7969lHsCaRZyTIyX790dh9niwdWr08gX3NzPI1hZS6KH+//Q2AiGRkexuLzMYkUGLr+LhdUdMLFYHQ6F6AMu4dbN29zX0yjxuzE2PoivfOVpgEnu2ekpJsJL0dJUgbXVMNY2Ciysv4cf/vhV+s80PPY8PE4bkrEMQaNeKxSUC/KlBinoJ5Ixjm3i/nIHmm6ijjVB9GR4eAKjY7MILochxauZ2QVU19ZRjtuoSxHGbJ30X17INyFt9CEt8qU/PYepyRG0t7agpaWVdDUhtJnEu++eZyF5mvtgKS5/dAcH9u3nOpUZfwL/YRZVx8fu0C9MQWlJ1Nc2orSknIWHWa5tN/7zf/4dPPPMc+jr2cmiRwxTYwsYvjOP3/9vb3GN6zE1NcU9LAWrLY/jJ/ZhR28T7bAeEpP29fVRb50YGlnApau3WCh9H4sL64CyI8T9/8KFfrQ196Ksop4+Loa+vh40NlaiuakZNrMHc1xvL23dyT29gfbd0OzGwYeacPyxbejsrsGOnlY0t9QilYojS5+ia2ZEWDD60he/gR/87bss9JzFe+9eQCKhuN9ptNkYE38jkLMAABAASURBVFFmyi8FKYpluAeazWZjrPgnSe6BfiVOvyKwur7Oc0UcX//6J+ErseCzzz+O/+3ffw+/+Vtfwpe+/AnuJYdx4cwthEMFFqpnsb5WwEsvnWdBcYw2YKIsq9C3qwdPPPkoda5A+ZpYiLpJelO0w1K0bWvENIv7P/r71/DhB+dw6+plbv9h+JxZcJvE8RPd2Nblpw92IrQZw9pKAcGlJGuDZsxMzmJ1MQKf24fW9gacfORh8hnDu2+O4oN3b+Mc6Xrr9TMYHb8Ob8CG6rpSBCoc9Dcp+r40511BgsnBWCqKDJOxFruD7SkMj87h4uW7tOUsY/czWORZJLixwuJqHgFvJUIrNowNTqGfBeLYegqJsAnrq2nInwqurg3g2IkDtL0DtNEleFmoCpS6qB9J5PMRtLeV4tjRDhbxOvH5zx/Cz179CGEWu9zeGkyPb2BhdhF+t45kdAFOaw6VZW4sL02hoCcgfxraQj2AnkFrRxPtOgWLxUxdyuKZTz+Jf/kvfp34txm6K/YeoT90Ol3o7OyA3W6mH9yP3Xv303dvx55du7kPDOD1N9+n39tOW+niGSbPNS5BZUUZbbyK5+oC/UeK+j0NiX1D9AO5lAa71cN98hK+/9d/hrfe/gX3EB09PT300V7EojkM3J7B4MA4FpeCtPUMrl2/jOs3LgN6Fv6AD2aTAxazFycfO8H4WGF5dQObTPDmUIDERhabjlGe54xCVjqBxeU5uHx2XLlxCTPzs7T5MihlZvzgxSgLg6L3u3buwfTULOdPUK/DcLosePqTj6C2vprjV7C8sgaL3Y35xTUUOLaiogqvv/4afeENaKoAP2P1xuYWFAA43W6ESM8adb+W55AgY/9AaQmkOCx/tj8YXEMd45bSQCncLg91uAWlZQH07OjDwycexuOPPs5CqmKMc4tn1nU4qFcZJlZqasohf60jmVrFwsI8krEY9djEgv4S4xM716kNJuYtqqsr4XCQhlAUFy5eZwx0mftSjr5/EWDsXFpSikJeg6bbaakO2H1uun0d9yanESivxsp6GJEYbUSzwOPxQYooGvHKecDndxG3nfaeoZ6Ukm8/9bKAleAqVtdClGkA8oVDp8OEjfVFBPwOTIwNYC04y72qmmun04Y1npNmkGJxoLm5CTU1NZR5BFOMUWdm5ul/EigvK0M3zyvLKwv48MNT1CcXdayBezv9UCrGWHUVa2sbbNuG3bv20R4egcVso43F4bS7uP+TN+ZrQA6zTEjZbTryhRTtyQG3xwaP18J4zMS9Ko6CymB9Y5k9M+TNBTPxWCxWQ+5Wmw0WQjSeQiqnYLJ7sBFNGrKzWN3QzHYUYKLvtgGMDTRNh6ZpsFntxGOBrmmQj/hGuUqeKsfEcEHOZnynlKIuFu4DeAU0nfPw3OZw2Gh3NrYVIOd5GQvjU0ChkEOeUGD0IvfCp4BxXwDfFyD9RbfTLIIJyLwCgkIpRfrMBgi9ShWMMfI+T7kppTivYlci40U3KZBcthE3JaVpyuhvNCgNSjNB0828aozBsobdSqJPQOYWOgR3jnuMtAnkGd9BcOs65Byk86ppmnEvxQQBC88jip2UUpB30kfaBMBPEW+B5+p8Pm/wrJSC9JP+SiljnNyDH6UUdTcLSUQKXZLrSCQSBr2CS0BoE1oFp6brBj0yPs85aOzIcu3k32yUq4C0mS0WY06llHG1Ml8kNArYqD9ytVqtBi4DL/mUNuFbQO4FZC8V2s1mE32zBTJGnoUeoVfoLiZSpU1wCc3Cg7QL7UU5yHsZI/ovbdI3Ho8bvMqzUgpKKa5XDjK2iEPwgR+hy848hFXoJ+1Wq428mfgGxtor3imlDBwiH6FTQFMadE03eBUc7Gasi8wpNAhIf+FNZKNTxtJHrvJO5hc+cjwHy73QJnwL7bFozKBf+imlDP2VcTI+Z9gVrdFkQhG3mbGJgMhW5hKdsjucxjjBLfMIXYo0y/Jyael7s0jQ3uP0gSkWXZPJlCGfNGOd4hiJe7bGKSilZPqPeRR6ZH4nC5ICdubRpK+MFbqNzvw/eU7SB26t0ZZOCp/SLrzIGOmfJ1FKbdmb0MuhPHM5jS+NCH6ZT6mt99Jfxgoe0e0ifmmTcfJeriDJtGwYOW3KOcn9JRqPIZ6IMy7IQNG+hQebzW6cSWUeAeHFRn2QdwKyjoJP8Mu5WUDol3WXXIrQKyDvP+aHdip9crxmuGZiQzkiYdocAnlZCD7Lf8KbzKEUCWaD4BBcglPkJnwKj3KVNlkXAzfxCq9KKch4waOUou3nYIwjv2nxRewntpymDFKM5dIEGV+ELZxp7oEpjs0aeg9+hA7pY+BirlL6CV0CD7bLe3kutku/4rPgEBqLIM8C8rzVL2PolFLKsCXRYQHRZ+FHQNZA1qMIJh5+hV8Bea/UltyUUlBKGbIAPzKH0CHzCG1AgXPl6Asy5DPDa9Z4ln5FkH5FKNIp74jOwK2UklsDlFJGmzxIH+kvIPcC0q6UkosBSimjv1L//VU6yBgBwfGrz0JTkRfhR94LSF959yAIDnlXBHkn/R4EaRN8AnJfoP1Jf7lugcgqT10QKPD6DyHPfS1P3RYoUJflWgR5FhB8RVBKGevy4HpJn+IYoUHuhZ4kfZHoutxLe7Gf3D8I0l4E/P/xUeq/l7tS/31bEeeDV6Ft63lrIg6DrpugEzRN57pqBGW8FLpljeQq9P5yrHgjowv1Lk/9yxl+vthH+gnIcxGKOOQqIO3SR0Dokes/ClzPAvVdfI3s3UrTAPo7TdegeJV3Mk7wCR6lFDT20XXdsEO5yrOAYrtcBZRSH/Mp4wTAj1Jb7UopA8+DfeW+CEr9w/fgR3AYIPTymRoHM2MLnfGBzP0grSIDodvoT737x67yXvgS0OTbcybdZBCl1NYGIi+KIN+cSqYSiHNjSCYZKDPgNHNiEzdYpaQ/yaEwBakEjcZmwuAxyyJqOp9icJ3mwTjFgCmDgspCsfCpeJAoEI/Rl85XnHCKAWrc+PVpEiluuJl0ltcUUgzMuB5MTtl5wPHxYOlHXW0paqr9PCA4mCj2orW5kkmWNvTu2I5dLATtYqJ9R9cOJmproZO3GPFmmMBy8EBkMlm5gFYoiFKaeW8D/T4PfUms8hA5N7fAg+o6UqksCuxlYdCTYYeNzQ0WS3mApwxCmyGEI2E4XU4m7/w8IAYYqOmIxhIIrq2z3waCq2uYYAFoemYWI0yKXbx0ER+e+RADgwPYYDEmkypIzomQR5L0JRlorLAoauNmm8sWEOHBO8FDfZTBzvj4JM6fv2L8WuT99z/E6NgEUiw8ywG0tKzCmDcSjfPAxsMg1wWaDp8cRpkIb2lp4aGrHuUVFaiprYHb4+JGluAGmIJSyjhcVFZWoKK8HH6/l23GNsDkZwlKywMcUwWTWUecBcQ8Migt8/CAZMJmOMR5N2moGVh4MCiwsJZJx+Dx2InHiXg8iuGRe5iamkA4vEmIEKJMEMQwNTnDw/9V/OLnrzCp9j6koCTFo7XVEOTb8nkeUD3eEgZoNtLnYvBhh9liBpSONRasp2fm2C+KzVAChbyOZCKLmal5jLB4NjY+DpHv7Nw0wiwCNzTWMbHQDflFKnhQSlGXBZfL7SAfVm50aUxPT0KKzcHVVcwxQbgaXIfVYoPX6yUvPs4LrkeYerGCFRZYxVhdXHv5FV6P/HtDO/uYrNnGw3cT59qBQ4cO4dlPP4tdO3fBTRxipHLQleA1y4AjEChBbW0Z6uq2CpWSNO7s3E4+XcjRHsp58G1qaqQsPRB6l5lQnZmZ5oF/jsFaxjjYVtdUkyc/+VcYoz7cZREqGo1Sn1K0mSjb07SVUh6ELeTFhFg8Qn486O7qZsLtMR6am5kUB0KhTSYtl5hguYYbN4f5nGDBcxHjE1OYZQJ76N4I+vvv4MaNW5i6XyiWA5yuFDQaZi6XR4I2KgeMyuoKVNVUwel2wkVobW1FI/lweVzUmwCT4D1MMn0SDx07jAP7W9HWZkFXl5dFn53YwyLg4UMHsHffLhw/cRTdO7q49nbKI2tsAtPT09SlSeqnIv8WSDETTCwnGKzKZqjrZq5VKXXGQr0I4+KFi5A/IWpiwt/Eg1kmV0AkmuA6JrDCYrwkODfWYhgfnsb8zBJE7+LxNHTxTeQpshlikqsWLa31lMc0g/8YxLZv9Q9hZTUIr9/D9ZgnLDKJ3IwnnngY3/72tyDfrg+uruCjj87TPqJcoxJkGVBm6N9cTKRZzBYk4wmYaKcSqG6GwigNlMHlciO8GcXs7DwyrGrEYikmvPohRZb1jU14vD7UsChWTjsV/QmU+GjXtVzjABMwbtTWVULTCxhj4nrwziCLGCNIsZCZpZ+VP2dYW19D2ZiR4KGmvKwGHncAV6/cxmuvvMvC5w3k6HOam1rg9/tRUVlGOYM8x+H1uLGjqwOffvaT2MUkbH19Lfr6duDkyaP0GaW4d+cORDfXmeiS4v+e3Tvh83lQymRXhPZ34cI53Lp5HTdvXGUyUHTXzOcbePmll1hIOgcpHG+S7zmuwejIBO7eGWHBcBlV1fXo7OrF6MgkfCwqR+kPZ2ZnaLMOOJwOw2YHB/uRos85fGQPdamaPKS57ucwOjwGp8MPXTlgt/oob4V81oZUXMff/vXL+Lvvv4t7d6cwP7eC9fUQkokk5Je9m/TxSuUwNj6E8fFhzC/MYpL+68qVyxCQoMXjdUP+lHB1dTUTWHNo39aGfCEDXVfUVzPpWmN7GutraxgfG4OdB6XPPPcctrMwVFlRTrk7Kds8MpkY96tmdLbXIx3dxOrSIkaHhnHmg1tYXliFRWdicmgRZ07fwqkPbuD9966w+DCGEl85Dh04isMHT7LI04dQOI3xqTmMjK3C7SmjPlTD7XJBEo27d+2mze3E6VNnWZh8G1MzQ6ip8+DhR3eis7MOdrtigvE6/vzP/gb/8T/8Kf70T3+AD8+ewQKL4729O6EpE9pY4Ozs3EE9dlA3SqkTeVy5dA/vvH2ael1ggsxNXZvCOP3u/OwcwtTnBPdBXdfR1FjDebrpc3YwodtPP3KLBZvbXONB7gPr6O3twCOPHkZlpZdrl+NaZplY15HJUfdSGgsAs3B7a6A0B2JJN5bXaMNxjcnYMC5f60c4lmb/FGML4MKlK1jbWCOsG7QI//fu3eO63WBRaBC/+MXrRrvP58Mo92PR88rKSia721HX2IT6xkaUV1VB9vsEA+xN7lnZbArrG0FksnFMzwYxNRViMnYFFsY/kuBOp5K4cPGKgfvS5Sugi8FDJ0/gK9/6BrxlPoxNjWHgzgBu3rqNn/3sVdy9N4aJiTmMj85i27YueDw+Y312796NShZ5XU4PE/WLkH/P2uO0wss9yue2oazEhdBaED9/6ScIU0clmb8UnEJ1rQ/zi2OIJzfI9zLa2trQ3d2DTFrD+NA0XvrJu/h//uuf48/+9G/xxpsfUjcXEONB9YUXX8A3vvl4mGj0AAAQAElEQVQ5VFeXsfDTwDVN0lclDP+QYRHjoaMn6I+8sFhskL3bYta4nyTZL8R2RV2wosTrQIhxzMzUEuldoQ2lqS+KBYKdhF3ct1Lcd2xMUPgNvKVlfjQykT43P4HO7lZs62jC9s4mQ09F1iPcw4Zp/xcuXeLeM467d+/g0RMn0dnaZoyfX16hr1jBAPeisdFJ1NU1wWyxY2Z2A50snj782OPo6e6mvzJjanqYxbJ+2oEVX/zS51BTW4tQKIYPPriM/+f/832Mjc7QPiO4evka3nz9LYzcG8bI0AgUgLraauzs62a8aUN3VxOmp5bZN4yl5Q307diPz3zmeTz66EP43BdexByLTsmUCdMzm/QBZlymPz13bhAXL96kr9yD6opazM8vYWZ6FmvraygJ+GlbEUOfrNyXquhDrl8fw7aOeu4HHiQSJthtHu4dN0GlN+K8cx/1w1fiIASwnwXHxx97FI89+ig6u7uwb/9ehMKr1NElHDywE1LocTnMMHNfnp+eQDy8wT3BSn9Zhkgkg+qqMu51M7h9+zLcHoU9+xrRus3HPa6KUIoN4uKSo7q2CjqT2tVVdbh16w5u3bxDn7jIdXDTTs3wl1Th+vU77NeAacZLM8Ijr9dv3KCPuo3XX3sdg7dvUlfXMTBwCya9gBss4Miv6GWfu3F9ABazg4Wxy7TJVciXgS6xSCF720pwDi1tlXjh84+iut4K6GsYvNuPcyy4lpf7UUUb/fGPX+YeQV0YGOH6rGKMhdH+m+Nw2Qq0kzi0ggkVjKESTHT2375t/HpU9mP5EltZaRXpr6HvUpihPV+9Oo/36Fs/Onebsg/QV/azKPUOouEM6Vo24sOdu3pZVEhQ/5NIZxIIR0PYv7cLL774GL71nc+z+B5h/LDOJcszjrqEH//4h1hfD0Lj/zY2NrinL+DK1RvcV/3G3Lt3H4Guu9HHghN0B+WeQDyVRtKAAmnTkM+ZENqIQXFfmQ/OI6ES0H1x/Lc/+y7+439+Fnv2B/CZz/aiUJinXdxGc4MFO3sCPAs5qEtZnmWioJChOUyobS1DcCOEuYUFruM4YQw/+unP8cGpq7h67bphq9euXaNsy6knYZ6rGnD58jz99Dh8Li/3+AF4XQ4c2LcbHduaWGg5iOeffxafePophFgoGhuZw1/+xdsoK6XPGx3G6so6zp65hPfeOY18HvB6zdi75yDKqTeff/EzMJtcpDGPXXt78LnPfxZf+urnsb4RxSTtJJHKwMzCSQWLa/JFAIbLLAQOIRpJ0o8OMG5tgBTmEvR5docZcywWtbc0oK1lO/enAMwWBRPPCmVlVdwL6yB/4cTnK8Ec/bfDFcDE1CLmFkOcL4FUIo/qqlo0N9fzHOfEemgeu/Z4qXclmJ6bxK6+Q4zn+mC3WKDl05ieGKVILbDyjLa+uYYGFq4mZyaxvD6HQJkXDreL/ngJdpcZui2KlbVJhEJBRMJh+prblEsE66shpNNJzM+N4cChLljsaSwtLdFGnDhx7Bi+/KWn0ddXicNHt6OtvQqbsU0E10O4cWsQe/fupV/ycL0y5K2KeLKcy0FfoUC3DbvDa/iFU6dOGeeUcDiCw4dPsm8zY+E53Lx+l+eAFA4dOcRi5jz768jmkvD4ArhL/3fz9j3Mzi2hvrkBgYoS3Oy/ipu3ryCWWUVzWwXcfitKK32AqcA9eIHj3fSp5+kDgtgIRbDIGKZ9ezv3DSsmJ2bR1tzBuauR4/n5BguvY6N38bWvfxEWm44QY8NyxkOsy2FuepEydaGbZ/ejxw+jksXA0YkJTDHmD4WSEJvTaAeVFaXw+XzEl6P85g25lZaWQilQJmmuv596ZTHOupUV1YybTjNOOUWfdBdnPrxG3dkOm9VLu1/C4nwQZt1C/biHL33pWXz31z+HZHwDacaCXZ1SUOxEJhNmfBEjToV9B3tAZ8r1t2J2foW0jWNxYQoet4XFxw4cPbITPo+ZY2h3hTR9QhRyhl9eWqeNarT7AEyajhRjf6vJAofFhXy6AL2QAnIx7oMVED2RgsM0zwAKOlaZS5hnkbe6qhJgca6urpry9OPwob04cvQgTJQJUGAs0UHfUsr1sMJk1lFeXort27vQ29vHOHcE9xh3uJ1ebO/oQFVNOWy0m81wiLIwo8TvpT2a8PDxo/B7/dz/6uD3+eHluTVNW1TcS2Znp7G5GaJtmWEymSF5m0yW/oqyyhcKyPE+zHgpl0vD5XZAvvxrd9iZA4jTlxUoZzvMZjs0zQwX6XASTGYb3G4fQqEYlpdXeaazU3Y59jFxPRVS6QzydB55JlLln9yIMg+ilIJGnpUmXOf5PrcFPDMXmHOSVnYxxoOfAvNSAqJ/uXyWfbN8l4dOHBb6CJNJh5xhNV4ttHG73c53ugFK1/lOM0DwCgieTCaNdDr1MaQYT2V4vsuT1jTlkM1lAAVjnM55ZBz4MZvNkDnMlJ+ub+FVautqNplgtVpgsZphZj+lFGnNUx5ZgxYTaRUawbVQHKs0jWtQYB8C5V8gZLM5ZOksc5QFp4O0CU3SJgUIoVOedV2/v44mA7c8K6WglOLamkiH1bhqnKOIQ/AJXgGltvoqtdVf6JW+SikDnzwLP+BH+gvw1vhPaBFZyVXac1wzoak4T/FeCjBJyjhJWafoIOQalyIZ5QwF6ooNIkuZ10TZyZxFPgSX4JZ3ci8g70yG3HXSUYBGOW61mQx5y3gT8ciYIsh7dv5YjkJ3kjTINZPJcv3TkHmkj7TJuwTzIAnahDwLL/JOQPqJ/GOxGG1jHZFIhGubQZZ+UdYmznEZ8pln50IRuKa4L1NN16BIM18Z9Gia9rGsi3KQ+WRe4Vd4EV22MncpvCm1pU9Ch/Qrjpf3Ml7aZU2kvThe2gWPPAuNglv6SF95Fn4knyUg5+ciXukjspA+Qq9SimwoQ6cEp66boCmdYIJJE+A9FM0kz5gnDxkvuJTaGiPzi1w36V82NzcNnyK4HQ4HBIQ/6SP0KKU+bhPa5Z1chQ7pI3jlaiINSikIvyIDWes0/Y2si/An7QLSV0DuBZeA4BAaRR4C0l9A2gSkrTjGmJvzyNom6SeSqTj9GuMO5iAlX5Y3/JOsOKCUMnhPp9OQj9vthnwppoJ5WxtzCEKD1W6DJP4V179Avy/zCD0CkpOTq8wvskgmExA7ylOPpMghdhRlrixBHRY6ZaxSyphX+BeQOeQqIPe4/5G+RdyCX/iV+YU/WVORi9zLGBkrIPfCWY48Zgl5RWS6BlCPc6RJfKjoSRGf4Be65Ll4FVkUn3+1zaCBeOQq7wSkrzwLLqFZKWXwJ8+cHTrXXaPs5Flwy/yiWyIvGS9QxCHjt0CsEgYeGfurfcCPUlvzKLV1ZRN98y/H6brG8dJKqTEfl+Meked+BK6hUltjNNKl1Na9Uko6G6DUL++lQSll6K2u68YV/AidwpMAHw0fIfdFkPfSrpQiHYq3CorzydqJ/svaFfEJHQJKic8oGHw8OJ6DjTaRs7QXQSllzCvvpU2uSnEeguB7EOSd9FFq6z0vpEtaBURrtqAgesN9Nc9rgWstIDzJtQjFZ7kKTbJ+ArJO8iztxb7Fq7TJ3iPPGvVRqS3a5VneyVWpLdrkXvAUdUTuBYr95L2AUP6rkCfN0q8IxfdKbeFWSnENH7zXjGehqSivrXXZWmtpU6pIK/hR3L8s3AutHwMbKUtFPBpk7K8C+BF6/0cgtAp/RTDk+MA+LeOkj1yLfcT3SL9fBflyh6yk6JoRt+gaSBzy1Ht5J3hkjODJM84rsF0p9Y/S/SAfmqYRjWbwqNSW/GQeoQn8yPsH+xfvRc8F5L1Sij1pgVwjuVFKQdM16IwDJN4S0M0mgPohdAlwUmicW0ApxcctAD8yN6kiQgUYzk4DTBYTnG4nnB4nLHYLlK5ADGQTNBYBWUzQoAoGiGPcgjxLVXnkt3ren6jA55xRUM3ygCH/ZlOBhwJoAOtlxKtIvBkmBjqaZoKCBsqUQUoekggJh0KI8dCVSkZg1vNw2XX4PBa4HAqBEiuczgKDknUsLY/yYDOM4Mo0IjzkRlnoNFEITQ0N6O3pRXdnF8rLylFdWYXG+kZUlFfCxSSBHFyWllbQP3gHb737Ls5duIA794aIb4VysKCqtgYujxtWbmYWBrsejwcOF4N+FomzTKB7eRDp6OxAa3sr+SwYvPhLSiAboM/no9g045BnUm7ocMJq8iERAxNBG1heCvIgEWEAoTFASPHwu47V1RCCLOgm4hnomhUmkxVJFk2Xl1axSVmUl5Xw8FPGeWyUtYbg2gYiLMJGY3FMT8/g1u1Bo0i5sLAIUc4S0lLNhF0ZE0sVleWoIT/NLc1obWuDzW6FpgNKKQNkwxMlkTE+rwflPLiWlPghBzOvzwWP18n7EpgtBQRKnRxvogEr+ANO4i2Dw2nhuqWQZnHD6bKyrRzV1RWEaiOh/swzzzAZsA/llL3FYoXL6YZGAsSQpJAa5SFzhQWICR6g55j0yTMC2HfgEH7tu9/FF7/yBTzx1Al88lMn8eSTjxjyzdMIUgw8SksDsDusMJkV/CVuNDbWoZaHTilGlrKgY7HqcLps5LHAPhrnD6Cvr4vJzj40N7dAkupWqw2AgpVJnOaWVgQCpZRfHhK8zczMQAoj8XiM67PKpNkalpj8kKLqAg+6URYwLSYz6uvrDTCbLUxARxFiUSHK4l00kmDyLc6xa5BfV+q6DvnTVF/76leYkHoeop+9vT2oqipHjMG2FA37+wcg89p5uOvo6EQD9djpdDG5t4RkIm0cUBPRHMKhNGLhFFTeRHl6IYdfwbG4uMi+c1hbWyW/ZWhsqOfB1U052ZHnxnSHCf4rV/pxZ3AFS4sxBIMbyKSyLIzoSJLPu3fHMDU+g/mFZeIJIri8Btn77RYXrCY7lhZWEGexL8uiHxWfSdwKtLa0oYOH9R7y4mNBbmpqCkvLS8Z8y7yOjAwzsdrP5MUoNPqUBhZaWlsbyFsVLFYz5bWO06ffx/sfvIuhoTukPci18W7R39iIpqYm6laa9MxzA7Ey0d1D6IXT4UE6mcPmepSFZGB+dhGpZBo+rw9trXXoaGuEl4FpJiV9IkhGUqgur8Ujxx9DT2cvCxUV8Dj8MCsL7HSeXibE8jzkLC4GsWp8470cNTUB2GyKvsBO3fegjYWAZDpO+czgzJmbpHeERaJ+FgAGDX6V0gDCwsISE51BFh4CqKuuA+hkzboZZpOFvlSDz1OCqopq1NU0IOAv47rm6feSLDrdwc9ZfHnpp29BfoV4/twF/OAHf0f4CU6d/hBSYF9YmEFlVRnaO5rhoE9M5xOwOS3o6e3C/gO78exzTzFJ5oV8QWCVSZnb/SOIReid8w5sbqQxO7MKSSw5mYCT9Z9hUlL01eFwIZ3Kw0QaNcpkbS3MxOo1nPnwNPU6hKnJcQwPD6GluREvvPAsvvNr30BZeSkP9xlIgLjMwr/f56NuhuBiQmX/ouO0vAAAEABJREFUvn201zLIhjs/P0fezfAxebcZiiKf03CbScK/+euX8H//3k/wkx9fpAxXqZfLpM2NPXv3Ye/+feju3YGG5mb4SkoRZYJ8bmGOicog16IEHo/L0I0vffHL2Mnk9OjwDK5duYNXf/Ee7g1OY7B/ks9DGBxYxOkPbsKke/HIw8dx5MijOHr0UTz86FOkvxIut9e4SnAtdt/T280kVRtaWpoo0x1wsUA5MzPNQsd5+thLTCJ+ACkOrKwso9TwQWZ4fR584pNH8dBDbSyytqOvr4/rv8L1StM/OiG+TvzGZjiE5cV5hNdD8Nh9mBieQyFjYnLNjLbmWu4Fm/QZabh9ZUyy51hUn8ZKMMU1GMAPf/ALvPbqeyxCjNM/hWnXXvT17EJdbTn9VJxFkgB9bwMPbVmufZCwQv2tpi6v4o//+M9Z1HuZ9wukJYyKcjt9ciee/sR+vPjFPTh+sov2WIvl4Ar302WcYhF2kbaeon2VlVZQNzNMHnqZnJxgMjOMP/njH2Nubp5jaiAJspWVVSbuRmgrdsrLjZbGFvrZXWjfto1tNtKUxNLSAnQmrzTNDLPFQtmkmLBMYmZxEqlcBL276lBV4+H65jC/mKdvijJRm8cC98ACbSrIPXL79h489fRnMTW1Sj2OUx+XcPbcVZw+c5G+xIJAdTvkU1NTS53Yie9973v4zre/ge9yL6mvb6DOeFDJQqqu69TZAn1ZHB+dv4DB/kFk0lmUlVVQZrVIZ1Kk24qu7u1cWwfpBaJM6sU2w1iaX2BMUQa7JNbXopiYXMbV6zcwNjmJy9euYIoJyNfeOov33z9DHE4WIbrh85bDanEa+718oSiZyDAWWCEOD1xOL31eyIgL/u4Hv8D0zDiLPKdwV/4dTF1DX18ni4W76KN9OM4i49r6CqKJCFKZOHlWOPnwMSZAXfSjYcpsDYMDc7BxrvCGjWuVx4cfDuL2wDQGBodx7eZNRJNRwJThWk8DKgWKFiIPE/eyO3fu0Y+uIbwRgfj4tdV12kIdE/2fxje/+Tk89eRx0jeCpsZ6PPHESe6jHVznHjz51MPQzVkWDR1AQaeOmQydmZ9bh9fjph23o21bHeweJ4u6Jrx76jYLXbMYvjcCKZ7UN7Qgw0p6e3sLqqu89A9hHD/ei4P7d+Cf/tY30NbeTp3fpO0s4ZWf/Rxjo+MG/lu3Jw05RyNx3Lx5ieu5hp4d2/C93/wO990lXON6zM3NoayyFG6XA6P3ZsjfCjTYwHo43O4yNDa2cX1KKAML0tzXtlFnE9zjJNk8PjaHsx9exSuvvour3Dd/8tOzWN8I40tf/gKqaxrg4p5h0q2ora3HF774KepIFK+88ipjsinScwuDgwO8H0ckuo6GRhv27tuBVsqhoakKn33+YezZvYtr6MTVq3cQZtGI9TfUVtfj+LGHEd2kDSzFcefWFIt0b2FyfBbvfXAG/kAZiz+bgKaow1msry8jmeJ65eK4cuUqGPOz0Pct+P1emJmgDbC/+Ns7d4a51ll4/Bqeee4ANFMCXTsa0NbeSL+wCgurqR0siDjdHty5M4K62kba0D68+LnPoaGhFa2tHSjQb0txbHJyBm6PH2WllRBdzmUVdTgKiS8bGuoQpG/ctWsH+nb2kA4PdWQHWrjnV1WV4uDBfdjZ10YdtSCbMeP9Dy7gL/7qb9DM95eufgibO4eHn9yDvn0tOHK8D//l9/4ZHqd+xVMxtFIP7I4SNDZ1Mebq4hqn6D/NsFmdqK1pYizSgTffOM14a457XgpPP/UZ+tU2ispEf7wJhy0AFJwED2TvjUdN0ApurCxtYM+u3bDazfjx339IPUoRd5A2Ok0bznNt4njmM4fwH/+Pf4annzmOjcgK5E+7+zwB1FQ00d914tGTT+KTTzyL2vJWjN4dR3mgkmuzARNj3tZt27G8soLLV69hgDqfyWssIC4gxUR4juemXC5DWWRgtVrg5vnE6XAjGk3i2WefwW//819nAXUni2q3WKjZhNmWw8zsMHRTmv5kHW+89RrtfA4LsxOMi0rxW7/5DH1yAdu3t/DqoS1Z8NFH93Djxix9eD32732I++AxnDj+qOErshmFgdsTmJ8Jo76uGV/96jN4+OETcLu9lHEj464FnDt7HqOjE7xfpkyWiMfG/bGc/tRO/3qccm9CwOdFWaAKUxOrlF2I/CTw5a98hnY+xj1rmj6lgJGBZbzz7vtc8/fxR3/yF5ifX0RldTlMJhvy9BuabgNgQj3tqZb2lc0ADqsdj5w4gSNHDuKFF59BWZkDdofOPbsEt2/eJl+DcNpd8Prd2AwHsbG5Sh81A/EndrsHly7fRjSW5T4S5rsMsjk7nLYAfvby2/j5z9+g3ltw/MRhFqifxplzHyAcW8Ct2zcRCoVIlwmarmP3zt0Ib0YQjcSg8UQXi2YxdG8Kt24OU19+ziLXCXRu3wEp2ns8HtTQBqp5LhhlLJ3JWPHuO+cRj2aQTuYZLwFpJljLeUapq63FX/zF25TtJII8090ZGsabb71DWlcpjwLqG6vR2dmC06fOGPunRpuXfaiyqtqI+arraxHaTGApGKPNLmIjrMPEs4Ovwo94IYlAZRni3GucVgey0TRG+ofQ09nDNZpBOc9jjfXN5MeGdfqZbKpAWwCmJyeoN3YoFudSqU10dNWho7MRyWQYPp+HMU85bFYX4ykPClkzpqZWsLaxSv8Jyn8T01Mz9Lu3WMSeo160oKtzG1ZWZvG7v/OvsLa+KtqOCRan/TxbdnVuh3yR9tSHF2kPS1hZjeDOwCgcDh/ncmKTBTeP08H5bLDZ5DmCTe7BclayMIYQWW9srNEukvTdGWSYGE+y8LIZTtDn12Bqep46XEt557G2FmPMsAld8yEZBwIlpbTPBe5ZZtpdmjo7jQuXzmF0bAAlJXYolUZBy+EN+pNoNIWKqiqucQfPFA48+vBhqEKchdlR1NW58fTTB7GrtwUlPjvMmqJsdMb5BbgYO6a40ZQEfHC6rNwXE7SfGfh9TsgXwFua6ugnSoz+Jf5Sw8evcX9JsZg0u7iEcDSP9Y0U5RYlPjN03Yx66szo8DDXNc7zxxD3V64Dz3YFQnV1JeTXu6Oj47TPdtogaKMBzMzNoG/PDthddsivpoaHR1icrUYFcyPya+DWpgbUVAWwuLgA+UKo+DbBVyjkYLGaKYsCotEI8kxwZnhelL+IJXvB7MwiC0Rx+rY1yD/LU+Iv4/rEuDdnuR4FsMYH8Dxvp326XT7Y7W6uETA9vUD9WEAmk4emTOybIX+K9OaNq8Qisr42qxU67U/m3YIsacihkM/BbNKgoYBCjm2UV4E+VJE+rQCuDdhOXPKsFOWeA7sauHTGVGae9ywWkacCkCfOLO0c0IlTwGQyoQg653/w3sw9VWkaxxWQ5dxpFv8kMZjnXBnSkWAxI0X7zuf5ng5MihsZ6qSRxOWoPPvJvRRVMuyfYYGOzdCIU9dNUEpBZC9nBrnKL12VUqQxz26KdJmhm8yAMiHPZBqngXwynEPmzRCnXAUybBOQs000GuUaxiD3SRZWpKgg74T24lXwKKUMGpRS8mhAoVCA0C1XGScg45RSRl/pJO/4AJ3yKoJSW++FN6X+4b3gEx7lKuOV2noveKRNQCkFnWuRo26nqUyb1MG10AYEwuRHikZp8iv0SH/wIzh5Mf6TtiIAinKF8ZE5BJRShtyL62ulvoneyRoLOJ1O+h0b/YP146u06+RRKWXwKmPs9LlO+il5J/OLPAUKpFtpimtmMsYX34vsBIeMU0qDPMs4odX484TMb6W5dpJ4pjojT/nLvbwXWQpuGaOUgjxrSjN0XOQgayvvpF3mkzlsNhuEL2kDPwXi48WgS9oFn+iLjBUcMo/QJ3KRMXIVkLbis4yz2qwf43BSVuLvpF1wCz7BJbgFn4DwKLRtQc6gOccYKC9fBBBFJuRoDzJG5hG6HXaHIX+llNE/woJ0OBzmfpSE9BH+hE/Bv4U3C7lXakvuQo+sERRQpKlIh8hB+BKQOWWc4JRnpZSBR/oIP8L7gyBzCm4BuReQ9zJWroJHKUWdy0MpTk4k4i9S6SRpjyOTTTEWyND3bT2LT5D5ZQ2kUC20Coi9KqUMXjWdfof3oE5pPEubGS+aqbN25lukwCzyEjqUUgbtgk9oEf6FLtGlDHVLcApukZdGvyM8SL8iSF/BI+2CU2Qs99K3IGsk6wUYNMkY3pLPgmEP8mwibYJD7mWMvKcQoOk6LDw32xxOmJl71enHNF2Hpukf61FxHvCjkTbBI7TIVaktvmRNdGOcRrTKAOG1CMX1FR4FhE8ZI/hkHFHzvy2fJu+K/cUnCw6lFGni7kI7kXcyVuYXEBxKKRQ/Simjr7QLKPXLdzJOKWXQp5Qy5CN9CvQLBe6tAjnuW3nuZ1tteYAbVYHzCh0CMr+A3D8I0oedjf+UUv8dDfJe+udyecNuhM8s9yvRc5GJgNintEs/6S8AfjTql1KKdzBoF5oFhH+Rn1K/fKeUgqyPtEsf8FPEx1uDLhknfeRa7CPviqCUMvrJu4/xcIo85ZDlfilSYQeQGMhH6BQoziP3WwBD7x+Ul/QXUEpxOAHK0FWleP8ASJ8HQWgRekUf5SrP8l7m2Zo3b+CR5wdBaH7wWe63+hcM2uRegKwJOii1RYc8C0ijUlttSv3yKu0CW2MLxtxyL+uZ4R6olAZN06ET5B5QAEFolzahQwD3P0opKPWPg9FFgZoIRkcFAxjGwYAikewkvAoNIm+BDPcs0Sm5FkH0S97lDB0vQP5HyRk4t678f+IU2gSXgNwTvUGfpmnQP7Z1jTwqo10pJV1AQfC/wq/ItmC0FfEA9/ti6yNzbN1t/b/0K4K0KLXVX/yl7LtpyjcucR19Z4Y2ZIxnF6HNAGhAlpWSDI1ZBkFpdPA5HkxSSCUzIO/QNQkqLdA0M+fQSDBomHkDCnSqQgBf8D8DMzgA4uR1swU6g065L4j4FAzhZe8bRp6romk6LGYrN0obrLLZM2gym02wcYPwel1wu2ww8TBTyMdZbFrD7OwIZueGEQkvMnk8w4TJAO4MXsbZs+/gwoVTTF5dYnJ1EONjw1jg4WF9LYjN0DoPF8vkKYGqqkr09vaimcn5kkAJnG4XvCU+aLoJUOo+fTksLa/wcDuOoZERHsqnEYlFjXceHiRdbicP8lb4S7zwkEaP1w0Xk09KKfR29qG1sRNlJfXIZ2xIxXVEePjOZgs8bKxifHyaB45lHljWjG/Iyi9Or1/v50FzAyhQzrqNh4w5JqzvYGxkisW7KA+CzXjk0Sd5oO5BIFCBUoLL6UMmnSevY0aSJ1BSjiNHHjIKELVMQvh8fqRSGc43Djl4isLLJiFBSCgUwjwLlnKVIqF8Y8nEA4Sma7JK0LkGovxWroEUKsvLA6hkIrKbCcqdTI4dPrKbyezjTOA+RFl2o5EFzPqGatQ31FAOdkxNj1FmE5x3DUtLi7NNGEkAABAASURBVLjIIvVPf/Iykw79CIU24fF40caC7t69e1FaVsqDXRT3hu4yUXQD127cwBAPiTdv9+PCxct46+33MD42xTE+lFdUUjezaGcyraKiHPF4FKl0gknMKnR0tKOvrwedXR1wuZycd4H6meF8IUyMj2NoaIhJjk3oupnLrFGXEgxec9RvxYNFmrTGEGPiSgraWR7uKphkqK2tQ3V1DWqYlBeay0iryESKqQMDd5gMmEKI/KysBHlI52FevmHIIFCchlKKwVISGxubxJ+ivrVg//79aG1t5dov4tVXX4MUPkkMn5cgTkfmyHHTW2Xy+t7dUUxNzjH5kuKBUGfBsgYtTe28V3DY3HCyCOawezjchIqKKvT29FG3awyccmDSaLOappFHJucsVsivPrxeD9gE0A5zuSRAjbZZAKuZToDGn83q2LatAw8dPUZcDZyzDgf2HUFbaxdsNg/1OIXpqQUEVzZoh4sYujuCC+cvYW5mAeIrLJynorICNXU1ENtK8YApTlU27EUWjyYmx1lsuUuakuhmgeLY8Yewc9dOY+3q6+vQvq0dbSz2Z+m0kok4k3Vu+LxeLLNAl2fgtovJrDYmc1VeZ5I0TRurRFNDG6qr6ijfVoP3XC7LwDQFSeZWVpShqb4aimMTmymkmUxDFlhjcfjUO6dw+aMbWF0K00ZTFEWBcjDBZlWc046+nc1oaSuH32+Fr8SC+oZK9PZux6eeeZhr2IhAuQ8Hjx7AkYc6kS9k6KecqGCBRnRvdXUV6+sbmJufx61bt4xfTK/MznMtE8jTD6yurCEajsJssnI9zNTjFEaGx7C0uIpmrvGJ449g394DOHr0CJxMquaZvC4trWLCuxn79vXBwyRM3+4e8lhNHU9hk/6tUMhSD0o5voG6lOYaBan3Y7h29SrtZ5SJoySTFBqL5jo+eO8yk803+X4ac3NB+tEQZZcgneOG35ljQfrM6Qs4e+YKzn54A1cuDeLK5Rvk5SampiYxyUTb+XPnMTkxiZgUlwinPzjFsf2QBJfZYjEKTRZeTbqOZRblc/RVcRYn5N9qE7737N6PY8dO0medAJ0OrBYTDhzowDPPnMDXv/lpdHU3s1jZD2VS9A1jGBuf4nUY77x3ikWzjxCLJZmU8RiJt0Em3kIbcSBvxcZ6mrLPYnEhig/e/4jF6JvYs+cAYkwiRsJx6lKENAYR2ohigfL+2+//1Eim3huawPTUIvcW7ivra5jn2sXo87cKqOfoZ+8aIPaze89O9PbtYNH0CH1DJeVeBi/3gIqKAHWjCU88+TikwLrOxKiPflh+0X392g1cpj9bpa9w8iAh+tx/qx/I6Xjhuc/R5k7gHv3elVszyHBfdPlc0M06FO14/4E+Foc6sGNHM1zuUvqkMtpzgMWXG1zrLDq2d5GOWjQ0Vht/wUB+/TjNNVwPRTDEwrfFpsFi1+iHQF0JQezn6Scex7e//UkWxI+gd2cFHnlkB/bu30Y9r8DJkyeRzxdw/dow5bCEpqZmPP/Zz+L48WP0tdW8P47yCjv3003cuHkHZUwIl5WXU8Zx7sV3CbP0Fw4mbeJYmF/h8xB8vnI8/9yXaN87YDW54bSV4Qfff4V6Usui1/fw8CMnSH89/D4/wU17LkFdrds4/BeQQ16ZYaXcpKi6sLhJPvsxMrrOAkgSc7M5rG/k6YPDMFucqGYC/iYLhj6fF3V1VVzzZeNXM/KLVGl///33cfr0aaNddC+6GaUPSKBreyf9qhM2+rEs/XhdfT3q6mtRUurHF778BFq2VcDpsqOdPuorX/wSjj90DKUlfvofP8dp3A+WcOGjc5ifniF/bvjdZnS0d8HjKGNRLIWNtU24HC7IN7k//PAClpc2EaZO3hkcwdkzlzA7s8R1rMfhQzvQ0dGG//Affxdf/9ojaGurx0fnb+Cv/+olvPTym5iYDCKXs2F4aIb7oY4/+ZOXcI/7RSwWpx3Z8Oijj+Kf/8638X/8p/8D/+Hf/wcc2H+YiWkXRsZmWYi7xGTxLbx36izylKvDaYbSKV8GepquYOWePz46gp29HRy3m0leJ2prKrGjqwUV5S7cuXMZG6E5+qZ9kD/7euH8eZjNir7hFt597wNMTc5TBreY0N+AzQH6xDL09rQjFl7HSz/9Pu34Lu5yL75++w4T54v4+c9OIVBShbnpZSaIGyhHB9xuK/3XNKYmbmN7WwVlbGHCeg5V9K8tjNtcTFiZYIbDbENNdYCFud2wsRj9/vvn0dhQTx+5i7QGEIuF6VvD1EUTLFYTdWUFOv2JmzZkNXuRiBeQjOdw+cIY/vSPXqF/TmJseBTDd+8ilUiShg3eT2N0JIzNjSTOnRkgz1O0kRLGm+fw0aWLWN9cJ24z1lh4HhqdYCyr49d//at4/IlH0NrWgp7ebqxwv1lbW8Xk5ALm5tMYHp3lOpzB+YunMD07hNX1BcSYIFxe3MDGahiPPbqf61uAy+nGvv3tsJrtSCdT3B+WcfrDK4iEs7RhO6RI7XGXs30VStMRKCuByVrA0koKGcYR586dox5tg8R8dXUNtI8QtlEfLWYLwCKL2ZTGN7/5GZSWeVm4f5/yrUcgUI05Fr9FJysra1gEm+fzIian5nDr9oDxRZ8p6veZM2cRKCnj3jJFOpZRxv1JYtO6ulrs2b2Xe3kXi54djM+ymJyeRDKT4NoPE9cE/Txj5NZqPPbYYbS0NiEWA0Ih6iALaTf6+/HNX/smSsp8SGcTKK8qhdWZwzsf/BzXb12gr9rBYk2UseIgoOw4f/YG0hmN+m3HWjAMXbPQlj5CIa+oC20sbuzHm6+/h6mZZayykHLlyk36zWuoJ53rPBusrS1yL1invKK0baCpJYCGei8OHWzG5cv99INZdPc24DMvHsaJE5WwmDL46U9/jD/9s79iwfwD/O//6c8532VMTY1xPyrgvfdfw7mPzuBHP/p7xCIFmDQ36moaOccGrt+4xTWIsu8i9TJN37iINGMkQEMmXYBSGnXfBk3PI5NNQnxTGeX68k/fxQfvXsXNazP4u799l74uCofdhcbmep4p5tG9oxPyC1izyYGj9ElHHtqGcHSa/jcKn99D2bgQXEsgkbBT37nWb13H22+ex+uvfcT1WMB3vvMFrK+H8PJP30ZDXadRGBzmXiRfrBwbmzBkySMbaljAsVrtKLB49sE7F/Czn72B8nIPOjtLybsN77z5DnV9Hfv3HmSBphqalqf/rITLk0NLWxXnWsLE2Bx9FfVpMozGxh74/RV4/9RF5FhYlgJ+PJGiOBTkU8gDSwtLXFOd8krib77/Dguwb9OeNQLw6WeOo6OtAXIe2AzRRhlTaUrDp577JPYd2EPcfjQ01ePe0AigK4Qi67DTdyjqvxRY0ywcbobiGBvdwMWLN7DJfUCE/t3vfQ0nTx7HPItKr1N3+qmT9+4N8X0YVosN4N6YiKdhsTipcyYcO/oY9akdv/d7f4qXX3qdaxGC/KWG0fFhlJT7ObeGLO1RCpqjYzNYmFukXpgY8w0zxg7QHoRWC+4wnq6sauKyu2jDMbR39PEMkUOKRRmJ6SuryrmWDliZOHWQjzx9diIR47rGIOeh0kA5NtbDMJO/4eEJnDp9Fh9+eB6Xr1yFw26mH6/Fwf0H0FzfABcLqyGu+bmzH1GnfoDJkWk8duxh1PhrsI3F1SN79wJJHVrGB7+nHLHNTQSXZxFlTLR9ey/PvrXw+SuxQf9np79u396E1m1dmCZvG6EQDhw+hFg8TtkPQ/4Mb5jja2ur8Olnj+Gh43148qmHcPDQXmysrWH43gx27zzIAuYi12GYcdslrnceE+Nz0GFFJc9iofVNzLBo19uzk7rmRJbJdznLl3JvFltxuRyQX5BbLHbGx35DZ0UOZiZqjxw5gkoWQSMsvJSXVyOVUZTLTZw5exPhSAqDdwdo9xX45DMnsXNnF/w+M2qrSmC1FOD12LCxESQvKbS21qCzowvt27bB5/VgJUjdpF75fQ5MTvSz0D6Lqgob2ujb3HYLdO6rYDE2lY4AhdTWM9Ko5p7l8eqob6yAblLUZRva29sgZ/B1FprrG+rgdNphMpvp6yJGTMojDP1JCq++8gb1dRJhxq/xaBzl/hK47TZY6AvNjLVD68uUTQKN1PvS0nKMjU0DMHMN1rG4vEAfuMp18yHGsbpmxvz8AuzMu9h4/t9cX6JPeAmRaAiaRttbnoOcK9boJ4UuE2Wp6ybiCiLM2LKhodn4096aMlFHc6ipbmR/C+cJw2oL8F6H4gqKHcfjKeq1Rr9WwMLCCuWZhM9bCrF/k24x9juT2Qa5t1K/83Q4VG/IVSlF/5A37iXXpGk66dOgFNspGJ20K0X/yXhG45WdUchloTM5Z6FM7DyH2JjTMEEBQgztN8f4Ls+8V47jwY+J7zVd5+sC58ndh6zRX+ca/xI0SH5K+uu6btBh4tXMtRKZCb3yzmazQq5glKXxBUmlr08akCNtOc6by2UASkUpjVdwzi0eNU3BShnYuC5KkWbjLWDwyOccZZNlUVFwgONNJh0iM5lPrlu06LCQbwGhU+QmtBXAD+UiYwWHnM+lqBLjJpxkcVXu5Srt0qcIMlagOKaId4s3BbkKKPUgvVv3Sm1dhQ6hUfoZQLkJHgF5p9RWP/zKR2iQeZVS1JOc8Vb4tNvt0Ml7lopS4LsC5ZZi4TrGPIz4HuGjyI/cC8hzEV/xKrwKROkfpIAl/WQ+4VfkJmMkPyMTK6Wga5rBL/gRPpRSkH58NP7TyZesgfAldJrNFuq1iev3S/6kj4wVGsS/i1ykTeaUNkEk7+UqbUKftEtbnusnvixLHRKQdukHoldKGbQZ/agnMk5A5tjiQVF/zQZIH/Aj4wVEnlKME5qFFgELdUja5Co8Ci0yTinFmCUD0RvZg9KZJJKpOJ8jPBfGIYln6Vvkq3gVnAK/fNbw4LNSyrADoTebzqAIBe6fZI/UAkopg36hU+QstGcyGQifArJ2We4P0iZrWQR5lqKs8Ckg9iU4hB+hVeiQdrnKs/QX3MJ38V6eBbK0P4EM9U2u0l8pZcheKWXQKHgFBJ/4iI/v6WukzYD7uqSou6LLYuMM7qG0Ai07R1+ehsZ3mg4IDTKXzC/zyb20pSknoSNOvU+THo02IXGOgI17g9liMWQs8wuYOb+F/kV4l3UQXCJvkZPov9hBgucfeZZ2mUPmEjkICA4BuZf2Ij3yLLikTaDYjvsfpbbkIo/SV64Cmq5D003Q6UMVrwWlAQSd95qmG7YleMGPpmnYAmW0yxyCS4CvDbkrpeTWAKWUoSu6rhvP0q8ISini0vnexD3YavhLkYdSmuFnBDf4kbECW/NqkKs8S98iiB4K/GPP0lepLXplbuFFQO5pyoa+y1wZ5j2LkOMeUSjQ13E/kx+giTaQFINnGZsT26cOZu7rvVxF5gLyTvoI/iKtGnVIKSUooOk6hM4iXUopo136C8hYAWlU6pfvpE1rRqBcAAAQAElEQVTeS7vgFVBqiy+ZU6D4HlBQSkE+Mk7eFUHGyfwCQoM8Cyi11V/GCB6lFHTRVeqv+B/prxT7KK4B283UYdFjs8UCTdehE0SnLRazwZ/gxP2P4JNbpRSkXSniAQx5yjsBPho0K/UP3xXpFxnLvfSVdZP+ecYSefpZAWmXNsEvdAs9Sm3hknYB6fMgFMdJm8hHnvPcz2QdZT4BaZf3Akqpj2mUvgWJZ4hY5gSUoUsyJk29KJBIaRc68qRT9n6LRfTcSp234MGPUlt4i/1ljKZrUBpBbb1TSv1yCPUJ90FJPwH2lQ5KKSil6L8KBj15ykd4EJ7kKiBtAtJfQGiVvSxPPy/38k76FcfIVfgSyNLHybO8F5C+MkbwPAhk/+P1lX4ybmt81rDvYl8ZW8Qh9w+CUlu8aORNZGLoIPmWPlLHFJqlsCoxiJZgkiadzkJBAwTyQC6TQ5qHxXQyzSSOADc1FphkQgEhTEAQCeRINYfBCGhQ4P/AEBIoKKJUVHw6RUXgerJwW+CmkEM6leVGmSNTecMILHSkVhqFEYRyI0nGNxHn4Vcx6eNxmaFrpCO1wSLEMuZZUJ2ZHmZhIAyv24KGhips396M1pY6lJa6yUWGh74QgqtLTF4sc5OPMdiP81C0ahTZpqbGscDizioPCalUElU8aO0/sA+7du/G9s5OVFZXQzebmBDc5GFxkwmvWR5KxiEFOfmFg2zCpWUBzE9MY3RwGHduDCAcjGB1MY5r127zEDgKnQG40+lAeDOCWzdHcf7cbYwMTTJBVoLSQA18ngrO24g9uw6ht3cfD3H70LdzH7p27MSO3t0sHpaQhwTm5heNBMXy0hqk0Dc9NY8VFrMiLPxNT5O/1Rii0RRCmzH0M0F5k7Rs8KCzurrBpOUIojzEZCl4Hw9dGtdAfrUqCWXZKJNce9k0UwyiV4KUzfIS5E81hSNRIwE3Nz/LOVfAYZBv1EajmzxcOnlQq4UkqWtqK1BW7gdUFmCVyumwosTnRhULnX6vlwoA5BjUmHQrNM0C+eXI1OQMD4NjTEaewaXLl7C4vAhF5QxHwpidnUGBmjjDQsAZFnL+/M/eYwL2FC5cuIGbN25RtjfYZx7TTOb1D0xgkcWQwcF+TEyMcW3XIQ5ElL2SSdeSEjnMKdisTm6UTiZ9qqgbFSgpKeWmaUcmnWMRKUxZrnNGM6or62HSbBjkeq6srJP/OAp5xYOmk2vhQ319I3WsG91dO6i7Gc69zDXW0Ul9kcJwDYuuUnhta2tHc3Mrkxcu5HMFjI6O4caN2/iAyeubN29jcnKa81uglEaebkO+3et0uOF2+UlTAQkmdzfWowiuhLCxHsH167cMuHbtJja5riEWbwcGBol3BOFwCF7KWQJAxU13aWmBdEeNhIsYu65rpDVNOjXSY4VSoCws6OjYhqamWsrDAwmswEOlBK0+n434/JhnQuTcuQtMsJ7GpUvXcOqD63j99Yt4440PcfnSdQz0D2Hg9j3MTM/D5XRD/pThEJNN8mvaBIugOTpEj8cD+WXnwMCAMX9zcxN1pobrm0UwuEI532Zivp/ymOD1LkJMhqmCxk3Qip19e7CPxUTBHd4M4+qlKywKXkeMCQCRVYb+KSG/ZF5ZZbCZY+LBCTPttVDI82pGQ0ODAWtrK3A6zKgq98FutiDg9WN3Xy+a6+oB6qXf44LTqsPlsKOmshx+rxP1dVX0A91MbtSjpaUSbW21THb14rHHj+KRRw9C0Q9NTA3D43XwfQM+/dxTOHrsIItcTso6ifKKCuzZv4+6sh2SGExTzyorqhAJRzA+No4rl65ihonpTfI7PkYdXlikT1qmjtzE22+/jbfeept+ZphJlChtJ4v2Nupcz27U1DYhECil3i3i3r07TGrfxq1bt9DY2IgOFsBdLhcK9MOzs7PUeQvARKbDbkXPji4cYWLrhRc+TT/TA7PJCisLJnZ7lrjC2NxMcs199I8pZJhgcDm91HkP5VaKyvIGJiWcTHil0VC3jcVtP8rLK1BXXcfEXB2ymQI3Sw3y5Q273QVJOC6Rn/6bt+hzE8baSiFcvkG6wKRohL5wkD7qCnVI03TOYyPvC8jTxzudWbg9Cvv2d1OuNdTtFSwuzVD3b2AluIwpJuRXWWhYW0vB65FkUAJXrt7AmQ8/YmHsAlZoLw6njwc5ExPDMawEE5CCwsZGmPZmpl9vYiLVTj8+C51bndXmQDC4ThqncZu6/N675+iXZpFKFrh23RxjgUa/ZKdu+P1MzhWAnp4e8lqLgYHbyDERUlFeykTXNCYmxyjLeeP64ZlTLPSdxZkz5/H2O29zjW4jS10bH59EeVkFDuw/xHUsQypFuzRrMJOYzc0QbbOA55//LIsdVbjB/eLc2UuYmJjB8NAowCJDfX0TdfBJfPnLz2FmdoG8X4LORNzY+ATefPNtDA2PU5arLBRM4N13L+LWzUmuswMej5c+uoT6U4HHHtvLRPdhJGMM0pm8Dvg8mJy6i3vDVzAx3c/7IcifO5aEqY18f+7Fp7HOROLC4ixpGUMtbaOxqQ52JmatVo2+JA+v14SN0CpKWcg5evQQvvq1L6Kq2gkfba2QN6O6shVTYxu4cWUUv3j5fYyNzGOgf5jyuYwhFgP/4A9/iD/8w+/jNP3jtas36dvnKXcLNOiIs2C+urrO+az0Vw2oqqnjPuTlPjBA/7dA3TTxnQt79uxAkonf1WAKqyshrAZD7N9E/EP0M4OYmpriXltNW25DWVkZ97RV0u2FFCBmZ2ZQxr2iq6uL9pvG3cE7yPBwKvtWkon9Me4tJUzY7tzdh0cefYi8Zpjw7ccrP38FYJD4vPHr7K/iE0zEfvMbn4DNDIRZRG+qaEIiZMbczDzefe8sC5jXDd8RjqwxLlnhHlELhjwYHLhn7O99vXugYKEPKsPunXuYmKykjoSxZ183nnjiGAp829jYQPpm8Wd/+hJ+8veneb2E61do7xYHE9JzjNtMWGfS+eWXX2aB9U/os3+OP/6TPyX+IPeXAH2rAyaLl3ofxRptSeKGSDQBk06i6Ts0wCgi5hiIJ5gI19jmdTuxu68FbocD45TFYjAI+ecbTFYTsoU0C/953B2+yzRmHi6nn+u7huXlPJSyUDx54kvDrJngdXswNrpEn2GC0+7neqWZ1E5ibTNnFBGu3xykrd9CXU0Nluankc8lEA0HkYqH8PjJIyz0vIEf/vBlnD19Gh67A3t39aKlsQX11InlpRWMj08hnlIQO/jg1IcsdF7Cyz/7BQsJl2knBdqBhWuusKOzhXqTQ//NYVhNFpw8fhJPPnEIjz+2E81Njdi/fxf6dnZjfmEWofUkXA4/Ksp8WF2JIOD3wUxZR7kPjYwtUo/W6A/9+OKXP4enP3EclRV+LCys48//7MdGsUp+JV/iL8EXPvcpbGNcEN6IYefOXspAN2IViUU2NxO4cX0EwZUYHG4vTIxXLly6ih/+6BX80R//AfXVixMn9zP+qKRfrEOACXKx/1dfe5d2wjVhwSEWyyAaSxr7cHA1iM8+fxJeFtFWNzaMX0p3d++A7MWRcBIoMBnO+HFzYxM6fc9dFhJ0k45oNEu9vk3ZR3Dq/au0mzHyVkUfWuB+M45Tp05zzZLIZNOwOqz0r6uY415TVVEJh90Jq8UJXbNx3z6Cn7z0Gs6cv2TEnh2dO1DGPtu2d1CX+2hzyyz8eLhe/UgmVjE/N8H3taDCYC2UwTrhJou20M3o7dvLAuRdoxC7sLKM5rZGKB04fOQgZufn8NYbbxt6rOVNPCuk0dHahbWlJIsOCo3UjWruxR6XE0tzSyzyrKC6sR6+Mj8aW6qxd992/NpvvIjHHt+PT3zqEIs7R1Hf6Ie/RKf8nsR3fu2r+J3f/jVUV1fBbrMzZg+wKJjH4sIEsikT4mEf7t1OIxTU6LNCsNpNWF6bwGc+9xg+/6VP4dixwzh44CB87hLG/RM8B2zi5Il91EMX91Y/JBYeGR4DGPOA/t1ExlLJLGOGMO0+ybUF8kymRBgXc5lYsL2CoTvLjIHyuHLlDusFGmR/S7EYO8298fnnX8CFj67g/JkLCJTY0dXZAavZjBtXb9HupuCkbabSGuWfNfxEgnuArNc8Y3zZZ9vbW9HcXMtzyiXankb6kniT8Z582aP/9iBj5U3In9tc5Z65uLDBImISS/PrGGdxcGlxA1LUHh1eJm5FH7SGcGSVcpnCV776NGPkWmzvrsfv/otvY25uknvaHItzZty+MYnZqQ3S6WYcvIpIJALwHGEy5bmPR4lnlfFwHPV1DaQJLATWY53nmtdff4V917CxMY9dLH7V1lTB5XIbBZpxnolOnT4FiReqaipoT0BNgwfPf/5hw19lCzHKNUXfEzVs0GqxMpbx0ydomBxboi0O48K5AYxwn1pdC6GtvQUVVdXw+Uq4LhlsMm6rq2s07MlmdWPP7g6eu4ZZIF0F8hr6+nYjRlu02+2IJtbR2lGL3j2daGmvx7aONp5f5nCD+n3n7h2qfI5++ke0gw38m//l25Bk9AfcB8enFqnzChkoxszVqGAx0efzw+32kO84Eiygyp9eXVlZ4n2cthtFiOeC4MoaAoEKzEzPYXlpA63NnWhubOe+lkGGsZr0D3E/dzltsFgUnn32Ezh2/BC+9e0v4NPPPYFobAMutxnyb6oODg7AbLFgYmwWE6PzyCRMGBsJUu/z+MkPX8F/+7//Bn/yB39H+9ukLwhibWMV4heZ34PF4URe5TB4b5z4fIwTPIxnN2Ex5+n7M9jZU46AN4adO0rxyMke1FfbKcPrxv5cUVHKvboGvpJyaMoKXbPDpFlhszgMO7x48TL1IkR9dvG6Tv8YMMBf4sZ7776H1bV13LhxEyHG2/KXpRSN5+7wPUxMjmJ6ZgozC9Nobm2Cj2fwazcX8F/+z3dYpL+Ns+c+4v7gwkPH98Hnc8FOew6FVtDT2wVJbh891o3F5Q3auZVnyAC66FO5TVKuiuctJ+OrSp4T+qjrTdxjtkHT87DaMtjeVY/O7Q30R9XIpOOM0bPIMGlaWlrGvXyQazUDK5OC8qUkh8PGtS6jPsShaRp94zzcThcqeZ6VBJuM27tvD+VTSZ0sw569O1FdU4bSgI/xQYFjdNLi4J53iWt4nUXRBP1Jnq7UhaqaBlRWVEN8mcfr4X5dgNLMkC8VmnhNJROQP8euaRnK1opUOoYmxnpuj4Pr0gQ7zxJQBdKWhJ2FwpISD8y6iTrpRgXPN7IHDA+PMi7WYDY7EY9k6UPiiPOcBqVAxpFhHMxUBO0ojUy6wH1QmnWYTFYAunFVSqdu2mFlUdxM/2XSLTCZLeRNg64RdN2413gPfgqMUSQnJVdwHpPJDJPJRF5MRj/FPjR4COh8b1YaLBxr5Z4nTkUVspxZaEnzMQtN35pD13glyHDBXZAbA+SugAJ9M53G1hV5iGyUUkIChB7Jj+V4rpaxnByapiiXLdrybNfYYp+F8gAAEABJREFU10z+ZFwmk4Ks7VayL400fbrcK6U4DsZnCw/4rBHkqj5ul7kyjFmTzOPIvaZpH88l9wIyl5V6ZqVNm5lsttoscDjtsLPYImCz2WDhOxNlJ/2VUuStYPAi/Mj8SilDtoIrwcJNhgYg88k76cNNifwrA8CPtEkfuQpk6RzkquuyhvrHuNkV0qaUktt/QIfQIu+KdBkd+H9KqY/nUWrrXvrY6Xddbhds5EvGCa0CwptcpY/QIDQTjYFDqa3x8l7GKLXFu9BbpF/4lPtUKkU/neIapanrOUNGQqOA4CzilmfBJaDUFn6lFNdO+5hXpZSxTkKz4JcxQh/4EVy8GP8ppYxxgltoUkrBwXi8SG+eNpCSX8tQvjmeSeRZ+qWl7YE1Epzya3PZZ+OM74Uf8CN4ZF7hTcYILUopvoHBZ5RFZtEt6S80CJ2iS3aH3aBD7oVPwSFyt1ot5EuHblJQWoG+KYc87SXPIkGeORpBLDikv6yLlXop90KHgNxLm049IWuQOQu8ITZo2FobeZZ2AenvdDrhYg5Exm3h0D/WVcEDjhOZbG5ucq8MQa5FvgSX9JH3D/IotAnuIq2CW+Qu6yX9C+RF7E7kJvIRELuQq0BRluBH+Bb+C+RDgEIxdEfWS+YVPhT7CV5N0w0dkblNzGtpuvr4WaNtPwgyTnyF0C1zyrrK+krORfhLiE+g3DX6OwMf7VunXIv3xau0ybrLVfizcg2VUsb6F3kSPoUnmUt4UEoZeqlpW9ciLvAj74U2wSljiiBjpZ1djHUV3uWdtMu9vJOx4mXpVZGlPkucK5DN5eli2Mp5TSYLlFIGGP0p1+JYuRZB5lFKGXQqpSAfeSdzpelni3PnWJyUd0opA6dSyqBP2gVkDhknIM9Cr4wVkHvBJ+/kWnyWfjKuiFfWTSlNHiH3W/LSP17bLb01Gc8yLseCKhSgc+0UdSDHXTuTz1AmWRS4F8s70avcfdq3xuQgNOQ4Nsd2uRcQ2uS9TC7tAsYz+VRKGfQopaDU1r3QR5EaMjD6AcY78CO4ZLzgFSg+i36I/slVdFL6yDsZL1d5LoI8SzvRGXPLfEptzS9tSlH+JKDYX64y1xZkDL009J37UFp8nKEnOaR4n6EfzHMsCYbSNEFn2JrM96vzKrU1p1LK6Cf/p5QyaNpaH5NxD+NDmjjPFo68gdNo5v8VcQt9YnNiM6IH0lepLdzSpwgc8vF/xTbpuwUFQ+7/kOcs23LGnEop0iQgvCmyuXWv37druYIfWQOhQfDwkePz93UjZ9ybjFhJYhIzdF341KHYUSlF/BpBJ8j1vwelFJQq9rv/Xteg01+Z6Tus3H8t9Otyb7rvczSuhVIK8vlVnoVGkV2asbHQLHJ4sI+8Fyi2y730l74Cci9t8l5AxspUSimDTqW2rsW5H6Sl2CZjZGwR5FlAKWXIQad8xUYFtnjSPsYNfjRJiGdTOWSZ9M+xYCrXfLYATVG4BF0zSbwHhQJBGYsgRAsYmwMddeG+guV5n6MRZwyBSFBIwxfF5ntIZZWJA+6p4B7EwJX4SGSB0XWSBpGUIgwTNYV8ijFqEk6HxkOLlYdDO0r8Vng9ZgbYeeh6GjZrgYcyjclpDxobqtHd2Y5D+/diLxOebS2NTFjYSXOGSR4dgRIXWpgkaGGh1e22M5G5iNv915k4OsuE7BDWWFCNx6Nwe9xMpJRAccHjpCdLPuw8QNTW1hCfBwd37cWurh40VNbAx2TeMg+skUgIExMjkIJBgUx5vE7SJwFIkonteSbWFjA+PsP7dSbLIlhfS2Do7iTuEeYX1klLFOmMgsnk5EFDw9p6mAfTNWi6GYGyUjiZCAqFQrh56x4T9DcwMDDEPptMUizg/LmruHt3Bum0hYfJGgaPLkTjSeQo5zkWLm7cHMC9e3MYZlJgbm6BNKwgGksgnkzDxUQ3NBMP4inMLy4aIL+unJ6eZVJjhYfUNR6C4kwYBFl8GGUCYNYwwgCTyj6/m4GSIo0FyiqHeCJCvGEmTzYNsPKg1dzShj4mhLu7dmJX337s2XUQe/r2obGuhWvINQiuMRAtwO/zw8xNcY7Fu6WlVR4Kq5h0DcDnK0NZaSlaW90s4FgQDIYwOTGPqck5JrNWmJBZoMyDWGHRc2ZmlvKYIY3zmGHiWgokkXCMa+9mMj5lHOiaGluZXNpBfamCUhboPJybdDt5KkC+MZvPiaGZyI8ZNTX1SNEWJlgon5qaNWSUyxV4TUL+rOC1a9chgUoqlYQEK/39A6QvSH3OE1eccl4mHbNc+yWYzVbS4QJgw/JKmIWVYZw+fR5SBFpmIXBhMcjkYRSKtLjd5NtbThlUsjjWibKyCiS5VjGumRRe7Dwk+CgvBR1DQ0PUu3HOF2O/UoiOrjGJIN8yll9EllJ2Elim01lkuaGurKwY/RO0MYvFxP5V+NQzT+Mznz1CGfuRjCvSqkP+feKr1/pZ6LjFYt0ogsvrlPUc1yoJr8eEzo5mHDv6EHbv2oW21laun49yiZPneerKChbnZll8vUD6BjF4px9T01OQXwVMM+kqNiJyE9p8Ph9124GpqWnK4wrlt2oEwpVVVWhg0SjLg7YkAW+xCF1VVYMdLGJt27adco8yyTViBMOZbIbJsxjnXqSOjiHGgH96epo2wqLQ5AQTbRvE6aSNDGBtdZW8ZVHIKtRXleHk8cNMeLTj0ZNH4bCZWGxY5Zqtks8MSkudHKfDZitQvhvUsTkDxifuMCE7BrfPjpJSNyZnRnH56nkoBjgulx21ddXQLTpp47wM7I8dP4EXXngBBw4eom3nodHequk7KsrL4fV6DNmV08YTPNRcvHCR80/yYGKDFEflz1nWsKggxZ6NjXWUl5ZQ9h1Mqp9AHQvBJSUlTHSXY+/evSgtLzMSyxMTE9SXJBMVKcjG0trSwsLdfjz2yKMsApTQ313ApcvnsLA4jTUWewKBcnTvaCQeC6KxEFYpI9HnZDJFOcchCcFYNA0pMJT4S7G8uE7/FcPszAL1+A6GmQheWgpifn4ReSZJ5M9VP/LIY2hsajL8peisk4kg+fNWZpOF/Jbi6JETeJh9nG47lJYlrWG4vRY8/sQJ9PW1c+3G8KMf/pj6M0TfX4ZNJgjj9M319bWkdQcefvghfP1rL+C5Tz+LnX270U1/vI2F5PZt7XAwMbC4zOSTX+GxJw/hN777PD77wpM4fLQb65sLlFsJPvHJk3zeDqvThOHRe9gIhzhPKWkohcnkps+thVIOjI9Nc81XjERROYtvO3bswJEjh2kTt5mou0H/uErfOoipmUn6ninKYshY91KuU2trC7Z3dkB+eZ3jPnr1yi36jRmUBagfTAwK7lgshQDlPz8/T987i9GxIci/17p9exu+/KXPoHt7HWKRBKQwODcTZVHsEn72s3dw+dJNyjuIJ558GG1tbdi1ayc0ZcLMbBBZBpHJVBrM+8PtsaK+oQxQOjTdwv3Tj2buf307d6Cruwu6ZsEbb7yD0ZER493CXBA//P4FvPf2LRbOE+QljjLqVW9fF5OJndC4VovL0/QhQ6iqLiV/25hAK6MNW3D4yH7U1VdCfrDjK7UwrRTBJz/1mNGnQF916tQ5vPbaKbzy6vv40U8u4v0PzlNey5TvKnUxSd3LkP8l2loGm6GEsb+FN6O0RaC6ugaS5KmiXwiFYiwWDGBifJkJyDVMji/CpLkQjeZwZ3CCSfw8fZjC5GQYd+8MUZ/68Mgjj2DPnj2QX9qKf1hYWDD8h3yByO12o7a2FvX19WhqbETA60OSRbIAbWuFxTlAg4XJrprqKkQ2N7iPrOL6tbM4sK8GdKvEM4WLly9jdW0JkViQos5ganoCi4vLWA1GeN0wEtW/8y++hxe/cBxf/8ZTOHhoJ9o7mvCJTzwOOcy3trax4HKY8YwDZq5Tb/dOxGlzFz66jI31DczPTSOZ2sTQ8E3s2l1DnrYhw8lVwcd9Oo9WrmkhZyPf4g8a0X9rBIP9QyiwYFZXVwOTOYfZuREWQcdhc1gA8iT7Xy5rZhxnZT8L5Ms7CmbqhBmxaBjZdAI5xmFLC/O4Sf87M7mMV175CH//k/fx6pu3cfr8HD44P4AfvnwGKxt5xNN56GbBk6Y/jjOG8sLGRL2bxRuL7ofKaSw0zGJqijZQ6jP+Wsfly/eQZdxTVV+OYye6uYYJxkIR+kUn9bSePjiAStpdPBpBbU0tPnjvFIudh3HgQB+LdXvgYKBOIuH3OEFGKMsIWbOiubUZM3MbWN9Icl+shovFSRv7VleX4tlnn8B3vvUijj3Uh+NMmO/ctQ1mi4ZQKEgUabhcDty5cwtZxp+BUi8LH83o6GgnTX7qmQVeTwnkr0xYbQrdPc04cXwHpibWuffMMHH9Iew2HdHNCD549yL9xxLsdjMWVqZw/dZFbEYXYLbmUddUBU3PYGl5DsHgCuWdxdHDT6C5YSd1rRxubxkmWEgZYlFqbaMA+fJGZVUJ1y2FTdLZvYN+zq2jb1cXHn70OOQLHXV1dWhoaIGDRd9oIs8keyOaWtoZHyU5TgcYcy8sLcFqc9IeHqXeBNFQ34p5+gyL2YqDB/ejPBCAom4cPfIoYrEC8So0MGZysCjipp14uOdpuob6xjq43Hb4/S58+tnHkUrGMTY0irOnLuAXL7/K4tt7LLAu4cjRYxgZncJb73yIodExjvFgifzOzEyjq6uDOuJGS2sd5ItKnSw0tHDdJFYRSCbSmJkK4ff/69/hj//ox7SvNMoCDSwElHLfLaUsNzHDPewrX30RX/jSZ/HUkydw/NgBUk+5Li1y3nsor/BjYYH2eelDWCwF+loHKqptcLizUKYYbaEAq1UjH05UV5XC5dGhmVKky06+K3D33k38zd/8Fd566w3ulevQedAUu64sr0ae+rzE2D2byht7Y31DgyHXK5fussh0Gm++/T6Wluaxo7cN/lIrJqeHUFFZgoceOggr9W3f3u343d/9Bo4c2cMiVw5ejw8pidtzBephHibdhkSMRYhYBLl83IAEE7i7drXgqad24+jR3aipaaH+ROChTro5fnZunjo3wb1onj5jGXcHx1Hiq8I//6e/S/su0D/YIHFyNpuB7O+BQBnXoYuyZYH34ePweFxIZxKkdRlZnnt8PjdmZ+dw7PhBPPX0U7A7HKirred+6EULdevP//wtxrMRmC0W4svTh7aTNx/jHB0zjAd+8eo7WFxahs3uwpmz1ImFSfafhtdrxre/80V845uf4HqZceHsLYTWYzyrAaUlPrhdNsbeMeSyUfqHKHUyjUI+h0wqQx0o53uvoa9PPfEk+SvByuI8ouEQeYxSp+s4No0XPvccyhhnnbtwgzHoXfJIOhwF9O1sQQGg7dRj9+5G2O0Z7Nu/Ezt392LP7j20rwTOfngNk6NreJn7VGhVo45/DoHSCricXjgdTl7dtDMHffsc5Lz6l3/xVwjyDDI1uQib1Yv21m5UUEfcLOxWVDFkugoAABAASURBVFRCsTC1HprH0vIEahsD6Ohuwde/9VXs3NWDGhaIlW7G17/5Sbz+9mvQ9QL2HdjPuGQKK6shxJJRrsc4/dOmsRYrK0HqcSlcLg/lXU/baaOtJug7I/D5PLDZbMZ+ucxzVEV5LfdDM2qqWwx9cDo9eOjoIVTQp45PDLOwucq1SiAS3aDP3mDhdgProQXMLU5w3g0EuPc/+fQTkLhq7/5dlE2I8rLhn/+z76GjvYX+ws/90o+DB/agpqocVZUB6ohOXUgikUhhjQVvife7dtTD67MjFF6jbNrgdXtQVV7KODxBnQ8SltDT2YAXGaft6tuGxvoAUqkYeTRTB2Kob6yCL+BiTJFDQeW5Fh7YGbtVMoY3WU2w8KxZ0DR4vT7KKcxxLtLpwNLSGv2pFVnmHlI8p8k5PUZ72rtvN8qrvSivLeFeUYsXX/w0vvrVx9C13Wd8aeOv/+YVnDr1EbIsQthoqxKPLS7OoLSsBBssostZ8aOPJI6+jNVQHHZ3JWVnxTCLzHfuzOD2wACkqPzhh2fYf5VrVIlCIQrNlKYNFuiLdMYSEcYus9y7yuCwucC0Ae7duYvKqgpsrK8hGttEa1Mj5J9baWeMl2N+RCkNa2trcHuc1BNFn5DmnPfgoi8Ocw0tVmB1dQkZxoA9O3Zhe0cf7DYv7gyOUi9cMFssjANmgAIQCkXo50pQWlEBs8ONprYuLK/GsBFJ4shDD8HmsMPr9wFKIRqPMXYYxdTMFCSv43A4UErfwdwuabHT3uLI5NLQTQXa+zxp06FpCiPD40gyTqnn3mTn/itrAAUDh859ZO++/WhsaqEtuUlzjq/MtB8nZaEA6MjSF4IeQinBpxk4dU2HrjToUAawRgOryQwLQdc06JoGpRT9c57z5AwQeYgO5HgGFihIghUUA6+arkPjmDxzUwX6GF3TkKe+5CnDQjYPJXIniMzy/D8ZKwlauRaBqIw5BXeeeHTitFjM0mz4cqUUoCh0bM3JC+cEpN9W+9Y7oUNwZjl3jrQIvjhlL2eCJIshGebT0tTJFPeBdDoJ4Smby3COHGScgK5TBpxf6JD3gkPuNfIlIHMXQZ6VUsZYmU98foFWpjRA09UWaIp0atRZiwFKKc6XN+YWvFYmSk2cTyllyEBwCh3FeZVSxjjRGf1+PxmXIY/CR4p2Kf1NJpOxVlGe3+WdtAmvggf8yLPcC8h4Nm3RzTUVPuVZ8Es/GS9jpV1TW/IQuqRPcaxSinzpkHmVEp4KkD6arm3xwavgE5CkqVzlndwLyDjtvkyFJplL5pWrgMz/qyDtMr+MK9IpY4v3Ml4pZcwvc4hsZV4Zh/sfGWuhHUu7jJWixZZuZAx5KKWMnjKP4FWk0co9weF0wsK1ylE/U9Qhi9nCGMNkrKXMW6RV7mUOQSLzpgxdSxtrI/hkTmmXOWWtpGAnNEg7tZvDCkZfwSM4pV1AxioltBWQL+SQz2fpvzJIJGOIJ2LcL+L0+SlDr2SczCvzKKXur5NurE+BNivtWa673BtAu5Q5ZFwsFoPQI+3ChwD4EXnwwvXWITkxAY/HY9xbKE/pLzTLvIJL5pBnwSn30iY8C36BBHPDglPGWuh4Za1slLOArF1RP2ROwS3jBZ9IABB9yxvrVSDt0qaU/L+82ZKi9M/TB8gcci8g9wJyL7hy9FOCW3i00b+KjQlPEqvbmSe0kC/wIzzIOslZM7SxwbxOGPIschKehL8iHrPZZMhE6C/OJfgFl7RJP+lffCe4RWZCj3wJX54FpI/0VUoZ6yY4BJRSBt8yHvc/Sm3xLv2l/UEQXuVZKfUxHtHpAmWYYb5JimZ8AfC9tOv0I0VaxUZ+dU7BJyA4wY+8N5nMHK6QZlFV5FGEIh/SX/iRq/BZvBccQnOxXeQgY0WuxT7SX/DIO7kW22VtZazgEBAcchWQdqUUddXEeMFs7Ntit9JHKWW0GfrGNbewYGW2mrlf23iucUC36DBxDc0WjjObaTsmikcz+BO8gt8A2lHxWfDmaU9y/SV9edpo/v5abe2j8l6g2EfGU4QGbpGjUgqiIyJ/oU/kL+9lPhknIPcyTq4ij6JcRE4CRdzyXvoJCA6llFyMuZRSBk8yZxGKc4EfuTeAuiA6wUEQ0PisUyZK141n8SGyXkJHkTaZtwjSVgRZL6WUIXvZ283EI7zK/Eopolf/gCaZv/he8Ake4U+uwpMA+JF3AvKs1BYepdQ/wFWcA/xIv5x8meD+euUlNvm4PWf4UJHpg3NJf+FRfJa8Exp+FYpyl/Y89whBm+f/CdBFQeP/FGtKSm3RyCn/X/8TOvOChyAdhQeNAaMuumm1wET9NPFe7FVkJe/lKnIV/ZGrPP8STIZuSXtRrhQ6/1PUcR3FMfJOqV/6mCI/Qg/4Kc4j/QSkXYCvDF2Xa558S1uetMt4AbkXkHbp8yAopYz1UmrrqtnMNtitdsg3o8EgtkBEtCaKMA+NBxhwAyxwA0QhS+ILUAy6wDYgx3uC9OE9s2YclkWeQV6OybhshhvkfUgzySuQY5FKL5hgtzh4kHDwAG4hmHlQtcHjtkPn4TOTiiAaCSKTDsNuzaOpoZxJrXq0NFeiq7MJhw70Yf++PjQ2VvNwbYfNQudBI0kyIZFOZmA2WSBBfHNLAxNzdaipKWNizYeGhiomH2vR2loP+XVNbW0VvEwilJb54fFKIJ/B8vIi0pEYTJSD1+ZAhS+AqpIyHD942Nho5FcGHh4IZWFLeOCoI44AE+i+Ejd6+1qYVNmNRx49jN6d3dBNGhM6c9jcDMFkyjMZUQGvt4SHJZknhMmJBVy5fJNFjhuQP9E3MjKOwYE7uHaVB/rJcZjMOnb0dOHxxx8xEoH79vXA7yvhwusw6VbUsajS19uJgwf7sIdFlaee/hQ++9kX0de3i4fuMi6yDik6K5VCkMXLu/eGIb+KXGERL8uiuaYxoOIKWrn2BfK7trqOOAt3YJskbIPBICI8gErgNDs7jatXL+Pevbs8iG/A7rDCw4NdJLLJg/4MxsfHiHsC0yxsBlfD5HuVRbgVLC2vsn8My0ysbG6EeEjNwmax80BWziJGAIW8xsN+EPfuziIaTsFidnLdCzxIZtmnCg1M+jkdbs7lRkVFNZqb2ji3m2PLsaO7lYWBVuzY0cdEW60hkxCL0VKAmJ1Z4qExiumpeSY7pzE0NEaagixqTOHOwBDkT72NjEwglRR6HAhtRHDrZj/7z2CTh80NPm8Ql9zLO+aXMMNC88LCIiTZ11jfYCQ6nU4XNhikbJC3IOU6OT7F9buNy5dvYWCwHxpt4ziTaI8/egDPfOokHnvsOI4wqZGncwpTz+zkzWSyMjmziLX1dZSz0Hb8+DHytAMtLS08bNoNKC0t44afNqC6uhrHjx9Hd3c3kylRHqKDXGsNXo+X82nGfYbr63S6kWPQsbEeYp812oqLvjHHMRGsBBehtDxxUH8O70FHZyVtT2Owlab9Jtleg2//2ov48teex5e//AV893vfxD/9J7+BXbv6eIh2opxFwOrqCtJbisrKcpio69lcigfqOa7nNGU9ayRWqmqqsL2znetYz/WrhN9fAqVMTJyvG0XWdSYoeObmQX8F77//AX70o5/jtVffwkcXLjMRcI96MUIYou15UFVVjRoWGEUWVlZucjzwWswWNDY2GjKamJygnq/A5/PByQNEaWmAtvM4Hn7kBLYzYbtrZzUqyxXsdhP1yQ7QLk6dfg/zCyK/PHHr2Luv3fhmeVtbPaxMtgZXlohzibzEoOk5tilE4xtIZWK4eu0eBu4Msqg6RvrsUPSL4vuCwWUW3K7j+vUb1JUU5ACT5MHE7XNR5kmsrixjgfa0OD/D5zxCm2uoqg5w7j3o6t5OWrcZayG/iGhta6Yvq8bC/CwuXT5Pf3GRaxckzcukKcWxIdrlVSilDPnMzMzBYrHA6/XC5/UxWZvGtWvXsLS0BKfdynXzY+/+HvzmP/0yPvPCMRw63IunWGBs72hEScDDIkSQdN/CuXNXMDg4aBQPF5cWiJNrRr7uDNwj7cuoKK+AlT48Hk3grTdP4Q//8C3ScQ2JeAoVFTVMgjUjQV+f51o73QFoJgcWWHi9OzQCWafbt29iamoCoMyymSztc4S+uc0ocj909Dj1VsPQvVEo6LSbp4xf1CrazM2bt/Dh6fOka5C6GsHo6CgPYSnU1FYgmQljbmEcR4/twQHyVd3gZ1GhAt29LTh4uA91TaWkI83E0SxW1+aRzcXps+Ygf+p3cnKVvmuJencR/fQPt1mQ2tjYpG+bZ+FvBBKUNDU349ixY9SPDur0dvTt7EOKCQGfzws5TMgvw+7cHYLD5YTH60d3Ty/atm2HrluhlM4EVjl9diNEbtNTs5icEBvJUC4LEH3y+hy4c+c2FhZm8Ru//g380R/9Hjq3b4P4nnwG2FjP42c//wjXrvfTL2cNfLIbgx+LWcHG9S1wH7ba7XC5nWhuaaWMoqTHR7s3k5cF4h8g32kcO3kIX/j8sxjsv4V5+srG2m5sb2/GzEQGP/3RObzz9lnOcwu3b9/COhN8MRb85+eDxLGKH/3wVbz+xinavAONDc3UNQ/kT5n29XXD7rTiyrXLePW1V3H1yjW89vrrePe96yhlsjXKIk2etIYiKVLpZgG2EW1tNZSHFaVMmAaDEczPx7kHpZFMZWl3G9xXprHKIozEHysrK/Q3PtRU10MKMlbq+eraBv1VBoloDD6vDRazhsoKE22oAa+99hrxzRPHOO7Kn21lDOLz+SB/3l9868TEBH3O+1zfYUigJL9CvXTpEk5/cAov/+xl6v8ARAeuXbmKGfqWEH3m//7v/xW++c3nsL2jFGBRbGJ6DO+8/yayjIfOnrtM3bnHw2qKyfBNiF69+945XLpykQXUBnR2t8HusICmis1NJkxbW7G8HOSYW9QXJ3VyGVev3sDLL/2cxYMcgnwXiYRR4nfRL7ShqamMOGdpyxHazjx1TwPzbJSoA2urce5dKwxU3Xw2GfvA2to6+e5HX18D13sHYEqhpa0JZsZ7WRaEHM4AshmdvtJL28lAZwG0tMKD5pZK1NXy2hDAb/7GZ3nvxOGD25n8SGJbezs+zwT0b/7Gb+OFzzyPSibdK0rrUeKrot8tJW8KFiahHU4LKFTYdQfSTJgsLoWwb18XnvnUk1haWEZwaRN370xgenIO27va8M9++5v4d//+u0xau7g3LNAflkP8ZklJKXXXhAnaSppJxNbWJuqdQnB5Expj0hL6OQ/traG+FkkeiGfmljA5GUNNXQdlHUALZfz1r38Fjz12ErpKQ2lxhDfnuIdp6OndBotVYX5xjno+gJu3biOXN9E+QJ8+jUQqiIdOtuJ7/+RFPMqYTnEvf+TRI1zfBZT4zejta8ZXvnQC3/3us9izZxv9dAm+8a3P47u/9SL+5b/+Jg4c6mXRZDtOnDxEUeSoE8t4iEW/Y8cPo6G5gTFpGcSvXLgCly3eAAAQAElEQVRwDe+/exHnz11DhLaxrbOPfkoj/SbEEhFMMBY0k87KylKsra1Atyfh8BWwujEFX8CKe8ODpDuH9z84g6GReYyNL+Oll99j3JWgDU8zqR9jLLYMKdCPjUxSpyM4f+YSC0MlCDPWmZmeoh+9h0984im0t3VAikHy5bX3T53HD374ExYwStHX2wdoGsYmRlAhhQyucTi6hqefepw++yQeOnIYyZQN5eU19KPzsFpt9EduFlZDAOP9eDxN3rLc52P4ux+8jb/6659DNzswPTuJ+oZSLC2OGT6U4STi4RzcjlLYrD64XH4kYmn099+l3pqp+8tGrKSg8LOfvYWXXvoB/tvv/wEi8Xn8k9/+MlraA2jdVoEq6m9VtR/i92VP2LW7Ey9+4Ul86aufxMFDPUinkvj93/8x/q//8hfkfRwWi5l70B3a/CAkjvP7A7Db7MjmcixKJeH3uhnXXcbmusLw4Dp5iSKSWMTzXzyI579wDOsbK3zPvddUg9d/sYKLlwcxNTOK+mYvHn58N2Zm7+H06XcRZ8IYPEctshgsxRoqN1LJNOe3QiNPLqcDZtqM3e6C2WKifaa4jin85m99FmUVZnj8gIf7xCqLHyNj83jjjTO08Un6z1pUVtTia1/9Gk6ePEEZreP1VyWe+gV9dDtaWppo5yYkWaAzmzKwWHXyPULfrXDj+gAkOVVVVYVnnjmO5557EjabBV/44uf43mP4R6fDhQsXLiLJdQz4S3HwQAd1Lg8LZZRXZurFHIsxWSyv5fHc88/gf/sPv8nCTBs++5mD6OnZAR+LvnU1jbTpBKzWLGOQNvzLf/V1npX6oKscVpaX4XRo7GdFR3sdkvQZ5WVu+s1GWG0694AgaU9z/5qA6PBacAMPnziMzo7taKivpXynkExF4Q/4cerMOcZIm6itbURraxccThfBBrs9h+985zCeenwPfv1bz3D/ewp3793C+vqCIY/5+VXyG0AikUd76zajsHr61AWUlVajrq6FNIT4Lkn7KIPX40Zzcz3j8SxGRuZQWlqK+bllRKNJXL82wHU5TVtdQ3NTHUIbS/jkpx5BeaWHOp/GrcEbuDM0yn3yDq7dGEY/C17dPbsxOjnFGKwcXd07keQ5VilAaSnOkSHtTmPPkD0wypgrEokgy/i3uqaScV8V6UqgkXGwz+eHz1dCncqikFeMocYg55iJ0Qlcv3qT5/Mcjh49Qv9agXv3Bin3edJ/l/FEkLJuwHaer6trSnHs+F7MzU9hYnKMe9Q87dqOkw/vQf/AecrVhdo6D57+xE6ey0u4vtU8W+ikM0m9W0ZVRQNWltYpIx+qK8tgMue5nhFEIwmM8oy7MLeA8kA5+1WRzhSC3N+lyN/ffx12m0JPdx3tfA5AGnNzk/RfK7Bwb4pEovSXKYB+2Oq0IsM911cWwOjYJN57/yrlnAZggpVnUzflUChYMT2zgFBsA509rcjQ/4dYqDx37jTXaQ2R+Cau37xJ3VmiPOpQXdXCvWeTc5i5nmU4fPggz0qbKK8o47qUkA8NZeVW+mXq++Q0ZpdC+OD0TZw9N4R3T9/e0v+VEErKKtC3pxe79/YYPstBevJMfpcEfNjG4qjV4sL2bZ2Yn12CxvjYbrfBS/8yNzNDPk2o4LlFeJT2oXv36D9BXVqhvWXgdNpRUuITV2yMkTO402mj/cbZ7udah6inYcZEFjQ2dMLp8Bsx4PTMFO1OQ0mgBPLlQ8kDLCwsGTqSp56s8Ky/znPsONc7W8hjMxpBNl+gXsThdHsAXYPZZsXM3DTlNclYZQmh0Lphz1U15ZieniI9HonmeT6Koq6+mv48SZpzWF1dhfz7oR7aTIG4I8QtX7KNMmaLy69WoVMvQT41FAoaedMpF50N4FrkqOdZvs/zXZ73abZlDMhIbinLe0KBSUZdaRRbAYpXE5OnJpPZkL+u6xxbMECQ5vN5A59clVKQ9xr3NrlarVaYdDMUSI4knemg88QtRdQ873kEAcWFgqa2gB0L7CsDOAN5ztAO0pwr9/EcBcFDyLNAkpW8GHWhQDkUjLa8jDZosDFuN1u4D5AWTVfUBQuslLnORKTG+eSMbSJfOvlRqgClODlpkndCf457lSATvHIvSVSBFM+ecs1yXkm0yr1cpY+CMuYWnIJD8AvIfZ40plnEzeYy1K80ZanD5XbCRpoK999liLNAPsCPXM1ms4FPZCvzJBmgyvxK3eeHcYH0kTlM3HM5jL4uKRfitRljlSJVBGkUnAJyr5SC0CW0SptBP9uEFwGZU0Da5TnLoq30Az9K/RJnsU+BPCilYKJ82QWyEhmuUYrj0jx0ZaknGV6lP8UsXbiuBeOq6xrHmSgTM5RSKH50ro2macajjCvKXOgReUS5/4s8pF06FfsXaZZ3cZ61pL/IycYinVJb+GWMtAt+abdTX6yir9QJpZQhG5GrnP+VUrSRnKGLMi/4cTgccLlcMHGNlK4ZVwvHmy0WyDjBJfQUuJ5KiVxMBk6h7ZdtZmOdZH6hTyOvUdqzfEleaOcwysRE3TVDPjJOoHgvMlFKGessOCwWMzTqeoEnQhov70Hge+aTZJz0l6vMI/MJnUopQ+ZK8QoFeQde87RTkY/IT4qeQo+ML46Te6EzFAoxfosYtqqUIq0Wgx7Bo3P9ZA65KqUgH3kWWcu1iF/wyByyJoJXQO6LtErfIg6lFHRNM+YRWortkA/fybxGf66j3AvIq0KeUqFNZ6mDglspBaWUwW+eayS0CI+pZApyFd0CP7KOQq+std/vR2UlY4TKKubXPQYNSin60azBv+iG4JY1zjJXKPYq90Rj6ITo0oM0C23Co4DcyzsBuRcZCE0yXu7lmqV/EJBnGaOUMvyizCt9i+9kPqWUwZvgEpC5RWcF5F7aBI+A3Gv0iYJTLFJAio5irxnKLEf5UFjc86xwu91wMh9oY6wqshFZy3hZBwHRQZFX8Z20yXulFFFsgcyD+5/ivVIK0lf4F5xK/bJvsQ8e+EjbgyDyEfjVNpGN6HAikTDWSPgVOWXSaWPd5FnGFUGeZRrhwcK43WQxQbfoBsi92WqGmXZmpt2bqGO/CsKrgFJb9AsuoUmuxb7F99Im7wRk3n8MpI9SylhLkY9AEY/cC64iKKUgnyI+4Ul4Na5cR9FzeS/9ZeyDeIrPwpcAF0u68rKF03i4/3+CX0AeRVeUpsFstUKnPDgAMo+A9CmC8Ca0SG5P6BGQNtz/KPXLeaS9CGCz6KuNvltA9EqehUade42u61BKGboj98Ib7n+UUsYeIzRIk7yTPgJKETEbC4UCinNJP6WUIWuRjfTD/Y+MlXlFL4QGpZQxr1JbV+mW5x4oOASf8FcEeRYovpNrIct5eeYosFaU51VAcBjvaG9ylTFbMssYe4/YuIC0/QPc7A8FyD6km02Q9VBKGXwI3QKCTwD3N1+l1Mcy0zXN6At+ZM6tfoBS6uM+Ig/BoxQnArHInLzKfw+OkWeltvrIRXAVQfoJFGkXXsTXCoidyrPwJn1kjGYiHoabTE7loCELs6kAGw8vdhqkiQUXTWVIZBr5bIJJiCjyuQQZyZJo9jfe5zkuB5XPAvm0cW9lUtPlsBIPA+RcGqqQMdoVFy/PzSGVTDBhmEKKgcPm+iqCS3PYWF1ANhWG3VrgwcbLBEAlOrbXM5nDIEtLQlMJBggRxKLrPJyFDZwF4oqGI4hsRpl4yPMw5kLAX446Jlw72tvR2twAh92MSHgdm6E1yi2PxoY69OzoRE/vDvg9ASTDaawurCMTz6K2rIrztjBh3omW5hY6Yo+hFJJM3mQCdH5hAfJnNIPBVZioBLV1NXjqyYfx6U8/it6dXSir8PEAkUI4skFHmGIfM5wuJ3kIwOZw0bl7KF83TCYXdJMTuYKFB/8Q5uaXMMdD5grxJpn0jSfixkFlY3ONPKe5GVhgpkytDGQtFhvyjOjlkLywuAxJNL37zvv427/9Ad5+5z0YByXii8VyWFnJA7AyeehFTXUdunf04sCBQ/Cw8JZOZUhjFiUlAbS0tPGQtQ1VLFg1ku/Onh5U19VDigLlFVWorKymDuiQA+3C/CJGhkd5cF6EBBWrqzzoMeAWgwU0SCFW18zGWiilM1mxTj5z8Pl8cEpAx43N4/aixFdm4O3u6sahg3tJRxllsIyx0SkmAcaZlOinrJc5ZxI2qxseTynsdjdaW7ahs7OLiZIWHD58BN3dPUzKd/B5O5qa2igvcNwiD5WbQMEMqghpKiC4so4FJnLlzwGuMhkjv/iMsqCZyeQgRcza2hoeogNoaGjA0YeOYOeu3aQ5AJPJyvYyztmDjo5OwnZUU5Yelwderw9WFoczLAjNzM5invhTqTwaG2q3ePK7kUpGDFhZnoeuy3oUyFOYTjPPQ+gkeZ7BDA+7129cw6lT7+MKi9ZhZhW9Xg/5aiN/3aioqGCBvBRWbgD5fAFK6UiJntB+5ufnedheh8VihdvlBqgbw8MjuHbtBj766CJu3boF+ZZrLBbF+moQAwP9LOBfYJFhBLlckvqwG1/96rN48XOPUA/81ONGAnXfa4ZmzqKgUoglQrh1+6pR0JuYGoXTbYfP74HNboEkAtrbWlHLIm8Di8y7du7Eww+fRHNTAxPpcSzNL7CAfYc8znI+kEbaAGWWptwBM2prSw1ci8sJTE2nEI6maLNutLVvp8x3cN1LuP4OKOjkI4nlpRUmv/shhbQE7SRH3SsrD9CeFDbDm5iYmCLv1yiTNSilIIHUiZMP4dd+7Wt4/oXnsH17G2QdCijwoL+GNA9Pfr8DHdvr4PFaqdMriDEBo5is8fDwYaO99XT14uihh5hka6J+VKGnbzu+8KXHsKN3G2Zmp3D58mW89+4pnD97AbdvDmJueglLc8uYGJ1EIhZHZXUFLHYTbE4bvJRbjMnCEGnNUgZlLEi0MsnS19eHYyzWTc9M4t7QAC5d/Ig2cAUry0vw+dxMRm2Sryv0wUlUVFbQpgoYGZugblSTpy40NjVT/5tIfwRRrrWZ/qmrazt1t4T8RJDhwdjpslD3gpTjGpNCQKDMie2drVyDcvSSp0OH9qCjsw6feuYoHn7kKKq5NmXlXrS2N0Azbel1FX1BisWudDpL2Xpw/NhxdHVXMikXpBzuYWxsCS53BeUfYfJzBPKlgbX1TSaq1uiPllHKQvyOHTsAKGxshKgPXvrsCvqnJlSW12ONiWL5oklwZQNtrR3ss4mNtRBmpuYwPjqPmzdGmAQdgqbrXC8n/CUeBErdkF+B9O3qYLK8j7KowN2hW3jznbfx45/8FGJbkngykYfDh/aij77a6bJyvB2r6zHKI0deTJBfMu7bewDNLR0AiwDi50Is+MtmurGxCguT0EP3+hGLrLMQEUQ+m4TL5aVsTQiUVBr0ZnmAGB8fxfnzZ+knquhHegy+5Qsz5z66jP6BQRaShg2d7ujopr6HYeNeubg0S51vQgv3LJvVDLOuUS4eYLFsFAAAEABJREFU2oKivgI+jwkV5XbcHliB01EOu62EVz/1t4B4ImckrKw2C3azsGO2mqhDd/Hmm2fpp1cAJhmHhychBb7R0Xv48OzbLOKO45HHjqAsUAqHxY+6qu3cN0sNXzg+Og2lbAhtAtevz5B+wGwqx927s8Q7xQT7OAYHxiB7Yn//bbbfoRw80DQzKqtq4fGVIM1gWGl2VNVUQNa/bXsVjp/swlNPP47/+J9+F48/+UmcOPEwffhRFOinOQM8HhMTwxqTNznEuR9L/GM2W6mzm1xjF+yGv7HSFjbg81ngchdQX+/GkYc68C/+5bfwr//19/DNb72Axx8/jp3c5+TfFZqlXxZfMT4+Tp83QXk6uFe0UZZVQEGjbm3ilZ+9hsXZRSY5OwwbcrldkMLqq6++Apn/6NGH0NfXQx+j44NT7yFL37CNdrK9qwn+Ug8oXjS21LKgB8wvJqnrMdzqH2Y8UMaE7jyuX+vHeRZb5VfKZz68iIsXruDs2Rvcq8exd+8utLQ0oKm5lrg/wvpGDDU1NYgxMZ+hnW2GQpRFiPtzE65fv4zaGgdqqktQ0NPUnTUsBxcQ58ErEoljYz1C+RWMsXH6ne2dHehh0e/YiR60NJdieXEWUcYUNt2EHPd/h8MOsJihzDnkkYLFpuNzn/8EvvzVZ/Bv/92vo3tHDV78/KN45JE+Fs26GGMto58J6D/8b3+B96lb4Y0kVlcilKMVmjLDZrPTx+d4D2TSCSTjIcRiazh6pAZf+/on0NvbysLkMTz6yHGUlZUAeY3268bYZD/9xAqsNoWa2irGPhkMjQ7DynghIj5ekzhijbKSQkMUuhZDZ0cbUiw22m1myP4m+6L4JBvHnDl7Ex+cvog798Zx/qMreOWVd/Hjn/4c169d57rcwEeXz0HwzszNcxcwoam1k8WwRVy+NImrVyZ4aNUwv7SIpdVx+tgbYNjBw1eWvm2Qememj7+On/7oVYRWlxBaWeP+NohXX3kVL/30Z+wzjqE7IzBpDvrwQcYz6xgd3mRhcQVvvvEOTp8+i4H+EfpTHS1tLdSrHZRRknLwY40J7atXbjK2taPE76S/sTHZGGU8M039aKaPM6O6oQo7WZjee7AXVSwYPvroUUhs2NDQgqUF7n+Ty3C5fCwg+dhuwtTUPOO1WepiJWVejYCvFA31zbCZnVhZWoKN+5LVpiFIPfr9P/hDXLh4CQcO78fJk0cY+9hY2FihbqTRt7MNNvbbZBJ9YPAmbC4NE3Pc64JTUFYr94sTuDs8Bn+ZG0srM2huboEGJ65cvEm9DGOZtK0sxRmr65x/G177xdtgXRGVFWXUlRi8PjMOHWiFg3jliwfpDNivCrJXr6wsMN5JoLu7k3Suwu12Ye++dvr1WXzi07toc6MsYL6Dk4/uwRNPHaMsnWhuq8NmJITGlnrMzM9wr19GLLqBWtrWY48+gW2t9Txv6JRZErm0Cfv2PIQdHQdJZwyXLwxgboaysdgwwHjprbdfR19fN/tuILyRRzJhwj/9Zy9iePwcZhdvYd+hnThwYD+iYaCHPmF2KogS+gUH/ZPNkWUx/yj1tZ3r4oTTZaJs6pDLp+jPNPKVoq5ofM5C9ugEC5YpFliTvOYY6x0+3Ibr189Bfsm7ubmB118/jYuXhvDGm2dw6oMpNNR1w++two9//HNcvXqV9h9Fd08ni3VDuHptEEvBedy8dRNtbQEcOtSOL33pOcRiYcrVxHNEAfLPSTjsAcwwZnE43GzLI8j4+F3GM2VlZaS11TgXHD58FIFAGZaWg2htb0aYhRC72wpJ2IRZKAtxs2hsdiPLc9rtO5dw8EAvBu/0w2714f13LuCtN07h73/wY0xMDgEIU5fW8Bvf+xT+1b95Afv3VePo4T7Eo5v4JAv0LU21WGORc/eu7fjyl16kbripu+Uw6yb6DBMG+u/xzLgOOYvkGOCvr28gnU4yLhynj8pjbS2CwcEZ6v4qfviDdzBwe4D2fRlup/i9ddzpv0ib7OdaWKhHuyifK3jhc0+xQPgo5/EZBbwCffzw8DgWl9bpP97i2rkZM9mxtLiAMM+TzY31+MxnPoHf+iffoFwCSCVz9OtX+X4JPp+Te1aE896lTsTYNo90Jmr4VzNtZfuOvXD7GuHytCC4phCnPk1OrdD2btE+0uRBY1zWAY/XAR6ZuR5B4s9icXGR65PjWrZi376dcDhsaG9vI20uIx6Wf1JkcZGx5xKLmlU1WFoKwmq2EodCgYh0JiDlryxk0yk89eQTPEu1IMrCrI/x5TxtRDcrOJw2FoPfRn1DNR597Bju3htGU1s9/vKv/4bvFIuudTh2fCeiiXnu81m0bStBabkNPTt6EI9k6BuHsTi/BqvJiumpadgsDmxuRJChfGor6mA12zE7PUt5ZDA5McHYYgVWxi3NLTUI+C04eWIfDh/sRnmpE+UBN1oaaqHRUdgZ04R5Bl9cWKQcllDiLzFkUuAe0kCfyDoI9/INrAfXUVfTAIfNxfgkxv0og3ujI+jq7YSFe0NP107Q2FBTE0BbRz2GGaM3NG6HxeJGfV05HI4Cysp9jAvXESirgvjkqelxHD22F4eO7ENSfjnr8eDdUxfpV8KYnImgqqYDvpI6jEwt4OXX3ua+sUabaaRPOc65rAiFYiy2L2Bg4A5jmwxtuR6VlaVwOe1wOpwQvrLZFHweF32uZkCCe7rDbqfvJE/r67AwGSqx5eTUOPeDWczPz2Fjg+3c/8oDLvoSB3VgnDGpzvPzNH7wt28iGk1TfxfJTwkC5SWM20aN/WeJZ6jyskpw84PogoW5nooyD3w+B2LRECSmW+O5fpG6LrkPp9ONWCyG0GYIk9Nj5CGJVCbDPUxjHLlI3VJYo89I8uxm1c2wkyaf30H8WfpiHzyU1wbHyvlMcS+fZyFX8AZKS+nzsgAUrzn+v0bQqeN5ysDENbFA0zTiL/CqUMjnYRTJeAWDQ9FpTsJ34J6dhlKgX9P5aqu/UorvNAOXzvOC4FJKGe9FluDHZDLxvZl7pdloz1OR8sStlIKmNL4zQcYJKKWM+wLf50iDAbSrgrRDwazp1FUFxTO4xWSCKoCfrfl4Y/yXl/4crxT7KZDXHOWZQi6bJu3EwXObmWtt5lWjvWpGP3bk6AJ9UpE+oaHABcwx75anfWgaO3Cn1nVl0GyxWIhPh1JbY+WtUspo03Ud8ikWavLkRUAShAI5xu7yXmQjV4Es2zJc8xzlY7aYKS+TYbcWqxm6iZNzmizfSb8C+RMo4pTiQJKFVYN2ziX3ot+yBtJHrkopmExmg16RtYDMq5Qy2pRSELoEr5nyEf6kj05elFLGusi9tAkYeJmXEZoFZKzMI+OFxzj3rxQLzfJO2gWnlb5ZrjJeZJsnH1xKlvq4kLoGzUTdUgC3ZYBXTdNIs8mQqdwrpSgXs5GnEfoEl1wF5N7GBLvcK6WwRUMcIgtNUwaOIo1Cj7THmd+RfuBHaBP+hF6RndAuPCqlDN7Bj4yT93JVShnt0kdwRejnBZ+8E1qFHqFF8JooT1CXBGRtrVaLQY/FYqY/dBj8WA3ZmAycMl5A6PH5fMb+I/cyl+AXPkyUlcwhvBWo89lshjaapZ1njHWUPtJXQMYVKGtp29KRHKDyBuSp2xnaRpp7VpZ7vaaLrikDh4yVMWQVsjZCo8hYYGtu7eM5ZQ4TbVJ4lquMFTmKXxNZKrVlp4JPQN6L7NPMmxRIm+ATXv1+vyET8COylrHSVykqBNukr8wFylMpBaUUhCeZpyh/eV/sJ/fF+eReQN5BwVgDXdOJFQa/gkcpZbRrGuUAGPzJeHnOMGgu0iM0ybrLnMlUEgUF5hnscLldhj92MbclslCKL4jHzr1GnmVuwSEgOJRSxvrLe5GrgMhC5lNKQSll6Ly0O5nblX6yDtJH9EfuBUTmSimDdl3XDT0CPzJfkWe5ypySV45GozBop98Q/tjVGCs0CkhfaRcQHPJeKc3oI7SJ7SZZgAyFwzwHRLhfpVGAgk4dKNIi40iSQb/g/B+B0C/8yVXgwX5bfFqMvUreybPgL4JOXsFPjrqbow+VOYU+AaUU3wBKKcOPyFjBXcRTpFVwKK638Cw6J3opayv6KzIS3drg2TEUChn7tLQb68c5xY+B/qWgFZDlXpEWH36fDvCj1C9pUEpB6BIAPzKf0Mtbg0ahQ/iSq/QRUErd3zfzxlX6/yoIHsEh7XJVShnzKKUMvEptPQtugSJ+8CNjiyDjHwSRp8hDIE+epJ+0iQ4JyP2vQrGP0c69qMA5FGWr6dRJ6obIXLt/NdEvypoIn+xm8CfjijRIm4BSSi733+eRot6J/IWuYn/poKDkYoDQISDvhVYBuZe2In65z9N3ygCRichGaNFkPemT5L30VUoZei+0Sh+lFGRcER/+Bx9NaVBKGSB4ldq6F5wCW+Nzhu+RfV/8z1bb1lrn7xdVCzlKke5arjKuCEKf9BfeRBait3J9EKQt/cA+LP0FZIyA9JWrtAk+YUVoFVBqi16llDQbIHNLv2J/eTZePPB/IiORp1K/HKeU+u/kIENkvIDglGeB4rPMIbQJyHstywJmMr6GQj7Kg28epX4baqt9aGgIMAFXjqbGMtQxaRMosfOAUkA2GwHycUISOgutZlOOjoCbX4FJiUwMKKSgQMeVT0Dx3qQxSGRBxqxloLEdLKxK0dVu1VBZ5kNTfQXnK4HPa2EQnoffb0ZDfQDdXQ1M9Np4wF7G4sIoJifvYnl5hg52g7SmkIhHeVgIQ/4twiiLqblUDgkmIDfWwpBvl6/yUDXHZNkyixFz89OYYYJjfnYNweUwEyYhJsJiEMfvcNjhdrt5iCafdXWc3w9ZKCmYzs3NYXp6hvMvIhQK8ZC+Dmlf5mFVHL4I0Ot1sRDoh24CHVkY8wuzGB0bZZFsnrQmWfzIkV6dMmHyIqcTtw3pjOKhQMFu83BjK4XSLGzL09kVeA8oHbDarTzsO6CxuL3AQ02EmRql6fDxEOllsjrBhMskE2V3743yEDXFA3uQB+MECkwQt7S241OffhrPf/5x7DuwB23tHXB7fTxcRiG/5llb26Asg1hZEVhFioU5Bw91ZUyeCE8jTIrduHYLE2PTlG8c9XXN2L1rPyorapBO5yC8y8F9YmKS8lijXDYMCG1scn7A5XIjw2KLw+5CTU0tHE4XZDN3uZ2or68j1KOpqRntbR1MBjVB/nyax+VDPqewwvVZWY5QlmnKcNm4SmFlcTHIJFYWXk+A8i5HhAmcq1dvMOl9hUnQaxjov8ux6zyg+gleQ95+fxkPqx7YebAuMCqWItDIyCrltYh796Zx4+Y9nDl7jkmny9gMhxBlkune0AB++tOf4MOzZ3hgXeD6Zbj+K+QnB7PJSscC8h+F2WJFz44+HD9+konuThaJytHYVMuC2G4ce2g/ent2QKfToxGQBgf1qxRZFv4iTBjV1FahY3s7D9WNDFTMPNtnqSsRrA8xzXMAABAASURBVKwtGwfZGzeuY2pqknSOUq5rxkZdTTm2tW3jvQ0LTCiI7JeZ2NJ0nTTloJSCi3ocjcYMmtvb2nHg4EHSto1zWCHtUmSTxEVLawNprYc/4OW8Uep2ED09bfid3/k6vvDFT6F3Vzu2d0qfcpRVuGG15ak/VuzZ12v8Wc/GpjrkuTGHWRCUgoqmaZSHhUWKVni91LP1EFxMXHR2dGDv7t04eOAAOqiDZpOFco4YSQBAIy8abDYTbc7H5NAOHDjQyGcLVoJr0ExWymcbpKBWX99IO/GgorwSvb192L//AHWghIXMaSZ77pK3qJFUOnBgH23ZSRw2+osp6s88dT4CSbbdun0Lly9fwplzZ5kQmEJlZQC19T7yVI3ungpEYiEMMEnsL/EBPJQGg8uYYLJnmXo3MjyBkaEJTE5MG7a9wnc+n59FzE40NLcjldXh9lSjvmY7tjX1oat9F7q29aGspJpr72PxbAQffXQNq8EwlKbBXxpADX2N2+dFWXk5wjzoXLl6xfgVW4x+zU078fk8sNsdlFUQDruFSSgdB/fvw2OPPQq/z4dZ+qbBwTuwGIccM4s155hMvE29mcbU5BQLR+MQOxXfluOBIBYJY2VpATPTo7h85Tx+9vNf0HZuUjYrqKmtQHB1AXfu3qa81mHlmjQ2VaOiwo9lSYy31OCJJx7BocMH0Ua96uYaLC+vs1BxC/0DM9THDObmc0zyjlOG0zh//iIkWbPH+PN5Eb5bQiKRJk1jTPDNo6amGjr1djMUgdlsw7aOLgzeGcJPf/IGCxKnWITop63nyHsUt1icBhT3GguyaUU8gNPug52FG8GxwALRZngD5RUB+hkrebuIV994DWfPXcUkbUj85LVrw/jB372BmZlFrpPP0Jftndvw6OOH8OnnDrGw14uTDz9EeVzBD374CyZXR6inMVRVV8Hv9yLMApSuskwCjpCSFOoor2wmCfnMz8/SjzWQriSTqmWG/IeG7vK+BF6vmzrcQl6tlNEKfdQg+Rk1eLbRJzU1tlLGtbDS168El9hnnvtDHqlkmHpshovF7xPH99F+tnGqHLJZDeWlHgzencbPfvYuCzgfwG714oXPPov6ulrqgs7i3Sh9bYZj7fB4zSxyT+D73/8B7DYvshkNa6trpKkemp5DgWmCK9eu4Y23z2KcelFdVw6n28xgMIM/+IOX8Ed/9BptZoIwhNv9/fRhJbS/Lhw6RDvzOJio24RSICjIl2qmmCQVn7u9sxu+khJ07WjFc88/gu/8xtfw6BOP4eDhQ7h09RoTs39HGd/GpctXMTo+SR2LIs99KxLNwsykaQF58mJmYbgDdfXlUFqWfmqTuruE0ZEJrscGKqscaGci9zu//gL+l3/3m+QpwPXPobzMwQTFOn32HM1Yp85NY5TFYUmKj4/OcL/aoG5l2SfDOKMJy0w4u91e6k8lvF4vdSNCWdZx3X0oLy+Dg35sfHwMK/S1586eR3mpyAgIRVYwPT+GiqpyytoFq80B3azRl9RhO2OXr33jWdQ3sdjNJMDVK4N4+82LmJ9dxcZ6kmsSIV6d/rIJr7/xFs6dP8O1yNL/fhnPP/8oSktLmOTfR3nTLzG26ezYRhlk8LnPPYF//W++icYmL1rbS5FXSeiWHPePFHzUU51BiI0Jm7r6elRVVeLuANeswsNkt502XgKvx4yqilJI4s7KBKpc47FNmOSgxWTH4uIG/uqv/wTpzDomJukbQmPcpwKorrbgW9/6FP6f3/s3RkFijbYvBS6HTed+n+EWl4PX62Pi3M4CZwrrjC9i0Qh9yhJ0vcBi7AEWGfsRiS6hk/vK3j1dMNGe4tEkE7zDuNV/jX5oiTYXok4toZ2F0gNHDsJkN2NlYwk97B+o8OO111+ln7iLVCpu6MPq8iIWF+aRYNKpljZpZ5yxGc4wwRujLYWpL6s4dfoupmY2MD6RwNVbi0ixcL8WjtFPXKL2AwXSkUym4PW5GGukMM2ixp2BGRYGzMjnTcb65pGgngYpQy++992v4X/9X76Lba0eJKNreOfNt+F1l6Omsgl+Xl/6+6t4+adn8d7bV9B/I4gP37uLC+cmmOBeQ0tLD2O0DO1YIU1fNj0zjcGhfrhLNKytz1EnU8hkcoyn7ZSbAxcuDWJieg1Kt2CCsd7UbBB//+MP8P2//Rl+8pNXcf6jq/Rpk9Q/O8oryulHO3H27C2230EyDqwZhRoFl9vDIk2cNroKp8tLHY9idGQUTiY/xEeV+H1oamyEw2nFxMQc3nz9LN555xJj2TRuD4wgQX3w+Qv0aQ7y0Iiurk4WEsbhL7PB4zfTRiuowx/C7bIxXucex3OB122Bw6ahxFuG8Hoct66Pw+Pwo7mpBe++eR2VpTWIh1OoKqumXj+Fh0/uQYjr8rnPPY2LF9/nPuMhnWtoY6wyOblJXta4r02ip6sbCSb2t7U14//6P38Nx47uxre//Sw+++Ince3GZa7TKMwsggZXQ/B6SvHWW+/TFuowy+Lo22+dor6swWb20m96UFFeBZ+rhHHuMk69fwVXL4/g3uAsgoub0DUrtjFm6djWjsP0d7W1ZXjyiaOQvwQTWg9DvhARXNnEzeuj+Nf/0++hqbUSD53cjYXFVdgdpD0WRWgjhIFbdyGx6/+Xr/cAs+w6zgP/c+/LuXPOOc305IwJSAOAAAgwEyApiZRkZVu25JXX1iev1+tP67T65LW9tiyJYhRJkCCRZzCYnFOn6Zxz7vf65bx/3cYDR9R6H1G89557Tp06darqVHj9ZmR4hHs1zr3NYHJiEBp51NXZTFtTRtthRlNTAzTqocflgMNho+ylOH+l8SsFR48e49mziBD5c2D/LtqNeuphIWppr9995yre+ulH2LfnEKLRMCamhlBQ6sSf/OvfwMGjrUilE3jy6X04cKiNe1yEkaGHSDC5VlBAO+bwIRFTXPcARkdmWJB9Gz/84Zu0P3k8p9fwwfvn6bOsYXh4lPKaRJRCJT9h7GWh5Nd+44vUs3VsBvywOW3YDoYQT8bxxps/xMPeAUOPtzbD+OlP3kMsrFCUVwmTbjMKvufOvcsi1APaiTHUNxTi13/ja7h05RIC/hQ+unAZFpON+53Cg1728W8wLshgZHiMtkbD6uomfb5p+hnj3NM1XLp8DX6e/7v2deC3fvd11Dc2AcrGuSz08cfx6isv8nxupf1exeBAL/yb60hEg1hinCb+0QcffED7Vsb1zrOYeRlurxm7upvwmc89B5vNiQ8/vArF/0WjcUTpWy/Th9qzpxsWq84zwoOpqXFIjGi12lBbW09Zq+QZuYfyY0JFWQ3qa5q5rm1ILDk9O4sEY5ylpRAuXXqEvr4VrmsL/+e//SH9nnuYGFtlHBei75yP+ZkFbPu3kE5nyPsUJDktiYXnnjsNSZr09/fTXsRw5epVTLNo6XK54PN5IPpcVFTI9Syhvr4WTocLXV270dXZiQGOsdvt2N4OQn4Kf25mkfiBfvpeWfqlsn+bgXWYrBpq6itQUp4Pu5t7u51CIBClbG+jr3eUdnUJEgtOsBC5vLiKyooq6rqD+0bZtbpRRr1aXFjksx0Z+sZ1NW1QaTOuXr6FlaVV5PsKUJhfQFp9LCQlcP/+XUTCazzvHHw/iSLmGs4+8wSaSENnewN2dbXgIM8Ap92GaCSGxvpG6o8ZEv9sbW0jw2SO2ITK8kq4nA7419doRxOUuzi0rAXNDe20M3W4c+0h+ZFHO8Xzs7EBPT1DiEaT5MUIensGKI+bCG6vsS2IMOPX2eUtrPH8jab8PG/mSbeiDlWgpqYe4NkQCsfpY+WRh4p+xizyC0pRWlaOO/f78eM33sN/+Ld/jZvXhqi7q0jEk7S9OhJJP8+ZZZSWO2nftmAxW7B37x7GPgcN22p3WIi/mvmPDjzxxCmUl5dTdpfZzwQrixySwJEYPcYElNPpoq1wUlf8lA8HLCa3UfgPcq/Ky4roa2zTFlqQn++hPUnCZLainHFkPJak7A2glja/oaEOeSyi1tHHt1qBOsawqUSEshVmnF7FfQlDPha+rK6qRTvlKC/PR18yBZfLwz3MI28SWGW+JRxOwsK4WGMhZG1lhudWljYNnDtFnkZRWliEitIy1DH2qaupQjljHzv7m5TO9zHOGYdSPBtZBBO5BxR2PgrpVIq4zQZojKvNZhOSiYQB8k4gRR8mTr7EmICPshgtVxlvMpkgfJMkmIBSinRptCdZiE7FiSdBcLvdsDPm0nSNNGeMMeCHZhkqkzUAvGocrxOUUlBKsQcMXILbeJD/y4IyqlH+5Kpg1nVYGf9m2Z5KpYk7Y4xRShk4hA4BeSe0RKIR2u40p8uA2I0+SimOARQApbJQmuJVQT4yVuaXJ02TFsGfhtzrumK/LMdmIbIjvJAeSim5GG0aOwooJXP8vF+KfJf+qXQKQleSPJZnmU8KdNssVgifM5k0JFmf4d6nCVkd9E8z0Mw6dJNuzCFjZEIrZSnLG7PZTPl1UK6t5Eea+OPGVfDLvNJf5szRLOuTd9IuIPf4+KOUguyz4DTpOuXEArPFDJ33sq4cyLPYQPHrhQ5N1+g/ZyjDEeplmL5l3JAJmVPTNPJN+JEx2kXnRFbijKdjPOtiKfbNpox1prh+eQd+hE4ZL8DHT2gQ+mROkTOfzwe5Ch0pyoP0lXfyLGtQSnHvSBuLBCLLEfq4glf6CB6llEFnivsjY8GPrE3ey/pyfZRSxnkheC0Wi7EeGSN6kgN55nCD9wnqj8wXpfyF6WfJNc29FxCey3u5Ci0yr+CQsUKzzC0gdKRJdzabMeaTd+Jrut0unqlW7pPOtSm+w8dXJSj4LLzOGrwWvEJXlgqjUc5Bec9+jE/jmnJ7o2k68ZlgoSzJnEJTlmMEBKlSSi47fbh+4YHQI1ehVa7ynKTNSRk0Zw1+uXieCh8VlEGP8CLE8z9KuyJz6LpuyK30Az/CE6E3R0Oa53bu3kxbJfPInmiaBqUUR8DQR+mTo1XuRd4FBJ/MIx3NXJuMVUozxkhbbn6hUe4Fh+imyIlAjn+im36/n2f+Ns/wAMKUoyB9023GZ0nuaxZZCN3SR/oKfUKr4JO15nAJbTmapI/MqZTakRnaTplPxgvtgk9oFx7IfSKRNPRfxsk6BL+ArEtA7qVdcEofWZNcZT6hIWdn5BpikTVK2RT8Ajm6EqQhBzKn8Egpyr7JZOynrCfOWDzC/ZN/NiPJvc5QTh4fL/PlQHAIfhkn1xzIs1IKQp+A0Cwg63gcpE1A1iXrk3NF5E3aZFwOwI/gjtMnz/FP5tB03bBLQp88C7ArlFIG5MbLVebIgVLK4LWsI05dFpxJ2ivBo5Rm2CLBI3PKGgXkXkD65J6lj4C050Dey/3/jBaldmhTSslQQ1alr4CMlauMF8g9S0eldvpLW5LF3hT3BmyTtQm/lNpZk7yXsTLmF0GpHRzc0k/mlb7/szl/sV1wC8jcxjhOIGeUyInLZLkLAAAQAElEQVQAj322gGQpA3+GDYID/CilDL4KrUIz+MmwUCu8FJA1Cci9tOfG5a5KKQMvhxlXpX7+TPU09jM3Til5pxn2TOYDP4JXZF/2W9bAJsg4aY9S3nNtufl+8Wr05/8pJbh3QPoIZLhOAxkRCm/ZzfhP3glkuE4BmUOeFQs9j4MGzeiv1A5eeZB+uTEZnn3ynAN5r5Qy1qeUkkfDxgj/ZI1yFZC1CY4M6fvFsbIHAkrtjM88RiMZbOyfUsrYs5zO5vRHeJobm7sqtUOP6LHA42Okv4BSCprZFIXHDRQzMVJXm8fAs4SOfDUDmFrs3dOELia/OgntbVVobixHBZNzNnMK6cQ20sltZNNhKBZXrXoK+V47HeUS7OtuwyEG/d1dTagsz4PNkmK/baQSmzBlw6go9jIp0oTdXY3Yv7eN0IrdnfUoZ+HGZkkiuL3IQGCOh9gmnexNRKKb2PKvMBBeYWCxgKnJcci3JoMs5ogDLQZ2Y2OTCbktIyCKsCAxP7fAvgGEghlYTPlMlvkMx002wkIny+VyGodhhgd0lrC5uckAdNk4dGSjBOIsMsohK5shzkBBQQGDBx8ksEhTCER4t0iDGGmTbuK7PJRXVqK2toE89dE5i/IAi5LWbR5iKQSCESYUo5BvMVusTtTWNaCyuobJw3YWdQ7h6WeewemnnkJzSxt0k4XJyE0mDsYwwsTX7Ow88SxB1jXBBPTGRgj0a405m1g83b/vIJNcncjLK0CcgduWPwCH3ckEWBHy8gspQxoWFxdx8+Y9DAxMYnZuFQ6nB1YmX0M8XLcYuEejMYhwO5kYLsgrZNHCzT0GEwFLWF1dZ7CToDPkoBBajLUlEmk4nW4KvhWLCyvG+7XVDRYNHjEBfwdXr94wgrb79+8zwdJjJFgWFha4t5vclxAikaiR4JM1DQ1OQP4tqiiTFg67icF6KZNdpTQkYL8YHg2M4dq1++jvH2QyegKhcBR+Fm9DoQhi3CeldCZQrAz+YjCbrKTLhWIGa9XV1QzSC7n/HjqfUZSVO1Ba6oHTpUMxkepy2RgQO7kuM52KpAElJUXkZTva2trIX5/BTwncR4bH0c+irSTqJiZmmKwZ435GUFtbjyfPPIXjx04yAK2F0PRA/r057lmcgWuCCVKz2cKgNg+VlRVwOR3k6SzldZ1ysc2i7SyLINO8zpPPy5ThdePd8vISxsfH2bZq8OnRo0EjcbPGvXBx7wqYkPB5fQAUE10x/r8OXZkoF2mDZ7pmYmKsBD5fHnaxuNvO9VSwQKRpCmYm/k0mRfo3kUrHKW8ZuMiTSHQdE9N96Om/iS3qYSoTYt8M5bSMSaIu3pu59yEGTmnK5zr3tZeJ3hkEg2E8YlJma9MPmVe+cCCOd319PcrLy8lvl6E3q2vrTCyPUjZdeOrpZ3H4yHHUNzQbdDIu4Lq3qfNx8mKZyb0fsqjzX3H+/EUMDo4Q/yNDhpXiigkxyuvk5ATGxkYMmo4ePYyvfPV1Jif2oaKiAlRr2KhnTgb9m4EgPvxogAX0AcwwMZ3VzGjv6sKho0fx/Kc+hde/8hrOPvcsk9rr8Ae2qEd5TJ4U0HbYGAhb0ciiqZXJtarKWtTWNbOYuYLhsTkmFP2YX9qknGqwWlxGUuXOrfu4ce0Bbt3qw7kPLuH6tbuU9yRC20nY7PloY0K4taMDq+vrCIUjOHToEJqamykbldTVPMzOz+Lq9Wvo75/B+MQ4A3wb9uztNoIv0Z9r12/jYc8EpqfWMTQ4CqU0lDGJI0Y+zADI5XIbcjszM0OZT6Kurg7t7e3UjQiam5tw5syTlI8MTKYM6c5CAq1nn32GPPgSi+lfQENTLWh+cOTYfjxx6gjuP7yDhw8fYouJKycPi0BgGyPjKxifXEX/wCDlYBluF2BlISwW32IRc5J9t4xErIlyX1pcgsa6RshfpfoDm5S3BOlKYOAR95NJtywPRCl0zc1tIJuOIBpRuHd3BHdu9yLLqPz6tZtM4M3gwP7d+OyrT/EcasTc9Cz73GMiaZOyF4Ss2WxyMPG7QB1w4NTJp9DUuI8JSTqlLFxoWRPbXbBZ3Dj77PM4fPgI8mkrN7e2UFtXCzcTKXKmtLMQ1txcxTVt4M7dh4hEI7QZpQiFtpnkqsJnPvMqeZZBJBKmjPjw6ZdfpN1+Gs89/yxKS8vR2NBI2+MkTdu014tGguC11z6Pf/AbX8Vrr30Rz549icKCQur/AgsX0wiGokilFNY3tinzi7RtQwhHAyyG+LlvJSxifZFJtcO0YQUoKiyk/K/jzZ9cxNjoGjpaD8DpyOe4VdQ3NVKO9qK9owUeJseyzABt87wJM+F39MgJPPv0WRw5uB8FeTyXAhEWNVpoH2uoA9149XNPIpWOorDEC5/PSf0F6c6iusaNo8dqSfurPJ86kGFRKcZzv3tPJ2pqC9HZWYVtFuknxkd5Ls2ihMkyG8+O4aFhfPjhTcrGML73/Z+yoPEuE5+LCIUDlIsIZXcEq2triCdi1NsoOrraAE1DEQvix47vx9Gjh9DZVUPcfoyNT9N2u1BfX4ejx5soo8/gC196EqdO70djYynPxh688ePv4MLF9zE9O4n+wWF8eOE2eRJFX/80bbeVOrkOs9mFoqJS2sYstpkAunTpEnGPQ34u/ezZswCylKV1iD/h9Xqwb/9e7Nmzh2MKua+lpH8F8ssELS0tsFhM1PsgnM48Q4Yf9vRyXX6e9TG88uoL2H+gA/MLI1hZm4LTY4KL/Tra24g/jra2JvzRP/sVnDx5hEUXKyqrCqnbuyAF+Nn5SfI4Qr9lHnm+PJh0M/Ioo+LfmExAR2cDeRamzPjh8dg5tph6XwLR6RiDMbfHRd2Jky4nQsEYadjA5Uv3WcAYQlfnYZw48RRstGGanqFN0SFfikswwHTadVh1DRY2HTm4C/LFuVu3L2N8vBeLS6OYne3H2uoki2Lz+Nprx7Fndz6qKgrI2wBiLPyvrM1Bfp5afhJaUxryvHlQ0FFUbEZLSyntwAb5b8Pa8ip5tEzfKI09e2qIpwqzE2PYWA2jpKgCVZV18HrySfcixC9Ls+AEc4rFRiuOn9qHrt1N+Gf/7B9S1mtQVlmNCRYcVlbWDd3XlIk6F6ONKUFVVTmsLBokmWRva2sEYMKxE4don8zUyTU899yTeOGlMzjz5B7s2deOl15+lnTWU/cCWFoMYGMtQlpj6O+bhfx1n9PpQ2WlHZlMHJOUdTN59ekXz+KF58+gpNCNOP0nTWXRyeLY7/zuZ/CpT51Cd/devPzSi/C4yadYBhYmRC6cv4FH9HPE3vb0LFKHanHq1AkWA1/HCy8/Q10Io6K8AmaTFQF/mHqo0NpWh4WlZZ4xa6Rvif6ZA2PDWwhui82vgvhlo6RpOxAgrlN4mWvJks5C2tyycifnqMC+fW3UmRdZ9CzA8tIU2lqa0L2ni3Ligq4syNDGVjDBLfYlk8my3QaT2UkbF8c2iwmpRJT29Bj27+nk2d3H/VxEC+2Nz+ugDlayUOBHVWU+HLYsi7YriAQ3UVdTgqNHO/Dqp19mXEAeRJJ442/PAckM8j06aqtqWCxpxCrXNjM9iLr6IlRUZnDu3Af0F7yU60LKoRMVFUU4fLAe9bW19DEXDN1tbGxAlIXDldUFQxfky0cmKsjKygbef+9D+vGbKCqohMtdCLerEH/2Zz9hUf0hz5Ml/Own73JN22hoqIf8O1K3bt/B9lYQwa0wkrEULCYL5yzD00+eoY45eTbaDLmJs+BuMiVp54/TV0qj58E4jh58gWdRN77y+osIR/xwuDPYva8B3ftJb2M9eZHGr3ztDxALOqHDiT3dXWhtracfPMvzL4q6umr4fG7q+zrSdOYZppPvCg67BWb6Z729U/hnf/TH+N53f8rC4Rb33onu3cdYMJ2F0iwQf0RXdupiEwufV2hvxxFmsml1dY58WoZSUaQZn928eQflpZXUeRPlwUe9tGFpaR5JJrn6+iYxOjyNirJGVJTWMvbbD6+zEg5TIYtvkyxQ9yNLP6GovABF5T7kF1vhK8jAYY1ASSI5laVdDyKWimFhMcz2PNh0N3lkhRSIM9zvTcYE/tUttDV1ocBbTV64uZ5liB/zszffx/e/+y4CmwpVVfVYYCG7f3AMTreOWDxL+z6Oesqrze1AIpuFp6AYbhbjHvTOY3gihGv3RrD3+F50HuzEOxc+YAG2n7Z0hvHiJjoZfwb8UdqEYnzpKy+iqbUOJfSTdu/txkuffhG+/EpEYmmeE+OYW9hCd/dhFJdU0JZvIcYE1OJyBE6HB568Ynx06QHmFpdRU12LzbUVrM5PociXxJmT3ZRj2o7xJfo9fgwMLnIfpii75SgrraDN3yCsI0l8C/OLyGbAgvE9bK4naF8XEI6a4HZ7sGdPO2KxLFaX1+Ghv+qwuuB1eZGfn8dYvBNenxfbtOl37tzFwMAAfYdJA6/dbkd1dRXP64RxdhUVFVA2srRtJ7nfVvrTm5iaoI88OgrxkTLcL7vFwTl8tN8Z1NY0oa11D+ky078exkH6CO2dNaTLj+3QOv7JH36DsYVGXKUY6Jtj7L2Fm9dH0P9wHiYUor9nnvqfwa07txEKBrAl/yxAeIvzLqO1rRmDA+O4evERHtztw8LMChw2N/3veQQYuxXTn7GYTORpJe1KP8bH+qGpBOKxIEaG+jA2No7pqWGe2WHq7CpqaqoQoz/mZ2wbjyXoKypYdAsW5hZhpt4GtjbRwD7JRJiF1C2obAKZRAbvvnkbffeH0cF13rp9l7zMN3zh03IGW3WsLK8w1izBgQP7iT8B+cJZbWUNGurq0UBbY7eZeVZ1wGIGSkpKyINZWM1W2qRK9p1GSbEdPrcNYdrs6FYS5rQd/o00XHYPTJpOfXLCatKZT+lkjNiFWHwTK6sTqKmtxCbzFouMiUdGhqj7Gs/aGTxgvCx+/MTkJG2PBZquEOYZI/ra0tyGmZk57tUMrl65SZt2n2vJkO4MysqqSYvInB82Fvcl/j9+7AQ++9nPwuP28hzYB5fXi70HDqC0tJQ+2xzyfJRvj417GCBf7JC/urbSjy+kHK3QNnu9PvJnlXsxAQsLnwoKZrOOLe6fFOS3NrfpUzgowz7KnU576YDT5YLb46PekM/MRWjcGzuLlFmlwE0jP+xIB4NoqizFgY4GHGUOqKbMC7MWQzYbg1JJynKcvk4EGRapdJ634CdFG5lmAUBAKQWTSWP/tAEaY1p2MfqnmYxNMikrEGHxQJ4TTLaHGRtlaUMkwRhnollyPJqmyTCeJ1GuacvQI6UU12g2IMNEnIyRTnIV4FFP2YJRKNWhYFI7OKSPUgpKKdJBRWeDjE+nUlxPir4dYKa867qJNJMVWQUuB5m0gs42RTxKKQhNOpPpGu+N8Zk0ZA1yr2k776UPaEyMdq5X14UXWSQ5l6xb6MTHHxkn/dLpJLLZtAG5e05hzCd8yvFE+oP+sOBQamc9/H8DcAaWXAAAEABJREFUm1K8I1hYmJKYyeFwQCetO2Ng3CuljL4m+jxZ4pFfcslovNOBRCaJGP1+s9lk8FrmlX1QameM4NE0jXJvpVzZKHMWA9cO/WmDr0KXgPSV9tjHxXOhX54FcjiFNqV29kPaRQ6EP3KVcVn6O7IWM2m1ssgrVxP3KMtZU8zxyTyAgnyUUgavNO4BPv7I+zRlJMPdlZgrEN5GKBZGgrxOcnPFL5c1iswJiAzKVeaWq4x3Op1QStHfikDalVIQOoQuse825uiUUpD1SSwg42TtSimeK0nahrAhv/J+k3lM6SN4Ze1CpqxVaJD1C29lfYJf7gVPmnSmKDfS13jHvc3xQill7JPgEJkwW8zkgaI8J6HRLum0axnKoYwXvgoITqWUIbMyTuiVdclV+imlDDkRGgRMxMEmgLIi97JeAXmn1M7eCc6dPUlx7pSxbsG1YxN+rh/ST9plXuFHjh65FxrkWXijlIKsX9a7AzrPnp02wZHrK32s5IfIuoVrl7Hy132CJ029ozLxbLR/Iqs6dUEpZeynjOXtJ7SmH9NjwaPUTj/BIyD9Zc1CD/iRdQjIXHIVugSkrzzn2mVOGSN7JrIkV3kWXPIsILIkzzab1aBX+giuGO1gmvuncQ8y5L+A0jQIkARjD3O8k/0TyPFGxksfWYtc5VloEt4LyP0OJAzZFRl8HASvrEPWI2NzeIR2oVdkX2gX3gtIm/QTyPVVaoeHSimDVplP6BM6BWR90pabQ65Cm9ARi0UN2RY6pK+A9BWQNukjV5kv15bDLe+kv7yXNeTey1XmkDFyfRyER0rtyHOOftnznf0zGzoh7UJfgv7i42OlXcbnrrlxMlbuczyTfRUQ/RH+Cc+UkjmztJ1ZiqtoEQz5VEpBPrl5hGbBL5C7V0oZfaUfj06eVRlD/2TNAtJXKWXoktCh1E5/uRdQSkE+Sqm/0wf8yBw54KPxXmRUqZ29TNH+Cm3SR6kdPDKfPAvIGKWUMU4pZdCp0TYrtdMm8z8OOV5Jm1I7fZTaGfc4XplTIDcH+MkaugFaeT5ooh+KLYDYftlz2TO5JxHGPso6BGROpRQH/fw/pZRBs7wTWgSUUhz69wH85GgTmuReQO5z9Ml4AcGn1A4OuRc5yJ3P6mO+EJ3xn+B4HASXgLQppYw1CA5d51rVDui0bSJnOZBnAaV25lTq71/Bj650aPyfXAXMzGsJaOSjzrNWcMg9uxr/EYvBC2k3QNONZ6EvxXNKQNYvV7H/wn95zoH0k3XkQCli/BhSH/uFMkb2TPRXroJLxgsBOtcpepNbp1x1XTNo0IRmvpc2gdweS7tms8VQUmJBfV0e6mrzUF5m4yA/kzkz2FyfoPJs0kFOIt9nRnVVHtrbqhlw16KCzq+u4ogw4IoE1xgspBjIlDBg4TsmZQvzbCgrdqOztQYH9raweFqDmmoPg0OdjvsaUvF1pBJ+jl9lwS7AoBVwOZXRtrkxj5GRHiboJqGzSJuX52Qyqxg1NeVobKpHbX0N8vK8pKUbXV17GATvZeDeyIRrDYsStZBAQYo4UkwTpohQyUEoCxfh8no9PPwshoHf2NjA5NQkE67jGBoawvT0NAPBzR1nxmxhAGWhAYLRV5guG2XSTTTcGbYlkIgmoCkTnT4bNI3tySzH2OgMujmHhweXk2uzM4m1ysTXJp2eBFJM8vn9QePexiDD5fHCYrMxaE1gdW0Lo2NTuH+/j8WCPtI0g9WVMEKhFAOmJPda0SiaidfFNdfjwP59OHDwIBNAlXynMQBJQnCPjU6xoHkP8lOvFy9exvsfXMANJlUWF9cQT6YA8jUQ3kQaCWgsqmVoJhKphHHwixDabHYmk3wMkjwMkiNMoG1yXgUvk53yrWSb1Y0oE2Tyb+HU1tQzgfgSDh86ivLyKu5NAcrKKyk3Lmxvh8hLG5TSoek6JJiQ4CJDx8LNoGsPE9b79u5FV2cHExnFdCizlMdS8s5CHlrIVwKdXBv5E2YBdWBgCFJcucYC1dTUIuU0jBSNrhTx5ubmmawcxZ07/Vz7XcyzKGWxmhnc2bGyskh8Zhw+vIfJ06fwla98Fv/wH/0avvZLX2ax4jhlp45FuD1MtD6PgwcOo5zJp2xGw+L8MmU1g6T85TMLvRMT0yxI96Cvd9z4NvPIyBhlZgZzDOgD3NON9QB5mEZjYwv35QjaO3ejjsVuX14hA1wHaqqrsWfvbrS0NrFw5oVOh1TTgJqaSrg9Tia6CgEFTE3NEO8i5N+cWV1d5f0MkyjDDLT7mAhbhpnOf3FxKYsGy6SD6711l8mISdjsTpQUlyHOIq7wvqCggHLSZMirOABrLGa+/fY5I2l59eolJvYWEWeydGJiBNevXyHuWaSSUfi8Ttg4R5rGJ8KCj8vuwuaG3+C13eFEZ2cXC2+vYffu3ZAEQ3lFOROiNTAx0E4k4+T3Mi5fvoqf/vRtFuJ6OXaLsuNDE/mSZIItyCL49nYUumZFGZNOtSxIV1RUI8HC88rKFvdvmAmDNXi9xZBvvpexUGWjTC4tLWGZyY/mlmbqeiPp9HBfLaQrSV4s0GYsGPorBZ2hoRHqzpqxN6NjYzBZNCyvJVgEXcQGkwBpBrHyJYAN+Zk4GuksgAIWulpbO9DRsRtt7btg5pzDTOpcvnaNCRDBtYRH/cNMNsWg8SDY8m9haHgEH5y7jvfev0z+LTEhsoo7d8e4V0O4cnkWY6NhaJqZe7nFPZpAlIG90+1GdV0dypnEnuea7j94yKReP2XAg09/+hW8/vpr+Mavvkp5PYiFxQVYmBwxMZkhRf0wbYGuaWhqqUJWZRhApylT+wzo7OzcWf/wMJy0LYX5+dRjL0SGIkwmyGFiZVAg++vzeSF6I3/1ceXyDfT3DuPChctMcl43/mJqYXUWMwtzLKZOY4EF4wgT2OIwBENBmLnPNpuirGdomzRAaaQjhbnZLerkBvWwl8m4bdTW1MJksuDBgwHuxTryfD7EWfiprqnGftquoqJCWEjP/MIkdR+IxxQADU1NNWhtbUdJcQUK8ktoh7woZSKrlvpTT77lU65rqmspGzWYYXF8dcVPOXBjfnaRBY8N3L89gfMf9GNpPgn/ZpZ4NSOx9+7b5/HWzz7Atct3MDEyi5L8KlSW1iKVyIIsxaFD+5BfkA+x0SXFxca8d+7cM+ytRjs/NjYBOTPaWZyuZhJzcWEek5Pj3Ocr+PM//y+4c+c+cRzErl27afsClIdFI9i9fv26UbxL0/Zvbm6xOLVGGb8Ls8mCq1fv4MqVh6iurucay2Gz6Byzifb2WmSyQRZrj6G6ugIjwzPIZBRSPGO2tnR8eP4Wzr1/BX/7vctMSJ9j8WcSe/cewdZGAivLYfjySgx8/kCUOjiAWZ5tHuquxnT2/Xs93Lsk90aD/Jt/Tz/9BLq6mmmTXHj11edw8olaPP/CEZx56ijqG8ugm5IoKnLjCRalEiyoLtK2Tk/OgEcHund3MuHbxWStE8WFRXAzOfDFzz3LItGX4XBm8JCFo56ehxjofwin3WzweXxilmuR+XX4WQjy0xYk03Hcvd+D23fv8TwrpS44cexoF14hPb/661/Ak08dQYI+w71713HvzkPcujGFN39yGxtrGnU/gu//8AP87Q+uobd3BCODU9hY3+K5FWIRqQLyCxXTs9O0D/MIsgAsxRSRYbGJN27c4NkbJc/DaKFdOX78GOevoN54aJ800pnmXrQjP9+HW7fu8Exeoz6lmPhI8ExOcO8eYPDRjPE+y2RRR3sj5SeM4mI3ZWE3fvu3v4GXX3kO/+j3fwlPPXMceQVOOFxm7N23i0WdOsrIEueOGHTZbDrtcYT2+X2uo49JmYRhtyxWE8rKyikDE5ibDiEeV9SXFG3PDGGSehyifC2Sl1Fcu9qPsYlNJNMOnt1mXPxoBP/4H/9b/F9/9tcsNEzA6bQafCwuceIQC1WHDraRz634w3/yJVSWFyMeieH0E8d4voe5vgjsPH9jLIT7N5bQvasR/9u//E385V/9EfW3GG2tpairLUeISaQEC7OSzNMUUFFWTJmxIBLN4qMPH+LujUm8+/ZV4gsikaRd96Tx/NmjKC0uwGdeeZV2cZb6EqGdWUaIZ0Mh9buwMA9AjGejB2trj9DY5IQ7Hzjx9AmMzszCSjmzkl+9PaNYW5mj/5hFa0s1Dh3aBZM5CasFPPvNOHnqKE6ePIEvfPHzEL8lxuLmHAvX5RXFCGxvsPjRh1A4iK//6vPGzyGarXaEoxncvjWBibEgzp+7C78/w3N/AdevPsDkxBz5vUlZmsE3vvEajhzpRG1dHudKYXziLte9DYcjjo5dVfit33kd/+u/+C38/j/+XfzeP/xN0tcKr6cEe7ubaIdu4OqV67h+6wZGmUxvqCvDEm390sIS4tE0TLqVeDx45uzzcHLhzEuzrYjWsQjxmAOPBmYpny7YbU6EIn4sLYyhMF9DSZkFicQ6rFZquh7DxtYclIqipCQPNqsZIfpkVy5do61coH5sYHZmGmDhoZx7X1DghtPhQnVlOWWzDFZzGjT1SDBBWFVZxDlWMDk+zoS4i4WKFGanRtDeWo2DB1px+tQB1FSVoqmxmjQBTz15mPx7BJ/Hgd/7nddQwuK6/OWX12OlHA/gm9/8JueeRH6eg3NqsFkylHE3igq9jDHqcezYIZ4nU+ju3oXGhha4nV760Us8/+dpA6Mw0WBv0+ca6BtBX88QyisacejISVhtHiwsrtPejNC/WcXx4y1oaamhr1yHCq7BbE2ipNSKXd0VaG8rZ5G+kX6TQn6hGYHQHFrbKqg7fgwN9vDs8dD/zyC4HSadefje976PPbsbkEyYceHDG3jjh5dph6+xGLeCy1dvImtahKcAeOe999n3Bl7/8p9genILqZSivCxQPobpVzTzzFhggfcyxBbV1pViZnYSHpcPXe0N3N8sNJXmek0sOpnJ4ySLJou4fm0Sly7eh8YiwgoLyassvNVWlmNtaQs+RxEKPCXc0004NTfyWATc3dkCmiMWm5L4T3/+bcYlDpSX+fDZzz+LuoYS4lH0L3bTh+um3K1ienqG60riLu2v+A4WGvdDh7qpTwdo71Zx59Y9hINh6vA2GpoK8M//+Ffwq7/+eThdQGNzPl57/QnahN347OdeRVNTM5599iyeeuo0vvKVz8Pnc3IfO3DgQBdOnzmBwwcO4vnnnsXJJ44gEFiBw+lAQYGPumOGhfZGU2ae60uw2+3U/WXE4kHyMIZQaBsrXLcErybSV0z7sR2M4wc/eIuJDfLMa0dBoRsS4w0NTuLyxVt4561zuHbtBrq6OlBbV0F9WERhsQX/+Pe/RH2spOyZuQ9hXLp0E3/zN2/SV5nABx9cQldnPcoqSun3LaO2vgx26sXC/DymJyahMhkkoxuIbK9gT3cb8vLzcPDwKRSW1CLgT+LWzYfoHxxg8Tkf5ZWVlLNOnH32adRWluJf/vGv4oufP8L1muUw3d0AABAASURBVDE6OQ4r8VbV1qCd+3XkeCdt5ir1OwSv20c/ohl2p4nnQAzHTx3CwkoAkXgMTqfT8KUK6KuIDypxaYJxXSQa5TmUh6tXr6K/vw8u4u7etZdnmQ9ms4V7e5+6sYRoNEl9c7FIGUF/3yCKi8rJi3ZcufoQDoeNPuwUrDbFIukVbAW2aA8jsLtdaGxpw8zcCmV4N10+O0pKKvHW2+/hydMH8fpXXsEvf/3TOHysBeVVXu7VFgoLStFYUwO33Y3aymoszS8hsBlAvjfPOGNLSorYL8B1dqKUBb4MBba5pR6tjI8+/7mzuHtniLoeQTufT5w4DIfdhsWFVcjPE9usNsY1KfKxEC4KYSHlp76+HM8//wSeI+ze3YqD+/bhs688heqKSvoEI4hGQrjw0TnML8wwnrqPkmIveWmCfBHo4cNeuFnAPnHkGD549wPqnxv3bt+hLY5jZGQE2/5tBLcDaGhsxIGDBwy7kM99Ly8vpo7sN85Jk7LCYXERbwnlYIt0N9Bn2o/m+mLEKOf1VeWwmawo8BVjdHQYU3PTRnHJYrGSV8VobGxCVXU1bcUSfG4PvD43avhs0jXE43EAGrp378OLLz2LU6eeRFNjG9ZXo/Q/byMSjlN/TLT9MfoQMWz6N3Cb9A8OjmJzyw8/i90iN319/YjF4pTZfCQZq3V1tKC6qgQmPUObXw0f51xigdfj8VDX4zwfB7j+MfRSnuSveiwWE2ZmVwx5slodyCssgcVi5z6lMTu3QPlawRJjuIcPR9HTN4aZuSWksjoinDPKBHZBUR4amqphMmWQScdYlIzhDM9o+WvkxoZStLZU0ibVo6TEDo8XKMi3UaedKC3JRzX5V1FZRptj55wW4jAZV4fDDrfbzb108dyzwmazweVy0X44DL5ZWBDRNI02JAWT2Qxd1+mHauRVgr5fzHjOsLCmlOK+gnxJ0u/LQuOzgK5pXK8ZVvPO2Nx4pRTkIzmTVCpF/GnKZJrXFPFkoZQy5gEU8WWQYUbaZDIbuIQeM/HJu3Q6A7CPpnTomglmk0WeeLXCbLYaazSZTJC8SYbFjwztj8xJ9OShzJvkfGmAeZwsC6bii2XZL8v52Ailfk6nPAskk0nKQZRrjZNnQpPOuXZAaFNKQa6yVqUU5KMpjTRkOC6GIAviUdqbdDpt4BeaBGSMUor0ZCE058ZLu6xXY+EmxQKeyaxDIJ1JEXUW0k/6Cz6Rdcm3CU+lXcbJVXAopSBXeRaQvZVxSu3MKfklWVsOh+BTSkH6CB6lFOQjYw08pEcpZeyb0C880zWN9GjSzVib9FVKGfNqus53unGv1A4upXbe5WgBm5XONq7RCJJ4VqW4LzH6yGKjhT5Zm/AvwoK/Uoq8Nxs0xFgcFtoFhAdCP/gRWmUNAnz8hL92npEi77I2uUp/2RspqsocJt0Ei9li4Jb5pKArc8haBZeZciW4lVKUhSSSzE8IDqWUsUYLdcfKM1l4IGPAj7RleYX0IT+UriEH0p6iTEhfoUn00OFwGPwXvLImAaFNeK2UMuYBP9Ke4PmWIJ+SRkGJekRZ5yvSn0GSMitjhG6hQeM+SZuxHs4p/XSuR+YVELpz/WRcimek8FVA5pKxQqeMM95Thx9/lj7yRboEbVeaY0EbYVIadE0zdDywzTOBeiD9stQ3oUcpJWwRlFD8f6UUlFIco0PXNWgcm4PcOoRWpRRyH6V27s20FTr5mwOllIFLxglkqd8yt6xf1iQ8VUpxHh3ykbXkcEvfFHOlsgfSLjSIvOiUD8Ev+JSiDnGg2WKm3+GAjXbVxHvdbDLkUykFGSt8k3kFBJ+MF1x2ns/CbwGZN3cV3PIs/YjekF0ZlyK/BXL3gjsHuXahU/CIDAkopQSFAUopQ64Et+y1gIX0Sn+ZU8ayi9FX7qVN+pq5HpOuGXQIX5RSxr4opSA0atwj8JNbp/SRNqWUMUZoFPpk/cJ36SfPchWQ9cgYpZSxX3IvbQIyVp4FOIXxXuY0ca+FbovVApFhE+VYQOf+5+ZWSskQgwYZL09yFbxCh+i96LfQJfRIuwBEKTlS+ubmV0oZa358DvAj8wkotbNWGaOUYl+CrvG6A9IuczwOMtfj+JXSoJRQCepv2pAd8KOUgqbpf+ed4BHe5WyHcdZR92UeAfCjlOI4zdgjpdQn48GP9BHgrcEfpXbe6+SfgMY9lfcCwM47pXau8k6pnXulFOSjlDLmyr3Dxx8ZL+zMATshy77yLGsXkD5KKdKpGfIp8yu1g1feCeT6yf3PIWPwKPcO/Ci1M06pn1+VUlBKGeuUvgJpnqnCw8chTZsouCHEEZf8p9TOWKV2xsv7HAge6SOglPTTuDyC2tlHpaRtB4QvIjtms/mTNUqbgFIKuSs+/sgccitXAV3pICYDaMa4FhgykqDdF1kWWTDoJ/FKKQOf4BRQiiMfA8EntEt/Wb+Mlas8C+Te78yTNeaR9wLSV/RF5pTzUc5jOTvlixjyPk3fbAfShs0XfDmQ9zJertrBA43o3lWNygo7HdAIdD0Ikx4C4AcQQCqxwQB6GZHgCu8DcDkUigudqK0uRkVpHmoqCiFJoPa2OhSyPRHbRDCwxP7LcNiSaGooRntLOXZ1VKGhtgA+T4aJmVXMzTzC4vwoE7/zdAZDDEQyRvKxpMSHkuI8mPUsE1arkG9Qy08IzoytYmpsBVtrMZiVm4FOkRHgT01NQYqhKysrpBeQAEDA5/PB5/UxQCk0NkF+U1z+0m95eZlJu23jYMjLYx/2k4N7i0WRubk5DA4OMmF6Czdv3mTSZpmCneV4nYd4ynAeheGiGHY6MBKY2HgVZyWTBkJMCC+yWNnTM4i7d3tZPNiis56GTiNZVFzKhHgtyssrGBSUwpuXx6Dez6TnJO7dfwD5uaqfvfUOzp+/hAcPhzA9s0IRsqG5uYt7UwenI480KGQzOvmTj7q6cvKrGIl4ikHhIAZZ0NnY9DN4cKKGwWtzcyPKWeCqrasxgvSu3S3o6m7FgSPteOa5wzh5+iiqqioQo+OyskY+ky9LhFEWjsbHJiHffh3oH8Kli1fx6NEQTLoVLiazEok0eXOHbaOYGJ9Db88YPrpwkwE5+5iskGJUQUERqiqrUFdbT1rLUMHCaimLYdvbQYwxETc7O4MknSVRQkmO2B1WHDm6D1/8wktMwO0hv9IU9hh8PidKSgtgZhHMbFbw+uxIprIMNKNYWEhjYyOJTQbmwWAIGTqqsoeh0BYD/Trs27ebAZeDwp9AKp1AGQPeahbjGxpqWLDMR36BlwZAMVjKUtZMlD8bZTaMybFpLDNYj0USKC4qRZ6vEPPzi0ysjWB8fIoBK7C2mub8CSZZ1jE7O48h+anl8WkWAh5ifGqageQGRll0mZiaxcTEFC5cuIKe3kGGOYoJu0JY6ZhWV1UxYdiO5194Dl9+7Ut4+umnGByfRPee3di7rxuHD+9HV1cn9u8/aMj07OwcVtc2kJ+fz0BzD9xuL9fuhxTCbt4cwsZ6iLwvJq+rqcNm+JlklOA6GoljjeOmp6dJ6ywD/E3YHQpKA+TQttP5GRsbZTGA9NFo6Ax6PVYXlqYXMT0+g00Why1mK+UsSftgY6LFgSSNnehSmsa7qamR6zGzULhKfVmivMcg3/gSHfQwEo4nUoZM1tY1wOP2MSFZiKqqWty/P4G//Mt38f775ylPtyFFqiiDCDcTCFBZBsIZdHaVkAfNnNOO5ZUlOJlwE+OdYcIlFo8wYebiXreivLwMsr4HDx6gp6eH65zB+sYm9aME8pc7589d5t4tMsGQJu1ZBvur6O0bxjplx8WkTpB7ffXKXZz74BZl+S4+eP8G7j8YZr91jpthYXAGUzML2NjkfjP50dN7D3PzU0wC+VEv8lTEpAQNwPpmCIUlxXjyyRN4+eUncOz4Xhw+UsUi0C7KXBECQT+TtZukbYNJq6uUjQlkoUhXCjauLU5nfWFxibjnyTMHE0y7KRNPoqKyxkhErG9swWS2GbryqU89ZfDFwoTS4tKyYbPEBkrgUsBChNPppN5YEQgEKCcb5JUXYgs8bhdtYj5+57d+GS2N9XCwcGDRXUxybXFPhpm8XsMKE3aBrRj1vQBOhxsH9jWhoqIA8lO0Q0MD7DOPCOWqsrKYydJj+MbXX8Jrr71KGd6LM6d3o7t7N/fPRRsxywTsHdrBFdq+aqSZUL579yELew84xzJ1j2tncmV7e4v8qaS+gnqcxYEDLZSRaiba55iU7COf5sijOG7cuIb333sbly9dIO+3aVuKONceNNY3I5VUkJ9dbKhvw+1b4+jtHYXFlKS+WVBYbEN7ZwOTuMdRWVGGof5H6L3fh/GRacxQRy9+9BFlZornQpSJwQ9x8eJFzM4Tf0kp5BA1mSzo7x/AufPnIefN2NgYdX6IBbAwNjbWoRTIu17yOYR0KkPbsIIUgxYpuNrtDnz7O2/ggw/68KMf3sT5D29xXAQNTMhVMskajURx7OhxfPUrX8HS4iZlLGCMjcdDtD128ihmnI9BJm1tNs3QQxf39ulnn6CcPYWysmrqlRMeZzGspmL89X9/D2PDa5ieXMfDu7O4cL4f//U/n8f779zB2Mg6izazCGzHeTYWkN4t2rBFVFSWwEPbqlQSvjw7Ssry8fnPfZrFkeOoYZIt4F/CyScOAtkopqdHaBfz8PkvvIIXPvUk9u3vpv7bIOeq1+Nl4jGC7t27uZYFpJNRnv+V6Gz3MtnYhtdffxV/9Ef/AE+caAcy2/QrAtjyr7EYOEu9TGFrK0T7EcHa2jYesPi6tblJ+RnCmz/5GX765pv43vd/DPlryUbq3HYgxsJKmMlRMy5f7uGZ4aX/UQrGUdCVBbpmhsvtxDPPnsDJk8d5jjaita2VMuak3jhw+PARiFO2trZGXbMDUBxfQLlcwTRtuFKKdiyGLL2vNB1S8DSWJNU3vv5V/If/+Htcy2HIv5m3b283fvlrn8HRo90oL/NyvxRMTM7s2d2NM6dOIU6bllEhmK0xOD1Z6OYoHM4s5Px2uW2wkGDR0X1M+u7duw/boTD2MVHb0FyPQp59DpcNaZVCGf2G9Q0/ikuqEQrHMDo0y3Npk7bcxSKCmfhdLPIcQFlFA+dwc/1upNJ29glibm4b8bjGFWiwOW2IM4FZUOTDp146hRr6ZI1NpXjxxTNc+xJ++pMLOEd7efnSPdTVdmBidBGBrQh0mLGyvMg9DWNrc4r+Wy8LZL+Ef/2v/xC///u/RVn1wmyxII9+jfwEXSodRzCUpbw6EPDb8OaPH+D+nVWOW0Qsvg2lyNt0FJ964QWEeH57vU6ew1lUsXgxwTM4Hk0xB2XGzOQUi0GzkPMaGvd8bRJrG7MwWeLkwwrq64vpM9TjV375Bfzu734JX/jsGTy4f4tHSAKhSBjlFUXksQl9fY/w/e/9lLgi6HkwSp9rAJeu3KSN36RPoSGVyXBfLHj27BGUlufh6LH9cNjz6P8BjBooAAAQAElEQVRM4N69adqGNM/iTu5tHu1zAPMLfkxMzeHR8AAGh+6hksWD8nI312/F5PQ0llfHcPXGe+gduIHvfO+bOPfhm7h55wJW1mZR31BN/VijrFq5RzpsPG/Hx+fpC2/CrCns3rUL8mGegX7YCq5cugsNVtRVVzOhvwFN13iG0D6VNmKE+zNFG5Yhv5OJIHZ3teHTLz1De9dprDsazmA7kCbuGEy6A4FAEDa7DfV1DZAvfq2urFHnYrS1U7BYFQ4e2INsOgWxa/Us7hYVOZDkWRumjW6or8KLLxzluVGNZCyB4rwinhEW2s5R2vdC2r4IXC4rJBH/zts/hdADFYHDncXiygS699bjyLFuvPTpZ9HCeOEki0Nb9LvFf5Zi8tEjh/HZz54lPUHa2RH8xV98E20tjRilb3vxwlXa+AzfRVkousj1L0O+LGm3ecH6Gn78xjm0tTWijAWZK5fv0SbchRTlq+hnlZQW4dOffhmHD3Vg1+4GON1p+AoAT16SPnENmlvL8ctf/xKqar348leeQ2WNF2XlPogdDIVDGBkZ5z4s4MqVa7R/S9z3WcpgmD5WBM0ttXy/hVRMR5zy3tTcjoXlBO49DCEU92A7lUBcSyKtp4yxStOhNODrX/8GeZfP9aQoA3HYbBa267j34JGhG88/9wT+6q/+Hf7bX/wL/PM//hL+7b/7DRw+UolGFjE7Oqvx3NnjOP1kF+xO0H4BsViEPtQ8KipqME25zDLpN0K/VGTI6zGjo2MvC7/n8cMfvYdZ+nZHaP+KCvO5X06sra+BZJGOJP2ifnh9Htq9CPlZT5tWhB98/yfc7yQaahph0V0oZAFpbPI+ZXwEpRV2fPG1F1HLgnBLawP93kHy6RLP0ffwxo/eZMH8x/jOd78PKRbfuPYRrl77kHT2c88CGOi5j4a6Ehw71kX9VvQDrxu+Qn5+CUyai3Nm2XccFovieVlJ+11LvyPIIu0zeOmlF7F3717IFztXlzeo34M4fPgwpODW0lbJ9WioqmjC+noUW1th4t0wfKTFpXnYHWb6FPeJa4LnHM+wvW1YX91ALJ6hDXNw/+vg9uRhgT5eU1Mtz7QobYGN50MR/RPA7fbCZncBWTP89K/KGQPXNxTjytW3aRtGOXeaBfwjlMUq9DwYwjf/6jze+tmHePutDzhnCMsrk9wnB8/Qp/FLX/00NngG9T7ohd1mxUD/IG11Eglu3MzcIpaWlhjfDRhFrQ/P30BpqY/yoaG5uRVmkxWhcJh0x1mQS0DTNGzRp52dWSRtFjisbugZM3U/SB3dAMweNHcdwLV7vZhZnKFPuYV93Z2oLSvm+lIsKq3zPF5iAfUe/ZtRvP32O5AvWs3MTSMS30IwuoKh0Qeoby7CrftXsbq1iH0Hu1hEfx7VtcVIZvw8XxIoLDHz2Yda2o88Xz59+N04efw0XA4X8n0FqK6owuTkJDZWV6lnpSyUFcDpcsPB95FIDOI7DdLPXFlbwhMnu1BXV0UfoZ/y2ISOzlaUl+UjFklSRjR4PV76PTrpt2F4aAQLC9Pse598XkVtdZFRHNzaXKOcFCCVTlJnjtEv30/+leP0mYP0Xw+TN/Pcx1WUlhXBSd9qbnoBPuKd4tmzZ89e2OnDMU9Of7MU16/eN+z7xOQ0z1NAM2mMFR4wllhDeWWF8Zykzq+tr+DYEwdQUOQi7hW4PFZoFlDOfYhTV5XSUFtbg6rKciwtr8GXX4SfvPUubjNvsE4/qLKmHn20e7091Ed3Hv3jKvYpxCp1tayijOuLUra3KNebKGNsXVZWZcil2+M0eCTxblVVJeLxJOSLc1sBPwqo72kWrpQC5WoZc4wp04zl0uRLOhWDx+skriLqTRnq6mtRSluan1eI9vYu7O7eC5fbxxgzH9FoBE1NNdB1E/m9RH6PYZ55Dyt1QqNMaiYbee1AX/8sFpaCCAQzLOxGWJBPYI0+3Tr3w2zTyBMLCoq8qKiugMNpRVFhHlpbmtDS0oAW+j9HDx/AiWOHsX9PG/ayML6rqxH1tBe1NcXY1dXEGL8N3dTd+sYqWKwa1xplnBAmfWHmarYhXyDd2tqE+G+SYI6y8JdgoUjxjJXiA/ixM38jCXrx87LcZGmPMSZJJpO0gVQj+n8yJkV91Mi4LJ8/fgF5FtB1HWazGZqmQe7lKiDJvU+AsbV80UzwSg5JaJJ38mzghII8yzxyBZ+V0kl7hudoCslkmu9B/8MCM/NJgl9AfE2r1QqZXyll0GBiEl78Sj4CknVgPK3rChaLie+VATLOxoKzjDWxP/gRmmStwqc480LyLPTIVWgUyN3LWOFbbqzQLO8ElFIQPkibrE+uSikotdMuc8p4fPwRHEpT0AhKAzTSqlOvTGadNJs5Dn/vIziFNrkqpSC8EPri8TjEn9B1HfIRenIFNEmSyvvcOLnKsxQ35SprF3pljOA1gPsteOVe2qUPqPlKKUFP2pSxVpnv/wuErk/aGRdYeM5bme9imgUCiuvMEF/C0MO0gQv8CG0yr4wX/ggONlMe0sZaZb8F5L3QJvQLKKUYj1kh/JUxgidCfZUvMci9rEHwyjokYSx6ISDPgkfeCch9rr+8E9zCG2kXOuSd3Cul8Iv0gayx8iyzOx0wszCUoV5lyEcpFIm+CV0yh9AiIHgEp+CR91bKpaxN+hlAvom8itwIyJplnNAgeJTaoUHTdepIhn5ikvqShLyXfkrt8ETGCl1Ch8wleGReWZ/0VYqEsyGZSNKWxA1comuP91VKUf2zjMkz0LhQm8UKk0Y9Ze5GYvkoC+Mp2o4M/a8MYwp22enPe6ElTTuwc01zL1MGnfJs9OXc8p9SypAD4UFuPPjRuT5pU0oZa5P9yNGm1A5dshaRc9lT2TN5Fpsma5W+Su30kzmFd9Kepr+fZowrzwJJymKMtlLGC1+kTSkF3WyClbGDhXsr90Jbhnsr/UKhIPMaYcRiO3xTiv1Jr8wp/Ba6BeReQO7lnc4+QoNSypBruZf5hB9Ck8yfJD9lHQKgrjw+FvxIXxnDWwOHznNJbIng3wHzJzIq80mblfsmOiLyJtccWGlL5b2AzCPtchW6BKRdQPBIe66/zM8lQKkdGcowH5ijXa5Co9Cn1M576S9tskYBuZe1yRxK06SrAfKcA6WUgT/3LFfpK7QITQKyLqFJaDPec4wgknsBpXZwyPy5eeVe3gkeAXnOUH5lnFI7/eU+B9JXQKmfvxNcsk7ZI9kvuRcQPlD1DR0QvAIZ6oLg0mjvhWaRBwG5F7wCSinpYowT3AIyTq45Hco9y1U6yzgBpXbGSrvMlwPpQwYaF+F1rj13lRdKKXb5n4P0yYFSP+/3+LyCT+YWEFrlWamf95Xx0iYg94+D8ErGybssZV3eKbUzdmftYjfEF8gYvHn8PaAgHxkrOIT/sh8CuT0RHNKeA9kf6SvjBGSs9JG2vwPUc3nOjZM+OZB2ARmvlIJSytBDpX5+VWqnHY99ZC4D2KbUzntN06FTf030ceQqILiln1I7fZRS0JQGTdOg034IyL2AUgqPf2Sc0CnrF50w04b9Yn+llEGzUn/3mqWcyjjxB8WeRsIR41wQfgrIOwHBL6AVMXC1WaJIpzYRDa8gkwogz2NCcYGdVzOcdsWkVgLJxDaD222YtRTsZg3lRXlobaxBJxMYnQyii/KdyCZDxLHBfn4m3QLY3lrA1EQflhfHKbsh5Hl1Apj8zbLfKoO8eQYDs0ywjWN2bpILSiM/z4u6qlrsat+LlvpdqKtsg1XLo7PtBDswqTEDKZoMDQ0Z99PT0xifmMAUr5Lknp2dhd/vpxNmYXDhhs/ng8fjYZIrD4VFhbz6DGfD5XJCgo1Dhw6xCPA0jh87ZgTju3Zxzro6FBYWQgyp/LyArul0zkMQ50Nwb235jYMjzoNjhQXIRRZA1lmwmptdZCJplQdKiqSa6NSnOCbKawy6ptHh1SkAChEGU/Jzl6ury1heWiQPVrG2ts5kZQSzM34GAQEE/FHMz60z6F/C4qKfvIqRrxp03Q4PA1KH04NINM5k2hj6+gbQ3zfIBNQMA/U1mC0WJvcqsYdFjV27uxjMdjCZfZDBxx40NdXD5XIgyQNzfn6eQdUSaQwaPKquqmHw2US++VDFAs6+fQdw+MgxVJRXs08UU5OzWF/zo7GhFceOHkNnZztxt6OysozvI3w/w+BqGRPjk7h29QaTXleZiLyH0dFRyM8YPhoeNPZKEtgB7pH85ejw8BATJsN0gGLcGydOnDyMZ549hRdfPotnzp7Cp158Bnv3dSK/yM3kbIi8CcFmt6CoyA4LAygR4iwtUJhBuNls5r55kUqHsR3cAJBEcUke12OjTKxz7CLp6GNyjvzqvY/x0SHyfBFLiwtY5j4uLCzyeQVLLE6JHH300UXcuHkT/f39WFhcRCyaYNDvQGmZC9VVXjjsTvgZ+M6z+LodjHLcOq5ff4ifvPkRvv+3F/Huex/hzZ+e4/gprG8ESIePchPD+voWpqammYQb437PEUeAMpOA1+sDBYdyYiFvO7lneyirZoKVe7cPR48eQElpsUHrHAv/y6RzeDgCBQdqaxq4ty3ULS8W5pexuelnQnQDUsAuKixGfn4BSkpKIAmnF55/gXvYAA8TGEUFhXjmyadw5NBhtDW1EtrhdniwvLiMSIhJJJsDuqYxSTSLickxRJigXqLM+v0bWFldYjIwRt0I0MgkuYYY590w+ga2/aioKENjYwNCwQguX7pGPjzCysoq96iQMqhgtaSZuPMhxoBfiuw9vX3U4zlss1iwzSTwyuo6oGXR2tGM6upK6lEYQBpWBiSaAhMfDspBIfejBF27OtFNeff5vBA4e/ZZynIjYrEkZT1N+c4H/V3YnArr/jg2A+vQTOAalnHj+i1cunIf/QNLuHtvlfsYMvgl//6U22Nnca+ZfHdRr3Q0Njfg2ImjyC/0QZIPQtcLLzyLf/SPfgm/9dtfII+LkWRywulxYfeeLnz6lU/h5OljOPHEYTxx6jDcHgs+Ov8OfvrWO7hz7x75tUkd6sITJ06ig0mL0tIybAfD2A5FmKgfxUUmcP/mO9/D//iLH+H6rQew2d3EewAutwfNrdyv9nbqgRUirz09vbh56xbk2+M2CUhoByRZrnOhNTW1TDQkMTY+io31BWRTYe6zBTYWcwryfNT3KiRZ+A6HkpgYW0PPwyncuNaP0LbiHpWhqaUdZeWlEDst/y6cxnOguLiIdmsFW1vrsNnM6OroYMKrFeUsbtfW1uDFT53EgYN7UMAkSU1NBY4fP8Fk/WEmstogtsbMucfGhyk7IZw+s5eyWYvnX9iHs2dPc49NxL2GVEpDU2Mbzj73HJwOGyLRIOUgSL5t4N79ARZO7zI56mLC6AH33Y2zZ0/iD//pZ/HaV47j+Rf34NOvHobDlUWMBZyr167g4qWH3PMwE1jLtEXztFt+hMJ+LK0sIBwJcs4tNDY1YO/eOu5lL4siVAAAEABJREFUKWU7DEnw3bh5j7qboByUQvROApZ56uDMzAxMPNCfe+4ME3PHmXhz8tlOndThcLjxPHXtM595kde9TPTWI7/AjJqaaupGOe1dHuK0wzEW3D788BoGH01RnwDdZIHDaUcqTX3aWmEB9n3KQxSBQAYZBj1Kj2F07C4uXv0Io6NzpLMIYoNv3OiF/Az0rq5WlNNOuJ1W0mKCx20mv9uhaQXcvwDP5GX4tyJ8Z8HePXvYNk25v4FQaANtTGT5mexyOs2gkLC4u4ILH71Lty5GGT7GvWtAKp2AnCGltCd9lLkwi2HzTMxJUVDXNQRoGyrLi2GzaPj6L30e//7//Gew01ZPjMsZNYpf+7Vfoj3rJv4Y7X4GXvobFRX5+Nxnn8Yvfe1TeOFsJ04c7kCIieFqtu/u2EX9OIYvffFpPHHyKDo6ugwb4nbZUVNVw/UVkHeTLLwtwkLfJMnE0+LSAuYW/Bh4NIBAYAu7du9CKZODp06dpF2op8xuQM766uoqngnDEFs/MTHJ/XNAKcW9jnIvErzK/och5/Xc3AxtwwKUlsZJnlPHj+9lUv8pnDi+H9/4lS+x2FWO4cFBpOIpFopjSEQzTMQncfP2RczODhCGEY34EWNy48bN65StoGFLnnz6NPzbGxCb2dq2C9NM5lqtLnhceZhmkW12epX7FSNdFvzsZxd4Bf2kPEigH4+lyI8OiD14ONDPqw95BaUsclRhamYZk7MrlCMboDmgm+yQpEoWCRazqihjOopLPejr7cE3v/XfeR3hudMBBQeczhIW4XR0d58m/7Lw+8OoranhGToHsznDs8+MW9ev4z/8u3+Pf/N//Cnkr5/D4SiSTCSbzRrkCxIJJiUWl4PQdC90sx2xVBa6zcUicQUqq+t4nsfo1wRpjzYQos1bkZ/sdeTTFtXixz96Hxcv3KAc16K+rg15vmLu5wIS2Riq6ktQzDN49556HDvejUMHOlBW5ia9s/iP//FPEeH5EQrFcZiJ/qHBAVy/dg0fvH8eiVgG5WWVPD+TeNS/Ao+zGuUl7dSHNRZaJvE333qbdmAWfQOPWPS5jAr6NdXVNUgkNWSY+bp6dQgPe6Zx/foQfvbWXYxNreL2vUfofTiLW1f7MTYyj6KCMvzmP/glnt1H4XQ4ce/eXaSzUfgKLeRBkvuQNWSNQoRi2sWJ0RmO7cPu9k7U1/BMdjvJwxAsDo0FkiQWlzYxN73OwkMAmqbjNAuQKytTPHt0yvAcz6Z22lcPpianEdwOkJ+b5F8lZXoENqubPIljfTWMd96+SLlLoaqqCpu0KZlsCi3N7dxrjYnpLibJ84zx4+NjWGJxKhgK0B6u024UUT89PKtNGBnqh6anUVJciE36MLMzS/ShxiB6GOB56vU6kJ+fzzN+HW63D0EWIiOxABLpAFo6qvDKF16A02dBz8B9tHd1YJK2MxDcBuM0JOIJiD8Y8G/Shs1heXEetdX5yDD577DZUVFeQ19pAS767YeP7KcfZqNd+ghuVz6sZh+WFmO0haPElUVenotgx737DxEOB3Hp0m388b/4T/D711jEGcSFC+9hfGqYMIECnmGL9EmuXr+BPNqzjW2/8WsMf/vGmywWBqiTGWxuxhCNE29RPk6f3YOVjRSqaypBceY5ZeG5vhsUffpHS1hdDmD/3qOMp3S2JbG65sfGVhhT0/MIBGO0AfMwMaBbXl5EMp3C2sYWgmwXeYjEw9BYOAzRz/zw4jX85Tf/AiPjDwFTAEUlGbz0yj76/mHqvpMFkwbK/i4cONSCp549jJbWGlTXlmB+YYn6nkZpWTmsVhsAM88MDTeuD6CjrQsdrfsYV6wyhurFwYMH0djYCF+eB1Geq80tNfjUSyfxyqsSDx2ibY5jaPARDh3cC4vZCicLTVtbG0ilktiiTS0o8iIY8WNqZhJb/giu3bgLkZ3llU3OaeUY6nqBh3vkgcvpoiwvwKxrPE9DcFgc6KYMXL92Dt17avC5z++c+RXlhZCfbd32x3g+WbnnfupcD+XTheWVedQ31KK3pxfnPjhnxH+BQBgL8wFk0zb0POxjEagaI2ODCEc2uX+LMDNZLV/w8HkLEPCH0N83RHnOx/EThykjOnUkxavL8HFnZ5foR3YZe9rY0oi9+7rw6FEPGptqef6luXczMGKE1U1YLE7aTx/8W37Mzo1S7jXs31eD9tZSDA6uYHZ2EtWV1ZRXH17/8stoqm9HkjI0MjKEoeGHsDrjlCEPdnXWsHjlZnIgg9GxKVjtHjQ0tSOWzMLhthq0ej0F1AOdvq6P/kmI8xwib8yUmxB5GYfVakdBXgFIJMyUrTgLIc30U8vKyqCbdchfVa5vbWF2fhHvvP8B136C8rOL8riN4aFHsJqAhrpCvP7VF/Arv/pZpDMmePNqUFPbBp/Ph6++9gpe+tRxHDnSRF54SSN5VuCmLdPwtz/8Kc69ex0btPNrS6vU4wjEDlitCrqegi/fhm9955uUhQyOHjmE7l3d5JuT+zqLeCKOjY0NBEPb2NzahsXigMuTB5vdSR93LyYY11voNyg9izNPn8J3v/8t8tOKJ544Drq2nMfD9QchX3IMbG/Rn9fpV98CFOD02FBZU842UC8qsb61hMNHWpCX7yXfNnlGbHDv0/Tn3Kiv96G6pow4dbjdbmSzZGVWkWYbbt64AzljS0sqUVpexUL+U9A1K+3rKGlxc/4oVVdBfJ/t7W1UVVchTQRW+sPx5Db1YhVWrsFmN6OJciS+Q01tFQppS/LzCynXhfC4PQhuR5GIKfpgSRbUx/HjH78Hh82LgD/Aouciz5YZ2GwexOl7JRFhUXWRfnYF9KwNtx4M4u6DR3jQO0DdzCBImxpiclvyFV6vj2vywkQ9+NEbb1IvQuR7gr5+AhaTCWnaoBD576fdNfHcBuMrsQebm+uYnp6B2PCSknLiDMHj8dLej8DMcWI33J58JJMgP2yoqKhBggZxenae8j2O/v5JaJoHlRUtKC1tIA/yOHcGdvrEaxubWGOxORgOGLG/nB0Zxkx0o0mrHU6HhRuQ5DwKdvLRYjFzvAkms6LsWGhLzMSdhqZn2NdMvfCgc1cTjh7fhRPHdlE+dmPXrjo0NpaivrEcrW31KC0rNHxX+bLyHvq8FRUV5KeN/EpBKUX8VkgCL8u90zQNOolJsDCXZULNarUaz5LUS9P/Bj/SRynFOyDBAq0kGWWMibyxMfays0hrNpvJ3zTixJNkMTbDBLuMkzlkTJIBaQ5nKpVm3wz1PMNr2sCZJHPlvVIKMk4SiNImY4UOAXlOEbfgNPqQdnz8kWe5lXcCcq/rsjaNa+ZO82zNfAzZbIZzKK5Tg9At69DJA434lFLUiaxBmzwLTTKnvJe1KqU4ViP/TEa/HH3SVynFuRTkI2OkUCtyKX2U2mnPMnEv6whHw9SnyCdrlz5SCEzyvEkk45TbGFKUkywNneDOcq+EFgHBL/QI3fIs75RSBk0ms4nr0g2QGZVSxr30V1yfXAWfAPjJ8VX2LcaiktDBZmOM4E9yX6RNrrKv0l/mE5B+cs2BYqLCQmPlcDgMecvxVq7SbrFaYLVbYXPaYXXaYLZbYGZ+Q2gW2mQtMk9uDqWUIU/CR6FP5rFSPuVsFpzyLGNkLbI30i5z59qFPqUUbR3n5Th5lr5ylT5yFRAcsl8yrzwLyLOsW+JV+eK7JJhlLyUWFhplTK6f0CfvBSLkYZh5ozDjnjT3WmOyHEpjV2XIlOAVEH2Q+ZRSEJpkX3KgNB3SR+YQOpVSn8gV+JE2Xj7ZI9kneRYeGWfMx389+vh4mUNAUQaUUsacwjO7w27wR+ZL0z4K7jT1fuc5bcg4+BFcAvJeKcUz2QRSRb8pxfw25Zj54QyLp9ImfaSv4BEQXLLenWuSdjT5idwLL6Vd+gkfhefyLO0Cgkunbsq+C06zeWcv5dnlcvFcchmyJjyQfrJGGSM4BEj6jl7QVsk7WbP0VYqUEkSOdL5TaudZ+j8+Xill4HfQH3RyPo/PC4/Px/yYGSnyyZAP7nmObplT6BaQe6FZQHAKCH6BDGVD3udA3gn9FuqP0Cd9BKRdKWXstbwTkH7gJ0N7rZTQLfLFY4Q2QvrzFZRSxh7LmhVtiLQrxX3jWmXNAoLnccAnn6whq7InAjKPjJerdJExSmkQ3EKryWQ26JM+sm6RQ1mXPEt/AbmX8dIufQSEZwIyh7yXfoIzB/Is7wRybdJPcMhV0zXDfstaTFyXgMViBcAVkxdKKYNGjTIvNIMfwSVzyr7J/Q6kIDjlXmgU3AJyL8BhxpkpsmPh/uRAZFDmVEoJ842zLMNzT8YKyFjBKbhlvQIytzwLTnBcjjahLwdKEZ/RAdwHOSvThs7IOMEhIHgEBL/MJd3lKnPKVUAjHqUUp1Hy2gBpz4H0zYHgFly5Z7kaA/h/SikDh9CaA6V22pRS7AHDTgheGScg9/JCqZ33ci8gaxSePQ6CU0HJ60/wyEOGeyg05UDwCghupdQne6vUzr3gFlDq7+KS/gIZ6pzgEv7JeqVNQNoEMtQneX4cpE36ypgcSF9pk6u8z0GW+HNj8f/zUUoZtOua9oltErqFD2LfTNQnTTNBKY38IG8/1t/cPPj4I/1lnIDc50DkU/oKLUopKPVz+Hio0SbjTNQb0R8BGa+Uglyh8MlHKQWllKHjOs8zGUfdC8Juz8Lt0qCyEWz7l+nQbyCVCDP5EmJQnGRB1crEkwMWLpTaAfCAiTFJkWXijFVTbG2uYpJJ8Y3VBRZUIwwCFLRsnEHxOBPzg5Ak6nZgFUWFLuT57AwgHHC5LUimIlT8BNZWZtB7/zZuXLmC4UeDkMLW6uoq/Awk4kyySIAjgWFRUQncbi/pdcJksvDwSUIMgN/vp3O+bgS6EgDMMrErf1m5urrGoCkK+okMnOyw0qjIISGMSdEBTZH+NNciCaDKqkoGBOVMSleitbWVzvguPjNY0XUIo8zcTMoxeRNiYBHE1laAc8chbWEGLttMZMUYxMq/8TY+NsekQpDKTueYwYkEDUtMBCwtz2FtY4nB3zLHr9FYyfgMdAY6gILdaeb8pdi9azeOHz+JttYuaMpCPoSZFEoQXxYbawHyepZB8CQDm2nMTK9wjeDhb0eYBZhB8u9HP3oD7733PoZHhrG6uoLh4RHcvXsP6wxcRUAKWSguZWJZDl7hhfC3iG0OmxXxWJQB7jYLtGMYYFJxanKOQdUK7twZxltv3cf164NYWV6FrpkhQVZdbR0DGg8K8gvJC2XQsLi4Qh6F4Q9sQz4SWDQ3t6C8vBwer4dBVZh7F8fG+hqTrgEmgGYwOzdh8KWw0M2gs4a4orhx4yP89Gc/ZjKlnzKxwbYEWtuKcexYJ06c6MbBQ3uYPGmAUibyJo6q6hJUM4A2W8C92UZengMmPUkexlBS7EFZaT7cLht5XIKSkmKY6WRH6cBLEq+3t9cIAqen55hAmcQHHzxgQDiFSIKWvn8AABAASURBVDSGGq7xCIvKZ88+h+fOPo1nnj6Jsyye7Nq9F2YmMrJZDWEmcKXQZeWzpukMotN4NBjlfpsYOFegubWFfW2gb8V1aLBaHZSBAOSnaO/f74H8u1a3b9+D/NTU5OQ0aRjmmpfhZBKqqakZe/Z0Q+SylXhOnjzJ9Z9g4ruTRYY67N9fg8JCJlpWN2C1OZj0OIJOFrZEZ9ra2mG2WBCKhLDE4v2D3odc5xBWl1aYgJ3E6MgIpMBpY8LSZLIwyTFP3qWoYy6uKcyDK0OzBWxubhrPofA2dJMiaPD5PMgwKZvhYdnTO4Le3knDyWrnnAoK4+PjuHnjFq5fu4W7d3rxaGAIA32PcO9uP7IZDW63Rh6P4e7dR9SXFfKGByR1srW1jgXGNnTv3QX56c+envvwb28a+9XZ1ck5LKQlyHWZoekadTLIZJaP8lWKhoZ6ykQd+VGIyqoyFoAO4uu/+gUcOd4Ab74VkuggixBLpJBMRVFWXsQky368+NJp7rMXu7s5965KWKwa2jta8ORTp3D8xFHS045SFqiC1HUJDFpb2+DLK8Am7UB5RRVlrwY+XwGqmXyXhIrTZYfQPr80iwd9d5hInCZNHnTvaSdu8o90e5mckGSHibZFdFcpBYfDZeCRv6qxk9AK4pYvNBw5sZe4q5gAi+D8hxcxMTVDHkQQCARoR1JcaxUKCvI51sviQy0TRPWw0N4pzUxZc9GOAx6PD5kMcPPmbfiZPCliQkfkJpEIsbheBV8ekyVjGwhux3kOJHD/7gw2VpNMnMfw0YXruHr1PpN5cYRDGRQWFPB8iHJ+P+V0CefPn8PPfvZTrK+vY2vTj+HhUfT39dE2hVFTVYFhJuInWcgtKynn+zDtyQMWbwawxSTf9Mw4/IEVZJgkyst3GAnvR4M9CIeT1GEP5fkAiopKUVtXi0NHDuLIsRMoLC6jvfCjt28Ql6/cQF1jDRy0n1XVxWhqrsYTJw+yQHuM+1uIL335s3ju+aeQTkfQ3V2Kk6e60NnVgFdePQn5C8uSkgKD7srKPHz5y88wIdqIsdExvPPue5AvJTjsLsiXUjo7OyD7sXffPiilQezHiRMnKHt58Pl8aKDsmUxW3L7dT7u8iMmJWfLgEXV3L/bvO2DgcLmKWFwbxocffsgEdhhpJgree+8ienrGYKZNsJodyLCAvLiwhlg8g2Qmiw2eb6Jz1Swu5OW7sWtXK37zt7+B/+1//8f4rd99GS++cgTB0DIiTCC73Rkk4luoY2JdU0nqRgqxWAKDQ8O4fqOP64yitKwGtXXNKC4tRzAYwamTT6Czs5PjQ9gO+rGxscKi83nDLnu9Lhw6dIDFrhDXXkZbSp3t7eO5Po7Ll27g0aNV4o9TrrJ4cP8BbcoEC1RFUDz3zr3/Nu7evs4+DykvHkxPjUOpNOU1Rvqq8bWvfQ3HDnfgzBNH0d5cw4SwCQU+4OjhNmTTcZi0LGprK2G16EA2Zdj4FJPMVy7fpHzNw+VyYm5uCbOziwgGQuR/E0p5rimOczhMSCZicDisuHbtMvl9DhMT4/jJT36C7373Oyy03OM5FKKOJlBZWY66ujrK9ibefvtdnju3SescFExcr27oVX5+HpwuB8orSliQqkBhkRNAEIkkzyWEsb42T/1ysKizhP/nv3wXd+/0wO+PYlf3Xhw7eAJrUxsosBfDprlJaxSlZVW4/7AXFy5dxlYgiPff+xAP7w9gkr7Dw/t9+OZffRszUws8v/248tEtbK0HcfvWA56Fi5wTKC0tQjqTAFQCD3puIRTegs6kc+9ADxZoc2ZY+E3SLmt0DCVoB22L2WKClWe8iW3XWAj91re+i2kmTHVLBgcPH8LuPS1QmglSiNzciGFsbBkTk+tcW4T2awN+FlCsNh0+jwOKCfeighKMsHCwvLiO5sZaJmcd2N5MwL8ZJx4LktkEtmMhLK4vIpyMwuk14c79EfT0DvFcDBrrXttYI2kWJJhILsyvwsI8+cnCCGCCw+6j/UhTlxbg9RRC7O02zzEXE+Xh2CaePXuGBZQ7tBMBjg/DTf3/xtdfxd7uJhTx7O99OIDNtbD8ZS2xWeF2FGBhIYj1lTictjL87fev4qdvXqKvMwmLGWhqKeGZ3YsDB9px6NARJOJJng3d6NrdhBc//RSqaouRX1iKmdkNbEdIoTkfJosPxQUNyHM3Ieg3o/fBNC6cu039WEJTXQda6lvwtde/CIvmRVtLFxroS+zbuwd7unfRv2uFx+VCYaGLNtaPdRZpxK90uz3U8V0oLSuhfoaxHQphlvtpNumwsEjRvacKr7xyCqefPAioGDz0pX/3d79BezOK92mz3qMsyZe8/AE/TDzToxHuyZYfP3nzTdQ1VNM2HoLHZ6VsrVBHkpiamMLmxjpp6sKxYwfw0ssn6D8wOZ7wU8Zi3J807cYm8gsKeGY7EQqHMTk1h/ssJDtdhdikfUpT1iL0HZub23Do8AnsP3gU8pdMR08cQzDmx/T8BMKxAIoot4XFxbjMAve+/UfoF+3G7TsPMU65t9sckLPj2JGjeOqpJ40vndTV1uDMmVM4evQ4Xn75FZ4H+Tw3einrGl568UX6Rw7IX6s9eWYvqsrrkKWd6OqqJf8acORQNzwuH84+fQoHWeiqqihHDc/nRhaRZ2bXoXQXrt28x/PwHoLbYcYeExganORzH/J8BZAvqrjchYjGTCzcPsLde7Nwum34j3/2T5BXYMXpM0J/Jc4+fwhfev0knn9xL+pqqzA6OITaqnJUlJegrq4G9x4swWT1oqa+gfvnpK3extLKAiQRxfADqbSGQCiKJPXZ4bKwSKvYz4wHvYP44NxHLIYNY3ikn9ADszlNGzuNv/7md/G9H3wLj4ZuUY+4F733IX/p7qLsrHMvZ2Yn8OpnX8SBg62w2m2w2RSmZubw4Uc3IT8pLz+F/sYbb+O//bdvQfpLcaeH/lsgsAmlKepwFH09MwiH0tSxASSTGZ6FG6hvqMK1GzcRj5rZZuK5PkX/7gEW5re57lWwpoW5mQ3Iz/2PjC5AwU4cGRw9chqfe/XL2Lf3ECrLqmE1W3H+gw8Axonb/gXKaRR/9Eevo7urCUkWkzMsNKQ5ZwF9NomxSkvLkO/z4cD+g+ju3oPt7Rjt0yRWWPgvyM+Hk8lqiQPm5haML2O+8srz8HjN6OQ5f/zYcc7/BH3lZ2gLUtSRq7h/px8DD/vhYuGurqYGv/Ebv8LCWgGgJaBb09S5NQwN9XGuTrS3N2Hf/j28tuCZZ86iljosNnt+fgVFxYXUlSbYbSk8f/Yo3x/Ev/5XX4XDZsb4xBCaGmrh9Xig0QJFwwnIOSX/tIGNdjQR30Q4SHqfPIqy0mLa+yU00F7MzS/Tv7bwzCzH8PAE9XSTcVmGtjABBxPv589/xLVP0T5lkOfLR2F+EZKJJFwuF+mwo7iokPP4EQwGMDQ6jMq6KuTl+SjHMbS1t8PKGGXg0Qi8viL48gohCfdIOEJfLsC4P4UU+T45Pkc5TdIuhKmbI7TB43A6LHAy6f/kk0/RVgVYkJ+krxDjOe1DcDtFOgP4gL7Mo75xDA2Ow7+9gUh8Dp0HnEg7FjCz2otb969givH54rKfZ8scQvSnXTzHA8E4ItEMWJeiLbZTzs0sfrXgzt1e6t416uR1rt2C/v4+8mSQe+uCxO9NTdQp+gfyc9K/+zt/QNv1JP1IDY8GBzHE2OY73/se7Dy37U4ryiqKscWcguQMAjzLUokokrEwDh7YC4/HTbnXyYMg+hlD5+UXYGR0nD7DLEbHpnHz1n3Mza1RLpIYHhmnzS6mzwMUsJ+ZRTOx2fLlZIm7TSagvbORMhqkfJTASn7LP5GyseFHMBiCpmuQ5Gp5RQX3JR8LC+uQfEWWceTmRhgtLbspM8Xw03/o7OxGcXEptmi/3333fcpvEG6Xj7almjIwiaGhMdjtLtgcHpw5fRZWqwu7uvZAkvjl5RWQLwYvLi2huaUDjY20j+ks5yxAeXkl6c9A1zRYTCYUM/5fXV5CiAXOqalJzHGPZmZmMMvi6L17D6B0M+QLy1na+YWFea4thPKKStJWzj5L9MUDWF/3AzBD06ykKQ9pnuNrPH8vfnSHe2VFeXkDYvEsfJ58eL0+yriGltZG2uw0ZTMMk1lo0ShPCmbmREgaz58ElCJWkwlWsxkmnoE6+WdzWAxZdHBfxSexUAaUykDTU7SrJpRX5hN3JWrrC2F1JFFa7kRBsQVmWwKZbJT750MoFECG6wls+0lrmryzcqzL0COLxWLwMMb4P05AJgtdCW26cVVKke4s15WCfNLpNGU3CZEtKSAlqI9ZGi6RDZvVCpNukm6QwqDciA+msIND13VIP40LljECOvsbfTiP5KoEr+SXpK+0C46dORMGDbmkplylXYp8Mk5wSV+5yrPInYD0MXFeWafMbdI1cCp2zRIyhB3alFLQSJf0kb5yLzRkGEgmqKwyn1KK+2KCtEsfucp7AfCTu0q70C44pE1okPEZJuis5JHD7jD2QOaSfjmQ/tKWw51l/yy13GI1G+ek0jiJErqz0EhLlnwX/HIVkHnYY4fHXLO05Z7NlCmldui3kobcHEJr7ln6Cs+EVihA+ggopSgj6U/4L/wQHsvcMqf0F/kJMEaXODdEP06KY7KX0lcgdy9zKEV85GuKToFOunSzCSarBRa7DSY6qGbe2+x2yr3T4JOMEboEp8wlfBK6lVKGbAoNslZpExvvdrsZDzmMvZJ3SilYLRaDL9JHxiulIPTLOFmj8EB4JO/k6uA5K+eMjTTJO2mXNctaciC4hR55lneCS3DKs+iG8EHoTnOt4OZpuglyTVGHpF14IuNlrIyRNnYw6JT5BB/4kXuhSUDoh1LGunPvRX5kDZLfFbqFBsEp4wQ+eeY4pRT1N0H7HITQKO8s5LeCgvSVOQSUYgtB5pNnucp7pRTkI8/CF+G3zWYDstKuQddou3QL5ZN7SltqtdogtAkOAaFVQMbn8AkNglOuQrdAjh/CIwF5TiTihv0SvgvtQRaOpa/wQXgn7YJTcAs+uZerjBcQXudA+so76ZOlzcvhkav0kfmkeO73++kPbkLu5Z1SlCWu185CtI0gsqo0hRTtq9giGSsgfSUelauAzJdrJwoIjcIXucp7wS9fUhIZ/0U+CO3SLpBbp6xZxknfHMiz0C19BGS+ZDKBZDL590DokXGCR/ggIPcZ8kKuOchQdgXkWfDIHLnn3FUpZeiayIOA9JG+uTkEN7tAqR25lXHCqwTpEjpzILTL2Nw4mVP6Pv4suKRN+kl/GStXeU6n0vLagMzH61BKGbwW2RN+C4i8yvMvyqFSIsMwPkrt3Mvcgl9A7uWlUjvvlFIQ+dF0HYJPQNP1nTaeJfJOKQX5yFjBIfscjcV4PqY+2ROhO0M+y3qVUn9vvODJAfiRfgKCU9YtIPxOpVKGbsuz4FNqZ24OMeyFUsrYA6WUNBltgkP6CshzDl3+AAAQAElEQVT94yBtAjIXIOeOMewTHEqpT+533rAXzyTpL2edXAXkneCR9QsIfdKulDL2RikF+UibrFP4aCIfRTfkWamd97k+gisHSikDh+zl/z/ohoxKn5/jhfERXLl1y73QoZT6ZB+UUsh95J2A9MuNkWuKZ5lcpf1xkL47kDHOG3kn9ka4udOeNfbBaP+Yd+TiY3yVuXdAKY1kKCheHx8r93wBpZRhH4W/OVrYyP8UhI85UGpHD6WPgMwt74Tvoh8COT4JrwTkPYft4FpfmcPywiY2VlbpqPuxNL/ABNQ6mAuFVbMwBNSh08m3amak6SAuzy+in0nAgd5+DPX3Y3F+ju+zaKqrQ0tjAwp8Hpjo2LgZdBUVFcDnczGQN9Fx3YaZybX25jo8/8wTeOr0QRzc34ay0hIG6PWor69HCQtcdjoLIlh+/xYDgUUDxBGRNjkQJQBpaGhAc3MzqiqrGEgWoryk3LjmM7Cx2ezcnCwT/MsYYRFxYXGBieCgYfRX19YwOTnBd0sMVPwGBIPbTGpHjYNhncW9JQYei4uLDAzWPzlYLRYrahlA79mzl0WVLiZI6lDAxJJsVopBv4kOvo0Hb011ORNkdSgs8sLuMMHpNjFIswJyoJInJWV5qGSyv7a+Eja7GdF4BJKYynI3SspK0bmrHcdPHmKx4CDaO5rh8Tkgjj9jMTg9Zrh9TgYDJiOoCbCIk4in0MgE/vHjhzhvK6qqqlBeXsag04F5BuQSoI2PTXB9EdTV1yI/Pw+KB5wIihz2HSy4tbJwLLyU9eTl5UEC/erqCoDO6tDgIgYfzWGRif3gdghJHtqzMyu4c6cP9+71IuDfhtvtQ0lJKRXSwmT0OsxmC3bv3s0CyGEm57rR2tqM/AIv5JuocRabbXTCGrl/HiYYlAKikTCTAjEsLs5haXEW8jO9USbfAsEt3Ls/gc2tFHx5+Th4aBeLIq/is597BafPnERrWzMOHujG6VPHcfr0MTz19HF0d7cwWdOGkycOMCm4D16vjUY0DDCB73TZGSQ5GPyvM3CdgfyVkRSaJybGmMwbwejoBvc7hbx8Hzo764mzg3OUMfD0cDyQoqOXpGGXBGFZWSXXXI7Kymo0NbWjvr6ZTqoHa6tbDDIjPBAAizVDGS3AmSe7cfz4fvK1FCFJpgRjNHIW1NY04umnnseZM89i754DyM8rZMHfCZfTywASDMri0DQT56iirBVCHBBRbo/XQ2cvZDjU+/bvx9Fjx1BbVwfFfV1eXcIjJoA2Amtw5zmhTMC7597H5atXEWBhuyC/CMVSlKqp49o6sGtXN/fPQ1nfYGA+xmLIQ/T1DbAQcJ86ssY9WcLEOBOMQ8McH+C8Ya5vG3Y6TZLEkGSGolxX11Ti1Mn9LOo2Q2hcW9sgfW7yPw8et5d893GP05TJNfT0TjF5sMlkQhp+f4Z6Ca4vH/IFgsOHj+CXfvmr+MxnXsXnPv88uvd2IMAi6sbGKhNdhZCEXzIZYwJhEH20PXfu3MGVK5f5PES6gjRoGkpZTGlqaoSfWb3B4QFYHTo6djVhz74OPPVMPV74VAd+87dewu/+3hdx8tQBPPnUMbS211FeDuAf/IPX+H4v51ynjF9n8vQW7cU47t+/h/m5ecpHEJFQGFcuXcdf/eV38dd/9UP8t//nDfzX//pX+M//+bv43vffQd9APyamJvDw4T2Mjg1hjAm1+flZjE+OMVkahzffi1ImIaoJGhSGmXi9zeLmndt3ce6DDzHDYr6NCm8xW7mmEG7cvMP1jTGJE8XDvmEWX27h/AXCuUu4cvkGxkcnoWif5a8lN5hEFb2dZ+J9eHgY6xsblAuNsj7P/Z1EkBUAAV23IEg5lJ+ulS942J0mmCwZJhsP4Jmz++FyW+HfSjAhF8ejgTmMja5gayNCuTXh6NF2NDX7kJfnQmtbIxMWTfD5vMjzeuF2eZj0uosPPrjOs0JHYWER5K8PVleWYLOZEI1uY3Nzg7jDGByYRSgU494XUE+Ip6Ue3XvaMDM7ioFHD6GosxtbGYyNr+Ob33qDibFZNLR0w+LwsZCRwPTsEpPDEb73Y2VljTwaYsFwEItLC0gk45wrQnmbgdtto/1xYTu4yWJRB44/cZgHawyjLJYG2ZZJx5i8amCxsxN7ursgxU35hYMWni9SUKmqqqHN2MQYE2rjY5OU3WW0t3XSvh2lzjsoH5NMOK5Tv4v4bGdyqRgrywHcYxJQfm5xi3a6l8XHwaEhKP7P7dZhscZRW1vH5FYz8vMLYbakyQcbivKsLLoA0VAcJUU1yM8rZfGsj2scxSaTaZlskhj4PpKkbD7AxOQorXQcHq8VFZUe2g5AZwG1vNSLTCpIPTWhvs5B3BbKTxDyb1aZLXYUF5ZhoH+IdMt+bOGji5fJqwXamDS8tMuFhfnwed1w2Cwo4JlaUV5BXFZIQmhocBDTLMCtrKxTh2NoaCiHz5ePe/fukzeLlKsgLBYzkokYE4nFkIKBfKlC5CADukpK4dvf/i5lIIgoi+WT4/Msdt7F5St9TD7PIEYfY2p6mjzJ4tjxboAFBkngZlMpWExmWMw2nnFViNPxXhV7Gwwjv8ANsQ2hcIgF/gj55jRkqaY2n3Y0gsqqCsqfFX19vcRrxosvfQoHDx5Amo5eIZOITqcTjY2NEP/BYrbD487jPFZIgtRGWydOnpxdCdqeO3dvYoWFkKnpMSZYz7PQcJXnx0eori3EsyzYHzh6FOsBP4ZYiLx24z7e/Nk7lM1xnhdlsDlsKGGBLKsAK4uaxfRbrl65i2tXb5PmEhZJ5vHtv/kBVhc38cqLr1IGSllDznLPdYxRz8UmnDnTBt1MPlhTPC+yhDQcdoVwaIvnTpSyn6R/EOE1xjksSKYTXDOgUZ/IevI8giQTmnaLB7GIxgLtKKzWPOqpRlnS8NqXv4zdPI9SLPAsLm1hamoZ/u0EE++FtN0DuHTpEu3JHNxMfAWDK/inf/gqXn3lIMaGhpGOpWHRXKTXjEgkAo/HgraWCrS11lG/dkFTFszNbiO0naZtCsLKBHDf0CBm5udpZyZw6+YDbPtjLM7cQllpFfbvP4gK2kmBvr5+hHl++rzFtE9eSGGvnL7Ovn0H4HbmYbB/BD53AbLpDF54/hnUs2h46tQRvPjiCbhZfI3FoxB/aHPdD78/gomJdbgcXnS070V5WT0i4ZQh3wcPHmFi2I8Pz19GlHo2OHIbK2vDGB1/iGQqDCv906rqBtTXN9KnCVOPljEv/jOT8+c+vIqPLo3TDk1w/HW8+ca7GKP/dfHCBawuTGB1bRH3Hwzj0aMBXLxwGxPjMzh86BiOHztJuY9zz1KIRcV2xXj+rsDldMHL814pUBZdKKsopb41oK6mEjbKwKUPLxPPRVQwMT4+Nordu3fhzFNnsDA/hmQ6yAR8ALNzi4jGkjhwaC/28gxcWJrCxPQQbV41+7dQd11oqK+j/BVSZ9Pk/xaWl6ZZDG3F5770MqBlRGvR2NTKAuAqFH2Sts5OPrdxP6R/HHn5JbAIX2pqceX6LcpfEsmkIh/GyKMtxJm46N63Bxv06ctYQJhfWsXtu/24e38APTzTIpE0z5ckVpc3kaKPGdhaw8LsFDwuG/nhp/2dYfFmGsNDvagsK0NxURkePniEGIvd4dg2HG4NW/5VFnfu486dW+TdMo6xgHbixEmIfofC21hdX8fdB32YnF6Al4XSw0eOoIKyZbXasTjnx9T4FMYfTWNpch3VJRUsvh6CUhr+w7//H5xHo8wVIkR5MJsd1IkplFfW4K/++ge4cPEuKqqKceXahywMN9DugvHUGq5euYeAf4N+YwK/9EvPY4TF4kuXh+gfaeRbiDJpp63cpBznca/S3Ic8ON0OrNLXsTDRth1KQdPsCIXTXHsCly70EG8MqbgTTz95GjXVZXjyzFH6MEfR3tGI3/ndr3GPD0L8+S9+6bNYWp5hIiuKz3z+Ze4ZEAgmKLu0i93tcDizlN9yFBYVMGDV6AfugtPhoi3Jwul006eYwcJigP186O2dRn1DB2bmlhBPZagL69i75xDKStowO7uJ6elF0umE21UKn49yafNxTSXU/TzEaA/qG9vgpJ69/bNzePutczz3J7C1HoauWSDxXGtLI6Sg6nHpaKwvIV47vvHLn6L+57OPRjuSAOtd6Lnfj/nZVXz322+yCHsBNpsZErPE5a8/MqC8pRmnrGJ8bAbn37+MSDSC8ooiXkP46c/ewtWr12ExO3lugDRMk5cB2qI19D58hHkWjebmp6gHxYzBmjC/OEkZ3iRdoA0IUI4H8IMfvMEi2ggU/V03dbKoqAjLKys86yyUvTU8deY479PweexYW11EDQu0DoeJPngc4JlcWVXG2GQvnnrqLNfZynPaxvVMwu9fZEzZxNhnGk1NFbjw0QXMiq8ZjkK+fBiNxJFMpJFiQqy0tILyA1RVVpO/PohsR6JBvotD1zVoStFP2CQdJsaoNfC4nTx3hM4FyF9zHztymPMs4o0fnaP+jGBsdB6B7ajxZYh3332XspvBRx9dgtuRh/X1IBbn/Vhe3aavNE893oSfvkwZY5/1tW3uTx0a61poi1qxtOLH1maU8pyA2eRElEXR6spG2Cxu6sA26S2H/HXpgcN7cfzkUWxsrULOFx/jzXwWwuXcLiqupo83D7PFizv3ewFwLfQVD+7bi+2NCO1BFB9+9AixuA6lzDCbTaRpibQ9oi/qwL37t+k3DmORhcnmlk5oJhssVifBzT7jtFF5gG7CFouVRQVltK1ehPxh9PcN4Uc//Aiz00uw2TzGGSFyOUL/MByJAZoZoWiatrcRfbQPV671004r2nI/pmcWuC4TEokUqqqF3x64WbDw0H9IJhSWlvy08fMYHJxELJal7GXpy82wfY32xA2rVWFxcQoOhwY3C8o25hnMuhljw2Psm6YtBKYmZnm+u6inWZSVVcDrKeA+O/Cofxy3rj9AcWEJyBGevQm29UPyNoOPhqFg5tyU6QYWdekXbXLvEpEU1hc3MHBvABvc3zT7ZDQNK8sriHOteV4fzHyWv2oupnzbeMY/Ii6Jkzc2t3D7zgOUFBciz5cHee7tHcD1m/cQDEW491GYLDZU19STH1nI/uTn+5CmzQApvHfnIcKMOVwOL/xb28acGxt+BMO0BUwQ5hOnKauBRgvyRQqRZY0eiQ4N4n+lea4nmWvJMga3sAAkBYRMNgXwdNIUOJ9GPloJdt6bIXqazqS4/yby2ga314asSpDuJYRC69znEe63QmGRB3arhlgkCDkn0vQ3xS/c3vbDZNK4RxbOAYg/I4WKFP1QiXHBpDRNgfHu8f/Lfpz4S3xcaJS+2Y87KKVIl0I6nTYAUJD+yWQSAlmuDfxIm4DMJX1NJhNptUEphSTxSrtSivSZYDFbaH+1vwNKKRAx/8t+AkopKNoI3WwyrlLkiPGsFTpljgzp1rkPZs4l8wnIM/iR90KfzMtHTWWUZwAAEABJREFU2hrdoEXa5Vmu8t5YK/FolKHHQfDIO+kjfeWdXLMsisp9hgWXeDxOuUlA+glOAekjz0KjgNwrpYz55Z0UU5KMF+Q+y3m5WlBcoJk1KEKa8pPlJmm6ZvBb5s+Sx9JX1iJzpjm33AsuAZlD1q5plDviBD9Cv4UyJ23yE64yTujhK4MWpXb2Ud4rpYw2s9lsyOHjuGReAZlDaAY/ivMIXVJwFRAa2AyZQ9rlKsWiMP3pIIuxIebL0shCZ4xlIljtNpg4l+ATkLXkIPcs40V+BbfML+sRumSeNGMgWYu8k7mkzU5fTuyYrFkpZey19Jdxacqu9JerPFutVuqcwwAbYyV5lvbHQcYa/JD4zWIxZFn6Cr+EVplbcMqzzj6abuIKFahi4OQGBFkglH7SX9Yg88vey7hcm65pBu+V4ljus7yTNcn6hedCg4wVPPJO5hOQNqFX7L6TsaCsAfxkaLtknMyllEJuHUopyJzSLu/ZlWTu8EnupV1A3glIX7kKSHuCMhuPJSBfWkqnssSVQWZnsQYeTVOGPgu9wqccyLPQIPsiNArIs+BM0S7JWnJ9ZE3gR9rkXYJ2I0OeKLVDO18Z8ilXAZ08l74yTkDuzRYz7Z/V6CfzCG6ZW+gRXrlcLuOdzC88FhmTuQSfUpyHsiL8Fx0zEZfZaoHGXLni+pRSkDmU2rkKDimyi40VWuWdrE/2Ramf76e8E72QeQRknFwFpF3eC8i88ixrBj9KKcMW7vRPsmXnP3mWfjImB4Lr8XFCi6xd6BEQHgjkaDPTpgp/pJ9gFf4JXsGTgyxtnZl6qnHtWdqVHCilQdN0Q7Z0Xa66wVPBJ7gET44+WZPgkzYBeRYQunPtQvfjIP1S9B3T1PM09yNDeyfvU5QXGScg7UKPUgpK7YCmaRB65KqUElI+AWmTd9KQwyX4cngE1y+CYFBKca07eGW8gKxTeJnjq7QJfhkvciM4cyBzCMic4Ef6Sf8cCC4BnWeYtCkls8Kw/TJOQHgpIDgFj4A8C0ibzKuUMuhUSn3CD6V27uW9jJG+gi9l8DZN/RUd/jlIPwGlFP7Ox3AGsgZeaVdKfTKX4BU6ZE9Fn+Re5hE84EeuSimj/+Nrl3ullIFTqZ33oAUVfDJeQO5lfA7w8UcpDZquGfKncc/Bj1I7uORZgE2f6I7ISzxO20X5EZxK7fRVaucqfQVy8+Su0lfoSH087ufPadq/FGStydSOHyT3Ms/jIG0yXsYJ/hwopXK3Bo2APCsopUER5Fkped4B8CM0sTOUUpD1icz8Ikg7+JG+AjKvXNlkjJOrgLQJCG1aKBiAIuMjTJilolkgbcb2VoQQZhCbQHArjNWlDQYh2/BvBhEIhLDC5PXGxiaFNAMHD9BKJlt9TMLqNBQiBKnkIpNaayjKM6GpthRdTJRXlRQwoIjBv7WB2ZlpyM/AJZlwtVlNqKmuwp49uxlMNkIKqlYaXSFeBCJFBod4kG4wGbLGYug6YYNFAjG8Vs5dUlKKKhYRC5m4t9nsnDdLxziOFANQi9kCxcylFDxlnBRLBa8YffkLKsEjbcvLS0xwhJGiwTHTMIozIcxVShkOnvSbnZ1jkBiDJFjlvQjF+voGx0VodEwM7PPQ2tKMU6eP48DBDrz86RP4whc/hU+/+hxOntlDhx50IhQPJ0UHH/DmOdhmgd1hgtmUIaRRUuyGg4mOWGKVAf0gEqlVFBZb4Mu38j5CCCHNhLoYCpvdglQqhpnZSczNzSIYCnAXM5SRDExmKwPNKCYm5vFocIQFpxvoediDmalpJqSGMTAwgOnpaTjoNOUzoJXgZZP8lTWVshi1d98ufPazL+H1119i8aSLSbdmrq+U6wcsliyvCRYRZnD79h384Ic/xN27dzHDBPvExDQLTw+xtiZJBhMKi/LBDTAcw1QqwXvKi8sOl8cFUOrCDMIidA4z2TT5YIWsKRz2I54IorauCF/56kl87nMHWeDaj337mlFc7IGuJWHSkwwqLeRlmkoYQENjBd93oqGpFnkFHgOXw2HluzjlbBtSCKYqobikmO/skL9YjjEZX11Tjda2Nial9uLllw/j9Olu7Nu/C4cOH8QzTz+DQ4cOoaGhDpFoGO+x0PXBB5fws7c+wDvvvo9LV64x+T+NOBOVGxsBLC2uIUnHyGy2welw4siRPfj1X/86r08gGI4zEXCFY67i6vWbLIZdwps/exs3btzGJINlvz+E6up6dHXtRnf3XiaRD+GJJ05z7kbKV5gB9yL3coJJvGncu/cQN1h8u33nPulKcL81KN2MjJaFkwEjTGloJjDptYxr128Yxa3bDGSvXr1mJJQWF1fg9weZAF5m4mEF6wxoM2mF7UDY0OsUHcjWlna0NLeiloGxlcnG8rJy0nQQZUxkJhIJjlnn/k9inTKjlILZbMb07ATkJ5u3WXRP84ARnJL07Gzvwtlnn8NXv/pVnDp5Bl2drejqakZjYx3l3469exvR0dkE+Rb5hxc/YtFxHP5tP0wWE2w2K4KhbSarNihrN2lvklxvFuXl5eRLhImzCYSCURQWlCKVzCIUitI+BSF/RZtMJhBnAj3GpFqMgUh+ng8uJiykuFZU7GCCsAwlpT4mxGbJxy0mlVZ5P4fpmQnKd5hGFhgbGYF8acTB5GY1E1iNdU148vTTaGvbxcPTjFg8w30Pcw8jTECvIRLZxDITE1KMGx6dZWLsHnUhgDzO7aZ9TDDp4mPh6cD+A8b8q0wqg050UX4Bzpw6hSeffJJy7eXcOnU7jZXVDfT0TuDch2NsM2P3rl0sUHmo5wnKmkIykcX05Dw6O3bjhec/BUmkejiP8Ke4uIiFkyjsdifMJgtt7hwksb+xsWUUtkdGJmg75qGURp6msB3c4HwL8DMpnSVNuqaxXxYLC2uUvXlsb8dRXFyBlpYuJuYOYM++FtoEDw7QVphNijZoHrOzwoMkipmktdD2ZtM6ivJLUMdkfXVNBUrLiuB02tDc1Iz29jaOL0YwGMLDhw+I30+ZaMRzz7+AZ57lWshji1VHVgd6+pfwre+8Qb25wSJlH370owu4dm0SdXWFsFqB0lLipc65GQh5mMxamJ+jbo4gzWRKioXV8ZFHsBNXaXE+IrSTmpbmedPJ+b3o6b1HGx/FwYP7IfZ/gIWOThYLiospU9SFAHVlamoJI8OLMFsclLGwYT/m5xa4t2uorKyA6EWaToLdZjXW9dWvvIpTp05TnzYMfV1eluRhBl5fHuooQ/GYDdNM3s0z8dfU3EF92Ev71Yb2ljomR7KUUxflIA9zs/PoYfGlMC8PpSzCZdJZymYM8kWZH/3wPP7zf/kBvvnNt/Bf/+/vwaQc+Gf/9PfwR3/w+zh++BDaGhvQ0VoLldERDSUQCWdQWVWKjc0wfvyTnxhnwo/eeBui/8Lk4qIKyoqHez1t6NXW1hbnCiFN/umaBV5vAe2uBc888yzPhs+jq7OLSfU9+LVf/QrH2XlOHCVP93JMDBcvX4fSnFx/kHbzKgKhMIJhApMBEqyGgmlcunQX589fxfTkGuU5iTTPgDnyw0J7U1BUAo1BtRTMdF3D3Vv38P57FzHMpOTM9ByLQwnkF3qhmzOwuzQmg7dYrJjC4NA0+d+KlrYGyqAbtbUlKK8o4f6UoLq6Ek+cPIYvv/YF7nsB96GGe34QnV2dHNNO/u/FU08/hZO0UV5vPtedweVLV1mcuccizUP4/X4UcB/kr5gWWfwLMSHYw3NveWGWdroaV65exNzcHN788QXYbUXUTSsT9XO4eW0QD3rGECIfB8dHMbe4hKmZWUzPLMJu96CpsQUmkx27du3D8eMn0drSxqRjGMuLizyfLTh8+ADbj+DZZ59G9+52/MEf/Dq+/a3/A69++jTtxR643BY01OdxnVY8//whvPipw7RPVcSpYLWZYbVYkaYPlaavkM2kaQvsgPxbfxsJ6kQeNHhx8aNRXLp8n/txF3/8J/+aZxyLgJO0w4EAgjyffSyuh1i0aOvYhT17j9CuZpDJxHHkUBcqKl34zGeehBQCdu1qht2e4d4nec7qqK8rJ8+s8Lh1qGycdDWQFhNu3RrhWbZMfVNo5DmTV1iAjs4Og8f9A30sFHgoS7u5Bh0ms87iTD40DSy23kdvzxDu332I5aUl/OD73ye/38fQ4AQkmf/GG+/xnLiP6alR2sMnuc+c22fG//K//Aa+8rXPwGbXCGbqexxOl4O2rBnyF0OrKxu03aCOxOEPbKOqshZKWTE3v849sGPPrm4kmfxwu+0w6wmuLUE7P4eNtSB9tmJ46MvZ7Do+9/kX8LWvneKZtosyx3afl7ywUNbqKWd7kJ9vwb/6V7+G3/uHv0KePUV7PI03f/IBfvzjD7EdDLOvTr4q8mYG4ldEWVi12Rzk+V7a6iALtBfxf/+n/44Hd0awthKH017IM+EIbWgSpaXVSKaBXXv24vWvvEY/zURfph3d3U0sjjdgYWkO9+4/Il1F0HVFfYtTh2y0uVXo7X2IPOp3mOfn5NQU5GeAg+FlQI/i6bNPY4tn+vj4NPV5AwHaazlD+vuH6KvmI5O1on9gmPQtIsogy+Xy4NLlq/hPtE3f+d4FfPf77+LhvSH0PeyD2+XDxPgC9y5M/zSLm3cnEYhlMDrlRx7PQD99kPX1VfrvQdiZfLHoZlz48CPcYIG2r7+HvswtzjPNtZmpu/sxPj4Mi1Vx7wKYnt5GZVURWtsaMTIyju9+54d4yOKphXjy8z0skjWiuLQSvrxSSGGD7gGOH3kCGyvrOPv0cZw+eQplhWU4cegJ7KLPku/14oXnnsTxE7uRV1CAgaFFDA7P4513bqDn4TB1NAarRcfCfBC/+3t/iunJVdoMCy5/dBeHDhyjDFUjSpnZ2FiDJJ1+6ze/gdq6PGNvU9yoXV2teO21V4j/ADSVoUwmsM6CBRUFoUgUKfpQga0oHvX6ybsV6lEH5qfT+O63PsTtmw/R1dGGGZ79g49GuH993N8l8mYCgyN9+L/+7L9ghrZoeOwRz8mPsLaxDY/XQh9uN7q6urB/3x6cOn0Cn//8S+RXPYuc71AWJ6GgY4ZnXZKFIPEZ44kMfaRKFoAWeO5l6esEyed1rK/HWPgOYnRkEr/8y7+MZsY9afoMvX1CxyI2NlZYFF6mfVbUx9uGfNgdLvoTGdrwcUgxTtNM1JP9PFd8tM0V0LLUqYUxtLdVwGGLoLDQhgMH98LDhF1RYZ4h6+mkFZokBGGGy+mB15OHhqYG2r4Syn+J8XzrZh8W58MYejRJuYhhfm4DsWgKw0MT6Ot9BGQBH4vpIyPz9BkVz4whON02XLnyEf3MJXx47j2Ul5ZQ35OkQ2dfH/dzPzz0q5xOOzSLifI1jEQ6jvauNu5xGIvkdR/jq6mxCYyPjKKlsREWkwk+n4fnUD4WFqawujKHAsYmD+7fIx1DWJhbx+7de7kf7SgodCOVTmB1bREOhwVCpCKd29sR2BNxC6sAABAASURBVGxOrtVLcCO4HYT42uKDLy7OU2Zi1CkHtlm0t9K/kS+tZVkMKsj30R6uoby8jDYlTTvXwPhsgmfZDVTKX/jm2VBRUcE9TWBzM2ic2VI8XVtdw1me726nG4lIGitLW9TDQvzwb3+Exvp22KwebKwHCH74/dsGncFgmLbZhjffuomN9QhlvQQ+N/fQXgQtbcX9O7QN06sYGp7Ag4cPkcxE8KXXXsXXf/UzaGlt4Pxb1CM73n/nApCOGz73xYv3qWfvYIm+9KlTTyPPV0J7G+TWWeEPJhGJJrCwOMs9d6N7TxMaW0shf324sNSHIH3w/r4JLC3EGfvOwldQSL0voc7HaXvmMTezhrt3eiF+kYMy1NnRzYJwBc9rnWO2KLNmZJSi3Ffg4JGjCEYtyMsvw9jEIoZG6HvE07BYXFDKTDDRB9ziObGKK1dv0E7G0LV7D68hDD4aR4a5lLaWPTj5xFnKvkZ7Nc/+27TTOtLpLNweMwqLXJTzTpw6fRiNzdWooo+W5FmdTEQxOzfN/bcZsVZrayuKCksQpx/nX4thnLZoddmPAP1TlcygtrKK7MtQX3zUzwAePhxFOJLgWeWBxHEbKyuYGh/BJu0r3XVoyDBXkoZ8mVNToB1cg8fmYs4nDI/bBqvTDIfbC4crHwVF1Sjk3Bo7joyOYIO+jy+vAJmMwnYoCQ/1MMXYN8ZY2B8IQjObYHdqSKaCMJkyqKutRHFRPv2jGZ4F9xGlT6GRAk1jP8YnzPFioG8Q/T0DWF1cRZQxXTQYwcbqJnTy2aRZoGVNUNAMCNOXNHMs+MlkkqQjxfYs0vTBJamlk06X00n988Ki69QpO/XGRF5aqBMl5LsD5ZXFKGU84stzo6GhBtU15Wy3YTuwRbsQhdfrgMWe5dluR11jNerqa+HhmSBzh+jHRqNRJFkEBT9kH5RSBvARWSbLdc6raaSX7XIFadI1DSb6tSbaBqUU6c4A2BmXyWSQSqWNsUop4yq6LiDvZD6wXedYwS1zSLvglj7SppSiLmo833Wu18y5yDO2SV/hC/hRShHNDvCRfkBGJMGAFP3DFJP+WWTZBwYewWvSTca99E+RxzKvxWKBlcGXUsp4l5tD5smB8Ef6gh/BI6CUIm5ljAEU5KMTv6xDcAj+3DhpE17JXHIveMX2SbJZxkmbJGClLTdOrnHmKAwcXEtaQFanA2mesykCU4KQ/RAcKQqfUsrgm8wv4wSf3CvF/eOege93nhXM9CeEJplbKcVXCrIugVxbhnOCH9kXu91OubPRL7YbYLPZDL4J72QubjTl00FZ9RnvZZ4Ei225tUofuRf8wge5FxkMiG9OOYyxCC1rhK5BQFHuFGWN00Mj7Y/TuoM7Ycit7Is8S79cH2mLxWKIMF8iV5lb2qRflh2VUoZMCQ+EFqWUsX7pI30TH/Ndsa+sXUApBaFZ+gA79/IsOMGPXAXkveyd4JGrPCuluAbdAIfDTpnWIV+SyJK/8j4t8kp5FHkQkLGCG/wopThOo622GCDt8h4ff3LPWeqqgNAufJV1y7scSHehR3R+e3ub50jM0FullIFfKQXZb6EnS7rAj+yVrF34qpQizcroa6ZdlH0X3sneZDm3jEtT75PMDSXiSdqeDJiGJmSNfcqtS/oJ4OOPUoo5sDBtRsrArZQy3pjNZmO9QoPMJfJmps2Q1zKfdFJKUeyykD7SXymFDHkp7wXiibghA/Iz56IfwhvhB8k1xgk/5FlwyTqsVgv3xmzgk/FCp7Q7HA7GPPmG/MuzgMypm3QoXYPooMZ7E3XKbLEYeqFRZmW84BH8wkOh0UpbY2N+RXj3eJu8k2ellEGbUurv8EPozOGTuWW8Tv0Q/AIyVnBoH88ra8uByIusXUDupV3GKKWMPRV8O2BCDo/g2gGLsQ/SLrg1TTf6mGj/5b0ueko8O7RlIB9pI/HQNY12xmLwTfZP1i5jBEzcS+mXA/AjND0ObDJ4Ibgzadp3ni3pj6/ST9pzfeRZ1iXrk3UKyL3I5A7vspSNzCf4sgautPGslPp4TSaSrQlKo6/gF7wCci94Hp9f2o3O/D+l1A4vKQc769MhazNTV2SvBMyUaY08UUpxBIy5Ba/ADu4deuSlUgq6phn0CB7hl/BQ7HAOj8wvY+WqFPtzL+Sdru+sQ3G8jJU58fFHKWXglDal/j4dgi9HS+4qbQIyz9+FnTXgsY9S6hP8QrOsW64yn4yVPRGQvRL8gleuAnIvffDYJ6er0p4D6ScgYwRXDlLJFKRN+gkKGauUMvZFKfUJXcITocnMvRG6lNrROcGZgxwOeZ8DpXZw4bGP9PufQQ5X7iq0CcjacyDP8l6uOci9k6usTa7yLkXbKpBm3J1hTldASJH55b2A4JI2odlMeZO1KvV36Zb+AtJXrtJfqR1Zk3EaRRchOsAJFh8HH01genwRk6PzeHD3EW5cvY9bNx5goH+EAeoqwMRseXEFpEBSVlrORFIJauusCGwzYJq9g+WVPhqQLcMxKCwsRCmDUo/HLXMy8EsYBjrEZIwUYRaYhNzaWmMwtYbp6Qk6//cxwETawsIcnfA4jYluAFUZERazVhgMzM3OMpE8D+NQi8YQYTEuw6DEZLLQIXHCyYS6yWyhsmV46EUM58Tr9UHjKpVSDGgSECdkdW0Vfj+dZh7ETiedZhrzTxiqQFcySxxZw1AopXjAicOeYXCUYVDrgtPpQlFREWpqapicKmNA62agaYVSEjiU48SJg9i7rxPyjfGKykI0NFaybwm2g+sYHRtFXx+TYasBHh4aCvJtqK4uwJnTB1BR4YHZFGWyYZqB9RSSaT+qawpx8EAHystccDokWNIYXOpcUxph8iAUTmF1fY1B2iLXtIZoNAhkYygtcTEgzGPA3oaXXn6OyeJu0lGPAiaGxCBK0D86PIIEk6SSKPD5fAyuQ1heXsTiwjxpWCUfMqiqqoAUF06f3seEeTUD83JUV5fQ0OvIy8tD9+7dOHLkMBNZFUzM1aKYBQudxinOQnmGxYytrXUe+n4GKnaurwTyrdea2moGNWXEXYWW5ha0tjABzqvDYWPCbomB6ABpWIDX7YKLTlRk249IcIsBcBLh7Q34N1fg31qBJE2jsW0sMVE4PjGGwcFH5MM6DXoWOg2jgwkcl8vNfVFGuxS6CvILSGcj2tvbIbKZn5+HtvZW0tXEPaqG1+vm+CT3ys8AshDNLU1wUUZ8Hhf3nzyno5mmQkYjMSZJljExOUP5j8Bm91DevLxPMbEfMP7q4oNzF3GZhYWZmXnU1zZBwUxexOgAAVPTC3x3Fz/76SUmVM/jw/OX0PNwgAmPB+jve4QLF67g/Plr6OkZ5J5sMMiLs8ixwPa7uHzlES5dvoObtx7gxq27LO6ex9tvXzAKFjW1dbDa7FwvEyHUh/379+LZs8/g2NFT6OjoRn5ekZEMmZ9fRFFJOZqb29Hc0saA/jATeyexd+9B7Dt4mPzpIj/qKN/llDUT5K+8pUhpodMjTpLw1ev1GjIjCp7HBFVDQxMa6pu4t9W4dPG6sZ4VBsRh8srOQL2UiRxfng820heLJtHUWIuKynLqdwShcAR+Bum3bj/EW2/9DENDg9zXJcpTKfekEEWFFdjejkGSBxWlFTjJYnNVVS33shlms5WOZxohFm2kkHnx4kUmrHqYPBmjvZhFPB7jOkoRj0Von3QUFXkguriwNEXdmYfHbecaM9yfNLwsuIrMVVVUYd/efUw8HqRt8SCdUkxqTLNgPA6dwb2u2zhnBqVlNhw91oIvfvllnDpzEi2tzQSRpSK0tVVCZH3Pnn1oamyF1eKGz1tCfT6OE8eexLMs3uzq6ERJSQl51YNrV65ibHycCci7GBwaZ5F2nrKoo6OtlHyopj20Y8+ePdTns9i3v4M2SkecB4V8OSIYChr66HJzDupldXUNbHYrk7dTkC+CrK1tMrG4QDuc5vpLUF5RiTidd/mLrwcsZq6ur6CFieiikgKu1waP1wWL1QwrnViXw0WnuJh6IHuXB7vVSzkOYW19gfMHUUV7kEpZaH/iWFuKMEGzSPsRwtDgOGV2kjaniLpfiaLiAvIsxiTsIDY3VhH0b0L+mntyfAbb/ihuMUl8+fIt9slyP8ywWLKQ72BwS6CUzj0dR3//PDra6/DFLzyNl1/8FL7wuZfJ5w5UMpl0hfx78OA+5C/fK8srsEk7Pzz8iOuM4s0332RyrZ82LQ2320EwgWYKgYAfH374IR49eoQk+VFcUIySwhJsUxYDWwHa0xgTd0uUHx/kyxgJBroBJjUDDGblTEqySCYB2IMH93Du3Dn85V/+Nd597138j//xI7z1dh95v8YkrR/b4W0sra0Yfx1aWVXItgjkiw137z1AmMmlLtrR0soKyJc7YrTr8sUhsVF7dtNWdTTjt3/za7TlTZB4TZLRWZ5762tR8k0xMZvAyOAG1pdDWJhZxV2e2VVl1fjKF1/DM2fO4OB+6vSeXbCaC7C8EsL03CayugZfvgNHjx/HKSYsex4+wtZGCKXFVZT5wzh18jRt1CTlZ9KQlzzqd4jnrVLCNxNtZhtlv4S6G4LL5aBuTNF23UGSgaHN7kSQdlJ+Znb3njZ0dLZC7KqVQRcnxsMHI5TtLTy8PwkbkwuhUApWSb6lY7h05R7e/+AGrl0fot8xZiQGZ2cWYNKsWFkMcp4VWMw21DD5lZdv5fgsGCcgv8CMAwdox2mvi4uLsLK6jIJCLwsWX8LTTz+Jl156CZ0s2K2srrJwMIJ/+S//Pf70T/9P/Jf/+l/wN3/zN/jOd75Ne3uOsu/gOeum7Vll8nMCK0zozk3PGr6GyEeYST67xYqm+kacPPYsixy1lOMsC25P4DKTwL0PF7C1HkZ1ZTXlPo+y2clkbCEesPh0/uJ1DI3Pcb81lJY0YWF+k/I8jnt3hiA2X9NMlHkbnPQvrly7jJHRR9QzP1ZW5smHFTAGZIJxgXy5zT1txT/6na/hP/7bP8Qf/sFv4N/873+EshIvi91PsNDUTbuRRpiJbgf3wmq1cWwWisLjkwSp1c15HNRnFyorvPjcK0fg0OP43V//PD7z6pMoKy3CkSP78Fu/92s4ceooE6N2XLt2Ez09j7C66iePvFhZX8KGfxnpdBiaHsHv/5PP48//05+gtMwHpWKQJKrTaYXPa2VRIoOSIic625tYmGjkswnRSAoXLlzDB+cuQX66+9DhvWhurUPXrhbyy4X7D+7g3Xffxptv/hQ9TMLPzS2gvKwKqThYWHHhKgt2/X3TkL+UWVpYY4J8nvrkx/TUHIKhNdqmGczODZKH/UyC30NzSyV27W5GTXUp7aQbzU2NuHu3j3o/APmyWkt7PupbKngebODO/SEo2ne314eF2U34N8OIRzOooE1JZbfQ0l6M3/ydl/CH/+tn8cu/dgYnTneislpsagHPsyI0NlXxLD2M2dl1nj/b+PZ3rvF+AYvLE9SLFezaVY9jOidnAAAQAElEQVS5hQmYGZQ4mPSNxcOUYwflOEPeOmiv4shmAY/HS7/wDPLzC+lz5cFqtXO9lUC2gLqQpI3N4NatUZ61d7Cyto2PLt7A//5//N8Yn1gy/KrCghKcOnWadqsQW7RXbneW9FVxnB9Li2sssIzA7tB41rfhzu27yKQ0TE0sw2LxwOuzkocLxHkRX/7Sa3C6fUxJmhFL6FAmJ7jB0OwK5Uz+u1h8iYRisFldSDE5WVNfg+dfPIKXX32CfK/BmSfOIMjC4OjgBIs8Ic7tp9zonEdHW2s7Xnn1OZ4HEfjZJ8MCzOjIDB7cH8B2IIJS4y+UD/EcrcKeva2ky0X9sMGX58Hu3V3GfTwRxj//49fw6Vef5dkRxq//2jdoL+z48NwlvPnGj5FJRznvOlL023x5RVCaGVJw/fFP3uO5UU16lnjOJOCw22DloRCPhbBI38DhMOHQ4d3sU4hWyoauAeurUdy4OYRr1/uQzbhhZnKkkrHQE8dfxjtv38SDB4v44P1L+OM/+Ydwkd+dXU3cj1G89bOfIUQf9sSx47BqFhb7epCIr/EMChNSfBcCaNPtNif27O5AR0c7WWxDQT7X6yrA2OgKNv0K2awPg/2LuHf7EYu3VtJciIG+MWiaGR6fC/IlzWYWqYpLyhAJJ7Cxuc14pBt+fxhXr92ifzGDGBOwP/7Jj/Ctb38TjY0VMJtdiMdSyGY0REIZvPXWdfgKXfjMFz4Dl8eDZcYqQ8MLLPamqZMD+Pa3zuNHP7oCh9OCh723cfHSPeLcRm1dCQ4casOhox2MPbyQn9zUTGm0tNZSvs148skz+M3f+A3k+/IxzVguythjZmaOPtUoLGYdNksGG9QRjzOFtZVVXL1ym3yJUveymGVBzmp2IpvVceTwQQit1dW1fB/E1tYmz+hF2sl1SJ/AVgqP+ufQWN/F4mwHWppbsW/fPvh8Prz08vP4+q9+EY1NFTjFs/Ebv/orKCrxUW40nnXLkLN/4OEywtsZyouZcpGkz5AlDw+ioCCfNuM2nB4n9W0FkUiQPr8NDfR7xW9YXeL8uhURnhHTk1MoLqpEIpYx5u3obKa8ZyE+bx3jH52xwED/IOdNkE9p/Mm/+j3883/xmzh9Zg+eOHGA42IG7gQT1FEWbtLpNG16hueoh/ZtGyBVm4yfkyxYNbVUs68Jbo+Vfo2dNmcaSRrKDfpYi4urXEcckXCA59URuBlPHTtyhPiTEPtQVlaBmpoGdO/pwNjYCGX4bcj56fPlQelmxgrbePrJz9DejuD6tV7ajHkITbUskAW2VzlPhDZznfysoo0oRGArST8cPNtHIL8qVFPVTFuf5VwVlIlSBMObWFqZxPrWPMctweP1ory8Ci+9cBylxXnIZuNoavDRbjRgmnv+3/7ir7C6ESBuO1LUj42NbfIhwTNuLzIswPNoQ01NGaQY2d3dAQdjyG3yv6d3hLRp5K1OPyCf52cIDmsx5cwDq9WJ9z/8CI+GBhAgPYeP74Of/vPahh/5RSUopy/p8lC3zRaejwWU7TRsjjz6Hqv03zJIJjLYiWcqkGIRUeQiyURNHnk2+GgMiTjPispaPHnmWRw7fop7ZYJ86TGVVNQDB/mXoj2voO87TxnxwO0088xMoKqqGHb6QZX0D8VvOnxoP23wFvdljDRboFi83FgP0fb7ocOOXR278NrnX8fuzi5kk6BdGGIc+D6L+6u0HTrnNZOHC8a4LfrCxQV5qCguNOzLxuoiHDYNbrsZzfV1iHD9k+MT0DUNiv9bWlxCjPoZi2cZKyVpmkzw5HkRTWaRghubAcAfzBpnk04bmE4n4fW5GQ8kiIN9KJc+nwXVtUWIx7fJLw2V5UWoq61g8bocLqcNfvrYoWACY6NTPHdmsLa8wfN2GYO9w7RvPfjow8u0pRcwOjyNzfVtbG4EITYtm9agKR1mzQyXfWefJLklQAHiuqkdmQzENlsZv2SY55GchJuxkdvtpB570MACaWNTNQqL3NzvQpSW5VOGa9HUXAemDmC2KGM9Jlae/YxT/AE/ovTLrTYHZcpC7WM5mlU5TgOQX1nuTSaThXyUUiQjyzMubUCGDqq8kcJfmve5PpKY1DQdGnkubUJ/mnqeog8t11xCUClF22Gh7Jq5ryYDt/QXSLGgK/oo/TMkRq4yTq6CTyll4Nd1HY9/lFJGu1I7tD4+NvpJQS1C+U5wrWmApz+7gktlW9JYl9BtZuLRwpxADoTfAjb69dKm1M/xgx+hIwd8JK4U5SMOmV+eBadSysAv64jzrEpx/6Rd8OXwSl/hn7TJfPJe1isg73KglILMp9TOVfpBA+U5jSTzUynKbYIxXCqdArsYILSIzY0zb5DhfijAwCF4eMs+yuCd4JL5pL+A0CmQ5v4luS8x8lEg10feCUhfAZfLZeCVPjKf9BN+WslPs4V7Tf9Q5pC+Mk7eO+wO2jgH7CzSytqlTcYLyJxZ7pZmMtFH07m+NELRCBJcG0XVkB3BJ/Ii/WXOcDhMPY8ZMiXrE54KTukTJ+/j5EFcrlyLcZV7gsiXUsrYN6EN/MhYXpAiz+S93CulDH4ppSBrkzkEv6xJrjJG9k/21Uy65b2ME5w5GqSvUjt45L2ZfLFazbSJO2AhrzRNGWsQnNJfQO5lnYJHnpVSn+wb+MnN8fg7Nhv/yTy6phn9hUYz5VxolHtZm4DwW65Z6r3MleK+53gk88p9irIrfXYgY/BLJlBKGbiNeaibcpW9AT+CK218SSRj8E6eZS7BJbSyi7GXIgNK7eiKrDEYDMHv99MviUD6y95KO5FwLp2gGTwSWuS9FM1FBgSv4FRqh8cmTTfwi80y5J/tQkMmkzbGCw9kz4ReGRvjOSH4hDYBmTPEQn8wGITk6uWdzCkg8+hcr/BTrrlnJ5M8jo/BSj9cY3FN03f4L+MEtMf2I0eDg3ogIHsjOJVSXK4y1qrUzr2MFRA6kvSndE2DfGRNAnIvuIUewSt4pF3WIuNkH4VPwi9Zl4DwVp6lj4D0M/BT7+UqvFJKGTIveipzCE6ldmjKzSdzybzyXnBoZLoiaAwA2dOwD0LT4yBjBKfsgYDcS5v0EVyCOwe6bjL2UtqVUjKNwR+5+Xkf/eO2rCGfsp4UbYbQk+ZVngWE/gzpkvUJP4QvstciA7n3Rh+eQ9KWph2QdoE08aT5LJDhGWhc2U/eyZg02+Is4kt7Nks94TxpjkkmEzwLdmyzrE/WKleldtaSZT8BwSOQzs1B3NKulDLWL+MEhE8COX5IH+GFgEYbopRivPjxuU0cOZyyniT3Vp6lr1LKkDHhoVI7tICfx/FJ3xw9sj55Fsi1yX0OfrFN8AhuAaXU35tL3ucA/Mi94MrhYZPxH4cae6uU+v+85sZJZ5lLQCll6Lm8E5B3AkqpT+jI8Q+PfZSSOWCMFVoEZLxS6pNxsncyVuYRkPtfBOkje5QDeZY+0l8pBfkIXsEvIPc5kOccD2TPMrTJ0vaL8IvFVSm0yv6KTOdk2xhPGcjhluvjeOSZqzX4atC3Sgd2YmQafQ8HMT22xAR0CJmUDl1ZIUFDnEWP0HaITmwEpeV2FBRpaGz24cTJZnTuKoR8zDzcLFYTDzcLdCrvDpiNoCHMIskqE5jLy8vY3NxicjBMx9DEoM8JD4PSvDw3XC4bHHSubXTssyqDVCppgBhjMVhCqC/PBynQlpWVwef1wc7EkiilvI/xoLfRecvPL+A7L/G56OTnGxu4s1jQSIhDCDrEUQZ7ISilDHxSGLKz6GCzWUm/FQ6HncqnE0xwOp0GiAERx0eYK4l0uco4KaiWlJTSOS80+iWp+KOjI5idGcfExCPMzTPJoceZTKjG6SeP4OSpg9jNRFpVZT5MuoVJgjRWV4JMps7gxz8+xyLiQzrMCrU1FfB67Chj8aGsrICFo4N4+eVnsG/fLia2fUwGOlBRmYf6hkImmKqM5JzOPZiYnMfA4CRSdBDbO6oZcHYxkdCAfJ+H60+S9yEad66LTlxBYQHdrgx5sQ35WeOFhQWjsBAnL6VAkEhEuCY7SkqKyKc8JrMq8fwLZ/HEyRMsnpQjnTFjbGwBUvR69Kgfmq5w9OgRJsZexuEjB1FbW8MgtxpHjh5mgrSTAXOpsS+xWBRSuIklonC67EyQlsLrdTNx5mdymQmb1XX4GTBPjExgdGgMywuLiEeiLHTEEdze4jpSpDmIpaVFytMmEylbhjPu39qCFCDm5xcgCfP79x/g5s2bDICn4PcHmARe477Mc3+dpKsGPp+XuMRo7uBbWVlmwnOavFgw8MjPkQYYQEmBdpVFEJFLs1UnzQ5klM4kVYAJnBWsLK8T9zoTMbOERWxshCkPNsSiWTwanKKMF+Ls2Rdhd7gpe0lMT8+x3yxpTBIHyEcdZaXFpKkOhSzQ01/B1as9+NEb1/Duew/w4OE45wkiGtOhm9yQID6b1bCyEjWKqVnu4oGD+3DmzHFUVdQaAecgk5Yz08vU2ST3nPMwGbaxGWKSZZk0jZJfaeKyIshke4LFOJHpEiYE3R4fEjwweh72UnYXmBRI0jGLGjyTwyASjpH+WSa/RpBhYsPGoqiXY+x2J7o6d1PW2tg/wb0Mo76+CQoWzEwt4uqVm+h52IcPz1/Ee1zT22/3EsciJJF258498mOaye06yncn11AAh92C4aEhJgkH0ftgEDOTq0xqWUiPDjuD5+WVNTppQcpUBcBZUjx0xeCKoUuSfnHgxChuUSbm5ubQ29dDWbhBeXaghMmENIOnPK8Lu7va0FhXi+mpSdy8cZ009pCuEa4hxn5lsFocRtL16pXrePCgFxvrfmwx4VJTVYPXvvQlJrpPM+i2YJyJs+3gFgqZDHK6LdQxhfwCHxPqR6i3L8KXV8Dxfbh+/Q7eZdH7wofXMDO7hJHhYdy+c8cowg0ODiMSjVNHPDhx/CSOHDqOmtpG1JO+SiZ3lpZWID9N+/BhP2am56kz+cR/FK2trbTTScrtEvc1zmSN1dDjgYF+jI6MsVgwiHv3+9HXt0CnxIqqylrU1TVCEvRPPHEShw4dhpUZqbnZedy9c5ftPuzdvxv5BR7KQgwurw3BKGVnaZM4+iG0Ly9vM4kZh8fjYHFuGslkFKVlPvLXwmsh7JQLm9WNSs61vLyKsdExLC4t0yZOI8Wkg9mssHt3g2EXvW4TfB4ndXMG8m80ZbNp2q8Y7HYTdD0BTZMdBoJMrMdjSRTRbg2x0Gy12JmQqoH8DG9pSTmsLHC1tLSwvwniMPu8Xsj6jh87gY72DhzgmkpKiinLdtJVicaGRkjC1mm3o3tXFzbW1nH+gx689+4DFkR/gNu3eii3dyib89xPO7KZrKEvG+ubuHv3PgtvF6nPcdqXafT0kb9MjE5NLUDX7JRIKzTaw8NHGpGlg7bGZKDLmcdk1zBl+hFSPOB3sRDQ3taGtdUV6tQ0bt68gffe/wBv/uwthMJRBPxBBJixOnH8CWxsLPO8SCM/j+dkvQAAEABJREFU3wO3ywGLrqGmupbrKOWemmjHTJTbabzxo7eZ9LyOyx8NoufeAKzKjvu3e3HjWj96eb7PzMzC7jKhvsmLp57ZT9lpwPVr11hM/ojn0Cb39gYuXb7JQucMJsYn0dnWRV5msUW5H5Yv3rCQnKGBmpqawO3bNylrZlgYyI6PjZOHu/DMk0/h9BMned+OQ0e6mVhvR3lFIQK02++8+wF5NYdMNoN/+k9/By88fxS+PBfKygq514Dd5kF1TRuWliMY6N9AbVU1XO4iysQqmCtnIX0R9+9NY3R4FXe5tonJaZgsNiY5XZSjMpR//Nfq585f4pgFiI7IXx3++Z/9Oxb5/hz//S/+H/T09NAehrmPQbz++qfxta99BcePHUVFZQlqa8tx7Oh+nqVdlKkqPtfC43bTzgnf87j/KQyPDKKoqMCQoThtiMXihVnzIehPMjEYpn6uUlaA+sZSlJS4OY8f6xuziCd57trzEAjZ8Vd/dQ3vvXcbD+6OE8ZQnF+D1aUQ7V8XDh8+jmfOnkVZRSVKy8tw7MQxlJQX8YxI4NKlC0hxzgkmvJFKMNm/humJQQQDq3j3rTewtjyPcdL34x/9AJc+usB1tNMeNyPOQNdsstJO2UiblQnmFGLxEFJpP555di9++7c/i0RsAY21xZgYG0ZFRQlefOkU54zj/Ln3WTS6yjN+GBazA15PkfGXPec+uIqrV69xXzfoD7qQyYQQCdE+jTxAJBLAKvcww6TrMgvRI8OPyJsVbG2t0N71sFj7HPbs3YXKimruWSXPqzALqu9jZGyAxe4mNDRU04YUUDabDf2Vb01aLU7KuYYkCxMunjUdbS2Qv/T7/X/0Or7+9deh0Zc7cKADhw8dIP+e4zk3g2jYzzUkUFToZHHAjZmZAThdadjsCdrXvZidnkIySV5QpmfmpihHirZsHdv+FMwmO8+/eayzYGy1ZXk/haJiOwA/vvSlT1FuFWVvmyfvKkKRaVy+doF8uogPzv+Mxcf30D/wEPOLM3jmucP4wz/6DfzjP/gq0tC53iL6bjb0DdxCVU0+dUeDmwmENG2LPxDiswWapmhX3QgzuT0xMY7z5z/EO+9+SN7nw+32kjYrFhc28dFHt8l3O3TSOjG9gd7eUVTXtfIs2mKR7COeZbP42++dx7/5N//dsI0dHfWorKqgjzmCgvxyrCz5UcDkejIVNXjNielzvMliR5S8BkpLq6mbFWip78D9Ow+Jf9CYb2pyHR+cuw6duuf0WaD0FJz0mQMs1o6ODGN6ehJpymd1VTn9ThdKed4CJoyOTBlryPMWEG8xmptq8OyzZ3D5yjXKywJOs7CVZjE3tB2lrmkALNSfME6zGFxWVk7elVI2S5FikUjigBj91HfeeYt7tAqTOYuR0X4sL03g0y+/gGQihjOnnkBFeQ11uZJLy9IfKcP9+w/x3e/+GH/7t+cw8GjIkGvx7cL0L6emp3l+5+PchXfx9js/Q4IF2pnpYcrRGvJ8Go4dqcWuzhJU0lb4t9LkqR3rG37YGXcEAml8dOEeHvWtYG0lifc/uIk/+ZM/QXtnE8bGB7G+vgI5X1eo51azBYszq7Tta6iq9OLtt84jHE5Dvuhgo55qWUVb94D+zxhe4VpCoQT5EICf/oWV8ZFu0eHmGWCz+CjD67h+tYdnSIIysYYrV68ygRojTXbEIinOucJi+zB6e0bgdDowMbFKWboJh81N2/dFVFWXs22cftcueL351N0UAoEYZd2NJCK4de8GPHn5mFvYwMpqkOediet2wWZz4eVPH8ZR+vatrU146cV91O8l2u4FfPrTp7GruwHPv3gSJ0/tp/2MoKaynLTOkdabGBkaR2FBMc+yQvq0CdqBGpjNVvI5ArtVpxwcxbGj3fjTP/0DdHaVo7TchzUWURKMrZZWlyh3ZozR31JMti3QJ4rzLN0ORcEcCs9eK5A1obamgbJXiIsXbnO+eZ7r9/C9b18mXwfxsOcBHjy8BbtTYX5phrgGYbFl8Gd//k9x/Hgb7WkABR4zujt243Of+RRltZw8mqTsZ3kuh9DY2EA+RMijQtqXJHlhpfyuUV5NaGloRyycMu4X5hfx1o/P8yybpExsUA5GIMXOtY0FBPxr2NhcRX5BIR729mN8apT2JIGpmX5ksxE4HSbUseDq8XggfqybVyKF2WKi3xugDiSh0QdIpxPo3t3MfSwmj+bhpT/m9Topo+WoqalGeWkJWpqq0NXagtbGehZ5A3jy1AmMMl5bX15CKLBN2dnEAn20wyywfupTzxFfG+KUfeG1P7CFgsJiyn8+bYWDflSrQcPtOz3clzyYbXE0t1by3K6hPxgmrWBsF0Zv7wQGB2fx8OEIxicXGVetIJvRKUOrWFyc5VozCPOcKC0rQmFhEeV0kXZ3EzazxgLkCZylXXC67Phf/uh3sHtPN/XbbKx3b3cL/l+6/gNcsuQ4D0T/PKe8r+vqeu9Ne2+np6fHewNgYAmAIAhQpCiJXK602n0rPe2+1VtK++1KK4oUSRAk4TEY711777tvX++9L+/N++PcrsEQy1czMeecPJmRkZERkWHq1nR31sPusDLmWqTMhXHtxg3K/WncvHUbeRba07TnCwvLxFsGkfkbjDvu3unHwvwc15WirG+Fg+O3b+uF3WmH2WrBejCIOsbcJgswPbtAGue5p7Pov3kTNqXjHtdx4cwV1NTVIMl4ye3z0u5HDZoK9Gey2Tx81B+R41QqzXmdMJnM5FkpJC6dnp5Ce1cbnnn+KdTUVqGyshQbwVXy6RbPLp1bW8Dy0gJ9sZM82uOwmEBdUCy0+ilfNvLLRH5FqNcO+gyDuHtrFD5PhVFIfOjBEzjCeMFKe7x9xx7Il0U8/jJIwTibK0C+RBkNh1FbHcDWng4c2Lcd9fTJGmjH8pkYbFaNZ/oYz8ky2Ox2WC1W2tFl+rA68lxXnracLIKusmisrwHZixu3J5GQIivt1hhjs6mZJehyDpB/DlMeYP7GSju3urJGu12LMp4B8jP7S0tztM0xKOJyuqyQGGR2Zh6D94ZprzL0Q/KQ2B/QKQtOWM1O2skE309Qd4cgseD5c1dw5dIN3Lzej+mpOepSFPLF3EQ8hTwTsoVCASkWPeWaZSyYYfLcpJtgNpthtHE9UDnksknKSwry6ya6KQcbi9g2O1BbX4ae3mZU15TDbCEPGI9IziIWi0DOHNHHbDZLHcwRskgl05C5M2SMJOjkC3dptsmX1I02+hhZ2igSR3+B5on0ZTk+TbrkmqPhyvK9XAUkhsX9j9BbBGlP8swTkBg3SxzSpmma0Vvu5UbXdfJXQZ4Fn/STuQSKuKTf50FwmFjIEhA+FUGpTTxFHHyE2lwFUqkEbVGQOri+yRcmwoU3Qp/0l7mEFsElV5lD5pR3QpfcW1g0dDgcsFPupI/MLyD30l/AymK49BXcsm65SrJT2gSXgNzLGBkrYwSUIqXktYwprl3mLYLwp8C1/Lpvnr5xBhKfKLLUbDHBZNYhuYUEc1Yyp+AREJwyr+CSuZVSMJF/QoOsu/hOKQXpKzQX22ReGScg72S88KE4TikFTdNhoszaGJc77+cghQ9KKcOGCQ1KKdjoewjv7Cw+yfyCQ3DKfHIFP8J/gQLv4yyMMvyGm/bL4XLBarNSb02GXghdAuzG+TXI/SbISEApZYAxB2VP+CHzyDqkrQgKMHihlIKsWUDwsBkyRuRDxiilOLcO+ch7aeMERpvwQ9ZmoS2Sdcl7WY/gkn4yl4zTKPuFfJ605vjI3aSuFghAXlAZbRbKGG+Mf6W/4BPQqSfFq1LKWLM8Cyi1KTvFecCPjBVQShG3Ygs+uxZxyVybdFuMdSi12a9Iv+ybrEOuxbV8fj1KKYMOwSd7JvPhNz5Ck4yV3LhchV7pK3LiYixhpy4JHYJDKUXe5CFzSF8BGW8ymyF9rNQtGS9TCI3yXiBPvZF+Qmc8Hodc5b3QHmPxXeaW3Jr4/IJbKWXQLfQKCD1Ch+CXZxkrOGT/BURuBJfMJdcoC6+CT+Yq4lNK0b/KgwckHFyX2bJpvwWXjBc8Iktp2vgsbSj4kTXL3J8HWZ+s1Ww2GXuiMb4SHLK+IshzEaRN7gWX0C7jxUYJf4vrEbplPQIGDbTlsg6BIm2yFuGVrE36yLo2Qc6OfwgyH8k3eKiU2pQrUTvKdoFnAxkBxWeBPNcqeD4/RmjUaS/kKiB0G6A04tIg97IeAblX6v4cnFSpX98Dm/dKKWMM7n+KPJE55V7wCC/kKl2krfhOnpXaxCNzaffvldpsk/cF2l0ZIyDjZD3CO+GrgLQpdpTxModSm3KcpV9RBBAHmw06lVJQSnEEWym7gq8Igre4F7I3gl/mFdwCSinD/km77KeMMxDxP9KPl89wK2z2lXalFIQ2M3VJQO4FX/Eq90VQiiMVjI+MlfUJyFxFkPk/D0LL5+mVcQaC+/9RSkGpTZAmpTbvZU6hQdoE8swt5ClHAoJDQCll0C6yUgQZh/sfpTZx3X80+CPjNnHkP3uWNgHpp9TmGKVtypvgE1BKyWsDis/FMfIsUKRB6JZnAaWUsbdyL++FxwJy/4+BjJUzs/hOnmWsgFLqH/AK/AgNm+uhNFJm5JnHBj4PBfrPn9+T4l7JVdpljwRExuRZi0VTAIOQMga4e/ZtY6JrF4OxehZLD+LBh47i2EOHcOiB3WjrqqFDH2cQEKSDvoYlBmALTJAHWaiSgqn89VN/fz8mJyeZzJrDIounkhwfGxtjEnUcgywczM7OEEcMJX4/Ghns+fweWG0mI7hxuzadKjA4CQbXmUBeg5kBc3VlFWprqhFgoclCgyrEr6+vY3pm2phDDLokDPM0Oik6PQ4mdrxeD3HaeZinjUSE/NRniIFhNBqGKLcYR3EkTPcNbJDBVJrOoBhdOQT8fh/kYBIGC6PEKA4NDRmFiSEmledY4FtdXWWSZJW8WEYwFMTq+hrCEeLXuDlIM1iew73hKxieuI75pRG4vSZ0MaF14pEj+OY3X8Rzz+7FdhYUtvQ24bFH+nDiwe2QtTrpGPX2dDGJdARbtvYwsWZDJLqKmuoSHH1gJ55++iiTFw/gS198Ev/k+9/EN37rSzh0eBd6eprg9+vYvasFBw7uwpEjh1DH4C8ajzD5fInJz3O4euU61lk0qGZRobu7k8FeCbIsRGVZfHXSqS0tLUE1k7iSMGhubjK+PWqyaLBYTXR4LbDZzJSNKrS0NKG5uYF7mWGCIcFrFIVClo5eAuFwCMLnDWbAF5cYlC4v8l0OZjqmFgZuAjEG0gvLMwxiV5EtpI13dq7bw+R1WVk5ky0ldCZ1WDimvq4WBw7s51pqsbq2YhSfPvroDJNEVzE9PW848rquoaa2hnS1or6hEbpmJo4KtLd3oq2tg+ssJ29KmLSKUT6nMDQ0zILBBILBMOM+ccQYvHL+asqZ0LHMAseVq1eY6PuUjkgG27ZvRW9fN3w+D+UpDPC2Uf0AABAASURBVCk8L5OPZpMFLiY4E4k0lhg4BkMxmFgoijOR5fGUY+euPdzzLVhYopysbiAUimN6JoHJqTTisQL31kI+lqOzp5XyYUWKwa231IuO7ibYnCY5QxnYh5iYGMANJoHC0Q30bunA3r3d3O8a1NSUYtu2rdjBhENTYwtEl2+waHLxwk0mTecYcC7gg/fu4PTp67hx/Q4unL+C69fuMdk7jJmZBbafYzLvXdxmsmF2dpYBUorBURDy153Xrt8wZOb27btMRE9RLmrQ1dWDaiY2mxqbeJQVGCjkyNcy7pUFWeqfx+Mj703sP8v1pSR+ZMBcTh4XOPdt8nwRTnsWnR0+7NjRisceO45/9k9/F7/73a/i2NFd2L+nB1/+0tP44kvPYjsLXPksOGaZiZMVfPzxx/jwow9x/fpNzM7Pc44p8jNkXCeYXBPnyufzUT5rKS8HcOjQIRw7doyJ9Aok6BDW0I48wUJFXU0NMtT14aEBY5137tyF2K5sJg+v188CRDf3ucQomJ1hEXhleY2JviQ0KHR1dqGjo51rz8Lu0Fn82Iavfu1F6uUurG/M4czZj/DKqx8wWX4baxvLuHnrBt555x28+urrGB4Zo+0MY4AJ5ykWeL2k9YWvfgUHDh5CX98WiD7ifiAQT8QwtzCLcGiN8h2nPZ3BxPgUJieWMDO9hFgkhcZ6KTy0Y9eO3Xj44Uexdcs2JFiMnWMyaG6efHa6sH3HdjzKNX/9G1/G97//Mr70pefInxomTePUZQf1smDs+Z7de/HgseNMqsv+1jJZ64bbbYfLY0MyHYTFloPSUhgcWsWnn17H0lIIY6PzkAS0za4hnY1SPxrxL/757+CP//gP8Cf//e8xEZHh2DC6+tphsVuwsko+JrOU+RIm4mrh9XopF1mUlPhZeKqEz+8lf9vQ1dWCxsYadHW3YuvWDuquxgSPxkLJTtrMFwway0oqmHg6h5//7BXK+SCWWLQZGBhEiGeRSWmU27M4deo0i1bvYZV6R/MG+cupa5fvGr+2MDM5A5fDjb7ePuzauYewG0cOH8WWLW1w0XEP0D4+9NBx/P4/+X3a2Zfxne98gwmWHr5zI1BVQ/3swUtf/jI6t+7EFIvMC6sxuHyVtIM5ngchrgtM8Ji4Z2t0gu1IxoH5uVXYbW40NDRzX6PcqyTlb5S6N4xkKgcHg+YEC18i2wuL8xgdG8cCk8WSkKqqqEA6FeMe7cOLzz9JWo+graWLeqczWMpC/gJIKZDHy0wwTSJQZkKaCSWryUJZydMukACVRiIdhtOto5tnTn1jFbbt6MWTTz9BuhNMPgaI/ziLykHy6AquXrqDOzdGsLIQwurSBngss/C1RhHNQ/7qd0tPL4tbKcgXXZLUrzyd/DSDiunpaYjDu8YCcAPnaGyqpY3wMUl6BD6fi3yYIb15fP0bX8T/53/7E/ze738FTiayVlZDTC4O0d6tQ2egO3Bvhgm0Ye6bhgwLc2Y6rdmsiedLAcuLEcpwFmaTFdu2dUPOrvb2Lng9foRog+eml7F/31E88dgzyNG3ibIwZTJpTPiG6TPMQ87zCRaE796+hRWeT9u29WHPnt20p7QNTLLFeGaazYo6YqYeOOF02aB4rsu5+D4LjAMDA0gwseVwubD/4EE0tzTDZjfznF7C40/twTd/+zna7xT2HWrFtu3ttB05rmUMgwOrpNXF5HoW167K2sBirBtNDfVYXQ7hzbfex2tvvIP+gRE4nX4kkxlYmFBw84xpotwsMknc0doFj8OJ92lX5lgQHCItLiaFf/bz10inmXIziSwT10eP7qesliFOn0hAfoI+kwNyCoDKw2RSGB0dpvzdQZjF+/buLdTVnbBYHfD53TxvqxCOBBHiOV5RVoZaFniR45mU0VHqr4XXFzDO2nv37lHmJhCo8GKg/xplfc1IBNNIGvtUHaiDiclR8fdEHt597zXKUoo2dwI5ysueXV1YmJujHR/H6NgQguF1DN3/EkiYeylfyohFM3jkxFM4eOAok+mdmKXvt075Gh7tp/wnsf/QLtriPtAnpn1cJazh2pU7WFtKoqKsirIS4zngQVt7FR58cD/Pnl5YHRpq68qxY2c3jj90jHIQx9JcFj53LVobu9DO4oOuJ7C2FkQhTx9gaxdOnDjChFscyUQYupannicwzT3YtrUJ7R11ePqZx/Bb3/oyCwDd1LE27N6zC2M8mz45eRI3bt3F1PgM1uk3lpQ5UBFw4Du/8xweevgAApV+nv1pnhlBhCIJFKhsLreTepSjvxEz9qq/fwSrKxuIxzJwMxkWTUThcDloP8sod1EWvFbg9VagMlCOFIvOoY0knA4XrPTfbt0cpr3J4ciRI9SvaSbPJ1CgLpWW1FCH7AjHgzhwdB88LO5Ad+LW7TX86pWTQN5FXUnBYnNQr4K4c3uINCyjrrqa61iiMKWxSl9J9N/n9qC3u5uFOhs0+oLlJR74vU4mxBUsJpsxz9TENE5+ep7J+jlMjE3gvXffxRe/8DBtn47+e3fI2wyytCO7qYuHD++n3idx7dplxg9DmJ2bRmVVBelfpC/wCflvgYl4pXgxOzcFkdn5hWnSfhVjY4P42c9/ysJXDbZRt5saG5FjIC6F+uMP7uU5+CBeeukp6nw36lgg2Ll7G8oqSmChDu84sB3f/O7X0drRingiQj2ohJaP4fjRrXjp+UP44z/5Dn7ne89i34GtPPeyCIWj9AfneVbt4Bm+lXZCQzyVh8vrwb0hKdRpyKSjePLxB/GVl09ggTHQAwePIc+Cb6nfgj/909/Fn/x3X6Zs7+DZ0IAMz4JAuR/1tT7yxURfrx1Wu0KMPkEoQttoLUApG27fHqZsJql3Dfgf//X/ZJyLX/ziF1DCAnkiGUNXVxd5FYN8wsEkPG43bbwDJgdw8uI1/OQnvwRYuJWCViiyiNIy7psqQFNmhNcznA+4fPEeTp28wv1zcL8jfL6KpvomRMMpxOnD52mXb1y+Tb2ZxZGDvfi97z9DH+EqbPYMgqFh1NXSPu7eipG7gyhxVGBuYgM3r40xDhni+jUgq2OwfwINNS08e/swPj2KT099hNv37pKv09TpJnR2luNf/qsv45Gnd+Hlbz6OLfR9MyYTVmnT5xgPzFMnMgULRG6tNjeSqRTPwXnarhCyLHBIcVNs5o4t3cZfR0+MTMKkNOzYuoVxSpDnQxIDI7eMWM3hVjhwqBP/5t/+HufuQo52dGND9M8B+cnmLDPR8lPMYRZWTp46Rf8mg/VQEDDn4C9zweG1oL65lvuyAY+nFFu2b6MMtnEflql/SUxOTfG5GTW1VfQn2rG+FkV1VRPt1Rxu0r/3lTiwY0cXbt08j230RSwWxe3LQ/6XOOlMktcQzGadttcNO32qRx97kOeTFRvrKzhx/IghL93d7ZBRoyMj+MUv3sMii4ivvfYqhukfbe1pR/+taygv8eELLz5H3dQZW9yjPxLDjWvXMDc7jdraAE48dBj79m+B3aEjGqPMsdg0MxPkfRBV1MHjD+3G0vIsJAYMR9aQZdyiNAUrk/+5vMZYOMr3Ue5hDsFIBgnK9NDQOK5dv8WzKc9zyoXmlibDnzp77jIuXboEiUtraqoQXF+FxaahiT5gRtYcCVHP0tRfMIa5jfX1INe0Sj1RKGHRMJMuwGbzUpatGB4ex+paEJUsIstPX66sLGL37u2IcL9WVlYgZ/7Zs5/CatONPvWUZZvViZKScsjZarM5UR2oYozigItn6oEDu0ijjb6X6I8H4UiE54YFG6TJ4bJjmWdQnjrjdHk4bxgbG2H2d0CxWBdcX0JjY52xT7F4FLOMryYmR6BMeeRVCj6fB+1t3fRvKyCx0zjPiUrGKOL79PZ20xbUIs94QOKCbbRhDQ31pLOM9t/E89WDEm8pz88M/vOf/VdMMx8xTZ9/dSOIlo5OtHd3o4lFf41xsYV+z9DgPUxPjGBpfgYRFvKrKvyoriyhrhfgZtxrNumQpO8cz+H5+RWU+iqwe8deFBgTNdZXQ/4/wJUVpfA4HVhaiMJCGZSYNx6Nw+FQqKkqRXV1lbH2OBPjZibU6qrrYLXYcetGPyYnFxCJphm3LWNxaYm6EIHbaUF5hY/r96G2uhbl3EsPzytFm6TTBsXjlBvGCybdwb3XEArGECeOWCiFaCRN3Qnj3t0RysQdhKmjZs3K9jhtbZZnVoJ+L+/p8Cilkb9ZJKIx5FnYlL8OzfN8KnCPTCYNFosO0B8y8ypyYbYU4HRbGY87uXdWrsnJNdp5JoMfBV03k286CkxSZrMFyKdAx0MSbMXknFLSCuiaJgCFAmnIcEyO5y6vPOOkr4xRfKtrOswmM8xmM3Rd52COIE7BKyB92QilNtuL90op8iaL4nvpKzgFpE2u0iY4NcqCtMlzEQSPyWQy8Mo7AXlHcg2cxj07aZpm0Cb4siykZVjAkHdWq5U8svEcNpEnGqRN3kvxIEo52NjYoE7QZ2F8ILGB4BeQPgLSJiBtglPaZA55FhB88iz0S87OxuKhzClQfC/0C33ST0Dupb/FYqFdsBkgfZRSxjqL76WPtAtIX8Ep/C/OKVelFNdtooyYoVNWcvmssUZiMvgjtKd43qQJchWaNF039lDupU3wyL2A3AuNAvIs74VXsm6ZW+gAP9ImMUqcfJM+0l8pBaFV6C/iEZ4JHrPZwn2ww+l0Ul5dxpqlX5E+6aPfp0vmEtzyV2CAgpU8NXG8SDJFmk2K67UYc8kY8CNjisAh5InZ4IPgl3bBL/dCd46Je6FLaBZ6BYTedCpNTIBS5J6CwT9px/2P4BBcMlZAxrOrQYusRalN2S8Qv/QtjtV03aBV5hGQvoKyQB9a02QMdY52VNOATCZNfzpC+xCD4C8YC96kJUOZFl7LOuSdxLMF6qDMVQR5FtzA5l4If2Q+aRfaiyDjzdRlC2XQSh2xWMyQfuBHqc2xSikotQlsNvgp88hYwSP3SiljXHEeucoaBex2u7EPxPDZWJlD+oAfucpzEZRSxpplnRnGXTKP0C39hM4ivaJjglva5Cp6J/fyXtYi7+VZQOiQPU8kEijyTmgX3EWQ+aWfjJcrSUOOuUKhQ3gtV6UU7WMWgktkPsJzNhgMIhQKGXsltiQWifLcSBhyIzQLyFwyt4wx+rDQK3RIu/BP1lcEQBl6aTabIJ9i++evSpGbBGlTShn9hX7BJ3gFp6zb5XIZuib8AD/yXtYia+ajMU4pZdAq72SsgKw1y7VLvyJIm4yV93KV5yxt7P8DKJ8ikxrXYdZ0mAhKlJYyKnLM6aCUMkBoVkqRFPWZbMia2GC8V0p9dmUH/iuI5O0mKLX5Xqdu6ZpmrMfEe9k/pTZxCn3CDxmh1GZ/uYccHrxRSvG/xScY8wldnwellNEOBWg6V8Zn3P8U6b3/aNAobQJm6pbQppTi6wI06rmMN65yr/0al1LqH+yD8FhA+Fykn0iMf5USfMYtlFLGumUejfi/IRdCAAAQAElEQVQEFHGDH6FBxgoP0owxirikXUDeCbDrP8AjuISHAnKviFcpZfQR/AJKKRlmrLcoI4LrH4Ds+T8GHCnzCz3FsfJcHFtsk6vQLlB8J/fSLiBtMo7ojH/lvgh52sw8bbA8K6VIu9HF+I+03d9+41n+I20CxTGyxiIU38u7IhT7Cj2yDrkaNNFnkncyRimZV0HwCB8/u+r3ZZU+jciISTdBcc82ZWNTJpTaHKeR90VQahMf7n+UUpB3SvEKzfhHVzrM9P0sJouxN0V6hTahM02bqoGJrhAq4KrZjrZdj6Gjqx2t7S2GYZMOUGDgHGdBYwlSIF1jAJuU7DC5JoWz8fExBvZ3mOCaNfqtra1B/hpsjEVUCSDEQRdjJ4annAXRpqZGBoAu6JpGUHQCbCiTv/Zw2uh4rXGeRSwzCEqnE9B1DV6vm33ssNqsXBQQWt9gwncFERbtxACJ4R0fH8ccg0ZxEsxmE8d4UMmAqryiDJKUKmNyYhuD50cfPcEAvxom4hUmCH2jo6NYooMvBbTV1RUsLy8zib2A5ZVlY72yjhUGYrKpwrSN4AaD5TUGihFkeWCvM9m4uLQI+Rm1EA+BFJkq38I0WxUs1jwUk9ipdAiRyCqd/TXkMnGYmYhrZBKnrbUePd3NaGbQVV9fxwCyAYVcloHdHNLksYYsLEx6xmJBjl3h2Ch8fitqakqYHDHxcFnH2uosD6IY6urLUd9QAYfTDDeLIJQn5HIpBsrrxoEUDEYwPbOANRaiV7jOcDiMGB1ek67D5/HwcLAzKE4bvBC+BLnObC7NA22dCcEhFpJvM0mxxF3PMinZgscfP4ITJ7Yy2bMV+/fvRXNzIwPdVdy6dROSGJiZmWCAFsLM7BTk/0O5ziBujQGmgM6AsqTMDY/PDk0vMGi3oY5F01IWcyOka2FhAWVlJSyoMDBkUsti1ZGiPFgsJlQw6WUyW3l4W0lbhjStMYF2C1evXkWQB7DVamNyshJ9fVsYkDZCUzqdqBzHVTLB1MOAtBQ6lSxGR9VMo+z2uGlsc+TLKmZYCBAZX2KCPccKjIfvSkhTeVkpHA47x/pRzmIvChoVSkHTdFgsNjo1duiamfcmABqsVjOvGe7jAhOG7+Hdd95jgecCRkenkWHwTx2F3aZgtgIdPW3QrTmsbMzj1p1rGBy+i0wuiboGP7p6SrFzVxNqasug9AyD+TW+SzBx24y2jiZkcwlcuHAJb7/9Ed59931cv34b4WCctFgp/5Xo3dKKXXvaWWRuhNvlI80W+P1+1NfVAywy3O2fw8xcmPK+ius3biEcjqCjsxNHjz6AThYOdfJHvjggye2FhUWuz4JAoBJmEr7CIuPc7DxEv0OhMPcjTXlMcu123hdw5fI0Tp2awl0m/VIs8pWXe7B3by+Lew/ga199Ac8/+xCqKp10hJNMDuRg0jKwMXmUScXh9/koT01gfIleFn66mQTq6GxiwF7KNSe5jjzE0RNHSpwoM+kUHRZaxNbcuXOHxfaLBm3yLIUPsUvnzp1DmLSWlpYTfxvlPc99dVD23QhuRGHhuspKy2AxWZhQcaGbPOjt6WaidAuqayqZjBnFzMwk5dWMaGwNwfASKird3Ksy4zmRDOGxx3awQHUCR48dRktrI0R2ozEmhJg8TXFtC7QV0XgMZ0jL22+9C5pB6nM1xC4mmDD95JPzOHnyE9qBNGKxMMLBddy4MYtrV6cwOx2Dl0m61uZOylEeIyPjnDfOtV6CFFuV0oxCxK1btykP54jnFPW2nzoL7kmG+2bhXLXw+30YZIIlT/tVxcS4IhGxeIpyY2GhJ4Rf/vIk7t6dxcFDW/Hyl5/GM88d430naurslGswkRHnXh6EFCryuTxpr2Pxehf8pWYMj11Gc1sZAjUu3Lw5Q5u+AjcTuR6Ph7QM4JVXXqeu3ibtE6iprmcyJYBsNm/Y96GhMcrMeVw4f4p7N8k9qiNUcn90TE7M4rXXP8RrvzrJ+zmkUxkmqGZgnEd05svLyrB9+w7U1NQiHkviyqW7TPyEUeoPUL912G1ufPnlL+ILLz1Heltoq0LU5zLahQA8Hi/vS1mUPsyC4lYsLc7hzNnzOHX6HFZZ5FteXMXAvSmk6ThVMNlW0MyYZduVa3fRPzjDovIKGpva0NzSbvB6bm6WfIozoRPF0vw6fJ4ymDXqns9vrHt5OUJ7HkNDYwOqqgLQFItgI5MIMAH17PMvorOrhzreCZfLS9550NPdhamJUSCfQl9PJ6oCAcrDDRagFqgjBVjtOrx+EwqqwD2p5JpLMXxvgPclaG0qQ2+XB4ePNOCP/rtn8ZVvnMCufdsozxUIMSm4wYRHZVU1lll0XlpahoXZdrvNieqqOthsDricbkxMTBrnboF7PTI8jKHBQe7rBiSwkADI6/XC5/MhwcKd6KLZbKF85mhXliA/J5pnBU++cFVXV4dMNo2N4CIi8WUWG66gtsHLYtYW6nQBoXAMJiq92MhQKIEwIcqEXZbjF5cS0ExO9m/kWaDBbPJgmkXTO7dGqR8TpGmUieEpREJJrK6Fcbd/CK++9T6GxsP0ZRRKS0rQ09WN6kANz+I4z4o4i2I5Y45ksoD+O6N44413WfAcZCJ4Hnkm3FqMIqmFxZxxvPnGW3j3nfe5pwkAFiTjOehMQr7x5i/xox//kMWbn2B0Ig6rLY+SUhe+9PJzeOH5p7Bn1y7Mzcwz+avDpNsxOxPk2DwLWmssQqzz3SKLkFN47bVPeVacxM9/eoE2pQnhaA5nL1zH//1ffsBCbD8WFpexurhO+oZYpFzB7p17mRwEaiubYbU4yb88i3itePb5g/ijP/oKlpenyZcblK08NE0hy/NMkobpdAoFPseYrLx0lTr1xse4eHkOn5y8jr/4q5/h5JkL5E+Q68/AYbeisaGWSVQnhgeHycc0C1XTtEsZ1NS28JqjLQghzyTT6soCbFaNiXoXaqu95GsaoWCWMroMh81PeY9Slh3c64Po6GrE0SP7sWvnNtTX1rL4X8H9KeX5OAI3Zf7woSPYtnUX6TYbc7pZqDtNXbzbP8C54rR5q5TXedoFO+YXp1FXX0ZZuoXX3jiHKyyi9nTvYHE0RVnIIBRK0645DLo/PXkKZ8+fxyuv/hwrK2tIZ8NY57lbQT+xraWTSdkoFudXcevmXfqyYcq+heeDji1b+C68hps3ruHjDz+Fx12CZCyHG1eGUOqpx+5tR3DgwH7yI0yaFRQTtVL8m6cdGR0bhd3lxspaHGvLccqADWurC2hlYbek3Iy6pnLa2BfQ1d2GHAMkXc+x4NKETCYFE+XLREfOYfeSty6CE1JMSCSj0Mx5jLBoGOEZ0dhYj87OVjQ31eI7v/1lNNb7UVnpBbQC53NhdJj8WozS7l5jAr+Jie0Q7WQ17dwa5ucW4XI4qMsavve9b9OuZlmkcGJqMoi//eH7CDNxvUjZky8S7NvXC03PorG+koXTdhzcsxN1tF97d++D0+FEaCOE9tZWnqsZROg/njt9EnaLifbViUfoe3f1tuHQ4T587esv4DvffYH2sgQz08PkV5b824na2kraPDtWV5eQziRoT6LkQ4x7PUtfNkl7ZEdjQwvKS6sp11ZjHyKRKGWnHOKfd7S1waQB9XVVlJskcZm5fxbiBwIVVdi9o4/yE0MyEWRbFpU1ZbA7rZhfnmcxbQCXb17FcnAVkUQcdyhrVZX1LEJMYWVxBrnkGqrKzCyM3ULP1kra/zHU1NnwyBP78f1/8m388pc/xfzCLHp6unjuN+PoA4dZPH0eW7d04ne+81u0g1PYxqKIh7byo48+gNVqweWL1PUyKzraPDh+vJcyOkya3dSHWu6BBT5vCiW+PHpammHjP/mUhkw8S/u0grLyWoyOrNJmXMDFK1ewsrpMWGVR9ij1ageCwTUceUBkMg/5dRmzKQ+v1wYL46jVjRQ21qOM20YQqAiQ1gM4eGQ7HnxopxFHtXRUYy8L2lUs7ph1O2Uih3rueUtrAK1tAdQ1eCiHIczPz+LqtWEss6BpsxUwNHQHGxtr1OMx6nuQureO1tZGdPd2w+VxkS9tcDhdePW1m/g//9Mv4HaXIsfi23kWd2/c7qfO78b8wgpKeGZLAcpCnHZnHr4SBSjuS2SK7wrUvSUo2udkMgWL1UxdDfJciSEuX3LQFWUFfE5yn2qxdVclIslRNLbpsDjilLk6vP/eNZw+dQVedzk21lNIxBQsZj/Phz54PX688fprePfttwyf/UPq+9TULJoa2+kDjGCDfmI+b0JXzzb6FD6IbqZYLFxhXKzMnJu6r1k02NxOZOjHazpQEaiA/Dy60+lDgn7LwPAA7ty7jb//0Un8p//rLfTfncTQ4BTXlUAg4MQf/MGX8cij3fjWd79EmvM8T9yw262UWSARTyDEgmMmHcHJj09hamwKXocVIwO3UOG34clHHwBycerVKMrKTHj55ZexY8sWNNGOrzDOTVG2mxvrcfXSReTok4oPLV8UnpicgNWio4AMBgZvkmYvmloqkUeEe1fAn/yrl/HAsb1Is3Aai0UhxTSbzYXtW3fggcP70EsffZEFvenpOdgdPvjKqgCzA8FoCmUVFYwRD6AyUINq+hWffHyaPsU0nJSFXbu34ejRo/D6yyA/e1xVHcCd2zcQjW1QPmwYGx1HNJyEnUn/mqp6xGmP6EIglSxAgx0oOGCx+HHt2igmxqdpI1yUcQfXkccGY0nRi96+PrS0tRqyXcY4xMSYWuIGQOH8+Rt47dV3UCiYENyIIBKK0YboKC318owexZa+Nhw+tBvBYJhnf4pnbsYoxgvflCIFpCtHv8ism2AiKFWA3+dGW0s9XE4LVsSWkeA0E6ShcBwb62H69joG7g7Tp5uH2+XnmT6G1ZUQopEkPJQ/G/2uS5euULYc8Po8qKwqh+KKxNaFGaN5GQO00dfsaGunHVrER6dOw1tahunFBQywiD40Mgyn2wlNA219kD7tITz99GMoLXFibKQfEdo4t9OOpYU5WEwmngPLsNmd3H8n/ZMl6u8sVpeCEP3PpJJIJaK0g+OQeMjHfRqfSBu8Ki8vQSKu6IsBxx88iqpAOe34foi8RyS3QNxNTU18r8Pv99Mu16KzqwNl9MXs1NtMOopsKgK33QKrloPPqcPnUrCaM9C1NJy0Vbpm4nmSo/+Up+3WYTI5kEjkuP95mHSbcR0bncKdO/0YH53APfp9q6vr9A1nmb9ZRoJxTSySwMzMHCRelV8rkS8lhZgPiVGX1tbWIT6RZtiNDOfIQOK0EBP5kUgYiUScZ1CW7YCu61BK27QvmQLpyrO9gOKnwPNbIH8/4Zhn0lEpBZPZTN5auC4zadZgov9lJh4d/LBPPp1FjoXePBOGOcqJ5Kb4xphP5tS4kSby0mKxwExc0qaUouwDiu/kvYBSlBLSIO+lv4DcK8V2sDvfCU2CX64Cm/TKOvLsASilYDZtziM4i+9ljNwLPqHBUU7HywAAEABJREFURHrkPbgOOXsFF/iR9zr9FukjhRgnC3xWq9VYi/QRHAJKKWMuaZPxBi6O//y/SinjUeZO3S9YpplfU0pR5y0QGgSXjJeOMqdcizgzLEDIWKFJ8Bf7Sn+5F5C+clWK6yZvhVbBq5Ti3m7yRcZKu6xH3hWoi3K12WyQdtlf6SO4aEiMtUq79Jc+sm/SvwhCj9Aq7+QqdCYYwyaTSfotKVmCgUPaI8wpxlgkkvdis6RN6JV1CS+EL/IuTFsnuQ5p0zUdglt4L1ehq7hmoVMpBblmyR/pL7iATV7Lr7WEI1EkWfxM8HzN0raB/QWH9E2QxhT3QmgQkHalFOnVDH4JfUWQfnKvFPeLMiBzKqWERZCPjBWZlwaduiUgfXLUA1mLrFdA+imlOIcOkXeZV9YjuKWvvBcAP0ptrkP68JGkK2Oc4LZYzHA4bLSxLgPMFh3Uis/6yP7IfggID2WM0CO4ZZ4iFJg3kbbPAxHd/1cZfJA9kTXInuZpD0QGZC9kjjx1/te4Csb8SinjKkgKyNHmZD4D4bustwjyLPgFtxTF5Vl4Ie8Fd4F6LnhkLgFZh8wv8ihrkz5FEDpkrIDgERC8cs3L3gui+yB4ZA12u92Qe5EvL/1Zl8sNwavU5ho0TTd4rpQy/HKZQ+f+ik4ImLkP0l9oElBKGeM/j1v6ybNBv6bBZrcZcwqe++QY/JJnAcEj/eWd8EFA1iRzy/ksz/l8DrqmGbIveGUOGSe0CA7t/jvhn4yTq7TJO8Er+Ay+cP+kXcbJnG63GyU80zweD+RZ2gW38EmeZQ7pLzgEp4DcK6UMWpTa5Ju0y77I3EJvEWRO0aUiyP4kmL+WL3FkqKc56nFWrsxP5bM5FChvxEj+aATjDoJbAPc/SqnNublmpTbvhUalFOQjfYWWgjwIsF0pZdhcWZ/wT/giY+S1gFKK892fk/eCQ9YieIrw637KmF9wCC7BKSDPSinIR8YXx8lVcEmb8EXuPw9iRwrcFxmn8XzVdQ0CmqYZsiV7IHuiUw6V2sQvOAUEJ/iRa4G8kysfjX+VUgadgqcISv16fI71GqFHIEe79Zsg7UUo4lVqE6euCY36Z/iFtiIITwSU2pwL/BTHczP59I/8S70XGgWHXJVS7PrZDn42QNYsUKQrS5nJEbL0PYog68hTX6SfzPubUETGKQ17J/0FZLxcZdxvgrTL+2K74FBKGetXanOdMo+8x/1P8TlL3or+yXgBwfWbIOOkv4AM1+mHaLoOOTNAmaBwApzG4AivSvE/2PwopaCUMmgp8k+usgcilwLyLHy1WWiLWCuwmCz0ny2QZ5lbG55LY4IBy0cffIhfvfIr/OjNU0wejkJ+uvXatUtMTl2gYzqBtbVlBhRriLMQEAoF6aQzKOChIsh9dPirqithYjAhE4pxERBDW19fj46ODnQzken1+OiEhyAFGnESHDTK5SxWmejI6hpoLHW4GQQ01Neho70NjY0NxkYJ83R2KCsvRxcTy93d3QzSW1FVycQxjZiLDluGTpYkhiWRvcSCBaNt1FRXoaamCv4SHxxOKw+nFMorSg28bpeTCYE1TM9MM+gPAXSQZG1STJUC6uDgAIuIowzu57C4vMAgOE6IMUDbgPy/FnSzzgTnItaCQSb0Fgwc3AsGknaUlpaiubEJkmTauW07WpubEOC8Po8TzBXTeY+iwMS43+9EdXU5Gupr4OIhL/ttMZsYMEYYCCxAvvWfZRHR67YhEChBWSkPLSbb8oUEcUSY9FyFBCQKaeSySQbPPoAH8cbGKubnZ2Ay6QYtkkguK/EwwGvgfFWGwQ+Sbkmez87Mcm/XmMBaZYJxhXszi1UmBrJMvjqddtisZgoYsEQeRKNBLC3NY2joHgPTGWzd1ouDB/eju7sDLreDgXcG0UQIS6uLmFucxfzCDAU0B7NZgwRelUwqlJT42aZIg53tJoTDQWwwASNJ9kom5gKV5ahn4F9S4mMA5kWOBd2pqU358/nd2Lt3F7761SfxIJNPvX21qCBfGxoajMNsbm4OFy5cYGHwJi5dvgr5S9yBgSHkcwUWWBKcVyM/yklLBXlVTmOrw+Gwk3YX5yqBBIFtbS2ora1GA2VvC4PwZu6dFNonJ8awwGSZz+sl7TYmmLLkWxDi6Ebp7CaTWSSTmwFJOiX3cerRMMbGBpDJRNk/wSReDn6fEx63BYJ3377DbEtjmUUMkZ2Dhw7hiSeewK5d27FzZy9a2xuQpZwoLWskdA8d3oPGpmoEqvxcg48yYGIyaxwffngPn3wyhLNn7jEYXkV5WTX7b0NXZy+TQ6UMDnNY2wjDZnfwXQUdnLwhr00stJSU2I2AUQ7qBJ3nYQbiQyyYxKIxlJaVk1Yfg/w4rl+/YfB2YyNInjkpExoayPc4A9KpqWkWMgZw/dp1rjXDOZ2orHJh+/YAduzoNeTDy8K5y2Wj3taT7znOGYGNTtXiwjyLBXeYUBiBFMyWltYwN0t9SyRxYP8+PPLIMRw8tAd7929HU2s1qmrK4aO9EeNqZxK4vqERi0srkGLwJOkQW/PCCy8webMf9bQ9fq8He3buMOxKVVUlqmuqofEE0KAoF8AnH53FxXM3WRQIM1FXArE527ZuY+LoMPYf3M3gvw2V1NHZ2WncvnML8uWA27ev4/KVc5SxU7h09TSgUmhsrsaePVvR2FhNntkY/McQi4Zp08wM/Mzkd5g8mkImTX3QzJgcmyJMshD+Nk6fOQVJHm7Z0suEXj36ejvh9bnQ0tyAKiZSykpMsFrANg0OBnBJFqdDwSgEzp+7xALkWSaTbjFRMoWqylqUlpRTH+ycP0EbYCGvE1BKYWV5BSEmCZTSoPEgn5uf4xWUv0XqYYj2PYLTJ8+zXwz79nXjwQcfwJNPPYKHHz6Cxx5/AE89fYh8bWSCaALB9Umu04ESXxmhBBkmv0fH7sHhNGF45C6cTiuTs+3kRyNpMEH24hDlO0fnI8EzJMIk2/T0AqRwFonEcef2XYCJvCyTdVIMnpoax7atvXjyiUfR2tpEXVvm2rN46qmj1F0f7g2scy0x3Ls3jHXajzDXdZMyKsmR5uYWPP7YIyycvojG+jYjEVpaUmkUDgCdcw3gz//rK/j3//6v8dOf/hx37tLWT0xTRyIoZwI9kdYwNLKIC5ducp9vUe+XuZ9BnDl9G5JYjZH29949h8nxJXS1d2Hblj4myDRDl9fWoiyeuGCx2rieHAoFjUnC27TVG7jIBObkRJD4YrQNs4hGI3jk4Yfh9/t4rmYgCe6Z2UXklUYbVA85J1eWV7G4uAjFJO3tm1fwi5//mHooe7QGFBQKmgkWm5NJaRMTMhq2bt0Hj6uK8pzmPDM4fLgXx47vZiKzgvKQgiQm83kzguR5OBLDO++9j4GBYQwOTuPuwD1YLCbU1NYgHAmx8DtMOz9LPq/T5g8S3wJcLhf5Xwafz2fA7Owsbc0WrrOAABPz4lQI3T5vKWXWi48/uoRXXz1NmQqi/+4Qab+NewO3ce36OeIexgcfvoam5hLKuhVZBm91NRV45tlHuP5qVLPQD6VDNytUVHmhtDwWaR9iyRwWF8NcTwEbTIDWUq8XZ9aQjqUhxVTxQ+7eG2KR4S5q6qpw9Mg+2qp26JqD+7eA+tpWdHVsgcPupQ0wYWUpzPWNw+nw4733PsLf/OCX9DsK6O3tg5vFPU2zorGhFUODE+js3ILO9l4mj3fQzpVj564DTKqZMTsdQnUlmIicppxc5HmTgfylzPmzV8C6Em1OBtVVpVxTCXEDJV4LXCwSxlgMCodypM0O5L3YubMHDx1/El1dW8mvUSaRfejp3kf5syDH/RY7EYwEkcnk0NzUiRJ/OZ568il87WtPoLYuwGcHJidHuDYrvvDis5QFJ8opXxaLzvMiDkX/IE/HVJLFbW2VWFnPoa27BopOZziW5Hlyj0Xl1yEJ9oeOH+Vam1FVWYF9e3airMQPq9UCTdexthrGp5+eRZpJRafDhbq6ajQ2VuHf/bv/Ed/8xsso8Vnh9ZqpUzEMDs3g0qURFrj7qVNn4HBolHkHrly6QHtzkr6PC4HKarS29LBYeQYXz1+HJOXN3Pf2jnrKyzX6HdOQn50Uv6K2tgrdXT307erg8/p4rtkok37ulcZztRbr6+uUyZ04duwR7sVVbKwnSKfi/vrwwLEHeL7uRWmpD076gKUVfrz5zmtobatDfWMZrPY02jvLsW1bGw4c2Ik//qPv4MnHj0Aj39556zYUdafUF0Aha0WgrIHylsXZk9dwhQWhhYVFfPTRR9zfLGlYw2uvvY+btydwhudyJe346lIS505fxdTkFPcvjPc/fIVrmkNLay3PlWm20W/g+VBFP6i1pQnVNQGYTQXs2tENn0+jnM4juBZBlj6W22aB3WTD0O1J5BNplHqcWFuZxOT4LZSV27G+sQ6bzQyP38lzw0of2IPhoQkMj8wixUIE9AI8Xg9us3D8s5+9gqXFaXR0NtI/9vC8yGBmOkH/aYp7fBWnTw/SLnA/3U7s2r4VYpd1pTA8OEI7EcP8/BIKeYXZ2XnDBtbX1mHw3gDb8lhkwv7cuU/xw7/9Kd5+5y36ltOwWLMIh5dhtRRYAJmDSUsiGl1HgX6s6LrL4yC9PkhhAvxs2dIHO5MpccpnIFCNrVt2YXZmBV5PGc/Pk5DkeUdHJyYmpuiz+LkuO7708qMQP9lJn+POnbvQaCenpseQJu9q6UMUCkkWzS7gHv38/qE7ePFLL+DxJx9HRuWRzGZ45tdCMZ7RdEXZrkQ0so4PP3gDmgpxvlGEWaysqvQgEDDDX5rD1p2tGB2b5rkxCLdXYaj/Jtz0e49Qn2tKTZSTefzdj/4e8SxtVnyNtAFbuvsQZrEFuSDP/FqeUx6U0k/fWA/h3r1Z3LpxE9/+5hdQRV/K7S6go6MSdY0emGwKJeU6auo8aGrxo5+FudLSEnz68Q384K9f5V6u0Z6YcO3qDWg6EE+s4ItffJzy3IeHHtyJP/nj7+LY0ROoqa7B5cvXuW+zlL8x7N7fit/5J4/iyINbaPND8PvLKJMF+Hyl9CdKyFcb+rY2U4f2Ymp6HcNjC/jSlx7E737vC9hggeby5XHks3kWnRJobGxiAXEBHp8LTrcNuXwa0XiYvmA3xxzC8y8cZ9y0gZm5Fdy9O8r9XOP7LJRmoy+UxZmzt7i3F7iWDYyOjkJkzmnXsbo4jzrqUo7zmE1WSkcOJnMeSk8x9tKhGER53F7a+wB27urE8184hq9/+wQa27144aUT5GUARw7tI84FvP76KRZzrHBYq3HuVD+LMcuMgd/D6PA4cVlRynUjDywvruDUyZPo7e5FRXklOto64bA4kUpqWF6KIBxKUpZd8LAQJjHXEovz8/NToJsJQIPVaud9gedEjjKtUFNTg61b+/DP/+gr2LK1HLdvz2NuZhGDA6P4L//5xyzwXaAdvkyezFFPMuCiqJMp7kUOO3fuRFuvsWMAABAASURBVFtbG7KU0daWOsYVedqiFF567nHqZjvWlobw5Zcfw1e/+hxloxpv83wfmZiBxe7FxNQMrt0c5b0JjYxrmlu7UR2oQ0tjM3lyCPNz0xAes2aD69evULYrgUIe/hIHaRnH3f5b6OrsRk11LeZmV2g7BmgDxhijJdDe2kgbXopMOo8sz6lVFg1XKMcpnlPT07Pk9Xt44OhxlPgrUVpaxWsF15Cj3ocpOyHaBDfCUfFXzeju6aL8rfGMmceXv/QYvs54L8WCXh39gTSThna7k/bAzT3yAbCStlWYmdxo4DoUBT5HP6K8ohyNTQ3sY8ftO7eJL4y+vg7OY4LH64J8sbu8rBJyFlrpqzl5hoVYYMtn8ujt6SFfkygpdVOXHdi3f7fxJZWmunKuL829SMJqtSLDJGZ5WYBxX9JoizPBKcn/4aEh+k4jkC9ha5RHoe2xxx6jPqxCU2ZYzQ743KXoaO9AOpkhZGG1uBENZxGOpHD95nXotI26VTfyDXnyc53F3Hv9g2BNHRssAL7/7nuMPy5CZzzQPziECfphQcZsIRa610IbOHnmNG1MCpWVPsgXPxUyPP/MKC/zcdxl2krxLeyIRJMIVNDWaVbEk2l43GUYHpqmfxXkGRKibZjH9OQ8XHYPxsdmqFPbsH17Laqqagw6Sn0mNNbXIhmPYm5ulusepe7Vo7amlrTacJln/Dx92pWlRRbwr2J6fJy+6RpGxyYgsaRZN6OZsbbY9/JAGf0WM/kaRjIVhK6LPchByZfKrToyLP7nGT9o5EeBkKXvkUxkEA7HEAlHyUMbzCYLbNQ3v78EWRYp5xhLij2Ns1A9zUJ/KBjnnuuI0VdcXFihjAVpY1YghepoNM49W6VvPmFcs0wwRslTeafrOiRJV+A5B1IEaKSPbXkQHwDSo5QGRZC+bKFe5CjjWWQpJ/lCwRgPKOMfTSkUwWQy8QzUoAEGTl3TIfGZ+NI5+mrZbBYSn4u8SZu8kzE6aZJ7pRRHAkopA4RO8KOUgvTPEodSysD5+THST/AKfukn+NPMo8lVQNqlj8wh8yl1H999ehIsAMo4oRH8mM1mOJmLc7vcBh24/xEccqtpijTAgEJBeJMBGcdnrl3bBKWUMVbmFJB55VoA/yEP5VnmE9pkbqWUwTOZI8LCo9Av7dJH1iDPUeqErFP6KKWMfZD30iYg6xAQ/ZVChYwXkD4yj+CRdukj7UopY1/lWfALXlm7xWI2aAE255C+QrsA+JF+Simjj+CVZ9kPsSV25kKFd4JH2mWdbrcbXq8XUgSTPvIO/AhdxT5yFVxshtAidMYYX8ta5FkpBcElNAjIfPIsYKPtkCKDtH3+ncxTBFlDPl+AbjLDbLHCQjurNB0W3gtNMr/Qo9NX8ng8tMt2yFjBRzYY8mfQwQed8loE8CPjRDblr1nlXiDPgoj0cTK343K5DNplfbIH8k4pxZFAvpCHPAsU32cyaYMH8iy4ZF7ZI9ljAeGNPEvOTkD6FYiH2Igry7FJCA5Q1oQGi8VizC9rk/UopaDUJhQoiwIGMfyP3AvwNWSsUsV+IM4Mz4cEbUyEtirMufJGH8FZpF9oERC6pV1AKUXMMObE/Y/0L76T+QSkm4zL0M7ImotrlausV0Du5b3su+zPfXSGLsi90CztchWcMofJbDJ0U54F/2/iFnxCc55FF6WU0Rf8yLO0yzjBo9Sv9UHaZA1ylXcyH4eQ5QWDFpmn+E7oERmTNsEn/WSMrEGuMlZAnsGX0o8Xg7fSLuPlna5rRpsqwNiHIi+K/WWMRvujUz6lv8wp12KbyIHop+ih3Bf7yVXoErkSnIJH3su8MlaeBY/gk7GCo/hexiqlDJ7JvbQLSH95Ll4FjzwLKLXZX9oEhE+yhuK+GPucTNKfSEKKqjr765rGORQUhMUF40ySMUUQHHwFpZQBglcpJU2EgiGrsl8CslbZcxnLl8SrGXwtjhFcAvJO6BU+2Gx2yPplbdJP3st4uQrkKDtiAwS/PCulDDoEh4BSm88yVnAqtSlLgqMIRbrSlP9im+DL027laU8EBLeAUsqgu4hPrrj/UUoB/Bf8SF8ZVwR5LgJfG7IqVxlfBKUUlFKf4cf9TxGH8E5o3aQxb+DIk8b73YxnmUOelVJy+QeglDLwK/Xra3Huz1+LsiP8knsB2QuB4n3xqtNu65qJeHUKiIYC/ZtCHtx32fvidZNWoU1AiJKrgNwLyH3+Pq8/f5V2eS9tsv4kawyiKyKz8iz8EBCebPYtkJZfr0/GCiilIGtUanP/BZ+MERz/GICfTXzKGCe80HQNivoAxXXRfmdF9gg5LjgntLMtTxC8gh/3P0opA4dSCkptgkY8glNA7p2MSbT1tQ0GGhEmPZYxMzVLB3kDgyyWLbF4ppsUEzOlqGRyp6m5Ec0tjWghtLU3o7q6Eo10gnt7e7B121bs27ePyfan8Mgjj6CHwYgEjI2NjWhvb2ffalh5cAsTg8EQkxGrnDOESDiMUDCIPAt3VdUBdHV1MKFQT4e/FAUucIhBya3btzFBB3yORT8pvCwvLfHQS0PXzVRSG8w85MvKylDBRK7T6TCEQBwJSa5LgTWdonEhSGKmUMiCbGRSsxJdnV1MyHUxMG1lcFfCAMsDl8cJk1mDpitYnVZ4S9woC5QjkTaxoBqCyWJCA9dc31DPALMENpsVDqcdVSzaBioD5FU5nQwLHQ4L5BuRo8NjDIzPYWF+HrpWgJ0JMCcTXDa7Dj+LatUsHFaU+413mWSCCdMk6G/Ccb+f02kjLo08WmMgNs/1anC5rORNis5cHPRn4Pc7UFMbQG1dJRqbauHzu2gw00jIX7YSWTQa5QEeIn/Kud4OYz+cDicP+CyiEijwfZRQoBCJwa9iwFpRXk6hKTCgWMIaC6sbTBxZSbcUYkKhIFZYWE+k4nQ58phlwfTe8D1IgtfmsKG+oY7y0IdO7mVdXT3nrYSmmRBlMBOPZ2C1OMgHFzRloqPogziMPp8Xsi82ziGFk97eLiMplkrFGFTF4fY4YbObuVYv98mFWDyCAAuzXV2daGhogNCtaxqTGlEWSsYh/1+VmzdvY2ZmjmtYY0FzAusM7LMM7BU0OB1uVDF5GwgEYDZb4HZ5UFtbi24W6nsozzt2bIfdboN8q7m//y7mmRDUyUu324FlFopz+azx3umyI51JIsOCNxis+nwu7p1m8H9jPQ7FTMzWLU14+MRBfO97X8V3f/dFFqX2Yu+eHvRtaSf/g7h9u58B6yKDuxQymSziLE5KMnh9fY3F+lkIn73c0+7eNjQ115CfJeQnUMrk2f79fThyuAs7dtRg9656bN3Sgo6OdgTKq9DfP8DCxSWMDI9iZHSGAeI6wpEMExZRjE1MIhiKEo8Z8s1h0Y2NjQ0WN2YhP/F79do1DDOBlWMQtmv3Lrz00kt4+qmnOXcA85Tlq1evEd84JMmlAGTTGSwvLAE8GDxOF5O6qyjxWdHYUE0+WVBVVQH5a/ZoLMxA/iJeeeWXeOutd3Dq1FkmZPqZBDyLTz6+gnv9Exi4N4ozp5nk7B+CiXsTZlHn7t3b5GkKSmURqCxBSZkPjY2N6GRip6GhkWvuJD9KMckk9ZXL1/HuOx9CaDx//jz3fQNiuKVgVV9XgzArG3fv3IGuNOzfvQe//dvfxDd+64v4/ve/jRMnHqJ+OVARKKWseSg3I7h27Qqvw0y2N0G+3d3Z2QaTSWdSrYLrzmKBRdZoeB27d2xDY30dNpjIHxsbx8ryGnLZAlxOLzo7elDNBFRpqYd8KWHyZwkWsxVlTMS4fZVMtEZZfIkaeBsaaiFyNjoyQP4OUscyaGsN4NvfegZf+/LzTFA48OGH5/CTH/8cVy7doH6GUcjpxGdHV1cfbe8WtDS3Q76Nf/z4Q5SnOPl8GleuXsH4xDhl4gJOnfyU8haFTju3vLKE8vIyVFdVk4Y490mnfphZ/BjkHn3ABMgFJlNGCSMAYsjl1rB3bwMslhT36i4kgS18vnz5ijHX2NgYCyHT8Hi8XOcMdXCW81DXfSVMStfBzQJGKBSj3A/h7t1hJJJZJgj3YOeOXaS5l8n8StqoNq65hWOnYWYRqJ4FMb/fTpuXZUJnnLpajSef2AWfz075KhA/yKcCaTJx369y/lmsrKyyiDnAZM41rK4Ecf7MLbz15nlcvXYTdbRRHd0VaGj2QqMR/eDj03jl1Q/w9jtn8Fd/9RbWqLso2KApK22tDoo35a4KJx7ah0OHjmDntt3YsW0raVnE66+eJ5zCL3/xAW7eukVZL8Wzzz6BF196GD3dDdwXMxqbyrF7bx/X14hde0rw/AtbaPsK1PtZ0jqNQl5jgrIOJsrEx5+cxt/87av4v//rX+D//M8/4Plxm3TwfY3o3jQWFgjzswYvaIYQYwJO/jojHtNRKDiJwwOn1wXdZcONoStIqQSGhudw8eJtvPGrj/D6K++zgHWexbIxg0fNTS3kmwVlFQ7uX5Z21oZ9+/cZX+p48aUX8Ohjso4u7Nmzh2OGDP03m80IBoOUvTXamXu07RHOXYBJ1yFOSCGfh02SzbEcmphUf+G5x7Bly1Ym9F/Cl7/yBORnp+Un7J948hHs2bsddfUV+NY3n8H+vfXEv4g7d27RVq2jq7sDDY3VyOYKtNNmrG3EKT927rsHgZo6FDQL/CXVpCOGjY0YnE4L35u4jhxlpBbPP3sC/+b/9SdMDk7g5Kfn8M7bH+HcmSu4cf0u5maXKbszkGScyEqJv5R6UEGb0sE1AJNMQMu7stIq1NU2Ycf2vejq7GWifRr/7S9+jD/7L3+L/++//zO88osPcO/uHKIhILiqs6BtRXlZDXX0Q5SW+LC+sYIvvPQ4nnvmYXzzt57C44/vwKED9di2vQlN9R7qUwoPn9iDA7Tlhw72oa0lgBtXPsWrP/8RwKK+lnFRdu/RZl6B0uwsQKwYOmJmMnd1fQVTU6O4cZNJVVOB+7BBPa5gQtTBYscYfvXLNxCJJMibNRZzQR5qPCutEPvV0t6G3/rW1/Dww3v4bEIlCysej49z2LARSlGnFHbv3knb2oru7lZs6etiQi+Orq42pNNxyM+V79ixB24WhOcpj0bik/ZhcuIudC3NwqsbzU112Lp1C1yeCuNsu3Fjkf29mJycoT8TZPHqBZSW1qF/YIr+ZwyFtB1+dxXWlqMYoP2/dOky11qCw0cO4LEnH6VPUEIZHEcikUMknKTcOiD/H+n/+md/zXNrCF/+8sO062nOn4X8vO5NFgqlcPizn36CSRbaurt6cff2EP7mB29jbTWGdcIwfTSb3c5zcQklFXnsPdCEWGKaxZ8g5ubG8c7bbyOVDmPPni709frg9zm433dgp+93/doYzp65jfKAj+soR2VFFXxeH9bXNyB+8VNPP4jDR3dQRl2oobx2tmxjn3ocOXSU+zaBdvrRlRz74x/9DfVFUc9py5QVb/zyY9Y6rYiwQHXkyDbqYzMd09flAAAQAElEQVS+8IUH8MSTO/Dbv30cUix55unDeOqJo9Q5E3VPIZ3KcU0buMLzqrzSje6eJjjsDmSzIZQF7Pjil57FM8+8wKLHdiboUyyiryJLA/L4o4/C67ZgfmGchdM30NlVhWCY+89CdpYJ4oWFLCoqKNPlAXozwN17d/GLX/4So8MTXGsAy0th/OQnryIYTCJOfa+paeS5COpfg7E/4pdLvLBzTxMOHurDxOQQJqdG6L+V4THO/S/+2XchX04YH59kUnudPlGa+qezmDho4MgzuMvnFG3lAgs8dzE9NY/XXn0bGosoQdqDDsYX8hdlv3rlNcplludXkrYjCCftXzVt5sBAP8+ye7S3Huzcvh1lpaVwOqxoaa7G//xvv4IvvnwCD544gKGxu8ib8ujb3olPznyEYGwFYUI8FUIsGUJppQ+PP/M4utoa8NChvfji84fw8LG9yGZC2LazHn/wz76E//B//SG++/0vk5cLxtrfe/dDhDbCyKRTqK+rRXVlFe1DirR4DXm5du0mddJi0LQwP40wfbIQ7YX4EJXldupePczWPJpby/CFl4/j9//py/jt33kOf/bn/xpbtzejtMJE39iMGfogJ09+gra2SpQxHogEE5SdKPbv6QW4a01Nfng9WcrdVtqpZdrAU5TtJepQHBPji3jll5/Q7tsRYbETeobrXWeRJYQrV24hxWJPLqthbHSavowf7733IVKpDBqbmg27ury6QZ0cwpEjh/Ct33oS1VX11EEH5TENG3UklUlAtwAR8nBodBCvv/UalldWuI+L1JMo9zuD3bsOUi5med4vYeeuA+hnkX5yfBXrKwUE1wq4d2sG1y8NYHJ4EYO3pzE1TP9Jc9KHScDJmK8i4Ed7RyP27ttJHrTQPmRoFxbwxpsf4KMPzhpf6HHZyxGN5enP3cXk5CwaWXj7nd/5Ds9T6vlsEO+/24/pySXybDcef+w4Hjp+GLdu36XOPYIdO7eA4QX8fi+cDjvP/TFjDeVlFbh7ZwTvv3eJZ+kGeUm7kVWIsijYzcJrfX0Tz93LmJtfgJ3Btq+0jO9ikP/lzSr9+8bGShw8uB2/90+epp3s4znTxvjIhq7uHVhZC8Lh9MDjttEPXICcgWWlFRgYHObaxpBiEUk36+jua4WNsj45M4kR+l4nz57FJ6dPoaKqinTvQmV1BaCAGdroLdu3ond7PdZC61jaWMfte/e4zzHI/9IjzT2VL8UWVArbt/fiwQdPoP/OBEKrOQzcmMf5k7cwPbKK6xfvYeDmGLZ2bYXX4cXY8DxOnuzHW++cxt79h+Ep8cBiMcPOJFqExQ2n08mCpgPVtVW0yTOYZhE2xPPlwqXrmFtcQoKx+UYoDKe7BDt378WExCaMN/1eB3mehsWUQ2XAS79rN8YmBqhvWdq7LGV+HqP0sxm2IpstoLGplXwZp90uwOPzIMNi88zsDO1BnGMyyDDRVsWcRQXjebmX2HCaxeXWljbKQBhmiwW1tTWw0Le5xvhmaHgYK4yJFunHf/Txh1BK0V8vpU21UQ9cSMQSkISlxENOh4trtiLPIq4k6aUA4nK5eA5pqGKcWVpSSvlYId1AMBiknUpBp32dnp6i3I/DbDZBviAutrKWdkJi4uaWBu7nEG13AGUVtTyDdFRTZi0eNyrqq/D13/423CUV1JkFeH0+rDLuiDGHkM6mOU8WnV3N9KuqSa+ZPtooxydQXu6jLGRx5IF9AD1mkcv1jQgsNo/hB7cyTtmz/0F893t/DKernP1reYa30u99GJPj8/TXx/DRx2cQpK918eJN1NbUoJ55h0rGS6sry2hubuR8Fph1E+2zMuxaeUkJXA4znIzt7TYTxFcw/lcatIUe+g4+nxeSw5G20lI/HJRlk8mMEn8JKinDqVSCe5qmnxahn1KgXYlD14EU42QDaJ8K1LkIY4rJiWmEpIi/tEKffx1x6iFIidVqg9fro+56EaRvv74aRSKeox3LY30tYpw7K8vcF56hDrsbpSUB5LJ57lXY0NdYLI5EIgkpqkYiYZ5PechH5CjLgmsul0OOe5/jmDx91XyO3GWXAs+ugnGFMSbP+BhQlGsTzGYbrzr3qgD5aDQwmtL4zL4cJDiL7ToXbGLBVeaTHFqaBU8BcA+lTz6fv49/8yr9BIo4BKlSCkop3haMvtls1hgteD8PRXxCj7TL3IJf8MlVcEquSN6ZqStJ8kWei+MklxQKhYy5BIdSm/PKewHBIVfBq2mKtwXqb9qAPP0RyUXIugrkgay1OG+e/BWaBTjIWIfQIu+ln9yLrRG65L1SiuePDQ4W5UyUR6VkLkBokrmVUpQj3XhWapMvSimDbqFRQClFmTMZbUopo6+0F2mQ9QvIczweN2RE7oV2uSZZ2JACh9BYoKESKI6Xe6FZ3klf2c8I7aWsU9Yg7wSnrE3GSH9pt9Lvt9BWabpm0CP3NuZW7fRhhRYZJ3PKOMEp9zJe0zRj34vzZVJp2qE05ZbCChjrFNyCS/AIyL3wVNqVUuwF5Cg1IrE5ricr8qzpyEMhSZkMMZ8ra5aOQqvOd3Ivci1yISA0CT1KKYN+pRT3PmvYZ+GDgNCeIO/ElkpfoR38yL28lyvJMPZP13WDdpnPRLthop4ICP1FkGfpJ3jkqpQy5hNeCF+lXSllyFQmk+I+xhlDxhHmeoTmTCbN2WHMJ33lQfgsIOPludgu9GV41shV3um6xrPBAuGh7JXQJDyQPpvvdYN+nevQNE1QGfskaxSQPgLGC/5H+hXXo5QyeKhpukGbUptr0O7jAT/6fbxCj8iCrKeIV66ffy90Ce9lXdJf9lJA7qWvUsqYT9YgoNTmfNJfQPqAH6UU/wujr9zIeMEr+KWf0Ce8kLkFBJemb65BnuW9XJVShnzmaV+FX2kmYj6PR+YrgvSXcUopQ57SlEehXfrL/NJP2kgV90Nsr4kykKUPGaeNjxog+iZj5Itq0l/GyXiZW+iWNrnKs7yTe9kLAbmX8QJyL+sugrF/ojRsEBoFhF5Zt1zlWfoIyH2xTfBKH7kKyL1SCkopY7/luQjyXsaBH6Ezy3NJ9jtBu5SiLskXeihYPA0BRd0VnkqbrEXolTFFEDpgfJTxX3kWkH7SX/go1yLIOOmolDJok75Zni8CuVyW0+bltUGz0Ck0yzqlMU9aBE+Rz5tjcoYuynsB6StrEyjeCw6RIQG5l3cC0l9AaPj/B8baSZ/Mm6NsST+llCGvgl9AKQX5yLsiyDrlXq4Cci8g/QSUUgYOoaMIgkvu5arU5/UlC1lrns6C0PCPwefnkHl+E3D/o5Qy5pX3gkfwylXGC0h78aoU++qaYXNMYi9182f7YrpvOzVNh6Z0KGiQq0m3QGc/TTNBKY17A8KmQCvFXrQ3GkGnDstVqU3eKaWg1CZIuwAfjbFCk9AotMo+yHUTcobOyzsBoVsgSzkq9pNnGQ9+BKeAUopPoKzlDP0X2d+UqTT1PGPgLI4rjlVqc4w85+lv5LgXMk+W1xx9KnmWMUKH0CZXAWkzJuN/lFJQ9GOUTl6VMrng95XQefXDZqXRZyC0kXIBKktnxIxqFjmrWAypZTBUV1fDpHIFystLjcBCDloTA4FEIs7k0BRuMZkswYVMDH7kMFxYWGCwsohIOGIsis3QyHgxWuJ0zTLgGehnwuPCRSMoX1pewuzcLKRQMzAwgps3BzA7O28cbtlMjswCDWACwY0gkw9hMilPOm1M0rnh8/lQUuInbWUQJQuF2YcQCgUZVCXhYmDndrvonGeQZhGsgsXMHbt3oGdLN2qYsG9qbUDftm7sYVB+8NB+9G7pQVNzHQ4c7MWhIzuwk4Wlzs5Ow0FbZZExFo/CSZxyUIboQE5OTpLWWczPzWOehbwxJupiTPqNDY/j1s2buHb1IoYH+xENb0DX8nA7bUAuTUO+gTUWKOMsNkXDIa5t3RA4k65xrTEmHdZ4sG9gdGzE6MdBqKwqR3NTPWpqquDxOI0ikNViYiDgh5uBXIwF0tXVVVSyyOtnQGOnUwl+ZB9CwQjnN6GKBZTW1lZ4GWhkaXwFODGdiQTWWIxYXFhkwJEygiKzxYJxCf6mpiCCY3XYEGSh697gPbzFhOMvfv5Lru8Gk6IrDE7WmMCNQNMtqAzUwu+rIO99qKluMJ41ZcH1a7cZmH2KNQaBJhan1pgYHh0bNtZZWuqD0nJGMVHa4iyeetxO7n2W9CSpoAUEAmVoampAa2sz6lnEqghUopbyuWdPH/bu3ck9O4Bjxx7EQw+dYHJgO/x+P/nkZRBj4XjFNSYZSG0wMTLBZNtFJj0uQuT3KotO8v+Bi8djlNsFBpADlMFhyF+H5XIp7j35Vl2GklIn15clR5Nob69iovwZvPTiEbz88mP4F//8KyzOPW4kQB88fgD+UgfXOc81pUi3F53dTWB8R9DQ0FjPQLoPPd3byOcqVFfWMXFwBM899zyTn8/ikUceQkNDDRMwAzh79gwLIwOIUE7M3OuGhkYcPnwEXV0tyDGhoKBhmfpz7cZ1hJigKKVuHzh0CP/yf/hj/C//y3+Hr3/9RTzz7DOQIsm+A7uxVf6y+PABFjm+hF27dpH3MRYyphn4Z6njASavy7GyukYe9BsGqqmpiTz0kH+gXFVSztzk4TrMNKJtLc0sDjRgifpuMimuqQM0bSxQXcdf/dVrSNER8vrcCAY3iCvHfbBSd0Rny2AyeUF2M+mhoa6mBTXVTUinC0wU29De1gGP182EwF1EKG/B0BriiSgmpibx4ccfky9DsFA2KysrSXcI7753Dhcv3eKe3qPu5NHS2sJ5nMSdpZ5FDTtgIr0z09MGr8oYwGtaAeHIBjaYvE6m4kgkY0ZS5/Tp6+T5EEZYjJoYm6HM3mXybBiFvIW20gOnw41kLMUk3ByTk8vkRylqSf/GWoyyswan00+Z1akTq0x6LCEUDGOVyUexZwsL81hZXjR4RHMISSiUl5VRDrrInzTnH4FOuvr6OrkPbto4MwqFHGJStSkkoSudfLMCvK6shIxk5/DQBG3PMnUkx6SGEx6PB2ITFRRiZHB5eTl6eroNvfd6PdSfRvZxM/GUJt4wbAyOjx7toxwqJi1iCAfnaAeWYCKBASbTnTYX9a0DvUwUHjxwDPv2HEJDfTMOHjyMlpYWyBcSduzYhb6+Ldi/7wD2EcTRuUDbLl+IkTXW1TXAbNYpH+1opsyMjU1wCWYm3Dzk0Sx6e7tIVxNu3+rH6dNn8Zf/7S/x6cnz5G+MfElwP6tIQyMee/wIfv/3v42nmeAuLfPx+gSOHj3CotR+LMyvschxEwsLK9B1K8+DKlTXVKOmthyXr1/DOnm4n0VRu6uEBQUb5aqAudkNTE8tMwloQpm/AvV1FZCC3/LKIt566xw0TWGFCaOxkTHjHLvXf5fJ3jxMOhBh0FVRZsOW3l54vJQ12onde7YyKfVV/If/+If46leeYeHgML7y1edZ8HmB/NqN4w8dLvWDwAAAEABJREFUw8MPn+CasgadKytrhg5mssCZc8N4461BxOMKkiTWlAkXzp2D3+eEznPDpJkhPxWWY4LB6bRSdyLUryTtQgyfMpk6tTgHuzsFs0NhPbxCXZkjb1OQc8JBu33jej/XOg/dZEM4HIckHKwWK3W61NiTGZ7J8lObPr+HMqYhFotQD1uMfRFH2mwygcKIKurcrp07aOs3aN+dkDNbHPcyynFZWSn3cgu6OrsRiUbQ3dPFPQjQps/hxo0bLKbfwieffGrYVTMdtdpqPx46vl9iZCZF58mTOBaXlmgjHUikuD9zyyz6WCnXNhToCE/zLCowtI/FQ8gX0ix2deLLX3kW3d315OtW/Pa3XsChA3tYVFjHN7/zHeNMGrg3QrufQzllWb48kmLAtbq6Qp1cgaxV+BMKBaFUnsm4Ddy82c/zfBF1tY2w2ZzEsUo7dM+4/+D9O7hzdwl3bo9RTwrcgwyqqsrQ2dGOikAJ9h7YCpdXYf+hHjS0+nH0wW3Yu7+Dc9vgL7GTD0vYsWsnqmrK4afsZHNrCIWnsbwwjIoyJ/bv3869VuTTuGHLSstcPENiiCcLuHLjDhPhQ3Azue/xO0i72/AFLBYzEtTzPB3PbVu3or29nsnhAm1pipD+zAZubERRU12N6zwnerf0Yvu2bbRNa+jr7USJzwef14uN9RB++Lc/pF0ZgdnY7hRp9zDJasEXvvQsXnjhaQSqAjxDtqC1rYnyF6bdcNC+BnH+4hnSGcfDjxzBM88d5rnzCP7Xf/eH2LurBhfODuAXvziDN6lTf/2DX2B2IYRwJI8rV+/i/KVLsLIA6OVZXVNbz0KRxzh/FpYWjT1xuWyUMy8SiSzt8CDOnD4Dt9uJJ594AN/57a9ix44uHHtwH2WhG3v39EJ+dt3h0FBZSXtDv036Ly+uoqUxgDRxhDcSiIZ0OGwOBCrLeO7uQXdPIwsoD8JkycFhV4bOX7p8Bh6vFd/7vS/iX/zRd/HIo0fR09uEP/lXX8HvfO8R9G2tw+69PaRRh/waxvLyKvVtGjxm8OjDx/CH/+TrWJqZgNNrpi33oZDXUe6vhsPshM2kodRrw84dvYbvVsuEv/wE8NDQdXh9OiKxRfp/80xWhbDvwDbs3NOJfQe7cOx4L3r6qvG1rz9OO7sXtSzWlpSUQaPP2NLajo2NEKgo1MFW8jRLX+tNXGKRIJHUyD9glInnBBNHvhIftu/YynO3AsHgDNd+ACceacMf/NNvorq6DIFqB+2DG/Kz57rJjLqGJszOrZAflRgcmsfkzAZ55eM+xbm2Wvz8F29iYnKOZ4pCIFCF0tJKDA+NEFcFbbwVeSZMoxHa8nSevkIQf/FffsWi/0cYH5mh7XUgzvP0zTcv8PxRkL/4a2ps5fpDcDDh7/P6KI+TbI9ienqG+riMPp5FlYEAGhubqMcbtPU12L79AN5+6ww++OAMz6R6vPDiUZSU2SF2qKOzh7xZ49gZzM2MY4w+Z2NjI+1eN/7qL9+gXI0zUa+RnkV4PdVYWcrCaQ8gl3EiETXznQlDd8eRTebx5//1LcwvzCKeiOD23ct4452fYHJ6lMVIhQsXBzE4EsRrr70LOY+29m3Dvt17UF1RyTOsA1na7nweWKGs/O0Pf8CimQN/8se/g66uOoRCEdKX4LqXcfHCWYTDS3jzzQ/w85/9LWOHdbz3znvYtmU7vvKVL1NuduDpJx9BQ309+WejrFcafG/jeSz/D0yqBwsRGdqp88im17G6PEMfYRz99+4ixUR4Iq5QQjty5sxNnmPALAuLPm8V/cqDPP86jL2nOeE54MK9u5NgyIObN8e5piD8/lIEKuowO7OMc2cv0ZeewQT3MU3eJOJp2rMweRHFwuocymtKKP82JLJJODxO+iNpnrmrkKLGjRt3aZ8KGBkZh8f4EtYClpbDUPRn00nQF5hF/+1RrCxG0NuzncXXfbz2gQLOuHOO5+lBPMbCvIuL1TSd9tlKn9SCm9dmMDIUw+1rYfzFn72PKxcmUVXdAifnj/JMy7HwMTk5Q95eg8OuYWx0BoFAKTq7m+Hz2bBtWxvcbgvPvgbUN1Ty3I8zdkxiZHSAfDFBaRkcOboTR45swfj4BP3JNcr6OCbG5ukrDpI+jUWuGO7cmUKa8dVNxoApHvBt7V3k3xJm5sZgcyjy38V53Cz6XuWZsoKPPjqDjq4efPjBSczNRbivGpTSsEwfQSkd1dT19o5uZLN5rIfCiLEQev1OP9ylFcjrdqwFkzh74RrWWCgbHBpAc2sjxM6LIS9jgSpOWrbu3oWGtlbcvDeODfoA49PzeO2d93H95j0kGWcPDA5Q/tZRV1cLl8dOW+SFv6QcuRx4Li9Ttz6grAW4Z/O4en0C4/SdXn/rLfrQUaywWG5WeXTU16DCa6XueY12nbTNzazzPJuirqYwPrmMO/3TuHxlkPxboJ+RQXtnF8RnrAhUIMfC4OrKAuNkM0ZHBlBJH6G0zIL/4V//kWHjAwEfrDYzauqr6DOM0NZUMBawGvM73S7s2rWTutYMjXZLftJVfBc5I0P0w+Xnzd1uH8eU0y7ZsMJY2W4zIRheg8frQWNzG9feiknasrv9U1hYWOZZaoHX64VJ1yljlOVEgnphQoaxjcTRDz/0MLZTLytJO+jJ+HmOKaU4dhEXL16m3s3RVsTJtyq0MW7VGSe53Q6I/a3iWSpfABkeHoLVbobFaoLOGDga2kAmk+H6Ruk33UagqgJXb97AD370M5idXtLhJLhgtdiwb9cu1PB9IZdAPLyOmsoSHD10AH09LTh65AjtX4h6F2OeZRCd5PP+/YdhtjhZ7F/FNfEp+ofx3/7yR4S/R3VdK/lQRjq7yfsZ8qkBybjGYmcJZudpj1m86aD8FCgry/Nz2LNzG+P/q5TJDOOPNCQPNEMfLcq8SGVZCWyMVwPlJbQrh7gujfqewdTkBKbYZ2V1GSb6LhKjeHw+1FLmmmjPfbxvaa2nTffwbPHy6ofDSXmiX1pTUwmJh+RL6DnyR6etQBaQa4T7u878RYEGNic+3vKyMVcwGIJSJvooWawsBRGNJA3eOZ0+BOkTCczOLHK/VpBh/FkwiqEaTLoJdvolZtKo65pxhsncOuUAUHzOI0fFyBfypKlg3DNHbNzLVfqAH4nR5UsLkuQT0DSNsi52pGD01RhjmOlsiYwKbqUUlFKQfoLfbDZDYl0T/W+5T6ZSULoG4Z3GQIRYAAVDJsGPJAl5MZ4lASg4pE3TNKNN+COyJZClTy1zyjplDukv7TJGKQXZC5F9O/dd+gkNVhb2nE4H12CGfKSv4FdKGeuRe2kXUEoZ65CxMj/kQ1rlIriUUgbfREfzTGaSFVyrCbquSKsGq9XCvbIZV6WUDDPwCR8EpEFyikUahP4E9VP4bCWdNhYcpZ9Sm7QppYhbN2iXd1bGP+BH+FDEoZSCUpv9pU3eaXwWPLIGeRYeKaUMWsCP0J+Ix6kHWQO/9FNqc23SV0BoY1djjPBI2uQqfBB6BYeMk3mUUgYu+aK99JOx8k7XdIPHQoOMkcSvrMPj8cDr81Je7cb8Mo+8F5CxSimYaQ/NlCF5J3NJgS3CQq5AnLQX1yr3Ieqv8LE4VqlNnggNQq+u69B0jagUpLZaUBp4rBrnnTyLLEl8KXIj6xE8sg4BoV2eOfizfzVNcb9l33VoGnFRr4Qe4Y+AtCmljLUn5csj1G9pV0pBcAlOWZOMkWdBrJQCB/DfgrGfQofQJVfBJ/0EhzyL/Nus9s9oUIpjiUT6CA+LMqawOZ88S7vMJ/wQWRM8cs9hmzRxDUKXzCHtMrdc5b2ME17IVSkFm91izC10CQh/BaSvjJe+sh9ylWcBoU1A+hfnljHSJnhlrDwrpQwdE5qFR0K37Lk8y9jPw+fxyr3gkDljsRiKY2S8tMkc0scAbrpcpb+sWd4ppQxZFBrAj7TLGgQEh9ApdCul3Zf1DM+HtHHPTaPOWw0w0zYKjUTB5oJcDJA5BKdSCmbaSNmD4lyCW97l7ts36VucN0s/SED8wCx9qTTP8Xg8wfVFIX1kbQJyH6deyFVAaJZ2AbkXkHmENl3XUGyXq0CWc2fpREsfmf/zILwSKLYV+4sNlDYZU+A5Jgv9fD8DJ/HKe3mn6/pna7fQlsmzgEYdKo5LU1cEZIxGXumaBgoocsST5Rkq18/mvH+WCW4BpTZ5a7FYjHmUUsYeSH+hWUBokmfBL1cBaRMovpd7AekjdAmNYreK9kHolfnkvYyXq4D0/Tx90kcpBU3XDdmSfS/SJrqlaTqUUv8AcP8jkiP4BGSOAmVWqc313O9iXJT6h+OV+ofP0kloExyypiJ9xj11Xt7JHNJPJ51Co9BWBGnTuAcCSm3ilr4yRuDz94KrOI/gFxCeCsi9gIwp9pO+AtIufQRk7+WaSWcN3coyFpH3MkbGKrVJQ5Ge4vzGe+ERFHTNBDPPD10zQykdwOYYWYuArE2uAoKnCLJ20UvZa4HNvTKh2F/6KaUgH5lPaFdKffZe13QU+witm32yhq4V1yBjjT6aBnCs9JF3smaxcQLCA2kT/PJecP2jQP89T+ctS18kQ901QPSE91nubRGH4MkadiQLzcpDNZ/LIJmIM8BZRojFDofdCofDykMxDSkyRKIbkL+wWGbyf2RkCFeuXMbFS+cxPDKIMIt/Qow4W9XV1RBGkQZQF6GR2aFghI5qyHCwpV3eO1mAVEoxeIohGAySbMBKJc2RSFl4Kpkkk9IsEFrQ2lKNkhIvdE2c2DwKRCyGQDZUDj27zY5UMkUHOQGdAut2u+H1uCHbksmkUQDg4Hw29tM0HUophEJBrG6sMBBdwUZoBTaHhUGCDXauuZzBdBUddTcDc5/Pg8amRgZuuw2orq5iHwfMZhOdFfa32405xVmQ9YtBSNPBlcMmTYF1Od1IxTMMrqeZnBnD1MQ4BpiEHxrox8jwAB38MSwzUbjKAliYBVb5ducKE/ZBBsgSoInjHYvGMTIyCvkWu/wVRiqVJm8YDDBgXeLYcDjI4HGRSdebmGKhU+bWNFk9sL6+ZtBnoyM5OTnJIPYSpLAhP+9JRqKCxZWa6lqux2wcHmHupZ19ZX9K+a6iogJ1dXXIUZEWmNi20Cn1l5ZwP8q4X3buXYRJw2UmtpIIhgosrEVZ7A2R3gnMTC0w6ZXgvmQZjNhI4xqT7eMsWN7l+zGMjY1DCuLLXEeYRbI4szTyLdQ4C2Vr68vsv8SkxTCVPkWZMqOaeyIymc9nOL8fVjrXIi950mbh4SF0O+xO+Hx+SBLP6y1hQq+Amek5JsgGmOS8gw8/PEv4yEji32Thf2pqmmdJHjU1NRznJV/TmJyYYDA1z8JbGFJY8zCR0NFdg47uRmzZ2oajx3awcHOUCeVHjQRqMp3CxPQErlw7zyTiABNIS6hvqKDcVKO8woullVkGrHkW6LehvbMB9Y0BtHXUYR+T5VLcMVs0TE5O4+L5q7h1Y7nz+icAABAASURBVAA3rt/FRSZCbt+6B/kZo/r6RgQqqlFeVoHSknKuvYKJxhwWF1cYnC+Q3+uorqpBQ2M9nYAIE1rzTIhtIJczo7q2mjSUkd9DOH/xHBN8Fwy9nZubM/Y7S8MAVYCVDlx1bQ0OHzmIb37rBXz3u1/A3r27USnfqi6vwCyLM9dvXcfpc2e4z0EG4p3o7OiCJDdTsQSLSmuwWx0oZfHWbrdR32xMutags7sVD55oxYEjTWhsqURDUy2cTjt10ES5NAPQjUJjdVUl5OctE/EUbjKxNjo6icnxWbzx+ltMRr5FfY2ilsl1G/dX9kzktJrFse7uHjhdbkTp4Ok08Fu2dOHI0e148qnj2L69HalUmDI0Rt25Bvlr28uXLxNXCAEmX/0+L40zyMMZJi7nKbsrTOiMGn0vXbiKX/zsfdy4OopoMAW3zY0UE4Q+TzlamjtRGaAdsDmY0NvCefYgHs9haGASI8MzTHi+i8uXBpiA9UESw5JcX1xcRkd7CyqrKrgvKRY+qrF/3x50dLZSv6rQ3taO5eUVBvdR8kahmcndZ556Clu2dPO+Dn293SyuDuPUqZNczyJKWezzuH3k0Qrtb5oHjp3gQn19K9wsEKaSOeJbx69+9QYunL9COxtlcmOZhfgRyIEi+5RKZdF/Zxhz0yvQCjaUlVaivb2N62siDRqdLJAvy8ZfoiSSWdqSKBO+pYQSJGjTqiprsYWJTblK8eAW9enOnTtM/s1SNhchX4gxSYBPo6/rirwdx9j4KGiCUVVdzuTVIhP6o0zMLOGNN9/B22+/S/3Lo5KyPj27SJujKOd5niE22pEM9d8Mk9lKWzOBV159H3/5l3+OewN3UF5egqrKcgTX1+Floqu9owMnHn4IJx49Rn2cw09++gb+y5/9DVbXo5iaWaHdSWHg3iITlzcxOryB+Zk4aw4uSFGFZgjRaJSFoRiSlJ1kYg02exqtbRaOncPk1Bj5uoDXX/8VypkgevKJ7djaW4PvffeL2LGjDyZTAfKXPmfOnOcZeYW2K46lpWnyfx2XWGCaYfLIrOuIhqPU0zGc+vRTDA0O0/5UwMakYDabQntXAw4easC//B++iH/zb/8ZiyF9qKS8bd+6DaU+D77/uy+zOHuc+5yHzUoVEvtnAtxM+uZ5Ni7yTNjJJGJDUyPkXHrxpWfx1W88guee209eFri3Os9VD3maQCKR4fmzihkmkKan12k/wvBQL6p5zskXca5fv84EXBQ+n8+wiQ1M2Pd0d3NSQJKHs7Oz2LZtG6qYoBVbLOeGlWdEeVk5FufnKZtr0Ew5WKwKZ89+ihH6CxIA1zFZFovFabs2kMtqXF8dbBY3RgbmkI7mYaJd0Ckzc3OL1Ncg6bWwiOaC0+HFyPA0ZVOnvPo5zofycg+gssgXYrQ/dhapD9KWbKEeU4d/+nN88O6HuHf7HvcgAV9JKfu4scwEbYjJxkgkjJnZJRbdUpS3NBONIRx78DCeffZhnDhxAg8+eAyPPPIwGhsbKH9VePD4AyyUluH5Fx7BH/3xC/jTP/19/PZ3vgz5f9XGee7r5gxGx27jzNn34S+1YnltBnmVQjIZozycp48VI50mFl7GIYoQiyepByu0TVcZPCaRp79i0s0sTsyhs6sLx088iEwhg2C4AKXZqf/XsM5EucXqQiKdw8lzF/CDv/sZ13oFIzxPrUyoOl0eJjLykL/SkG9WVzKx297eCpfHTZtrAtURFquOV199G7/82av4m7/6KQsO/XBYFNYWZ6HxfEVBp42sps3L0KeYZNHyJHK5tKEX7777CZOv3AMmy4P0FcP0VWw8P0SvF1fXsbIex/R8GgtLcbz59luYW7yNRGqEyw3h2eeeQjiSQ1VlgMWrdtQ3tFLnyQrNRnuxhijPklt3blFmTNyLJBoaW/g+j6GhYeqHFdXVAdqOKkzwjK6gn/bCi89SNmxsLyNtYWysz6GpsZw2SkNbWwCdHU2oqHCgu6sR+/bugM1qwsMPHcHzzz6KBx/Yz2fdsDFTLAS89+5JnD55GZcu3EVwPYmWhhY8eOwQ/vAPv4L9LIz7SxyQn6W9c+cKaQpieXkcr/zyh9Qj2eMIwtE12s429DGZnpa/cKEfdfEM+ZbYQLnXgueffARgtndkfIj7dR0nPz2DutpaymUEPr+b+zWCPbu2sQCyAJsrAymoFrgP8msN2YwJn3x8EX/x53/H8+V1/PQnv6DurrNgvY7GpgB1cxxLLJLJlwFKS8vx4ftXqSMueN0u+H1OPPzwIfq5q0zab6NMrqM0UIOLV1bw6punaIMnmKguh/gZB/bvZsEgjWeeOkKeX0Kgys59z9F2LzKRXUFdmUM7C0FNLV147a3zmJmP0j6YkUzr8JZU4a13LpA3FvpAKZw+c5170I3auiZs2b6ddmI7bUYb9S8Aj9ODt976iK6HlfZxHhbdhkaeeZQEBIMxmFlgnpsJYn01ST9yBbeu9qOlsR1b+3ZQ5wO0wytYWZ7DzPQ4FpfmOCaIGvpAVqsTw8PjmGIBZJiFXovZiY8/Pkte5XnWjXLcBItF52ClHFy4eJXFwQnOkcE1FnPmZ9eQz6dwnfePPPwUMlxTMqXgcLqQyel4/4NT+A//8SeYm52D/CSxFL+/+93HKS+r+PIX/wN1ywebpRSnzlzlvRm6WYPJrNDUugXyU7pXLl0l7uvYWFsnDTd5NuRgs7vgsDlx7OgDtJdTPGPnKI9R8sxNH3Mb5akB1dSVPXt2wWEt4Mtf+jpOf3wFb79+Cb/3u/8b/vf/9Qe4cukeFljc3r51O44/eJxr55rWVmDSNWPel146Rl+zFbW1FXC7zWhtq8ae3T2UiT04dHgv/H4nIuE8cSTw5//lffz47y7h//gPf48zZ87RN5qlfEaxsRHEwvwSfYgN3L09BYvJS52rpy0x4/33PkVZSQ19VR2JeBaRSNxY440rN7CxHkSCCc/OvnZs27UFB4/uxQPHD0H8zf67w8S5Qv9jCZFQDB6Xm/r2APVglNeDkP/39PadjbSBB6DTRy4NlOHI8SOobQjA6Tehd1snHA47quhTnT51DqdPX8Drr73D+OI2bYKDMglk0xbMTcXIuxpMj8dx9840bt0cII0RPHTiIRSg4GBsWFpmwrHj+7GF/r3f50GSscjC4jSqa3xYW1/ARnAZPq+T/sQgfbogC0L7YDKBPsEA7dwEamrLsG/fLkgcMjOzhFSiwFhvEVevXuP53Yonnn6A+tVA/68W+ZxiPxsq6Ftfu3wJfq8dXr+NutKEF557mntex8LXY4iEMxgdnUVPTyss9K0tZhvlSuy3wuTULOV+jXZ4FbfvTGCMRcmpuQ2eCVZcvjqCy1eG8cqvzkL+4t/vD+DarX7a4o/w4adn8enZy0iShnc++ARn6OcGozpWgmY0tW/BgUOPY9feB/Djn7yJAOmTcyLO/fOw2D4zv4HF5XXEUgloZgts5NsCfdbGpip84xtP40/+5PfhdvnhoozZrBp8tJfR2BLPZwfWljeQZFyn8fBpb22i7O2iHahmbNIAaCXcBz/ldgWnz1zEwMAweU17HsujkDEjFk5gdWmZNsPEAuEK5/DC6chx7aPc4yBt8w7uWzdaiVf+0jLOZOji4hJldR7pTBKjE+PcK83Y5yCLaWdPnyOv22EyW/GLX7zH+OJDhMNpBCpKub9TqGus4hm2jjR1/hZ5W1HViqaWDkzTT+gfHMTGRohrSUHXdJhNFsp8HCuMYS/Rz3711Tdw69Zt2ssZlJSUUHdizKmsQ+LyTDoHXTfBZrXC7XbyvErAbrdS51cgcVgkGsadu3fQ3NyIdDqBTCaB2poKpJNR6tMaOjq70djUTvxDGB2fwV3y6Z33PsYYY/55xuYZ5k6uXLsBr8ePLVu2wUdfOB6L0udTyMRNpBPwlVdB/vp067Y9PLdS1F/u/doG9ctK2cnST8lRnuM4d6Gf+zCODz8+hVdffxc3bgzizs0xjE3MMxbZjrraAA4f2oPVlUUWrPso+7sRpfO8ta+bbSvEW6DOWfHAwcNobKiFz+PEvj274XI6sL62Bp18sDDfk02lYdI0lDCn4HDZkSvkEI1HaTNSkL9Mra6qQk93B+3UHtTVB1iUd8FX4oTXR72vLsX2nX2MwbdTBnaiu6cdbYyx3G4XZdDN8X7GpBbql5tXEzr5LlBRBptFJ09jjBttpMfJZxvKywKw2VxQygSXy8ezLoBq5kW8zCHouhmgPxpnMr3ApLbOAjhUjmeFQB66rkPTTOyjge43z8sC3xVAUWebQjabhSTbU8mMcQ8ogCDtIRaqkknZhwJ1IIcs91CSfRn6gQXyIk/IZtPEmYHZrBNE/wuUjYyBE/xIfwGNfDRbLMiRxjyxFcHAnM+RnsJn46R/gQTKHgjIWPHfY4yj5Uv4CRYhiRryTkDWuM74SuiVcTb6NvJe+ok/n89nYeKZbbWaOUZ4USDNuV8D588LXbzKuouQz+XJO82gS96TJINOoSXN5L7QmWQuUEB4kstlKKO0PxrICx1Kgf3zQoqBp0ir0cD/mFlY4cXgleyB4FVKGX2VUhz7azpBXDLe4XDCSdsma1Rqs4/gERA+ZbifIguyBjvzf/IX6FbqtPBIQO6t5I/0FV7JuqSvXKXNRJqK7ZJ8V2qTnhwTshmuWScfhRaZQ/z3It0FCpfQLzyXGFWuwh/BrZSCJMalLZVKQnAppWhf7Dzf/ZRpF/llplzmDV4n2acgzAYM+ZW1ytqFPplD8PKVMd7j8XBPLfKIgoLBM1mLzGtALmvMZ+KBKGsXHPJe8IssJqjjccZGBeYkzQxY7Q4HbOSbzCf8UkoZNMg4pYTfMD5KKaNd8AoopQz6ZU6hUfArpRltwjehWdrBj/TnxXgn/QTyXK+8l/EiTymhiW1KKSilpDvkveBRirwjnbK/QqdSm3NLJ6FZZEHneuVa7CNzyFjBLXPIs6xJ+gt24Ym0yxxKSQuMeZVS/+AqOKSvjJO5ZS2CS9qUUhAei3zKO8Ev74UOuQc/0ldA2oU2B9chfQVEVn0+H6RNwMszQnBJ/8/TLXPJeJELmY9oDd5ImzwLbUopQxZkPcV1CZ485VTGyxilft1H+sk+Cd9ljTJG+omci90R2c1mMzLMwCvvBF+K+i/95VkpBVlnEXD/U8QtaxCQOWQuGS99hT9y7sp6hCdFkLUISLvwQcBB/beymF606UppUATBJaCU4vmcNs52mUPokvlEVyORCHOBCYN+pZTBM1mn9Ctec6IvtPO5z0ERr9AqPBbQNN1YnfSTc0Gumth42g/dOHM0473ML+8Efn2fN2Rf+sv6NtdFvaNdkmeRBZlDQO6tPDfMlGeNNBdIV4a6kaHeGgVW0it4i2sQWmVioaEIMo9Sm3stfeW9UkouBi+kTUBoLILwI0vcgrcI8q6IXykFwQt+CvkCpL/YE7lKf+H55l4nDZtWbBccMpdSyhgvOASUUoY9EZpl3QKqn53XAAAQAElEQVRyL6Dpm7yUuWVsEeQZ/Gjku4DRl/dy/TzIO6W4fvbN80wTGoSez4PQLCDvBK9S6jN6NE037oUmkVW5apxnE3QopQzAP/IRWjfxbp6DSm32VWrzKjiU2ryX4TK30CBj5Iwt0ihtAvJeQPoqpeRiyLG8k76b15whX7IvVHfGNOD5kyfkuE95vitw342hxn+U2sSjlDLWqevF9ZphoTyLTAqILMr6i6DUr8fJOoQvMrZ41TTd2GOlFOcrcN48ClBQ6j4IDzmXpuuQc1dAYxv4kXWIXREQuyN8/M11s5vxr7TLe7FtIoM5+jEZym6a9kpAfgVHzl8tHg+TGSlY6WRW0tn0e1109u2weluwdWsvmprqeKhaIX8VNj09ievXb+DDjz41gu2hoSEmRNcMZ0UmVEqxX5RB+AIkoAkyeBGDXVVVzQPZCvmpFEmiihLIIgwC6WSJMevs7EBfTw+d524GlM1obWnG9i1b0d7KRAALJ3IAm80W1NTU0tGtobNcCvlLq7a2dvT29aGMxT8xklCAiNXmYnMGc8ORqFFIuNs/wOTNCjaCQWzQOZSEcZQG0MLCnInOqjiG8/NzkL+WlQBJDL1gy5N5UsAJhYI0omFoujLmlvmdDBBkjQ0NDeRXH+ob6lHFIEAKdPV1DaS3Gh3tzWhva0MPiz+SSBajlaWTLMU6h9MCKS40NtajgWNrWNQqKfHToXND08w0zimsLKeRiOswmazkdYaJxgTWNoKI0PlN0vDJISljXC4GB3RYdAqPz+flPrrZP4WqQCULP31M0h9moLUFjY1NhpMl/JckvtvjQn19LcrKypCng2GxWGC1WnmvIH8xJd+U15WOCgYdgUA1D2MPlQZUHoXFhQhsDJ4dDiuNWhby7U43g+qKimo+5zl+nX1zMOmy/ynyL27MvWPHDrS2tRKXjYdTivysQBPpElmQZKnsQVVVgO2lsFhNDBJyCDP5LXuwsLCAQQa29+71G9fJySnu2TzCLFIsL6+xUDHF4ul1yLeBR0bGGLBuQPYwEY+Rj0nyVafM5ym765icnCSNK5A9lD3asnULDh0+iAeOHcHBw/twiAmgg4d3Yz9hx54+dPQ0obOnAc0tVdh/cAteePEB4685du7qQlNTDQPyIfzgb/6cCY0zDAw3uLYok5DjmF+YQDS2gWUWV69eu4APPnybtITRxiRAoLySCeI1fPrpTSYZT+P990+y+HDZ+LniTz45i7v9I0ysTDPBOYrbt+4iGAxTyRVxZ6ibdiZwu7B33250dbcxSHQY+5JMxaiLQQYfMeMaZzIjnojj4qW7TMqfw20WGM6du4w33ngdH338EQapy8srq8SrQb6FfY5Jl1MnL8Bh9zD58Sj27N3HYLUdPn8J+qlHN2/cwhILuq1tHdi5czf6qIMBJu47ujvR2NiApaV5LK8uYttO8pOJ675tXXC4raisKkdJiZcJhxW8+cY1JgemKSdpdDFZIAGs0+lBWWmABrzAJMScEdRHw3F0tPfAxKS7y+GnTFShojzAPS1gYXERERbAdDoDIrvrGxuU+SQTNeW0E1Xca42Jiwx5lWYCp8zQBTHGcpjIt6dHR0eIjzQxcF5dWse1S7cxQH5XVpSjp6sGu3e1Gvpss9hhMpvIbyuD/YRBs9ia2poG7Nt7FOmUzr0ZxPTUOibGkxgcnKJ8BcmXLfjKV17G8YeO4ejRg/jKV7/IxN0h9G3t4Joa4fPaUFrhw6EDR/DA0ePUJYehI263G62tzUx0+9DV1Uo8XXyux7FjO/HUUyfwxBMn2NaA2ppK6LoFi/Mh9N8dQnAjRtmWPaSd24jTjvhol3ZRztp44CjSmUMsmgSYLFqYW+WYESalF6g/sxAZKS314cUXH8PLXz6BL33pSzj2wEOIhJOYn18hvzXubRsC5VWUn9tM2L3C+3IEWJyurKyknme570tIMBifmppgYnsI0zOT1MsYRkamWMicpJ2pId3d6OhoJ1/LUcmkyNe/8TJ+65vfwPbtuzC/sIx0MkfWmkmvRvtZheamMlhMVrS3lSIeD6G6yk45CpC/qyxMXMPY+BTuUCZ/+as38YMf/gTDIxOkVUc6m8fN20sY5h7LF0jSLCCrHDB8dwX9t7jeMGDRXSyuvIidO3pw8GAvnn3uEdTWeanbPdiyrQ6PProHJeUeKD2PisoS3Lh5hXbVji19ndixvQNPP/0I7DaFnTt7cZzJ3ra2Op6RSyzifogPqbvXr97ChbNXMXB3FBfPXcOZk5cgeif/70Ov24cCHUVxHrI8Y1ZWl3DwwB5861tf4bwn0NxYQ/rycDnM2LVjOx595CHs4jzVNS6UlOpManmhuKAMzxJJNEhSt7TUT75WQ/46bZYFTflp5zxyUFqa8mtFaUk5LBYnNigbE+OzKC0NQApwXq+DuBQuXLxA+3Aa8nN7kpxcXFiCmwH14MCQwWu/3085bMXdu3cp44NG8mxpYRHLTGCWl5ahraUVmXQaYpuvXr1A3QvBzwRYU3MDyspLuPc9KOc5U0V5aWxoph7XYWE+iAz1Z2UpTNuVh+ix3a5hdm4ZgOJ6qshjJ1x2N3RlQj5bQHB1DWsrQYQ2VlBZ4UAlC+oiaxss8PX332PivJ+JzBALJsP48Q9fh/wSwEMnDqK5uY5njpUBvQVtHY34/ve/hu9+9+toaKojT+Q8mICmF0h3FCOj90jDOKamh6FpGWzb3oPde7bB63MaYLVpKA84ceBgK5599gDaWyuhtCzcXi9t1zppLcHk+Brt3PtMBrsRCgZp90YQYdEhFleU2VtY36AQ0kupYDJ3z969EP+goakZNfU1KK+uwN79uyhvJhZxVgDNSroKOHdpEJ+cvgal2/Ct73wTTzz1PEpKq3DrzghlfRbDQ9O4fWeYurSKWCJFe5Ui/Qomk4U6WoCNzNB0IEc+mrQUNlZSCAczUIUUwIK+OMiLtO3B9SBM7CgOb46Jno7WNpx46CDS8RzHRBBbTyAVy7HAkKGu6Xj1rQ9wgcUo+ZJIOqNhdDiE06duwumpIK0a9acS/9O/+efYe+AAC4EpfPzpRayshbCwtIYs9WBpNUYZKcfYxDjEt/n05Fmep9O0J0kMDg3y7FyGfGGjlXYR5Nn8/CzkF1OWlmdpH4BcLsUzcoDykaGMufDsM0fw4nOPU78fM/Toiy8+gVRyjWd9gfZzHx44uhVmFpFtDJ6bm3pRHejBO29ex+u/OoX33jnDs/ht+rmfwm4xYZa+7/z8DPdhCufOnEGBQeezzzzDMz5N2iYR5Bl1lb5xNJqir6IhHk1Qxuwswr2P1998A6lMigXMSzyHMrSF4zhy5Ahts5O0eLBzRx+WFlZoi6+hpMSNykAVbVuEdlCDWVXgr/7iA8xMZIF8OU5+PI17d5bxp//+ByxkfYxgaN0oKuQRgcdnoi0uxczkAsaGFzA9vUC/rwtDTLwnk2mI3xRm0ltspd1uZQE4QTm6hHffP0s9GWP/Obz79hvUmyk8+vB+fOfbL+F3f+dr1JlapNJZ8n8dKRZinJ5SmO0OrAazlGWFubl1zM+vs+CwzHNtq/GzlBuhLO7cG8Crr71myNv169eoE3Oob2yDy1dN3YriF6+8TV0pATSF5eUFWMxZnpFHUV/XCoezjM0WzM7Mw+lwwckEXCS6guaWGvzr//F7ePLJR3H8wWNYXFgn7ZO0A3nIFwgWWPQjQvze730TNpud+53D3Owqfbw4bdYU1tfTbK9AZ9s+7sMaaqs7DL2oqS3By195gueti/J3D6xfUT+vYM++rfCV2PHQo0fw3//rr7PoEERFwEGeb6Cnpwv/9J9+kUWwA7h6aQYXz0/A5ajC2noEJvoL27ZvRWNzPdfcglg8BfHjbly/iUcfewLVtQ2UgWPGWby2uoo29tu1owvf/uYz+MZvPcLiQCOLclHEY8SlNBYF7Lh7cxjRoAPBVc34GehSFsoqy+swRF/jtVffxOWL55HnOaIxPnH7vbA5FG7TJzhEWdvO86O0rBSd9CXaWmthc+Z59voNW72+FsXiXBpZ+gQ+n58yqtO2xlg0ysHEgrCmZ8gXH9dkhcmUx8zMLG7dvYallQXamVHcvHkXa6sb5O06rFbFM8XN+K2De/kgQiwYrAdpq0NL2LarD1naGPGDjx19EDaTA7U1dWior0cVi8bzc9Po7WlDXW05/tW/+jYOH9mO+YUp7N+3BefPD+CXv/oUf/vjt/DRqZP4yc/+HkoV6N+mEQzGcfKTS0DBRN+xlLaZ89NGNDTVU8ZXaUu9aO+ugsOlI5GKwul2sRi3gnffPY2p6TW0tFTThypgcEBszCqGhkbRWN8KxX+kLccEidfr5X73wW53kmdZ8kHjmWKC3++GRc6BCj99lQBxNeALX3wJO3dux2UWt1K0pxLL3BscwDU+X795B2+89T7jkzvErmNouB/pTAThyBqcLgcmWRg9Sb/7pz/9CODZPje/yPdpcHHQJBGglDH/MguUPb274KFtnZ+PYGU1j7fePkdaKmhT6uH3BTAxvooMC5K+klrYXOUYnwphLZiiv9lIO9uEu/cWEKj04gALY+vBPM6cG8CPfvIJllei+NUrH6GttYNrtKOU9kjin5b2VmgmJ7bv3I/G5i709O3E0nIIly6dxyRtdnlFORx2F21vCQ7s34lgZBXB8CzxVCMZjdG+3UY0vE67FsGWvkasLC2Q50N47oWn0dbbDp1x+G36cXnotPuzmJ2bp+474HBYcZhnRgdjpS+8eJg20ooXnz+Br3/1BcZFg3jj9TcxQ1/H5rXDW1oKl9dHu7CGOywiy8/4bmxwThZW9+3dbfwFs+hbFX3WF156HDt39fD8/wLtkBOPy8+m09Y3traSnzGcvXAHf/t379GurWGStjTIon+Kxa885UGSJw7aJJvFBq0AKMqifFHOYjbRp/gOZaGGvkwOayxWoqCzg0bfZys0XcPNWzdpi+ch51eCMVlnZyc6OzrxyCOPQPIMlfSNTIxnzOxbRp2Nx5K0Y3nq2iDsLhec3nLY3F5koMFityHLqzJbYaedHB6d4JxhhHgeKWXGB+9/wnMxbcAgZfDk2dP44KOTjEUTLLJ4oVgc1Jwm1NLn6O7dgbbOJnR2tyLPykk9daCkrAJuXzliyTyUbqWOb6Czs4t2KUqaUsz1zCKTTtJ2m9FQ34AHjhxl7HsZwWAQo2PDaG1ugtvpwNzUJHW7C36vj+djDgU6GXvp7/Qw56OZdPLfA04JG5P/Dia0I8zLLC8u8MwYgeIKq6sDkIL3lr4ubN/RR7ktRSYTo28QhKKe1NFfEti+fQu6ujvo/zYaNstFnaoIlCNNGv1+D3GU8HypRg3j0Cr6jHa7BUPkS4S5quX5VZ6bk1hZXMbM1DRWWMRPM6lMYmG1WCF+uq7rnE8ZfoPixktSrsCciaZptCEmyFUpTYYAUFBKR4H7U+DiCpSTfL7AvcjzfQFWq5Vd5D4P46MKUEpBF+qKogAAEABJREFU5xyy/yZeBZ+8S9OnTrEIBuSh6woWi4lg4b2OPHNoSRYd4vG4gVeeBWRcgf9RpE1oFNoFn9wL3eFwGDHmkOReKWXgIrGQj4yX9iyLhwIyRmJmmSfFnJO0Cf0O7pfgzNzvZ6LculxOrs1MfLL+AhSRFrjfMr+FuSXho1LybhNsTPLLOF3XoJFWXdehFEeRYUpt9inwXpK/m3xI0e4nkWUys0C8eRZzJf4RyPP8A+dTSpHPOYM3sg4ZJ7TLtbi24lXWVYRYLGrgljFCi1K/xqNzbXbqvJPFVnkn/BaQvkopg/YC6RTYXI9uyIysV9bEzUE+l+PZYTJA8Ek/eW+2mI39NO5pQ2z0z1xuJyxWM5QGfgoGLplbaJCxQoOArENA9iRJ+xTjngaDQWwwF7JK30JolPdms9nAoYhN+gqdQpfQICC4lNrku8jGr3OgQJ58zlHOZIyA4JOrrmncZ/0zXhO1sXfyXuYQkDaRmSjPgChzcKkM7ZHsEfUeGueTDgTBJyD8lHGyV3LPV8Ycn6dR6Ba5sVKHZF3yTtrkKuuQ+ZVSkHsBeSeyJyDjZIzMIbwq8kf6CUTJP8k1yheJqJ0wcT8snEdwgx+hSeRMroJDrmw21q24VwXG2/lCFnnKZTaX4TXPrS9IF4P/MrfQIzSK3AlviiBtglPWnqROy1UpBaFbIMskvvSVPjKv3Es/uZexgldA8MpYaZc1yTsZI+1yLyD3wj/JNRkyRb0T2mSd8l5Axsq80k/wyr2LZ5DovYwRXgoUxxWvBeqBLFhwyXsBwSEgeOSd4BK/yuv10F5Yuccmg4cyVuYuUN5kDsEhz0K/jJPxMo+AUsoYI7ikr4DMIc9Cu6w/m8kY8inrFTxKbY4RXDKXXAWnpunQKM+CV+gVXBbafavVRh/EZYDd7oDL7YbIg9Aj471eL2pqauD3+2GhfSvikKtSm3NJP4E87b9cZU5QB+Qqzwad922o3Eu7zv2QtctVKerJfZ4KXmkXkHfyrNTme+kizzJe8MiaBfLkpbRtzpU1+CH30qaUguAqrlv2VtZvpr3jkQQKsCG3Sine5ml3szxP05/hkPmEDgETdVqjTiu1uW7B/5sg8wqIPREaiyA0Fu/lKvyVq9gewVGcR65KKUOn5Isj0qfYV9aazeYMOmWOIsh4uZerUsrYZ7GhsmahG/c/0kfg87Rk7++LtEm34lUptYnnc/ukc/2CT6BIJ/iRMUU8OeITOkU/5ZqjTst7geLcxXtQRpTa5KVSiph+/a9Sijqj398bGGuWcfiNj9ChaTpkj3XSqusaza4OJf8Qh3SXcUUQGgTAueWdpmlyMfhd7JPjOVa83+wrXbgnlO8c867ZTA6Sb00lM5A/kkox/5BOZ5ARuK+PgkNkQPAIDqWUsR6hU+aUts13+c/mljbwo5QyeC99RebkqnNtSm22y3gB8KOU4n8BpRQ0XYeJ56CVPoeD57iN57nZbIHiGpVSRh/wo5Tif8kBUSjjDsY7pZRxBT9CiwBvITKq+bwOqEIaZgbJ8rMyaRZhJEEZi66zQ5aJgRUGntMIR4LGs8ttR0WFH5V0RC1WixEsT09PQ/7q66233sYnH39qfCN3cHAIktS8cuUa5C8qV1ioyVLIZYE2WQidMDHKbo+beHNYZ8AjzmMpDZKPDneYBSMZt8BEbZ4b5GT/UCjIgPQa5BucCyzWrG2sYXxyDDduXWegcQtTDMZXiWd8cgKzLIqK85XhpusmM6xkmixYDiMLD0Zx+Er9JbDyPk8HTJhibC4DpZQ4rukU5KCSw3ZtbRVRFmwsFnFGTEzMLHNtdzE6OgwJlKcYKNy9e5uFnwHD0EiRVb6ZajJZaHDyTN44UFtTi3omDaSIuIOBtiRiamurGXzajc3hXjIwdjMQ9sJEem1MBAUYxHYwcJGfy9vBZH9FRTWyeQ2RSBxJFgbC0TiiMblPo6GhHt3d3WhubkZtbR2qq2to3EsM4V1ZXjGCnjEWFXQ64lUMTOoaapgILsHaxipk7vLyMlSxeCnBm8vl5trThqMd3AgxcIqjprqOie9K3qexwMLKLINLMOg9fGgv9u7ZwaDXSb4kMTS0hBs37rFIdoeB0BQWl5awtr5B+QnTuVvD3NwM6Q8zmPeRHzUMisqhmzSjfWV1BWJcbJQPCw8lO/fMRIMeYWCVSMQgtFUwCJbDS9dNGBwcxnUmMBcNGclz/lWMsng6NjbBuYJ8lgSF2/hriqeeehLf/ObX8eDx45TfCu67zdgbE3lt4WGZ5WETY7BSxsDL5XWRzxkUVB5pJmg1HdyjAoAC1x9hwWiOSZp17itQXetnsasZxx86hOMnDuPI0X3o6mmBlQmWldUF+Pwu1NVV0aBEMDkxykLvCK9jDD51bN+xzaDlytV7LMKFiVtBChKVFbWQv4S8xeTZW2+ewzvvnMfS4iqTCOVM6PQyWVUGnUY7mUqQv/NMCg4hn0+jt6+d69uKo8daGPAGuP55Fm0/wJWrl5kgXcLS0hzlowQdHfXE5UJ5hQdZGrc5Jiw/ePck3nztA3z0wSc4d/YSk1f3OCaERQksp+dx8tPTsJqsqCyvYuI9imtXbjAhdJ0FsinMzC0yiT/BpPgK9XiDicYUQtEwLDYL8oUMdCbk4okwMrk4qusqUFLqRkmJGZVVLvJQsVjgwTUmWyeYkEkyGAgxyAuHI9QNJ6wWG50YN+QnOsOhJEr8VSglTIxPU76mOVcaK2vrvGZYHOlgQuQJdDA5EaCc1NbWMrnVYnyBwO/30Q4NsZgxDqfTRf29h5s3bnAtIQzcvYeBgQGuz4KjRw7h+eeewe///nfwta+9jEcePYE9e3di3/491Kkq6orieIeh50EWbuQvZacmZ0lXgPtSjfaOBlTX2Kkji4hGI6ipqUIqHTMSTq+++hrefustnDt3lvPfgE6b29HRAofThrraRmQzeSa+RxjEr3CvlqgT09SVIGXEj+MPHWWS9WX8sz/8HmprqonvBuRgynH/ouEQFhZDTPxfwd/9/c/w2hvvUyYWUV4uCYUm4opianKRyRvaAerKyOgY5lmEDkeiCIeiKCmtQJD2Nk7nPZvLQ3RifGwS77x9krrcz3Wk0NLcRt0exccsvF+9fgUnT52CJIXefOt1mHSFbdu2Ytu2LXj66Se4p2bqfz9maY/Ly8tRU1uFuvpyysYi8XHdtEGNLF719nZj27YeDA71M8GSwezsLE6x2KgKGp21AhOjldjStw1ij8rL3aiurqT8t+EEeXFg/z7KeA/XWMn1rTBpdJI6v0F5MfF8uMFk3CAKSFLGFPcsg3muW/46gGJJPueMYsjc7Bpu376NYGQOrR2lKKtQ3JMQCwL1yBWC0PQU9zkJXUshECih7jRz/m5s2dILG8++ZepTinI9Oz2KTz96nwn9dRaf90PjAby8mMHrr17C3/3tJbzx6gBMWgkSMZ17G0VLYw9czhLqzixyLGg5bA7s3rkTyyxcrjOBc/ncKZw9+S4T2tNMwq/Tpg1DdNQhSSYGpFbaR8CEBIvWbpcNYtMDlWWob6xlwtiJH//8l/jbv38H16/dxhL1t5+Fz6tXb4Orw9TUIhNFS1heSlC/vLRdfUxy9SEQKENJSTl8Xj/XSPoYMLSyeLZE+/3xJ5/SVjey0HuANK1ibnqGPgPgdXvoMKWR4xkr+xwlbRcvXISMSdOW+nxe8iSEpbkl1FbVoMxfCgvt9rUrVzE1MYlMJkvdd0MphVd/9TZlYxC793bi6WeO4hkWwTw+O1Y3gliaX+D5tUTaJwAFw6aA9rpGzquSUmhsnJycwTzPpbMsXJ88dQ3zC3EWYpZ5npYxeVYDn9+DuYUZtDDJ/vzzz+HYgw+gqamJ+5vDFdKztrrO52aInNfV1aKuoQrVNWVQLKIOjfQz8XyDehwhj6tQWx9Ac1sDqmorqEdTaK4rw7ULVw27Ho0GceH8BQwNjtL+BsmLNZSUluHQkQcodxns3beDcm1FR1cpTCzktbRWsxi7Ey63g/bDbziNmVSG9qEfk9PjTAh6eUZ60dvbgQeOHqLPsUQ5rIP8BW0Nk53zC2H86vUPIX+hlExZcfXaEEbHljDHAnU6q3juJpCi8+71+ZCmg2u22JmO02DWdJ5BCr/19ZeZ/H0J/+KffY0FtGM4cnAPmhvqKRftPG9LSP8KxkdncfViP/7sP/0d7lwbxZWLN7l/M1hYWMaVyzcxP7uO4EYOu3YeZbHBho3gOqqq3fjSlx5HPGLhOTGOREozvuhw5eodzm9BQ3MbknSqq+vqyZs96O5rw3e+93V09vTC7SvB5NQCx+SgazaYzDbU1TUgSznbvXsv5YDyp5lw+9YdfPDBh/RLqnD7dj/sVid8nhK2D7Ao+g5uXL2GAn3O4YF7PE/DqK0uhaZiTLQPIhyewImHtuC//5ffhsnkZ2HyGn74N+9hfUVhnoUlKU7cvBXH2moW8hdMHncJceQxMca583bKdRKhYJp72YgpFsyDG1kEwwnauBj3PYz6pg6sB6MsXoShdCs+/PgkfbQm+tkW2vMK6LrJ+CJChkneQKAUTzx+gPvvQD6Ton6uYmYyCL+nAbGwhsqKZmjwYGEujGxawazbEA7mcOHMHMKhOM+0RcpmlGfAOJqbqvDiiw9hK4sTmVQCP/rRT8j/Edy6Qbm8eAkevw1ffPkZ7KKeVVW3YXYhQ1sZxN///btIxk0IlNdQtzP4Mcd9+OFH+Ojj91icn6I83oPb4yHfwvRV5mnL8hgZnsTy8ipa2xsNW7lzZxPlvh/t7U04sL8bTocNzS319CPDSKdzGOWZPXBvHKfPXMW3f/ur2LVnD+TnNfu2tvOM7UGYuiPFpWBwBdMzY+QbkMtn0NHZweJ7jLDOdQZx/cZFSCLbS5nev+8Q7dIx2shZ6m8rZSSFCfpZ8kXPNHlZ19AMJ/fu1OkrpDWJRNyPP/33P8bf/fATDPbHWFD7BBcvnsPFqx+jd2sVvvPdL8Drs/EM6IBuKuDkmU/w01/8DBnGCPFECoq832AR+ZOTV3D7zjh+8fOPedZNY3JyFV3dXRifmIW/hPtDW+jxuXD2/HmMjI+jraML+w/sYZ9u5GmvzGY7Pv7oJP2DOtjp6y8znhkbvosLZz+mDYhgjDanpqac+55nTPU+vvLyF2Hmufnw8cMsUNTz3gar2UEbP4gM4xVNKTidbtTX1SHAYkz/wB1889vfREtbG/l9EfFEjv7BWUOvu7fI2rKMD9zcT5HhcpRWlKG8rALyE33NLR0o5Ow8o/w0szlopgT+5//39/Hv//fv46UvPQRvSR7+Mjtq68pRUmLlHkZRVh7A17/2RRx9YA+qa/wIhSK4d28Yl6/eRSgSwq07N3Dj9jX4StxYZOF8iPGh4jmvK0o2/bGpyTlMjg9hbW2RNK3A63FhbmYB7797C4vzKXhd1dx7jfRpYNiDNM+OVcZl8XiKfnMWVosLaRZ8IpEYgrQ/iWSIsQTZw4cAABAASURBVOEo2rpL8PQLO/C7f/AknnhmN7p7mnnuufDRh+fpD07QZwhxjQVcZxzRwtgpFc+gkLXhvbdOUvdS2Ll1L5bn13HvzigL2Sn5rgmmx+eQihXQ2tJNHvnAPDPjsRigpdHZXU9e2lDfXIKHHzkAr9eJRuOLsg3UzTYcPvQgXnrhZfR0b+X61jEyNI8kaX3rnQ/w1jsfAyy63O0fR5Z+gclsoU7ESV8e6Wyaa05Sl6JwkTcSm47TFq0ux1h01+DzVUHpHuQLTkQiOUTDWRRyVmQLVvrwEVhsJRxXThtTT5kZwBT9wZrKCvr4GwhHkvjlKx9QHm9hcmId+bwLzc2ttIMrAPdoYnwKA9zLjY0oVlg8fffdU9SlMD755AJqagJcSw9Wl9cwT//NrFu4X2u4eeMmnn/+EXzhCy+gvaUd2/p6IX6DzabT3uZRWuLBLP2ITDqLG5SNghlI8pwqr6zF7f5hnLlwAzt27UZFVTmcHodhRxPsu8Q8woULF+g7jVJeS6jPEeyk79lKOc+Td/cGhhAKRuD3+eF0eCD++fbdO3GEZ+eVi+fRT39P/LPVlTnuTQEl5SZApXDpQj+CzB2k6QNL3F4omLgvira6irpTwOLSKpxOOzSloJRCmn53jDqeYn9FGc6m89yzLHH6cPfuHe5TjLQloRgjV1ZWIVARwMjIMMrLy/HwiRMoLS3B9u3bGfN7yA8zeQ7ajRKCD/33+jk+gWgkwXVOo7amBTMzK9ShEWTzZiysrCHMAqvGgkucvgIRwGJ18jwtGHs5PbsA+TUZXbcjw8RWd3c7dXQRlVUVkC8J1zUEcPDIPlRWl9JWlNEe5XgGzONnv3gVd+7cY99VXLtx2zijlc2JcfrOS9ENzCysMyZZpq6XG3oTYXwTqKiAxGsSo7tcLkii+aHjD5EeM3TyyUSoqQzQz3NSLubJQyckB2TSNEhMr5Qizzyw86wIVFWihnkSG/1bC+O+puZGtLa2kK9p+L3UI8YMfr8bYHG1tNSNnp52NLc0cI9KYbGYiLeAdCYOkTHF2N3v98Ln88DhsCPAeNCkCshmEvRXE1ikLzjMuCMRi6CafLEzD6RrGizMByS4rw7meipKvHDZTTBreRSyCWgskmii7Hk+5wsoyoLkjvJsE1BKkT5wjhzpzkLeSZNcQWmQteu6jiKgsNlX3itNIV/I0c4lKXtx5HnmaLoG3aRDPoVCAUopaKRT8lp5GQzAbDZzjQ4D5N5kMsGk68Yc0rc4Tt4JWJhbER57vVwf90z6C+3ixwtOyZMJZLIZ0pHkPiVQ4PrkvdgdgSx1NUbeRaNhpOhn5Ng3S0hSH8LhsDEmzXNJxoAfM2nK03+TNukj8ymlIM8CQqfQpmuawTsr90NoFNr0+2sRHNIm76SNaMmjvNG/+FyQ/TH4kiefYMiFlbGa2Wwy+CH9ZC6BAvkpIHjkKiC8kWehO0P/VK7SLuuXc1ZoF3qVUrBSTs3kvbyX9UhfAXkWHHIVHNJfrnnOJ/MKyPvfHKOUMvZX3slYuQq9QpPVZgUdM6Tp08jVZrNwfiv33vTZuoRXwh8Hc6Uej4d65eX6LYYcxmIx2pQYMlwT+BG80l9okDUlmXdhM6zku+ixyIabMaDQIftdoLxDAUopA8CPjM2zXfrkKR8Ccq+UMuYVumUOkRVZs9XYBzP3RePozX81XYfSNSjKuE6d08lPnbKiKAcaQXoJXuGrXOVZaFdKGfsu7bImmUPgN/tIf6FJQKlN2uVecMve2ZljFDqlX+5+UUP4ZyUfpE82k0UylaIdzdD3yAOaAvgvjxrIR3AVr3LPKaCUMtYoeqvrXJtWoETmkKdup428ctKgXeP6ZG6hQfYtlU5AZEXWUKCsyFVA1iftSeqW7IO8U0px783Gfsk6pE3WL30lLyDP4EcKxaFQ6DN9lL2UPrn7uii6KnjZ1aBZxgldStEWcU+LOGV+wSt2XnDIs+CR9zJG5z7KOKFXcEubXKWf0CBj5Vn6CX8FpI/gkD+ykvdiPwSH8EJ4opEGwS/jinjlWXAKSLtSm3wQ+uVZQHgqMizyKyB7KeMFZE6ZQ+RS+CZXpZShF/JO6JP3SnGTiVQpZewnbyHvoTRoupnnlYtxhReKcVwsnuB5GDR4LH2ERlmPjFFK4fP45P2vAYYcyLPMq5SC0Cj8FZ7JvuQok8XxOe6ZgOCXq4xTahO/jBco9i2uC/xIX+GzjBNI03eRZ74y1iRzSh/BJ22CQ8YLf2QvRB9BCS62F9/Js/SXcYJD7pXSeFFQSvEK46qU+uyqaQoyTvEKfmTs54FN/49/5X2xUSkFGS9rFfpkb+UqNEmbXHPkWZpnj6xR1pvjWZX7HO9+s13wC4AfpRT/i8/olfbiWLnKWFmrgLz7x0ApZdhkoU1A5FFoFBAalSY8gvGR8YJLcAutRfxUf2NvjE78j6xZQMbLlU3G++JYuRZBcMm99FFqcz0FnovSViBipZSxPsGjlJJuBvDVZzilX/6+bZd76aDUr/vKc7G9eJU2pZSxP4K7COAnx7yy+Pop+qtyzWRy9MVyyFAWRd5F1uUqIDyQNXCY8W+RLplHIE+7VOB6Cnwh93nSKR1zlNH8/XZ5J6DUr2mWZ4E8xxdBKQWRb9kbE88eTddh7I/aHKfUr69KKYNvSm1ewY9Siv/d/FdLJjbg9VhQQ8e6oaGSzqeNwekakokQrt+ZovPrYCKrFs10bOvqatDQUEcntovQg472DgYHFQwIfHRIa7Ft63a+b4TX62PixQu73WEIVTAYohM+ZyTLR0ZGGWz0Y3JyEisrK5wnwT4aTLrGg8HCex3ioG9joPHYY4/hkUceRktLC4rORCwmzlsMwcg6NsKrWF5f5HUNZpsJVrsFXjrbtQ21CDDx7ivzw+V10QXOIRKLMghZMq429nN73TBZTYjSyZibmyN98wwQVyAJ4RQTwWLYlVIofhKJOI1lnE6CGQEW3CRArqmppiNfDjcdUo0KIg5LJBLG6toKk7lzGBoegBxkSToqywyAlpZWeChnYaazIIojfwkbCgcZ/IYZkIQQ4lgrHQ4HK+YbPACnGGwmWNGXhFBLayeT/VXwM+Ht8ZVBaSbijhJfDiaTGU4H16ObuNkakjx05WdZctkckx2lTMiWco88LGquIBTeQJrOr8vlhNvtQllZmSFMMSbmoemwMrFjsVjh95egpbkFu3fvQV/vFng9Pgp+DvItg+WlNSaQho2k5SqT0BaLA5pm4hgHOjqq4fM5EI8nyYM1TM/MMOl0C/0MMKVYlmeAkMtnmIidhfzcogRUUhQU5dHIQzcduKqqKuxkcUECoAgLqcssMASDQQYLdohRD7N4tLa2ZgSkfb29qKuv5zpkHzyoqqqmvNZj1669OHDgECwMyiS5L2PEcRBlkoO6pqYG+/fvx969+8jXCsqrh7wqMQ43mVO+leYkj+qYnJK+paWlXBflvLqaAWgFausr0dxah57eNt4H4HCaUVbuxQPHDuGh4w+QbzvQ0tRIg5FGcGODdJhgosPodDrQ1dWJrVu3YI7Jh7ff/gAry3GaAXDuFFZW1ikPMYRZTIxGGYwrO+Qvl5uam1FaUorFxQUG1tOQLzDEGMyk03EmUWeYwF5hvzIcO3YAjz/+AIsfASwvLzIZvsr9jmNsfIH65UQNA9btnHv/3t3Y2rcFjQ0NsFltsFF/zGYTRB6efPIx/PN//i08+OBBBFkwnJ2dg9vlRyZZQJbJ3MqKOvrzZiaUY5CflA2HY1jkHo2NTzAZM8n7RTS3NMNf6sXy6hJlIcJ7CZgtcLislJE2JnyfQV9fLbxe3ZCFMPXA5/dw/lLya53XMjRT/srLSnH50k0W2S4jw4Q8mBw69elFFs/OcX2rhozWcC9N1CkHi00OBhJeFoSqmMCwMAmfSWaxML/EdUSoBwH4Sphsv3Ob/NqAOFxhBn6iKxJ8KAmaaS0KBJNZgxQD5+dnceXKFfzwhz/FL3/5Bq6zADsxMc0E7Ah+9cpF3L49SJ2jWFJ3NpjEGR2dodwnwNok7g7MMjCOob2jBT29HWjvrGPiuYXySnlz2jA7M8UE5ym8//47eP21N/H2m+9z7+PQlAUJJm7X1zeYDJpkkek6C763cPPaFfyn//R/4K/++i/Q3z+A0bE5XLwyiLxyMMFpQ4RjctCRzijSEMTA4BRGRicwNb2AMGUpzkTh2uoG5dAEr9eHNJNTWSbtPvzgU4O/t27dw7Xrt/DpqfNc5yjnWCBMsQD8If7+794x3l29Oomh0QV4fRY0tZbDbM1hZnYc6UwStbW1Bi/aO1pZSHkGUljds2c7jhzZg+9857eok9toG5cMvqZScURpy5XKcW/WmGgaZCJnCBNTa0y2rkJxHfPzi5ibm6c9S6AiUIHtW/uMb7n/4udvMQk5gZHhMerBDGW9Hl/56hfYx49EKowHHzqIrdu74PKYcfBwL3neQJ1rwvYdHTh8pA01tR6YrGkmk3Qm9OuoG5exsjaKarZ3dzVi986t2L1jJ8pLK2G3+vDIQ8+ghkk+p8NLPD10eAtMSF4nHxXkyzTT03NAPouV5SWMDk+grNSBQLkFuYwGSfrU15RhZGAe925P4d7dcRZFuMb5IO7cHMUok6lW3Qadybs4izHzTCC7af/tDNRj8RjP1wAGWZj70Y9/hr/4b3/NxPpJzM8tUkaAdDpDOY4xSE6RTyu4cOE27vYPYWpygcW3Tnzp5a+irLwKO3fuwpYt3Sy8ROFlYSGTNlPOspibXaKuLuPs2fO0N3zn3bSfaQbcOQZ+ScpTjHbc4/YzAe0muCD6ZbZYaOv9huM1Sxsmf+EtcPrMaVy8dJlyOcECSA/3azca61oRqKjC9avXjYBDdE4SZI8++ii8Xi/Pe4047RgfHyBNCVy9MYgr1+4iGArTjtfwvYKZ55GuK3T1EFfACZdbQ3NLBX7v+1+HiXq3shLmPixzH+cp8/NIpTTukc758piemqXMraKv8wDEtp05c5b6dBO6MgMw4eyZizh37hJ1/CZt1zyC1OFV2uCLF85jcXEeSfoC7e3tLGrHWZRMIZ1LY3V9GXk9j6W1ZQyPDKGjvRnbtzewIHaM58kOJsufoz9VicamJvh8JWhqbDbwVpSXwe2x0Q6ZuGcrOMbCw9e+9iyam6qRSoZJwwXu3TQGB+7hvXc/JB8HWMz6ECZzDmZTBk3NVfjDf/oVPProMZw5fQ4/+fErtAW/xOAQ9/D8PXz00VVcvjLLAm8UwXAWGdqBaDxNPYvxjFjg2W6DUpRJ2kCx9eFIAXdu38LFC2fw6cn3cev2RXR01+Dpp47B7bSgp7MTPncJk9UHmMysRmN9B+V/C5aW1wkrOHnqLFZ4/vu81ei/M0tZXkI+pyMYWoWmZ0m3CZFwjnbyPP70P/4t1zeK9z+4gD//ix+xCPop98ODEw8fxfMvPEV5acIHH76Pc5SfIepQPJWjTKaYPNYxSDv25pvvYm7P20K7AAAQAElEQVRugT5PhOffIoaGJqgbtZzPhPmZVSBng9XkxcZqHIGyeiZBSzE+NAWn1YPlhQ3q3TB5O8sCSRRLPENz2RjCwUnUVSl84cVefPc7j+AP/uBrPKd8PLPitJ9R7nkO0BzUsSyL1GNcfw+LhA+jp2sHkiw8Dt2bwcToMibHNvDpRzdx+fIA5cXE8/dFnrW0RQkzrBY/fuub38W3vvW7aG3rhsfjpfy6uZ826kUlguuryGWTeOaZR7B7Vw9lvgoPPHAUyWSe8jwMB/2KRhZI3V4TSsrsKA8UaMtX6N/W44HjBzE4NEM7kEVVoB7l9A/SyXUobRljE3dQWm6D/JSw0+ZGb1cj5awNEfrNw6P9PIs6MTG5hEhUob6+mzQF8M7bn/Lqh+j7cRbt9u3egepAC6xmBws2SQwN3oDDppBgEt1lNcNDX3HPjhbs3NHGM60cjz3+EO1vlOd9DPIzqrquQ9NMxn5FggXiasPNG0MIVNTR5lygvN1CR1c9+ra04bEnj+O55x7Dk48/gpraStK2TP1dp/0sw6XL16jfS7QRY5idm0FXdyfP/gXa/km8/sar+Lu/+xF5kIAkdnv7OugHlfJMjKGyugwra6vYuWsnyisqaEec9AXCLHgnYbE6uFYrrBYXamqauI9LPAMv8kxepP2uwvJiGL09exCLKDQ2bMHsdIRn9BlcuTyHv/zrU3j3vXv44KNbtC1pnq+rqKgsQ++2Rrz8tUN47tmH8PKXHkZ5wMtzqBfdfV0YHBvBtRu3oJksOH/hIn76s58hz4zcvXuD9GtSGB6+B7Mpx70oI//tePDYEZiUjnrGXMfph5ktKbjpK0ViS/Tj13m2WdHYWA2bPW+su6KiHLFognbNzvNhGZlcEgtLi/j002s8y/vxAc/4e4Mj+Ou//isWx4fIVx/xLLHw54DT5YCVcUf4fmI8kYwjFs5Q12Kw0i/U9Rx+8pMfIBxaQGNzCfXkq+jrrcJXv/IMx5lw4GAf/ZsmFo4/oc26h0QsQtu/lfRbqF/VSMUVz0IrfYkhynUC3/ndr2KSPsk6naQM/Y9wJErf2wbdpGF9bR0rS0FMzYQwPh2GhcnOZFpHKJohv2xoaOiA2eoC85uw8prPKaQzBXh8fthcTsj54vW60dnchB299QixOHvh7HvEO0HabmDvvi04dHgPZXQDy0sZlPqtsNvMENvcwMK7UjbcuD6IGIulA3dHud+3sH3bHiTiedqrajBHA7+vEtkM8MF7p1iUWaf81NM2zVKXVum7jGNg6CJ5OwGP1wH5yxSTxYxAoJLPPoyOjhtfHLpy5RaOHj6Ghx46gBz36sWXjuHpZx6gzc7BanFCfH2bXdZbi/qmegNPlnGTw2Ejr/y0Ja30N1bon9hQWlqGZCKNXDZP/Y5R53SuyY54Isl1pBFisXRkdIq6swi70wObxY4VFsg8Tju29LYiEQ1hZnoeNuIOk88ms4f8LCeuOMS/CW6s0mYu8gzwo6mhhfK1hvNnrzGuyHP9S5SncSwsLNEW51EVqEIVfe+5GerryAzu3hpAjoXGOOPsrq5mlDA+z7IgIP7ibsYgTzzxCOLpJNbphzu9JXB5K2jT5mhnj8Dh8MHldmN4bBhh+iLroSjiyQxqauvw8MMPw+f14Jknn6B8hfHA0eMoK6mExWQnH3i0M9Ei/pObMlHH+ODmzRscV4sHj59AO/MWtbVVSCQjMOkZfPLhR3ie9ndjPYqtW7ZhhnFMLhFDnnM2VpbDS93Ix+PQmJRrqApgW08Xejva0NJQj1rGqgUmigKBcspBDaxMwt+6dRN+v9/YB3nWNRMktjWbzRgcHMTk1DgSjLfTFKbKymqs8QwVO7nCHEFloJo8biKvS+GjnJl4pr355mmOWUY4kkU0kYPT6eU1gTyXKZBlojCeTKGgzHB5fLCYHXC7fbh56w5yeY262YcsaR9nUXxycgpWFmbkC4wFFiWragLUyTQ6O3rh5/nh85VA1y1wMI5yuT2orKhBXX0d6ppqUVtXirW1JVxmPJRnzmGJeZ31WAKr9NUyKDAPE0IynYKX+yL+oN3pgNliorzMIML9jdOfBanWlKINXqd9CXEuE3VmCSHG9MFIkPFSBnbmjRx2Jwo58LxxwMc1pVJpJJm0tpK/VqsFFuqUhbhL/F5YrDr5buY4M/kMgkb67bCwj9lq4l54DQhUlKKizIdAuR9SQK2uKkd5mRcepw1Ou5l8U9QlHxq51pISHyorK7Bj+za0smDrdtlgM2vw8OqkvTCrPAo8t1UhCY+b451WKFVALpfh/ODcFgN0noE6Y1O5igyAH7kK8JZjFMdkqfep/x9j/wFm2XGkB6J/nnO9v+W9911V7b13cA0ShiAIcsihGz9DamT2aVcrrXb1nlbSarVPOytHcbyG5JAESZAACO/a+67urqou77273rv3xylcEDNv9vv2EsFzTp7MyMjIiMgw91bzmoP0NbE/X0CKmZlMmu/SsFjNsLKAVmCyMEvjk6XMyb6nJXFMSJDvwvsCeVvgXihNIwolUxiglPrkOU/dyFFmMpmMIRfSwcZ4w+VywcICvZnr08k3M/NkdpcddqcdOueXvJT0IyLa4gLyTEoqtY03n8/RNqZolxPG+jk90RaMNYmsy/7GqEMyhi+4pgzlLmm8Fz2Q4oFcC3yp67qhH0IfH4lPM2INoTlFwy/tBa5BeKjU9vxKKQjfZKxSyugvcwnOHPmj6xosFhNJL5Bu8plzyFoEzNRLjQQLzhz5IleZV0Cejfn4oHNMsV+SObYoc1OSP5C8n9Al4+Q9u5IPKYO30qaUopzrBk1Cj/BDcApuAdFNaZergNDN5UE+Ml76ynxyLT5LjioQ2DJkxGTW4eAeWSjvBcpHjustEIGA1WqlvXBC9tZuF52wgOJh8F3ey5pMlDdNUwa9gjcajRr3shbhj9PphJU2o5CX3YGxFuGZ0Cfrlr37Fd3C3zzxZ431Cm6ZQ3AJyBhZh/BM+PDpdRs4SD9Ii8ZcGXSNkxE0AcV9y38Cgkdju+C3WCzG3stzjvsnOOUq65N+wk/BLfMKvUVeUhiMcSbaMqHRwjhTaTptUMqQTxlrYk5M2gW34BG8oj+Cu6AAodNMeyT8MVvMRKkMkLFGH+6DUgrCL6vVAo1xbJ5rzDKOTDNnks2maaOz7F5AeXm5sU865SxD3ZS5ZF4r91DGsxP5mqOepQ39kL0SPsraZIzslfSXeWWd0m4hbwRkvMnYZ/KSiKSP9OUtZP8EpE3GyL7IeKFBnmXdSm2vQfBIu7TJWKFR+Cl0yDjpL3iVUvLakAHBK2NErkLMawvdMp/MIf2lo9Av/aStCPJcBJlPQPoLyB4XcaRpE+RZQOhYW1uDnD8B5l2lj0ZahCYZJ8+is0KLzCP4ZW6hQWiUtUi73Mt8SiljP6WfrFUpBcEl7+QZUDCZKX8WK2XBwkcdSjNBKY17lTfkVcZqmgYBmUtAqW15lnmEbplzGx8g72WvZFyGxXzha/G99CnOLesRkDa5SnueOlp8Bj8yp4DgM5vNtIEWnpVWyLP0K1AWC5RRgTztubQJLgG5lzbR+hzPG6FV2qWNqP/GemQOaZMxgktAngWUUkZf6aNp+ifrs3wsm0KLTplXShnygo8/SikopQweCt4iyPyC/9PAnkZfweNw0F5RZzTyXPrkP16f3AtquQouWYtcBQRnEaRPEYqy8wmuv8UjGSP4hEcyRu4Fr+xXlDUnuQp+eSc4hL7iVe4/DZ9u1zSuiGuXcUopuRjrU0oZvJRx0l+p7Xcy76dB6JJ55SrtSm2PAz95yghZYvBa3rHp4/8Kn7Tluc5Pw9/sh09owd/xUUoZ74U+obO4v/IsACjIWSI0ABqfdKCgMX4oMK7KQQqsQruA0CBzC+BTHxkrbUWQfjnKco4vssY1D7nP8z7Ptk/3k3ujP88K2SsBeRb0Qq/QaABlUvwxs8UCE3VH03WD99JPcEhfWZtSCkopaPl8DD09LTiwv49BRh0a6krpeNpRXuZGd2cLHVQL7DxITTzcRPidThfKyyvR2tqGCl6tFiaxCCLAzc2tOHToCA4fPsIgrR87d+7Bvr0H0N3dAwkabEy+COERBs9pJvK5RhKhkUAdWToAGTqOYljE8aIswefzGo55SYkXDocVPp8LTo8dOS2LGJOP6VycAaAZtfU1qGushZvvlUnB5XUx8eQnA3RA8T9dg4PORgmTiIqINV2H3WFHGQtkZrOJjk8aQleONIixlwTx2Ngo5lkIXF1dxfr6Gra2NhkwLiEYDEAY6C/xw+f3GcECuYiSUh+DjlqUlpVA6O7s7MDx48exZ89e7N69lw55O7wMClZX1pkommMyaB05CnUZkyClLGhWschVTufdSodH000QQUgy2JqbX2QANobp2XksLixjnYnMeCyFEl8pKsn/DCv9Mwz+rl25ghvXrxGuY3J8EhbdglbuR1NDI9rb2iCFjhoWGuUQGZ8Yx8DAABZZqDCbrXC7PAAZFWDxZnVtnUmBKJTSAE3HZiCIza0gg50oFthfiuFjYxOYnFxj8n4Zr746iFde+YiJrnXyRaG8ogxer5foClAqw4M6zPs8/CysCW8KLFStseiwRp5OTk5y3JTh7HX1dKGZyWfh+RWu5fbt29jY2KQhLcBLOXAzqI7KV9IB1NRUo7+/lwWDHaisqoSZToKNMlpOXmqaiUXsJbzxxkV89NEd3Lk7jtX1INZYuE/TeSkwQqtngbSpqYmBUyls5LeHuMVhkUNe5pdCreI8NgYYbgaUOvcjzOLm8KMRLCwtGXJwl4Wtl1/+a7zz9i+ZkL7LBPggE/dTCDA5mqEcO+wOyEE48mgMA0yiSQGkvb0DZ86co771MDFTTt4kEI9mkWEywe0EFDTqVgUaGmrR17cDz3/uCTx1YQ9lqBNWBjgp9tMpy2WUl6amRlQxsBe5kz+RJ//Gk0AguA4pUHV3t1I/3WhvL8eBAzvx5S8+gVMn98LrcbEAeI/Ju3EmmDbYF3Tg7Ojubqf+N0CnsydFbwl8JSl17dojJtvvIkmZCwViCAfiqGfyce+eQ7QTFdwfHWazk0mVDfL6Hospt1DOxFFtfR1q62pRx2Sg3WGl8cwx6Rciz73cs1JjzubmRu4tg2bKhPA3HA5icop0BTaxvr6K5ZVFyC9XokwS0u4xMZTBo+EpJm9maXjBtZRiaPAR3n/3Mi5zr+dmFrG0sIa7Nwfw7tsf4sd//Rp+9MOfYmDgPtdlQhv1QArvvb292LVrN2kpZUAfYYJLnK95rKwuYZnF0wcP7lF23sfM7CQTn5dYLFyCjUlFKS4ND69ghvO4XcCOHaXkbz2d7ySuXL2EuYUZaFoOVVUmNLc6UFGhU5fCEHk4cHAfXnrpRVy4cBpHjx5CFXVRghs7bWJtdT2SuU2YTFb4vGWQYs44deza1QHcvP4Q4+NjWF1dRi6fhtIKRpI/y0SD022Fy21BggWfOBM/ceGtsQAAEABJREFUXhaj/SVO7kmGwADcokOSPDY68VWVZejZ0Yn+3btx6Mgx7Nm7H12d3YyrNNqXDepzmMnyBUgS2WkvZYLAAzNtKeN20pOic7oBv7+Eich2HDjYjKaWWpw+e5Ry2sn3S7h58yr+9M/+jDJwe1um3M6PaY2wGLFFmiOU/dPkWSdcLrvRJ8eAAtx7+SV5hHvf1VmH7s4qrK8FUVNbjYOHD2BpeZm2tYxFgUbqcBCLS1u05U7KUpb2axVTk9MQ53mVe3f8xFF86cufpyy3IJUJkcc+nD5zGC2tNcgVKLuRTQRDKyyGhdDRXYUz5zrx2WeP4PCRPvh8VtiZPKisqsICE4F3bz3CjatDeO2nH+LlH7yNzRUmpxfCuHL5LpO9EdqqdigWQK9dHUU8liQNq8jQXrscbjz37AU01jczEcS9YQKot78TX/71F/Dtv/9baGtvoY6Xw0G7Y2HSFLRHC7Tra6tMyFfUYH5uhcXWNeS4wXEj4ZYlH00EC21GDWbmhdd3EE9k4WKQCyjKNuDxuMgXK++t5HUea6sh3L49hMtXrlOuzKiuroCXdjmdzsHhsKOysgSBQIj7PgOxhzbKYYg27t69e9hiEGIx2zn+NsJss9udWKP9jPLcDjCAn52dxq3bN5jYjCPEBBgokw8GH0D+RPrvf+v3qN9l1JkZymAKdtrQOHkgNkv+vK+FQUcVbXaYyTU/7XqUifcKFjp+93e/iaZGnUktC9bWNpj8v4yHDycYOGahmyxMGuTQ2lYPpRTqG3x4/MkD1NshLNEeAzokaRhPFCgr1XC4ynjeVMPmslIOsrA6zJieG6durwMFHYsLK0Yx8urlG3jEQrWcf26Xm/q/yKLi+xjh2R8IxpDJmGA2uRFnQbKpsRVydq9zn4aGRnDn5i3opCXGwlJFbSnyKo19B3ehp6cdJrOOLhYis5SH1ZUVJhKjuMczIEC+hrbW0U1/q6GxFq//8l28+94vScMAREbc1OfZuTmMssDudfkwPb2BhYUE+RhDPLGGK5fexP2B65gYHyLOBGLRFMLBPG7fmsHE5DrWN3PI0ylNs7hgl4CC4PZ4EInEACZVdaVxP0zIZ2L0Wwqk1Q+LNQeb3UzddiPHpP4777yOcRZ2YjxrU5Sx/fuPkC9B2KxejE8ssCC5Qp3fxQJYP5688BiLYa1wMwkejeRJ2yQWF9eh0W44vTboZmBtPYRUAliYS1LU3UDOThrcSCWzCEfi+MUvXsH/+e//Pdc6ybEhnnkvort3JwtlW+jt24M56mJdfSOq6xrooxVgtdhZdDyK5oYuzEytUM+6WOzz4vrV+1hcWCduDxMNKQzcncXU/Bbe+vAq3r/4gPPcwSs/vY1U3I9s0koe5Gm3VuBzA5oKY9euZrjdBfj8Ct1ddeRJDkeOdvEsq0YqZyWPh/Cd//x9/OgHr3HfPsRrr36AxfkA9u4+Tl1qQTSSoy0K8WydwX/9zl/jT/74h2hs6KBPEMVXv/o/4N/97/+BsrrJddRTjysN3RJfKsxEtPwlmNde/xkuXvwQi4vjuHT5DXhoj3RThHNTVq9dRkOLG8dP9mH3vjacf/wIzj1xEtUNlHEWR1zuakTCGpy2MlRV+HDgQD3+6f/0GH7jN59mUt5LnnmwtRmhjzLDxHUA9wZGWAy5DhuDhByDJh+Tyzt2daJvXzeu068ZHqUfE0jiysU7eDAwRNvioDy34osvvUD+RdDV2YynL5zF8RM7YLak8bNXXsaNGzcgXz7Yv38vlpYX8Morr2CL/qTGBL/D7kZzYzf5tcmEOPDhh3fp982CU1PWZzj+dVy9coPFmTQkad7Q0IzOjibalwyyOYWy8jpezRy/hRUWxifGZrhXPvpJdfjil17AF166gMHhBwiFN0iPBpO5gL6dXcgjhWMn9vCah8a1LvAsCceXceBIL0rKndizrw8+XxnmpteRSdowdG8Nb/3yJl7+4TsYuDOFP/3jnyBKvl6+OMhi/BzGx1ewtkadi3ugWysxNLaAvLIhHMtwzcu4ees6NjYXEYsso7zcwbN/A6sbSxgeHUElz/u8MmGY9mZ6Zp6+UQNm5xYMmyJ212H4i0nIF6xu3LiOm7QvJib55uZmIAV1qz2P/l2t6NpRxzW1we7McM23UFHtxde/8QXs3d8LX4kLw/Q3v/OdX7BYexHDQ1PYv7sLuVQBH7w3jUTcifbWDp49wNkTJ7B/bxdjIBN9rjH6iqXUC502zYP52XXksyko0PbChKa6DhaYovjh936Bu7dvcZ8nWEhyYWttFhrA2GSc65zHRnCF5/MqrLQVI0ODWGTBdGJkCfduzmJ1KY2tjRQeDj2Ay2tCZb0bbsZ1qyyejoxPoKS8gnvnQDSWx+1bY1jdVLh2exRuxqGPJh8hll7Hvn2dqKp2IhIJ8FyIQ3QnzoKhr8yHdD4FqDw2NlawvDAHRaNzfPcBHNt9EF2NvchEC2iua6beXcHK6jj+u//+K/jP3/kNtHdUQ/4N3M72ZkxNzNDeBpBMWbCyEoHX6YfT7qVs34NmtrKoN4nyqnL07u5ANp9gEcYDv7sES7PLeOPVy9DyOtpbOlDDglhFWSXt5RJ1bpa2gnsxOIIsCx7tLY3Yu6cbboeObCaOIAtS6WSe9tcLm7WAb/+9r1PXWjAzvYgsY+QN+sGbG+vkqYlrTrGIFoUkaULhMEpLfbCywJKm/xeJhOjL5eCnQUsmo9SjGOy064urizwD06iqqYTX78YEbfvs9Bjqq8tgRgKfuXAQn3v+LL721edR4vdRHzyU2zD5dIe+ShPA/ICCTltWjlL6ll6PHSaee53tDSzChmnTM/TVKtDcVINoZBNLi3PUkTVMTwawuhzhfMu0zbcQ3Aqjvr6evE2gpa0VKa6tnj7SjRv38NHFIY5bQ0tLJ9599yrlvYRrzOMXr72L4dFpnuk1PNuC8PlLaaxNmJtbpH+zSnvBPXDZ0dbShGv0c2bplycpD7puol8fQm1NDSroW0R5RlutVkzPz+K/ff97mJtfxBZ9nwUWkO/evk973wHxacKhCNsjxr5JzHH00D64qJftTU2o8Hjgpy+zxlh7bXwYLX4PeOpjT1MDvvDYOexsbUJLTTlM+SysJhuqKyphph8QY2Eix0TkHM91Ke7u2tkPia1cLg+y2Rzu3Lln8IK1KMasb0GuDqebdDcgTJkdfrSAt965wf0YYX+dOpyB+IVmqwlpxrNUUkBpfJenv5JGjkXTTCYFO+WipbUZXvqF8sXmLcZuPm8599ME+WtTSRZfpX1lZYuyHkAuBzgcDrS2NyJF/8DDHIqFNvPtt9+DIn6vx43HHjuJ2toq6qlCOLwFp8MGf6kPhQIQY7E8kUyQf+uIxsPU5zIsUXYX1pdRoKxvJQKwMGhyeEvpFzjhcnhImw/hSJjxgAsmiwlKKZ4JeeqBDTK3nbzf2AhyLyMsdFqRzxa4/hTGRsaxycJzLpODpmnkQwoSG0OBfiAXQk0APznuRYGHjPQxMUfg4RpK/F54XHZUlHpRVe6H1+2An3ohbSb6sfFoAHnmgTbpp42NjzI2GqbvmWEfD9zkpeQPLPJvOHPd1dXl8DHn5LDpKC9xkzcVcDmtPH9ACjJcSxpZxjhKKWi6CZqmQynF9jz5nSPfCtB13Vir2Wz+5J1SCkKv8KDYnuW+CihNkf9myCfDgksymYQk2wXSfE4z95DiNSlXBm8pgvTLcYMFJGlINn0yt0b+FXEJDplDfAJJFhrAznaXA063EyabCVauz+GywUZwuVy0S1YIDqHV7XZTJhwG7u25clxTgX3MsNvt1Aczn9XfWJus05iHQiRX4UfxKu+U2uZXcQ4HZVT65JkkFbqVUgYPZV0ypwKMeYQeGS+g1DYOWZsUqJVSBv+Fd9ImuIU+G/Vb+sv8goubaNAq76WfgLyTPk6nkz6Im2vbXr/ML3xO0+dPsbgj/aRNngVkLEkz8Cm1Pb/0F5B+Sgnl+IR3OcpgsV3mE9rEhglewSc0uVxug/cyX4TnQZLngPClQMJFHyS2Mto+1gGZX+iwWiwGHYI/R7mQq+CTeYryJnTFWfyO0n7JNU2Zkrmlv7wTPEopQ3Y/2RPOI7i2++VpjzIQWqV/EYQGpZQhB0Vc0kfWIPshc4kcSn/BZfShDGeFTkX+UP7zsj6Rb/Ja6BCcJpPZkDHZF+GTrEPWJO/kajKZDF6J7Miz4E1zn7bnyUHwyPxSIGVHUDshX1CI0aalWfAUWgSXrE1AnmWMjBfa5c9c58V4SyeCzMGLsZ/FPjKntOm6ZsisQRPvyQ7arSyM+akHQr/rY91SShm0CQ4Zr5QyZE7ei8zqtB/SLu+L46Vd5EUpZch58b3Qq5QyeF+kXyll7KGsSfgu+IR3QoOA6JG0CQ4BoVmeZbysRd7LXBaL2ZCp4ju5Srvsh4DIiIDglLkENNoeuQreIghOaTdxXfJO7oUeAXmWfnLVNc2gW+ZRvJdxAsX+QqfQKDkZWZdAcayMF35Jm8h3MBg09knGyjuRR5FDeSfnmvBVxgp+0QN5X3yW+WWcgNzrImekXaM8mpjr0M1WKNp+KA2arhs0Cw+EN8IPv58+Jm2JtMl4pRQEl4CsQfgg9zKfyJmA0C57KesTkHfynGHhVe6LbdKvSKu0Z0WPeI4U38uYLH2QLNs+DdI3R/uTo87xaDf2VfZZ5EquQqfwSd7LOMEHfpRSBu3gR95/Gop9+AoUQANkXcYayTO5mskz2We5lzmUUpCP3EtfuRecgktA7otg2D3qjqxZeCTvZcyncSm1ja/YLu/kXvAKfILrU3ZM1i/vlFLG2oq0KLWNS8bIXAWOkXvwo5Qy+sp6BL+8z5HPshcCwjPhnbTLmCIopcgaBUBBKYXip/i+eC22K6WMeYSmIsh8AvIs65OrPMtYmVeA5hPyUUoZ88h7AaW2n5VSBl5pE1Bqux0ff5RSH9/96iL4/y4orrHY8+/qI21KKdKiGVCgERZTWsgrFPKgv1QwQHgmUMQp44p4s7Iobpa0CeQLBbYUIHW0PO/EnhMViBrGO3lPEHyyJyIzoucCIkPSXpzn0/ckECb6ajb6M0Vd+ITPn33mcQaU9SgtdaKUwXhLWwN6ezuNBEoiFsbcwhad96SReJVvTkajMYihCWwFIfexWJyOdBybmwEmkh7iwf0HdM5XEaVznaLDbqKCuJxu1NfVo79/J/bvP0DYj+bmZs7hpUPiofNjYXC0hjEmMcfpwM7MTGF+fgaBrTUeMFFkcykmtUrQu7OHhYD96N3RxYRqLZx08hx07lweB6ABSytLePDwAe7eu8uAiA43C6BJBrAmixmarhtMlF98LrAoODMzB/l11+bGFp3RJPIsbDocLni9XgNkk4IsnK6ymLrMJIwYIovVDClq2ewWRKNhrLLAMTc3S1rnMTExgaWlReKKc2ieRtOEKiaNy8pKIQK8tr7BokcaUiwVI5uHghQK7twbYMA4innStKD+pXUAABAASURBVMXEQiAUZL8kdE0nHoUAg7611XXSB/LKRz42oJNFOZ/HC0nmBre2mAQYZ6J4Hhk6B+UlZaipqoWmTKQxRnoSsDFR3tfXx2TEAci/S2m3O0lTDkEeIgYfhkdw5/Y9rmGK+7DO/U1CkhRSJMgxgMnlCqDccZ/MqGORrLu7E+fOHcAXvnCAAVYrdvQ2kjY7gkwMTk5OgKxGe1sjjhw5gOeeexbyp4W6e3rQTxqeeOJx9PR0M4Byk0cWKKVBAs118gdQqKqqYVGvC01NLXxvJZ1ZJjgWDBkTgZfDTQKwCJ28EOfb5PpnZmcxMPCQiZox3L47g5HRICam0gzANVhsbvLciUQyjWgsinUWBaT4IkYiTwOY40GS56GR5XVsdAySAFTkfUVllcE3US45dEXmhQmbGxuYmZll4vg+5E+AFKjteQZtacrZ4uIiZvlucXEZU5MzCDCBoLgPmXSeibhp3LxxG9NTM4iFY9w7DQf3kX/nj5KXe7jmSrS3e+ArMUE358jnMvj8DiYY6tDUXIfq2kq21aCxsR4Wq05Scigt81GP6lkY28n2Ou51DIODQ9zHSc4dQA0LKPUMfqtYSCsvL0E1i/Uer5PF8QweDs5SfpdQV1fNebywUEdq62ogv6KcnBpjMu86CwvvweGMo7evHfKn9pwMgMv9FagoqUR9TSNcDi8++OA6E9XvQQJz2bNDx46SrjJYGZi4mIAoLSuBx+2G3WaFRiG6c+sG5uanGBBqqCFtdhZa8/k0C6dJzC8EIPKeSicAlTWSpS46lbquuP8xFkCuMvFyAxubYe6NDVYm1h02DwoZoNTnYzIwj6sXSfcHH2HwwQjlVac8VaKvtw/Hjh3nfTVmpmdoqzYRDocMR7+HRfxnnz1NPregpqYWjUyO7NmzEzt39eLAwb04cfIIZfgx/OEf/ib+yT/5fZw/vxMHD/ZDfoWzd+8+7Ny5GwcO7Gf7GbTQpvmYIPTSjsq3DNvb20DxxqNHw5ieniQ9ZiaDVzA/s2DocV/fTrS2djAA9WJ6ah737z3AvdsDmJyYRSKWxukTR3Hu7DFUlpdD7I18oz2dicLtBSQ5LAWxNBMKXia4jh3fgwMHO5kg7kXPjnbuazntmJXgRFNjHURvgQL5G8ClS5eYsL+M67dvY/DRCvnipgy1syiYwdj4Mu3iPCLhNKxWB/ffSztrxrnzB3Dq1AnqeJxjb2BtfQXi6NXW1+LAgQOorq7CISafOjvbKIP3yeM1gCHJhx9+gJGRIRaTbjPROo/DRw5RPkq4ngCvPjQ1N8BpA0KBNZQzQdHSUkWeVHHMMD7kPt69N4/r1wfx8k8+oJy9g+mZFdLlNRLsPd27OG8dyssqYGfixWTSmKQf4zzT6O3twMFDu1jIXeEc1di9ZwfkT3H39Xfgcy/sIxzH6TMHmSRxw0ant5RJ9bd/+SH+j//tT/Dmax9hZHgObmc597QbbpePer2KN395FQtzQfz8lQ+MQp/D6sNjtIO75d8DpkM8zqL31Ow4ZmYnMDw8hRQTHW6vGTMLD/H9H36H9mgB3Sy25XIZnDhxnHLUCzkfp6bWcOvWAGZnFxGLp7AZCGOD59IvfvE6Prx4GS3t3Th19nHueynXcAH/8l/9H/hf//W/RG19A+Tb9fIloTCLnol4BulsHqAdnZpewV99/wMsL2/Q9sVoP8rh9liZmNpAPBGD7E0gFOX7Fbipn+JghIJhTM/OURdXuF8P2O6Fz+OHDtro6Vk8YoJc/oqAx+dicaAS9dx72b9mJjOfeuoJQ9ZC4U1Dt6Eyxp9ZnJ6Z5P6UU5cbIQlgsfV37tzB3bt3ITZV7HmGgXF1TTWTmu1AwUK7CqRSOSa1wISprCdPWmyYnBxDQ6MXXd1N8PscuHnrEsoqXahtKIPL44HoQkFZEInI3EsIRZIIU48mZjYw9GiAezaMCP2XFBPtm/QtTKYsvv3tb+KlLz6HJy+coTwcp/7XkY4utLV2orN9B1duQiSYYLL2JpPib+K1X7yFZdr3UCCIG9eu4MjRw3CyCGpx6DzPZ6GY0B+fGMX3/uovKQNDWFragIcB08TUOKanp9DXtwP79+3Cs8+eZ4H9CTz3/AXq1nGkkiHqoZ86tps4gI62OlRWWPHFL+6Bz+Okbc9gZnoU+WyI+sId4TyFvBklJT5omon7GCbf7dRwDYo+V5ZGMRzdRIr2wmoxSZ2BW56D/DIoFo8y0ZGAnCsHDuyH/Dm8ivJSfP7zz6GszI+H9+9j+OEQrly5CbFFjx6N48rVW9i9ax9aWttoi+O0Czb09vegp78LVrsNC0urCEcSnI975XPzvGihHs7Sx7OQJh1ip5MJDZm0xjWANOtobKhHaCsJnQWpuckVeBx2/PKXb8NfUkY9UPQj7Dhw8DiamtqZTLUZsqB0ncWNAYw+mseunfugsYhdUWnHb/7mF1BfW8HkqJ2FuDr8s//lq/iDv/8bLMoE4C+t5IQmhKJBFq4fYHB4CE6nlTR2we2y0+44EA4uoLOjAi987gy+9e0v40tfehb+Eg/tySLlYSeOHzuHpy48g6efeRY1tbU4fvwwnn3uGer0JhYXVjE2to6yEj/xldFfWadetiCfs9COR2BSSfo7XjwaHMSPf/Q6HjwYwjT9z9dev8hi4gj3vRItTXU4eqQf3/7WV/E7v/N1/L0//ApMZkU98+Dpz+4ivxWWV2fhcFjJmwQeDt/BxWvv4uWfXsGdO4v44V9fJg0L9G/W0NxSThmIoamxAj09rejf2Y4jJw6jhsWLmtp+1Fb3gPkhnv8L3Msorl69zoRxHtevDaKneycuXx7j/Q3cuDWIRCpIe5shfTWIhEIwaSbU0I/o6mjCsSO7sJu4/+APvolnnr2An//8Nfz0Z7/gvimeIQ8hPr/N5qA865Cknt/vx/pGHh3tdfjG17+Bs6cfh4+F+OBWAj/664v4k+++jquXb/GMXEdFZSWi0SRiiRz3bAqTLC4lEyZUV7SgprrJsPfJVJz+x9ssLOrUo7P4zNNPIbgV4nlxAwX682EmGAOBIBNKCqMjC8jkdHgZ5+w72IfenR2IJwK4du06r5wnDGO/9u0+QF/hqKGnR48eYeF5CHv39ePcY2fQ3tmK3Qd2oWd3ByweHU6fDdlCFg6niz7NBn3nEO7cnsKlj65jfOQ+6mrKsG/fTsiX4+roWx06vM8o/totNtqT29jV34/Scj96+3uRYeCYSuvo6joAn88HQCM9Gnbs2E2dycHEhMPW1gpi8QD30QmnJ4OCnoP4VcqUQV2zj8WLaRw4dJwBpBV5mGkHQ9jcmEeZv5y+dw1e+sJzOHBgD7KpKN5965ek9RLluBd/8Pufw+eeexJmUwG6lqWs6vCX+mFl3LC2toWhwUlUVVfDYnGQr2bMz64gn7WQRhMaGxsoY7soN7u43+3o7twNhiHo6O6FnAu79/ajoakCNXWl5L0DFrsJ03PTOHJsH2VhgTZjC339fYjGUpAvbb7y8w8Z4+3Fz1/5PiqrnLQhq/iDb7+If/rPfg/vvHcVY+M38e/+3bepH5/F//hPv0zeOrG2tIBcMgMHfdinnjiFFz5/HiVlXjxiPHn56h3IX2v4/vfepqwXsH/vSXz3u+/hzq0HkC+snT9/DE89cYbryRlFmuUl8jiWNGzNMm338NA47t9/hEQ8DZHHe4zX5lnMS3CRVdQD0dEmFki/8uvPwWy2YG1lAzHKrc3mph/TASv32kUHZ2pyCSHGk5lUGLt2tuH4sX5UVLkxMTqBZcbYH777PianbvKczmLv3nocPtCN1uZ6+NxO2rUq8rIeu3b3oqAKWF5bQ8RIdMexubnOcy4Iu8MGiVXyhRxSjEV0XUNjUwP9ZCt5bqZfkKIvWkCB54LTYUJVuQfnTh+krg1hbXWcdsuEbD6JRDKCreAmz5ICguE1lJW58fjjvfjc8+coh1uoKLNRjs7Q37bCZsnTz2qHyFhdQwnM1jQSqQB5mcS+vd3Y0bUXZSUN5F3BkImGhlbEWOxcXFqmLdvEj15+jbZ4GWdO7Ud3VxcOHTiEvt4dLKySh7Esurv34M6dUYyOLUJiS39pGc/UR4ytphHYCiAWiXDPBg19j0aiXFveWK/4kb07ug2+zdL/GB4awszcDHz+EpRWVGJpdYN076JfUo2j1Jd1PmcSafIxhWs3HgCajhh9qS3Gb3H6Yz6vH1VV1WhuaqH/1onyiir0dHF93T2oZ7uJ2paKRjHBOHqVRVOn3YGayhqYeVZZzRqqq0pQV12OBtqAOPuFAltc0yjGmDPYvWcf3n/vI0yMT0ESSLdv36EOmvHGmxexuhZHOFpAvqCR9ya2OyhjVlitFmgaeG+iXdDZrlEXC1x/zihupzNx+r1rSCfDUHxjt7mIf4bym6G9qaId66LfUMozaJF+ZpTzmuijuOjHmFFe7WEMWAeHy4Qk7YQgkPjszu1hnrtXUFrmQX19DX0GN3bv7kc6nSAdinHzBv0/F2VMcZ44qqprUM1itvyisUC/3EI5zukmTC+uY2R8EXMzawhshLC+soittUU4mVuhxaPsUvdYuMmTGRr7V1ZUw8G4M2HoXxyK2bBIJI5bN+9hdmae590mUswzSfy9ztheEsoS12eIg8qCDJOYCeNLiWnk6GcWcjnIx2I2wUY+mnSQt0l4PE74vE62mbFFnUqziJJgviAY3KIPt8C9WEGM+TA7z19NU+TbOuTPHJuIQHQuyLMxmYzBbNFgMuvg1gP00cQfzLLonaNOpkhHJpWGfEwms1yM/EaGdGUZEyji1am3SinuZQGyDgHZQ6UUlFJGmyT0TTwPrIyxbUzqydVisRjvM1y3QKGwPb7Ac1CpX42VPIckByWXIv632AzprxT7aBrPytzHNGVQ7LPBnMcW8yxRyq4U8lOcQ/DIAjSOEVpkPukvtCmlKBNmCE3yrthPJ6+kv6xJaJAx8mzjOsxmszF3kSbZMwFJdEp/AaE1xryiQS+2eSFzFnEJvgzzODJO2oXG4juZR2ixMtYja7g/Om2FjbpkhbyTeWRMPpeH9BPazRaz0c9sNtG+2imHDuOd4BVeKKWM8Var1biauQYZJ6BTAASPXAWUUgZfZR5Zi8wp/ZXiOiiT8gx+5B0vxv5L3+I8whe5l35Ol/NjmlMGTmONHCTrF+Ct8V7mzVC2xN9PJKk7GmCzW2nns/R5EpTnmDFecMo4wSM0C/2yJ3aRLa5NKYWCICUY/Zg3Ex5kKAcCQrNSyuCN4FKKskRgd+M/WafwSK7SoJQyZEPaZC5pl3mVUvLakAMp6AveIsh8sj8iA6l0GnluYo65Nyl4hqIRhGMR2uw45H2RJkEm9MpY4aVc5Vn4InQKbmkXkHZFWc5x/2Wc0COyIvSBdNE9Q4H6qSjDkCv7arrOVwpFPHnaLBkrYODjOJlHcAgIfz8NMk76SX+ltuVDaBd6pJ9SythHwSEg/JKrvJM+4EfWIrgFhGbBKSCG5yetAAAQAElEQVTt0lfwK6UMOZZneQd+hOfF/ZW+MlZwSH8B4ZUABdHYV5lbikPST0CpbXqFFukPbPNB8MsaZB8EhE5pkzlkTpnDyVyJXIUegeI7ea+UgozPUrZknNzLHOBH+kl/pSgnBGkX/EJngbLALsY6BY+A9Bda5Vp81rlnxWdZk4X2QN4JrSJfBcqVhbZUeCNXwSlziP4l6fMJPTJfEeRZxglIP3kWHAJCv9CY5RmUpVxlmJuJJ9OIJVI857I8OzMQvFnaLKWUYTNF72ReoVEpZeidFF09Hg/PKA99c5dha+S9zCFjZR65l6s852hP5F5oF5D77bYCt7NgyKu0K0U+yg1BxgsU+2ZJs6wlSnsrNBbXJ+/Z/RM+Cw+Fx9ImoJSCUsqQW6W27/HxR2jIcq2Sc88Rf473MofRZtBM/4X8l+5KKQOH4BZ+CMg+ybOs/RM5AIz5lCKvaKRkeHEdBZ594EcpZeBSSkE+sgahRfrJ86dxSZu8F5A+AnIvIO+kv1LKwPe36cDHH6W255HH4hiwSeYRUEpo3d4HWfuneSDz5XJZwwbKnAZQdnIGf/LG3sm9gLwT/AIy16dBKQWlfgXCt20eWsAXkI9SyliHUtv9hLZPr0mp7ffSJnP8PwWhS+DTNIIfpbbn4e0n/wlOeShe5V6pT/fjPQQ0/r9O0CCqnmdNKv8xX2QepdTfWItS2zwGP4LbAGqTnBt0IWHYcwVotOc6fSkiNngr+yGwvSeZbVv0sZyKfoseiH+RFF+ONkr6Cm7hEXFliCfFZFUefiYovW4bAys7dFWgw7jGgJPBzOg4C6RrSNEQJOm4LjNx9uDBQ4yy+BQOR6FrZgPkLNnaCkKCTemzuroO+bNGUlySpEaEfeOxBJNNS5j/+Fef0i5FKXGCgqEgndZVwzHfYiF0enYaq0zax+MRGnTQkNhRVVWOquoKBjSlMFvNkD/fO8lCxSwD9CwdUq/fi+qaKlQzcHF7vRxnhtJ0JhhEeAtwuT2wO91wujywWB3IUeFMJgvMJiuUUrDTgairrUMli2mySZFoCA4GwzW11QwWPDB/7DAJswMMimJ0uONGcjKFAnfZ43FzbCXkG7EOh93ob6OzWFlZyWJ1KbdWh65bGNzmsUFeSQJ9eHiUhaQFJhc2GBysY+TRCKTQG2Fysqy0Ai6nB/lMgQm/MGamZnCXAdfYyAgW5xcQZxBZx6Clv68X9fV1qGDhpampEfKnFN1uNx2mOBOCU5BfQYijUOIvRUtLGwvSO+FyeWnME9zXFGaZRBc6RrinM7PzGGVw92BoBBuBILw+P3awILWHxaPu7m709vVg565uSEHpCy99Hl/96gtMSD+Fz3z2CZw6fdxIRvXv7Ce/fNDI+wKlN8ai+8jIGJN0t5jE2+CcacqcDZJM87j95J3CHNejNA3VTNzU1dWhoaEBTU3NKC0tN5ykUChAmXtEWVwmDzU6hjYGjWEm7edx7/4YpqbnUVtfjq9940n8s3/+dfz27z7HJNvjOHzoANpY2MpRAU1UHDmYwI+m69C5n3aHC5UMkPv7d5J/FZTPBSaSr+LWrVtG0n90dBTyb0zKz8edLhd6e3vxzDPPMiFygonxA6iirIRCEYQJ6xtbTAYsMwBbga6ZmVDow8njp9HL5JKiBk+MjWNmZgZShFcaIP/my0kmOo8Tjh0/SP4dxr79vQxaXdwfM8rKvfD5nKirq0JJqRexeJhJ+QkmmaYZ/G+iwORXTV0lnAxWda7H7XaR7x5YLCbS2YODBw9wvBebm5s0DGmUMOHb19fIImAr2jvaib8Ux48fw+NPnEdbWwtEhvbu3Q2/38MEfQKhkA1WmwWB0Bbkl8+vvvYaE5gfMcH0EGsra0indGh6HrlCAaXlZfD5fYhSJ9Y53+rqGufMwqSb4PP40NnZgWYmeCxMMExMjlLWV2G1WrimPK9AR0cdLnzmJL7ylRdx/vwZJBJxiDzQdzecDxf12ed3wVtih8kCJtaoJw+GmUAoIErbMjQ4TLuyAE3ZUVpWhdbWJjRxPgm0DXtCOyGO+BCTKwMDA9SNGPlRAvl4ifvQoYPYt28v1+4lPRYa1ywhg3giinsDd3Dv3l3ucQhSNJcvTlitVsgXHZYWl2BlwCW2b3k5ysTlLjz/uRfwpS9/BfsOHEZpeSWS6ZyRALLZnIjHkxgafISJsSlsbQQpZ3cxP7fMdSjYLC7YTE7oBRtWFjbIt3LyrA2HDh5isvhpnGAR7nOf+yy+8OIxxJlohspj995OJs7KoZAmzwKwWLOorPYxSdkFXc9RTgKYn5/FjRu046ubaGtvx+bmFlwuB2WgEnsP9MHBICuRyGBxYQ3ybfooaYwzwVTLxMleFks7qPe79+ylPn0Wp04eQy6v4SYTGg/uj0L+XcNjh4+hsaEG2VyKyfteA3SToi04jCNHDqO2rpq89tEeKyiV434mmMwZh27K4ckL51FHvbXY8ujqaUV5ZQmsdgv7ZFFe4eR67FjfjNLWa8RRjUAwygL1CIZpJ+/eHcVDFs5nqFOirzM8M4KhIMyUsZXVRaQzMdKaQiUTWkPD97C8soS2tibKbcqwQ8NDY/jJy2/h1V/cQDyaxuZ6gLoZwMJcAFcu3sVHH13kObhCGQ0w8RhnkX4GaytpFkk0JBjU1TTWoqWzGc99/hlceOYJnHvsOHlaB3+JBpdHIRhOUh9ycLt9mJ6e4B5cx8TkOItPs4BWwM7dO7BvfzekeDA2Ng2zyU4Zi+PiR5fRRZ4r6FiYX8YEC+xXrg7gxz95DS//5Oe4xuLWPNvDtP8Rgtg2Cg1MFh1QgBTKvvHNZ/A4E8WVNaU8Uxegm9PUpxRsNo32rgzNrfVc2xoGBu5xzi3yO47qqnJYmUQXOxBm0irEguv83AJmpqcpF3HKxzw+uvgB7XEMW4F1WJhwkGJBJBqEw2mFnNUW0lBgIT3JAH51dYU2JIzbLNzLv1Es/oPP54P8crOhvhbVLMLPMQEZ5xn62OPn8eIXnoXZYodSGnw8y3WTGXHagR7KhZU2zcznD967jv/2337McyCCVCaBYGQDNrsZMRavF1dWsbS2aeD4w7//+/gn/yPhH38Z/+Bb38ShA7uwZ08vPLSnv/Pb32RC/g8gezC/MM9zZYy6XqDu9sOkmXi2LuKP/v0fYeDOAwzeH8Jbb15FOpnFkcOHsHfPHjz//DP4zGefws5dXVAWhZ7+biwsLxhB/aGD+6HrGk6ePIkLlO2twCYaGhsQoS8hCTfxYSQx19RYA/klewflZ9eebhaknsRvfPPX8Nxz+2mDXDh8cCft92587RvP4Tvf+Z/x2c+ehNNl4ZgCTp8+gAtPHcX5M0e5BwVYuP60OH10umN09LIs8vDYhVLg2VpAnr6J+CxzXGtOZbnHZkxNTSHG5Pb8/CKTt1fw8o9+jB09vUyAV+Ho0SOoqa+kXzILL5PJAw+WyesUBh4MIMy9fjj8ED/+6cuYoR+X4VyVPLPLK6vh8nowOT2DB7TFczzP+3f24umnz1CPS2kDqiBfAPGXeLGDsr131x4cPXKEPkwO0VABG9SroaFRvPfeh5QLD3XlDv7jf3iNhelfsoCzienZJWwxid7a1IVosIC7N+7wvPaC8TACgQ2I7qeZ3B0cfMiza5U658Jzn3uG9q0HX/na8/jGb7yEr//GF1lseQJKA+VnDRvrm9hcW0Y0tI5bNz7g2RFFMr7BguIHlIEl2skQeXMZv3j1bRYK38SbLEJptFmzixN49fWfUH+WcfL0USb+a8lrBV0pOKg/ly5exjST5X30FfayoFTBokRNTQl+7dc+h6qqKu7fGbS2VMHGMyTHymZ7WxMaGmq4vjXanzn6Dxvw8CyXL9XcvjWA2Zll0maljW3n+GpYLQ6cOfscjpw4CpPVicW1GF7+xUe4M3gfoxOTpMWCWfpxQ8OP8HCIbfQ7rlx5gAf3B2nHlihfHvi9buLRuIYw7g+MswByENevPsDZM4fxzW9+E+fO7YLTragzXbh+/arxVykqK+oN2/Paa6/jX//r/4APPnwXFy99ANH5Z597AidPHWIgmMYOFjMech9+9KOfcz/fZb83Ud9QhqpqO8qYkL937w6+972f0u6k6QtqcFB+m/h+lefTzZsDtO+jcDJpWEuftq2jDZquY2hoFlLY+q//9QeQoMZqNaOqqoJtA/S5VjBwbwiBzQTaW3dgfHQGba09tPEBvP7G+5QPjT5CDvNzUYyNzfEcWMPs3BpjAQ19fa34Z//z76Oq2sVii4222wqnW0MwvITPff40mlpLsLY1g+X1eVy7dQMfXv4IoH3z+32QQoPZDKTo39otHlg0O9qbGuF1ehHa2sDW+gL9dzNlfItrXcOa/Jozm0cTC/IBJqhX6CMFAmG00T/doGybrRYWunO49OEA1hk/3bx+E8uLK/B6PQZfP/qIcrk0h/Ms7u5mcc1Bv+/9Dy/i5q17KK+shclswwn5Atjnj+Cf/vPfxpe/+iTPgJ1oIG8XF+ZQyBZgo31tqK+Bx2nD6ZMHqe8O+iEztHsJhFg8yGWimJqbNXyW0rJKiC81ObbAPSqFSXezKGHFO2/ewfDgFNbXQpSZ+/izP/4RfvHKFdy7O4aNtQjPqzk0tbSxqNqOknIHDh/tQ/eORrR1NlMeB1FdWw6334aqWuKvqMGx448hGMrxLNwBnXa+sbECYRb1ysoULNYE93EE/+pfv0SZ+wco5Ndx7Fgj/KUx/A//+JtGYRA858O0s2VlHp6X41hdW8bAgyH4fF76V3OUdz/8vnq8/OM3uG4vdWPV+FLD+NgE1xyib9oFOW8ddidaWzuoZy30n/ejs72P9x3IZTXIX2YJbMUwNDiOtuYO2B1mpNJxzjeDsnIfffkmytUS5aiS548Gp72AvXt7UV1ZRh3q5Rk4hstXr+Mnr7zCs2KJ/sAcGptaDR+5hDYxFt+ivX3EeetQWWNhMXwNG5sBNDZWIhoJIJNOsmBsRWdbJzKpHH29LGVFwWHzIMv4MJXK0O6tIx5LI8ZiZJB+UjaTRSQY5NmVQSqZQ5YFe7eHNtMJlFQ7Ucn9VfTdqys8+Mavfwa//ZvP4WtffZp0lWB0ZB6ff/E8mpursUZfamd/F8rKHNizuxMdnTXo7KxD/84O+i5ueHw6PvPsaTS3lJH+dsrFOqbG5xDYiKOsvJZ+ocLdgQeoYHHMX1KBvfuOYn4xArPVhAnGsvMzEwASMFty8HgtsNL/e/X1txiHrsHlKUN/Xx8qGdv+D//9P8Hu3Xs5Rz/6+/vQ09ONb33rt+jjadC1HNMlaWxsrBCHlbTUor29mbJfi3ra1kw+Azfjf7fbj/n5NforPpSUVtLGB5BOi8/cRP1xkcZ68jYPKAv3rhb3bg1gdXkddsrG+NQcxiZn8J+++ydI5vKoqGvAzj378fvf+ha++rWv4+vf+C2UE2czC68Kir5fDCaeCUoVeOZ1wMOYXHy2DeYO9h08jDLGglNatgAAEABJREFUnVXVjQDtBvImxENJuCweZOIKH71/BfPTS7TT5aTVQ7lXLHzSs8pnoesFaBpof7KcpUC/UQNdXj4nUep3orbaRxnYoO76OEcZDh0+gr2M3+tpT30+L7x+L+SvjWQoD82Up7WNNfhKndDNKew/0kM/9ghjwQqea3WwWkEbBthsigXsIJZpfxoaahEMbrDNBLfHwf1NYpJ+bZ7+x+bGJny+EqQzOe7xEuL0Mcw0kmbqtcvphJsxtK+kFEaSlr5KeYkP2VQcNsZQqVQME7OPMDL5gDZ3EesbS9CRh5/4KsgrXTNzHfvx7LPPo7OzBw31TaiqrEZZablxlTU9fDhIPuS5hynSbofJZIGNuR4oEwrcC5Bj6XQGSmmw0hY6WfwW+iTnIPkNyQPs2rnTkLmdlLvGuhraDCcKzC+FQ5s8h/MoLy+Bl+ezTj9PUOo62F7gvmgwcx2yVt2kQdMUx+WRY4LUxMSdvNPZOctkMo8B5AoK0EwcZ0E6nUaGxa9CIcdxbNbAdgWd45TileNMzF+A92km8sCPprETr9Km6Tr1x2KAYnueeq2xr7zOcV8kwSn9BaRNrgX2kXaBrCTw+EIpxfk1yFwCZu5dsa/0F1w55gIT3DuhOZvNcnoFTdfhcDhIs8715ow9UEoZzzJOU5pxr7OfgFIKKRYoBASnzOWkfFhYzLBS6OSqlCJPMgZvhIZP0yI0Cx7BjY8/SiljDvAj7UJbhrwSOgXkHgUYOIV+AWkT3DK/pmsojksynshwT3Lcuyz3JZVKcFwKZC3l3sp72a8MnzXuudkA8KOU+oR3sg673Q65CkjuycZnoVtA1mi12gw+iD7I3EUwc69lrNAotElfYw2UXXkWXgjIvYwx3nGtck8yIDIg72ScRqJlPYFAAJu0PRIfWBxWKBoNsYvpbAYZQo5yIiC8FRxCo+AQnEopY60mXTd4LO2CV77AIDyUceBH2pRSvIMhF4JL9ljok3eCU65KqW18XKfQaLPZyFcb7awdModSyhgv/WUuM2NNuQo+AfAjz8JX3iLFPYolE4gyXozGY0hw/7Jcj7wT+kUWhAYBGS9jBZRShrzmaM+ln7yTteQZM8lYAWkrQo4JqRzf5UWQdA2K+qmRv0X8wgsBWbPsnYA8Sx+llKAzQPDJPFnSKGPlWeYvgrQJDtk3eSd9lVIGz+Re2mUtwn/pqxRtDfV5uy3zN/ZI5ET4JOsVXEKTjC+OE9rkvjhW8Mtzkvopcil0yJe0IpEI5V5spzL2RnBJX7kKKKUMPZD5lBK+Zg3dFbzSD/zIXotcy1Xokf1VShnrkmdpt9rsv7Jj5LfQJ/SLjAhuGSM4BKTdxLyAiXL0aZAxVGbDDoEfeS6+V0oZ7UKz4JI55R27fdIu9/JO8Mu8si+yBgG5l/dKKYPP0g/8CD5eDN4Ur/JOcMtVaJA+wltuFckTHhWQ5XmQpl4nWV8RXgt+6Stj5FnmlGehU9YsdlZspZv+hNyLDREahVbhz/Z8GnmqCNonNAoOAcGrlIJ8ZC6llEGztMt7pfhMmRY8vCV9WcNGyRc6BGIssooMCW1Z2n9Zk4DQKfgEBPenQSllPEofKaSKb5rnugvUO7AOkydIu+hKmnZXroJbIE8ZkMFKKWM9QiM+/hTn0jRl2F1Zg4Dis1LKWJd0VUrJxXhWSkHOI6V+1SZjBIq4Ba/Ma9BLHf2/u0of8KOUgoxVavtavFdKGXOCH8EpwFvjP6WUMQb8CB6ZQ66f9CkABbEzfF/8Tyll3Eo/4U0RhF8yXkDuk7R/xh59LFPSL0d+C8hY6VcEeZY55SrI5V5AnqWPtBVB2gWKz/93V1n/3wbhr8iUXOWdUttrKeKQNgGllMGX7XvaWD4rpchHudcAKHKFwJoKNxIiP1QmKCV9FOSjFN9TyYRWAVlLEYxnvssTZLxG26GZTVC05eKSSXuO8ij9pa+A3AvkKO/CS5FRgSKfNafTzKS6hYTnIT/xsllNDCDKUFVRzmslWpqb4fNVoLysEpWVNaiprkN1dQ3kT/16PD6OUQxeNhmczjI4nGESaJXJoGU+LyIcjiAajRvByiILsPJvDS4trcBqsUKCjYaGRvj9fgieluY2OsbNxF+LKuKvratlIOCHiYd9nokLSahuMjmxtLLIID+BkhIf2plkkaJdT08Pn0tpxGUdGsR5X2eSbHVtA4FgmEzXGPztYGHjCBMnexhYNbNAV4X6umZUMtBDQcfy8hqkAByLJiBjswwEHA4n6WNQQMVeWFhgkW2eiZhRSCJog8FHgQeqw2EjXyoYgLeyrx9xHuLbfRcYzMRIkxmartGxT2CTBeJgKAQoDVUMAJqbW9HV1YHm5kZ43F7yUkOKCVu7zQ271U0H3s8AyYa15S0mi1YZ0K1hazPIRHaKh38BVqsd5QwwHA63MS5OXi+vLJP+NQYhawwY5xjgTPK6wL2ZNiAYDEH+zM/6+gbSqawRnElRd30zha0gn8mLVSaj77NI8sor1/D229dw6fItDA4Nc21xAyT5PTBwl0W1942ErBywLpcTNSzqtra2ct/KmOSsREtLC6R463b5KGM+1NTWMylUCq+HgYinFPm8DvlF3vj4NKYm5yg3i0zEbGJd9o1OXywWgZXy2N3djgYWLaprKrFrdz8amhroKCWQZ9BRUVHGd03QTU54vV7ubws+85lz2LOnh8F2B3p2tKO9s4VzV0N+nVdTU4u6unritdFhM2GVyfctJrUECpSUQChI2V3A6Og4JCgbGxvD6uoqRIFiTJhNjE9CvkUcZaGhQK2zWGzExX0oK+f8PjhtTtiZ6KytqkVtdS1lrB4+JqNLGDzWsUAsfAoyYRUOBxjMLnMvGUQycdDYWEdZaIfDYUIwtIax8WHIL0QvX76E0bER6lIQVha8unt7cPLMCVRUlWFxcRZvvPEak71v4MMPPzB+jV1SUoIdO3rQ3d1BHS2h/oWYlAkhlUpSHiNsK2WS/6jBo2oWMqZZJFlcnDf6pJms0TSgt3cHOimXLS0lcLkBK4upW0xUZQoZJt9j5M0Y3vjlFSySdzW1HuqeB/JFBqvdBvnV8Cb7JhIxg2fLi8sYZyJ3aXERfrePReUdeOrxx9HR1ooECyhTUyu0HykcOtyMJ548gqPHD6Gto5kFkSVsUF+gdHSyEF1X3wSvzw8LgyylmVggjJNPUXhpP6prqrgHZuq0n0XYs/jcC0/jacrAk0+eZ3JuL+WjHvIL8Wralfr6elRVVZPPTngoL2KDKisrIQ6K6H8hDzjsLsg3TxaYfJRfWofDQa7RZ+yVy+XAY489ZuCwiv6VV8HBPS8tKYf8u1H0AWnTNSZvw5BfKBQKGuzUT6fTw3WGCAG0t3dhz559aGxogdPhhcPuhc9bSn4kcffOPe5FxJDRBIuZP/zBD41vrk9Pz8PGQNXt8Ri8bmtvIl8qcPhIB46d6ENNnZdyXoejx/bh7Plj0HUzE/8XKTtDGJ98xEApga7uCjBO5bUDv/FbX2fh6nP43d/7Grp6WpHKRhHlfmi6zuSVg/0UMkwe3Bt4xKTjAyYCb1MfHsJmd2Kehd/JyXncuT2KR8PTeMSk6hATjDdv3cba2irGxkYhfBOdaqSuVrJAV1rqRzQWwvTMpKG3UAXIQS92qLK6DO3dLahrqkIDE3d79u1CM8+d1bUMbW6MRagkzExMlJT5EaAzPzkTgASEn//CC5Tjx7D/wF6cOX3GsDkel482DfBT31paWqFRoDUWLZOpCNo7GvD8587D4bQiwrPJTxu0s3cPTp08iuPH9+Dc+bP49a++hLNn9qGmxslEcDmOHOvD2XOHsWt3B7p7PIgnAB4RgJaBzWWFw+WAm8kpEwuIASZaFIvbBw/txR986yt47PFD+MJLp/CVrz6LU2ePYUffDjS11mKNySa7w8JzIIclFuBu3rpD3k5ifHwNIyNTSDFRUV5exXUUEOOEuQIYKOaNX92/884I/uwvfo7vfvcn1P8t2sE0g5UsrFYL7ZnQloBGXkXo7KYzKczMTlInN9Db34b9B/spizpl2UZZXkNFqY7Hzu9HdZWD51clZdqPTDbJcyGFCAu0kpgy6SbS3UdbuhO6ptHv0LFv337qUznltwni0H/04UcYZtHm7t37lPsI6usbWej7LGqq69k+bjg4Xq+P+500+ofDYdhsVshZuLy8xHkrKWP3WcD6CD/5yY+RySehMVkoCSNFPvtY/KQvi2ra08cfu4C9e3bBYrLC5SjgzJmDqK0rx8T0CnkZ5lqTtAkm6oOTdnsSqyszyHNNwc1N7D9wEGki8peW4s//8r/hv/3V9w1d7WjvhMvpRpS+wuTYJO7duYsg96ieBY+2thbapcfxhc9fwGcvXIB84ULO66Wlebz3/ls8Z+nnMNE9NjFOuS4wkR0nbyrIzzYm2efJ33Po27ED09OT9A+85AVQyeQ6VI60BjG/MIW5+SkwFsSHF9/GrTvX8eST5/D8c8/ixRdexL49O8m3FZgtYZw8fRAHDhzFnr1HuAe7cOBgD/VjhIWcHG1tDmDa0aRbATqYdpsLZrMF+XwB4gxbyW+H0w5d1+j/NMDjL6EOJY1fyM3PrXCvKpmQrIfPXQWLboPX48bhw/vR2t5AO1OLP/wHz6C03IG1zXna3gCC4RgaG9tx7+4o3mSxSgp3VbTDlVU1sJhdlJ8sVldDlDcv7YmLPlsUUEna4gqQFCwuTLMoMYSH9x+xuBekn1CNEHHWVDfzFLbQxikkU3k0NfsprxUYGZ5HZ/suLC2FaGM2OYeOwYdjePWVjzA6tEJz4oTb44PZphOs3JcgBu49wNDQsHGORBMh5AspzC9OUo9uI8TzO5VRWJhbR1N9ExLUF5vJBKuu4LSb0dnWjMDWGlxM7pkp99l8Ctn8FlraanCMtuKpCycNndrYWqTdn0dDUz11J0VaLeRLGQ4f6oPXayLvQ9BVHC2tVTh2bC/5b6Jta6WPMY8nHn8CnR2d3N845uZmqMdxts8aZ8Crr7yJjfUoCyFxFuZK4XaUY2k+jA8/uMbi1U2EtpL4wQ/ewEPa3VAkRZveTvneBY+nHJcvPeDYCGobWmGyuLjPUYyzwFpSYoWuKSZ3s+ikXO/q34Gnnnyc+2FBOQsVH314k3zXWLiJQX5h/uSFs3jq6SO0eSGcPHEaCSb4p8ZX0d7WRzlPQ/6KQFlZDeWmAsFgECH6tk7KWG9fD21tK86ePQ3505Bf//rX8Otfe5E4l3HhMwfQ2FSD+YVZdHY2M7HuBWCC/Mp4N4skGulraalnsaWf/TcwNj6IjdAqrE4dwsOjR0UHujgmb9gNKX41N7VjR89OhAIplJc2sAgZxfDQFM+pJbhcPu5jCBe4Xw6es5mUhqtX7qHAgsT5x/bi2eefoIuh47/8l7/C4PA4BgaG6IuuIBW30QZkYeUZX9BTmF+bwZ6DJ/DoURQeix9bK2GkoinyMkfZifJMsRk+REN9HeVAp1vbC3IAABAASURBVOwWqNNW1NQ2sCgYIl+zKC3xo4Mxy2OPn4XELPJvwa+uBFBZUUc8wPFjh+BmEffxs+fx9771dXhY+KmvaaDNUJiZmoLX58EXv/g5njkeXLpyDVW11bBRPru6+7C2HqS/kcUf/V8/YHF5AvLFlWv0HTfpS7/6yi8xwQLyO29cxH/6v/4cIyxK2+jTzc9PY3jwDupqvAgGZim3LvyH//NbtHHtKClzIZFOIM3gW9OtyORMmJnexL1743jlZ1fR2bGD88na05QfF7yeSjTWt2BpIcIzbAa37g7iPfqkwdAGY4cHXH8ENrvifth4jnbzTI9wrW7Mzm/i+99/E3/9/TfIv1rU1HRjeS2M06dOobe7gTi9KGeBNJUJ48rld3B/4DJGR25z/+LIZ4LUrRB+7QsncHB/D9xOC9596x1srkbhLyvHGRacj548g/NPnKFNseM//scfoaVpJ/wlPhZCSnFo/2G46Zs1Mg69eeM6hlj8X2X8tDS/wHNrFOmMxnXrsJid2NyI4BHlo6NtB/btPgqVN2NichSlZT7uh43+0S1YeQYvLS9Sl+dgt5p5ViZQ4NkTCYXpw13BAfop9Y2M9+j/NTS3ontHH885E+1rF1xuJ5qaaylHGnU2zRhomvJejeMnejDIPQqH1pFKRAzb5GYcUFVaApvuoJ9aIC/M1Nk0zCbKoM2O8soKmC0aotEQnJSPffv2wOf3IMskABRoD0K0xxmsr68CygJFH/XOzatYXxpHuS+PuioNX/vy07jwZC8ePRrC2KNZxqE+7v8S93cOwdA8DhzsQqnfQns1gWPHD9MehOHzWOlfPUGeBZHJxqGbSVc8g4dD4xB7O0DdevW1dzAzv4RIPIWdjOVS6Rx0pNHeXIn79y7Sbnahs6sapRUuNLY0oK6hhnHvKqZZqLtz6xbPlYjB3xXGZFev30COevz6G69zLwaRZzHWTt7E4nHcvnmPsfIy0uko/YYK6p6Hdixq8ODdd97H++9fxsL8OuVvlWf0BWxuBbGwuIJIOEG+BJHNadA0G27dfoCllXVQm2mzVuApKcch2sKzj1/A1Pwy/uN3/xRDjF//63f/An/9o59hhP7D5MQ0ZduDTDoP+eLl0PAwMswnPGBxf3ZuHjnuw46uLri5N8vLK/D5/GhmLFDur8RT5y6gwluNx48/gV///Jexe0cv9u3qRW2lH431Zair9kNjUbiQTkETqjSNZ5TDkDezCaivq6L/FsXpk4fxhRefIS+bUFnl5Xm4BN2Sh2bO0deP0G6Y2LaJ6dl5VFbW0I9MoZp+VCYfoezkkaK/rOk5nD9/AmVldjQ2e2GnzWhuaeQZ48DMzDjXNodkMgoHfVk37b6u5ZFl8T4Uihi8lPO8kv5AhjakQMErFGB82cBithF/1jiTfIzfEkZRLoVYLGzIrFlX1AcLadpCOhnGHAvt0/Svhgcf4d7DIbz+y7fx/e/9EL98/U3CL3H/wUP6GquQL6n6/KVoaWljnLWFsbEJ6vQw7cUE6Z2jfCiYOXeBEqc0M5LMf8SZaDSxmCW+kuRDMkxoBzYD1OfbGB0dpSyswsp1l1eUoLy8FH6fB16vCz6vG/lClutNwaxr5IEdOq8CVrMZdsbCchbK1UpboPNcUwooMMBMsbhcYO5CZwyksV34kqOfZrVaYDZp5FQecj4VWNzMsZCXYZFI+iv2F9B1nfGZBfJRSnFeHSaTyQClFIqfAhFrfFZKQSllNCulKNeaYRdsdjtsLGAJvlwuh+Inn89DngXkXvDIO6UUxIakmQ+TZ2mXPplMBklJ3FLvgsGgcS/j5F2cbdFojPKfMUDGyzsZK/PaSYOAmTwTnPJe0zRIHwFpt1gsBv3yLO9lrFLKWLdSyliPtAk+GQuuW+6FJzJWrvIMfoSmNPkpuKRNKWWsVegX3PJe3gk+uU+ymCRXAXkvIOuXfEoiEefYDGkrIM99knecgtPzmTwUvnwaZJwUIfIf81rmKeJ1syjiYWwv+yH0GkCeyHpkDUKPgPBD2mSs9JE2WYfYeZfLZfAkQX0y1sN9kfdKKaNd8Lg9bvipc4JH6BXQKTsWyrhuMSFN2xLnuZ9k7JijjIKfAu0ML8Z/Sv1NOZK5LRYzBJ90EHwCcq+UIm+U3H7Mk4IhA8KHIsj6iyC0SmellLGnsk4BpZSBR1OaMU9xnTKPgNDgcDgg7bJGAU3Xqe8F+uw5Zo8L0GgcLZR1O/uZLRbIR+ZVSmyC2dAd4YPMJ3TIO8EtIPfCb6WUDDNoUUoZV2mQ/vmPeSW0CC+szFMJyL1SytAbkQXBVaB8KqWMPTGR97q2Le/yPkV5E97IfIJL3gso9TdxaLpujFdKkbd5nnNp2tQU7wuG7gguAaFf5EF88zDjbnmWNQpuuS/OJzQJvcW5hE6hAfxIf16M/5RSlPmcAUYD/0/G8gLpJ/gEZA2CP0vbn+V5J7SITAqIDsQZb0kfaReQPjKn4JJ5pXCbY5FNkTeKa81QZ9LEk+U1w2txrFLKsIWy57ImoUFA7oX3ArImaVNqe8/kXtoEzCIXlAe5V+pX72W8gKxL6Mpzz0R2xFZJX6FT1ikgtAgI3dIu6ymCtMu94BBcZuq0yKrwWqnt+ZSSq0b+6dxTE8HMPQR5nOeVhyYHyniZS3gXYQ5MrvIs7bIeoVXXTQYvxIYIfgvrLGazZVu2yUPpp5Qitu3/5FnWIjTJeHlWShlyLc8G7/kMKMiz9LWQV9JfKc2QadlPsfHF/RN6BIrPwpNPA/iReQR4y/XlDTwGj7ivYmp04raaSTdppkDzjM0Ysi28LOKVOYTXRdieo8Du2/z6m+15o136FNvlmqXNLuJRShlrLK5T1iggz0KrgNzrmgalFOQj+GR88Sr3Qp88y3ul1Cc4ZfynQaltHPj4o5T6BO/HTcZFacrAIWOV2u6jlDL2VOiTPfnb75T6Vb/iOkVWZJ/S9G+KdIofKnzP8pwQugXknYCsQcYKKPUrfOBH2gSkj4Dcs9mgXykFjTT/XTRJm4DBR+6t3BdBqV/NoZT6O9eslCJu7RPQNd24lxylrmmMY0ClyRvAlC/YAo1j2GrImdAqIOuTtcra0/RlBORe2uSd6DolBizvoKAp40pE0PTtuYvnhFJKUBsgeDX5s7prDExiLFxFaWw319cRZCFLI3F2Hj4elwcC1Uxk+uj0OxwuVFRWGcnV9vYOmCj0ayzMTU/PMRk8g5HRGUxMzGGUAcb0zDzk39zcYgEvxqRwHoqBbCmkmFBRUc0EWimZZsba2hrHTtAJS9FR9cPt8hrtNklk0IilsxlkmNhXXJiTh6E4gbrJzERzHJPTU7h77x7uDTxkkLUI+VXlwP0HfH6AoeERBkDLWF/bonMdRDAYpVLmeaADkUgCKysbmJlZYPJkBjMzs0wU3MdHH11kQmUAUhAV5rpcbibI6ETTAZGiSwkTImKobMwIVlVVopYJVx8d7EQyRvwByIEVDocQp6MlhiZHhbXQYHvpfFdVVaG1tZn4/OSbmUGJG2VMYlkZAM/MzuH+/UHSswi7zY3mxnZUVdahvq4Jvb07IX92sKGhiUWWBo6vgNvto/NA4LWMiXe/vwxVLBb5vF6sra8Za3jrrQ9xk0Gl/IpO9lMUTylFPicR4B5LwlwKSPOzyxS2DJqaKlFNHCWlZbBYNQYIkjBYx9VrYwwqR3i9ycBlCHfvDhH/iBGo3L17D7du3mbA/4jtA7h48SoD1YsstF7C66+9xftL5O+ckdhaXdlCKBhDYCvC/QghHIozAeHgekoZqJRxPQ46P0kEmTxbXp7GxOQwFpemEY0FEAptUSYUeeZhYmMDIyMjDPRH+OzC7p3dePHF03j66ZPYvUcSAANc90XMzowglQzQ0YgglYrD5/MZ/JY9WqOca7qOLA/nlZUV4g8B5I0Ug59++il8/vOfw7lz59DDhIfSzdgKhJg0LEdTUzOs3PsAg4aRkVHIL6/DwQis1IMS6oeVhw3REF+YweYik+gzTByFyd8sg8Uox5rR3dOFChaBLRYdLreNvNZBu8Ck7CJ5eZOB3B3yc8SAqalZrK1uIMhEf4oFUZGnaDSMWhaujx49giNHDqOzvQ1tlKu6uhqYLRrkVzpr6yvk8SriLJAFgwHy6xGuXLmCK1cvY5oFrZXVJdI+xj5rsDPw22SxYXNzg4dOnvtuQ2VVOfbt30m+PoaTJ4+xoPAYDh7eh4amOphtCnaPGU63G6fOHcXf+wd/gBdY2BJrNii/+qT+3ScsLi2CCKnTXrkgTUfRaXcwybEJCczlT8DtO9SOp57uQU1DOXIqYXwbeWF5Dk3NTTh99iyaW9rJ+wjkV8f370/QTmxgYzOBzc04A8IyJudb0NXVzSLiIRw+chA+v5u6O4uLlz7EW2+/g0sXr1AWbuK9995jcD0G0en9Bw7gAAsrjQ1NlD8bdclL/kY4bpF9JrhPMbgYmPT378Lhw0fQ2dmB6ppK+HxepBg0yr9pJjZLUzr5mzCSEvNMwMmeRMLAj398kcWuH+F73/sxE983MDk+hcD6JpMh9ejv7aMclRiyMTs/h2AwiKNHD+PxJ85h58EOdHW3sUB0Evv378Xp06fRv2s3ZudWSY+Ha7mKX77xEUZGR5BIxbjm3ThwsJP0m2nLJihzy9TtIGXchdY28lMCunQcGRYluro7cPLUEZSUesm7NdJM+dhaRYC6VlLqxonTB/C5F8/hsacOoZNJTJO1AJtTAfxveSWKhcVVrPCcGHw4jBQTYBkWIlhvozwNYnZ+jQWRTVgsLpSWVsDvL6F8V2LHjh2kzW3YRDlwzXQk61nM3rdvH06dOoWz3N/q6mruSY773IDq+kqYKL+1lGP5Fv3ZswdZjNGRZTVRDrZUOkt7LsmNPHKFOPkwyDUHcOnSRdxhETrDRI7d7kIqlcPggxGef2baszomRcbpmGZpH0uhm3LUD/LT6WQCMMHgzITxsUdIJUPIZVOQXw0eObKf8n4Mhw73QOkRrLNg0t7Zjg4mwErLnSzg7sKp04eNseL0V5RX8kzJ0SYOYJjJx5HRQcifWH3+80/g+ReexP5Du9DUVM+9bceePf1MkO7Bjt52tLU3cN31yGRN5J1Oe7OXbU1oYHLXYrEhx2CiubkVu3bupT7WgerD/bMx4Sx7C4jvGY1kad/y0HWdNiZH+wLiy+HJp07i2eef5tz7sRXcRL6goY5n1ZfkT9o+cZTFutM4eKCNCVEzXnrxM5TLLgS2wsRdhe6uTq7NjI2NNLZCAcifzl9YWsDc/Dwqeda0NnegkNdoJzzU5SAKBRPkiwNlpVXUayduXLuDifEZmHQb+V/JtVnQ2NgEr9cD+TWknQmUe/fuwu/zQc6lhcV56lGMMlPC/QblK28kU/3lbt7nSEfAOHdu8iybm1ugjXyIHGWhhudpIpqErszkVYG4YKy/rNwLnWfuRxcv48//4hW8/8F1JjlnsDg1SRu7jjss+irdAovdeRr3AAAQAElEQVTNSVs7gJGRMcSjcfKzwKSkAysL6xgn/R6PnXa1AZUVpahkAbSyutKgc2h4iHr4Jgt7i7S3FoyMj2N8ah537w1CaRZEYgnqdRj3B+7z7IrBZNJpS3cbOruwOMei8WWejx8gnUlyP30spD+gHIfgJn/GJyeg8Vy4cecK/rd/+a9x+b0PgEIQHl8O12++j5u3ruB//7f/Af/lP/0ppibuIRxYgd0M5Bm05jJ5yrxu8CLB9RSyeVjMFmgM2DOZDOmKQCmdfUywmBwoKynjGbmC2ekNoGDl3pWQ11FMz67i4kdX6cMNw+G0oLunFU9dOI1de7vxxS99nsn6csOnWlgIobysneucAfM3uEE/4NGjUaOQpwou0uTAe+9expsscMwvrMJX4kJbZyvPDzvCsQwTqxHEEyZsBNMYmZxFKJkDiYWHPo3TwfF5wKzbsLywQVxmvP7q+1zzKhrqm7G0NoOW9nYEgsDKSpYJ1isYG5/B3MIi+nfuBEfig/dv4sMPr3MvZ5l0fQtvvPkWFpfXsHPnPsqsGfIrrYGBUWTSCq0tnaioqILb6YKT53tFiQ8lXgc++/Q5HDvWbxRNOrpqaRN2Qwo7bq8Vu/fvoD/rRAEZzMxMU5ec2Lu3g/37cPbcQerYEzh/7hh8fhcUUzvLK0swaUnK4zs4dvQQzNyX0tIyrllhcGiQvIhznjLU19fhzKmTCGzmuSc+PPHE0xgbXWBBeQnIl7CwkMS7bw9S/tYRpS9gsZixyHW/8curUMrF+cqRTOlYXNzEK69epz+YQ3lFBXq6u9C7ow1OuwkzUxNoaKhHd3c7Tp85zvNgjfYlQZmMYnNrBR9dfBcDD26QliqeM8eRyZg4t5NzBnH71iBsdi+3ygnd5EZbWz/PlCD7NlKHMizy/oA2d4S028jTUqSZ+M8yOUcE0HUFMKH80ksv0ZetRiqdRE1NKWpqy8hLD+npoG3s4L0Tjz1xEvsO9vLc2o/HnzrB4koVtoKrsFgVCxwL3MtlVFRWI5ct4ObVG5CE+9bmCv2FJeze284i+izaO2vw9GdOo7TcwcJghHIE+lMx6twIWlrr0djYjHRSkf4QNjcSmKYeK+gsuN7kuanhwb1Jnm0BWHm29fX18XyzobTEB7/fD6/Xi16e5729O3Dq1AmYzRqmKAeTM4u0CbN4/8MblP13UcHYSfTPwyT8/Xu3UVVdhkg0iGeffY4yU40//ZO/Ms7IgYHblKNH1E0rbdAyNlY3sUrfVFca5PPBe+9jZHQMO3o60dzaBk038bwZw9pmkPapFfG4ht27uzE6RjnJeDEzGcFbr11HLKwQWEvCziJwQ30XmmrbYOP5YjXr1NUlxkl36Z/PoqHWhvpaJ/7g917AqRP7WXA0I00/I0TfNxHPwecpRTyWh/iuG2tRuF1++mCUAV2H11OGJcqbx+2hLnXQ1uXoh1TCTt/ysfPHMfJoEMssJKWTadqWyygtLcVh+q8Li3F46bMVlBs//OFd/E///Pv48z9/G/LvtiZZiLOS7//5P/0Fqqvq0NjQZPDbTdtw7aM7MMOGRHSdMUASL710FF//9c9g3+5DGLg9j4npBSwzLp1dWObZMYJEUqPc2HD/4Qhm+C4aSRrnnZxjS4tL9Lf2wcL9E33o6e1AFWO7Bw8eYHJykvwZQozJP7fbh3gkjZs834KBCPkdhwTR4+NjkC9/mWjn5Yt27bRLd+7cwdjQCNz0R04cP0O5M/FcNuPRyBzefPMybeU93Lp1A06XE/KruRR9Koa55G8a167cxG9+87fQy32uq6lC345uNNbX0G7n+D6A8dEHSDOuEXrz2TSCWwE0Noru5eH1+Xkmb7FYmkQiFUWMBdUN+vVHjhyhjU7C5faDoTSGWRieIh8eDo5wDYrnpg1Djx7hu3/yU9y9+xDXrl5HmEXgublFhBkr32FxPLAZMX71HmGuYJ6+a0lZKd559xbee/c66UpicWEe09NDqK5144UvPgGnX8fg6Az1NIGm5jZ0drXSB6lCpd+HR5R1jz2D2koHLlw4hEBgkedkljF9AHv39+LAod2oqasCNA1lZSXo6eqAxG0//tEPaWcaUM34x8FcQHVtHfYf2A/5CwtNjZX0o/fjxZdO4aUvnjNsisNpYdF0hvtZQl3zQv6yREtLB1yuUupMPWKxNP2BB9B0G/mSJw1WyoEdQcZbt+8MYGV1HSmeqytrm1AmC1y+Uty59wCXedbNLa8iziLp93/0E9xlQW9tI4gB5iEyySz87JfL50lzDOW0UQ1NLbRdYdBBQA39FjD5Ps4YdoL6vHfXLu5nAof3H0B3ZyfcTgd2dLXhGP3Q8+cOQ77Y19LqQ2dHGWO9Khzc043De/pQW1UBXeWRTaXgZEGwwMSQCVk8cfYoFubG0NxQjWNH99EugefkKpLJEO22QiYXJm/L0NfficamWto2J0AfTopea2srGBkZJJ0FSIwjcix+0KmTB+FgoXqVZ5jY8/W1VcpTFLqmEIuE4KVtq+QZs7W1BbvNgRnmftY3tug/eEA3lrY3hxDzQA6HDQWlYYXxkIv6tLK6hmA4hHQqzbNewcs5ymkPbHoByfAWLFoWFq6xirIm52UkHIPD7UVtbRN1SoMOK1LxAtZXg8Zfkogxp7C5voXN9QDtk4c0e2ChrVsjLUPDY8avox8whplivmozEGYeKInNzbABYeJe4z6naKOaGpopLyVIsui/wbYwY3zJ6wQZSwcCW9zXIOdPU3eySNOPi8cjSDE2zDPfk2NBCiyEylFn4v9pBPD8z+XZv5CFpoOfPPKUAWlXiv/Pe8lRSLwucT5Q4L6ZqPOAhXZa8IjMKLYbc/A8lTO1wHnyzGEkOXea+5+nzOm0x1arFaIfci+gUY84KeS99JXEao4BhFIK8r4I0k8pBblKvkjawY9SivSYDXsvhT/dbIJO/0XAbDaTxxbjvc651cdzKaU+brcY8+ZI56dB6M2ShkKhYLyXeymUyLPgERqUUgZ9FuZVZB4B8FPEI30z9G1lTVI0knvBIbjlXnBKX7nmWbAWUErRT1LGnHnyS6nttSmlIPikjVNAeGizWY2+SqlPeCJ8ERAaZQ7hZYbGu8A9zNIeZ7g3mUwaOcpClu0Z0pfj2qW/4JT7FHVW5pE2Tddob4KUxe0zRWgFP3KVNcna+LjNS4tZbulnZal/CeOape8v+LLkpc1mQ11dHVpaWiD7JHNFo1HqftIYx5Ub65B5BZRSpDNn8EJ4K/TJtUA5S3ENUliVP2kv/BRcQrOAzCXrkna5F77JBHKVZ2mXfvIsoJSCyaQbc8uzzC0gfQSPjBGQOQSPUgrgf9JX+ki7gPSRNlmngOyDtMt8wiuNsieyIu+Ka1FKGevL0+/Mc11K16CTjwXaroyxR1lk+a4A8C3/j+0Q4DillEGzRrwyLz7+KKU+aZd3uiJOXTdkVfoV6RT6hBav1wu5KqUMfst7oVvWppTa3lvqkVLK2FPZT1mT4BL8cgU/0l/uNfaTfRL8wke5V0oZuOU9uxqyLO0iB8ITaRdey1XGFfkj+AWvzClXeZb+0kepbZwyTmhWipvC/+S+CEKnyKisR3AKCA6ZR/AJyL3QJGOkb4q2SsYJXgG5l/kF5L20yRelpL/cF9+nRZeosznaDJHLOAPPWDxu6IKMExkQEDxi32RepRSEHqWUwRPBmf64qCTvBZRSlE/TJzYMH3+K45Ta5oOsUfgte+nz+XjueQ07ITjEDgjuHA886Scgz0KX+C4B5txDoRB9jhjPu5SxV9JH+JOnHZf7Ikib4MnTZhWY/OKSSbuCUhqEJiFP+CJzCu5kMgVZcxHS5K/MnZeB7KyUjN1ev9D6t4FdDLyyNpEZTdehlKI8awZPpE3koQgW6o/ss/BBZEUpheJH5izil3sBWZdcpV0p9clcshYBpbbHSx+hW9aRo12TVl3TYWasoysNBa5HzjvpJ7g+DTKHgLz7NBT7gB+lFP8fkDbpI/1lPuGlgDyLHVBKce26IRM6eQF+ZIy8E3oFpF34IVd5Zpdf4SXtgk9A8Mtc8l4pBekrUBynlDJ4rdT2O/BjzFUobNstWfOnQGj823gFn+yR4BSaBGR/7Ha7YXfk3myyGHMrpTgDecD/l3nyf8c8RvvHc8p8Qr+AtCulPqGXKAwapU+RpizXLs/F/nKV5yzPJ7kKCB4Z+2mQfn8XFPsqpT7prpQyaDAxVyZrV0oZa5N7AaX4TDBpOqwmM2Nfq3GVZwVl9LV87FMU++NTH6XUr554rzQNAsW+SikopQw80qZTRrSGuno6v1YkaJDCrATIr+8CWyGsrawz0TaPETqgE2PTGHowzoAniBADLPkW5/TMHBOTqwjyOcnEZh4mBm95pJiY0s0W2O0WJFn8EQMiDDLR8RKmrK1tYHBwkEHHAOSbg2sMVuQXWGazlcYlTyOTZZCahPzbkoMszCwuL/M5bhAtBKeZMJfClvzCdWVpjTQuYGFhDfPzm7xu0MmNcXM1mE02LtbMIC/DIG8NM9OLWFxcY7IwiHg0RYOWxsrKhgHhUBSJWJKHWI7zmOgwuhlseWgkiQOKwbqHznstOhnoHD58GAcPHkQXE+tNTY1obmli4YJBYl0t6upr6cTIczMTfrUoLy8jHifxOQhOKqaOZCKG9fVlSKFweOQB+bcFt8fFOXx0ft2QYEH4u0o+DTMYv3z5GoPu2+TXAyYFpzE5MY3xsQleZzDOIs3VK9cZ/IwjygRulkJsJu+dVCAvi7derwNpFlPE4EqQI0ZX/v0L2WMz+V1SWg5oOoLhOHlsgtnsgvB3czMASY673Bb09bWib2cT5E/bjU/OY2p6noFRmkkAO5IMGjcYuMierrHgt7K8weTPJuRPUg4NjnIPFzDyaAKXLt5jYnOAhZcBSPAuf6pt4N4Y5iS5konTaGUJaSRTm5SxZeSyCfgYnDU3N9AhdFE2U9CUiTQliHOGicVxhBiYGUaVzqrf50EXix0tLFjEo1uYn5vA0MN7mJmZYNJsgLy7S5rGMTs7izEmvkfk16Ys4M8vLEA+GnkgDnginjT2oZWJKoH+vn60NDdDDgyRY+mvm00MQJtQx6JQKfmnoDNuyrGP1dhfjYGTmX3kW6lut4t6YIWmaXxnghTkSktLeK8zwMxDjEqGuhOPRZnUWiPvllFaUsa1Wulc2SkzHspcN6qZjJM9efhgiMn/20w0zVHOw4gyYe73l1L+2iB/8krmjMdjdAhzXIcLDY112LmzF339O9BEXnp9bvJ3C5NM2E9NTyHGAJCkGX8SrYAc11QLKYgOPxqmbi9T/q2UXxfEGS8wGLRSp0tYqGjvbsXR473wl1gQDK5jM7COSCxs/Pmr+w9mEAplkWXwMDMzi0gkYuhOc3MLCyVO7nGKtIfYP8iCiZfFpqexa18fNgIb+OWbb+OVV37OYsMVSAAb2AwhlcwwMA4x8a3B7fJR7lxg3Ij5xQAeDM5gem4JQx144QAAEABJREFUMyzyvMdi6S9/+Rp15QYTB5t0ctwwW0yIMvEj8q/T2Ilsi5MRDkfQ3t4JBY0JwBXKyyJmZxYYeLvQ2tIOOxNgU5MzTBwvMeFSRXtSQIbJLtF/K5MWIrdra+u0NwuUr0H8/Odv40/+5GdgR5w6sQ/NTS7UVFYCuTRCgTUWVC9ia2MNKer+/Nw0eRKmrunGHlmsJoPeJRarsgzEqmtKce/BbRZrXoX8ecaV1WU0tzZwLTZkmTSeZgJsZHSKBYz7SKcT5KkZs3PjSCQiyGUS5D11aGsdknDu7HLDajOjrJz01FSiggV8q01nQm8Q8UQYJnMeFotCaZkHbW0NLNjoLEYMwunJ47nPn+dYxV0HCz465E/NBWknbtx8gLWNKGIsguSZuD91+hjaWWyuZ/Lh4L5DqGLiqJJrNzMwsLNwLrIjvBIdEidXvriwyqKsXKWwJv/Wlfz1gsXFFa4ng/ffv8hE/DiydEgnpuaQSmWM/bZaXfD7fSzmfAb/y7/4Q+za1YsgZWZHbxcee+wc+WCjXEW4H6OQXyXR50ZgK4blpXXasJ3UTxsi0QgcTisWpKB19RI2WExeZCFvbi6M1eUw+wZx8+od2qxH3O8YSktd6GYRurKygufGGh7y3HK50sjmYxgcvs/nAYyNjRpycuXKVV6DfJ5hYmaDOrWAZCqM0fEB/Mmf/icsLs1ji/si+3H4yD7opjzCkQ22yy9QPDh7fj9+/etfwumzJ1ik2YUUZUHOzfv37+MHP/wxVnlO9vbVEyeQZnLP7rLBQtmhEBv2JU+nW9M1eYS3xIxcIYiZhfvwlzlw4tQZmCxOthXgcFhRXuZDjnbT6XSQh5u0qZMGrqefPoOerk4mU28BWh6//dsv4oXPP49O8uAIE99nzp3l2bVBHo9wXAyjI9N4+63ryGd1Jvn64fdVYGJ8lnZ9GeFQgvJdAvkSkOz3xMQEEvEE5ucXIPrY09ODGBPUdiYrVlaWkaRSHzywH9/4+nP4jd9+Ei9+8Tx+7/dfwmefOQaXQ+McQJJntPwqVc6HzY0sFNd85dIdnu3rKPWaoWsKZaVu1NU0wmZ2GfSkU4q0xmHSnUwEz2GOchYOJ8kLhWvXBrDGZF6auj04OIwRFgLLWdx66aXP4etf/QJa2upx+9513L57HVby7YOPPsKHH13Cu5TREHVB02wsCqZY6G5AR0cvTFYPiylL+OC9S9haD2FhfpP+xSpitLNDQw9ZPFzEMv0Zm9XCvFgGkXAQ8qUtsTfLKwGerctYWdvCy6+8go947ktBfm5+GtVV1VzjAvbs2Yv+nZ144YWT+M53/jGOHuvDZz9zAl6XGRbuPHOO9J8yQE4hxbM5zbNF1018Q96lkzRPeZ4pLsifhEyn89CUFe3tO1ic2YXRsTncuPUQf/WDnyGeyKO6tpk2yorq6ircZQHo9Td+jkhkE0SOmppa4i8QNGTTTib7KhAOZ7ifWSQSKc4DmE1WxJjEifF5M5SExelnAnoY//mPf4Bbd8fIfxP9iDyCkkhl0qa1sw5PXDjA9iR0nqECmXQGlRWVqKmu5jnkZbsZOdqFaibZWzuqWTBIcL0aykvbgLwboyw49vT0Icsi8ir9pyeffJxrdBhFMZvFixJ/lWEbHjwc5z4EmSwOEp9uFF5SlAGV1zAxOg47bXx1ZSkqy1xwOTM8E7w4fqIP8VQcgfAGrt+6Sh92gDIbRUNDHW1jvWEnZmbWkEoFKGtZRMNrLDS8gYXFVeRzdmh6CQYeTOPV1z9EXV0Z7cQUbUoUcRapNpmEb6Qv6XY7jGRvMLSCffs68c1vnIGdiWnmUhEI5FjwzOPW7WlMTcXJ7wJtCHgGu9De0UgbXQqvz0f9WyL9ZaTDTD3cgIV6/+IXnqYulOPBg1ncu/sIOQY1Dyjvk/JFrfUVzM1PkL4MPvf5x3Hh6bMI0S6FI1u4f/8eLl76CFuBGOdcxsDDMTzi2ZOjRLl9Hp7By7QHYXz3u3/JeWdw5/Y9+thLPGcq0NTUgIWlWYTCAfLhTczQF6gor8YjiSdoCx4+fICr164gHAnQlo7iIYvJs/NTePDwDr7zX3/Med/DAv04k5bD3PQj2qgH2Lm7DZUsRO6gT5OhfzE8MoY333qbcy5Q7qLYv38P9z7F+csgBc/y8lIk4iHaOxfPxhBMWgEopNDU4MGJ4/vwb/7V9/DWGxfR3bWHctaEkpJ6+kr9mJgcQy0TknEWWkKBKAZuj9L2ZPDTn76GOM/wlZVFzNHvGBgY5zmRx4P7I/QBXof4xxUVbjQ0tSEUScHmdCMYikB874F7A5gan0CMfpKFdjvHose1GzdJj05umihPj3hO+7hvYTxkES/H9W2sr0PigWgkQds0gYWFVUgck8lo3PdqfP+vf0bereIXr97Ge+/fYIE5hGs3B/HkhRPUUx8ufTRI/qZx4MAhhGMZZPIJbG4tYGjsPvLscersGTz//LN47NwpPPnEAezs62BBYowebZQ0BRgnJSkrKUIasWgMs7PL9C2tPGtLuO9B2BlneLxOpGlbJienqGsm8r2McrrGAqEFl6/cYVH6GmLBBCpLqmE3u5BmcaKNPpYUNxpbGvHv/+gf4L/7x/8QAwPD8NHn95d4sbEJTE+u0c9dR5pFUKXMGBmdxa07Q9Bgx9TEAujmwkybbjEp6sYs7LYkfvbzH2N1dQX+0ioUlAU3bj9AJJbCIuOSqdlF1NFnD9MHSDLZfefOGP74O+/D7y0lJwooL/fj8cdPY3p6lIXG+6RhiftnwqIUj7Jx2h8Henfs4DwOHNh/FLU8Y2heaa901DW0Ik4/9dKVG5hdWMQ04wy3x0c5a8fs9BLtDxAj/99//wqiLMYGthR6+3ZjkgUdOd/j5ImHxehwKI0yXz3XvoLf/Z1/i5/95E0WquKYpe4cPLCP+3ScRdaXsHt3M77IYmVNrZ3yFUYkHqTPsWLYA4vFDBsL2Joy4fChI+y7C1YWVl577TWAhaeVlS1sUp+tPKsCW3GYTDbupxMmiwVZnhs7d3ZD05z0Kdeh6RaurQWtHTtwf3AK12/eo45UwEVbPjQ0wfnsOHf+KHp7u41f3j4anqQPtIhIZJ0yP4nWVg8+9+JhWJ0FpHIrLHp2UEc7UVPlx+F93djXX4n//h9eQE2dBQcP7SJv/Xjrrbv48INB3L0zhYWZdejc7zkWxG9Tf/bs3QUpFIjteP/9D7C0vELfOYQqFpw/98IJvPTFZzA+MYgc5byGNjaTjdHme9HIgmFVRQl1LQs5nI4dPYo9+/ax7zyU5sDtgUfIKx0ZOo1J+ijin5SVVcDNop2VsYDF7qQv0Ikw/Y9NFq69paUw2WzQyVedfLO7XKiua8TnPv8ifJ4SzlnC9Qdho+1uZ86gf/du2Bx2VLEA3NnZhR30p3ZSlkp8Xhb/96KnqwdWs4WyXUCIxUiNya14IsrzaRbNLWXo7a9BC3lZUl5AR2cZTp/ehacuHMdvfP0FfONrL+D82f30ux1cWwI2cwGtjVXIJkMYHx5AhjFtlL6K3W5CnGdTjgW9MM9liR2aWupw8tRx6reJ+hyi3XlE/9DNGCIGK88N5C3b8kc5VTSd9bSJW5ubqGYx2Mb1d3V08GzLwULaq+jz51lMSjEmidDfmVtcoC6s4PK1mzwzo6BCMl8xDl3jXBsB2vkR7l0EDY2tcDg99JFimJmaJg/yUNTPHOOTqhIXolsrULkURh8NYmpynDy1QJE/IeadPC4fdN2KjfUg8zcZBFnwlF+vrlPf04ksosEUxyeh5+1w2fyk04nq6kbE41msrG7izp37GBoe4fmxQn99E6FwlPsWxtLSKpKMO8p5Xnmpxw6HEz6fj2dEBcq49xaTmTwKIs6zgPUhaPQ7dYKm57nOHOnLgf9HUctB1wAH42aH08r5dZg4QNf5WhjKdZCB1CNl2Es353ERLGYTk7J5ZMiHAnmaZSwgkGPhB8iDw7nPOqzEhXyWPMvR31Kko4ACcrTHKcRpIMPhMPc2ixzPkjwTo+BH0zToQgDvRd5THxf1pF36CUhfuWbpJyilILGcxmuaCfoYfXbRD8FhsVpgElo1hbwCrJQJAZPJhE+DjJdnpdiJ8yqlSKtm0CHzCB3gR/rI3PLjiWw+x6J/Fql0irYzhkQiwbMxRZ5kyJsClFLGVfoLfjmLhKaC8JS45Cog7+Uq6zORX5qmGzhkTlmfrEnWI3wQWpRSBm4ZV2wjOuM/wSM3OvknYKX+ix4I3cV3cm+hTTCbTTBsMeMbq9VMHupQ3J0011Ng4U4pRfnIc5/iSDL2kTGCT/AKHUKXUpQL8tRsNkNoFTrjse3+Ba5TKWXsreCU9QhIvC2xtfwiXvZK514Ib5RSkHciE2naOZlHaJWrUooykzZ4LPMKbuGTvNc+lhehQe7lnfBA3hXbwPHCLwF5J+0Cci/9ZT3Fd4JD5pR2XdcMOdE4B/hRShnPxf66pkNoF5D5lFLsBYNW4ZnQKnh17ofwTvoID6Rd+CXvZB4ZJFdpkz2V9zKH0S7/p2vcHzN5nEaB+gTyFvwopVDglAbwOcd9k3ECecYhxpV6pZTQrRsyrWka2cFxxCHvZV65Cr1EYaxPePO3+ymlKC8WOBwOA0QelNreX6Fbxso6BfKcU9ZQXIvMIWsXHgjIWHlWisRzoMwleJ1Op8FPpbbxyjjBJ/QIj2Ucu3P5BUM25V7GynsZX1JSAsFvNpkZRzrh4rlnp3zKO7fbbay/yH/wI+Okv+CVeQSELrkKyL30kavMwyHGvL+6L0iTgVf6CR4B6S/jBchsnvd55MjvAtclkOe98Ex+vCE8Et4nWWyUNuGdINVos2T9wkfRK7Evci99ZL/knYD0FZD8sLTLvYDcJ6m3AvIsPJAzYps2zdhnoVXsg/BWrrIGGZehHS3ySeYTyLCuIdciSD+ZX0BoLoLEv9x+LlvmMFNuaYNNFshH+sq4Im5Z+6dB1id4pK9SyuAr+Pn0uOJY4aHsg1J/U5bZ3bDbsk5Zj1xlH6RvEeRZoPislCK9SoYa+1ukUdYqcyulDJzFMUopo7+8215v3pBJ8KPJO14L1L9sOsP8Qwa5bA6ij2z++L+C0V/GF0FeFOmReYTuIghO6Zfl+Srrl19qylVAaBWeyftPXwXfJ7AtpgY/izyBgkGDjBc8RZA1C0i74BMcQpdSCkptgzwLKMVnbPNf+hVBaJF7uQoIHsEv9l7kWPZc5hCQeYQ8XdPJY5NBo2bcy7NuyKlO+ynvNU0z3iulBL0BgltA8MhV5hMwXvL/lFJQSoNSCjJeKcU9LkD6C00CQsc25IyzV+RQQNqKOOUqIOME5N2nQfAISJu8l75Ch+iugOCTdmkTOgSUUijwf9JXxsmVmwIT12nWdJiUxnudfpkZVp7ZRT0VvRXZ0MkXwSMA+RCf4lhd2+aTtCul5M32+rcYHMzPLTAY20KWCu2wO+BxuTlnwWC+1+tHVVWN8W1QnYFNIqKUx4sAABAASURBVJlm8BpmQn0TYQbYJrPFMP662Y5gWIeZiai6hnIm51vR3d2NHQwa5N8PlcXKIS/FLPmTsaOjY5hhkDg5OY2hwSGMMjGySSd7c3MLGUapZuK1Wh0oKymHz1sCC/HmCwqUd+iaGXaHGxWVNZBkbVNjE7zss7ISx9zsJtbXglQuEyrKatDQ0EyBsWKUSbIbN24xKTHKokYaVuIvLyuDh4eAgw6s1WKF3eYw1lLJwEDART4EAkEIbUNDw5BvKk9MTtLh3oRsnGxQigVjuZqE8QoGU0XJw6EQkixQi9JrSmNQEmNRaBPyq1+LRYcUXpubGxnEl6Oiogp+n5/rzpBWC1ZX1nD/wUNcvnwH9+6NMtEwiuvXR3Dp0jCu37jPQD8IXTejorwczc3NpNnOiYGkOMbIo7yyzMDf0dFCwc7RSUpigxkKUTYx2iaTGZqmcx0B+Pyl+N3f+U186UsX0MLkhqZZsMl9SHEPLFYdHq8ZNrsZSe775mYKY+NBPBqJkM9hOreck0HLEovUa6sBhAJJxFiodjo8aGhsQ01NPWw2J52UJCyWLMrLStjeiN37dqK9u450+ox3M7MzGGLhXOY1mWywWT1IJQtMSEcQYsC/vrrFxNqykcDaWA+goqwSvd07cJxBcS0Tu5qmmFyJco1rCGxtIs8gQKMSTY6PYWxklIFWEmaTBVarnXIsPK/g/hH/VpB02VDX0ICS0jKYLRbIR/i0xKT39NwcuQmOkXX4yP/7eP31X+Lq1WukZR6aboLJYpYhdFQjyGRTKC8vQX1DDXp2dEIKPVXVFUwuhJkIWzASiWtMZjB3jDj5NPRgBOOjk6CPhsaGeibL96CqqpIJqRLqYo5rifC+AjXVdWhtbYcUb1HQkGExxeP2IRyOYGDgPhNNI+RjFiUlPvK8Aj6PizxIc90R0pZDgUpTy0C+hzxzOlxYXlrjuxQauO5Dhw+x4LoTVuqXgoZ0Kkt5rCQdVbDRURI5V0pxfVGYzDoLbXbUN1bjs889ifauZkAvMCjewMbmKvKFJPp3NeCxJ47gyOGDOH78KCooi+vrq0w43mPy7/sMrq9iM7jFwp0b4B7JQVjF4Lx/Rw/sVitmpjZw+9YkE5dv4YMPLmN8bJo05RGRAkjeBKvFw/Xr5E8BmRwYBAcRZZKjkgn3HUzq7N23G319O7hndWhqbsCpUyfQ1dWNjo5ONNTXM0GxQZ26j4GBB5TpLAqGTSnA7fKQnzHq3DUm3EcgNijH4uXo6CjGxsaRTCQhjmGhoGNqYguLC0ssDC1jZnoRUdrBNG1nc3M7Ljx5Ft/6va/j61+9gBeev8DESRfnrWViegB/+d/+Cu+y6Hv7zk1ssrC2srqIOIug1ZSR4yeOMSnegg8+uoKRkUkG+8sYevQQCywUk0gWNAaQYhBUzoLo6mqM79cgtM3OTEN+mWA1m2nTzAgHtkjfOPc/xbk7ce7cSXzxiy8wiVBFHXuIKdovUKqzlFWX2075pe4w8RKNB6H0NPbs78LZxw5gz7529O6sp33QsbqexXsfjOL7P7iEDy9P4uadNdy5G0RtvROnz5zEvgO7ufdZXLp4iet8ADnctpgUSiTitE0Okp9ngmIJd+/ehdhTk26GTjCbrLRNKQQCIXzw/hUmtj9icSsIFEz48z/7Ph4MzDFwAhPc9fjWt38N/+i/+w088fhJeFx2jMm+UHemp2fZJwWPx00dyEP+hPkmbd3DB6NM8M/SHqWRYLISUNT5HJaZgGtqakY1i0TLLFRL0of5JhYLYlhbiSKwlUQomCaeDMYeLWB+bg0D9+5jmmdVnsWWp54+jyeeOImDh/pRWVWKUGjLSATJLz/Onz/FtQJOl4MF3jOYZyFsdGyQOuBDlEn9uflZ3L13C48eDbIQFMMI7dP4dBCHju3F8VOHKc9JLK8ucF+HuKYEkjxbxFmfmJg17h+TP4/dWY9QMAyTKnBFCvJRmoY87XkyU4DVYmJizQa7KwezNYf1rRWsLC+hpqaCZ6QTqXQcftoJt8dlyEttfRUaGxtQL18GYpHK53PjyNEDOHRoP4tdSQRZDDEzMZBiYicYDvI5DPn11tXLt/HzV97jmenk+DbytsB5VqlHPjz5+FOo5Jk2NjYGcYDSDB4G7g0gny9QDztgpa3JMyJwMRizWi04f/48nnv+OZRXlTC5tx+HDrRiZXEEd29+hFgoiL7eHvTwvOjuakFdrZ/rsKK3rxyrPHPcTjcqSr2oqa6Bk0XXVCKDa1cHWJwYZlJ8EnX15UagVVNXz/VkEAzFmVwPYnllA3HK5yx9n0uXLtN2lqK2tg6hSBgiv7LWublptMoZqhQmmOiL0mabLV7qcxf32Uk8ESjlwepKBFuBBNzuUihYKZtTtDObXHucBYE5JikfGvwp5DR43D6OzVFe7Sgr86Kvdwfk3+iqrq5lO1BOvr322gDlNIxwLIJYMogxFmHiLLqtLm2ivKQUR450Q9NSvHfQxnwGzzx9GlZJFJFOxSBDznYJeFHQuJYE+Z5nfw25fA4J+iQO+ZNeAHSlUd6DCIViePhwEfcGJjEzvw6Hx8NC2SrP3xjEvsmfKZydm8XU7CRlNIOtjSBMJjskMX/3ziBWuA8xJijrahvQXN+GfhbK06kQcoU0C/uUj5YGrtfH/XHTD4rTzttYYIjC6dSRTEbQ1FwGkxWo5l41NFQZPJM9cLvsaGtvgsfn5FKS7FeO6jo3tsILePrZc2hpq4Fu1vDTn/0CM7Or5HkIf/RHP2Zx6S3q2QDefvNtVFfVc19boDQ7YglACgU3bkxgbTWIW7dGoZk0nkIKa5sbmJyZ4R4UcO3KZUTDm2hproTXozHZ76SfVUY8VTw7hiivj/G+hjqaRk1tBcKRVTwcvEV6PMgxwFtfXURwaw3Hjx+nzR2hPZ/AX/7ljyknAe71HsprO6GFxbUVOO1+PBqmj3dvEjt39WPX3g7a053Y2pxGb08j/s2//n3a4m60tlXCZFHUaxOefu4cGppKcJo2w8ti1uraPFbWlpFkAnhiYoWyP8NE8TCWmTDu7W/G7bs8O1JR/H/+xbfx7/7t/4Qnn3oS7e0duHL1Jv7kz3/E/Q+hubWRsufnGdRMv6ASVvpKJ0+cgUV349q1O1C6FYxZYbHZITZhdXMZe/bvRQYalMkGJ30+sek7d+6hT2WBmedRfX0d5Cx+6qmnaBvWeD5cRWfnDgOi8QxKK2pR39QMJ/d3aGIaC8vrOHLiBD77zH587csv4eH9B9hY3cCOrl76fGW4c/sOLrG4G4vGUVPdQBtTi67Ofni9lejo2oml5S3uRQZWuw+RaAZ1dQ3c5yXcu3MZDXU+fP6Fo8Y50tfXgqaGFqi8jsW5Tfwf/+6/IkK9P3x4B/r6+yBFhhjtdVNTPddiQ1NjC7weFwr5TXzp186htqaM81dCNytcu3EPUkhzeTz4ypc/i872ZurDBs/MMPK5DPlgQllpCc+DxzA+Pk6/Nski2hjaO9vh9/sMmWunb3L+3HnEwlF4vV6eF2WQBGyURY8CLUpldT2L+efQ238Qu/Yco18wj+/99SuwkufHju/Gt//eb8Prq4XNVkpfpwevv/EBZSEFk7WAhuZaTM2NoKu3HM0dVejqa0ZTezVxjGB1bQvXb93GT37yE/z85x/ixs2bCIcCiITX8O3feRG/8Y2T2EcfoKrcg7aWRmhKUVZiyLHo5nZ7uM4ltLTWoYHFmzjtyu49e3Ds+BE0U9+PHdvPYs9LKPGU4sGdYWwshOGxl0DPWRBY20RjYx3e+/B1vPHOT7AZWiCNmyjoFiQzOvXdi/feu4kTx88hT1/AV1pF3c1DKTv++gc/Q1trL/WulgW/GWTp6zsdDiwszuPM2YO4c3+YZeogz5JS7D2wF5ev32ARGeSPF2OTE/iN3/wqC1Gn8ZkLj2HP7na8/PIrjAkfIbC5RlntREdnI8/2nbQzJXAx9unf1QJ/qR3yJbe7926z0DmB1eUV3GRh0eepwczUCsZGZumPavR5j/Oc6kdLSzuSyRxta4x6ucF9f4SjPON9Pjva2prowxyB+J2PPXkO2TxYJL4H8XPdrhJUVNTA76nHkYOdlN0ILLTrZsaWw8PDGBp8iEdjQzzTl2m30vid3/8CLjzTg6ZmJ4t1BZ7tCWwyfi7Q7vtKykjjLcbJDspqNf3zGHRNR31DA5xOH3y+GjQ2dSJBux0IhZFgMbisvBZLS0HcvjNGnz5Cn2cBMzMrLHB+gNbWVlisbmSyCnJ2trZ28XydgHxx2uXxo7W5E6NDQQwPrrCY6EF1tRvxxCJ1XMe5x5uwur6ES1few/j4CM/KTQzcv035mSXNMdoYH+7fGcfFD+5jbmYDyXgBE2NTuH79lnENkj4eOFhcWkF/Xx9u3xzA+MgMHg1Pob6+nee6jn279uDHP3oZkUiCftcaRhg3FGCiLzWGmZk5+r3TtOfNpD+LLM/Ihw8fkXYrvvunP+HVxv0AHFYz3C4HxIcSvyUPDVEmYSPkzRT9fX9pOUpKy8irFHwlpUjRICYkTrbYsbq6jqEHQyjn+6qKCp4fYeiMDadmZ7juy0hlsggGg4ixGCLJulAoiCRjigzbvU4vnFYnGmrq4HW5aQfi2NzYQjoTw9bWPKCC6Oj049jRTuzZ0wS7LcX4YxBeZw5N9MFPnezB177xFP7BP/oyOjpK6cMs85zLAFoBDqeHNicDl8dBWYsjDzPPnEokSXcyvcUzcxpbwUUEApvIsyI2OT6PR0NTtF1mTE3MG4Vzyadcu3ITEqvV1tZi166dOE07XcvYu5PniNPhQpi2yyV/1cFph3w5TnyQsopK6k0DwH0I0sdQygTF+Gl5aZ22r5y+TR5LjIdn51cNWVsgjxcZcxeyGdjMQI6xkcME6PkMi8PR7aIkY1KPx0u+BDE7O8driLzf4JzrSFKWNc1CXQTCwbgR44Y57wgL/xNj85SxEVz56C7Wl6PYWElAZe1IRsGzNsLcTIh4thAMRKgnFuaIstS/dWOvldIQjcRYtN1CLJqgTTczzi8jPTYU8nnG1xkUWPTUFaDpBA0w8WqxmJjLsMDCuNlq0eFy2ShbGrgyKC3PvgV2ziOfTSHPgnGW54VSgIlIrFIEk5wUwWa2kCaN4wqchztIXLpJQeYwaQpKFcjXHHQUKLGA4i6zmXObkec7joJ8CoUCcrkc9zkPTdMMUEoZbVm2S5uu6xCQ/lna1kgkwvg2SlnMQCllvFNK0b4lIXmSFHNOkA9xR6IRxFjEzXD/Msw5xOXfr+RzjjxSnE/wCsg8QouAUqSWY2V+iQlMXJSZvoOmczVsl7EWmxVmxglK17jCAvJsl7EaccoY0VWhVdqUUrBYLMYeFecS8gSK/a3MM5jIX+kvVxfjEHmnlJJun6xTxue4DsEtkCOPZC6JZ+QqIDikn9Cs1K/GCyLpXwSh00x7YLVaYIDFRF4qntlW2O02Yy8El4l02SjjglPiE+HwlxWKAAAQAElEQVSxzCP4lFIGbTKX4BOapF3GFNcs7ygk/K9g9FXsIO+tXLOHPoqDZ6UUmULMTyZYoBY87GLwTOYUGoTmfD4nzcShQeb5NAg9RZD+Bdlf0ibjhY8yXvrLO8EvIG0yRuSl+C5HOyyTyDgBuZd+Mk76SuwrfoXcC14BWZ+spXiVtQl+wamUIk/1T3gp7YJP3slVxsk8gl/egR+lPpZ/yrqZvNf4jEKe+pQHFRs5ynJWEnaUPKXITUKe91nqe5Y8ErwFyoXgEzqFp2n2l3YBmVveyVXWLmuSq7RxeoPe4rgo/T1Zr7QLrSIHcpV1S5uAUop7oiBrEJA2GS84BeRe5i2CyGqKeQSZT9Yu/BJZKeIVHNJX5Ez6yDu73W7oj8wr76Vd6BdbIM+CR9YotBZIgODkhfbNRVneHquUkiZjfTKX0+k03sm99BfcAoJLnmU/5Sprlr5ylTZ5L/0EmdC5vb4shCahRSllzCF95FnozFEeySQo2hDuonHmp9Ipw44Jj2WPpJ+MEfwyj8ytlDLwyjyCHx9/xHZJX8Ev74SnQkeW53+WciP3KdpBeSd0F/knuGWcXIWvYme8Xi9EzpRShpyCH8ErIHMKyL2A3AtOgU/fb8+ZZX4hC9EheaeUootkMkDmK4LMr5Qy5EX6CQg+Abnn9GSVMmhRSvrlkaU8C49EVtOMZ6Uv+BGa5D7NfI68ExAcMpfwUPZW1in3wk8BeSfXIsizUsqYkygNugSv4JGrtAnNnwallDQbY3Rd1miGzCHzyVV0tpAvIC/7wRyp+CnyLIMEp9C8zbMM5CrPMp+8Fyjur67p0Ckz0iYgfYr9Bc+nQd598kx7IM+CV2RB2oV+wVVct1Lba5B+grMI0l9AnmW8gPQRHAI0Qsa6Bd+nQejjtFD8n8wjfBC5E55Ivzz3sIhX7vO0aezKfVYfg8brNsh4Td++V0rea3+DDzKP0FIEoe9XIBagAKVIycegf4xL13VjDqV+9U7TtE/aBN82nu2zBvzwaP8bMiHvhScCwiPxl+VeII+cIQeCU3DJe5FNkV25Sh/ObKxF+FOkR3DKe9HZLOVF5KbAs6hA+aEBoO0HNChoSoN8pH9BbAplTLFB5vs0FPFqoUAQuqKAahYuQqOC5mj0XCgvq0IJAwav3weTxQT5dxAFVtc3GEytYJ5JyPGJCQZdQbjcLjrYnTh1qpvJokZ0dXWirr7OWGiESYpgMEAa8xBj0tTUZCRyKuhoy7Mc8H5/iWEEEgwuQgycYvEEvCyOSsLD7fLT+XACDKo1zQyX28fEXAksJhtpzUPanAwY3C4nvKTD6RCj7aSzzj5mGyxmKyrKK9FQ1wgHi6Xyy5CpqUkWXNcNB6KOSeSujg7s378P+/fthZeOuhSpNjY2DMWrrq6GBBDihEQiUUxNTjEgHKfjvcIAIsSiWIxOexxZBicxFrdSzNiZSSf3mc59wgBJsDnoMPl9PgZ/9ehoa8cOFrZ27OhnYqkLfq61uqqW/C6B0K+4H1tbSQTDWTBHYay9tMzBgLaE/G1Db283du3uRyOLsc2tzaitq4G/xIPyylJ4vC4GADFkmfzu7GrHiRNHGdhWYYMFBhGyShaK+/v7WaBKM4DYxBiLzA8fDvGgiVPozEz2erk/nejp2cHAbS9q6xtgMlm4B1bYmIRNpfNwu/OobyiDFMv37zuMrs4+BuV5jI8tYm52DdPTK3j0aJoJrTi8fj/8ZaUoKAcD60o0MilTXVuNHhbP5E+V+f3lqKpsQFfHHrS37obHWU0nvYBRJiguX7yJe3eHmOiIwazb0NLQht7ufvbrQD33U1c6YnRAFucXEQlF4KNsVJVXoZnJr539O3Fg3wHs7NuFJhbU3Q4fC7MR7t8MA27uGWXtF794A7eZoJMDVoyQGCOdzrwYofW1NXz44YcYZdE/EAyhqroUJaUWKGWG/OInQL25c+cu7t69j6vXb+LuvTsMSDd4cKchRZNr165CCsQ5KmmWGZNMukDellCvapBjQmJqYg6Li8uYX1hgILhiQJBFRpl3YW6JhZwgFuZiTIjcx9jYJAO+IBwON2XWRhp07lcCVouD648hykB2lkH7JgvJc0x6P3x4HwsLc4gxGR8Jh+D1etDc1EQ5qGGyZIuJ82WMj68hFIxQDrIGBLaCLCRe4VxjyOcKBgQDYQbb6wxYt4zgKUWnbCuwQZ1fJ+4Qdu/pR09PJ7K5NCSZ1cK97enuhPxpsatXL+Ldd36Jixffx5XLFzE+MUqaI1znMoYfPcIC9yxp6IoJOgPsrrYenDxxEtWVZUxIAxaTA12d3Uye7ITVZqdMp411xzgmxuKlxWqHomGeZfI/GE6htLyU6xT+mCGGU9Hq3bo9gD//ix9iZmYBgOJ7P5y0FSUl5bQjHuNXqVev3MKbb76LK1fu4mc/+wDXrz0gDyZZXJslf8KwWR3w+fwIMviwsgh08MA+Fnv6QNbi4cAs9Wed+64QiwGvvvYR/s8/+i5++MOX8Rd/8Wf4yU9/gnAkBI+HiaVkmnjK0dnZAUlGlJPeLINol8cBCawLTAG2tDbjn/6Lv4/f/b1fw2efeZzJwVM4e/4sE7z91KUoE/bDTCBOMSlSgFKKPF9i0WWNcyc5hw92m4sJ+hmU+kuxf99+uBkkVrFQLcb+/v0ByvIocjwQJCkVoV2WX9hMz0ziwdB9JhyT2NHbjo6OWuJScDsLOHaknwnGeibHTCgr8+Dkyf3UqW6YLRr7eVFXV0feTmCdibJGJlR1Eyjzg9T9R3j77bfxve99H/Jrngf3BylPQF/vTsp/BUQnCqQD/Ahtkoxpbu5Ae0svpiYi+Is/fwWayuKZZ3bh2LFmJBKbXPtN/O//9v+L737nLzD44CHK/JVYWgjgzq2H+PCjjyByX1FRjoMHD0D+HKPodICF5ZJSr5HIGx19hAjt88ryOnUpgtOnz+GZ555hgnoHDh3qhttjYhFigoWDh/jRDy9hlkk9p6Oce1aNQ4dPsF8/PD4zlpbnEY1tIZ0Jo7zCi47OFqRScVgZJB88uI88OsC9yVO3FyhvbrS2tsDn9+HKtVt4+90PsbqxitnFGczOT+HMuSNMsnfSxoewubVMHRlCSYmbeP0oK/fDwQDkySefwBe+8FnU1FRgcuIRbeEy8WpoqvfC6zGD08LqsLGwWwWT2cxC234WDZ6hvd/A3TsDpC0ND8+EXD6NeCzMcziDu3dvcZ8eUG6iaOYZ0sHEflVlBZNsNrQyEd7a2sTzROgoRa6QQSqd5LoXmfha4t5O0CZswMLgfOfOTpw9exIeyvfk5DiuXLnCM8KMhaV5ymuIdmIDNbVVaGuj3e7tQ0tLC2XJTxoKkF+oijNewwLm0soi5pdnMDEzjPuD1zA1eZ9nXo62fxArq7O4c28ITz59CM+8cAgbwSk898IZlFX4UNdQDeFtX28/Tp06Rbtfj+amBtqNBtoADV6vHVEmeJweJxOfaUgA3NjYgEOH9pBmH3lnRySSQkVlJZpbmiBfbHjvg/fx53/1Gl5+5eew0pfI5HPYtWcfurr6MTu3hR/9+LohI6NjK7DaylmQe4TXXn8f83OraGpqp82IYnk1yLEOxJiskD9FFGCCrqG+ESeOn0KOBe+Otg6cOnUS4vxNTExSXhSqqiqN6/vvX0dpqYl0hdHc3IoXv/g8Dhw8iqWlMAbuTeCjD69iin6XmefU1PQsC0wDyMkvFxj0aCrHPbTCYWUSjYG+JKbEocwyYatTOc0mM5KU1Vw2iSbqazCwwoThAmU5Rvluxs7drThLmdwMbUFj30LBZuiXy1HCOWcxdH8Ey3OLPK8r0chiiHx5paWjCaWVfrh9LqyvbeDR8CM4LFb823/1L1hcegZPPHaUhdMQkokgMokYdtHGfPlLT+If/cPfgspHUVnpgJdFhlXKwBjP2mbKyOOPPYZaFsf9Pi+SyTD534HnP/8YHO4MmttKsLw2wgJWAJ3dzWjrrEWMhdu5pWXMzmfQ0lqF9o4+PPvci4AG6uE85XAL6+ubGB3hORqM4syZo3A4XXju+XP46td+DY0smjU2NzDh7MLBwwe5153o29FDPC30iVNIxaJIRuJYWwnj8sUFXPzwBnTNhkH6TaCj193djj6uS/SghXLU3NxkFDHy+Sz18TBlWadv6oab53eCyf6P3r+Jq5fvYGJ8Fq/+4pc4euQYHn/8kPGLvuamVkxwf7eCy/jwo1/iF69+n/uzgQuf2Uu534f+3bWYXxrHwSOtsNtN9HPd2LdfzkgdDtqB7p5engsRADZEwklI0JCMRzE/P4f/7d/8K/zZn/2xITNj4wuIxM2QXwnKL/hnpud5Dr6JyckxnOOZ09TYhBn6cW2t/bj7YBy3793HFn1zSc7a3Q4WNpYgXwgKMgnvYPIlTn/KZLLA4/XCX1rKtWxyHTNYW91CNJJEY30TpKg6PPQIr776Lml4SP9d49kZh89fAQfP5Q8+mMPPXn4dMdJ9m3Z9diqFB3fHcPXiXeRTNvp+e/D4+ccNPs5ML+CjSzehTC7qWikWloOYI9wfnMTI6BzPizHiDmNrYx27d++A36tjY20M9++/D12Po76+Ch0dzXDYvdi9qxuaypPXb2BqeoKFhhjtziJKSt1wuazURx+q6Zd85jOn0dlZQd09iM6uJtoPE3STRnsGeGljbrBwd/r0cawsrcNMfZM5nnjiLHmwiFgkiJMnjhn7IfEUFHgWLFPm7IwllrDFYn5paTkcVg/tQhwV1eWwu+y0fQ9wb2CQfuIGLl8dwE9/9i59qkEO91C2w5ih3fnOf/lzvPPuHbzyyofsO4zaugrIFwHDDB42gwGU8Fwsr6xCaVklemgryyvr0UBbtcaCjdiQvl27eA4dxOHDB+jrbWJxbgZvvfF9tNZ78ewzZ5BNh7keQL60ptPuTEzNGOftJG3+0PAAi1kJ+gRW+pUPKLPv8+xZpnzMYXBoED1dfcilNHR37MTt6w+QZpHR4/DgyqX3Mb84jvauathZFOrdVYPNYJBya0IilaVNA32nOFZoU7boh8qc6UyOhaIUbUYtvH4b8oUk96YUUlC3Wlz0RbvxL/7lb+Lb/+jLCIQ2MbewzDVX0E47IYk/0Me6O3ATh47sRRN1vrTEjrNnT6OttZln7yhW1xbob+yHy2XG3n09qKz24PDRnZBfa/tKHexXj67uDpSW+I11eD3V3E8dY+Nz1K81/OK1tyAFoQD96pXVKGbo4/b0dqGlvQb7Dnbh/OPkb3CBeqvh9VffJ1815HIm+ml+9DMmA+337Ow4+nc2UAcP4Q/+4Gns3NmO8jIfpsjzBfouD+TfH41l8eobl/D2O2/g3LmTPF+bDDmUP5WaYzYiz6LY2voWCrxOTszggw+vk+52ZFmsWVleg9dbhonJOXzwwQ3ML6zBZLZAiq8bmxHMzKwhEc9wP520pR20MydRXduMeCLL81OD/DpZzreZhRWYbU5UVJVTj7MofWiauwAAEABJREFUK60iDaBu2uH3VdJ/d6KG52p5eTUqK+p4LlF/e/ajoqwVXlcNKsobuHYNoscq68TGahzzjB3PnDyHaDgG+ZVioZCD+Dg5JqePHzlKG9vPQt8QDuzbjSdZiN7R00165rG6tGH4heFgijqeQjpjw9TMJsJRnX7OPO7dG8HiagSr62GMTY1jaOQhNjeDGBoch4MxbTJRoD5pMGtAhGef2WSi/2CGFITSTJaaeJ65fSVYWl6lTdki3TlsBYMwWa3knZlnVJL2Q5Fvcdjog2WYWF1eXaIOzGN6fgbRRJS+QARr62vIZjO4dOmqISeJRArxKGWY8UhCch4eHyIs2ikWPF0uD3UxQJ0LMseR5pwRvlslrwP07620p6VIhJeh5YKYn7uHUGgcTa1unH/yCPetFmarCWnGnBHaXqU0+l0lcLs91M0AAA2ryyvw0o4Lj+vqKyjvu8gLF3b3H6YN8pPvZbhPWz09v07fyYpAMIEt+jETk7O4fuMWHo2MYoK+y/2BB5RnOxjgw+v1YM/enUgkk/CWlFB/I9TXKGOUdYSCUdTVNOAv/uJ13Lo9iFA4gXRGQyiSxSILquOT8+RtDGtrW/QhRujnbsLjsMOiafQfEojzDF5eWqJdXiGuEMrKyuDlnsRjKWjMlwSDMQgU8jp5pZDNFCC/WJUvX29thTk+C4fDR50wAQUzlAG0IRkTYoEMfRPAqjtg1s2wmq2IRqKIx5NIMW7TlE6+y3gH/Vsb+ehmXGihnXByzW7jy5M6z4EU/eQM8y5Z+mOciDFPmjYqwz1PQbGoqVAgDTbYHRaYdA26VuB8CjrvC/k8SBjlToeZxdIC8shkUxCdlXude2j6GAS/JPiIFOLjmSlzHMy5ctB0wGq1wmIxQyPvdNprUK7zPN+UFGCZy1OaguI7eS+gM+kJBRg4iUjaBKfgkRydjcU9pdQn76W/It4c15POZRkfpAhpyDgOh/i14nfIva6b+C7FtWQYS+S5qgLkS335Qp77lJMu0DXNAKUU3+VRoA3j/6FIo1JsZ3JY6NN0nfzh2jh/lj6uxqsBbBc6TdRdmR+kTZALLgFpS2cyxv5JP1mfXGWNgrfY1+jHYoHkgKRd1qSUglLKWJ+svdgGfqSPjJH+RRCfW9plXgG5l3cRFqZjTBSkaB9y3G9pz5F/eYLIh64r8iSDdDpFzAXKmI37aCFvdBTnFXyCS+gWkPYceSM4pV0pBRv9MYvFYtAs72Qv5F2SeilzytoFBJfkBOVslPF5xuTCPwFZo7yXfZC+0iZzFUEpxVcFA2QO4YGAEdtz/5SuAZSzLPeowNUUx/HW+C/P9Ut/oUlA7mU+uQq9chWahS55LyBtchWa5SrvNNIhfFBKGXiL/6eUMtb/6XllnYJD5hGQvkpt95MvAGTJR6FVqe02jXJpJR8tol+UV0UwcY8sJhNMus7lbfMgx/3Lcewn+FBsz0FolHXIO6FF9kX4Kc/SLmtRans+aRP6hM4iyHvhlYD0l6vQJfvxaVBKGfopvJMxMq+A8CnJcybC3Id8wT3Ic6sog4JL6JZrgWtLJhNGTiAcDvMao83LCEmG3As9glvyKoInSX9fXgpNMp+8k3FyL2uQdwXKgbwXGmS8XGW+Iv3CB7lXSkl3Yx4ZW+wrOGW8tEmHX63XDLlX6lfj5Fn02e120y67jP1RShn9RB/sDgfcjE0EbLzPkzZZi4DMUcQveyQ0Ce3CFwCGJZE2eSfziLzJXGazyZB/4bPQvH1NUH/TXMv23DJGKQX+Z+yPrN9MeRI5EDxFkDYBwS9QHCd0KaV4UcSxDXww5hX6hDdCv/BK+CtXmUPoL4L0F3wyp+BWShnjZaxAsb/00XXKtsg3QdYsYz89j/SX5yJuWXMRRK6ED0KD9FHqV/QqpcgTDdtz6MZVaBGQeQSU+lV/8KPU9rNS21c2GXTLVfoLLlmT2WzhuWneBpOZeqlBsVOBuXfQpvHoRYFXKZwJbbJeAVmLgNwX16OUMugU/J8GpRSUUpCPUsq4L46Rq7QXQdZebFNK/Wqt5K3QXASlFOQj/Ysg44r3xpVyKm0C0ldA6BIcSuM+UjqlX/G9UgrGe+6f9AE/svbt93npTZCT++N76r28ExA8nwZpU0pBcR7BJXiV4jOBaD/+TywmIH1JqsEX6fd3g8Lf1a4U94s4Nc6zDRqkn8z5/w/bfWU+2Tfw8+m+cq+UgqyjqBcin7LPMkYpZZypdp6RonvSX9qztOHSJ0+ZKfBsEiAS+T4iNHDNXKa0SV/BLVdObfynFN8TtGo6uOUV1bAxEZ9OFeisbjE4nDKc/XkGg1J4XFpaxLbRSRrO7SyD7TQTciWlPtTUVKGRgakkkI4fP4ILF55kwqEDlVUVdHbdTFSWQ4qrvX296O3dwYC3B3v37cOhw4exe/duoyAnvxprY4LR7y+h4JmgayZomhkxOrMbDHpCgSiyDAxARzmZyDDxEMTS0ipmmQB6MPAQA3cfMqCYQ5qO7NpqHEvzG7h7+x7eefsi3n33Mu7eu8sCziDXEAH3C4lEnA75FraY2M7RYc1kEnTkN7DIhFOCzs4KE3OPHo0zgJ2jYXajpaUVvTt6eW2B1+Nm8TTGYDpJR1hHGYOG6vIKlNBQ2y02Ov4pJBkYiSKnmExdW1s1Eg+SLAETb2YKufBykgmzcRYyN5gs0HUNjUzynjhxgonT/ZBfBR040IfWVh/q6t3o7qnH2TOHcPzEQfTs6ILLbYNuVtDpHIfDQSauVhgcrkPX8/B4HHA4rcgVUpSFDMd2QRLyp0+fQCWD21AoiPn5ee5LJY4fP44D+w8gzIP2vXc/Iq8+YoA0zeC8nUH8bs7dgGomNXt6erCPxZnDR3bh4MF2HD26l8WIU0wOH8Pevbuwf/8u9HQ3ku4u4uvGIUkcnDvIxMRB431/fw/OnD9A2pthsWrbifZAkPQpHtgaiyIbTBDdYGHzIWZml7k3CSagtmCxuMjvMtJQB7+/jHRGEWLRVL4FGyLNEhAvzC9hk0mhYCBEByDBxNQGtjZDcDq8PFAdiEXTkF/OFphYKCurQDnBwST5FguPFZUlMFvNhvM/MjLCQI6BowRPupkHr5/z2zDKBO8y5SHEoqTwr79/B3nTz7Ud49r2ooT7Dypbkslst9uHGIt9QSZT1jcCMFnsDOA34XJ7Kfv9lJ828r2KwY4NVpuVwVbOgPX1dTxigXF4eJhyuMV9LGD37hribyW9JZhiADs/t4AVBvN5BokhBqbXrl2nXM1B1j1BWYow+GtvbUdtdR0duDTpiJF+C3QK/OryEgJbAcrzFJQyk2YPA2CdjnuBerSELb6rqKjCgQOHsGvXLo5PkdcR6qBmBJU3b9zG3bsDlNFmBsv7Ucq+E9NziMSSqKqpR0fXDpw+c8bov0xbEWECr7W5iXJyFJIkqq6pQTqdZQBcYfBhz569ABhIs0ApiZO4fNtXN6GytAL1NeVobfGju7sBTU115N8iQuEt2OxmBulRJjG2GJxlSVfa2Lejxw7g1JlTtDWl2AoEsLW1BbPFDDMP2Fg0x4RvigniGYNXDruLhYAqNDU2w+X0YHVtDTMzM1hmoWJqKkSZS2KTCaWK8mpU0CZWV9WinDR1tHfA7XBjfmYRww/HsbIYwMzkKsbGNrC8nGDQnScvzdS9StIIDA7Ow+v10g62Y//+fTh67Aiee+4Czp8/gpJSFwPLJNKZJHYw0dZL8Ps9SKcT5PFtysEw8kwiOenw2SgjbrcbOToCh44cxQsvvogvfuklPHb+EPwlZbS99Wjv6OZavAgz2REOJlFeUk0bVMD42AR1YRUhOs8jTHwMDo1ifHyLaw7QbuhMNC5ieGQck1MzTMouIcekkdNuQ2V5CWZnRpl8CMLndeCrX/k8/pd//g/xzGfP4PjRfXjxC8/ia195Ek88cQC1NRW4d/823nv3TdJ9nzaiD0cOHWAhog/nzj5G2a2mzK6ghDoi/AA/CdrEt956mwmlK9StUYP/Irt1NXXo6erFZ54+if/XP/otfOUrL6KjvR47+1shAc3U5BKTGDa8/94AfvLyO7h/dwHhTaDMV02Zb2YBspI891MmcuTrDjz92SfR3dtKMUthg4VKpeUQZQXc4/FSL8yGPAQDQUSiERaSerDvQD/3v4AUk73MOWJ5KYI7d0YwxP2OMmEzMvIIBw/vwRNPnUXvzm6eb+WYnZ2CFGwDlLs7d27Tdo5Rv4CVlRUjsSztPq8PjZQ3t8eGru5m2siDLOacRG9fN2XMj8NH9qOjsxlWu87k2wxlfQMWq06ZOQwrE326pjHB1YunnzqNX2MR6p//s9/C4+f2IUzd2ViPg0cKEkzATU1Mc98zLGjewl/85Y/h8/lRV1ePMBNg15nkz+Uz6O5px65dO2CnzasqLwe9KtrKTSYyV5lcyjOJZKbd4Lpv30A2l+I5YiFtreja0clrG06cOIaz545Szm04efKIgSvKwnIBSezZ12ck8VfXF5FMRXje3ieuMAuPV7geM/q4Xjvla2jwIcZGR9He3gOn249RyunwyBjlcZ48raWN7EIhbzW+lOP1WonLhLYOH+obvfCVmllQU3js8ZP45m/+OiqrS1DKYvmPfvwWi0R/Sb2bZcJxc1t2fS6EQqSLyb1de3bjRy+/ghCTGWWlZZAvV3mcLlTTR5Hi9frGGmZmZ1io3eQcbpx5rJ/r2cWi6Cref/8SHjKp+KOXf4533p/CViBJOxqG2+Wn3mzi/Q+uUj9B2YqzUPOQ80eYLNOpYxp2sCBnp9NWW1fNvbRiZGSYRY93mUy8TR56UMnzuKWlBSaTDnHk5Pz3+Rzo6akhv2pw6tQRFiqytHc5yvso9ewO9VTHpcu3qbvTkF/EptIa7t4fAxRgsSi+z9Dm5wA6hBkmoc0MLuSdBBH0B5lAdeOzT59GX28zz+99OHBwJ46fPIgvfvEzOMPEfK6QR3VtDRPnwOUrdyC/dquvbUdH6w4mih3YwWLd5UvXMTszi2AwhEJBwaTpiPJ8LFBx3E4r7eIQbt28AodVIRRYgEklcO50Pwsq5aiptMCsQkglVvH7v/dlPPXEcZ4EWequFzaLE1ev3MA4z9z52VnMz01xjbPkJyhLq6hr8KOs3AZoSRaZbrM0kkZ1vQePPbUH/+u/+Tb+xf/7t+BylcDrqTRs48mTh9HWUc+ztA8erwsgI1LJDO1KB21EF/HkMDr+CF6fG2GeWXb6b+JnxqjvyzyTw9EYz9cobcEGMmkz+nv3obO9BFJkXFuLYs+uA8aZ8Gh4FD6/Hxubm9yrFPfBRPlupgxPI0A/48D+vdSzCNfnwPWrdymzHpj0LNxuC9weKyYmR2GjvZ/imbq5EQHgwDz9mngsjrr6KjjdJhw62ouzj+3F4xf2UTZLSX8ldu/qRH19DeUvg/qGSjz+xGOU/STq6muhMyG8sLjEedep7yaUUh9aWTQSO7+0vMhktwdKLyCWLCAaSbD5fuIAABAASURBVGF8LEAZzOHGjTv4xSuvwmq1oqGhAZ3dbTh9aj+OHtlHHoSRz4RRWeImlMNMGSswQdfe3EQ9TcPKM/Lq1RsG7ZI4tHD/7Q4NVlsOup7G5DhldimGQs5MW2NHJBznPDzfsjoiwTgcVrDdCfnrHVrBilK/A11tu/BwYAofvneLPv0QlhdXiMtKH14xJtDwx3/8Mv7sz1/BwIMJkBT6IHZskIdWsxszUwsoKy3HlYsf0n+043PPPoEDBzqw/0AXz9soTp7YR4lII5dLIJ2JorOrFfLrUYvZhvJyLygOlPE1uF028mgT62uz9FE/5NxbmJufoA9lApQG3WShbi+ivb0NH7z3Dv7eH3weB/fWYe/OLoyO3KcML3JfIpThKHbt2s3xCfzgr1+jb7SDappELYufZeWlqKqshsvuQ3tPG/cliF17duLCMxdgY2FljMWG0bEl3OKZZLH5IfJn0m2kXeP+m1BTXUuayykrbiiTlTJdxXlMWFlNkuYJrmsLP/zhB/j+X72PO7dmscCC7waLDHlloU2LUg79SKcylEszHPSP/V4bkolN8nuCOO3w+Gzo3dkJH89yduJeW2iLrbTBPtqAOM+rXaijnVtgXKab7ZiZWUaQRfHhsRlYXF7M03c9de48VlbWUFFZwzEK8qWnWCwMm73As+1xfOYzBxnzBaDpgMNvxfTCDErIl82tLH2ex1BZXgMbcU+Nz2OIcV+e9I7Qr5ljYb2ZZ2w0ukWbPweHPYbmxgZMjCwgyVhMY9Hi4MGDcNDmy5deXnv1XfzlX72MdcYJU1NzlMsJpFh4Hns0wj1epX39ENev30U/z8qaunLkWLStrPChhGeNBlAO7xrrkD/vvLS4iRSLcYWCjoqyKszNLUEpjQXYx9DS1kIerMPhURibuI2W1lLGvp30uSexe3c7FOwo5E20l/O4fuMumlsq4S/VEQhPkg8zOHS4g7yyoa+/k3tbibjoaswEuhsYmwzyPLiN7//lz9BY34Xmhk7aHQc0ZUYilaRcZeGkj4ucgpXFmcnJSeMssTvdyOQK5Lmb+pLnvcaC6jJsNgc8nnLKQQUyGROijJvosuPmrXsGn1ZWg3xXgoIyweny8QxcgMlspdwP04ecoo8VoS2qh0n3YGxkA++98wAvv3wJU+PrtOcrWFsGfvbjjzA9HsLiXAyjjxYwM7VM+VW4eeM6urq7IPs0yj0QuXj++Wfxj/7hH9LuHERbawte+emr9CWXDNtdXV2Fd99+h/Idh/ySeo5++cZGAk5HOfe+lDbEg5Hhady+NUB5SHP9DoQYk0lhqKKiAlKskC+B9XR1Y2dvP1oampGKx+Dzugku6mEZNBYBPE4nfYRq2pk8Esk07PRfTDxPC1CQ+MLJ9xXl5ejt7UVXVxdstJnyz6fs6O1BIBTAMhctBbFIPIKZuWmaCp38esR9MmGUsf8ii/1SDHTQl7BZnNw7E+VBQTfZMDE1S5m4jUnmOBKJNLa2grTPGeRZjI2EuRc2O8rLvVyzxjUXsLw8yfjhMoaGB5BXCp3dfaisamQRtRJGzEzfBwUNKRbFxzi3i7oghUubxQ4zC4HXr1/FzMwULl+5TpsXgc6Eb5wGNRxLI6+54C9vRTxtQd7kwr1Bxg2kfZUxt8XuhMThSilsbK5hfX2DtqcUUBrtkBk+fyltcAX27t6P8rJKtLbUIhTMY35xHZFYFrPza/RlZjA7t8GirQar3Qfd5MAm4+dIKGbwpLGhkbb6BM+hE/D7fHDYHZTdBOKMJXJ5IJ/TyHsnrwqZdJ4+fBYm8jCf15DJ5HhvQSKepazEyV8T7Vwe2/3SfFbGuGw6h0IWSKXSBuiMR3WTCTbyOZlMIcECmBSJ0yzI5Qt50C2HpoM644GLcqAKBbgZq1mtFug612E1w+GwweNywM6r3+eB1+uCyayTD6Uc5yBuM6xWE6yWbaDS0odPIc9YzKTrlDLwUzDw6cz1aDqof3lI4S3H5F8+n4XEinI1kVa+IF9SPGdilPE0MqRVIJfLQRKAcp/lOKvdauDJge0qjyzxcCLOo0OThfGhwPXIOPFLZaxSCtImz3xt9DObzZRlCywstlqpG9A1aGYTdIsZZuEDadI0DUKbjJX5BbKkR7Fdo99L9xF5FGhj85A/pSlzybxy5YRckqKNyKH4kXeCQ/AJbqWUQUuBOBK0e2nqxzZOsKVgvPv/EfYfcJIdyX0g/M/3yvvqau+9G9fjPcYAAzPwfrHe0eySS57uRJ4+SRSPlEQZ3idDUSJFrnZJgtzFGiy8BwYY72d6uqe99767qst0+bp/vEZhQZ70u1rEvvfyZUZGhsvIiKoeXdcNGkw6Zc9CqcQmCcoT/Mg8sibBx0ejv9ArYJF1cI1yr5QyeCjzSz/pnwellDFOqc0+ScbdQqOA4JYxwisb+aSUoh2nqWMJQz7yTtYtfSVGl+cc9StL/5NkcV5krdM+M5RbhnzLr0XO0YIb/OTbZA7BI1+ezFF+wh+hXUD6WCwW9gbk3sF4U/yXgJ1nFKUU+Zw29EbmyY9VSoNSygAZrJQyxstcebzSV+YTXgrdMl7okDbpozTyhdLY/HJKypB3DoC8EzxCj1IKgkdotNKPSpuAtCmlqAo5g/9KbfaTd+AnQXlKASfKvG2eJ0KH0CBXoUGpTfqV+iUeeS+Qf28xWyC0CFjIJ6GN6MmTzP8LcpQPlwQz9ddiMcFMvRI686CUMngk6xBQSiFN+f1Svpt6aTJxrNlsrFvWI8/SX0BwCX0iY1mHUgpCm/RTanM90i7vwY+MFbpFx0SegkOeZYyNtmllLknu2RVp+gXRf8lDB5kfEpnJeBkjYDH03mSsO0VdTtOmDN9GHPJedEb6y3oEBKdSSi6GjIQmgRTnkfdx7iMCci8yEpBnuUofWaesRSBHvVVKIT+PrEEQy1gB6SP9pZ+0y7PgEvkLyL28l3fCKwG5F5C+QpfgEf1zeTzw+v3QKYMUbUt0SfpIX6U+XQ/pAZSxLhknkKdZeCC8Ft6IPYEf4aXMn83KDDBkK/1MjBtEpmbK3ES9kXullKEnIhdZp1zzYDL6mQwb0Q3/pRvyl/fCG+kvffLPci/9lFKGrQgNslahVUDoFv4IyL28z/L8JlfpJyD90uSD+COllDG3zCNzfB7ytIMfkUOWPBJcfDTmFlxx7plil6JnMoeAtMvcMo88yxgZL+OUUlBKGfxQanMN8j4P+X5ylTYZL5BOZ4w5lVLQCMKDPC/kKqCT38J3i9kCi8gBnAu//AhOAWkR3Pl7pdjvH4CmNCi12S7zKbV5r5SS4YaepLl/p2gzsk65FzqNl+wivBMg0ZtNHKeU+gynUpv3xkv+X456JAU+wZHHJfdCp1K/7Ctt8l7mlHd/D+ivPv8sfbPcXwzIZZBl4COQk358TtNXCa4c5SpAMv7ef0ptzivrEFBKGe8/vXBpm7ovjUqpT9cG44p/8FFKQXAIKKVBrgJKbY6Te4G8XEUPRaZZxi6y1ryO5enN95WrUgqybnmX1zsZIzoZp0+SNlmfUpwLyqBbeCMg45RShj5KLCb4wI+8S9NGMrQduRpAecsc2goP1OmsYhIoC023MOArgMPpYnCTQZLFyXB4nZt+ks7NjBATuOPjY9B1DeK0PXRGdgZmWQZji0vzTKDeRVd3J8bGh7EWXIHOAFDemy0mMHYy8C0szKHzzi103+1i8L1M3CmSCM7rRU1NDeSwo2kKQSa35Fu+s0yeyAF8mcH18tKaEWSvLq1ibWWNh9I5xFhw9bg9KGDy2O20Mdi2MFC1MoC1kmYrA+gQxyxDgt26mirs27sL+/fvxs5d21BWXsI+JjopDQ6bGU6nHR63E4FCP4pZVFhfXzMOP5NTE8hSyUpLitGxo4PFwgOoqqiE3WKF/IlNOaiuh9bhYFDidpF3TFxHmCTIkC8WswkmkwnC7Bg3/BQ3J/kzG9I/ykT+3OwsD8erDK7i8JKf8ouP1tZGnGQi9b57j+C++w5g1+4tKC0tZLBuJ9+Jj4VUpWW5Tgd5nOXBN4SBwT4jgT8xNQ4JwOwOOw/kYeJehsWso72tzeCv1WrD0uISk0MRg/elpSU8BFdSPla2BzE2NoaPPzmLd979CC+//CFu3+6B1+tn8fAe7Gfh9cknTuP0Q/ejuqoEikn0TDqI8lIH9uxqxbat9SjmAa+SSZWi4gL4CzyUT4i6sMDE8wRGx4aZcO7E9evX0NXVzYL9HOm3MglTg8amZq7Pw2cdVbWVuPf+e5lw2MHkqAMLC/OU9Sz1L0h8Mba5UcMDlp8bodvjhYeyD7GgsBpcRzyRhuhJ5+27GOWBNJHIwOsLwGJzGu9sdhcKCgI0HJDWYs5djZLiMgPMJguU0hFaX8cSk6mii/Krqo6ODq5tG1paWsgnjcW5ESOZLEGF/ALwgQcewoMPPMKCTjmhDA2NzWjfsoX0hjAxMUk6RimjCBNgixgeHqJM1lDNZI+m6zwEz2FmegZi2IFAgGveiUceeRhHjx5BE5MxIRa/pWB89XInznxwFR9/fAWjI9OQP700xQKr1+tDTU0t6dKJR3i0Tn228PAY5+aiI7kR50F8hfa0CrGv7dubePivIg/N6O3tgyQ/b9++Q1rXyecFJoOmSe847xchDsVEHZdvUE9MzmByah4udyFpb2NAbMPVa13427/7Gd577yMM9A8jwUR1mqfbouIS6qaPQVsWgYJi1NY2sDi6xeBhQ30TbSFDfpfwEOqGBgUdQHwjSp2qwEOn78dx6v7OnW1wu63k1Qp5F0aKB4sQEyIbMR6A6fxraopx78mj2LKljXbrIHjg8xVgZmYGP/q7H+HNN9/GCpPbBw60YeuWZkgiYZp8np2dp00PYJK8m59fI/9T2M4k4Te+/jD+6T/9Fr7znW/C7Qpggwf9udllhFgwWKG9LC0ukO8jtGUdDUzuZGnj9KegulDW9fjf/49v4dd/4+v4g3/5L/DDv/5TfO3rX4f86m96egrLy0vU2ygkwVJCH+J2O8gfJ8LhECSxHWWyxUw/sWfPLq6nnfZqYdE4xOLaPO1xHNeuXccvXn4N7737Hrq6u5HOAVb6migThbFYAotLYdy6OYSJ8Vnomp18B/2YD2Ij0UgE8svJvft24vh9HThwaDfKqyqxtBrB6hoT2E4/fUMHHA4/cdzF5Us3YLe4EVkPY5a03755jUm7d/HaL97Fi3/zIj547x2c/fg8opF12k4ZMumE4WfiiShtV8HOwD2ZTkJ07fnnn8HXv/5lSFLeZrMZOn7z5i1kuBm5PR7Ilxs8Hh/pS4L7OGlXqKePNjP5WVNVBK/XRNxLTCrW4otfPIavfvUR/P7vfxGnTu2B25tBGQsp/SzGvfnWLbzxxsd4/Q3yp6cXL//iF/STVrS3t5PGSo79IvXqIezYsQ2lZYWwWs3k6yjOnv2E8p/hHCHU1lWgusYL2STNZqDrzjQLxFNM+szTH0So9y70DfTg6o3KN8WHAAAQAElEQVRLTIT/mLJhQcLnoWyXIb4ix8BjZmaa+roKi8UE8U0LC4uYZdI6x4Tpnt374aavOnPmDLq6usiLBI+XGV7j5L3N2DvkT6kXMtm3Fgzi7Lmz8HjdqK2vgXzpYz20THuxwO9z45mnnsQXX3gc1VUu2pGDycMcbSgDG4PGHdtbuWcc5BotuHalk/62CxIAjjGZOs5kmc/nwrFjh/H4E49h27attM8AZB90UG537tyG/IJ3kXv5mTMfkjfT1L2r9AVzcPu9SHM/c3o4/sQR0mbFemQZ0JIYHetDMLSIp555BHv37UJ1bTX8hYVo29KBppbtWKHdLi3PI7i2yD3BR1/QDvkV/fT0NO3JjN279mBrewcyKR1/9qc/wA+//wl2sejwO7/zO1znfTjFPfAKC8J/+Zev4RdMqr717rtMOK/C6tAwMDSI0lLF9Waxd28NXC4z7wFJPtbVFaC5tRk+7hM7uN9Lcez69Zu4ePYcNPqdokABDh08QDhEH7ANpx9+CF/7xtdYVDyBUw/ci1On7meB6jR1uQFHjx7F7/2zL+Hhh3Yx6ZMj/avkywJ90BF897u/hi9/+QvUlxncuj3HNelMZBZj584d3A8CkC97RLjXT05NIhhMQwr44fUo/cmY4aNCRlw1Tn7Poa6+DFXVFdi3fy8U46BPWKz90z/9PvfKBeLr4F5XACgdb779EV57rRO3Okfwne/9Ch574ggqK0pQUuKEzapR11tQXVlOX5AmPWbougmaplO/c/iT//x9nDv7IXQW04oCfpQWF0C+cBOLxrm3TeBOVz+GWaAA9WlyZpSFl2FE4ivUQy/GJlkI2LWVvq2e+EzovN3Ngt0qqivKoCuNicoIffU68b/D5PcQvvDsQ3j49AEMDXeiqtIKrzOBynIrC6vFlEDIsHGJgay6wrVLPViam8Xk+DhWFlcR4Z6OXBqtLbWYnhnH8soyaTbzeSt1dyfWWcA1W1OoqHFgfnEQ4xOD+NnPzuE//Icf4aWf/AIutwvNzTWYmh6CYkHX57NT9yq5d61jcWUCMwvTuHHrBnGasExbtTCJsrS8giQd+xtvvY873f24ev0ubt6cZvEkghdffJU4i9DctIO+shd/x+d33noPZl3DsaMH8Ru/8U309HQDTFBK3BwKrrIAVIj6+joUF/rg9XiwbUsLdWk72torcOzELhZGtyAej2BxcRGlJVX0JREEQznqxjJj15gRf5058zH3rB44nGZU0H899NBJWFk4TyU3SNsN6twtxk+19GdnmJSewejoOOldpKwzlH8cJA+SyJUvHtjsVvj8PkhcI3o3MT4Ecb6/9u3TqCotgtumIccYtYRxHMizuaUxFgKDKCstZuzcQZ+VY1EnhCeffpA6XoL2Le30nbUoLa3mvnCRss+R1ybyyUUbWcG777+Odz/4BQs5QQQCPupNIRQScLkcpMmDqclJ0pgl5Bh3W6grD+LJJ56kTq2hhMn3uZlFtDRt4XMEEyyayN7c3TWApoZWxidWtLRuQSSWw8z8MpRmpv+a4v5pR3AtCrNmw9TEHNpa2tFzt4e+NgE3YwqTnqXP1HDrRhfHN5GvVu7ptSgvK0EuY0NpcR1MZges3Cc6WFCbmhjjvniZc9ZhK+MNf4Gd9CwjzGJ3IpmC0jXQvGiP53DwwAHEwos4ergD2UwIB/dsxfd+41dxmnFNNBpBjhvdQP8gvvDCwyivKIWmgwXS2/jxj3+Mq1euU6fj3JtGjHcSQ1dXVzH+2cD27ftAN4F0UmeslOL+5mJ7kmv1cF8pwezcEvkzxTlT8LhtcDrMsFo0lATKYNHccNj8KPAWoa93Bteu38JLP/sA737Yg8XVDbz61odIZLJYj0XQ2raFvHHD5Qmgffs2VNSW4bFnjmN2ZQrX73RhjX7MYneitLoE+w7uQBML0M899wxlkUWMRZ94gngiaSSSVly4PIbz17pxZ2gSr7z/MUZ4jhodn0RwNcyYYxtsZiciq1F037rO8SvYv68OHbsrYLJkUVRWBC/PYau0IYt5Ay/+4OfYuXUnKotr8PH7VzExMI1ULIMM4/0A9eonP30RFy98iPISL2x6Bof2HYTXY4eJOhHfSGCMRVNd2dB5exjzLOhnYUf/0DS6OrsQ4f40fHcU9RWNsJlcaGluJm9XcP3qbdy90wO7SYfLZsH0+CgLgwPUkypMTa1wr4+zeDWI2vpa7mtepHMJpDJxvPHWG5TjMvx+B/eOGgz0DiO4kqBPWyd9ZXj09ENw2E2k5Tp2796OEyf2omNHE/22FfNz06iuLkJBkZXFwE9oxxPIqTR1N40417uyEmc8onGvtCG4BNy+OYc3XzuHu13DMOsOxh5W0uJjfGjiGqKkYwM7tu3Ent174WZRfmx0jG1hxJNJACbG4hpqamsB3cS1DFGfvLSFduqpGRtMiE1OzWCOBfAEcwGLPBNNcM+eW1jCyto6C7qjnM+Gq9fuYHiUvOG5ZH4xgnDEhFS6gPHddnzwwUWsLIdRWOBFUWExzxu3eE7thpXn7RMnj2B8YohF+nps3daE5194mj4ryeJyP954/U1cOHeB66Re0c4qKksR5bW+sYX2psPEc0ldXR1t5grOn7+CAn8JLFYPPJ5C3L07AE1ZuI9Mgwuhv8nR39jIww3MTE+iprICOcbvYh/bt7XSrhbg5Lk/wcQclMY4PcQ9IEOflaY/S9GmskhEk1hbDlEei5iZWcAYi5wTLJyP8Rxx4/ZNxjgr0HnOjm1EYHfZGFNGkWXOQNG+PR4nHE4HAkW0QxbWjt5zHKcffRzNLVtRVlmLeBowW1zkGWjXTuiMlTvv3sHH528TTwqxWBY5WEiHtik7JoLcLid9Wjd1cAVBnntXmQ8JhWLopL7eutWDy1e7WOCOE68DZquDtGTh9RZg69YdlG8T9WweG5EU9dDBOGaWcjejieeaCu4BNquNe0+Y/mSSPI9CKcU9dBqdXb30tSmksjp8gQrGYHHMLK5wz5mF0+mDr6AYV2/2o7d3FfOzMe7fKczOTDEmKcTa6ioUq1xetx9FRT7GCVkMDY1jdmEF8RT1WVkR4pnrzt0R9PSPMH/jNb74mUzksEy+9/QOkA6d/qmV+38jdXor94UGrmcL8RWhuqoGpSUVKCurgsftg9lkI1gIVmiaDt2sUd9zyDKJmGOsbjZbYDKZefbYYBt9uAKS1HF5J3omum8xW2Gx2Ix+Jt1MGSjozOUEmetZZ2ySYrEgGFpDljGK6LOJ+S6rxQwz54rHN6hXIdpghDwmHu4lmUyK+0uKbesAoxA7Y24bCxQWiwYL37vcDripK3aHFbqmCBpM2ibolIGsQNc1mDmHnDHkHgrGeSona7JYKAcnrCxGybOcsyTvJOd4uRd6I5EIY+NVbLAQnWBB0XjPPUmSgkn6BOkj/ZVSUEpBZ47iH4LgEvwCxnie59jZ6KvU5jh5VqTVKFKQT2nGVEptvlNK0e+kIXOlOKeBQ95zzRrXi08/gl/mEpD7T5sh9zJGxssahO7P06yUokxy9CVZcjkHoQMK1AMFC3nnZPHbQl7lcQi/8mA2m9lPM6YycPLOZDLBRpsUkHHgR+hUSvEOkH55GqXdbBIdMBv8kHd5OmU+eS/4hKcyWMZJH7kKyNo+30eeQc3TdQ2S18vRp0ibTrlo5JXcC37hgYA8Z5gMl3sBeSdteZA5hWfRaJRxZ9zQHaWUQevn6RJaBWQOpRTnVpCP0CrtAoJTKfX3xgpdAjJO3kt/gQx1RClF/lsMXDmuKZlOIU17ZAMEstRh6SfjZLwA+JG5ZB2CR67Sh82GnGQuAZGbjJM+8k7aBJRSRK0gxS6nw8EztNOwEekvfQWXjBOQ+zzP5J20yVX4IqAU9Yp6KjQID+P0w1KYlLUopUFRHgI5EiBjoZTBG9EZK/cr0THBk1+X4BaQvgJKbdKqaZphw0KzifqolIJ8pI/0F5B7waWUgtiu0CTt0k8pRZ9lMngtPJB30i50iO67PR7uBV7GJ37u0QF5ZeiBrF/wKqUgNFos5s9wJJMJZFg0AElRShnrEh4qpehD+Y7yBT8yn8wjIOu1M08lc8q9vBMQ3Oz6mR0LLwWETqFBZCBFEvFV0qaUok81G2vSlIb8eLkKD/JzKbVJyzoDZdFvwSM6JWsSHRIQ/EopY255LzKUOYR3wkeJi+RLRHH6RukL+sYcdVTjGAtlIfMJPhkrNMp46Sfryr8T37rK/U7OdPKF+nA4zD08Zvi7LPlENZflQ8bJ3IJLaMtSt+RFfl3CX8EpuHWd+kUadNq9yaQb/JB1/8Nn4bP4KbnmQfDkZSljNOqpzCPrkDnzIPQIKKUM2oQuWYvIRuiT/kopQw5Cl8xj1IDoG2UOAZlT5hAaZR4ZIzgFZB55FpB7aRP4/L3Mo5QyZKyUglKbAH5k3OdBxsl+vnnNbvp78lCe2d34TykFXdOhk28CQreAtJk0nfvrJoheKShjXv3TvkopfP6jFJ/5n7QpxRuCUgpKbYKsNz9W8Amtsr68jOVe2qSf2WIxZCj9hR7hnYA8y3ulNnFCgZ4yBxkn6xL+CL60+E7ao7QLPfkxMl4pBaXUZ2vJv5O+AuBHrnng4+Z/KsdxIK8ULFYTTGYNmq74LmfscTJ/fozocP6eHThu06akT5YF4Py77KfyyBptWWMd+Xcy7vP3Sslc0goDn1Kbz0ptXvHpRynSR/6JX/F6vYY/F51TShl0Co+ynFe6y9qFr8JjudcpW7nKOwHpJyB0KLU5jzwLj8W+xQeJDeRxyjsBkaWAtKcohzT3XG14aIxBeT8D1hVDuG63iw62gBDgoa4SO5iArudh0eVyQAwyR+fioYO0Ws0M7IOQYDJqJAky0JgEX2TRYWCgn0mhBVjtFgbFNtKcRZLFkCyTsYyoaahpLDMxtry8jLW1VQZ3K1heXmSQGYEsWhgjhuqQecx0oroJiv+TbyRWsohZUBCAm0XLAjKy0F+AWiYcdmzfiu3bmnHo0E4mk08wGbuDtDego6ORh9Uj+NKXn8fhIyyCVpVzDo3YskwuuBjoWgy6nU47Ez3VkD9d2tGxjUnhnTh4eB+q6yqpAGkWPtYR4TrDTOCJY7XbHdzEsmwPQxguTtVFmnw+H0qLS+B2u2FnsOxnErqKcxYWFnDdKR6I0ihiorm9tRUF7Ct/Ji3GwoT8iT45YGusuDObxaDazoNDExOYBeTREvoHezA5NYZkagMWq45gcBlrBAmsHTxY6eRTSALltTXMzM1jlkWj4dERRBg0zS/Mk851TDNxNTo8gsGBAdxlUebs2bO4cOECE+53SVsGPq+Tssqhv28IXXcGeZiaYvJgFDd4WL50/iqGB0cwOjSMrtu3mIi6ihvXL7MwcBsjQ6MIroZ42E/x4BxENw9dZz85xwTUJVy/cZsH3i4mcUaIsx+TE0vQmMjweYsRKCijjtWjvqkJFTzg2hwmrIVm0NN3jWsYgTJRRgEfjcXOA/i7HQAAEABJREFUA4QOJ3XQyQOHbtGZ1J3A1OwsFpeWqTsrDD7slJMG3WShzOpRXFZOHvrg9fm5tizkG8O3O2/h2o2rTDqeYz8zkwh12GBBanx8nOOtKGIhw0aZrZGHshHKJhjixrxAnabCEE+GSc1+LDK5MDI8irGRcWRTWaSZ0AmurlPnV8jnCJRShi3l6HFkU73d2YNuJvPE+GTzcVFeUuiTb6+Iocp104ZyRoCbYjJT7Et0ykTjr6qqYgG4AOl0jAf5OGmYh6bMTPq04L57T6GNCcU4E+FSbLvBYoHb7UFhoBiJeBIrq0E6mBxSPLTEWVidn1/A/MICbXcdPvKmpbkVbSy0t7S0oqWlDUVFJdQBxQP2Mg/3HJcGD9BZZHNWyJ9Nm5qewwYDDbfHhzUe4sdYwOvs7MO5cxdx+co16lMfpAgpX36IRjd4YB4hvYNQ0IlzCe+//z4G+ocwyqTOMouMq2vLPHSHaJMSCEVgpg8JMkt06fInuHr1PIOQEHU+wXVk6eRBvgIul439NYwMT+DD9z5m4v6cMccgC2vz8/OoqalhYWU3jp/YA7E93WzBPNc9NjZGGpapJzD67Ny1BSfu246tO7aipKwUq8E1vPf+WfyPH7yFP/vzN0nrWVy+egUXL1/C7a7bmFtg0sFugpPJyntOHEZjUyHloDA5OYd33n0fP/yrv8YvXn0LE9MLmKUNdnZ2kv4I+ewlHZX0CS6uQaOeLJKeWR62gwCPe4VFAQb7NiaCPHyvY52F5UxWoaK8ivqZYAF+jvozgSX6SPn17TyLu/WNjaioqmZQ7DfWbqftmC0O8nUSfT2DSDLJW0m/4y1w427/AA8tSSY4N1BeVYmKyhomfQ9T7tsgfwqrt2cEaysx1Na08rBvwdJCENMTM0yIzNJX9NKe+xFej9F159B3t5/rsEMj3e+9/QFu35pGKqWY9IlzzXPo65P+3VzjEpRS1KcibP7VgQB8LHYfOnQEDz74EJpIfyH9YEFBATo6OuDxurjG2/QxPUym3eGc16kXy4iG1+D3eiH2KInG2MYaC3Ql+D9+95v4td94Ht/81efwm997Dtu5TxXR7zY2NqOmpo7JrnHCGH1nkDKI0Yc4IHrh9/shxcPi4kLU1lZh81ehOcrUhEee2Iude+pRU1fIOYrw6BOnIMnLFSaqjp88wf3jCOWloaiklHaapnyqsX37TuJ2Qb544fG46W/DkMRKeXkp+ZKmn16H1+OHhbKx2xxobmpBJBJlUvEqdM2GOJNFUSZJB4cm6F8UE0F+1NXXo7yiDHPz03j1tZ9jbHyQxaRJJnAnmcRfhQS3ycQG9w87caQpNz/oGmm/5fjt730Fzzz9GOpqa+D3ebC0GKKfLcY2JtFcTgdlkmNwlsGG6BiThybdTL7fJZ9WUVQYoDpmuOYlZJlslOTOwuIsCgI+FBT4aTccS5925sxHLMbPYvfebbjn+CG0bmnFKv3k8Ng4nB4vTBY7vP5izLLAMcC94ZNPznO9V3CDxQu32wudPs1H2rxetxEfyJ/0UzkdyFiwMJtDitnFseE56iIwQ1vy+8jvmMJg3yJeeXkQo8OzuHnjDhMcFrRvrYDFpiPDRF2ExYDt29uIP4eyEhdtYQU//MHf4aUf/xx3uvogvyr1cT9OJjMQf9jS3EK+uWAxMalG37geDHH9WTisNgO3RpI8ZKyNya4WFuUaGypR31BKmReitbUCD9x/AHtYLKllwaGpqQq/87vfwMFDdQBylHMTC2at0E0m0jHCfa6KScxaPPzIQRw7dgzT0zPo7LxDOcSpOyUIBALkeRr3338ffD6fIf8K6kBVZSWOHzuMnTt3YXlF/MokTj10L77xzV+FhQHv9FwYP3/9LbRsayBNNbj/gROoqiyhfw9B/H3GCCqz1K0UNmIJ2hPJYzI0FtHQ1TmLT86cxwyTwmc+PI/LF2+BaoHqimZUlNWjtDyAx566Bw8+ehj3njqEtNpAZXU5DrAAHYlFjSLeBveY1dU1RCKr8HizKCm2wm5T5Av3E/IklQyxAH0I/9fv/yqeeuoEvvil0/QfOSZrp9FQW4QO0v30k8fxPRYi/+8//kcsvp7GV77yOHburqVu7UAiFcIME7LH7jmOxoY2xhSd9BFzLCL0o7unx9DD8soCVNUUYueuNuzsKEZFhZkxygB8TuJn8eu+4/tw6uQBnLpvN3V7Bsv0owF/EW6zUDo5Poeb17tR19AKOXiHWCyaY7zkY7x28DDnbN7OWKIMYxOLqKquZeI4iB4WRzp27UFOy8BBm8qpFHX7PBPEQRSXFBj0erwubGxEuP/14qUfvYS9e3YwJt0GJ5Ppd7ovUS+SSKUiWF1dRnl5Be3ei+XFIM59chV3bg/Cbi9h0cRMP27Hhx/cQU/PGC6evYF33/4EH7x9FmblNuIOGbuwoFhQOAv5ZbHNppHOSpSUlMHmtKG02E/fvUadcmEltIwU48vZ5VlYKaPdHfXQcikUBjKory2gzpbiG994AY8/Qf/c1IxkXOGjD69jnUn3Oe6rl7gXlleVUq/bWWhIoWP3LgwOD6N/YAjRSJx4yri3j6KURWGzyQkFE31/Kx4+/QT9UT3XbubYRuza3Y6BgUn6twnqgh12FqpKS4pgYfJGCsfDI0PkSTn1yYOikhL6CBf3qi1UXBOT+oto37IbXXeHuR/G2aajpbkax48eYWG0kb7WQv8wDqvJhiz1fM/ugxganIDF7OIelcAU45UN0nr5wjXyuofJ/nmMjgzTp6awthpjfBBnYfMCBvuX+RyBlcl0ieWbm1uhKzOCjKesLGQ/8OBR1NVVwWq1wOUmndSXcDiN//yf/wfj7DlkknGUl5ayTz2WlhbQ19cDu91myKWsuAxJJrOruBd/+5vfxK4dO9hvKwqLahBm0Wagdxr93GfnZiaQTKwbvvf69Ts4uH8/bbwNdvo7O32SmX6rq2uI8cc8Muks+SU8TyMRC6G2uhiljCtsViucPEfJn+JXpgROP7IPpx9+AL/1vf+NdvY12MzllFsjfvHyGfT3zHJ/nyPQRpbCWFleJc/WUVtbghdeeIg6qkPsWfbk6HoKq8tJ3LjWj5d/+ibOnb2MXhax0qk0Flls87rt+O6vP4M//P3fxe/+4+/iC889AvlSmHGQpa9eo96D58GqqjKUsnAK6mVGZdDQWA8PfbSuK8YB/fD73ThwYA8effQEojzL+PwB3H/qPvzKr30XwyzGtLe3wed3YvuOVjz//FM8j3QzbtigfiYYY3GP9BexiBnD2loMdpuP/MzR984il8syDrkX+w/uZ0FztzGvzr0wzYNxNeOqpqZGyD8BM86Y8Y033sDc3Czq6msZFzRicnoC23duRXVNOQoL/SgrLzZ4v74epC448cAD9zNO5UkukyC/knA5fGhr3kqf1I9sAujp6oHLboXPb6LereDsJ+/TL0cxObaE6LqG2zeGqUNrLK66EV5NobKwCdYc7YTytqgsqioKYLYCdm8hPIyflG5BIpXimlKM7Urg9Tmxd/8uSCEjw/26p68PExOTPD+k4ecen2Tfmdk52pWN8Uccd3v7cPHiZY43kTeLtLF5QCnM8Axppc7KHub2emHjmTdQWIRFntuh6eSnE5FQEsl4ij51mbFlIaIsSH14tg8374zjCtdR39DAPbMMXr8VLq+GqloXmlpLsGNXHXRLDA+cvod+lDqzMofFpVkWkQtQWV3N6U3o6R5EJ88W5SyQZdIaGpva8H/94R+htLQKO3ftRkN9I7q7hxiJatCZYBweGUWY/ru1tY2+dgd9ZwINDeV47PGHoKhfVTxj7t29ExvcuxYoz/3kUTy+RhtOQ76o4g+Qn/4C8jLNeDmDBG14Xb4UzWJ2TkvTd6aQ5t6uqJvQNRZBuXbqsKI9JvU0BqYHkaA/rWlsgMliYdwZhs9npz90Y/9u6ktZGfehe7AR3/QrXs5VVlaJaGQDq2tB8n0ON2/dwatvvIJgZA2llV7cuH0Xd8gH+eJjPJFBOpNFOBrC9MI0/IECyC9YpSgZohymJpdhNRcgHM6yoDxB3axGVVUDVldWMTgwiDWe0eWLuRU8GwcKAigKlKKoqBjyxex7TxxAB3Mozz37NHZs3wazTt3cSMJhd/KcEkKM58cgz3PLyxGuS6G7a5R7IfU1kkYqlUOchQWlTNjW3kF+WuB1FyPgCxBnO/VfwW4BbJqGOvKgIuCEXSkUepxAOo2NjQTjxyg8vkKUVdZyrizGGJOshTa4v4eRI97ahkbqup965CV+M/E7uNcW8ly4yHMH/eVAL2ZnpzE+Ns54axzLK0uG70pn4tRbM/v6ECj00D6tMJlzlEHIsCEP5eMrcMIfcBG3E06nHS6XE5IMzhdEpbCaSCSRTKSQ47nMSp9qtdqMe4mfqcC8zwBMupt18GyUgVnLkrce2uAG5hdmEOTeK/kvu8PGfSnNrmlDZ5UGZDhOfo2aY0JOJ1/MjBktzK9ZLDrMBJNZM65WmwWaAllGOlhU44QGrhwtQJKrIoNEPAGNfLaSRrkqpaCUguC02WxwOByQd7quQwD85OgjeDH+yzDZn6Ss5Ywh9+IPU/QXcpUOgjNnxJQw8CqlIP0knpYr+FFqc07Ba+bZW+a1cw8yk6Yc34lfisRiSHMujWs1m80GLZKkFCAKyFi5Cs4s+8m9gDwLLfI+nyuUq7zL8f+EPnkvY6SP4JNnSXgKf0SmMZ4TEjw/5XJZrgHU3Q3qIIEFcFm7jMmRJ1nKRcYJL2Ss8EHalVIAJ1NKcbyirphgob0LHTK/Ur9sF37L2oXXBh3kpaxB+ooc8muXcYI7Qd7LXAIyXx7knVLK4LWMlfm4XEPWThaH7ZSrtAmYLRaYaL/yXtYi88pV5pU2oUfoEprIaP5HDaJMZQ5pE5qkn+zlsucKDTJWaJR3Moe8lzYZI/dKKYMW6WOlnsnaBBf4kTalFHU1a9D/+XFCV5p6Lzkw0WF5lwfBLWuVOQWX3Et/kZGAyEXyZ3LlNJB+MpeMlzXnQeiXdUSpcwIyRvrnacz3l6uA4BaQuTQanFyVUoaOCg1Ci8wDfrL0xzImS10SegWkf5o6KzhkrxWZGutjm9Ak9MiVw0HmG3yRcQLSLuuJkVYZb/rUTmW+z4NSikNzmzSxj1LK4K3gFnqSzP/IOoUWpTb7Cn55l2BhNMJcsfBEnkWeYqOyLukvbdJX6FNKycWYR+YXuxI5iW0Ib8xmE32mw5C90C4gc4v+yvyyFmmTsQIyh4l7tfDRTLsXkHullDGH3ItcLBYz5JOkPQgIDsEltMu90Ccg9Eo/Ged2uxkv+uH81BbkvVEAZgd5L3MLDXIva1ZKGfYrbfJOaJF2mV/TdYjMUuSV/NAjQd+QZl5W1k+BGbw38FOmQpfwXSll+FYZL3gEn/QReoUfERZV5UvVed4Lf6RdQO5F5gIiF+kjbTJW1kh3ZMwpskkzbyNtAoI//27zPmf0U0oZ/BQ6RLPiOOgAABAASURBVLYWixVyFRDbl6vAL2k1Gf2FD+BHKWXIVHglILhljUKT0CdXoVFy5EJ/KpVivJWkL40zpk0YuihjwE+eTt4aOGUO4blSyqBV1iSQZiwgIPPIGOmv1KaM5P5/Bv9w7TJOQPAJCD4Buc/To9QmTqWUQY/Qomsa91bSQ3tO03ZS3O9lnOASXw9+8uN5a9AtzwLyLCD3SimDjxb6YAHhneAHP0JDHgSvgIyRq4C8k2eZT67SJlcONf5TShk+TnACpJWL/+WYHJRSkI+MEZB7pdRn7Upt3iv196+f76eUMniCTz98BBO/hCzJynDdGWQZe+QIQt/nIUd6NiELad+839RHuc+yoJrlPpMHoV1A+JyH/Dvp/3nApx9pS2WShn6JnuRtT9qFL6LTsr+J7eX5LjjlfR5E/0Tvpb/cS788yLP4JxkvfUSGSm3yOj/+89dPySJfAG1mdgqTU+NM1E4wCA/BxMDNYjWjpLQINbXVPMBIkq6ZCZoK1DfUYu++Pdh/QA6gu7CbyZTS0hIaqZXBhJnBewAdHdshBVg3i7Jrq6tMeCzSwGJGn+LiIlRXV2LXrg6jT2FxgEFuEerr65hMqIPL7SST0gzeg0ZCamFhDul0EmY6X5vVAp/Py0A+Ap0FlwIeuNvamnHvvffg5Ml7cOyeQ9ixfQtKiTPHMTqD2UQ8hhyTwrFICFOTY+jvv4srly/ywH0LA4O9PKR0ovtuNwt+t9DJ4uLg0AAi0TC8Xg/XK3TuwL79e1HJpMcai77DTByNjo9DEvtzc3NYZRJRimI5bqQpzrnGYkwoFKQz2SDNGqRdgjfhgzhJUZxweB2rxCWFkUwmBQnereS3FKLjiSjnD9EpxRhgx8mDCZw7f4mJo25Mz4xjPbyK0PoKA7+IwYcgE9hhJhjiLG4VsRDY3r6VSdlS8i9qHLJu37prrG14ZIT9oxB5Hj5yEG1trTxYBCBKl06nIL+SWVsL83DtoJzcpMmPosJSVFZUwG7zIRrO4PrVTly5eB2dN7uMpOu1q724dr2PCdlRfHzmOt5/9zIPcKOkP4kID1hRJoVisTiKeVjTNTMYuxIPmMxKIhwyIR41YX5mFZ2k8eaNWzyYjSGyEYTLYyMdOg+z5AHisDvNaNnShPqmOri8TiNJIs5bjEaMYT0cQ4RzRVhMlG+Lyp/Kk2/eD7HY2c8D5J3uTvQP9TABMMuE6BAGh3oxvzhjyHB2dob6lYYEfyKbsYlxCK/ESHN0DCOjc+juGUL33S5MTU2y6NzLxNwi+gfmIMU5CaSWWcwdHR1Fb28veRxDmBumyFqMcMuWdhxkskZ+SSL/1lIZD5LSLg5AQPTq+eefw6FDB7Ft23Ye/BtQVFSEmakpTIyPQvR3x/bteITJr+eeewKPPPIgHrh/F+6/fx+OHTuExsYmmCTBYrbwkOREUWExfF4//L4CFBQU8JCboT1lUULdkD+xLQcel8OJABNMUlxpa22nvO2ca4r0D1DvcuSFG0eP3YcHTz+GouIKOkUFp8sOSRRdunwDQ8ODGCYITyzcoOvraiBVj5XlIA/t66iuYjKCh87BgRHyagxeTwAF/kLqRh+uXr1BekA/UQSz2UwezmNiikUkJiTANIXARjKKyuoy7Nu3Czt3bUVxqQc6DwaFhQBjbiY0TUwYmLA4t4x+JlR7useNP70bZrHPz3UdO3YCjz32GB566CE8/dQz2LJlG+l3QWz1zTcv48LFS9SFOayuL1Kf7CyedcDhsmJqbpIH+iUocxKFJcCW7YXwFTi43glcujKBlWAUHr8HWSb8/EUejrXB5rDAFyBvmAzpYnLhzp1RvPnm+/jZz19DHxPMd+6M8bC/Au7TPNwvI8xEz9LSEpOri4Z8xEdKgVd+sdZ5p5MJ+RtYWVmm3c8iFkmirqYRToeHckkyQZhFNCa8K6aNe9n3Dvm3jBgTHK1MHtXWNnCtW5mMqGQxd4b87qUPyWLr9h14+unHmQhsgM3qYvGzFy//7H28+sq7WFqMMdFRzMJGEneYtBpkcnJ9PY49uw8TVwd279qNZhY9t7SXo6LCzGLIPfjd3/k29u/bwgRsgLpjos+t5voUbWIUy8th+p4NQpR6aWG7CZFIjO3LBiilIH/yXSnFNc7g7NmzpPMugsGgEYRqmuL9Eg+COnTNwkRvAGYU4c71cZx59zaTGRnU1pYDKonLVz9BZ9c18iQIn8+FDiakxdeOjU4iQh/udDoghYYVJpJee+01JgZnIbyXQ4DYXl1dLcf5yNsY/H4HfH4b9h7YhqefeQhf+cZz+NJXn+A+tQ31DSVwuRzkdydpnkeSiaObN/pw7twN3LrZg41YmnbYAqfTxYSqh7i8GB8fo6zX4fN50VDfQNvqhZs4wHBEN1uYsF9jcn0EH310ActLIfafIq90FtpOQ+f+K1+8OciCVQOTclNM3L7zzhuUc4RJcZfBl2gkQbvyck4rGpsqaCdNeODB7Th+vBFnz7/O5Oh18qkazz33PB579DHSeRevvfomC1FXOOdHLLJtIMfAZnp6mvq2ip0dTDDKn74PrZF+D555imvf2UHbz9COHqAPttFPpuCnTwnQEP0FftrtLK5c78RNJvvWaHuFxaVY5n4IyrCASb6ammqYzTouXOjCXSbpW1q24p57jhm+QJeDCg9JMRaburtuY2x0BJcuXMLVy9cwNxuingJut44f/I/vk+arWKaeLi+ksREGWhpKUVrUhPa2DlTX1qGE8Yeb+7XI5Z6je3Fg335E1qP0oSEU0n6LiwoZf6SRjGsoLixHLmdBY0O1sZ4zZz6EyGqC8hrjfnH+47P48L0PcOHcOcww+Tw2MkYdPYN33nkNYe67FnMWx48dQE1VgElGHa0ttejr7cTbb75K3zePMhaEHnjgXvKwAFdYeHr99TdQWloMu8PO+TJwOJ3Ys3sP5xxHMwu53/jGN2lnWwy9lH2jgYlnC4NwKbzMM9kre1CWcurp7afmJHD46G60batH/3AXbXwCVkcRrt7owVvv3MSf/8VLePONc3j11beJfwETYysIrm7AbFL0fxYwJ4q21gZkxInCyiJSEGtry6Q7Q30MIhTcwPzcPDJM9si/vx1hnBJl0tbl0bGwPIVYMoaqmjoE1yM4w+K42eaEppuhmTSuoQ27WSw8Qvruu/8QHn3yCPVTbH8FkxMj9DnXkElv0I7MCK0toYSF46rKcmSY6NRpy8hGGEO8huWlIe4NOZSU2/DoY/chlQxjZjqIm7e4h/cPw2J2oq2lw9DnBSnYOKyoLClGOpZCeC1E2qPYtq0WTSx6VzER/eYbb+Ha1VuYX1hFhDGJ210EXblYAOrDnVv92LvrIE4cfRBeZzEuX+5Gb98E5pbWyCs3Dhw6ir7+EcSTOfrORu4NQRYAB2lje3H/A6dw9+5dyjTNveYhIJvkfQTjE72QX6Z5fR4MDvahtb0J9506hva2au7lYXz/+y8hxeJYY10TE+gJjI/Nkucr6LozgBgLloWBUtpHEe50zTPmmODekUV19Vb8o9/+xxAb+NsXr1A3SXvnBC5d7Ib8cncX98itrYXUbSesljU89/wJ+ggwMb+CWRZA7zm6D089dYprGUKAxbUQ45OJqTgqKkvgcjtw4uQ+7Nzdhlg8iIrqIvrJMcaOA7h2rYu8X8HMZBqffDyADz++SNvRcenyJM5dvIlbt7rx4t/9lHuMhmPH74Pb46Y+ALruJDhI3224nKUYGVjC2PAq5Z5h3H0DZnMCJ+/dh29++wF4vTbYHTrPCPPcHxZBVYeTNHV192B+aQny1zCk7cLl69x/17G4ouP8hVtYXomhuqYZFqud8t5BGyuhDs8w/gpxT9JZJPBgbXUFVeXV3EscKCmrRpJy/PCDcxgdnsFGNIctrbtQVVFI2sbh8wa4xkGeDW5jamIZlRxns3iJM2gUzqenlzA6OI6f/eQ14105x/n8FvpDHQ6bzrZC7N2zB7VVHvrjZkzORvEf/stb+Ld//BO8/vYlpOlz6hirJVlo/Is//wHWgxG8++ZbLI6fxQf0N02NbaisqME6/WiUfri0rJT2O0r+eDA6OoZYNIHpqXn09/UzDp3Clq31cDiy9DNWztvGfjaUlReiupZ7we4OePx+FjdvclwGk5MTWA3OY2VtDsVlHuzdvw0bGyG88+YZvPyTN/HRBzdx5/YQ9TGDoqJqxmi3cPTovXDZCtB9pweZRIT8WsTWLRV47OGD5Fs9/G4blheCLPr1YmpsGZmkQkNdHZpbakiTHR6PGV6PFYO9Xbh75zr9+yAi60Ec5p4mod6dO91sG8LdrlsoLik04smZmUncudOJ67euw+60Qjf8lpX+chfsTMRfunSJ/UYY+xRhZHQCP/3pG3jksWcwzGLn4GA/WlqbYOJ+U87Cm9NRQLkDOs+J/Yzfa+m3EpT58uI6amvqoZttED8bT24gEo2gpKIcXvKsqLiEOhTjGSNl+LSLly5gfnERu3bvpn/bTXn70dLWgtXQOm7cvITu7jvs10SdVgTqHQvqXo+bW6BiAiNHPsdgtpigm4C+vm5IHHGXZ4n6hjoU0hY7eFbO8nz60On7qDfV5IUPDU1V2LKtkbG3DwV+Hzo6duAnL72EAzxHlDKOLwx40LFjGyrLS5GgL8+oHMKxdSRTUdpEGRx23YiJ+vt6EWUx0ExeWpwmrPMMnGQyEDyrJuLr2NJehcISL8dmMLeQ5DpTPH+l4PY5adMpRBlX2mxuxBNplJaXcD+2sbiYAFiUjMeT2Mn4oKa6jue6HPUmgNKKEjS11aOhtQYl1QWIMCEVSWYMe83lgLLyIsa8HjidFpSXl1E301hhYS68ngZDRMYso/jZK+9gOUg7ZxF/ZGwK++mD/YUl6Ozqxc3bA1hYCmJwZAkvvvQLxFMZBAqL8Ef/+vfxa9/5FoLhNcP3zi1M0zd3oqenE/eePMD45z4M9HcxDqujPnfCYjLTVxbi6KH9yKVjKAzYEOTZN7S8AJ/DhqX5ORR4PHDZHcgy8SNJI5vNRF75iT8JRZ0yWXToFlDPHbA7zPD6XFB6DmZTDhYtg3LmTiwWRV+kMR7ZApctg5nxHuzmOba61A6HJYYF6ntpoArb2/YhFQd1w0NeJ6j/N3D+4jkEijxoa2/m/mpCD/e+ublFrK6tMcZaNOS7tLYAKbguB9coETP9/SqiGwrhaBaLi2GYTE7KrJB+OYC1YIjPZu4pvQiFIrh+7Qb9YwjxeBoSY7iddpQUF8JC+5EzYkNtPW1+g/ajY352CXabgz60FB4W7zXiTSbMyKbtyKXsCIdTPLkp6kyOPnIYt3jGy9HPRSiPDZ53xoZGsUTaQytBWExW7NzWhkN7tuPxBw/i+IGtuO9IB06f2I/77tnPvVnjvlSDp5/9ErZu20v5H0dL+3aeaWo5tx82FvYlX2EyK0RjIQwO9WFxaZ7riNDeMrBYzdyDcggUelFWVowS+pbCIj9MVsDpNrOIeAR3AAAQAElEQVSdPPGaUVruQ11DGXZ0NGEf/eH2HU2oqy9FQaGTc2iMtZK0p5iBy2o1kUdpZJk8tNCWs2I/zLekqH+pVBZyvhGwWhy0exMy6ZzBNysLSl6vE6WVBSgoccHJeZ0eC6ClYLJokNh3g75H0X4VQPnIPDkkEnFsxKLkfwRp2muGkGShWs42Aibmwqxcp07/qPPebDbDYrHAZrPStki/zU5eKOi6yWiX95IopAl+2q5D13WuKQfRb6Wkrw7p83kAP0oJZTD6ZVg0EEgz4a00Dfl7ueZo4NKeZEyfSqWMd9KmlDLmkT7SLvPJ3E7GwSUlJbQbH0ykX4qradqa3AsNnNr4T+5lbWaLxXiW/5P1SJvJZGLMlYbMKXPLHGnOnaBsZG7pK1cBpZSxPqU2r5quQT6iS0kWS3KU+KYcclyr4EwgT6/QbODmuqVN8Ev+KU3fK7gFj7QLHdJX2gTkXkBokzXb7fZP5WOD0C7vBGS8rCn/3k690chfeUdyDZnJveCRq4AxP+mRe6FnfX0dEcZ1+XahJ8W8ntAh+IV+oU9wSJ8IC2kbGxuGbESW0kdw5ftIf6UUrCx+CwgeaZP3Ml5A+ufH5e+ln4DsM3KVdcvaBIfITNallPpMFsIHG9crkH8v43LUBXz6yeMWPHKvlDLGy1gBpRRlluV+RZvhmmSNoutCbx5S3IukXeYXmsCP8EjWIX2kTd5lWTyX+eVeQO6THCv9hF/C6yR1XNqVUvT39De8Cl2CT0DwKaU+szHpL+9pIga/s7wRnuvUX6GTAjb6ynwK/N+nY/M0yVyCU+gXkGelNvGDH8HNC5TaHCs8EV6ZzSYDr4zJg9Ava8mwGCdjhF4pjAnEPi3eylwyh+CVe+kj4wSHjBGQ9/l3+Xar1cL9xgUP4x+HwwbRZwGRq/Q31kcawU+WQX2WMhbgoyFPM/1Avo/cOxz01W438XkMu7FSF0VP5Cq8EZwC+TFCp5yhw7QFaRM+yHtZr8hOrtJH6M1f5b3Mr9Qm7+Q+P1bmctFPOUmHi2AxmaCxg6KOgHuBItDRIUM7BNciV5ljg3yUOQSPgcPlMugXXMILQEHmlbULyD34UeqXNCiliDJr+DbhveiQ4Jb7PO3SJveCQ2QheOQqc0v750HGCUib9Je+Sm3OJ7wUfpvNFshV9FLahH6l1Ge0KqUMv2WhL85DnseCk0sw5Cjj8OkaZR7wI1fpI/TJNQ/S/nlgVwOHXKWPrEVAxkk/aZergLyXq7R9HqTt8yD9ZLzgyYPwQdryIH1kjOAR+mX9wgdZnzxnKHMZI+P/4RgZJ+OlXd4LyL2AUsqwQeGrgOADP9L/8/2kr8hTQOaR+djN4IVSm3ISOgRkrMyplJIuhnxkfIY6KO8E5H2ONibtnz3T7xjt/+AqSJRSUOqXIP0+P1b65CHHvRIERWPQjRhEg9zLGIF8P7nK8/8XCH0CMt/nIc+f/9k7aRO8MkceZGzyU1+dpI+WPsIv4fkm73Wjq+AVWxJ/l2K8IP2MF/w/uRcgiwx+iB7kx8u9gOAUUOqX/FJq816TP/XX1NSA8opSZHNpHuiDiMUkOCXL6DDkPhoLG86xlIf8Wh6ayysreNDzI8ZkaDwRY2AbZvCRhCxIlEESyxLcmRjslZaWwmq3IhJdZyEwiPVwCMvLS1QyjQdvr3GorKquNOZ3uewM9tewsrJk4AOyCAZXMTc/g6XFeUyOjzIps8JNXqeTdcBFp614lJCknMkkhzofi7KVcHlsPPjFoBjm0wdC0zNGwmaVhYqNeBRSGJ1gkmGQxdFZHp50JrA93ATKWOwCR62srGBlmbCyhtnpOSwuLmNkZBRjY+MY5eF9me83uHGLkLw+P4NWK+QT5trkzxmuh4N8pNox8BbhKKWM9UoA2ciEaTn56OZG4aKjra6uIg8KoFj8lcT5zZvXcOHSWRZkXsInn3zAdc8BXKPfJ5uKnet2w+v1oqysHOKgZ2fmMDU5g/m5JR5Qkwyq4kyWp3lILEFzSxt8LKyJoclBbIXr9/CgWM/idUtzI06ffhDHjt2D2vpKQFkwNxdhMJ+DpmxM1rhQXFQOl8MP+bO5yzzIzs4sYXBwGlNTy5RlAoCJfI2wGLeEdJYHBBZPZ2cWOb9OOgsNXDNTSzDpHh6+nFhZVDx8A/2907h6pR/y7yBOTs5heGSCOKe41iUe/IIwWa0AA8q5hVlcunoJl5mYnpqeop7FeIhOMzEQZXIoxMP1CqaZAB5iwmlwaNg4LAbXeZDkxh7ZiELx0FVVU8mE5gmUVRShfVsL9h/ag/uY8D5x7zFsY6GyqakFNiblIpEoDzFxyC96r169zsRqP2LU+xQPM2vBMII8hLa3t+HZZx9Cx45GhHjoHx4eIe0jXKuHbR3wUxfE+MToZMORzbSxsRFbtmyBx+thEmgYMzNTsPNQWFhYSH7P4SKTRN3ddw2bkOBeirZ2Jt8bqCe7dnfwoBjFPHXUQRvaycTKieOH8fBDD6CKBf7btzvx8UcfY2R4FOtcd3VNDepYYNCgw+X0GPdVldUAnxeZfK5k0mjHju1obWtCsyTWmcjp7e3DzZvdePWVD/BXf/23+LM/+0tcOH/ZWB9oCwUsnGzfsRV79+1k0XcHkkzanL9wAWfO3IT8CejJySlDznNzaQQC9Th58l7s3LWHB8EckiyqyqHTYrFzI7YaCYOq6mq0tbWhmlefz0de2FkYGMcNJtFm56aRzSQh+m6mTWpMUNh5SNy2tQrt7Q2oYZLGbstRTklIobmpsQK7d9ajpLiIdrrIw5VG2wjwXYaJ0Zt4i4XNRDyLLTyQHzpyCE89exSH79lFXU1QztNIZ1Jc5ypsdguOHz+KPXs7UFdXioOHO9C6pQH+Ih+2dbTi4Uf34vEnHsbjTz7OxNpO2BwWHDt2BF/56rP4ylceQ2NzABWVZri9ChvxFBPOXXj9jTM8nNsQCoXwwQcf0neMGTZVEChkcOWiTOf57OC62sm3Ah7m6yA6AfLc6/UhxeTvAAvSpaXluPfEYR78q2njEXzw/h188tEtjI8usqC8ijt3+mA221BSVgG3zwuf3wfxp8U8rM5Mzxv60dvTj67ObgRZEJ6fXaFexxAKxnD5UifH9+PWzUFcv97HxOo5yK/S5VfGYpd2u9ugqa2tGVWVPgQKPKSzEgUBN7LMiu7ddwB79x+mvA+RvgNMxAextBJlYkWnPc8gxc1KfFSEh7eenh62TVGf46ivr8fx48fpfx5GHROdVy9dxa1rnXCYHWisb0V5WQ2WFqJc5w18+N4t0jeJyYlVrv0jriEInQWcsrIi+rgCOFhQkS+lrK8HIT7c63NgenoGly5dxscffwLx25L8u3nzpuHHS4rLqXNO+mMTiouKUVpSBpvNjPGJQXR33eCOs8GE1BLOnvsY129cpj7UwuMtgNXixPVr3bh4sZe+Icj1W+hrU+gi/29cv4UzH32CKfph+fVfOBxFmkkVsohJ8En6uUHaTQT333+vsVcEQ0FU11Th0uUeznOZfEqQJhv7DWNxYY70WKgvw+xrxjPPPoOCgmIm12dpl7fw4t+8g+//5YtMPg6hsKgITz75CPXzOB48fQjlFU7EE4v45JN3mEz/GO++8zYW5peQTGbhcflgNlm5DhvXruMSE8WRcIx6uITV1RBET80mM0zcML20Szlgzc9Sfz48j65bvQitRHDmw09wlgVHn9eP1pZ2VFZVw+X2GPKcZmF2jgXAoaEhJpB1LC7NMTFci//fP/02/sk/+TaT0fvh95dQXh68++6HxuF3ZmaG9IkdWNHdPYi/+uG7CK7G4XW7WMjfhiBtZ2I8jpd/+ioGesdp536E1xMs5Nzl/nGDSeZ3qRPX0NezivLyAHTuYYsLy3C7vHAyybkRy2Bmeg0prt9qJX/HpxBioX1ofBhJ+r577z9Jv7mOO51dOEM/OjE+iTHuRctLq8avnvy+AFqamrk/6OjtucO2XsYFc9i6pZEF50dYVC3n3jeGWzdu4MqlKzCbTYixGOLxuljEmEWYycQh7kux6Ab6BwZgJQ0rjB0kUS3xg/zJRbENsfuKigrqTBp/9Vc/h8QJsncsLCxQNqssGLVgy7YGME9G+yslvyuYGHTjn/7zb+Ev/+L38fzTO5ij09DcXASvx40cD8sVJaVwOm1wu+30VXtQWurDenia8k3CwgJQbV01Y4hiJu1taKNv/favvsDk8yHcd/8RyrUATU1l9CPl+PjcZSZqVzA4NIPohs6imwlLq0ncpk7E6d+VBgRZeL195zbnKIbGOMxf4KYv9JBXa+TZBG2kH5Pjc1xLFLdvDvB+Ebe458ivSDKZOPbt24ptW2sRjcxhYOAGzHoMmhbH1q2NpL2DdJZgjLKZoF2nGQvVyC8CLQpbtjSjgn5vnrGP31fI8THqR4T0TqGhoR4WxhHvvXcG3T3D9EsR2tp18linPF1YD8UhX1YZGRgz/GhTw07GE0lcvz6An7/yFvtexbvvX6KufoyPzp7Bb/zWt5jYbcIbb7/DwsMMdnRsw6OPPoxYbAPFTES7PQ5YuGcdOXIQJl5dbgcCAR9WWTxua2/ifKtobHTDyr0mm3ZiaX6D/u0m3n+7j+t1IVBQSruxYjeLcmUlJtQ1tDKGVdSjVfqhPkxOhOj3cpRhCrMLEfSNzhs6HA6tYmdHG31ZEeWzSnk6kEqHsbq8BjPj7zfefh/7D+zFP/6d7+Do0SPce5vw4KkdOHfuAnHPIJfVKbdKFpAyPCKB/q6e/iJNm4kjGk3h8KFDePKxR9DctIWFAx9t+Vdo+03ovtuHdRb/YuzzX//0z7FAv+VyW1FWXsB5bcimrfibv3obA32LGOpfQzikGJfbSZ+butRJmlvwb/7o91DLAmBleQXKSksQZ3J/Zi6I0opaBNc3kFUmFjGq6ZuEljRa2+uwtBZnPNiFs2ev0gfOQGKWDBMaMdp1cG0ROxmrNNC3bmHMJba3tLRMvzwLk8mO8vI6PPjAo2htbkVxqRunH9uJh5+8B8+/8DRKiq2orqhEx/Y6xqDUieUZFmUmuJZShMMa93XAanXg8vlr+PFLLyKLKB575D7K3k6fMYrr166RX3H6+wX65Rr4A0Wc04mhoVm89NIbfN+Fhrp24nMasdGePfvQ0bGTur+PMgB67vbQTjrp/xcQXF3Dvv37DN9aXFKFqupG8iDK/S6AZCpCHwra6n7sZRG8v7/P4Ol6OESfu4hINEZfM4FEQuc6YqQ9Sr0B7n/wKB586D7GPjm2JbgvjuD4sYPUswrS6gVYJFKmFO3Wgs7ua9Bgoj81Q6ks9w6NsccAZVaIf/K7L+D0gx2kI4tQMIGqijKs8FxhMueoP+t49tl7sXt3PQ7u24YD+zogf3HnwrmziNIXSoJs1+59WA/nsMwz1bat2xCPRtHY1MQ9yYR7Thxj7JAhfWH6ziAUT7WXLl5Bmodjs9nKtg0MDo7h2o1uZNIW+qB+bGxkTRZUcgAAEABJREFUoZvtmJiYgpt7XCap4Ud/+zLvbeSXgodnweh6mP7ETNsHaV2jbqexsLiE8+cvYTUYRCf9v4/ymp6dxdXr17G2usrzGPCNb3wNX//6VyC/ZunpH0RTSwsuXL6I7Tub8cDpk3j4keM4eGgP17YOj9uJkpISFBUWYWV5mfvZXep2Lbq6OlHFWH3vvt2QmKWkpAhrayvwer20mSXu85OkDSy23sXk1Cg8Xgd5kcPs3CTPNrNYWVnEffedgPhJu8OK2tpaxh45zpmkL7HyXtZvQhn3D9kvFxZX6N+cxFMAXdORYHLPxIJNUcCNYvrlAzu3othnwW7uJ0vsa+e5YmkxAaejjLwgn6wZ5FQGmZRm/LWSxEYSiXiY9Gbx+KP7EPAqPHh8D+47uBNFXiucbhOeePIkjh/fipaWMhw5ugc7dzYglkgiTrm5nHYWzYeRSmgYGphCga8aU+NRvPjDM3jt5TsIrlnxX//0Q8pgknxqYTwSZBy5hFqef+RcZ7bbMb+0BpPFTN/7AffvBPm/m7Y/hPOMGye5J5w99wlm54MoCHjJryTtKckYMsB9shzh6DL1wI2e7m64mBQd5VmpkuegTDpBO3Vj965WfP8v/gXuO7oPAcaSGosxkwP9SKwH4aIftzInomcT8DrNqGJR2eN00IYBC8/rsegaFmfnEAutwMJ9aS/PVjvaW1BbWYqWhkocOrADbodmxAtbGDM4HCaem5cgnw3uGx9/dI62V4a1pSBjowJs27EFv/Lrv4Lf+70/oOwAuxN876AdWOkf5siXEHp6Bxnneyh7EzLML2i6mTYf59pLeYaMord3EqtrQShosNtd8BUUQ+c+IAUrRX8qZ4I044NsOoebVzuxwPNzT1cXRnmW9VMnvS43qqmvhQWF+N5vfgcB6o3EKBuJDEy6jXsc44uMFfJFLc5AXjipGwWYX1zEdRZSZ6fmadMxRFnAXeZZw2Nzw2nxwucqgsvuNfZm0X/55WiaMmhtqcee3dvxwvNP49d+9du4557j3INa0LrtEJwF1XAUV8HuL4KJsjNbbKRBg81qpq6UY+/e3TyT7kc1z/hmswk+nxuKuq7oy0pKC3gmK0ZRsY/XIu5xBfAXuFBWXoia2lLU1ZfznYf8saOoxAXZD0rKfGhpq8XO3e04fuIgz8n1cLMAWsjCdlGxlz4hA6fTytirkLGFDZLbCYcjCIXWITFdLJZAMplGJq2QSKQN+96IJ2FiXJ3JcE9lrENxGbJzuOyw2C2w2hyw2GxIZdPc75OQM5MkUwV3hgXMNPe2DMfmeC9nrhhzbgkWXDOZLPU8gyxzdPILQkkQbjAnlWE/QNHXpaGUgq7r9C8aaTBBPvJekoGSn5B3Sim+15H/KKWMcdIn3yb3Akopo0loEjrlqpTieA3ykT45+mxpl4Sm0CjtSimjj1IK8l70aWlpyfDzsk6TyWTMKfu4Usq4V2qzLz79aLputEt/aRL6Xcyf2ekfzGazsT7Bk1+TUpvjhU6BDHVe1i605e8Fl9CsBCFBKWXgsdDXaFyS9BUQmvnaWIPMoZSinJMG5N/LHALyLLA5V8qQp/BC5CPv83MKHplbQPoLyByyHqfTCbfbzXjD9pn88jSYzRZYLBaDF7JWubdRfwTkWXDIVdplDoH8/effSR/BKfPKVZ6FFqFVYLNdRsCQmTwLCP2yNgF5ljXJVZ4F5D5BH5pfr7wXfPk58rJSSkFwCcjcVsbqTtq4IVOHA7IeaRP6hS65ynOeN/n3+WfZT+W94DJRV/Jr1nUNJvoGpTbnE/oE8vNqFHT+WSkKHTDokrXw1uC10KyUgrRJX1mTXAWkj4C8k3UKCG6lFP2vnb7Ra6xFKWXwUSkFpZQxh4FX5qfNJpkrSdHO83gEh8wjvBScci8gfBUQW8+/y78XeqSPtAsIDuGbzKOTJ7JWeZZ7uQrvhG8O8lve5cemaSsiLxkvoNQmzbJOGZvHp5Qy1iTjoozj1hlnSR5BaEunU/RBKdpIgmtlPMG1KbWJJ49b1po2/Ju8z3xmK+ssiMrZV3yE+ApZn/SVcUKD0Cog99Kep1HalFKcLyuvIGsUPRFdELqlUfoIKKXkEXIvN4JDaJG5hL/Cv0Q8btCklKItWg0QnJrSIGDmvmq30vdoytiXrNQzi9kMXdP4fpMOwbHJjzT76IY+iZ4KTWbp+6lclFIQGpXa1DOlFOR9vq/MK+sXOuWq1CZ+oVl4INfPQ75NZJMHWZOsTeiJMS6Ue2nLg9QJ8riFljwIj/IgbUIL+JFrfh1KKUOv5b34T3mn1Gab3Eu7Ur+kWWgSemU9glveSz+5V0oZeiXvpJ/QJzQLvbIupZQhW6FVgKR89p9Sm3N+1vC5G+krOAWH4JX5BfL38k76GEMUwP8MmYgcZJ1Cm7wX+HxfeQY/Sm3SncefZO1A8Of7KmIUHErxjpBfs6xbQN4RzeZ/3EcFr4CMF5xyv/kSBn/kXqlNXHIvIDiFVrOFemkyQSklzZ+B4BB8/xAEv7TJ1aCZ8YU8C8gYQaCU+gyftG2+YxxCWiUWTbPonKTdG36M9/LFkc+PU2pzvFL/66v0/zzIPHmQ+ZKMGeUqIO35vsI7XdcMeWm0P2mX99JPgCQa70SWAsJv6SPvZM1yVUohP1aexRcIL8CPtAvon9qr3P+/wONxoqGxDjUMSP0FHiqpQjwRxerqElZWlxnAT2N4bATjk2OQf/MvyzSCKIk4uWUeGmM8FIiSbzCJKAKUCUiTQbhSinhWEFxbMxxrIrHBdsEfI94pHgIiPOyEWVSaYdJhEOPj4+DJAUXFAQa7NaisKuchwQe3ywEbA890Os4DwxwTFmNMkIwwiF3mBhdHOrWBBRZcF1l8i0ZCKCkqQMeOdh7s9mPXzm3YwiJYx/atTM614dChA7j33pM8oN6HPXt2Yzvbt2xp41yV2OABUP5U0ODgEAYIPb29LICNco4MSkrLUFlZZRx6NN1kOEWlFHQ6UmG68CPGYFYO3sFgEMHgGqamJtHf38vrOJ9XmXiLMeiOGo62mIlwv99PB2vipmvjBpAhpGClEWgAbAyYCllw29nRjsMH9/KQcQz79x9EU2MLysuqUFZWCT8TiC6nl4als4CZYSFkmIfzKR4o10mfk+vdybXvQEV5NefUIfy9fPkSiw2TWGKyu7v7FpZX5uHzOljUqYDFmsXkZJj9FtHXO8FDcDeToYMIcT1OpwuFLD64nA5Qn0inCbmsMnhTXB7Azj1b8aWvPY9v/9pX8aWvPoznv/AkXvjCl3DvyQdRzYIe61ZADqRDcayF9xoN04p9+3bh0ME92LFjB7Zs2YrWli2Ud4C4rUyU5NDE55q6Bjg8Xh7Os1xbCLNMmI+MTqGrewh3e4S3KSaeSMOuvTj90COU6Xbs2r0Le5jAKC4vwioPu8WlRZT3TlRVlGKJib/J8XEszi/i6uUruHblGhNi41Q9BUmobW3fguLiEkohS3pNKC2p5CHKS0Mzw+nwMlHbyiTKUeLbx6RqB7w+HxaZnLl29Rr6+vqwvh6irCOkdcnQ/7HxMfJ7iUkwO0pLS1FbW4OmpkY4ycs7d3px69Ygrly5jp6ePq55w9hEEzwwTU9NUJ4jLHycw4t/+9dMyv2ESdBz1KcpZOnsfF6fIZtRFvrl23dBFninWNSQP6d248ZNXGeRZ3h4DMtMRmxspOEQGZYU0L68nCdCfcvCwQCWOQ/MzgQJK5SNg9d5SEH57CfnjV+WdXb2U+Y6JFmUzeZ4CFrHk08dM2R8+vRpPP/8M0YSze8zcewCbXGZPqWVfEij5+4wbT+DltYWI9GUiCe43lvkyyrpKILP54WFul5UXIy6hkYmXL1UEh1+Fh3bmWw7SHutq6+lneRgMgOVTIR43E7omgnpZIYy0ygjHXOzi3j/vfP4xc/fxw+//zJ+/tMP8fab1/DDH/ycRdV3KY8Ek6mVqKmux5Ejx9DWuhUuJg5yAGVdSBk60dhUi9MPn2Jh6iSOnzxEGe9jAvIUHnjoJLbKnw8160xGplHfUAenywaPz04ftgKXU+OzGT6vmTjN9J8Kmm6l/EOU600jsTbAZNydO11MJkwjTh7MU/dGRsaYBJzgwTtlFJ5v376Nnp5epHggX1iepG73YXZ2nofsNOw8MMU3MuyXpewVAn4nSopLwbgX12924vyF85iYnEA4FmbhYMlIAEohO0Uera9HYbU6UV5WjgwP+nOzWdqeCaW0CU0zUxYpLC5FmThw4h4Wid1uF5MyffjZz16ln55DbV0N7r3vKCKxIG7cvAopXnbf7WVC+yJ9zgiGh6dx81YffeUskyrr6LzTz363qSdhJi0X6QP7IQmHjVgcC7Td1RXaRySJwb5RyC9GDu07DofFhRgT6LKxnb94HpeuXILFlsPWjnrEEznqUyH27tmFy1eusqB5mXORb8kEPjl7FucuXOVcERw/fhwdO3Zi165d2Lt3P+XiQXVVLdv2oKV5C+VchtHRceroLHU/h1xOQ5i8AXQ0NjRg/4E9GBsfot1cZNJrkTrbBLPVTB84Sjvx4eDB45BfP1utoExy2IhnMDMzR/6FoZvsmJ1bhd9XhpqqZuQyJuq1letdgK4ryiwL2S8PHz5IPAfg8bjR1laMxcUo94Qw+5qwuLTAgul57m8TmJqcxOrKEpNXZkPmC/MhvPji+ywQ9+L8xWGMTyyjlPvAJ+fP4qWf/ISFnw+oC1E0N1ZzrfWYou/4+OPL+PM/fxvBtXWshzeYiB6l758FoNDe1g7ZfwoKCnjg89EXeTC/MA+73QFF29q1az9MmgOLXFOMsvr+9/+atNhpP7WIM0HU3zcA8Ts2mxWgY6+oLEM5fWt5RQltLYLx8REepGJMxnlRVOQjb2bhLyhEdXUdddFKesLQGPQcOLCffGinL3Dhscd34Q//5dfxv/+jX+GYANKpMBOhdlSxaJtMAalMDnv2bsdu7jW79jKZW+iGSbfBYlJM/K7gpz99Ey/9+GXKeI4U6fjOr38drc011L00gkzuid5aLLqxvvsfvB/l5VW4/9RDlPshVFTUQFMWuFiITbH46vcXoqiwFBXllWhlQbW+thZlTJZPG3JZwauvvIYPP/gQK4trXL6Z88fwztvv4vy5c6irrccWJlXNLADY7U7K2k+ebHAPWEEksoE0E5ny5RwJNtfWQtS360Zxw8zD1cmT+8ijaupmjv0ytDWFgoISdPXchZ9JvVB0Ba2tjVhZmmZSfojyvMKYph5//mffxT/7Z1/Fs8+dpL6lEGM/qyXJgn8UZlMGJ0/sJh4b/dtBnDixD8WlPtx7/0E896VH4fTmaENvI51bp28rw9492zAw0Me9Z4pJdQesllL6qTDeePMC3nrnIpqatyOnbAhHErQjxZhhhvq2iDOfXKVNpOF0+CB7Zm1NK3lWD6+rgjYSx93uUaytpjA9GUQ6YYLV6ibPOX5iFGazYpxzGMcO3Ydi+v7I+gK8PpuzxEUAABAASURBVDte+OKT2HdgN+KpKPoHezA00kObzOLY8SP0q730sevU42KsLAdx7uwlFJeUcz96ljS2wB/w4Vvf+iaW+O5Odw8Gh8b4voS2vW7w907nHfInRNkt4I3XP6B8kuS5btB44+YwaqtrcejQEcrPgxu3LuLQ0XZ897e+iSjjvLPnL7Ig3AmTyYpYNI4c/Wo6laM8piF/KeR2VyfmGZP29nQhtrGO7YxHi4v88HvtSKZCaGvZhmzOjue+cAwVVaV4+ZVXcPNmF9xuH3W+1PArJpsd12914SfU6/VQhnpmZRxcALPFi/LSGvqDd/A/fvg2XnvjDH3wLP1EEnYb8Pu/91t48vF98Ng99D/r9M23aKtj6Om6i+LCMvqzCUyMURfDCRa3e/HTlz7E+Ogak+GMXUIpWC0e+vEV9PYM0qZexk9//hZ6GGtF6QfOn79M/zlP29RRy6Kl7BW5XJa2nMGTT5+G3WGm7vRDfKqDe9bocIjzzeC//dc3uK9t0OaKQXeIyyxK3aVOLy0sIcNNLJ1UWFpMMlFdjrffvUj/kEI4nMYvfvEe0lkdo+OL2LZ9Dzrol6BZsLiyhva2OsM+M9kcTNybNaVhdW0ZgbJiXLt1DQ4WejrvXIXdrmN2Wgo5PsrsFi5d/gTr8RHUtVgYV25QDkmsrsZgMVtgs5hx/wNM6DfU0l+HuR9MY51JIpvTjrKyMsYnbuxinBlk//HJGb6L0Hdr1F8zPF6vQc/k1CyGBxewMB9FX88MLl0cZL8cz1Nx+HzlLDbtw9b27Vhjwbu0uJy6u8a9yo0C+pzysgraaQEcnC+RSpM2MxT9cDZrQooH1ST3vHQyhHBwhTZ9BI8+cgKFfh8WFtaxuLCGy5e6yGcgSR+mlA4TYytdN1G37uDP/9sP8dKP3qCd3CXOJOfI4amnT6KuvhDL3JOPHtuPrTtbaGvr1DVFP1RDfxXGCs8IscgSPG6FXGYNLU0B/PH//et45pm9ePLJU3j44Xtw9EgrtmwtwkZihnabhdWcRidjhTUWA8U/j47PoqdvkPY7gUoWa3LKymKQhjhjnWtXb9DmQrhzu5tzeJFiEiKXySJBO7NZTLjT2Yf6ukbEYkn09PahtLSEtj+EW7d78dOfXcJHH93BrVu9+PD98xgbncEGC/zBtRl87auPkmcbnK8QBSy0VbDguB6Jcb8rxMpyHIssIqZYNPQFinGWhdV33v8ILW1tuHL1NqQoc/7COWQygMXqoP+bpY2+iubWZtQ21qK5uZ6xfjfGx0awddtW7jljpDsNq9Vm6EmWyQQyER0dHezXQ/nMM0bQiFcZe9HKchgWkwfFRaX0E8swmSy0qSzee/cDBAJFkKKs02Wh/FOMCTuhIY1gcAmHDx2EfFEik+Hz+hrkTyNnaH8CM7PLSDI5aSG909OzcFicrJHnQMIIcRzYuQXZ+AqO7mtDsV/h1Ik2PP/MwzjC89fk+AScTh/muN+naY82B/17KIznnnkeMZ6pwXN/kGfaqspyyL/V/MnZD+FwmHDk8G7cvH6Z8ptgPHcJ0bU57N6+A2ZSbCcd3gIn9aiCuh7Ezm3bMTs1htn5WSyt5jAwtIY/+/NXwCAemayd60uSP3bGVlmYaItZFsWmpidx4OAR2JxubDCWzeQUnJ4CnunC+MFf/Q2WGdts3bEDVmuWNryG4mI76uvreS2EzWqB3+OirJqxn2fnVCILp517DnRIgT4Ri8Bpk+mjePKhEygjrQG7Dg/3Ii8TpT76gpoSP8yZDSwynokt01dFQ1AsaDm0LDzsU1cagJvxR2h+GQuToywYmpGKr6O6sghWPYXdHW30P4q+bBndd29iPbwOn6+QcfUCbTSNTDJF2s0ECzTmEhw2B+2rDQkW5vroH3OZJHZs307934LhAfrsiELfwBgoWPK1FPW15Sgv8WJbWw0ePHUIRUUWni1rUVtbxXldMHN/CkfER1kZZ8bBgZidmaUtxVFcWCJiRXAtSJuJ0iZW6IOX4GAMmEolYGYx+TjPA2VlpSyQJrEejCC0HEKaZ0mkwNg9AZVRqGQcqmU1yn03aqgftRXV8Lt88DosWF8Ooaa8HoW+Upg0G3LMGVRVV+GRRx/GQ6cfMGynrb2VNmaiT8pyfzPD5XbC4y2Am3xyuP0wOVxw8dlhd8HH+MzJq9liYx83baubscc4ItEgn13YsrUVNTUVxJXhs4M2J3FUmmesOHV7FvLL8CXG2RnylW4RNpsJDqcFPr8T1TXlKCkNwOWxkgYLCotcqG+sRHVtCZqaq+B0mzjPGlbXVnmuWUIilYGNtAnwlraqM34AFEywWuzcC90w6VbKwcF93WOAyWyGUuC8dvqmDKLUQSme2h1WWMkvk9UEnXxXJkCjXmm6Yn8CdcNEfdNNGnLMDEqxIsGDe4pFGD5C7AX8yDMvMDGRKtcMHZjkp9L0C1YeXASkTZ6VdCDIeE3TqH8adF3/DPjKuBdcZtItVwEL9xTBIyDP0k/apI+Ml+dsNksdi0H+hHOSPj6RSFEGSfInbcxjY2wg/RIsvAl9SiljXUK/0CY05kHaMqRfaLRybhknxRsBGSv9lFLGmmV+6afpmvEsdAmNSiljXrkXOqVd+govZbzMKbgEhHbpJ3008kX6gJ8s44ws1yXj5L3cS38ZL23Sl92M/2SM8FWu0iB9pO8G9zSBOAs18iw4ZJz0kzYpRq2zmCTvZJy8E3oF5Fn6C5BZxnpkXhkr9Etf6SP3wjNpFxBahd95eQkt0kcpZchDnqWPzCFXpZShc0Kn0CE4lNqUj9zLnDJXHqRN8Alwt4HMI+/kWUBoETnLPALSX0DeyRyyXoHYpwUe6Z8H6S8g46W/rF2e5b3QJs9KbdJrtpgNfRUesMm412nksnYBoUtA5CrrzNMgOORe0cbya1NKQdpFJjKvrEfefV6mOeqC9FFKQRfb1HWDb9ImY2RNoqPyi2ml2IfvBY+AzC/0y1rkWec7AU0nDupcknateJV3+auMERlpxCX0yppkLcY49pWr9JGrUgrCIwGZQ/qDH7kXXgrfE8wxJmh/0iZjhDcC4meUUuwNyDsBoVV4If0Fp4C0yVrlvaxXfNLmNW3oldzLO4HN/gnIr+s3WCtISYwnzDRm2fy/PA12u53+0QZZu8yRn1Pml2fB9/fnTdMcckZ/Waf0yY9JkY/SV3AptckTeVZKGbKSmZXavJc+ef4hl4X4HMGVljicspb3wn8D6F+lL6jwBt30j1az2Yg5nMyJ2K0W2KiPLocdPo8b4rdknPQVPDJWngXkWej4PL+ERlmngKxJxols5CrvpK9cBaSPjNd1zeCB3Ofb5aqUMtYqeORZIH8vY4VHsk7ROcErbQL5foLv8/2zjG3lOd9H3st6dOquRj1USkGeN3VTM2iSdwLSLiDrlqu0yRi5KqUElQHSJu/NZpOBS55lTqF1gz5U6BXblnYZ8Hla5TkPSilj7UptXqVdqV/e5yhnGSvr/jyI/iS4v8o80i59lFLGWsBPjrorbQJKKaNd1iDwGU08wwiPZLxxZcwu/WUsPv1IX1mn8Cpvz9ImNi9dpO//DJRSxpzSV0ApBfnIXEK7XGWcUurv9ZO+eVCKYz63DqExT5/EJDnud6Lf+J98BHeONiH9JY8lOGXtsha5p1kwps/wPJLiGS+BJO1daJL+uc8hVUr9PfkotfksOD4PSimDCmmTG5lf6DXgUzqkLQ/5PvIsc4ocRXekv7wTPAJKKUgfaZf3QqM8y1pEHtJHxn8e5L3gUEr9Pdq18YkRIxhNZxLw+j0oKi1EQaEfNp4yLDYzr3ZjwEZ8A6urK1hZWUGEwXmKh4DykkrDOSZYhFxaXmHCZhSDg4MMoOKQIo3L5YIQOT0zg1UWVIM8jMViUXi9Hh5wmhAI+JFkcmCBwe0qC7cOhw1lZSWEMhQXFzFp2IKWlmYehP3QGVQmkhsYHhpgQuQak+mDTDhNMOHTha47t3nYHcXi0jyTAotIM1CWInFxUYCBrNWgUTZqOzNNbhYKotEI1zzJzSbJANdtwBrpGxkZxtLSMg88YRaglpFJZeHzFaCURYjGxibS045KFgaVZmJgmDKCxbVgkGtIQoSglEYeKyZvQwiyXdc0eDweHmKiRrG4r6+XwX8/xscmsMBiSojFr4X5BcgvgNIMON1ON6qrq7GDBYEHHzyNE8dPYvfuPeRBm5FkkCJEf/8QDwR9mJ9bIg1Z1NU0oL6uCRUsmDqdPmiahfLZwI3rnZB/D62PCYzZmQXIv/Wk8SCqQ4GZfdKc4Pg4LHRWNUyK3XvvEXzta8/hhRdO4OTJXUzsmLiOBORPBkUi61jnwT3ENa2uRrERy/HwHOfhJIpYPA0zDwCpXBRXrn+MvsFOzMyNYXRsEB+deR9Xr13B9Mw0oKXgdOUoex0OFp9cboV0ZpUJpjkeXuyQwnlxcQkTiWVMxHh5uAPs1gKYdOpQ2kR6FbI5M0xmbkw2L+xOP8rKa9DR0UEe7UR9QxPx+LBO3TSbLTxUFqKwMACLyYQUnaLVbIZsRkMDQ5Bv4fbc7cby4gIUDdHCdzabDT6vl+OKUVFRCUlyBAqKmbA6ycPtFgTX4niZhbo33/wAgwMjxJllATuNhYUVjI9PQfSnvq4eFeUVhsydTieUUljmAXxudpYJ53HStg4z55LNQHRQ5rHaLORBjgftNC5eusv+y3A4HLSbtIEzSftYYdJtlomSuyxMyly9fd2Qwoe/oABbt25FU1MTnA6XoSM7O3ajpKSMOhBHd1cfk/tXMTY2zf4rWF0NIcpk0goPxIM8kN/tHqA9TSEaToJqgGQ8xfUs04aHcfNGJwtqw5gYH8fY6CgTcJfx7jtn4HYV4Otf+waaGtuha2YsL60yURCFi7YuRZaLF68ZCdAPPjjPtazh9u0xnPnoLBNCfdAZ2HLvoj0mMDk1CflzkslknHrhoHtVuHb9BkbGJ5m2UZhkUfgXv3iVuF4xioQag1UL5SpO2ed1Y0t7M2w2nfY6zyTiPJN8gIPJG7PuBnI26iiwsRFHcG0J87S1GJMTmrLSceq4zQT1eSbP7nb3GfIS2qeZbJ2eHkd0Iwi7Q0NjYw3kz0s7XDYoTXF9bs7HeyhDNi62V1aU4MD+DnzlK0/j5MkD8DH5n+aGWVvjw04mJZ968nE0NzWgrW0Lk45Po629HUrpoDHQvxUb8pVf9C1SD80WE+655xh2bN+FsbEZXL/RDYvVCrffD6fbi1L6xUcfO4w9e6ths+q0qVkEwyGUlpfC53NjbGIdF6/cxM3Ou+gdWGWiahx3e3uRoP401NdRn4vQc/cuZbtCv+uE/Ikqj8eF4yeOGAWWF164H//oH/0WWtubuAnGmSxYJIQRKCqF6FlldSVtrBq19ZXY0bENe1nM6uufYhHvBs6cuUY9G0QwlEUyZUY0lqXfWKW+BaGUBk0zQVNmkBTMTi9jgEXUD977GNMTs9THKO3SgsbmRoyzAPjIzc83AAAQAElEQVTaG2fpRwawvaMFX/n6cyzYn8bDj21jErOGBZTjeObp57B71wEcP3aKRasmOOxFuHplFP/pP72Fv/7rFymbrOEvCwqKaAflmJycxfjYJCxmB4LBMLpZVOliUWGeflf8ga5Zqf9p7mthiJ2JPclfa2hsrKMvrsTU5BRefaUXb77xAfelKjz9xGM4sLeDCbMEllcW0NzWQr/joTyWKM8wIUS9nmRxbIx71BiuXRsgTTnyQMP4+Jihq/KFnkgkDPEBTz55GLt2dpA+DaUlxTh8+ADtKQTZC2trazg2Y8y7zsIVz5ow24BEGmA9Hm1bdqGuvpmFlHncuDGK8Ykp6m0bHrr/NBPdz+D555+Ez2uiH3WyUHUUX/ny19j2BepSGTRdp2wL0dLShlkWuEtZsDz10IMIRaIwmazcU++y0HIHoyOTLJgPoryMvGCRYHZ2CWaTjX7ACxsPDdevX6cul6CqsgoNdXUcc4NFs06UFBfStsogf27z1q0bLIaMQuN+KEHWCy98EW6PFzs7dsJBP5lioPXYIw/jC194mnFBNYpKXMa40uJS+Dwm0jBCn5qE05lEXUMBwpFZ6tzbMLMwusF4oqzUT3oCSOUsmFuKELcZRcVuvP/h2/Sti6iu8nMv8DFRVojWlkbUNTfh5Zc/wn/6j3/BZPxrpMuO9dAGKitrOe86YwY37DYnwiyijI9NYXR4DLpm4n63APliUD3325LicsYh3bDaXJRPNcorarn2bu6ZYe7xA1hZCaK+vglXr97kft1LeYmOrdEOy9Dc2EqfRD6arSgvL4fPxzWFI5jlPiFBXyAQgNnqhG724JNPOllc6uK9D5Ozc+SDn/o1g66uLtjsGtZC8yir9FOWdsrsMoYGO9muWICKMgFYwXUobDC56/Y4sW//TtrlNHr7OtF1txPXblyjP+jnPpzFvffeC0Bx/Ch9/VXYODdzxlgPArMzUc43QX9qwvjEKr7/g5/SzjX6bBvSaV7Jd93kxcxsGD/84cfo7Z9Ab+8Y5ZSmXYQZB9zAa698jKtXejA1E8L03DqC61kANgwNT9K/FCKxkcLw4AjHDeDq5cuYnBrlfGEWb9/ANBPqDQ2NuP/UAyj0F6O3awBDQ+MI+MuwHopjg0UWs8mJ/fuPQL4k09c/iOGREdLchb/70YvEtUCflkQhi9GJVJSFwlXGLSEsLs9QT/woqShC+5YmLLCwt7AQxMGDu7nn13F/z5HmboyNLOLdt8/Rny3j7NmzuHr1OuW3QrmVUteHcPbjWyxur6Oqog4T4zMY5X5ZVlqGMGXa1tZKvapAdV01QJtzuLyorW1GTa0HL3zpCEzWBOwuM1rb2jE7t4w//nd/Tb8SAkMWWCxiB7K+NFLJHG2sHsG1JBbmIyxsX2ObmfGUD14W4aL0uX4mn8+ePYNr1z/AgQNN2L+3DgGfBW++eRHnzl0jr5K4fOEWcoynLLoVwZUU7SOOkcEEC6oXWIgbJ18XkUrp9Ilx7N67E7v2bEVLazlkL52ZWuX6huFkkSeXTTP+XUVDfQXaWdSs47Wz8xpKywpJ/zz3GMZn3LMee/wQ7jm+Hd/77YdRWlLCuYbR1NSCSxe68f3//lPEogmuZwXh9ThtJEc9d0HTbORtBYsnQGQjSv0IIMzCb0/3JHUqjnQmx/cBxlOMX8mjkZEp6ugqbXs71qMbmJmbps5HscaC47FjR9DW1oSjRw9geLiPuDU01m3Fu29dob5NsSZhxe3bPbQTG6+j9MlJVDD+s9nssPH8MzOzCAtjww7G5DOzi7hAuj/66Db5MAfxDcxVw0tfJvF/TWUNaBSwWxwIFPjh9xXBavERJ+if+2F3FCGRMuHfU8Y//MFP6Bf6jCK+nb7GYrYjm9HJjxRjFAt6+wboW5z4N//2z+jHzmJxKYhtO3bjC889xoLUMt5/9zp+/Hc/hdvp5fq2c+31sJjsMHE/Ky6sgD/gg4n+EbTptfUkUgmddpChniqsM5b1u53U45t4/dW3kGOhtq6+GFeu3KCObKCUvl63mjE9O234J103wcc1RugMxobvorW5Aon4AhqaKnH54jnMMnYKBZcZuzspYw/StDGHw0y/WAz5Sz4bLOwmU3GEKOMQ5WizeckmrjdrJT9vwWx2wu5ww8kiiQ4NLvKjvrYO8svV0tJSnktewL59+xCgX7Qwme5wObH34D58/VvfRENzEVpb61jUO0E+bENlVRVtPUM/qaO5pRj/6o9+E0epf7H4Mmnp436axdJCkNccbd8Di9UOm7MA23fuwe69+yCFnqbmSrzz7rtobGrGrdtd9Bul2L6jAwWBYuOLS6+98SrlP4GV5SDspHVuegF3u/phNTlw7pMLPDfmaBdNXJcFkjzcvWcXAjxTNzY28Mw6DbvdzoJoDG++fhYfvncDpcV1iIRT9B/1eOD+R9DTM4Qsz0ty5jQzMHe6rVgPL6OqqgS3b13F5PgoMukk990C4rIwXk7TXyTg9Tvoo1bp15ZRQV3MsWho5T6SYcIkGl1nTH+ZRc0ZtLdWUkcTKC+xcs/2Y2p8kHH0KuTP4ztsbmiMtTeSERQVefFf/uQvEQmHcenSOG0qw1inEGth2hh5ODM7j3fefJPxwTQW56ZQVhyAw6ohRlqbGspREvBQtwDkNOrdChbYp6G+hDFsM/7Fv/oOCquKAZsDSXZJs1js87sxOTGP4ErMgJWldfjp78tpjzM8w8aTKbjIi7/90d8x3p2lTUS4P7yFPhbYZR+Nx/ne5YHFbENFWTVGhse5v40gxLhPzjbNjS20dw1I5xDw+hFcXsD4WD9Cq7M8x4xiqP8ajh/twO5tTWiuL0Ur4ZlHH8BDJw7iK88+hi31VTiyaxvuO7oPtcUFqCV/Sll4a2WRvqWiGAUOJ3bu2I5YJGTgjoXX4LKbEKFtSEJ1ZWWRem/C3PwaWpq3Mr6shclqgVI5mM0aTNwfAIUs7eXZp55DW0sr/Iz921nAt1vNWF5cI64UbBY3bt26QxtMcz/0oZz7Wnh1FD5XFA11TpRX2LBjVwv1IkP/uUZ/bcY9Rw6htroKgQI3Dh7Yj3nKLsUKYGV5FZyUQaCgEAUFASwsLDJ+38DC0hwqykvpk5LMBRSikXtWeWEJirweJJkPCDFPkmR8pJgjiYWi5GcR0ixWP/vUM/jW176Af/KPv4ff+Uf/B2oq6qHRzmurGrC6FKIumFFV3QgXz+8O+i6ldPp8M+iYoVPvQKoV9VbXLGwy0X/a4HR4YKJMrVYb9d0JJ2NGObMV+P144rFH8bWvfhFbt7RiemoYweACXC4bz2w5JJIx1HLf3dGxAzU19dixYxf3xcOc223gcdDf2AkWsx1OhxdgfsRGXy/47XYb/b8VTqcNUBmYLQpNzbX0q26YrTrkWXxaPB7j3hhDNBrlfEkmDlOIxhOIS/GQ+pimrmVZcNY0nevRYDJxTVYrPF438ZuRzaZouzEolYXdwTntVkABAjnqhRRXLXYzScuSM1nkAOJRBh5d15DjgTrBgkgimaBPyBBX0oBUKgXZkzLcoJRSHAXOlTWuOfoDaRdc0iD9ssyDyH3+KvcCSinOJ/PkIGN0Q0fBeXOf4cenH03TDLrMZrNxtVOvrFYzx4MgNEu7hWMVceVID/hR0HUT2Aj5CH8EBJdSCkop6OSZ0Cw8li8GSIws73XSIiD9lVKMW1LEmyGqHHJMBCslc5pg4Z5hI89tlC34kXUI5MfKVfDlIZfLfYZHcMt7mT9HXnM4cuSf9DV/uk7hX4pnGF3XjHXrmsb1agbtGu+VUka79BdadNINflKUkRSIRH5yn8crY/LtGRaRZb1CL4eQZ1kDMpTXP2zP4/h8P6UUBL/0lXbBrZQyZCftQovMK/PJOuS9rFnodDgcsJJvcp+/6ppu8EboUUoZ65QxSinIJ8ECncgpP5/OtQrIO6EvDzKntMtcMj7H9aQY9CZElwkyXugRkHsByZtFmN8TEHoFV+LTMdIvxf1BrkJbigUweS/zik7LveCW90opiCxkTaITsj6hQ9YmtAgo5nykj517tbwXWqXdzP1Yns2UvUY8gl8pBRkr+MR35HH6fD7auPgPRZ3JEqiX1B2hT3DJnEopQ57gRyll6Im0s6chtyz7y9xUJiSpLzLWxLllnjwO6S/3RPEZLmnL0yHvlFJEoSD3gk+uwk+RlfBFeCTtMk7e5e9lrQKyXmnDpx+5z7fLO1m7g4VDuco7oVPg0+7GJY9X3st8mUwa2ZzYaxbyDHq3bDZj3Ju4FwjvRQcFvyDI0JeJHEWG0j9H3gjk76UPmWysU+6ln4CMEZDx0ld0KRaLGfyVtcdZ2xB9knbpo2k6ZC82W8zQqb+S0xNeyRjpI3MqpYx5NE3jlDnIeOHlxqd4s6RVIxHSV2hQSoEDuEJArkopXpSBX9YnIPwUmcma5SrPSinDVmVeAcElOGVeAaFPQClFOmB8NE039Fv4l5enUsp4l8lk2S9nzC3vZA4BE3VKeCP4hQf5q9z/Q0inM8Z4nbwRpDJO+JunT56lXSDDs1p+vNCtlPpszTKvrFvwCMizXPOwSZ/VsCHRd4E8XzJch/A8Tf8IfmSMRlnw1vhPKWXoulKb68anH6XUZ7RvjtGNfvmxQqP4Vuku97IWoV/mkas8K6WMMTJeKWXoq7RLf/CjlDLsOL82pRRb//5/0lfwGXi5BhkvIO35noJf7En4IvTJOwHj/ae6L/dKKeia9hlNMg78SF+ZQ2STx62UgrwXEP7q3FtF1+VZQObJA4RsAQBKqb8H4CcnwP8jKYZOyXxsMvoJDsEncwgfFOmj5kF+tSo+W67CZ/FvMk7g8/fyLJDHp5QCtJyxRsGtlJJXm7ynrQkfBWS9nwdZt4BSyqBR3gk/BOQ+PwewiU/aRI/F3mWfkXvBmwd5L/jyIOMFwI+WyaWxzuA/gww0HTCZdWTp4NKZFANGE2xWM0iHsYHqNJ5QKIix0TEMDA6hs7MLfl+AAXohIQC73QFN043AUopLa8GgIbhAIMBAh/OsrzMpEoYwWJQE/GSZlLFwDumToXOdm5vhgXCJjm6D12UmbCK8rkD+bcGBgQFuKAkUlxQxOK5COQ8wW7e1oamlngkpC5Ists6wcCf/5tjAQD8TQ4OYnJxkMm4KoVDIoEucp8/n5fhqlLFI6na74eAhqK6uHh0du9Da1obq6lrU1TXwcFHIMRvGQXOBCefFxRUmCrIAg30oE4tXPlTwMOLzF9Dg7UbgUcyCYC0TAbW1tcRTDfnFUxsTZaUscJnNFoMfTqeLa1rFyMgopqZmIIc++TdRsgy65VDj8xYwqRHjQW8KC/PL7LuOUDCCocExJkC68OEHl/D+e2dx585dLPNAPzExwyJBn9Evl9Vht7pBtmJmeh7TLCYgq6GosASSxGqoazRkVuArRFlpBexMGqnNFaGARZldO7fgyScfwP0PHMb27WVoby+Bz+fEyso6D7AbTFQQv8PK1JIBugAAEABJREFUQ4YJgYANzS11aJDCQ005D9o2zC5Ooqe3CzduXcPU7CTMVoUdO9tZFHkcX/ryk9ixqx6FxVZ4CxQTdU2orA6Qb6BerFHWMUKCwa8dktgOFJaR/ynKfo5rn0Z//zgThXdx7mwXLlzsx5VrnSxYTBmJp8uXr+C1V1/FRx99yMTVdUTWQ8gwKLOR53YewrJ0volYHC0tLcRdgTQL7vMLM9T1FFZ4qJZicZjFKUkcyJ9lrCirwr0nH0B1VSMK/KVMRmXhsHsRi2YxP7di8F2Kk2urQR6mEsSXId1m9vXTVrKQLx2srq5CjDAQKOABzwX5zDBBJcWFvv5e6p2NfLShsiqHw4c92LG9EvIrzMqqcpTxIFteUcpxdrg9NqOv12vhgcvEeSzUwxQioXUeDF0oLiyiTH3wutzovdvDxMUq1lZ48GbgWVJagsrKcuqyF8HgKiQBODe7ApPmRCppwkZMJ/+dkITjkcOHuOaTePjhR1ks24eqygpUkYZAQQnX7mcRYBvXV0Yc87h08QaLnDOQX+TeuHGbydpLtJMlMN7jRm7j+O04duwgHnpoH9rb22grHiYR5tHX14dxFpWGh4YM3pSUlHDuNrS2tlFP9qClbSuqefCNRONYYfEXSufB0wuv1wMzk4PJ1AYcLkUepKFpaRQFvKhjoa+SRexKHtyLi8pRVFQIv99G+gsNeft8fkxMTLMAcxZXWXAcG52ifNa4JhfluMp3E/QdcR6G4/QX47jFpPDVa+dIaxcTgEHD/0WjMWSzQFlZBSR5Kr5qZXUBDqcZba11eOCBo3jyiXvx+KN78OSTx1BUWMhCwRj7lyObAXXyJuTP7d64cYtJvQnKYp0BWALil9bWVrjWJeNbPJ13+pj0ncb+ffdg59491Id69h+nvl+hjfczQRym61EwU6ejGzEe3pOoYzH92IndEL3xeL3Y0dGELdu2on1rOxMjEdoI/WY6ip1MBO3cWYJdO+tw331H6bMslNki0pkNSCHuEosYdtr2o489hMeeeAAnTx3AMvX7L7//C/z13/wI7334HvoGejhmDpqu6AuyKC52QJfDMKxs0zhHB779K9/AM888Rx6UIxTcMODmjX5I4mL3nt0QupqaGlFTV41QeBWXr17Ards3sER+7t5djz/6o9/C/kM7sbQ8hxu3rzM5PkeZdLPw9QoTvp0Qvb19q596OGfodXt7IZqbXfR/G5Txx8a+1Cm/Aqbvk6LXlvbttCMv5aehproB+/YeRElxOf3jHHL0l5m0oowsvDfT/6RQXFKOChYHg6EY3N5CFJWZEGcy+MMPP+TcMTx46hgOHdgBO5MFvT29TABOory8BKKjFosd9fWNhn6dP9+L4mI7bdxF3zXIAswC7WWe/FjB0089gYdPP4gt7a0YGhqAzr21sDAAj8cDSWhJkb23pwey6UdZMAxT/0rKC4wCg9IUuntH8KOXXmVxapWFIYVoLIfZ2WX87Gdv4L13z9JvbiDCfX33njYmdusgBYOf/fxN/Lc//z5u3OpEoLiYa/Nw11coKSlDKBQ2ioUOh4NFlct45+0PqJNRPPLI45AvTsif85wYn4Xwavu2XVyrnzbtQ0NdA37+s5/hxz96CW+99TbqWFAtKiriuotoV2P011dpWwnyyoSNRIwFvKtM8EUoNz/9jg1mkwWFtJXqmkrKbwG6KYlMLkwdm6JMFEqKiyiTDAqL3Ghtq4DDYUIB/enhI4fxzDNPcg0FmJkNoryiDG6Pmzqt0zbMsNMuobI4fuIejmvC0XsOUQ5WiJ+/fKUXQ4PDWF0JovPOBM6dvQiNxf5bN++gtraePj6Bl156DT//+evUGcDpKMalCzdwjUU0+UX2hx9+wphilpBGeVkN9u87ihvXu7HIQu78fAhpHjYKCgI4f+Ei9+rr5MM0nE43ZWzmupZx8+Yt0rHOvX8Sy0uLmJuZpR9aoc+vRPuWLbCwSC04lG7G/Q+epjwmmawfxZuvXSPd8yguqsajjz9OH6ijbUsTAkUeTM9NwOt3w+txYj2cI5807pvTUAxAe+72Mo5zwe0u4J6+i/t0AeJM2N65M0wZFCIW0blfKizOx/CzH72NhZl1LC2GWagpxHowRTpnYeI+Cs2Ew0fuwY5duzE7v0Le0C7iWeL2UsY6/VmGc5jwt397Hp9cuIPOnnFc7+xFnAlFlzfApG4Jtmzfi76hKSYcFbr5/satAczOhTDFgkT/wDBjg0IWjbYxKb2fe1gCq8sJ3OkchdUcQDiUQ3GgnvMFcOfGMO52j9Bfz0D8+dTUHD786Bz+3b//PmZnF1hI7WYBfw0Li+soLnEgmUqQ5hC8Pge+/o3HqS9FGBxeRDC6ho7d27Frbzv+3R//c3znu8+hpbUOe1kAGWBReHkhhkJfBfXXjvGxGbRzfzKbbKTHh1df+QRLlPk3v/lNeLyih3OoqakmXzTyIod9+4/D5yvFH/zhf4f8CnNqepZF7NvU1wmMj0+grrYJRUUV9OuDtCsTzLoTFhYjrGY37V6jHZhQWl4Gk8lCvpTSDpJcuwtg8dpmNeP0w4/Rf2aMvmaLhbp2nnYco+yzgAqhtaWScVWScy+xqBDC669/jGUWYpvq2lFdUYO9u/ewr5v4dQTXgJXlJPfHHoSCcShlgnyppKGxEj6/g/Sl8dyzx7B9Wz1504Jvfush/JP/8zsoKXPgxs1uTE+N4U5XH4pYZCgnzbGNMG05y8NTBAwxUVrmpfxdqK1vhtdbRr3zGYkFzWSH2WYBdFB37JienKcftuJOz7Dhm46eOGT8tQWTbsGVy7dxt2uIsh3AzRu99G9R3O0dRJB7zPxCGm+8cZa2eAQdHbvwta99DXv27MXa2ioGB/rhL/BCzgqhUJD2tsIis586n4bbFcC2rbtQxli4trYUvf1T3H+HYbGYKcMM7HYn+npnMDY+hW3bO/Ab3/tVxr0FtP0Vg4ZUMmPssRazGX19vYgxqS5Jl1xWkY9RmHQbHHYP/e8s/vt//2vq6xx27WmG2WZiHOPFuQvX6dOzqKhqxPsf3sH1Wz0YGZtHU3M7dTaHX/vuN3H+Yh8WloI4f+4G95pZ7Ni2zYhH+3vHWZD7ABbdDo/LSx9mQSySYFwYYfzj4hmKMUsOSJPG4HoaDz90Eo8/cRrNLU30NwmE12JYXAhS9gkcPXI/AgUV6CU/f/GL93C76zrps8HucFGfzYhtpBHjHiTns+67NyB+5tb1Wzy7TGOgZwLnPrmNidE5XLp4EyrnZFzqRqDQh0ceeRCnT5/CE088jdqGZvqeAMZo6zZnEXEX4dT9j2Hbtj3Ux0YW96qwwYJrZiOF7s4+9PcOYGxsAu+++z5193WuJwGnxwWH206dWMLIeC8efOAUyirKUcGClqZnuK5JHD22nTKZp94lEU/M4NSDuxg3rXCfTEPTNMZ5ijJxI8wi8/T0EuU2hJd++jHGJqZw89ZN7N+/B3v37qW+XYX8VY/x8Rn2Gebe0IixqXVs27kdcyw6mXQr3n7rAyywOBYJc66NDPyMFwYGhmgvOcp6BqM8K4+Pj2Mz+ZNAXV0jAoFivPXmJRahw4iEFf7bf32Z8lSkfR1T1P+iQAXOnx+grg9gbn7R2L/r6irx7W9+GXabhnQqhlQyyjXYkJQvI7IIEw6vQdfAd0mUMP6dmZlh0TOMGP3eMo17nfF0IpPABpP+OSQZm95FSaEJg/2X0NZWiK9++TQqGMPkWNSMpyKAKWHYDrci8iuD4yxINzVvRTprx9jkKm51L5C2IMJc96n79qCxsRXbtu7EvPjeO530j6BvnOFzkHxYNNYWjUSh6zksLExgdWUSx+/ZgW9882u47/57YbKYCDqaWqqpFzaYGUeNDE9g65atpKuMdupmodYCt8PCc10YTz56D/733/4C/uk/+TU89uQh/PN/8T3q0klIQXV6eplnkwXs3XcYe/cchs3qRG1VPVwOD/mWxQzP3HOzM5idmYBZBzwsiFbXFeLYyb1w8GyxjfHzM888wvPLPjQ1VeLk8YPY3dGCRx84Ab/bgvDqPKLrS4gzdrVxf1VM3CfWI3jq8afIqyT9F5DciDP3k0M4uI46nmecLNax3oXhwVkMDc7gNvW7ubkVuVwWG4zjlQJ0/p8GDTr9e3GgBC31rdCywFuvvYoCjxvpjSxi6xlYNB/kCxG5tA6z5kBr0xaUl1bCTp5V83xiUjrqautgNpu4z69hI7pKP5RBWZkTDmcYqewyyqtLsXVHM2O8BcgvQ1PUo67OOxgZGUGWyb3GhjpMz0wiwzxQeC2Mns5uNFZX43d+6zfxr/757+IP/+k/xh/8s/8TTz78CEp8JdjSvA379x5GgT+AwkABqmmPJYUlGBkcxydnLiKTUlzzXdQ3tLNPOex2H/cdJ5TuIG12WC1O2qYZusnCdgusVhs0ZYIiAAom3cxnCwANOfrWbBaMJxNwulwo5hn39KOnqQePoZVF1a3b27Frdwdq6mr53gm324nCIh/XX0y+VKOOMWtTUxvlXgCzyYFMWmO8nKCfMwE5s8xGGqzcA2wwM+4RiFB3kxSg1W7mXuxDgIV0i02Dx+eCz+/hPl7AM4adY8wcawKdIG0zjfhGkjYS4d66hsXFRca4y5wrzBgxAZfbQXlYyQszMtkkdTeCVDoJpRR5oZEW2jNjyQyThSbuLwK6SYdOQ88xR5fjDqmbNOKxwWI1fQpm5Pi/dDoNGZfigVwSf3IvyWd51nUdJiZRwY+8U59eeTHalVLIMUMqIPmyJAtW0k+eNzY2IDjk3kyaBDT6VHmWOaWfUmqTfoA8zRrr0XXKjTSnuT5dV+SrTjCxn04+pbjuNHJaDqkM7wkcCkW8gjPJPI5SCg6eTaxWq4FP2oUOWZOA3EubrFOuAtIm9BtFDtIt/YQ+wS0gNAsfdF14+kvIr0n6CEgfAbmXMfmrUrIOM+VnN/iW5UHfxLXplEkul+XaFGkFZZ02eJbOcI3kq8Z1CT6bzQZZj8wvbUpJf0X56uSNGVBAinKUtQjd0k/XNcomQ76mDUjRn0tbHg/40YhfQHgh62eToQsxniNFfvLsdruNueVecEtfAZkrRZ3ZTHinAI0y5FqEdqUUdJMOoV1A5lBKcZ2a0SY0uIjXzgKkvBN8gkvwy7OAUor050h7Flnm5MCP8NtmtUH0W/B+HuSdgLTJVaescuSh4ORQEJnBX5nLeOb/5d/L3KK7wgO5l6s8S1+5ij5Iu/QXEJx5yLEYL30EpE0pZcglvwaTbjL4p+vcjykj6Sf4JPaTe+FjhPk34bfgVoqMBIx182LQrHMtsiZZm8yRMv7ySNLoYzVbN3WAnTfHb+qaTrsVnVhnflNA5syK3n0qF6UUYwDaEGUo4zgcSim5kFU5A+RB5pZzd0FBASwWi0GP0Cp0a1yTyFBo06hL0lfupZ9cpU0pBbkK/4SvQr+m6bBTp2Vs3lalv4zTdd3gn9zn38u7HPksY3VdA9Ser4EAABAASURBVOi35D7L9QgdgltkxamMsdJfJ578ujTSppQy1ifjFDHk+0g/AenDZoOnm7g2+Si6Ku82cSkDP/gR2UWjYWxwT07T7+aIVEDu4/RDG+JHeBXaZN0CgkNkKPYscwrt4nNCrDmIzcXjCcajMWzwKnYVI44wzwkb8uv0T+UktAjtSinDVmU90ib4BLeAvJc55J6kGutWShlXeRZQSnEtypCN0IVPP4JLxrqcDkPeSimDJ9JHkY+arkPwSj8ZIu1Cg4DcC2Rpd8JDWXuctOd1XdqylKOMy3Jjzr+Pc735d1m+T3Mvky85pGkvAtJP+C0gz1mOlXnyoJQy1qbU5lVoE34IH0R+AvIs/WUewSdXwSPXPE6lNscr9f99hQJthL7pU1pkTQL5OQSvgMwhkH8n99JHngXkPt8m9wL5drkXkPdCY5I6IDwQkDVIW34O6SfjlFJQahPkOcf/k3cCgkdkwyajj/ApD8KfvFwVO+T75/FzsRD5Sx8B8S8yRsYrJSM46H/yn1KKc2nQ6Af/V/2Vkj6bIH0Ev8jObDJzrKK10x/J/yvynCDTGC3UM2NNlIFc87QK7QLSTyll4FBKySMR8L9Px0mfz4OsRdM12oX+GWjUeRmY7ydolFKQdgGlNMMehGZ5ln6btGQ/s095FpB3AtruPbuxfcc2HvACDObiWFlZ5qE1bmwUaTkk0HFYLGYmA53QNJ2BT5qOJoEYC1NQGpOB6wA0uFweA4ckUoWQubk5DA4M8nDey2TiBGRjEcYLcevr60ZgGYmsc5wEu25IonVhcQ4b8RgDyzSTAT6Ul5dD46KDPJAMDExgZmaJTh+orKriuzI6BROC62uIcYzDYUdFZTl27NiO9vZ2YyOam5s35p+fn0eYc0GB63AY/cqY8PH5vJzfzaDay2C4mEFxAcdZGexuMLk3g24WpkaGxzAzPccgeJ3OB/C4fZzXjmQqw0PiLAaYAFxbWyfjrbDbXRSWxbi6nB4kk2lj7MTEJN9beMgo4uE8wsLTeVy5dNVIXF261IebTOLO8BC9xATl9MQc7ty+y4M0EygspCbiGcblZkxPLTA5E4EcSJOUy/TcAoZYjJ1kItbJudweP2ZmVtDdNcHD2hT7ryHCZEGWicz4RgL0Y5ADi83mgp2ga2aAhxJNmWAxmSjDDKLRENZDK0gmwjhwYDu+8pUnmXw5wSRSM8RY6+udOHS4DU88eR8PwV/Cr/7aN1kEPMgDZAL9TCCskg+R6AaTlhH0DixjfnENBYUFaG2vR+uWGtQ2FmHvgXYcObYNza3FDBSD5FeasixGMfs5GSx7PV74vH5IkU1+JbZl61a0Up7NrVtpdg6uMQj5d6imJoPGAc3tsmLr1mY0NFRCvnW7EV3HCoswS0uzWFlZZHJiAkEWNXM0TNlM6pjsP3BgP9f2Za7jMTQ01sLjdTBQt0CpHNfRz0TGBfKxm7q9wmTIBO5296OosAwHOa6wsIhFkWXKfQTyp4ZnyP/llVXq+hB1rY/yXYfNZoUY2crKCpNBY9SdVci/4SXrKeHBz1/gN/rIn9Hetr0NDzHZ9OCDD/CgWU+al3Hp0iWucYh6ZkElC5p7WVRraq4inXa22bC2um4kzGI84A3SxkaHh6HRkYRYlEsm4qioKMETTzyCr37tBZx++BS2d7QTdyUqq8rQ0tKI0pIKJsZSWGKieHk5hTSVo4VF5nYWdkpKijA1NcGEZTf1ewblLCqXl1ajtLgGqaTOpNl1vPH6++TPAK5fu80+07TlJSZLVpgkiXDd4FprmEjeR73ZhoMHD+HkyXupJ4ex/8AByJ9frq6uobwaaON+zp3CwuICIrGIwaexkTEMDQyjorQcD526D/ceP0Y5J4zEx8z0DCy2FFaDlG1wHlAp6Dy4lDIRumXLdlRWVLMNlMEaccWYDFhkEBOFHBxMPIwn4mnaxRzXkYMU0zZoF+fPnecaptgvRh1wsHhZg6bGel6rUVISgMbDkQT9H5/5GB++9zHeeetdXDx3AZ23bmN1eZmJijD9YYh+xIx9+7bhscfuY/IGTL71Evpx8dJl+pIp+r8owuvsG0vBanMiyPuh0VHoFo33QaxSh1ZZAB8ZmcDCvPSNIbQcx9j4JOobG5koeoBFpEImP9cRiWYo40rs3rWPCYJqxHhgXw9HUN/Ughrqd1GJj7SXobq6lnpmRioVRWGhj0mTRjzz7KPYQntJsiidzaXp4zrReecubjGJe/3GVSZXlmGnL921cwfksH/u/HXa8iBW6IODTBjN0K+PsBieTMdRVV3E/mG0banCb/72Q/jubz6Lp54+xvEZvPr6z/H+B+9RNxYMGUvf4ZE+3LhxhbbTC5vdhCNH9kM3a5hi4q+4pJgF6QfRyuSZZrIhTh+3uLxGH7JM+tMwsy2btVBGRbhwoZN2uYCV5Rj1tB+BQBGqqoqhaymY6Ms0ZeK9BS4mmMeZBL9w4So++fgC+boMm80B8dPzTFKGyTMHfY6TSbZAQRHiTDqvcp3xZI5JRx0/fYVJ5e5RmJk0SSRS3McmIf+WanffXeOXZlu3t+DUqVN46KHThi53dY3Th8YMPWxsaGTSppA+1wYzD0Z+XwFlUMy9NUE/0ct+EdIdoO5RvvX17GNmXytKWIh8+okncezIUdx74iQyPGCVlhXiC19+Ct/8tWfhC9iRZTFVt5hZhO7Ey6+cYTyUwan7duHJJ1/A177xbdxPehoaarBjZxN9wBN48OEHMDYxRt73Ul9TWJxbwTtvvod+Js6H+ge4D13BAvfK2dl5fPjhR/Q9I5B9fGY6jMnxaQTXIrh5Y5J7Q4rXO0aR8X/85cvo7e6jHEYxzsJQgb+A+lYPGysnYi9JBtIWkwk2swXLTCKBiRSn24KmljrIvyMpB42lpSXqxzL96QJtNoTBoT7u/+uUm5UxQILF9AWUlBWgqjZAW46gpbWNxdk7kC/2TLMw5XY7UVHhRmOzlwWqKe7NLsihJxa3UCaPQOKAy1du4Nbt2wjR3tLpLIoKS3Bofyv8Pj/9qReBQhtlkkIwGIKFiZrZ2VnEaKP19WWwmDP4+cs/R2fXbfodC6JMZt64eROhcIg+aB2+Ajeampvw3gfvY55F0WAwQXpKwTMYwuEoVpZWmGQuYVyVxPzcEgaGxnH9difcTDZmdY17Tw0y6QSqKitRXVWLAe6hcgAxWywMrXIoKPBQ3y3weBSkuMlaNHkZhdnipb64kMlpWI+Eud+Sf5E02lp3op4FOm4/0JiYstszKC52UK+cuMBCzIt/8zILnb9gYWeE4rAjl3ahq3MCr/ziDP7rf/khhgZH0drWjPLyQjRyPzWbU3B7ddqzCYAJi8sLeOfd93DnTicsFivpsNLeLEhTR+XXT1llod2wjXwcHY+gb2AKJqsbZRWlXGsrRidm8MFHZ7EeTeLytbt48+3zuNM9jVs3hzE1vYbm5m30WyWQbyye+eg6Pnj3Jm5fn0f3nWn83Yuv42/+6hUWrXtRFCijvp8i3E9+V7F4Os+CYQ/te458i2F4ZAnt9CPf+c4LePjhY/jt7/06vvXNL+H5Z0/C43WhmvHj6Ucexr/4v36TMo1CY9J5NTiH2blu+uYNrikBi1WH1+2H3exl8W2NuDcYo1RjnntQOffw/Xu348tfeQIOt42Fp07GOQGIzSwtLdO2o7CYLYadzy/MoWNnLWIbQRw+uoOJXx9a22vgdLvpT6bpizy4eGGCOgjGixptIw7dZIWm61gmrhQPWj7GCxOTM5Avfy2vLCHI4ojFbMU7b79Le3PRdiKQ/U1XbiCjobu7C26Pxn0piN/9nd+Gy2ki/+vZx4HlxVUM9A0ykZXBbiac5bCfZVJ2564qHGVx4/LlMe5bfdi+Ywf5MQl/oQf7Du5Aa2shioqdjLUaGH9MQakY458eaFqCPud+xhaFePKJUyijH3/4kdPQTAqegAtOnx0ff3wW4+OzmOfcr7/1Ee7encXSUoL7ZCHW6FvMFgv12QJJxIV4Nti0nxjC0Th9UyfaWMAGFOQLh4rFA6+nFKU8G0R5Bkkks/TPDtjsFgwPr3J/DKGf67t1oxPzs0uQL93s2L4HP/q7l2DWTbAzaWc2WVBVWc09QqNPLqK+l0J+hRlngWojsYaXX36XRYV+6mONoQfyTxAsrQRZoJnH37z4M9x74hHy0sW4wguT+DgWg1MsWplMGiSGXaUvqGFR3c69xe8vhHyhMhBwULZJFqOyyOSAQ0cPo7isDF/4ynP0JVEsrUbQxn15cSmGuYV15LK0N8bPolNKzyKdyVKeURYs57ERyaGDBT2H08u4K4T/8qffx+2btxGPriPgdWNteQXXr/fSPnVYyFu312f4o7GpQbz97qv47ve+gF/79efgcNqM2N3p1PHSSz/B8uo0vvWrX8Lv/J/fxo7d7Uik4+TpOD4+c4P+soQychpfljKzAvXKK2+xUBJiYcvO84mHBZ0d9CdOOC1lCC5nGfdcYQFzFcOjIwiG1jEyNkl/MIxrN2inyyEMDE/iv3//F3j9jQ+4ryQwO7tI3VyBx+WBSTOjrLQUNu7Vfu4ra2tBQ8cXFucZX2a5ZyygtrEcNbXFLDR/RF2aw8hoP/maxOF7dmH33mZYrGnYHFn6rgz32G78+ncfxq/+ypO0TcogDeoe5ecMUKfiuHmzBzs6GtDEGDjLxHEwtMr51pGhoAoKiiH7n528np1fop1beEYYgsqYoWdtLHhtwwjPpqWFFRjjmqxmO2wmG2WVRDQSZ7zdjkg4Bh/3GzArlyOsrYawf/8+7g9ZeDxOlJcVQNctjPuvcFwCnZ13qMdR7gcz1MNJ2s4YfUKGcfI42nmWyjIpH+DeE2VCNZPMIM494OSxI9i9azuQTcFsVkZ/kzmL4nIfY5VyFBS7YGMizekzoWe4HzX1VdyXlllsbKLdJdHcVIJ0cp17BXhfhccePY7/7X97Bt/69v34whceRktTM8+s3Xj5Z2cQDVvpPzSMT0Uxt5jgfqghmXJxX5iA6G+gqAJroTCqquvgD5RT5608o+cwuxCiD1szbE7+qZWVpQX8yX/+C3z0If3D2LThdyTZkkMOIgOX20F9fR3/6o/+PTQ9Q93bCYfDDZ+3gOeQi6ira0JfzwB9XgZu6vLxew7j0IGDSNEH9g6M40/+9If40z/7MfXTzuJmBrNzs/D5HHC4TJiZGeb6I/QqaepbjvvWOmqbKjA2PYR4NgKzQ0PrlkZkVAK+Qif8BQ5s39kKP33agcO7sWfvDpRXlcJC289QZ6qra6HTJ9c3b6FNZejX1qnPQVw4e5WFyDFMja8CWRcG+lfQsf0I+ewDWLjjUOpJBFazGdk0FTOjEF2PwUN9s2hWHJV/kqS5DQn6wp3b2lDAPWltIc6CLhh/jfBsOoipyQWYYEc0nKJeWjA/tQJTzkp8Ga4vCxsDggjlsci9qCDggb/AC7vDitLyAr5PILgyTz1toG2lEfAH4OHe9ONt10eiAAAQAElEQVS//Tuc/+RjFp4nkGPBpqQggJd/8i4iwSWUcU+oLgugurQMO1q3oKO9Azqs8AdKUV/fYPhY+ZLh1cvXqDft2L1zD88sMXiJ2+7wULoaoMykwWfYocXqos7ayRMX/akNYD7JAKXDRLtQXF2OsY5SGjRlgs42jWAiz9JMvGe4YUhOKcMzvp2FnBWe9+ULiFCK+5AZKzwXJyR4UmkUFntRWOShnYWM9UpMaOJ+q+tWA7fFTDpIj9XigsPug9nkpE/3obioHIGCYtQ31KOU9lpazvXXlMFDfXJ57SA5gJ6DIqQySdpDEjbSojHOU0ohl8tB00yQ/SJHoQdDQaQY+1mtJpSUFqEg4IXTaYfZrIHbFPvqUJpOGgG6fqRTWfbPIpfVuCzBY4HOvUf2HLNFg8lM/HqabWmOTQEqy6uCzAd+dF0nbjPHKp6nUow3EsZV2jVdp6/LQJLjUSb5JeYQnuZIs1IKcpV8hoD0JzqkqatxJtQF5Fn6SFsymTRwaZrG+TVI/yzlIziljzxLf8GfoR8DsuzDOXjNsJ/4X4Gk8JD80cgPs8WMNPtKIUPmkPFCi1LKWJ/4DJlP1mq1Wo11yrOAtFmoJ/l5ZazQIVfBIcUQmVfa8s8yj9CQ5fqFbgHpL7gFj+CVZ2nPrzdD+oQX0ViMMsuSLh26pmAh7Wbul3a7FXYWmkgyZA0ZWWs2a8hDKa6fc8n8Akopg3dmk5njLUaf/FxCp1IKQocCyOs0dVnmTFNOGco0CaFJ+mmfykCe2RVWxj7SJs+Sj+UAA7+sS+IE4aPgFZ7JeKFFaM1SXwVSLHInWQzP8Cwnz0opgzbBLXgV55N7GS/nahvXK/hkrQJKKWNd0ib9BYe0Cz2yPvCjlOL/g6TlDD5Ju9Ah/QVkrNAquIVeozP/T/oIKKVgMps+W5fQImPkKiDrkvlkXg4j/zLcB+KG7ov8ZD55J/2UUsZ76S96Iu+EH/IseTbpByhDFkKL4Ac/+X6CQ2jKP8u4WGzDiC3EzgSkTfrJ2jSlGeuW/nHm8WQuojPaZC55FpA2mU+AJBp8ilHvNlgAzFFWZosFQovMLf0FZHyOOiZj5SrP4jODwaCxfqUUhKfCq2QiiRALgUKT4JH+gkPwKbUpH3kWEBpEfwSv8Gg9HEZ+XTJe8Mk7wSFzyhjBI22CW8YKiEwtPFPm+0tfcKfQdc1Yi5kylX5m2rJGPVNKQa6CQ6f/UorPBHm2MQfhcrng8/kgxWKPxwMZK/0FhBYBGSf4ZIzQJHNKuzzbPtVd6S997A47bHYbzFYLKHL65IwBgkNAKWXoivgp8CNtFspBbMLAyzaTSTd8k7QLTtmvkjzfJQhp+oIkfWqWMpI5ZbxSCvzP8CeCgygMXZP3QqP0kXuhWeiX6yZIz1+C8FxkI7om+GVuAekhOi/vZJzgyuOU+zwoJXQoaLzKvDJW5yYlfcGPzJ39dB+WueRZ8LE76Vfs8cv/5F2a+eZkMgUBKa4KJKhzojfilyLMa2+w4Cy0JbmfiD3IVegUkP6CUeYXWixmiyFf8TkiZ6FRKWXwTeaTvkqpv0eL0Jdvl3UqpeTR0CnZVwW3tOdBngWvPEtHwSt0Cci9QJryEzl9Hrf0lWdpl77SR/pKm7xTSv09uvgozQbt0n9zvSnDB8gLpTb7K6Xk0WgXXIJTQOaROQTkXtoEpE/OGIHPxsj7NPehPG9lTI56KH2lq1LqM9qk7fMg7wWMNt4oxb60S+GPgFKKrf+L//hKKWXwWik+4NMPb4VGHpEgwMmNq7Slea5JU2+yn9InbUqpz3AobfM+P7dcBcCP8DGdShs85SPRqs8AUJCPsQ7antwrpaARn7TJfOBHbNdCe5ZrHq+8/zxoZrMFq6trkD/POzAwwOsQJKk3NTVlOAulmUiEQoyFhzVJNDOp7CsoZPDdji0sYDQ2NkMpHSaThRuYDS6Xh0mlYpSxGFJVVYNSXr1eBqVmM3QaoPxyKsBkYmlpMZOv1QgEAhyr85DkMBJpxcXFsDscWGJRd2CwD0PDA0ywRtjPzcNzOZqaa2k4FogSpLM5LnpzrCQdCgsLOXch6utrUVFRTnyFTHg46cB0BhhxzM/PEt8Q5NuX8o31SCQCAdlQZmbneOieZnJ4DJNT0xhjEn50dBLT0/OYmV7AyPAEbt26i2vXOiF/3slqdTIwL+M8NUye18DLAx7lTF6uMjE4zQPwJPutct40SorLUMCDhJnBkd/nQ21tDfx+P4N1C7KZOA/bGSbWFnkw6sd14u+9O4BUIm3wUNZk5YGtoMiH1q2NuPf+I3j48Xtx8MguHl78WGJBZ5oFvdHRCWzEMuSN2+Bfgd8NXdOJP4OFhXkmDG5hZGScCaZFHtRXefCKY2lxBaPDo6R1gsWqaR4AF0nLCjfSRUAlYbPnyE8n9u1vxgsvHMazzx3FiZO70dxSzUOEFRuJEKKxdUgC7NbNXly50oOB/iUjQTE7m4PdHoDT5YbP70M4EkSagVgg4KNOFKGRMqqtrkERi5NhFmlisQScdjcyTHgHmSycmhonHUuUb5qHOxsTmpNMuiyjproQ9xxtx86OAFpbStHQUI7mphrs2b0DJ48fwYH9O1FXW40pyvDW7VuU5wgkQT40NMTCyx3qwAJ11I2yslLjEFNUEsCRo4c4fhcPTIWGLhYweRlhoeX99z7E6699hE8+voob126RT9NYYoJ8g7YwMb4A+aVsb+8kenpGoES33V7yO0fIIkAdr66pou6ZDR0bZwGqu7sbFy5e5LpCPDg5sX37Nib9H4QUS6XIKoYrv8Du7r5r9JEgoKGhgbgK4XH5IMmZXiYir1/t4VoGjc3N5XJQxxLoH+zH8NgIUpkEIiyKL67M0WYjmJ2bwuXLF3Dmo/cxOzuB4ZEB6vYIRsemuJZ1rhfURQeUytDOE+TPJGbnJnldpU6G8MEHV3DpYjeh3/g2/a2bAwixaKApC4qKSphErYIUxX77t38dX2Fy+f77D9I3NGGW9nT3bh/tZwqjTKitsFiolIIEaaurK9QtOyQAnGeCanUlBNHF6YkJXLt4ASss2HnsLrgcLhQHirBnVwcLzvfi5CnKqMSNuroKHGYh7oUvfoHF4odQU1vBNa8xWXcbXXevYnFlGqXlVtTWBbi+HBOJYYhvm2TSYX5+DTYm6Xbv3oOjR4/iiSefQA0Tn7IJa5qGVDJNuzEhtBbkQd8GB/tOM4E+PTmHztt3jOSNJGqHWfhQPOUW+NxM1ERZmJ6mnU1Q9yeo51EcZsLlq1/7Eh5//HHs2bMbR5nsOnnfKRw8fAgNLI42N7fSDiqQSetMFm+DrtuwtLRKXW4iDRG88cZV/Kf/+Gd48e9+yjX1wmS24vi9J/DAg/ehvq6RdhrHmU8u0dcsIJ7I0n6X0XN3gIWJu3j99ev46U9eoQ3M4OR9J3D69IOGfFOpONduoe7Zcf/9p3DvvffiyOF7sKW9jYWJI5TjPfQ/N/Gzn7/Motr7UMiggQmm0w8fwW/99nfwK9/+FXzzG9/C0cNHaYOH8M/+2Xfx5a/eh9IKK+LJBXTeuYgLF8+gf6AbkrC599QJPP30E9SHBib37fRNZtTWVjFh40UwuMpCbje2b9uB/fsOMtmWgbegDE5HAGfPXkdwNYFAUSX9agliGxnq7DppuoUf/vDn9GUTpM1GXE04eeI+8ncPNCacJQiyWKwYZwE6GAxz/bOQIlaWCSo79cnvL6D/H2WRox+Tk1OUUwbBNepNXzeWaS+rwWXcYJH8wqXruH7zLue7i6GRZfZzoaS8kn7Vjo14kvTEaGdJPjuwyEKh6HZJcSmqqwLo6e1lUrAf27iuhx8+TTtYxoe0obfe/sT4YoXd7jSCmQnquoV74o5t29FYV4+qigpIMk38zjJ9utA3NTUDQEN9Yy28ARuB/Gso5NxZrlcRD9DWWovGpjooHUgy+XDj5nWMjA1THnG89957eJvF/wom7U+duBctLJBF1+OYHp9DkoXBOze7eI2jrKQIfq8HO7bvwD33HMOpU/fjPuqq3ZGjn+khj8KorPDSDxVQZytRxkT3/aeOorVlC/UX9OXNlGkh11EHpBVthmvk3lxI25UvRNXU1DBp7MXKyiKXk+KeYIfL4+A60vQhRSgjfUVFAWzZ0kZf5KfM/di1ey++/s3ncfL+A/B4Fdq3VtKXmlBSUoJPzt5gIeki/uAP/5iyyeDE8ZOc34fhgVGsraZoC0H84IcvUxdvkE86dbEYr716AXc65+hHC0hvK+csxM7du3jYChh4t23fxiRomsXHQlTXFFJ+bbj/gfvwzLOP49EnTuOLX3kBTz37MAuBG8hpadTUleErXzuN7R3buBd6obQcvH4nHn30IdqYTp9SDim6xbgnF7BQb+PeZqM/m18K4iZ1rID7Q09fHy0shzgLMQ6+CzK+Wl5eoz9P0//O4eOPPsTPfvoylHIgSRuXWG3Pnv3cuxMYHZmC/PuALlfAKJIvL6XwB3/wV3jxxVfxxOMnmTD0oayiAqVllQgxydo/OEXdVUxsm5hMdmJjI8dA1cr9YIxzUS4KOHy0A0fu2cbCwxfQurUE23dW4PEn7sFXv/YsvvjFh2E1W5i0NqOpvh6VTKRmmWT1shhgtijuTetIsIC+EU2Qfib0LWa43B7y1w3GwHj/wyvwUR+sLi+iyRyW1zawEsoxxrRjbCKExsad4LaKmbkFFpeC9AnHsXvXAew/sBflZeWwMEkWKHSzoDVEf77MtfkYf7mxc9cuPPDQA6iuroTF7sHu3Tvxhecfpo65GH/Yofi/kYFBmBRQ4PUhxn39Zfq33t4BvPf+Bxgamcef/8VfYXh4BJevfIhXXnsdtxk3bHAtOVMOqxuUB8A4x4K337yES+e7sLWtFdFojPHONVgtTvoBNyYnZiFf9isMlOLQocOQ/WTvvl2kd9iImR586AT3gP1oaa1GKh1BcUkhbcBF3SzAU0/ewxnMGJ+YJC4NmVwaYe7hTpcdy6uLLFjMUFZxFJbQNnwu2nkaSfryFA/hXq8D1bWlCK2HoSn6p6gJDvqYcGQFwyO9GGVMkIGO6Zk5yOFU4yFhgzHb9MwY95Q0fv07X8auvVU49dB+1DUV4+SpGtQz5piYnKaeduKjMx9D/qLCxkaSMcANvPqL9xgn6LAx/rVxbxxjv0BhGelcZ+H7Cv3qGPeut7B7zx6uMwWJ5++//z5YLQ5YzE54PYUs3L1GG7FC/FyQfnqORc/ZuSVEIwmuwQITDy1JnjO4PNKcpj0vooTxmtmSM57v9vZjPRLCjl1bWZB0MQasRhmLqy0t9ZBfQV272omxsVnomgtHDt2Dztu92L3zACrKa1FbW0984xgc6CFtfkxPj+G1116Bw2lFG4snX/rSo3juuROorS5HXWMNGpuakMluYGR4mn7CTZ9rQ1//OMor6jC/EGRiLIEsk4wWi4KJSra8vICKylL6/XHkjF8bxSirFKxMZCo9jmVOhQAAEABJREFUgdn5ebRta8dd2r43UIhPzl7Ehx9fwNXrXbh0ZRDBUApnz/bgv/3pT4k7ynVGkKDt55SCzxuASXOykHSNejVDGqogcefhwx2c24pdHVuQjG/g4P4OdOys5bgkY6V6NDc3w8QC2+z8HIpKc7h26wPE0/P49d94Gr/zO1+h3aRIUyUmZwbwyfk3cOXGB7A5TRgdH8XeAwfw7PPPwOnw4xe/OEP5TkG+jPj8cy/gS198hr4ohaHBGURCCfTencA7b3UxjvdjnMXzmzdvGPRHmKAPMck2zoJZmrodZWEoFIpQj1Lo71/G+XOMG85fxBUWXxbmF6gnZiQTCUihY4ZF1orKWtidbhw+cgSTU6Po2NWGjViK56UR2rgPG/EsLNTFUDSItdAievq7WRxP4sW/fgsT44soL6nGiUMnMMlip0rluBYn57DTNwXoP7YgHMkiuBaiLkxhmYXwS5cuGjFWTU2d8cXXce7Db7zxHianp/HIo4+SJ/vR2NiCkpJK+t5ONNS3UgcUrBa7sQZdN8NqtcPFs09//yBGR0cNWdzt6aXeDWNlOQizyYbHHj9BHqRRVVXCtR0wfFdlZTkKCwtw/6nDjF0i9IOHkEwmEKPNXrl6HpqewlH66HA4hCSLGbXVpWhqrMULX3gO9/L8Y6UeBlfnYLfmUFvtQia1yj3VhFP3HSHt96GWZ6NweH3Txoj33XfeIA+zMJuTeP75x+HzOJBMRDDQ24Wzn7yHEItnMZ6T5RfjH713DWtLcUTXNTit5QiuZrBCOHuum3Ev5XF3gb58nXKZJD43FlbWEYzFkVU2rG9o2H/4NCz2MuRQgNud45ibDVEWbsYQOpqaWuB0erDGeKy+vp78SsDu4Lj1IHV8g/qrY0fHTtSyWDc9xTbuif/1v/wAf/3D13Hzah+G+8Zx8ewnuHrlE5QEdNKX4F6Vwv69jcimwzxPh2C35bC4NIF4Igg79buyvBiFPp9RjJ6cGCHNOfq+atTW1XCPV5hdXMLoxBT++D/+CV780Y/x/sfvY2l9AaWVxXjyC09hz8F9OP3EY3AV+rF19y6+i2LXnkMIhhMA11xd2cQ9p4LF9QDpKWXsUYXlxSguXuiCrlwoov5wcXjpxz+inNLUSQvMuglerwvJeAYV9DEmA08NjvGssmfXfpw68RAa6kpwz8GjxOlj/JbD6OAE4/ZODPaMIRkFiv1VlFMEsY0o156GiTiRUygrLodJs/FsE4PD6sPKUhiADmiA5JEKmXtJptJQ/F+hvwB7d3TgwK6deOqx4/ji8w8y/n+Ue8JV7pd/jv/8J/8Rr7/xKv70T/4L/vt/+wv83u/9S3z/L3+Af/mH/xr/9t/+W/ybf/3/x1/+xf/Ah9w/evr76XeK6U/rjHyM2+OCw2mnTE0wM04wW2ywWB1Qmgk5Fgs15i0yTPLJeTidTpNG0E6yhBxypC3HtUAp6BYTdLOJMU2G7Tnaho5QJMz9coF+IMQ9cR1QgMb19ff3cS97H/JFsInJMUzPTGNxkfrK/XGdhWaXy0UaTOzPGXLERfwyt0VoMztgs7pgt3vpM/woKi6Aj/twUbGP5xoHTBzmocxKSgsZqzohe4nTWJ9GndJhsVh4NZPGLKKMGxIslEi8GAqtIchcRyi0ati41WYhfpmjgHPZSLcOkgJds/DeDLKEPjFHyBIyyDDWlrNNJp0jb8CPglIKuknjGB3y4SN0XeP7LPtv8lLosdvtxKmxLcP3Om3PCY/HA4lbhO8Cm+OVXEhHDiYuVJKH8k7ko5Qy5kvQV0u74BWQ5Gyc8ZNGxku/HDHIvYyTvhK3SH82G3RJu8a4RPoopaQZMk4gTflnkYXGNZmsJmRZJM4RzJS7jIvTBwpILkGS8YJfxsk7GRvfiOMfzifvBaSP0CFXAZnYzDOZrutIMrmf4dxyLyDvBZ/0UUoZ6xZ65Z1c7XYnJB4CFIQemTPF8XKVscKTFONlUAtMXItGncxJUTKb4QgYslBKGXwWmvL0gR+hycbiTo6FsgR1J51OGfzJ8Z3ML3JJUAYpBkyawUfOQty6rgy9E1lLP6EhR4USGQu+CPdl4ZvMpdTm3HIv/YRmAVmzPEs7pzN0RSnFmCiDBM8tGc6TUzmkM2kIXdJfQGiR8cIb0QlZg4wXkDahR9oFhH4ZI/PIValNuvPv/h/O/ju+kis7D0W/XVUnZ+Sc0QAa6G50zrmZmpmcIUecESdoZiRZYa4tW/pZsq2rZ9nXurZlyZKVNZrMSeQwZzabnXNEA43QyDmeg5Pz+1aBh0ON/f55h1isql17r7322ivttQ7QcRZWBArvZQ0FEDwFUEqZ8pTlgUPmlrkEZD7BJXyQdVtpc6RN+shYaROQe+mvlIJSytwToU1ol6tSa/iFRpEPoUfoEFy6ppu8Ft7KXLqum7ySq7xXSpn642BBTvTMQf2Td8JX2TvBqZQy9c/pdJo2A/zIHLJ2kSm5l/4UEij+x9fmj+AxDItJr+DJci9gypnOOXWzT56yk+feK6VMOoUHsi6hVSll6ojIguiQzCN45MvO4o+FPuGVtMm+KqUgNArPBHmWhkkp9cl6lVKmfMo4wSVXGSfjBeRZ1iTzfXpdwifhn4B8AUjWJTTL3DJG/hxvjvqi6xrXujaHzA1+lFJmzBBmnBkKBWlno+azzM/X5prFxgvvXS6XyV+de2TQpgkfZD8E5F7mED7EWPgWumUOuQodSilznUrTyGFQB1KIsoidYCyVI48t3AfBofF9NpcjH3KQvjK2sGbhgbyX+WSt4KfwLiF6TH5mODYtV+YYRc+VWpM9oUv6Cg6QAqWUSY+sQ9YjeIVnQjP4kedCu7TJOgT4irJh0GaJ77VBKUWxypv6I7Ti409hfAGHjJW581yrUsqcW94VQOiQMYAiLqEcn3ykvdBPrvJcAOmklMZ9spp0CQ1J2mDZd5lTaC+APIvcCC8EErSJss9rdOWhlCIeC32ow7zmKfcFAD9yL/ilv+CSq7QJTRwMoUnWIfso10+DtH0aRH/kvYwRHIJL7KDQKnNwOqJUJk6llHkPfqQvL+aPUmvtgkMpDXIVkD6CL017L1fBKSB4BczBH/9P+krbGmTJ+xxlL0ubnPkEzLEiT+THx8PMPZd7GS9zCJj9KH9ruHJmH3n/acgxv5clLrM//Zxc5UtTMlbg030F/6dBKWWuUam1dSu1dsWnPkopQH54VaZPY6ynG1BKA8AXeXzyEV4ppaDUz0FeSrvsjeyRubdsFLpyH6+NjxwDgkLhI+8FpI+sKUNfIuuRq8iKtMt7ARkj1wJo8qdm79y5y0PhTQaXS6KeNJRuMlDDzOwiEwYLCDLYzLDI5fX64fX44ebB1jBsyDKIC69GkUqABbpFjLD4ODQ4zEPgPDcwzwDUDg8TagEWDquY7ChhsVMnQ5JUErmKAgRp+GIM+uXbg9FEDGJAZnigPnP2nPknG2eYfCgtK0H35i5I0r+qqhpinKZnZhkQT/MgzEODafQyiEXjWFxa4jrmqZA6D6k1aG5uMg2G/KbszZu3cPnyJXz44Qm88cYbvH7I58sQHiyySOZwOBkoV5jfqO3q3ISmplauPcn3c7jbN8H1TTFJQn6sRLl2DfV1LcTfzsNqKedwQdcssDFppGtWBlQpkwdOp5uFjyhmSG8kEoWDh34PE4p1dQ3YuWMzHn74PjzxxENMHm/kuiw8nIagDB0lDMwzSOP85TP48My7mJwbhmbJwuo0kM4lkEjGsUrHMcqkxcTkHA9gRTyMb8LhQztx/7FjeOC+Yzh8eB8LDVvN5Mfu3bvhD/ghNEwzsXbv3giWyKvw6ioPxUtYXJwn/yJMTIS5lxO4feMSBgdvk/Z5JtEd2LGrExUVHmSzYUSii4jGliEFV5BGTbdjdNwgb/I8DAOpNMBYgYc5hWAowYLPPFZXk0yCxpFk4iOb0WHobh4grZgcX8I9JmNGh2c4fg4ZBoRlTCZEmUwcGrqLFSbgbSyUdG9oxvEH9uLh4/tx7OhOJg8eYcJ/H6qryok3hAiTa6acdHeTD1vQ1taKzs5ObNy0kQnMNj63mYklMYRzc3NMhF7A+Pg4E2qlqK+v4R56kcunUVIcQFVlBSory7mXVljIc4dTQQpqUkgfGZnD4lKCzthJfFVMhvrh4J76vD7yBkw+rGJ5aYX6A8pPI5548jEmMY4z+dKMEsq/zL/CA5TQIDLZ09PDdU8xmEkyOVPKpEIzxzVQdtK4c+cO+RmEzxswE7SPPfYY17wVhw5thcsNXLh8nofba0zM9ZPH00hRERfMZNBVFhveYzHlbZw/dxpOlw3l5FMkGoZ8Q9fpsjLYWOVBFly7Dx3rG+HxUWZTq1xXHq3r6phEP8Ik8GbSXEo5ibN/nDJuIJFQ7OMhP1vw8MMP4tj9h9He3spE8iTnT0JngHLt2m384zdfxg9eeBs/+ckb+NlLr+Pll9/GhyfOc13Agw9wHUcfRm1NC2pqGtHYtA5+XxGTBOvwwLFH0N68CZfO38Tf/PW38Hd/+30mHy5jjnagrraOOrML27bvhJc8mZ+bZ/HqNt7/4AMmI88hkpiGvySP5rYStHU0oII6ZOcBtY2y0LG+nWvxsM0HHw/CEkwGAn44nQ7uvZ9Jt1EmvUawvBzkGtOUpzhmp2epE1EkmBCyMkgKcM7QUhgWyntleTUYT2CSRXuD+iqOxGaxoKm+llCHciZYYpFVZJho1flebOPwvTGshmJMNg3i9EeXKNsRJgUzGBqcgMYkh/yZNPnN6YaGeuqcRjmogY2ydePGKL7znZdw4v1TiMfTpNeHhcU4E/gLeP/9y7h1cxhl5ZVcXzmqWUDZv3c9tm3bQt2NovdOP/dmCqNMjM4ymXqWxfw33ngL3/n2DyB/KjzHxMSxYw+grb0TNibI3S4f7ecS/YCO0pJi3HfkINav68DqUhTjIzN489V3MTE+xfd5jI4NYdv2DspLLaZZtM9kU5QRG44cOYLP/dLnKLsrLFYMwuWhrjMIFttz8eJF9DPBmEnnkGZRJZFIU5+CyGYM2ptJ/OCHr+HkyessFi0yeX8TF5koWwmmyQfdnDOf16HreVy6fJf+aZ6FxmbYHVauv4jJtnXo7u7G7l27saFrI8rKKlDFIugYCx39d4dw49ot3LpxCwv0L8ODQ1ikHVhi4bKstJRxqYbyslr6tlJcvDBG3ZsydaKRhfut27sQ8JchEsthbmGV8y7iNBNiL79yBm+9cwYjI6O0b2HaChtCTCpbLFbycBEeJlMPHT7AfaxEdVUJ+VmGDJ1zX08vVhaXIH/edYoJWrHD8VgSee5FisX8FSZ2E0xGiI24d28YAwP9WFycRkWVB26PFXYb4HHqTIMp+H12bNm8gYX4eXzvez9ENBLHmdMXqPfXmcgrh52JnG/947fxzb97Ab09EywEdeHwwaO0pQ/j6Sc/Q9vixc9e/BFmZ8ZpkwH5t7XdLhdOn6Z8LtOnkq44C1sS0RkAABAASURBVCnyxYn1HRspI04Wrhq5X1nYLHYEWByxGnasa22HxbBhYHAQ8pcYovTFsoZyFj/FDhcXF5u+OkKfNTwiyawpyt8HuDc8iMGhPvT23Ybb7aLuJbiWReppBflWj9LSAH6JBY6v/+pzqKwqR2/vEHmco35GEQh4UVvbSP5PYXBgFrrSyHMXeWLF4sIigkzYrwSjcLHgaGOSOZcBXn/1BG7fvAu/30cfcJHjaygzm7DE4v7iouztFN5+50NcvHiWe5VANpugT57BSy//GLPzEzhM3/ME/fW2HZto95qRTIVx4OBWPP/8ozh6tJm6cQM11QHMTY+RDg+qKkvo0zIYGBhEiPsqf37eZrWgJFDEYtcILl+6ghR1wRcIMKjTcft2L9cWw0YWtvfu3Ytf/xdfxuOPbUJZuYO+eRUvMKl780YP9+xNiB/NpHVs3LALP/3pSRYBZ0mPHWEWK4qpu2UVpWhngXrf/n2U3SRsLOg6XF4IT9JMgqxGFpFVaRaJD+Df/MGvMNndhZrGIswtj8Drs+B2zy3KwWnEmbivqShDVYUPPo8bM5PT3Cs7MjxA2qwGylkIr2CCsbNjHWnpZGE7ADcTAoZmkIdZbOreyvhmA/kYYhFoBjlYUFRC3xmoZFuK+hTGd777Cn70k9dx6WoPk/AruNV3DeXVfig9gq6N9VjXXo4nnz6G3/nXX8XuvZvw3nuvYn5hhj58CBarhoamejzw4CHKZi36Bwc4bwYvvvgz+odenPzwI7z2s1fx/jvvI7i0DCcVqI/ylmIySHgzOpbB++/1oaaiHUf3H8OD9z9Fv17GAl459yZJnxClbuaQy+koLvUymfwW11+EaDTD4skV4j/LuKEKU5PLtMlztGtZ2igdYmvXd7bTR1/EwOAd9l9BXX0l+XoV8kW03r4bvL+BzUxYT9AOzNKf2ex2LAcXYFjBJHEKGSZGdEMxGR2Ax+tEQ0stbHYdadoRxbgoHJrDzPQ4ZT/P5PgqskkLclkrFhk3tbY34W5/P/fSzVgsZtpPt8eGZDoKp8PAy6/8GIOD18n/CUxNX+eadMYp6ykrFvJwGVkEKGNuxjMpxGJWVFasg9cToK1YxhALU6MjE7g3OIYXXniRdsHLeKgNhuaAnYnx99//CJm04jw+VFfXch054g/Q39fBbrfAMHIco6Eo4ENxUQlsVhvE9imlc74woAwYusF1rGJujn5kYBiNTXUIhpaYyMsjGg8jl4/gl557gr5nhMURnet0QOeYdDyPpfkwem704Qffe500eCH/xuCVK9fJJ406X0pblafvt9CGeDA2MQ6JWfv7+zA0MgidtB0+sg80JzAsGjI852i6Da+/fhZ9fTN4/4MzTMr3Qvx+U3M1ikv88Afc2LChHZ2MM2w2jbY6AIdDRzIVQzwRhY0+qp6xQXVNOWV2FIpx0p/+2Y9o+8bI2yT3WuF+xlJ52KkvG4k7axbe5Dz06BP7UVzspxyuoI/2j2qH7Tt3Qrfo9H81PIM0ontzM/bt24Xu7nWob6jBA4f3o62hDGV+8t26iqY6O5554iCOHd6DpYUhFhgNTNw7h2S4D88+thGff2o7nnz4IO1SBQvjGiZHV1Hib8aH71/F977zGqZmovjtf/kNLIfS+Mu//Qf69n6UlNkxNhlEPK2hd3gSXhb79xzrxNWeG3DaA/Q1eymPduhaEfI5N3LKBYezClZHGZIZjTJdg9LKMsSzPpRVbaTex8FFweG2IoMcrE4ncrk8UqksJHk5Ojpm+oWV5RDlbxSjY1Nwu/ymnPXcGsCtm/2UnRg0FqCaGhrR0tKCG9dv4KUXX2JsN8Axg/QnTjjtwEp0DqH4EpSWwueePUwc82gmv44cPYJEyolLl/qwGsxiXctGyrMXZaVltOmLuHn1DnmWwdD4BAYmhlDfUY+ee31IQMflW8OoX7cZQcrfBcYnl68PYYXnnsraehQzxijhOXbbzm20LUWMAe/grbc+gsPhgtiI06dPMaabw/kLZzE3P0s7MoWtWzZigmvMZDLo7ethXyu6utaZ8lREeWuorWUxLc64bARXLpynL7kI+c3UjrZG7NxKOaiyodyfJ+jovXUeq8vTfJ+knStDmvFFVWUTahhTS6zo9brwysuvIMr4VGV11FbVobqy3vxNaB12XDh7DY019fCwoBQNxWHT7IxBPLDwauQcuH39LtIsmM6Mr2BqfAHppOK+W2ibrSyox5HN2vHDn7zLgnQSP/npOe7VIoJBB/eiCHaLExHmEVwOp7nPrc0tKCkqpq3xwe8rMuOMMM/Of/m//ooF3vNoYEym6ZT95lZ4PB4M9A3g+9/6Fi6fP4+H7t+MylKFp5/Yiy99/jj0fBBTY3cwNzuEsZE+NDfV0h5VIZFMY4XxweDQGM9Oy+R9ijZ6mrZwhTHJOH1wHIFAOfr7JpCMW3Dz9hB90gC6tu2E4fFinvHCus42VDc14Jnnv4zDjzyGvYeOobSiGl0btqKxoY12zsuxGmJhHY/c/zl8+flv4Ld+4/dhaD5ouoty5TbteF1dHd57923al1fxV3/1l/gJ47E333obinJ87MgjOHrkIdTVNeKZZz6HLzz3ZfzyM1/Ckf0PYF1zF9a3beDZ/AAeeeQz2LHzAHZuP4id2w7R792jncxhNbSKq7R7kxOztNsrCC7HKXtDbE9gZTlC+xrEZb6/ees2kokMuro2we31Yn1XB/bQnjzwwFEcPLQXGza04fDRvdjOAvLBB+7HZ7/4JWzaswf3PfEE77+AX/uXv4Xjjz+KR594HIePHcGG7jZU1VTzPNuGzg1dLHDOMl5qQV6leF5fxmp4BbF4iLoWRSwRIoQp1xGk0gnIGTWXSwMsmuWRpW3MQOd+ryW1MrTHGeotaFPyMNhup8+U+MnmsKOc8WZ1bQ3trR1xJlnPUy/y+RwaGxu4ti7i0Yg/yTOsgXw+z1gySF714NLF8/Sjk3wXRyaborymyH8gnU4in8vQDmVNSPH8leGZxc0YubgoAK/XafaVP7MtkDfzITnKV4zri5pjSKmJU9M0eH1eOJ1u2ijxb1YYFt0EK2NCq9UgriwkGZtjwi/NwnaScpph7o2kkg6FLO/TtIeZdB5Cf472UWKBLH1UhnFkhmPkKvwyDIPr1SHzgp88QfoDGu80GIYVusUgz1OMTaKcN0O+WOmn3XxH+jhexiqlTBwyn05+W3mmEJ4LfvCTZs4mkUhAIEe6HUz+cAjE71ltBuMW4uM6lVJm0VbGCS4ONeeRnIiMk2eZT0ApJY+f0C9tAjIWeZh81VksdNKYyxnfwb232azcrxQkryj4pa+d7XnyKEMbKvIjSJVS3Fslt8STM9ct74UGAZlH1ijjZYzgk/dyTbDYIVeBNHEKEuGJXIUnPp/f3F+LxUZe2jmPxlcKskYBXdPYpsx1C35wMelMinRk2N8wIU955SDzR+iJs5gYZeFT0xT3QUHnVbGAmc9n+QzoukZbY+e9Zq5FaM5TYGRfYjHKIUHudV1nX50ynjT3W+aXvtInnoiThpxJm9I0yEdwyFUpJRdT3qS/Umv0a+wn9AmAXbI84+cIaRaNUwxS5Jokv9KUD7MPsQjOLPkmbQLCV13TyTMnbDabSZ/0lXa5Co1ydvT5fKYvkfEyTvgvuAtXaZP+8l6uMl5A6JV3ydSaXMg7kFihXUD6C8i9zCVXfPyR9gLo5J3sn/QxeC/yUegrfdKZtCl3Mp88K6XMtcgYGauUMvdHxhfoUkqZclFYt4yV9QhIP1mz/JKQ3++n73eYMgN+NF2j1OTNvf45Lpj4lVIQPLLOHOWe3c12oUGj3Mj+CH7RVbkKrZqmmXTImhzUXaeTfpmxlxRMhQ7BJwB+lFLmvCIzUrgUPDnqPF+Z8iH45Fn6C9+FPmkTAPmulIJSyqRJ5lVKmXIneykyLnhlXI60yxjBIyB95VnmE32Q/mIn05Q1KbLKvdI1aLoOxXXKGOkjNC4sLDCnsEBbH6LvCZt2St4LbdJHQJ5lrW6327TRHr+PcagTIG+y1EeNV+GP9BFeiq5L7OGiH5D9U0rRl2fox+I8m8SQJF152SW2iz7JGIEceSVr/PRalVLm3iqlTBkSetLUGVkvmYUcdVl+azVKO6DpOgSf8CEajTEfGKfNS5u8F/xCn4BSa3wVuoU+oVP29tPvhBYB4YNcwY/gEFBK8QmQdgGTFrYILsEjcq2UoixkTZqFXuGh9JM5BZRao0HaBYeAvCcaLkuZ+iH0CC65KrU2p4y1WKwmT7LZPNeXMWWabOB2aOZY8CO4BKfQL7IsciF8lavwUNqkD7ua/JGrUsrEIXPIOgXYZOIXGyH4hF7BWQB5lnbBVbgqpUz6C3iEfiv9oqxF03RzPukvoJQy55Q+Sq2tEfzIuwLw0RwjV6WU2V9wCb9tVpvJC6WU2adAT4EWwYFPfWR+nXKiUQ8KzdJHIEdZlqu0K6VMXiql5NEEeZdnH8FdgDwZL2B2+Ph/8pznvVJrY+VZ+gttn4ZPt8m9gPQV4PBPfuRZ4JMG3sizgOCTK5v4I/Mp0i1yQF1QutmmFG0iCRL8BZAxmqaZvBNeCsgeCKzxR4O8F5BnAblXSvCrj98pFD6C79O4C/dylXfa8Mg4MtksD/Ab0N7RwURDA/xM9Gm6jlBwFdNTs1hZCfJwEcXK8ipWmBCcm1vkYeg2C5Jvs2DzPpOS1zDBooIUDMfGJpi4uI4rV66YSVVZQGNjExPu68xDZJSOXb6d3dd/F3cH+hnML0ICnrLyMs7rh8YAyeGwMQHqQC2TD41NTahvaGCyn8WwpkaUlZXT2PkZdNhM+mbnFjA7O2/SFY8n2BbkoXmI819Db28fgsEglTFp9vd6fSgqKjIdhyi/CJbBIokkvSsrqyBQV9/AYNKHFa59eGQSK0wozy+kMDeX5IE8iJ6eMcIg8d/kuq8wGXYX0yxmLi+tImH+u0IpHlQiDFbi0LjRcRZilpeXeVjPQAx+LBblNUODnjQNoa40uOnAwMCotCyA9vXNPLTsQ0NjDfnhQqDYC4tNh8WqU+HTWFxcxgfvX8GVy70IrqxCZ6EmzSB6bGyBhZ05zM8uIBZNwW53oZgHUofTZfaxO6xweexwuGzw+TzwetegjoXEdeuaeXD0ATy4xONhhFYXecgJcc+XEY2tIE7QeQjKZmJc1zKCwTkW2GYQCi0yYGYRwUiho93Jwy9pzAD5nEHQWRBZYNJpGNdv9HNPpiC/1fjqKyfw7W++iu9+5x0mE85yHXcwRRmrqalFU2OjmVzzuJ1Y374OtVWVqGCiVv5koRRQSkv8PDzluRdTTAL2Y2ZmkvREGIjZ4XQ5IQXmMIuqYKAZCAS451bya5HyeJX9hzDKZMzNmzd5aH2DMjPHoDJlHjjlz01neXhzuRwcY2B2bhaTU0w88DAnxd00HWN9QzX27tmCh44fwLH7duD4w/txmAkr+Tb3Y489wMNaEyIMeHv7+vHWm6ftO4zWAAAQAElEQVQ450309d3l2qYoN8M8pM+Q52508pDq9rjo1EOUzx4mTUaY+J/l8wqTghOU7xI0NzeilokSSeBkeXiSYEGcp+xZBZNPmzZ14b777sOBAwdIw0F87nNPm8VNCboqKyuxa9dmtHFPS4rL0NDQhIC/hLJQSpz1OMxCV21tFRM4dXjgoW147PGj8PkdGGaiYTUyD1/ARjmLIJUJYs/eDfjl549j+/Z60mVDIpFFcYkPjz12mMm8LZDffpGE8Ftvv4ZLLOxGY6soKvaTpzHotB+0Y+RjnMmJNOUEWNfWBX9RNaanV3Dp0k2uf4jJrh7cYnGg53YfCxhXscJCdXAlxYRMGGPDGfT3r+Lq5SGcOnkZUxNLCC4n2D6P0Xuz3NNxwhhxZ1DfWEsb1oydu9tx/4N7mQDYZSYDjt13hLajFVu2bOL8TWhorMfOndvYtxNSPA+zUCAHZtGjiYkJFiRusoBwFqJbS9S1yYkpzLL4ZrfaUUR90jWd+r0KKYLJbzD19vYy+bVg7vebb7zDZM9pvPP2+/jhj36Kd959B/KbPW+88R6TJR9RLj7EayzmTE8tYv36zfjyF38Vjzz8FFpbOhBj0er6jeuUgxCKS4tIW5aHUCe629qQZOLLxkNpb+89vPTiCRbLrgK5FLyUeSf1Os0i+l0WC69ducbkTRIV5SWwWQ1UV1dC7EtRoBget4/7mkdDfSOKiytx/uww3nuvB9/99lv4k//yZ/izP/se/vpvfgr57RX5jbY87dK5i5fw7W99H3/zV9/B3/z1t/DC93/KosNJnDx5kuu9xCTUCNf5AsYnxrB5czflcR/yLAi+8sr7LKL/FFJAunHjJu1dlnu+SL1dpB0YJb+WmEhyIRZJkY6rTAgqlJTWMaEVo21Jsm+ChfiTLGpdIY5l6nASSrdBM6xMwqTZJ8/xBkNVhemZKdqtDNrbW5g8bWBxZoFydBm3bvZwD8NwOX1oaWqGnQHJ4OAwKioqUd9Qz6RqCSRxWkUbE2BSJJnM4q03PmQR8jblLAovg+oifzFtzDxOn7qIvv5hLK1EkEzmqed5ZJhwzGV5gOJzT8893Lhxm3QoJp3Wo6amDmVlZaR7GfX1DdiydSvbN9C22LG+oxMHDh7Gpk2b6W+qmSAPmvsi+q1pukmffGFo+/YdlIUI/H4/rBYbk4IGQgshHDu4AxQPaEwCl5fbmRifZ7HmOosasxgfjZqy1393GD/47ru4dvkOMtRZB2XX77fiuWcfZjL9MMcs4eSJj+gr5tBH+a2rq8GGje2kT3EfN6GWz5WVxYhE0lheidNfWpHPKerqTa4/jdGRMdPeaZqFa62HxXAgvJrAxPg0amsa0NGxHqdOncEHH3xoxgDDwyO0CTk0N8s+eNBQ24Kl+SAcdivk4GZjEkQOjQ6nA/Knh6wMSuPxGJy0x1H6I2/ACxf3Q/6c/tz8CqqqvOSZkwmwWSYC7+AiE98hJq2VciDg9Zl7bWNBJ8/CezarYZlxi6ZbOQbYs2s3AkzQTkzMUKZy1PdbeOf9DxAMLePJp47iueeexe/8q6/Txh/ByY/epx8ljfSZUiT+0Y/fpw2M4e7dftqpRdrtaXg9Fu5pPZPAIRw8sJeFrDQMxhQVldUoKikzZaC3d4Q6vg5PPvkkfv1XfxUPHDvGfhkcPnAYza1tqGDsIXFYT88A5W0RY6NTiIRjjENctAtRPPDAMfzmb38Fz3/5OEbHQ9St96hDQVRVNyEczuDNt05geioEi0VBfsszGF7FXtIyPjFKfZ7GBx+egt1ph8XugGFzkJcueH1OtHbU8lnhpdcv49U3zuKdE9fw1rtn0Ns/itf5PDGWRC7twd/87QsYGp5Ae3sXDN3CeCrFGCKAQMDHAsMUxkdZzLLoTIrrSKfipn1cDYUgf9nj5q1BvPHmu/QDM5BkbYr+jIzHzVv9CAYjKCmpgMh7mAXg4ZEwgqsp7lcchh24fO0j3L5zkb5zFOKzBvsH8E/f/D6+9a3XMDI8j0sXbkG+QAWWXiLRVa5fg/yJv9Nnehmf3UI8mQFr+pSjEjx09H5s7GjFxs5GPPzoPhy7fycam6sgydD77tuJ6toSxjlx7tciXnvtNdrxU0w+z8NKQhob6hCgD12NxHH92hx27uiA3R6gTS2BosxlUhrtxlUWAMrJHycM2ilJLFmYqLQx0dvU3EQfMgOb3ca4aQFbt26hn3WCIgmd8dvY+CTj43a0U2+y+Yx5EJdCqRzuNGXAYlggfPf4PCy23+VeOpBh8tTr8aOo2IkdO1q5Dg+2b9mBe0OzKC6qQn19I/2HC4dYPNu2vRMOp4JiPONw5bFrTxdtZw5t6wKoKDNwcG8djhzahu5NmzAyMkPdvY7+gWn03LpLuzKBXsqlpiu89LNTmKA/jIRTlP8Q9ymCluZ2NDeuQyaZYzwYh85i6gDlp66mBU6HF5cuXsd3v/si7JS7bA70azksLEbw+BOHyOsoZqaWYbdqpN8Fm8MK+eJGLp8ivRbyKAC/r4y2w2BRahUdnc34f//rv8dXv/oo459tPMSHMD8/Tr9eD4U4ZueGYbHm2F/8gw1SEKivLwONF8PrjKm7E+Mj5F2ScdM+2Gl/5ubn8cxnn8K+AztYRCjCzdsDiMZCGGKBzONx4q23zpNmYGY6SF77UMvCh/gAkWGdPImxUJqlH1haWkA8EYEUT8OrKwiuLFDP7LBzTVHGhZKgX2CfVCYOr99DH3UHmlohXVk8/4XPYuvmDRgcvYdlCuzA+CzujCXw/ulR/OSHp/Hqj85gfWMjtnS2YBuLpaXFDpS6g3j0SDu+9twh7Nlegi88txMr4Vto6QxgJT6BoaEhQCmIbFmsLsqQl3u7SH9Yg2jESXuxiiruUU3tOiRZ+HK6fKira2IxeBNyuTztyip1doq29SZmZ6fw2qsv4/vf/x6q5U+S19XD43eiuNyJP/lv/5ZnhSxWVmIYGQ5yL8tpC53Yve8QLl6+Bmg6C2jjOHnyBGnIUT8nMT83zjOPbtqOUvreyCrnmpyEy+WB0+lCEc9o1SzAx2Jx2Oi7+vv7YafuTLJPkOeywcF7nCMPw3DTJw1SPsdw4VwvLpwZ5RkojpVFhZv0x9u2bsaxowdRWuyinypBd3cjyss9CK5Mcx475SKP8fFx9DFmb2lpw82ePijdgj27d0E3bBgYuof5xRVkM1m4PT7EWEhxkk/TM0u4RTnxB8rhcgdYjBnC+NiMabfFB549ex5uJiNbWcxtpB7mhZ9cY2lJCQzqe3FxAC1NZdA0O2LJMBZWlmEl3rKqJsY4RcQ3g6XZCZSXuFBX40PAq2NyfA5NTaVweSLYvMODJz5zBPdGZzHFs29TSw3aeV4qLw1gyfyS3TAqy3y479B2PP3YMbhteXjsFpSxANvZ2ghkU6iprCHPbrNYOIKV5SB9fQxuuxvTkytwWnw4+d4l8rMXZcVNOPHuRRS5y1BeWo4ck9KNteVw2rKwqQRK3AZ2bOrA0b174VR5tDO2evDwIbitBhxaFg7aHBf9u5376PeWkNdT9A85NNZtov+MIc0iTNT8c8UJZOg72luaGFsPY2lhFks8h62GwtyvKO2Koj0xuH8uVFX5YbWm6V96WAh/CF98/nE8+MBWPP/LB1BWlMemzjJ0tJagqtSNbYxrdmzbiKqKIiRiEXOd16/fgt0RwMDgFHVdQ2/fHG3eAE58eIP770ff3VH8P3/y5/jTP/9TXO+5hlQ+js989kk8+tRjlHs/llaDYGANw2HFKmW0sXMzimrbUU0ZikEhwBizrq0TuiWAWNzA9194A9/53s/o03Pw+yqwdcsebOjaDJ+3yIzXH3nkYezftxePP/Iovvwrz+Ohhx+gfboP9XUdmJsNU/40pNNZhIJh6moayWgWRZ4SzEwusMhfhfLyKhZxq2jvttK2VKGlpQv79h9GBdttVifaee6amVlmUXUIb75+EsMDM7h4/gbtoMIM8ydNzW2oqm1ENaGF8UiguBi79u6GblVcg6KvAOVShz8QQBX1v4Y2UGc8HUulEWchaHhqAja3AxnaQ+W0YsP2Tfjqb38Vv/m7v4aHnjgGp9fOs8IErt24hsF7A4xJJnFvZABjE0PUrykEgwv0CVNYWJ5BPLlq2lCxl3nmRNYgg3w+TXsfh6KMCWQ4t64UNCjaFQM0WpA8jsSPw9Tb8bEx+oZ5jsvRTy1xbArZbJZrzkByA9XVNZCzqnwRprW1CX6/F3HmpkLBFSQpk2kms8UOgh9N12GxWOBgYc6iWWHVbNCZ48jR52VY2BS9dvEsZmUMlKVuSb7C4H0un+N8KUg+Qr5I7fV6IcXOXD4PkO4sHWKW8ZDYucXFRfpDoTONOPNYso4ki8EKQIx0RZk4T7NQmmVyOSvjCHmetTIcn07lTfmQ+2xWkRV5pFgETrEwnWHhKscEPtHQ9hjQdY00pZFMJnnNmDxRGpBXOUTjEYg/yzAXoukKmqaglODLEWcO8skRl+AUkASiTt54PB7aU6fZV84xwmcrY3h5J74vFApCimvgHOlMErrBPaN9IGpzfzi7SZvgV0qRRh02FtYMwzDnFXwFkDk1TTPnknsTAJNWq9Vi7hFfc74EeZLk+jImbhnDbpwvz76auZ+CX6DwTtYm+ApzyRX8SJu8U0ohz/WnKXvSpvE5RXuYoX8Qfspv8UnxRsZlyHcBpTSuIW/andXVCGU7Td6nzD1NU8YED6cgvSn63DCEXzkWJLWP5VzXNdjtNgg/1/ApGBYLNC5SKUXcOa4zxXWm2cfgPtjJPw2CVyll8tHOGNTCMUopKKVgt9nZ1wpZu/BZ3sn6ZA1Ck9wLfnmvc38L9/Is79fWnDHnznLtQpeAjCvMK2uSZ01TJj0ZFhvBj1KkQdN4B9KcJe1p+vKkeZVGpfieIDwUWRLZlzmVUnBwHSJrbrebPFlbg9AndMlVxsv8nwZpE8hz3wSn4BIQ2gpj5DnOQpWsX9YhIO+lv4C8l3dyFV4orinDPZK2wrgcnz89RnAUQMbJveCSPkopIWmNf9mseZUGwS2050y7kTFlQngtdMoeOp1OyBeOLdQLkQdpk7XLWMEtIOMFZM4UC9pCXyIZN3kt+GWvRU9krNzLWOkv9Ml6UrQLKcp3inIt7ww5e3A+oVtwCkhfefdpHPJe6HQ4HObeyFxCo8iX3CulTDmQPuBHcMgY3poyKVdpK+y50FKYSyllyrP0EVoF5N4gXTKHXJVSJh7ZG94A3CPDaoGdNttJ2+xyuyB0CI9kbQIyn8whcxXmXWEsJvl6aRO8Hq+HZxEn8sQXZu5+NRoxi6Z5rNkR6SM0yLplf+Ra4ItSGvc2T31PmvyXtUsf8QPSRyllyr3QIXvhZP7D5XKZeil0Ck1iD4TGwlhF3bFYrXCwn4BBvc5StmU9QrP0lbHCWwHBXQBpF95pXIvsi9Cqk4dKKWHnJyB8knUJyLzyQnDJWMEh+KTdxriuQLOsR9qkoUXIXgAAEABJREFUX+G9jC+A4CzgERqlj4D0LzwLfqWUaZuFp4JT8Mu98FLG5+k6lVIQfAIyRvAIXeCnMJ9SyvRvwpfCe+kj9wIyL7tTJnWCYc6p65opZ4JTQPoIyDiBwjhpE30XusU+Cd+lTak12mUvhQ79Y9uplIJSa6Bpmkm7UmvPQgMoSzJfAQSX3JOYtdf8v1LKlAvBbaNvlKvg4it2ozQKY/ggY4VWuQLKnEv6CSil8IsfpRR7AUrxKvcEPuHTH6FFQHAKyD3MUaSc88ozR0MpRV4KP3XzXqk1vZUxn4Y8z0My5hcB/EgbL+aa5FoAaf85/HxeaQMUQNA0nTyykgYLlNK5/1kzlirskezfWn/8s49S6hM+6dyzAgiPZR8LV7mXdxr3UCmFtc/aVfBq8/NLkN9mWVhYYTC3gsnJaR54BiAHjnv3RkwjIItfWQmxsNHPAuJF3L51GyMswg4PL7OwuMSD+zyTV5NMtCxjYSkMncpeVlHBokApDU8WcwwUgzxMgkpsWC2wWA0amATkN3IGBgaYmL/GOfsYcETg9Xkhv0W2l8H8tu1bUV9fhxyD6sXlBaww4ZnlvQhTVXUVC1MbUM1Dt25YkUimsRqOMmgn/f2DkOTkxMQ0lNLQ2NjMA8xmbNq4Hq1MbMk3X3cxWb1j61YmQjsYVJcgykPRGJNa42NTGBgYIoxibi5K+nMUdcDjs6GiQpy4DgmKBgeGceLEaSZbPsDlyzfQ1zvIBNQwBodGeDhdhcPhBjj3Mgupumbhs4sJ/HIobvLU1BTx32WSYgYrK4tMjPJwz4PZOgb1XSy2eTwuuNx2HhorceTwITz7zGexccMmOlIPAgz6G+rLWXT0o6G+Cd0bu5kg7EYuY0H/3THIbxlfv36D+9LLOQbR19fH+zsYHRtm4mCEh5UoKqrLUMKDtwT+kihZXJyD12NHRVkxAj4Pr6Wo4YGwljwuCvgpkDGMjA5DipdLy/PkRxoWiwa73cqiQQn8pEnucywwZBnMJ1IZMM43k1rDI3M4e+YaE+tnceN6HxOUS7DSAdRUl0J+c7CsrAhSKJ2cHKEcBikDITqYJOp5YKukDFksVh6inUwQFjHZ4uT6faipreae+cm7ZRYSrrJYe5UJiNu8XsObb76Jl156Ce+88x4TOGdx8dI1Jr8nMT29QJlLori4FPv27UdbWzvnNdg+jUkWTuVPP8shTP402dTUHBIsYJUU+7FxYyt27OjG5i0b0LWhBVu3dmEbD4u1dZVU1gSDYwKDlTkm5Wbn58zDUnlZOfnph+iNfCvq/LlzlJHLkMKFouPzud2wUQdqayqYIKmDJKWVAnUtQx0aN79FJcFnJkvdId5Lly7j7bc/wPnzF1jAjEDa8zRigYDwxMVD9ipED9raOnlI34RjRx7E9u27cejQEWzatJ3rtELWNDgwgrffep/309QzN/euiPiWeYAKob6hGo1NNSgucRNXCRoaqxAociKdDcOwZkFzDaVLAivKAsY58vgnTNK/i7PnLmB4dAmGBQzQdfJzAnaHDaVlOmVegcuF06XQ2dmOmpp6pFM57scATp44yULaeVy8cAkjw2MILQcRZOJqZHgYY2PjcDptTAKUo6baQV5psBouDPZP4/VXLuKt168wEdRLfg6jsaERjzx6CI89dhB79+6CgwFnkgFhhof80ZERnD59Fu++8z7+7u++Tdt1GV6vG9FoCK+88hJOnT7BxMltvPf+O9Sb2zzgRCGHXo/bi9raBoyMTDLZmceW7i04cOAgGpkYa2yuR4S24gJ1Pp6Koqi0BEozUFRUSj1J4iZto3x7ta6+Ga3r1nH9OnLZAHW/CtFIkgcHjfsVxalT5/Df/9tfM9H8I84zCoPyUFZWjIamalTXFKG5pRI1dSW4dv0mDh7cQz5UIx5J0QY4KWM56vIqJOguLvLCYmSQTsepHz4sL80x8XkKZ86cxt3em2xP4Nq1G0yeXMP5c5fZ14762jp4vBakWQj0+m2o4VqLSy2oqHHBE/Dg1u3bsPDA9fDxh/HU0w/h0OGNcHusiMVTaFlXiVraHzvtlSQ1Nm7cyH12Qg77N67fxk9+9B6+/92LOHem37SFd1nkvXTpOsTHGLTTtdX1qK2qZbLRi2peOzs3UWa3YIFFsg/eu4D+/gn6oTh5mTd5ZbVr0GlrVsNJ2skY5cKJjs4alFUW45VX38Q//P338Wd/9k+UizexNL+KeDiNybFFrvWqKVtxFuW2bd+CX/nql/C1r30RR44cRE1NNXnlMHVyYWFe3BI0Osh8TkeWdtTpslB3LdQbC+KxFA81GhOAcRQxeRpazWJocAYrS0kAIkugfDoo312kzYXJySnyKYEMkxzl5ZWQYnyOiY9kMoU4kySSELGwOBoKrZJvDiilEY+CBM0zM9MYpZ0Vm1xc7EcjE+gSfOeYQHHa7FBMKFVV+bF5cyPptyOdSWByKojGhib8wb/7Pfxf33gejzzyGJ559jOorS5GLiNJ2CkkEzF0rW9l3xH89Kc/pM96jfLeA/H1ZbRVXV1dmJmdxsmPTuDuQB9OnT5F27pIe1dFuS2GBGd37ozSX82b6youLqEdn0WO65I/zfjBByeRps2fm11C7+1BJslDsFtIf207xkZmqWND3Lt5SPDpcLiYNIjiwQcfRFNTI6KRKPejlm1hBJnIUkqZcUGCCS1JMIHPpaVluEcb8eHJsyaPN2/axYSADTa7hoXFKP3SKiw0QELnAuOZDA/4GmMNl9uDde3rMDa+gDjjA5tN4fSZc4wRxjE8NIWFhQScLh3lFUX0VWkEQyvoY+L+xs1bTPzdRJIFqywDvyrGGIcOHEFDbTHeeesaxy1T/8ZNWx2kf4+w8Im8AQ022o0m9NwZZEHyHiam55DJaey7xP3yUG+z+PY/fQsrtHNW6kIkEkEZE55D90a5BvbxFGGUhZQzZy7Svr6CH/zgx6b9+slPfsz16rBYc9z7cu6Jm4lo4Mc/fIX7sIh169ooc3nYmWywWAxk6Df+/u+/i3H6sTNnL/NdhLqUxNLCHEIrS5RX0qoMhJmUXVxOIxFX+OD9fvz4hfN4641evPjji1icS2JqIo5IyIqS4hr81V+/ipMfXWSclKJuAGdOn4H8VQtJDmYScQSX5rjX98zfknLaDFgsVvj9frB2QJ9bRB5MQnSihkXmirIybOxax63NkydJro2ynNKRSGro6ZlgnJdh/BOgTm1AwF9OP1SFkqI6NNVvgs1SgSJfOZP6Xib0K/Dqq+/im9/6IZOyEQywkHi7b4Z7nWeRIU2ephAMJjF0b4J7toSy0iKI3Xr7rTdpJxfR0FBH37dM/V6Aw55Ez50bkANqCZPJw/eGzUR3LqvMeC/JxJckkRsaSylPsxgenqJ9bsHySpj8TVNfwixkjmGwbxjXr96Cy+mGpul4+eVXaWfTjDfWm343FIrATbmMMDm6ZdsOOOlrXO4A9X6G7xepaxoqKiugdANujx+KMpVmsXZxIYg7PYPQNQ35vEb+GshmgPnZRdrRSspFGxPqbmzd0UA+Bukrx5FIpDE53YuGGi/KS2ykwY/29XV45nMP4Xd//3nIn62ubyjHLz//RcqHznUmqU9BNDQ2YPOmjawXGNz/BPbsXA+P08Af/eHXGYs+jec+9zS2dG9m0aKLe+HFls2b0EQ/vH/PIa7bj317jmB0ZJq0rTImvodQKMa4YAYxFgrdbhv+8I++wLikDn/5F7+Oxx+n7adcJuIhUIVN/mcZPIapG5FwBLFYgvuThcvlwNvvvY9XX38B0zP9uHv3KpIsRCnkMMv4zdByKA64cP99+/D7/+7XcfjIFvqpUjQ0VCDBfp9nwbKttQ4buzvQ1FiPleUV9Pb28Sxzh7J/Cm++8QHcLj+Lx1niHkBbezP1DSxU2OBlIa2tYx12797Pdc0whvBRnsJwM46TxEieCeKqyjosLqUwOhHExEyIhZJyFg7nUVRsh9/nQlV5IxqqOxAJJnDp/BV0tG3Ats17GDM5ceqjK4xnrrM4EuL+ujA9tYJoOI+5mTAkZm5pqaJMxzG7MAmnx0AyHcbAvWkoK5C3xNhmw8TYMmYnkvC5yjFwtxfXbt7ACs9cDSx0OxwBylYcr71yDf/h3/09Tp8cxxu0Y5euDJPmDIsbEcTiGmbnQoxfelFaVA6vz02/vxO/+3u/inVtDXjwoaOwskCwMDePspIK3O2/g5On3sPPXn0B/hIPtvCstq69kzH4PfT1LWJkbBY7ya+BwTGTr6WlxeSXnWuWGLUB27s34pEHjkHlcti8YRNtSQTBYBD+4iJoTPDIvdhzj9dlykUwFOR+KPqGFe7DDvgDJaisqKf9LmLM2kg/YkNwxYrpiRgmxsOk1YEMk4klgQCqKovJnzt47vMPQ34T1WbNUSYiEPwOhxO5rIbxiRnIn5v+iHHZxUtXsXFzNzSeUyZnphBhMUP+vL/N4caFS7dx4WIPzp0fRd/dcXzwwTl4/SUIBMrQvXkrZWocJSWl1KVVLC8ucV1hM4ak0kJi3IDPj5qqKhw8tAv/4Q+/gC89/xztsYP7bsOd2/0wNA33HTuIo0d289yjaOu9eOCBw3j22SO0+dM8l19DR1sbSDTa2+poOw3qfz3++//4U/iLK1DHGH5+JYtTl0bwn//iNfzdd89Cd5TT9mYRDi/SL2exeWMnFnhW2bJrHXYe6IavyMO44GeYHJ+B02pHOp7h1YMgfUPPjXuw6V6kE1nydgqlJT7SH0AsMo9j+zfhH/7yT/C7v/UVPHH/PmztaMbnnzyOpx86gkcP70Z9qRtuxixuZFDitqCcBfiygB0BxpIqF4fTkoOej8JJv5yMLsLrzCMem8VA3zWEgovkqYM+NYkvf/FxbN3ShlbGxCWlNszODqCxMYDu7nq0dRTB6YxQRgPY3F2L9a0VOLR/OyJLy5gen0I2Ccg/9TBOvzo9HcfY6CJxA1evDuPK1RHqwQVcvjaMuYUILl6ZxM3b9/D4Z34JO/btRDybpn7l4fTZcPrCScYDCeqcQkVVGbczSx2NQClFOgMoLi2Fz+2DxxeA2G7D4kJlfQc2bD+C4qoGvPDSqxhh0RFGnvIUgRT+/B4/dPoXjatMsVAWDIeRJsEZGvYki6eroSQi0QzPXlZoVPZAoAg2JqvPfcQ95fOGro3oHxrGGO3fJPVyfjmERhZD21jcffxzz6GT73XdzvPuEXzxS1/Dv/2D38fnf/lLOM4Y8atf/XV0b9mOXdTRBx5+FN3dO9DR1Q0X6Y8lkzCsOgybjizta4qFkAxjiiT1STN0yrsPDYzdauvrUFZRbt5rlNuioiKUkg9urwdFxX6UV5Sgpa0Ru/ftwv7DBwnHUFpRA5cnAKvdiWQyg/Pnz9P3DXNPlijSCVCwkctlGSsmkaZdzfAcF2ORLxINQ9Pz5HeOepsmP3LQoDgmZ/rpNOPrJPVUdOPI4cPYuWMn170Phw4dYhzRiTLGHA7OOQ57OxYAABAASURBVEc+TU9Po6fnNhYXF7CysoTzF87wDDZCnaC99vuRzWRg0Ablc2nSA2TSKfqgJHUozXYdSmnUVx1erw+1VdVw04aUlhRD1xUMQi6fQSpH+vMpykwSEldKUtdisdHeO6Cgw2bjlXiy2Txi9IsyX5Y8liJqmHIgZ9g8iyrgR/Dqhk6Zy/MJkL66biCfU+SBDigFXbdA163QNIOPOkGZkGeeQPBmKVPxeJw8T5r8LbTLGRL82Gw2CEiMLsnHBAu5iVQCUmTVWPzMck0Z0pdiHJTlVfZb19doypBf8my1WiG0ybPsm8YY3GZba1NKcRZA5pXEqjwa9CdQedriOIQ2aReQ8TKHDFBKmesQ/IJbQGObzC1tgk/2S8as8SxvrsPOWFj6sKu5Bmh5KJ3zc74seSHrlDEyXvoVcEmbgLQrpchPDfJe5s2Rl9JP0zVzHdJP9lXOMLmc7IuVcpIhj1OUlQyy5JOAjJXChYBSGgBFnBYopUP2y2DgY/uY/zKv8FhAeJHP59iH/Q0NhtUGpRvIZHMQWsCPIhiUVekr6xd6hO+K65R7OUdlP6ZD1mz2oTxz2Cc/sj6rxQrrx/snzzJG+gvePNct97JeWYPFYoFSygSdcinjCvTLWEEsV+knY39OQ4av8hzHfTDXpUFoBz8yn9Ar88gYTdPMd3IfZQErFApBzkuCq9AH/BTo4y3xKvJK+wTAz6ff8/GTH8EhoJSC0Cp0FK5yr5T6BI9SCoJH+gv/8sgDGmB3O+D2e6BbDVrJvNlH+gkepRQKH3nWNPWJzMiaCiD9Ze0Ccq8U++WoEzz/ynoLIOuWs5bkEMQ+CC2CV/gu/DcoA/Jc4JvIv7wzKFu6tqanMoeAUuqTNWt8p2ma+Sx4NF3/ZB1CT577pJQy90Ley54qpSCyIJCnbAjIvfCmoMcyv4CMETBIn+DLUnZ1ziG0CS5p18ibQpu0S395lncCSimedywQ2XO5XOa9zCnyInyRq/BD1gZ+hBahQyBLxVSaxvM9FZTzaLoGi9WKAm1Cg8wnIHNptN9yLziEz1KjkD2Q+WR+iflT9IfzrGnMif9YDSHKHJPYS6FB+um6btIqvlrWI6CRhrX1Z027IM8yt7yTMUJrgjlnmRf8CA7po9QarxOUh7U+Cci98FogQ92mNCLDdSZSKZ5nE4izr9Ai/JCr9BObLutYgyii0SjtVBIyXillyrpSCvIReuQq8wsdwg+hU/gjz/Je8EouS+6ln7yT9QhfDcqczC3rVUqZuA3u/6dBxoAfuQp+GSv3MkboFfyCW+YrvJd7AeknIPgKeyLzKrXGKxkv81M0TVmW+18E4bPIjfBU+st8MrfM+Ysg7QUw8TA+yVFHZX6ZV6458t98J/shE3Nt/6cfofvTsLYe3bRdSlH3ObYwv9h4uS/gKdwXrgU8Mv8aHo281s01y/qEnkLfAg6l1uYQegXM92xTSn1Cg1Jr9wX8hatSa+0kUSxgAaV5zbNFcAkopaBrGoQmoU1AcBTmy9GmyP2nQcYJgJ/ClbfmWuQqIO0C+NRc8izwz9/j47UIDQZ5YtD2AhnmBWXPRX9kvzOMW0T+5Vp4Fp4JXfj4o9TamoV+WY9cCyDPuq6Zc0l3TVMymZUBYw6SFFxcWMLkxCQPILM8tMyaRNTVN6C0pAwlPCRKAJlKpamIcR5i8vD7FaABzKXC6bagqroMO3btMH8zYiMPzI0tTSzU1KG0rBQVLI7V1NSgsakZjY1NKGUhwsLknzBD0zQ6c4sJSQbtSQZz8m3v+YUZHqAXTeXXaOjkmwoOpwMagwp/IIDO9RtYtGjnYaYcUBqU0nkIdaGYgX2A7yWADbPIerf3LsZHJ7C8tEJYYnJhioF0CEkaMO4NExdzTIJdx/VrN5nMmKNBSsLpMuDz2+EPOKAzaAgzoW+1uuAPlMLjKYbL6aNhy0D+XZ9RFl76egcwx+SW0ixwuXyoqW3Exu5tkN9QWQmGmMSdgRRtJbBvbW1FA5N51dWV5EU9JMFTV1eNogBxxqOQJH8sFqFRtoMSBSeDrYDfj4729fjsZ57iYfsgmslHl9ONubk5rtliHhjWrVuPpqYWgHwIM1Ed5wEjSjwLTFjJwUFpGQSK3PBxTXEmmUKry0wILjIITEL6RlbDWJhf5JR56JrBg0oKIfIsuhpFOpU1n+PRBAw6DDcdm42OSXg8O7OIJA80DrtO3ntNepxOxcNOlofOHGLhFAJ+h5nsevZzj+LRx47ysNeEikoewFhQtTtsdAgZrtdh4pniAXFwcIiH3quYmJhgIBVFMBhElEm2EiZcWltb0M0k3sGD+yDFEY/HjabmRrOtqakBFRWlqKurwhNPPIwvfOFJbN/WjVLKr8/nQyBQxHmcdGqkK5akjGs80CQo3+V4/LEncezoAdTXVaC6phK1tdyTIi/3P8fD93m88+6rPACegiRe++728CA4hHgySt4X4777jjFJcggPPXwEe/fsRm11DWp42Opavx51TKBUV1WSpxqKigLc8wYUM2krIIdQq9XO9mLOWYMNGzYy8dmBluZWVFJn5EsB/f2z1IMQROlDTDKm0nmuwcN9y/Pw4EZpaTXkm99eTwkTvROU7YhZAIpH00wgTOPm9TsYHBylvKYpuz7qSwmKiv2wsSBeXl4GbicLFoNYCS5BiqrNzbUoLfdh+86N+M3f+hU8/8VH8Z//87/Cf/zj38fuPds5JzjHEsKrKTgoogsLy7h+8zrsLguamuvIryz8fivvA9i3t4tnphx+9IMf4ac//hn67vRCUzpKi0sRWc1gaT7Eawwet5t8qUH35jbc/8BufOVXnsZv/uYXcfjwHiakNBYHx7DIvkuLqxhhUuTevUVcunQZvX13MDwyigkmTFZX0oiu5snbWlQywQkmnoeHR6CYlO7u3oTtO7YiUOyDP8C5mmo5D/eKiZPjx++DyFJJSQnHVUEpjQfyXZStJmiww251o7aulsmDEuzZ343jj+6H2+vFSnAVvbQtk1MzLB4uM2hT2Ld/D9o7G9HRtR6fffazePyJI9i2dQc6O7tQXV3KRFuMhaxFTFLG5U9aWSw6ipmkSqajGBjoQUNjJZ56+gGs72qiLO3AL//yc9jQ1U6arbzW4umnD2L/viYEaJvSqTDl1wX5rbhf//Vn8NlnjuPhhzfhc597GJu718PrcVKW63Dk6FHs2LGHScN5rIRSKGOhz+XWqQMGRscnIMmcVtrq1tYObOreQllb5rruQL5lXV1Tiocf2Yvf+M3PYj/XZuHBrrq6yrRFbiYYq5ggMZSNSQU/Nm1sxcYNLvLQZ9rAAweP4rPPfg579uwx57DoFoisi80I0ibOzszh7XfexTe/+WP09k2Z8mmza7S9VuSYVM+yIJhjQSpDR7hjRyeeeuph7N69Az6fB3aHBfKbeeFQlvJhQ1VpHZ584kkcobyIbU1nNEBlcfPWNYyPj6ChoRYOp5X22IdO7k2WyTL5Mk8oFITFqnD8+AN46MFD8Hs1+r55SNLF43ahsqwYweUIZTSBbEZRBuMsHM1jdjIEn8eDrVu7qQNO2vAW6sQKi7RX8e67H7AQdgZJ+sr+u4MAFPe+mnSMk/flqKyoglIaaWrg/uWZlH2Pc05RbxTHxGljzsPCQ6vdbkcg4EecBdFgaBajE3fx2BMP4vOffwQeJiWLAg7omk5dD1KXLdiyrQud65tQWuHA2MQy3NQpsYWT0yOIRJdZQFuCnwXzCH3C4NA9GBYnoKyorKrHffc/gNZ1TThwYC+++rWv4ODBHaauRCJh0llm0j/GQvWtW7eYTO9j0f5nmJ2aRFdbB2KhKFRaRyYOXL/cB0M5YbO6sWXLDiZB27hPYSwsLMDpciAWi2JmZgbl5RW4des2PvroI+rCFGVuCRLcFtMuRnmAXlpaZJEny6JEmAXgU9T1cRaUlvDiS+8RVxR2mwfI26hzAOueYDwLwwA0lUGQBZxYbBVnL15gQivGw24KFdXlMCx2iE1vbCymHLVDvhwxOR1EbUMNIskYXnr9dfTeG0NxWT3xWrAaSSIciZn01tc34ejRbRD/7fF4meR+kH4jjqXFEOZYSO7ru8f7MP1IJROJdYwL5iAHqocfPYgJ8mk1FKZNb0GUPlkOaoZhYxwyRz5I33n6uh7Ow/nCwIFDD5B/DqRTefzkJzfx27/1Z5ibm8W+fQcQp8/KpHK4yKT++OQ0ystKyOcKWIwk2taVYXpyBm6PizZXg4MJGLvFxYJpij7bArvVDqvFQT+axOJcHFatCOFgDhbNA6vuRJG/FMmEhuJADTZ2bcCVK7dw4+YwfEU2JNOKvKS4GBba6XpEmPSroO9uaqgnnVlCGiJvcoD10jY+9dTjuO/YEVgYq+W4QQG/n/FABj7K5J6dO1BfU47FhXnIX8JoaCzGnr2ttF0PMD6LMLm5AF0FsLyYxeULAzj5wTWcP3ebdJViXUsrbdlmKD1HfoWpH41IpnTcvN2Le6MzsNotlOdq6nkRqrjn+/ZuwfD4IO6NjUAnPzYxJksmMliYn0ddbSX9y0588fknaDMfRzP9Xhn5WV9XQ57FIEIlRf2FRcpmIkHbGYfN7sep0xdw4sOPKE9OJn1zZmK1mv7esFgRXk3QxkdQThvrdLpx40YP7t0bxbmzF1Fb08Q1h2BY3ZieWsArP3sbf/L//j3eeP0k5Ldtmb9k7OTnOkuY7F0mbpBnOtLkfYy+XMEC5C2w2dwkTWdx2Ys3X7uMU6eu4/zFDyivk5hlwtgwXBgaHOW4FBLJFfrhMjg9APQo3nrnFerULCYmx7Fl61YMkrZTZ2+yUHQDQdpkp9OO0ZFBykUE/+n/8w38X7/5K3jgvl2YnLzLc0KIh5Iw1rfXszg0B7/XjkwqzH0YwVtvvoXR0XFUV9eRB0kMs+DX0tSBPXt2IhiMsM+cOWcqtYKqGjdtQRb33bcXCRZ9k0wErIZXSWAetbUVsDktTAzEsEoZy1B2uGg8+vgh2jygrMSFro421FbW4OqF6withEhrmLY5BaVStC8LqKjyYdOGFqwjnaNj/Sy4f4uF4hnGPB76HxtKS8pw/MFHuPfHyKMMHniIdO7fDQuLCOfPxfHjFy7iBostBmXd43GzBqJw6/IV1FUEsMqihdupI0WbPD0xjbr6Wu6/C/39w7CL7FVWwsc4TFNW8ioPGiQW9IcwOj6NufkE+5QzBhrnujWkUwbbV2gTctyTCLJMrrs4H3I2GLrD3Ps5ninmWPxysyi7c+9WbN+zBQkWYca5z3eGbuH67euMG8Zx4oOb+OH3X2LBzOAa7VhlzN5z5y5j1tOYmlyF2EtD9/BahNs9Ebx/4jbefvcCbt4cwQ++/xrjxBm0NLbj4oWruHbtKk6ceI/ynce+/btQEvDC43TCySJAfU09uro2YcOmTu5jgD6nFb0Dt3Dr9l3E42GUldvw8s9O4Pr1fsZhVTxPzsFPu9Le0k6bEcHw0DhpMFg8HkcqU2faAAAQAElEQVSxP4C9e/dSZqrR3d1NWu5Qx1boq0KQL1lWVBZj+/ZNOP7wYRZ+tvI81YyTpy5R/i0sAk+Tn4vccwsaeObZsLGda05heTmOmzdu4tyZc9yjFNc1AqgE28fxJ3/yu7TPLljpW9P0zYlYBnkWJYr8ZYyR7sPw8CRm5pfwne//wPzT716vC0WM11ta11HvvbBZvfQLdnQxzvH6iuHyBqijOSRYgJI4oq29CpWVZZidncXS0hJt9hwqGMNnMzkoJvNmWJx1uZzo6b2CYGgG8k959N4ZxPjYHFaWY+jp6cPk+Cht0yQG+m+h5/Zl8GiEprpK2sJ5JOgXlxfnaaPD9LFZWBmLfXTyAs+vEfyX//KXAKz0t8LnDOPqJEKMW05+cJk6kWKMEGbcPIxTZz6C02XH9Su3aZsdSMZSOH7/g3jy4SfJvwiKXAHEllPYt30XDu7ejSKPDVXlfsqAA20t9Sjl+SsajqFrUzflNoIgE4tuu4bPPvUIHmPRvbmmDI88cBCHd23F8599Er/91S/ha5//DP7yv/8RtnTV4gnGkju31qGhzgWPOw+rJYtdu9ahY30Z9WGRMW4Fnnx8J373Xz+Pf/v7z8HlieLo0U3UqSxtfxk6O6pxcP8W2pUNtIEh+rIZhFZmqFPUhWs3cPH8TYTCOVPmz569w+J3P0ZGliH/PMulS/dw5uwgrlwdQzhqQ3BVIa/bEKeNcfF8mmCi7OTZs7DQbmcYf5ZWVqOtcwO27tqOQfqPd0+cQJpnr3g8jWg0TpndSl7SFmcyjIHCuMHziHxR9BZjpI4NG7Bx40Z0ESKJOL7zve/Ax/N9y7oW7vMtuN1uU37dvhJoVjcU4xmr249wLEH9cJAvVshfA8pmDUBZsMDczJ2eHniYW1CkrYQ2bOv27chrOgKl5VB2B6qb10F3uCnz41hcWYWbhcsoi+PprA5lOOELlKGjsxveQInpCwPEYWF7nnKTTmvQDQf5EkeWGTMbz4byZ8ZFbvOaQjqfA1UFOnM2ceZoNF2jfbDQvmmwM07OIMfiax7pbIaQRYI5nEgkAgFJUum6Dq/Ph8rqajRRX+XLlD53ALOTs7BqVpTSRliUBS7mFazMKxiGDk1XcBG3nbQoBfQP9NGHjGFxfgGrK0EW+RPIUPeWFhaxRDmcHBvH7NQUzyJO2A0L7ORJNJqkLbVSL6uxa+ce1Nc3QHJOk5OTpm63t7ehrW0d6uvrzfh8mrHpHHMqQrMUdqUvBzCeAi952hsFwzCQ5p7Ll+XnGcOAH4/HQ/udhcfrQRFzWzbSnEqnGDNlsMK8Soz80KmvTreb+hijb8iY/fPcS/Fxa3m1JCwWK5xOB+x2G6Q/yFeih8Y9EFoynDdDHmdzHM+gN82zUYYgfQSET2BSS66aDuKzfAwGbapOPBqfDTgcDsgnQ3xJ8lDWa7FYzD6fzMN30kfWq2ma+Y4MoG9OUPdjnAXmOlL035KEVEpRJykHTCqnKCNprj+fzxKFtGXMvjKPzCmglOI67Vyvcw03exbmEXzSV3ALfdKfr0388k7ulVIkR5n7IuOEbgG5F5B+AoW+mq4hr/LIsFCeYrE+mU5A+KhT1qyUOVk/EVLH0ybInIJPQNfW1q/xKqDrOvlIflEWctwHmUN4KvsnjwJZ+vMEc4zJZMrsa+d5TsZJ3wIOg3KqlA5FcDhcsPA5nwcK65a1K02XIeY6M+RthkWpNCGRziBFUEqD0K7UGi/k3mazm21Cu9AnVwG5zwoO7q1cpQ38KKWg1Np4afs0SD8ZJ7QIXXLPIcjn8uaeSrvwymwj8fJeKWXuq+iz0CPvxRYICG6bzQrRcZ35D0XZhuJogrzjHZRS5ng7ddjGvVFKmXPJGTHKYpDgk3kKUBgnYwU+3a6Ugs79Ep5LP4NyrpT6WP/ykHYB8PPpcdJmcH8FZDxIn/AiwbOArEOKVIq06xYDyqIhp+WRFr2kzuZoL2UuooRSmlzM+WR8AQpzyVXa5CodZd4CyHM6nUaMRbsc903okGehQfZC+CBjZS4BeRaQNk1T5LHBeNBqXuW98E/GylxkAZRSKMwl65R76VeAHPdT7sGPUgo2m8200XKVvmw2cSi1xk/hSYE3cpX5hB7BIfQopUwdFhqkb5ZyLDjW6FmjV/BmaNNkfYIjxGK64BEcoqd26pFcC/QqpUwahDfSvjY+Y8qLUsrce+GHnDMStMPyJ+CztEuK/IECMrSnee6XjJM5Za4M9SPPtQtd0ia0yrld/LbkKGQe6WPipP2L0sfLb66GGaPJuSUWi0PGyXjwo5SC4BM6ZO0Cso+CR9YjtBfeSx+l1nghfLZYrFBqbbzgk/e/CNIuIOfvJOUlTpsuIH8iWPZQeCWQRx6irxHqkNAnIM8ChfsYcxSiY3IVOqVd5hP8QqOsW9qFTwLyzCWa65P3hXvpXwBpE/6KLbBSn4UWeSftci8gPJA+0i44hT8yt9wL3gLIe6FH3gtIu4wXXq3ZYAMW6qS0FXAqpSC45VlA7pVa46nwTHgkeAUXyCPwo5Qyx+Djj7wTm/fpuYU2eZar8FD4IjTJs0DhXvoIyBwF/IJWKWXOoRWumgb5mHNR/j59lbGfBnknz3LVNB1Wiw0Ou4vxo5MxjwWArA+/8KEEEG+BBhn7i/ALA6CUMmlUag1fYU78wkfazfXSTsm9vJY90Lgmpaho0kCQ+eS98FLuBcxnky524I+08fK//Uj7L0JhrFzXgA6UI9fuc7xTXIPGNRi0g1be62abzJ+l/ZF9KUBhTOFaaJe9lDaZm4M/+VFKcCtoXgbbEsiFQhEeNoM0cmBw44Tb7YUE67puQFOaediVf4Omk4WhlpZmNLJg1dreiLKKYhpXBYdTMchdRWV1GYVYJ7GA/HnSdCrNhEAOcjWVjkZLZ0DpYFK1srICHR3tWL++3cQn7eHIKg90QR7KY8RrgwSoYrw0XcPyygoTP0MYHBpiYmfKhL6BfoQYqEpyLBiKYnF5lQeUJcSTnJeR/woTLQssDioKmhgkny+A6upaOhc7QkwcTU1OYWZ6Grquc+0KMRpATaPzoVDmcxqNjgiezgDZRwiQLwE6Eh+dvJfrdEBTVswv8JA6vgD5Zvc8D+Jz88voHxrhgbkfvXcHSO8IbvYM8n4YmqYzgC9GXV0tysrKiNONHI36AgPyvr4+JiCuQf5tw0Umnu8NDeL27Rs8RM2TD24EmHigvQcHwMmgS/bs0qVrkH+7ys7AvbOzDVVM5GjKQDKRggad67TxqpBlwCXJH7vdQCK5CqfbisrKEnSsb+VBogXlQgsTxF7Kg83iRGQ1ieBS1Lw6HQFUVzSgsa4FtVX1cFgdyDE5IE5ukUlGJ6tpLS2NaGkqxfq2KlhUjjWMJHQSa6Vd0AEYlKOigAuNjdXc81Z0dbZz3nVYt66V+1EN2ecUA05RRMG7wr12MNhvZdFZZDHKwrA4VDHCYrCylKMEk1mZTIoOKwmllGnIa+vqeDDfjfvvvx/bt29DKLTKA9gAD0kTuHWrB/Lvp125fBU3rt+CyEVpSTmameTZuHELGhtaEI3EmeScYeFxEu+9e5EJ7tu8v0tZGyUvNc4VN4uO/QO9sNoMlJQWo57J5M6uLvKzEi1tLSguLUIiFccKD3uLlD2D8pRjUD3N4lkwGIQopMPhRCBQjAz5OMoiv/w2Js/x1JMs5nlQHB0ZxwJlQH6D9vCRQzh4sIv8aoGmWzA2No1xJvEmpmYBzYYwE/6vvfYO/ux//h3+/M+/iVdffQsv/vRVwmss6FxAcCUKm9XFNcxgiHJ5hsmCd975EP/0rTfwysuXce3qTSSTWSYpK3igbKB8u5DhIWN8fJgJvln4fA4mHXdjw8Z6ym0Rnn7qGH7nd76Of/OvfhVPP7GHiY0uPPnE/fgXv/ErLGTtx7at3aisKIM/4EZ7Ww3l3cu1zCMYDELXckx8rjD5sQzF/+qYUI+zWDM6PIZ7Q8Ng3AqLLUNIMkG+DKdLw/rOZtgdBuU2i4oqP6qqPXB7DCYpqvHIY0fwmc88ic2btyOXtQFZNwytBO+/cx6nPrpI/RnC+HgKSrPDoN0J01bUU/e2kMampnoeiFNI8rAzyQP9Mm3H4OAw3n3vAxNGxsZwiQnUt95+G7NzMzCsOvHk4WRSUWkGGhqbWXg6woT0bsrxBuzc1Y3y8lpEmKBbYRLrzOlLGGVy2Ub9cDhtlPNy8q8KtUwWu1wKLg9YdCk216ZYANq4qYPJwnYEihywOvLQjQxlsw6paC9aW2tgZcFvaHAaK8szKC1z4cknD+J//s8/xF/91e/hK195EjUseqa5bxIUaAzm09QNL3U6Qb0aGh6GJDuvXu1B/90hyvgCD5EKlUwWHTv2IB5++DGUllbgzTfexezsAnk2ySTUJZw7ew5TUxNIJeM8CGRM+1JXU4fx0UksLQSpLymkEjnqThvlpARRJphkzrraOmzc0E2cpbBarFxHM2WrFlNMJn740QdYWpqFx+0wbf3Fi7cpb2k+W5BkQieVzEMCVIfTQcuRo45k+M6HxvoGUI2wxCSR1WpnkmaVyZFWtLcXw+/3Qv7E5wILJG20aZqeQmWVG2XlAcqKDXanlf5pjHjjcNL37N69i3smtqcKFfRDVkPh0qWPcPnKKfqTHOnKoojJ64b6aojfsloMJm/CWGEhX9Hhi5yWlXs4rx1nz1wgv8YhiRUFgwnLRRZ+7jIROoCy0jIW3R5CcIVJpXAS0UgKE0yqLzEhv8ri2kB/P3mxiG3btqGsrBzXr90wbYB8oUKSPCJrsyyiLS8tIxgOIZtLUN+DmJ2foa/KIxzOQIpV9bW1MCwgT5ag9ASe/dwj2L2nFlu3bSJfFjB4bwqDw9PI5NMoqyynTpYhldHhcBRhdi4Mbhv9Zoh6usjnKXi9LnRtWI8/+IN/RV00KNMRJlCStE0hzM2uck47nDYdNVUlaKiqwhL9XiWLo8hrZjH51s1e8jBM+xvCIhNdSfpj+asBvXfuUJZb0dDQQHnxYwMTjtu27UAVi8t0F+SnnzY2STrmkc2k6Zvn8Dd/8xO883Yf5SAHnt3hcvrgcvmRo3+O0c8pHbBYNSTJm3QuSZvsQXd3HY4c24uKigDXmaM/OIrPP/cEDh7uxpUr1yiHUURZvJHC7oPHd8HhccLPIq6/qJhFlyh83lIE/BWkQee1jDLWQR25H88//xyLsDsR5YGph4lNry9AK6YhTp1fXAjhLHV+3PzrFvfYJ0l+LWF4ZAQTEzN49bU3KFurEL9gUCdu99zBJG34z15+HefP9zDZnaQtkjhEx9tvnqBOGPiVX/kKvvGNh/GrX38YddWNpu6u79hAmtzoZOzU3FALr9PA3u1t+P3fexZNtU7EmMCUfUjF8wiHksQbo0wpaJqBSDSBeDxFG2lBiknWVDwJB3XJ0BT5mUUmm8avfO1ZPHj8EAvyHhw+tgf+Ih/3I4p0FtB1K6QYvER5NJiAWhV7Wl9DKRXaLgAAEABJREFU/j5AvuxmccGLJJPNcph8//0TTGKPmni3dHdxHgskJpgan8DPfvoSn3W0rauhnWijjW8FVB5vv3Mag0OTlJkITp+9jnA0Q70Kk/40ZqenyLtlyLxioy6cu4Q4D33btreje3ML9u/fitHRRepEDLdu9nF/QximPb918zbEbkQZiw6ykHP9BnWzZxg+XykqSsthZzJnanKUerKIy1eu0m5UUG5K8JmnH0FXVxM8LCZY2WdoaAZLK+L/p0BnAJ8/gGMsFnu9HhRRdtKU19raGtr5GtSwoJhOZel3nZA/hTtF/1LN2KmHBafV1TiiqwtchxXHjz+KI4cOoKJc7FAxGhtLWUwZxDz9e5ZF83w+Sv6lTRurYAPP91ilHTBsFsRY/F9ZXaWcxSinaZSU1OLo0ePYuX0XwL73hhbgdgXgcltYoJqhb+lAoNiH4pIiFnHuYqB/DH//D9/H8PA88izeOV1ubOhuQ3mlBxZLBs//8iO0YZdYWDtNe5BDMrmIycleeBjrJ5NBykKK42JoaarE5k1tyDJBOTg4iH/4+2+axb3VcIIF6SzsdjfKZX3l1dy/IO2vFa++8kMWFK7y/SoePr6f9GrklZ38DTEmdtH3AWUVJVx7DnFJXMXS5m/Pt7U10mZ04NCBA9ixZQfcDi861nXCZnNiaWEFt25dp/z0wmXxovfWOPJJL6EUoTng4rlhzE2nMDY3gVv9XP/AEGOGEHburuIeu/HOO+/yHGOHRjkcH58lD+wYG10mbQZu9YxhYSWM+eUw3PQLXq+b603isccOw7AYCIYWsGVrE7o3d7A9hcmJOVgNF+blnwqYmYDb74YsyheooC3V0NHVDivjiQ2bNqB9fRP8JQHyfh08Pitlz4O6hgbQzcDGpFGguBRVNfVYYUH6u99/mXtYipVwGq+9eYY8akZtLaGuina1BPV1Zbjv6H7ul4cRgM44NA0b4491HQ3IMS6HUvAHAti+ayOee+6LjNUO4t13+zE3s4R33z5n/ka8lwVCXbdgcTGIH/7wBzh96gN8ePJ96uE87c8dFu/fop+6gw9ZWOroqMeXvvIonnnmKH7l6w/h6WcOobbRRR2oos0L0zf2UUfz5m8pZ9IG77P0OU76y3nqdhJ3egfwt3/7jxD9uHt3kHJSTBknzZRvpWUZr/aRfmBpecqM/bZt7+JeJTHBmCTKwm2Ahb0bN6/TZ83TJ85hfmkRIZ4hDcPK2LOL9A4jFFxFKh0FtCRtU5TxgIvPaXjcHtisFsrVIgZoF6TY/cBDj1Bf/LQBVairr0NzcyO2bdsCv9eD7fTROfp3uhys0O7R1UH+WpLf74XEA8XFXqTTEfqsEfL2c6ipqUEt4yBN03H69Bn4/X7yZAK3WPwuKnJSDzR0b+5CJc9sq9zbyopy7rkd69evQ21NNTzcN51CcP7cWVSyICtfzNQ46dT4DPK5OCKROfIzA6+7COUV9bBaXMQ/hctXrwA5C6rLG7Bl8y7a2E608oyTYHItS/+/fedmyJ9OLimuhIMyGmZsMj46hpd+9iJclEmDhdGsSmJ8ah49/SMYHJ3GjZ4h9AyM4crNu3j9/bNwF5fhw7OX8c1v/xDvf3gGP3nhJZx49x0szo+SfxlTBn7tNx7FE09vwv6DjTjA84tKJ/D73/gdHD6wDQ/dvwv7927Eb/3mV/Av/+Uv4cEH9qCDheivf+0JKASRzS4y3p8Ew1O0tHoALGDf3k7s27MJUly2WxRlahJnTn1EWZqh/CwxPssiGbdiaHCRZ74lnDx9F2cuSPG0H5eujuLeaBD99+ahLB546dsNqxepnB3eIi8eefwI/u8//l1s2Lwec0sLZgFsOZJEP33RNa75zPmriMRz1IEo/ug//lf6mXmkkwZ1td7U9TRtdZJB1CsvvoxxnmWsuhUW6GhsasHefQeQY8HsVs8tytocFiijvkAAWdqZDChR1HGXP4DVeBwZHgIdDgf3Nc49zDPGS0C3OGh7FX74nR9j4GY/JudWuJ4bsLJfjkm/ap55LUxwO5mzcbMguRQMIshi9yzzEJ6SCnRt2gqNOHTmNBZpwzRe40y2ZnJ5JOmjGJohxrXllR3yRSG6ScwvrnC9CWTzOWQIJB9Mp9CeJBElnToFXpK0adKb1xVjrDTytC2KMQF0jfdMZmkaea0jpylkkENW/mOuIyf3HGcjzXv37sWxY/ehihttMayIRWNIk7Y85T7HZLpSCjohn8tBI944547yvGihzU0nk1hdDiLFq9/rRUmgyNTpLJ1kaIU8WF4hvoRpbwzDhnQqjxwX4XH70NW5EevWraM/WoYUYa3E53Y5uJ8VLNg3m/pOJYNANpuF0FOAAn127ltpaSn9aQltVob4yQPkkU5nkCUTNWiwGhZ4edDzkj6XywWd/LHbDfiLPLDyarFYoesG+R8nbTkUPoZhwGq1wjA0jtEAlSNmAvkH3mnkqU5+6LrOfgZsNivkfo3GHHFlCTmT7mwuTX3KmM9KKWga8RGH5E4K88hc0p7L5aCU4ryGec1kMubaQLsjfJBijtVigcvppH+0cK2yZiDH/cqQT0opc5zgEXz4+CP3sme6rkiT0Cb0ZIg7beJIcg8lWSn0yxCZy8J5hC65ynhpSzIWkPdKKcgcAjJGQNrlWfZHQO6FJ0oprj9rgmInwSd7J3om9znKdyqdZHybBshXw2aDlYVIGWvKfzZDbuVJd96cUyll8lBo0rl3ggP8pFhQkTXw1vyRe5HXFGVBIMhc5OpqhLy1EheQSCQh72Xt5gD+T9ZhGBboxKtpBls09lVIEbesRyll8l3oL4DoouiexLiK46DpKBTYZQyRwPhEngzoui5NxJv/ZyD8lf5Cg3SQ9Sml5NaEQrtSyhwnfRX5JS/lnaxXcAh+AXkva0tTn+VZ5N/jodxTrqWvrF2uSino1AtSsyYPPINkRc45dYrFeMGp6bq5buG1yISsXa6yrl+kU551XaNO2FDop5Qy9y5HOZVxGp/x8UdoV0p9gl8z9QNmf6FP1iFdpV3mL4DQJeuTdcj+SF/pJzQnWLBLUKYSLNibIPds07kOpZR0+wSUUuaeCH7wI1fpJ1c+mvokz2ugQdoFhG6ZU+ZOEneCuiE0yTuhOUmdivF8JO0CQmeGeyHj5L30VUr9s7nlnY3yLyB4pI/YV5mjgENwCgh+8KOUMmlSSpm4ZKzwSCll8rSgZwV8glMpBdk7WRP4kXmVUp/IlfR1Mv8jY2W/2IX6kjBB5hV6BI/0kz0WXNJHQO6lTWgQvMIjpdQn8iDvZf1J5sVS5IfIRJ4DBQzdAofdCbfbDZlX8PPVJz8ybnFxkbFXxMRXzHOfgORpZN12+gSLlfrN+aSvzC3yXwBpE2SCW/oKLUKjrEXa5VneCS6hX/gjNOi6ZvJL2qSPTjn6RdAot0opcy+kTwGUIl9BeSbwJXTaF4vVauqG9FFKyRtT3oUOoVGuQrPwWuRG9ltA+C7vZS4B6SdtEeYcBORekCmlOJWGwkfWKOOkv4A861yD4JB5BLfIl/BL+sk46aPUmpwInfJcgMJ76StjBEfhKvdKaaYsyrjCPDJXYZxc5Vn4KbzW9DVaaR5MPuQYG316LqUUlFLQyGMBpRTk8+k+cl9okzUK5OhPpV2u8vxzGjO0dRnTJ0l7jvGQyKGMV4r7RUJknICMleunQdo+DVkWBNOpjOlLZY41PBo0pUOBa6P/Fh8u90raOIem6dB1/X9bE/iRuQr4C/dyhdKg6WtjlFJQSkH7mCeCS0B4rpQy+Sh7ITIh7SLX8k76K6UgH7H5gldAnj8NSikT/6fbPn0vYwSEzk9fpQ+HmmNlLgFpE5C+wm/pTxazj0a9spAPFvOe206684TcJ3sj/YWnci2A4BFYw5M37RZ9isGkXQ7xWMoEDwPyda1tPNisR9f6TlQy0SxBl82q84DuQlNzPdazaNfGolFrSyPa2utQ31iMhsYA35VihsnyqzzMyTczR0ZHeLgbxRyTwdFoGKHQCmb5fnR0GBOT46ZhFOdaUloCj8fNxSjT+LrF4dptSNKRRuMxJlNi5uKkwDY8fA/B4AqsDLRcThfE585Mz/NQ3o+FxRAPwM04dPh+dLO4UsmEVhWhtbUddXWNNH4OBs9B0jMHKaqEmMwO8qA9NTVDOif5bpV0hbC8EmPwkgGgm0zOZvJkuB119U1obGxhu2Ye3idZiA3z0JJhFGOxGnB7aYDtLh6ww5iankNwNYowi3PzLDhabQYMC/gcxtjYGHp7ezEwyIPR5ATC4TAWl5bInyDXmTWvYSbMVoJLTEYOM/F1mwW9QSwyKS2GXIQg4A+woMqA1nBy0w0eGlI8RI7gxvUbLI5dRYiFYlFQSdBv2LiRCYFt3Lf1KCsvhc7CQTaXQklpADU1lSgpKWGbQf5rnF9DPmdQFrJcvQPlJXWoqWyCz13M4kIZGutb0MSiY3lpBd+V8UDSStyb8Nmn78fnf+lBfP2rn8FTj+/kOwM2zqNBoXN9LQ4f2oyOjjaMT4zj7LkzLHLdZoFhhTxfhvy5nSEWyG/dvsXEYJT7ZIODB0URVBFYUQy5phlQyrdAI0yW5HIZJBhATDPBury8yH3SsMrE4ukzZ8zEhfw2osEAsoJJ+ra29QgEiuk8XMjTqCzyoDjBZGVf3wAGBu4xYdjLBEcfC6c3eVB3o6GuCQ89eIyJ7M8wIVOH2dkw6R1GMLRMPD50tK/jmrdBEl0D/YO4efMWCygjPFCmYLVZKD/LOHPmLK5cvQqhV5xtW1s7pLBitztQXlZJWpxgDE8+J+Gg865lsqyGRSqn043xsUlIYb2v7y4Tmdd5WEyRLzFTRq9cus7E+zVcudKLCSZVRkYmEOWh3+FwI5txYHp6FdmsQnFRGco4Tw3x7t69F5u6N0O+JX3/fQ/gkYcfRXFxBZOOISZVVpBOOeF2FaO5uR0up5cyNwYxgolYFNPU08GB21hemkAiNk85mzPvYxEZl0RDfT0eYOF63949fB/FxMQYrt+4hqamemzp3gCv247enpvEayHPOlBa7IbTaYPf54XdaiXYmTiqxfqOTuzftx+S4MoxmE6mw+T3LGVjGsOjd8nTBTS3uNDU7MUDx7fid/7NZ/Hsc/dhfVcLEyd3cfbsBVy90oOf/Pht/PX/+g4Tfedx41o/MimFY0e34Mjhnejs7GRSbgmnuTdXr1zHFJNF6ZSO+voOtLdvpn0rRV1dM8RWiKy6PQ4EeOjt6GxBWaWf9y7UNdQw2TKPG9zz8+cv48UXX8dPf/I6fvyjN3DxQj/36x7eeuMETpy4SLm4i4HBeyZ9w6NDLID6kcun0NM7gtVwHtt2bMZDD92HiooSlJUXMXGRIt6rmJgaJi1O6mQO00zEXrt+BQ11xfhVJpq61lsp63naZS/WtdXBMNLQtSRlKcrEcAQ3b1zAxNhdytAoIrQ/oBY3NbbA5/GihInHBdqi8bFx6rwfdSzqWplYaeyo5TsAABAASURBVG1Zh6qqGiZscshmFG3NKJOlM8RrRVNjMx595HEWLfdw78qQiKdpo50oZlLYx4JTgkkY+fOT585eom1fQElRCQ4d2IfjD95HuTaYPJrC7Nw0LDYNGzZ2oK2jEQ2N1chk4wALyPIntI8d24nf/M0vsIjzJJOQD6G1tQEWpUHkT347pazUieDSKt5+62288dpbGLk3ipLiMjz+2ONMQmTJoyXU1NWwuBDl/i5gZWWBclLLJM1+zrkeNruV+nIR4+MjXHcRstksbt66Sd4ZcNDOyJ/PaaS8ejxW1FQV49nPbsf2raWQP7XHrAhitMXMaZg6kUkCyOksHrTjkUfvo6xUoLK6FAcPHuL7DBoa6lFR5oPdnse9e2HalkFcudyL4HISN673MnETQj6vCHlcuHAR8wtCb5DPClevXuM4B+WhCrlcHvKbLWIb5Tdj6urq4XH5IEWksbEJXGByLymHgVQS83PLuH6d69ENDN3rxyTlx+HQ0N7RhNt3btM/N2MfC00PP3IAjz/5FNbRHo5PLVDPZ/EP//hDFj/v4m7fBKZmgiysTCDNw//i0jz9bwTjs4PYvHsDrF47wizOJVIa9WUdNjFBt2XrVhYXn4XdYcX8/CysVgsLHZ3YumUT7xVOnjyJ06fO4DoLxL13+lBLXyy/7Strkt9MLS4uJr8aOV+G++CCx+ODg7bQbndwjjpzn2w2A08+9SCeemYPKBLEq2OJSYkIi5kh+gHxqW6PATDxXlzsYmLLQd7FKRfLMPQI9u1qQ0XAiiK3A6sr8witzKC03AG326D+z9LOjtD/RukvV7EcDNK+l6CpqQmdXd0spn0OyFuoS9Ow2qy4NzyEa9evUicaaCsbOX6K8c4MpiYnaUuHce7cNRYuE0hE86iuqobs2/xcmH3mKa9ezLPYWlJRir0H9mKFPr+SRejZuTlU1TSgo7ML8XgWGzesox08BD+ToufOicxO0g6GqctxJBNp0j+P3ju3UFZiYNf2drgZl2XTMRy7bx8i0QUmfcK0GzoTvWkmVPLUVQuLhj64XE7YbQ5YybAsi35RxmP5fAxuT4p2NQC7M4lUOg5fQOTyBG0UZdFl4M7dHoTZN1DsB5RO2+2EUnl4fW76aQuCwSj8gSL80nPP0j76SUMcTo8HeWVgjAWl2bl5iF+e5zqTiTiqGU86bTpUPkG+jCCWWMTEzBDqmkvQsaEJXRubOYcNEcZVC0uiFwZytEnBlVWUV1RTVnLQlMWkKbSa4P5kGUNMUn+ikFj0D//D5/A7/+rL2Lt3A/I5jX7NRzuShcY4KZOzkseKclZNWxXGiz95F+e5Z2OjMygvq6G8aTh08AjXZaVtLKNPv0Of2YyjR/dA0/MoKnYyCe+C0sCPYlyawEsvv4odO7eRhw3UoV7KRj3isThEHy9fvg4n/fK6de343LPP4cEHj6OmpoY62YPZhRFs2lqDisoALl26YSbkfT47SsvseOrJ/ZT/Yu4V6D/9UMrKWCeJBPmX5F5brBrtKWB3W+ArKoJBP2oYdjQ0tOKjj67A0N3Ipi2Ua+DixRsYZaFk/fr1LJjNY342BI+baxueY7w4R3t6F9/65glcu9bLGPomautLiDvJgohm2siGhiranDFkMqtwuzUc2L+dMj6P61cuAtkEi5kW8nISVZXFSCSj0DRgYCCESCTHeDVGP9iD27f6cOP6bQz2D6OyogF3evoQ8PtR7PcSbxZDA6MAY84c98vhtKK8spx2tQrr13dQJqnaRFpa4kdfbz++/Q/v4YXvvU67ehu6nsCRQ1vpK5LY0LYOX/vyL6Opvhl3rg+hr2+QdC/gzTffQR/n3bpjK77w/Bcg/26pxPtKKepFgLKVx60bt1FRXkY5XUJ5eTFtkI0xV5Ix3FWUlvpZnOqFw2VDOJZhjF8MO/c0jzxqGVtJjLV1y2a0tDYgm0vhxIfvw2a1weF0YpWxv/zVke07t6KV5yRPwI44k2rpXI5+cRjVDUVYCE5gbHIIdxlj5ZBCMrXKfVvkPAZsDoVQKIIIizR3uYZINIPZuSBef/Mjs9izEkwx1nkbP3vxLQwNXkd9g45/+/tfxMbOZij+l2LxIM8CxvYdm0jLPPc1hcoaF9cxTX5n6UMu4vz583ic8frmzZvwxJPHsWPHLtRU19COd+P48eNYT7v0xOOP4/77j7JIexgHGKNVlVeiyF2K0kAp4+Yr+Lu//e/0ISega2E0NvlRXe3A17/2FP7g3/4aeZFnzJig3uYxOb2IleU4VlbimOGZcGRsCsl0jgD4AsX0PzM4fOQIfB/Lha5b8NDxB2nPs8hkM7hDX+bz+ViYO4DKqmLEknHyIYFt27cx9k5CN/KwOgwUlbopi0naqFJs3bYHu3bvx9j4GPoH72I1vIrde/ZBV4CcL4YGJ6ijHjz4wCOU9z786Edvk+dx015OMvadnBpFz62riIZXcPqjD2nrl4kjAo0BQSKVgE55f/j4A9jBPbbQB33hl57Bxo511EGNdifOWGUEFxknNjMG45Sor6shVON2z1VkqMvnzn1EHBqWl0MIBYN49OH91OH3Ybd7MDu7BKvFbspZNJLADOPVxYVVLFCHWxqr6HsfwZ/+6X+Az++mHV6FYbFwzW4UFTlQXVXKqxc3rl3F1MQE4+gFyJldfJKD/nrz1m7Kvw9+Fs5H740gFYswVmqBhQWe2sZmlNY2weKtRdoIIKEF4KluQ1Qvwngwj3tzEcBdgat35zC2kMKd4XlMzq+irKoeOvcsEY9A58E8upKCXfnhtHjgtLrgsNvpk1KoZSGzvboaT+/bgQ6vFTuaa9BY5UdZpRtNnTXo3teB9u5axGJLGJ/s5briyGRCsNlyeOmnL0GxGCc+t+dGL2V1Hfp6JpFLuxmn2TA3m8VHp4bw0kvnGKfnEM964C6qg7IWobi8AVZnEeKpHNL5PCwOO+UnieJSHxpbahAKz9O+OzA5M2r6vR07d6CopBz3RuagdBdCqxkW3eewMJ/AG69/hPn5OMZHF2nXJpBKpOHy+3H4wEFs37ad8p6GJJEs3JOtO7bD6XbBYrXi3/+H/0BdH0JL+3rSZEdLRwdcPh/aN22CxWJFisndKM9d2WyK8cgi6upr4PW6cfnSRVy7cgVd7e2IJvOoamjGDJO6Xn8x5WQRGovndRXk2fIS7fwUz+n1kC+wxOhHKypr0cA9TaYz1P0oFGmSImg2B2SYu0iwmprN63B7ShAoqkB5RR28vmLyBsgpnQXUFNLZLJSmQYq9WeSobyw86Ro0Q2e7gmGzQox/HkCWvE1lMpA5MrR1edpKaU8y7kjxbJcmxKm7mbz0SUOzahyT5dpT8AX8pl7GWARISf4nGqU9DEO+wBWNRLGupRU1NdXUdUVdt0DnWIkr5E9qR8IRREKrlDUb0vEE7QaQSKSQZwE1Qlu8whhieSlM+xMx2+PsI1+AtBgWSCI4wWKEUyr1XIOu69CUxjvAZjVgob5bLAbEZhiGAaUU4izszs/PQ9N0xixO2nyHOSZGOmOkO8E1cADl3rF2/mLOxu100S8uQ77EFiO9UnhVSiN+K5RuQPgofMnk0yZPstQjzVDQOaemaVAK/OTIUUI+hxx5mCU/0+RVjglZXdch/YRGoVfXFccojln7kX5pypiFMmC12cxGeRZZVUpBxue5f4JD7gWUUpA+4EfTdcpMlrESpYB7K++lv4A5hnTarBZYNB06FCzsr3F8lvIjOPKkWSlFtuRNEMpknECO+DKUG+mbJw1JFoPkWSllrknegx+lFKRd+vHR/JF7wS995F7WI/spOKRNKQW5yp4JFPoqpaDpOpRSpCdHX5Q215oivZm8vLPCsNJupbOmzMsX5kSWlVImvhTPSkKrlbqtE0+a9Attci97UADht6brJt8k35el8mmaThzgfFnKUoIQ532abTlzH2SM4LUxFypXmUfWJLIqOOReKeEgSHveHCdzyzqhNBjcYy4MyVTKjFWFNsEh7wsAfjTKlQBvP/mRZ6UUh6+BPMsY4ZvMIZAiXgHht4DglvYE83JylTE61yxXGSc6LVdpk7VJfxkv+yFXaXe53ZC1Sr8s5RkK0AzN1AXhfYZxgOBTSpm8VEpBKWXSLfiExmw2S/nImrwUPALSQfBbyRO5yvw2yr/MJfiEXqFDrvJO2mXv5J2MFRD88kUNpSlT3wOBADweDwSP9JP30s9OPycg88izXK20jxa7FVmVM4FpSIBk56nJ+PgjtIs9kKvMLaAUO/G94Bc88k7mKVyVUhB6bTY7hA5d09kbkP4yXif/lVqTVVlbljom4+Ve5EdkSfZF+C97KO3CLxkvPBAQ/PIsuASn3Mv8olsyPs5ziYyT8TJWcAluwSt9pK/gEFyCQ+aXPnIVYtfGZbhnGVOG5VneC0h/GedyuSBfSJE1KiXryZv7L30FBJdcZS4BpZSpQ0KrvJM2AbkXUEqZPBL80scEpXH+vAl5+gxN0R7rtGWGFbLuQl9Zi1Jr9r+gh9JW2HPhgaEb5r4I7YWxinIjcwsdwi/pJzQLSJtcf96WM3VaqTU6hT6ZX0DwyXwCgr8Awhtpkz4FKPSVPnIPfmSuPK+arps0Snuhf+EqeASfrEnupV1olz0REPqVUuZ4nTZfKWXun8ivrEH6CMi99JW1FUCeRS5E36RNcMtcTp6Z5CrP0i59BIfcy9zCAwF5LyB0F0CelVJc1c9/ZIyAUgoyTiP/5aqUMnkrfBDcohMFPAZtTaEP+JHxArw1f5RSUEqZsiVz/nycYcqIPEu7gOABPzL+F0HmFpD5hR/CN7kWQN5xqEln4fppHP9bG/OFBVyCQ/guzzJGKWWuf40m+mWNtOpW2scsUhL7Zf65rCmlIB8ZKyC0FCDPeeSdUsrEqdRaX3z8kTXLPAUo8ENeK6VMvkmbgPSR/prSTJ4qpcwr/v/4CJ0CQmc2kzVtQ+5jWgWdUmu4zfk0TZpMyNEeCr/kmgPlgv1yhCzv5SoocoxF5L3wU64yz/8JtNraeiae9uOZZ57F5z//BezatQtdGzrNglF9bRWLSxYsLc5iamqMB755hKWIkokjm0uC9gK1dVXYuKkTbe3NDHLLYGcyVIpzVquFC0pDHGswuGIGxOlMikFxFKurIUQZbEbjUb6PQ37jUBTLYjE43gafz2seZkNmvxjnyhFXjgWgUh7yN2HTps2ccxMPOsWI03EvrwSxvBJhMmgK77x7Ee++exLy23trfyJHMUjPmRAMRiC/8Tc3M28mG62GBeWlZVjPA00xD/MlRaUoKS6Bz+uBJBS6OjuwZ/d27NzejY51PGCW+Ej7EiFIOq2QpE9RqR8VVSVoZJFZDqgNTY08lHjMZJGN6/ESVzuLb5s3b8CePTvoENzk4SoDsxTsDgeTNaVcWxbcO/gDAfgZcFstVgSDYRampjHBAkA0EsbM9DQTbuPmwXiSh2NNV7AYOoqLvByfRoJF59nZOVy6MoiZmRWEgkECwKz3AAAQAElEQVSsBJeR4oHfzqDBXxSAJImFHil4r7AAuboaxNDQIG7evIFbLA719fUzUctkPJOg4VACqUTe/M2WRR6Uk4kcD/95BJdCTBYn4GDCSGcgYGeSUWMSye+xobW1DhUVfmzZ3IH77tvDYuQj+OM//hr+xb/4DBMYG2DjQX1sbBRTXMv07DQPpyEsLy+bshFPRDHLBMvVa9dwi4UOOaTkKMmxWILvIxDnLEnZifEJ7l0KOQZaFUyA1dbWoo2FysrKSsqMm+uZwiUWL95//zwuXriMe0MjmJ9bRIbBq0EDUlZWwSRDKflcjK7OjaS3ClaLHalkBqtMXI0Mj0Ecqd/HRBsVLZfPwR+wwu9TMCgvKQbP6VSGSZIx9DIpCG5cc1MzqqurMEf6b7MgPDs7a8qAmwUseZ+HxuDLjSoWrMpKKyAFXEkojo9P8WC1Ql1IIMTC/kD/PZPeaDSG8vIKdHdvRjHl0WKxQAK3NiZlpa2jo53JkTkWiK6xKN8P+Xc1l1ggliSKwYTS0lIE8UQGikZK+CZFf13X0NLSghSTeTa7Bfv2b8Yv//JOfOnLO7BpYxvCLLwJr3I8XPt9fkhyoLK8CvJt38mJURYrT2F09B5muW9rBZEl7kEOORoacXoLPFSWsjjSvq4V+/bsRDdtSFdXG44eO4Df/sav4/HHHkRjfTUUZcbg4dDjcdB2VKOhsRaSNO3qWm/Kpzh5KXZPTk7DYjixshwkLUnaqI3YvHkdk9ZV5K2FB48Qk2s3Wcx8kTwYQjSSoaF2AnkrdSfGw3GcyQiLqXPNLI44mUCan18w15lKZHlNcR/Gce3abRbZptg/ivr6emzeshHbWeSsI60VLHxU1ZSjmUVLi0Mx6T+K+qZqPPzIcexn0kTTbSaOK1cGiGcRfb2riMfSmJmOmfiXlxO4ffseTp26zALuBVy4eBaxeBCbNtXh0OH16OhoRWVVOTq7OmHngWllZdm0DXHaxcnJUe7xPAJFPoiMQ8XIr1Ls3N2N+45twVNPPIQqFmBzmQjmZ+5hcW4ELrvCF557Gp956gls6NpAe1wHC21Jmocel8tj6pCmnNS7PItmM5iZWcAsixxvvf0W3n/vBBOrl1hcX6QMhrmHG6nH29DcvA5SlL3L5PTFC9fw7jsnEY9mEfCXU/6HMNA3jChthcvuws7t2/HE449xfV3IiU3wO6HpafTcuYJbd65jfmEK1bXl5O8mtLY1AVoaSk8xgboZLW2llHWge2MdDh3ohMuRg9Om8MB92/HQg0fR0OCHRicYXo3g6pUhnPjgDEZHx8mvNIpLqlhAnEIktkq7GkMg4CZfS7C0vICVlQVMT0/gbv8U0kzmJJgwmeOaY0yEyLfKq1jQMgwDTocTLreNvD0Iv9eFjtZ6Jvt9tHVhPPbwg9jGZLPHYaC1pRSffeY+2o0A1xiD/KZ9ns779q0e6kopkz1t0KgTzSwYd2+swN1eJvVnZiF64/W6UVFZAn/AwwJaOVpaWyjTW8x9WWUSqLa2DuvWtcHn81Ee7OjpuYMMcZeXl5u2p2vDFjz7zJdQX99OuxGFfCwM/sTn/c3f/BgnTnyIleUVJt4uQRLBdpsT5RU1mJ5ZpL4fxsOPPon6hiYEisuQVzZcuzGNgcElLCxGaYdjtJdXMXhvnIn5cY6fgr/YA7tTYV1HI5NoYGJzCS6PFfWN9VDci4WlZbzy6qu4zeJegP7l7Xc+wIkPP4BBv+ejD0+x0KuYeGtoqEd1ZQ3E9lVVVGFhYQ5Wq0E9XQZZBSkaL5NupTTkoSD77PP50MYCSQ3tapK+wUYfphkG8kqjTFuoR3FoDI5X6NMz3Ncc7buddtJtdyMTTWPPtjrcd3A96qttTG6X4OypUyzsnuB6h7DCWMHj9aCtfTflu46xwjh9aI56eomy48fRo0fop71wUCa6qEfid1YYwySZAJTElRRV5Tfba2qqEWahfdu2rTh0cD/KWETPMyk5Osp1MUD1UudiLKy6mEBrbKwjTh379u1FlLInwViYyTZJdHSzML1CO6cZLhZRvBgcHALIh5KySiZCdFy/McAEsKKd60M7Y4mKKi8sNh0hxgU5xgF15K/VaYHNZYXdY+GeexCJplBB+yA8ChQHoNPmSrHUYs3D47VRBq2oqytCWZmH+tpIPpRS9jfil5/7HG31o9w1nfy4Ql4lkE7pkG8nW/Q8/UcMCfLBsGhYt64VSgeLTVfxW7/9f+HM2QtIcx8UGzVNR3VNOf2ei/tkIEc/6vN7KWsLSLOIUFxsx0OPHsQvPf8kDh7bDi/jmMkp2qS5KfJoN+rqKyFF+gSLS+lsDNCTsLsV6ppL0dxeja//+vP4td98BgePbMeGznbYKHMDA3ch/3aZ0+GCzepAcVE5XI4iAE7MzcWQStkwMRXC8Mgs5c5Bu5YzC+DvvHMKV6/ehcXw4e23T+K73/0+CytXYaP9Ca1OwG7PIEp+RiIx2s4oVkJJxqRZymAMXV3teOvtd/DCCy+juLQIV29cw9ziHGprW7Fly07aoxR6+m7i1TdeRc+dHpTRp2zbtsHkXZwxW0kp19NMnQz4GAOskl9OWKw6nn7mETz08GEE/AEU+/zwe9z0e1byOw+LPY84C98pJpYSjEfsNhecLh9juLuYmlzE3//D29SpCB595H7KtRXTbBvqn0RjQycSMYXxsWWMja6i/+6MKSMPPXSMfCvBzPQkrNYsKio8LOp6Icm3ickp7N1/AHV1tZBvLrpdblRVVmHLpi2opC6nGQvZmEi0UDcPUwf27duFBx7sIl/q6bM34dlnHyT/nAgUFSGZTHHuGTTUt5KWJsqFhtGREcwxXqqrrcCDB+9HinYgNDMCPRtFPD6P0korbHYdFWXNiC97sbKcxr17Ia51EB99eBFnz11hsh8slA3jxMlT6Ls7ZO7t2bNX8YMX3qUPWMVv/OZXcfS+o1gOLdN2NeLY0ftRVlyFCRbzHJSTKsaOWfKyvrYG8tdb3IzbLIaTMVgp98IBg2uz290oKS1HTrNgnroajSYwNDSBf/rmyyxo/R3Ky6q4Tjt0zWrKyBj9d4iFjPGJMaS5luaWCl4XESi20aaHEQkv48rFC1BM2C4uhuCwe+lXM7AaDhT7yzA7P4zd+zZjw6YWLLEIIF+0mJ5dgWFxko8aY9UQ4rEcVleAyvJqrIYX8bnPHaFuzfDZydiWfghAQ10FQsFptDZXYtPGZlgtnIMQDs2huaEahw/ugs9tx/LKPGVmDoEiPxoaGlBRUUs7UYRcJg+f38+9LqP96WEsPYetm7fQ1+/GevqqrZvX49lnnsCvfu15ylYYi4wPt23eyD1L098PoaHeh/JKP6qqK5BkwWlxJUSeurAcTqKYRZ4QC9SrtNdjE7Ow2hx44403EAqFEIsmSasHf/vXL0J4MzQ0ht47Q5AvbnlcxXj8yWdpUzTohh1x6kAHY6jWtlb4i5zc6wOoraunzx+lbxrGPPm7eftOlJVX4uWX38ef/flPOFZBKcV1llLPnTj50RlEI2nTZpWUV6CouBglJX7oKkNalrCyNIVIJISWlhJYqZ8Wnr1Gh0eRofwvs6iVY1LCyYTm5PAwrJqGMcp1grFGX98A9ySDoqJiJBJJU+/v0A4cPXIYbTwzl5R4obQE15ohz7iv4SU89NB9mGbhubm5A6+/cYnjMvTHs9iz7zBu3xrmHlWif6APt3uusXD4Pnbv3YkQ5SmRCGPfns145rMPYnTsDmbn+pDJBlHMOaamZ3numkIN9XhkdJw+KAqLjT59YgSbN25kbF7PPapBUUU9Qkkb/uW/+x/4wz//Np766u/hPzK2+L3/+m3892+9if/2rdfx7/7H9/H8N/4YD/3Sb+HRz/827n/6K3jy+X+Bjk07IV+A8TIhboCflAVp2ptcirzOg/sfhdttxdTsCFajS1hYGYXNnUYWUczNT0POlj978TVUFNcwlipHPBlFLJjA8swSrBmFkd57cGke+K01WJ42cObELF5/fQTvfzhDObXhrTfPYXRkGX5/JXyMCTWrFxoXucTivW7zsLinIU06dJsNWZVFJLECG+Mbp3NNxz0+DzZ0r8cjj92PZz73JKrrytDMOLCltYGF+xze+eAsZubCyOec6O+boLzTf5y9TN9/DDqz4x++8x4kZpMvkste2xk/WCxWykwLZa+McpBm0X0XurduoR1RtAc5zC0s4PylS3jn7beRYCHGancCyqAuLmGYsnTl6iWkM0mMjAxBYsc3334dvQND+OlLr2JxOcw9dODC+Sv44P0zWF5cpU25gpmxEcotEHC7YLU5EU8bqKrrohw0MgYpRSgYQp5FOqvFggDl3MvCqddbDBt5JIXUjZu2w2J1wjAcjPuy0KwGMvTfUghNksYMz8UJxnapj+/TfJdDHmQB+Zo3ISPPjE0U9SSnKRZmU5TFDPUuD80woKRdAWna3dVwGAmeS6WIKOfTFNebQxaJZJwxfYSyGoOcMSUOkyuIO8rif5r5JLvLxj20gBuAFAvQ6VwawfAqUiwYKt1Cv34D//gP38K3v/U9fPc7P6D+v0Jev0Nb1gfJLzQ1NaOEPLCSnizXEwwGEWd8JryxOxzkU579ckilUub+aZoG+chzlDks+WdCxK8PDQ3Rn/abdGZoj/IsvqkchY3xUJj8HujtQw/PCGHmGKy6AY/LA58nALvVxns3/D4/LJrOufKmX4SmoIw8rA6DV95zzRZd457otBeK/bL07Rn2BXRdh/BEciJg5CaxZY57lGVBUMC8z2XMtZh9GXTHGHtGohFzTdJmcE/MfhwjV8Ghca1KKc6hofCRNnknfaRN7qVNKWXiErx55mYUh2S5txnyFOSDDgUr161Do2xqfFIynGvImrzNkd4CnuzHNMizjBdeF97neB5KcH+kXRBIX7mXNVgZh8hVKQXJmQgopcx1S195Z6Xuy1XwyVgBdjB5KO3CB01TfFZQWp6kZ025tVIWLPRPoEzF40kkuMc5pSBzCi6JlWSsyI1SCkKT8EbadO6PrEXupb9SCjJG2oRGuUI4onRomgGdwC0iPzMmb9IiyxxjJ+02gowREHzyTnDJXAWQ5yz5JGsT3DKn9JX3GfIWxKU0DfIO/Ei7jKG0UsrY8PGPtAvIo8xnZ5GwgMtqsdJe2CB45b1SSi5ErUi/bq5PaCuAUsrsK3PKXAIF3OBH9lhkp6Djsk55L2soQEbkiZCkrRDdz1LOpI3DzbUU+Cy8F5A5BGS80CG2Q0D0W/7aicwp75RS5nillMnvBP22jFdqjWbBK2AY3B9dQyad4bks+c/2WHjjpt+T/ReeyLOHhVYB4V1hLeDHSjl10OdYWFzVLDqkwJqhPVa0l7rgp84IL4ROoVvG6pQhi8UweSj3Akopim7e5LVSyuR9Ws7CH+uSk8Upl8tl7pPFYjGvMk7j3ptXXSM1oJylzXULPwTErkmRVPjw87ktpk7J2oR+WZ+DOiH4HXYHBJ+8PFERgAAAEABJREFUkzanywnzyvmlXdYgOGVNwleZVNplbwSkLck8vqw3yRipsCfSLm1CRzKZNGmUdzKeyzXXXRgvV43rkndyL2PlXuZRSsmtCUopk1bpK2sTvRX68uSZjJO2AshzlvY7R/slzk3XLNCUDro72q0cpJ/QI+taZAwYYtwqbV6vF4DsDf//8XxCh8WwmPsnfFJKQak1yHHuLPVSrkopyCdH2ZY1y/rlKu+kXUAp9clYpRRkLYLTnIMyIntdeJZ3AmvvLCjsm7TJXgvuAq+kTSmhO8+1wfwUxsmei04KbnmRpR4K37KkW9c0U7ZE3uS9UoID5FH2E5A5CiBjBORZcBToEBmR9QoPZS7RJ6FJ3gvIGHkn8yulzHXL+/8TSN8sacySvgLkuI9KrY2Tdck48JPnhgotOe4DoCDvBJRSUEqRF3lT1vI0ytLn01fwo5QyaZExAsIDg/tg0F6sgWHuu7yTOZVaw4uPP0opc7xSP58L/Mg8vJg/Sq2NUUqZz/I/pQr3YqfWZEvwyzuhs7Buucr6CiDP8t5qsZIuC9eoIctzXjqVpW3LATyTKqVBmVCYg810ELlP8eDT9BXmzNB2yV7JVeaQPjKf7LO0yb2AvJMxAor+VugWUGptPqV+fpV2AaUUlFIy5P8nyHw57qfgz3L/C3PKs7yTgUopFPAVrlwa8vwP/CilPp6H+8H7vNKo/jooGDDvoaQXPhn7MU80BwN+B50k14NkIsbDPY0EDbKmcrA7LPC47TQgGchBLZWKMcE/i4XFGWSyCQSK3Ghd14CuDe0shNShY30bDh06gKNHDvEwvx7yp2P9PKB4mUTO01lkGBToJG4NNBbqwsS3CHGgInQ2HkZl0WsKBVRX1RJHBRx2lynQIqQeJjpy3OzFpRXEYknzndfjh6xD1jg3v4yh4TlcuNCDU6evmMmyK5evY2R4HHJYb25pJb2b0Nm5gTS3oKWVz+s7cfyhB/Hkkw/jyccPYUt3OxMSRXA7LbCoFHkSQyaxzANyL6an7vEQFaLwJRCLR6hkGeK1kFc2HngneAAaMR1tcUkA8o3pdetaUFJabPZbZXHYYrOgrqEO65golmRxQ2MjKpjMMSwWJOmkF5lMkqsY5JaWRtLZierqGkiRV4SB24sEk3A9t27hDpPY9+71wunIcw4ndu/eiOeeO4ojx7ZhY3cHE/Ub0dBYzwNLigmBCBJ0WKGVINI8GKwsL/HQEEE2m4ZOpbdYrXA6XahkoqwoUMwA3wuldNi5J7qumWOCHCuOQylFfFEs8SA4NTnBRMOCmVRO84AFZGG1apy7i4WpTvK4HjEefG6zQHrp0gW43U60tjajrr4WJSXFKGdBtLq6Glu3bsXhw4fRwMTw9PQMbt++zQPPHVM+wjxsLS8vY5bFYlFK+S1e+RaqhTyrqamBj4l3aY/FomioryfOUhqFKPdjkjCFGRYzotG4mdCorqphUqkbO7bvJF9rYbPa6aQziDOAun2nH++fOEO5OUUZGsQE1xYlr31+L9weH/XAAPUTIR6IJifnkebJXGiw0ChNTEziAxZ4XnzxbZw4cRq9TKIMD49ACqc9Pb28DmJ+fpFJklnIb0aMjIzDxuBc0wzyMsHD8woEl98fQFlZJRKJFO7e7Sf9k+Rt2FTcPA9KHh6QXU4H/MVF8Pj8qGVyZNfeXWhj4d/usvPQDwwMhTE5tUz6xznfFGwsnpqyRp7nuIAkDwPlJaV4+KGjTKAf4F6UoazcBas1w4K0HU2NTfB6A/C4fZSHahYk92Hfvn3kaznKykq5R41ob29HV1cXWltaIPIhhmtpaZGFgH6keAiWRFQ9C5IOmwV2yoOmZcnjCIpLA9iwsQPH7juM9bQXGzd2Ycu2bpSUFmFufo57Nce1WpDPOJFhMqapsR17du/D+s5O2GmnOnnVlM7C5SCuXu7H3T4mHYYWeN+L06evs1ATIr/yMCwGi4o7ucelmFuYwK2eq9yXD3D5yjVyMQe7w0ZdlULnR7h+/RruDQ9icOgu+TWJaHSVyaq7mJgYhc1mhW5oWGWSa25hmn0GMTk9DZ+/iDRXIhhMcf90VFR4sHFjLXWxmPypYxLcDwWdPCxGVVU5bAw4WV9BY1Mt176XcATFPMSfOHECb731Fk4yEXz9+g1TlpXSsET9nJ6eQjKVgHwre2hoAIZuRUtTK6GZapZBgsXDWDgIxRVp/P/c7DwylEm/rwTLy0HK3BBl6C7Xd517kkBtTS02dDWhpMjK3kCMcjBFOZ6emqYsp1FcVILqKj/aWivZtw5utx+TkzM4deocbt7sNXl8+XwfXvjuS/j2N3+KO7cHaA/naJtB/qyy7zjnuoz3P3gTV6+fw+TUEOYXxrjmKuzYvhHHH74f1dXlGBsbxeWrFzAxfQ+h+BxgjaJ/6CqLdXeRy4fJ7xjsdoXuzY14+ulH0djYAMACSXbayUenU8PiUghnztyE1WZQflpw4NBeeH1u5HIp8tCD2toaSPFreHgYnZ1d2LSpGSPUuR++8CMmPQawEgxS55aR4aEzEonixo2bsDGxkYonsG3jFjzz5GfhZVHG5/KCSCF6097eSj6mKZsJ+oQMFmamceHMWfT1LOH86ct47533MTM1gUOH9qCsPIBIdIX+sYa0TkJ+O/fsucv48ORJvPnma3j5lZfxzjsf4cb1mxBbL0F9VVU1p8rjypWrWFxcQgl1tJHFz0Q8RTlbxj0mlM+fu87E0M+wuqqRHxplggmvDCj3WSzMx7n2UnRv2oEMC2CT47N44Qdv4x+/+Qq+98IbOMukW//gPdQw0XzfA8doY4B4EqQzi5+++BFG6Df37jqAnTv2oZJFWAfXH4vFUVdbi5qacpSU2pHOpLhPo7BYDerCEO6NjqBzUyceOP4gNm3dwETpMj44cRH9g5Noam5kMrLFtFGzLJiI/9i2dTu2bt4Kf8APDw+b4fAquru70dDQCPkrCrlcHjEmehI8VEmSTf6axeVLZ/Da6x/C4crCsGSgsUCvsTioNC4c4F4ADl0htpxAdDGBA3t2wmFxwaDd8XgtKK9xwe6JY5YyY7Vr2Ly1A2kG2VeuXadurdKeh6lvCwgEbNSDJAYG71DHR6n/Y7TJOjq7OmjrBNZDpy+829eLLMdv2boJ8oWI4ZFB+hYvllfS3Jc0baIXp08NIshk5yMPb0EzC+vpdIL8qMXi0gKGmexspx1zON1oaVlHmzeNlZUl6FoUsegiovEgYvEoxiYW8P0fvIGe3iX0DQyipn4d/CVl2LpzD0rKa0njIteyE9/5wU/w0blzXKMHrFdA/i3D2vpi2B0GeWZgbm4SQBp2pw4bC4TVNQHa882oqynGts3tYGUQHW1d+PCDu3j3rdNMyPbh+pW7eOjBR1Ff3worE6t5JuNqayoY17XRdmiwWhW6NrahqNiH6dkZpLlvutVKe5WGv6gE6YyONIuXs3NRtuWgM1m3tDzPZPQU7C4n+2dpfydw7uwVFu+naVvu0Mb0QWzXbu7f1m1d+MpXnsKv/otn8fATe1FV50JVrZ1rq0UsNYdYehElFW7GOV3U52G89eYprCxH8d67J028ly5epx9I0f6EkGYyeWEhgnuD0xgZmcbc7ArttAubWfRJJG0IlFTi3Pke3L51D+UV9ZDituh6OrNA3QiioakMv/t7X4Wsv4ZFodaWUqTSYa7dgqpqN772tS9h1+5tqKevMmiPdu7ZgWtX7+Dv//4nkC/TyL91Z6Ovz2YVi1ErKCmuxtJiFOfPXCctS3DQP0ucscSYtn9gGFAGY4n3Ib9lvrw4Q5sQgWFJMt42yPc8orEU8rT5Uca/2ZwOB5MWsVgCMbbbbV7KUBInT17nWie4z7uI34OGujZMjs9jdmaJNAShGW6uqwNOdwBv027ZLG7KQCsW6eOqK0tgZxLe5fLgwxOX8P3v/ZT26k24Ka92qxPym6Q9t/uwsrSKivJK2Cw2iI1ivgc+v5txpI1+ph3r1q1DMj2Blo4aGB4DFp8VO7d2YXF+hQWEARYzbEjmNEzMRNF3ZwwDLBDZeeaYZCwlMcgKYz67TYfT7cBqOMiEfBryZcXy0ipEIzr7z1EW7Yyn5qFb7LDZ3XB7fejeshWbNnfjiacPobquBGfPncSf/tlf0FdNMz4ZwjtvnaBONiOVyCDFAm9FWRl8Hhf5NUW8q9DJ/+LiMr7LU36WIZ9gaAVSTJM4wGpR3A9qVCoPv8+P7Vt3YHBg2PQldha2O9dvRFt7E+1eMW2VDjflvajEwUJKGzLpOSC/gvmZLFoaW+BxFsFm+FkUTdGfhOCxFUPLWGC1K47NQv4ccFNzA+JUbMNwIJ7MIBSJQ2Kq7Vub8I3ffhhHj2xnrHM//eoIGMqTzjkWx4rp96pht+ewvDwDh0Mnr9J4+PhD1Ps6DPQuch9vwWkHQcOeXVtgs2i4eeMq/ubvfoZLl67j1VfeZHHoLuOmEzhH+3Ls2DGU0/7cvXuX9IZQHPCjobYaHpfBWOA2qspqeEaaog+cRz67ygJhHI89fpg0pREMLaGSPiRFf6sYTxlWJ2YXlinFGpRuoS6Vwu5wwcKYXs6KblcJi8vAFuroGZ7jwsEcNnZtw6ULtzA0NIk3Xn8Hecr+9NQChgZHcfr0WYyPj+PixVm88ebrxGmlT3sPP/npWxgenaKvyzAOXGQR9jG4PTp03Yr5+SDns8Lr8cHPeK60rBxR+to8NMZNfeSHjh1bN5tx8t492/DVr3wOEhvmePaVL5ilEnk4uN+v/uwtvE9fXl1WB6tyoqyoCh6nB2X03w89cD/qaxvg5tlK8dx69fIV+tdtsNJWDvT3wzCA3bu6sXf/JjQ1lcPntcMfcKOK55RWxtj/+vd+FRcvXURdfR3KeFbaf2A3amrrTdplDRcu3sI3v/Vd8s6gv8sin4niseNH8eyz9+GZZx+g76rlObQVNmuScykoZUFNTRP93RJm58exsrJA/ZmE0rjWvYfx//zPf0LDxgdxZTiDd29OY0Evx9WJFPqWdAwFLeiZy2E65UXvXBpZZy3gbYC/rhvemk7MrmYRz1hJi597o2C32SkDGnmd5llziQXfGUzNDMHtt0FZsqhqDGBhdRypfJy+dhq9t+/h7Vf78PYrH2GwZxyZmBV6tgjzkwkWCtMoL2smbg9On7vKfb7JewdlOwgX7dTJC2NQ7nIsJ3MIM5mSZv4ixnwFFGBzOlgMzPJkmoHFaoWVNtpm1+ELOFFRXUx75YbD7oJiX6fDoF9YT3l0oIH7ITFHR2cT7C4fabZC02xwONxwOd3YST+slA4LNzHNOH1+bg4JJn2VUtB1nTFCDprSEKAc1FXX4bNPPY0vffGLePCh4/CXlLDImYKFMr9r3wHOVwZoVhZGb9BGB1EUqEA+r/OMvczYM889q6WP2cvzXYIx1XryMoFNG3fC0Nx47JFn8d57p3GJsjA+MYvR8Sm4rDbagwksLS0xfriLhaUI7M4SOOwB2FDqFLQAABAASURBVHg2AnmTioWwurQMq+5gDGVDaWk1aQZpt6K+YR19jE7fmaH/yQEKANeVZZJXvsAek1xCZBVLtIvB1VWEYzGkmEhjT8qhFdA1pLNZtqWR4ZWMQE7lkc6nsRoLcx0xFtRXkWL+Icv9kj7y77BGGPeY//ZcJAx5hgJykjtikTTHHUwyjpK+FquFvE5gkUnsGfI9xtxVlrimZqYQJl3T87OYmphGa/M6bN60BZ0dXdA0AyBPvSwcx6JJ+qw0bWUcbhYc8vk85cAJpTgh55uZmWG8MIB0Ig4L99Jms3G8hsLHzkJCVVUV1q+nrBQVwUZZd1DONE2D0hR9cBSZVIb7o5O3eWTTOcTDcSzOLSK0HOR1AWQM0gzAYzx/RFfDSFN29DxJJC2aTMSrxJlZJvQ14tQ1DYZOoP3kIzvmkMmkzasi2fIXQ3RdwWazQOyLruuQT46xm1IKmWwK0j/Pnc2T53niF1ibI4tcLifdzWuKOSJpl/eSW9E4d+FZ5F2eDcq9DCiMs1gssDGWAfHbbFZ4fR44HHboQi/pyjD3ILxxss1DntsMCwxDJ60WaOaCwKvGNsPcB5kb/CilzGelFPtaYbPbIXPxlUmrUkpuqS9cGdeklDLvhT6lfv5O6JccpNAruAXkXto/DdImIEjz5FOWdKfTSc6Vga5rsNFp6lwrlEaZVtDIhxzXLOvLc/4cQeYWHFnKfoZ6kWB+SXgq7zVNo55lkeQZR3gLfqRNQJ5jZrE4y7kMggVcvNlf8OrcU+kneKUQIjjlKnMIbnm/xhvFvc5Qf9NrYz/eW3kvY4U2ihqpBsP/HCG71o/rVUpBPtKn0LeAX9YlAHaR+QSEnl8EmUfalFJcg47CvVLK3EORTxt1ykE9KlydTqe597ImKUzJ3AWQecCPXIUu3nKPc9yTLDLUe4E8cpxHmThkPhkruISnci9j87m8DEWe/JB2eS8g7+WFUoo4c0izWC7tsu5Cu4yXfkopjs9D3kkfKQKFmaOUfQDfSf8CbqFVeCHrFb4ptbYvce6xjFVKwU55drq4dto0g/pjddpgsVths9tMXsm8Ij8iu7JhsjbZYwG5l/cyn8xlsVhJgoI8yxxCo/Sx0u/ZyG+hQcaZz/QR5tzke+Fd4Vn6yDpkvICsW/BLm1JcP2VcngVkfmmXe1lTgjkUGSPtMp/MJVfhg4DcS5vsvRRjPR4PJAfilmI07YbQK/gEZF4BwS34pE0pZcqU4JC+8k50I8PYMkNdk/7SV9rBj8wn7cIPoY9NJl9lfhv5IjTJGOkjVxkrfQogz9Iu77lsNisoaNA1CyyG1QS73QHBI3PIL4AI/9PpFGS+NOseMl7oEVzgR+jmxfxRSplXeV/oKw2yPjtlw6B9kXECMoeMlXvp/2mQObL0FfJOxgvIvbSLbAota2vIQ/ZX8Aq+T1+lXea0WAwotUaXzCdgoc2T/ZK9cjKelXEy/89pViYPpN3C8Rb2F5DnAsh8gqtwFfoEh4DcCwitBZ0S3NJWWIO8E5C1CMh65F0BpC/4UUpoX5NTaRP8AoV+cpVnRb+j6bppM5Ra6y/vsrT5RGPyQCkltxA85g3/J/cyPvuxfRc6MxwjbfJO9BSQcQJAYc3GL/BF+KCUgnyUUmY/GS94BZeAPIMfpRSU+t9BUxrf4v/4TsYKDsFn0kj9kKuAtCmlzLVbaQusH+uCKeM8q2hKh65ZoCkDChqUElCQj+At4JV7AaUUlFoDeZb3AtJfQO5lzgLI86f7FZ4LfeWd3CtFnNwn4ZXwUSklzf9HkPfST0Dulfp5X8EncwjIvSBQSkH6gt0K7fKuAGv7CHPvhS/iPfIckwUgOa8sG/IcLPZHW5ifp/PIIsugTILRHIPWPBPSheKpn8mRmppKBAIeuN1WFBV5UFzsJfh4CHUik45zbIIBnEGiFCSBLb95GGbhkKIJv8+H8tJSFPkD3A5SQIoshoUHhCyTXWE6pCxEQV0uN/F7YKdR0jSduH1wUWEl0T1HGu/2D+ISCyFvv/s+k7UnecA/yaT9CVxlQnSGiVpJWGlaHj6fi3RYeYiI83C9hKF7cxgZm8f07CIPwgk6mRwi4ShGx8YR4iHASoXPMtg0mCCpqang4b0L27d1oaW5ikFwFGOjA0wU9DDJcAvyb3bpepZ0WkmnwWRLAlEmm4PBZeIbYfFgGssrPATwYDE2PooXfvh9vPvu20zuDfGwOM4ExUUmyT5Eb28f6RrEqTOncObcWTOx7/F6TYci65eiRikPWzXVtaioqIGNgr4wv4CZ6Rks8fAABg1pHiqWzd8uNUASIH/i+CYLlr19t0hDCDkGRXaHFSUsUtnpoHRNIx4r+Z2Gj3PV1FSjtrYO61loaGxuQVV1Def3w0oHnuOhZX5xFr13b3FdA1hensPY2DAPH1HisCDJQEC+iSnFL13XkKaCihOZZdGyr68P8wtzFL60KSPxZITPM5Bvb1qtFrhcDrYXcS+imOaBJclkViBQhLKyCh4Y67BhwybCRspbMWZZHAoGg9yzNINyB5pY5Gtb14bKiko4KCey5yMjo+TtJA9FUZQTx96927B7z1Zs3bYVjY3N3CsPNE3H4OAwLl3uYZH9Bj788CQLRKdw9uw5XLxwCRcvXsTVq1cxxwPYPHm6EFzA1NwENMqE1W5Qn7KkrxR1dTWUfz+T7ysIBhOYm0sw0TFAOXyPyaazbF+Ez2fhnpXQWVug0wnmKO9SxLl9+w5u3byN8GoUJcWliEZiuHrlOu7dGyFtoxgdGSPPFNddBDsdqDgT4aX8Fp0cgKanJ9mvH1O8Dt0bRRF51r2FctraCBsTA8UlPh6Aa1BX78Km7gD2H9iAAwf3MgHrw52e2+a3Yt99+wPIv/kYXIzgCosy06OzmBwdxeTEEA+mISZlbbyfJMxwnx0QhxnnYS+TzsLGw6LT6SYfKhBm4CjF7RXuDe0KeeyGGKJ+Fn9zDGjksKSYzOjv78PdgV4mQlcoX2U4yCLTU08dx6OPHUc1bYphBQ/VEUzOTOLuYB8LagReeylDSR5EiwJl8Lj9CK6sUvZnmeDqx49/+AY+eO8qzp8dxcxkhknQAOW4GUqzQ2RXZ7EgUKLB43EzEbFEvo4wkRODFD2OHjsIv9+OQRYme/t6sLAwS3574fE6uXcrpp5euHCexawr1PebuHHjFouDNzg+AcNiM+VIaRqyDFjmWBifGJuGTpvTvamVCdUtqCwv57xOs626qpSJy734jd/4JXzjG183CwNf+Pzj6N68gbzKcv/D5j6LbVtgUlEO+bpuodzYEaB81DY0QuOznYfOBA9y67vWo6G+CfV1DZQTmDQ5GQTXsEAqfLp3b5y6rbGwMIIlJrlXaIdEtmZn5+Dg4XXv3j0c30CdqDfn9/l0eN2A328gm4lRRnpx/eptiNwN3J1m8vxd/PTHr+Lllz7CC9+7iNvXh2DRrbSdGfT1hXD61ADuDc1TH4ognz4WmK5fv4LzF87A63Oitq4CdQ1VqK2ugpe2PbwcQd/NAcrbHMeUcd4ilDI56PN5aYeDcLscnHsVE5P3aC/G8chj2/GFzz/EfR9hkedteNw6bZnL9C9Wax660BJRuHVrhHCL+w/kVRaaRcPQ8BAThNOIsbiwSn2rKK/CHO3/PJP4Xm8RopEEiovKYWMi1Gp1kD8u3tspC35Tvu1WFxPMHiCrYdPGDUyKBrCxsxWx8DJWFoJYpLw++uCDOLh3P9pb2vHFL9yPX/u1r+DhR44hUOSmn7pC23kPpWV+PPL4MbbfR3kvQzsT7Hv37jTnW9e6Dtu3bWCxZciUt8nJScifC3e7vCgrraBvyWBifJL20gMJXmtY0FR5oO9OP98l0Nxcgl27NqCmpgaiax6Pws0bE5A/bS1JtenJZRzY/4D522mxWI7JyDmcPXOBtjyEcRYrbty4DotdI27KKzM49bVeOBhMWTQXzp2+xOLwBbz+s9cxOzXHIsQUrNYs7QzgYkGkqMSDmvpqtHW0Y/vOHSguLUaGPlS+uLNnbzfKKhx46Ph+U8+PHDmMgwcO4ujRY7TjGbz66mvmfi0vL2GV/ldsXZB25M6dO1izdRnIZ2UliNXQKuW9Go888gBqqouRT1thYzDqcnrg9riRSudRXu6kX6hC96YN2Latm3Kgo39gmno7SrhHmdDx5a8/h//7P/0r7D/YDI/PhfrGekI5du3bRP6V49DhXZAvfuxkQaGqpgTJVIQyOE3/NE5cd3Dt2iU+z5ly2tTUhK1bt9DfhGkHQ/B4XUgkIrT1GveX+u8FeWWDn37gKPF+7Ve+jP37duLzzz2H48ePY3hoGG6rG/GVJE6/dwlvv3oeL7/4OrwsNtWz8BNPrtInr8PhY4fJVz+GRodR31SMfvo5h7cEP/zJeyzCn8EcbfitO6P4y7/5Ni5fG2LCdATvnTiLO3cn6b3zjBDyGB5ZRB33qbSsBM99/hk8/vjDaG1rRDYbx9zCJCoqS7F96x5s7NyCRCTNOM3NNSVYVBqlftnxwx++CDsP96tMTrY0NyEUXMR18iIQsEPTgPdPfMBCegd279/HQvoWykAemq5jZXkV6ZSijcoCeQ1iv4sZA+7dv5dzllPmfOThLkTDachvWt28OYLbt0cZV2hMCPfi7/7uO5DfVOrrv4pEapbJaOD4o4cAlcG5C+e43huMmy7jlVfeww9feB3ptAPrOzbjwxPXuGfLOPHhWThcPijdilRGYSkYIi1peNx+5DJ52scg47ZV8inNOKGD+ujE/FICcwsxvPP2Gbz91hkM0nd98fPPor2tHKGVWXzvO9+Gy5bGkf0dOHakHccf6MSzz+zHs88+iGh0iQXKOVxjoWRxYYm+9g5tcYZyWYGigJv05VBb00CbU4FwKIXR4WkzaY6sDgfji84u4W2CY/JYWcrhhe+/Rfu1xL2IkN4oNLXKODuJgwc34d/83vPYtr0ZbhYdsyywKSaHQuEVxJjASKcz2L5jNwJ+K2MoFk8np/DeByewyKLkPGOb3t5B1NRWYnlljnLhx/Zd60Fzg4NHd6GhoRaGsmKBdjLBBHJZmQ+dnR1IsDixa88hyvARdHZswksvvgLRv45NG9HYtg6nz5/HPGPSLE8VbrdGu7mMvXvKsG9/Mdsvku8x9PX2o7dnEOfPXMHt3mvEmaANM3DpwghuXp2Ch0lol8PA5PgIckw679+7Fz6PH//pP/4x9bsUChnGCFPIaTrjnyVE4hpm58KUizLklAEpsIo/XqR8bujegC3b1+OxJ4+ge3MzdFsKldVFsPJ648YNxvRWzMzM4Z/+4TvIMPa803OHccI8mhrqWFDcADeTWvF4hLoziRiL1QAFXWnIMBEtBVVdRbmfEdquFPc9h/GxWfTc7seVq3cwOjqHDOOfq1evw6DeVFbWoKa6EbXVDbh25Sr27OzGH/7736K/eAR/9O+fxVbS19VZh4oKFxwOG/GtEu8c7f4o6SjCW29eoHy/iaGIhWXFAAAQAElEQVShERYoLGZ809hcB82gnpGuw5SHBx7oQlWVjoW5aWzo2EEf3otbt6+gkTZjbHQSG7pa8I3f+hpmpmZAZuH73/kRirxl+LWvHceG9Y2wEVdtbTkaG2upEzEEigPoWO9lXHudNsBgrJGFhTbX63HT5kXgcruo0hpee+N1DN27x33tRXlRBeqr63H5wmUo+swN6zcjlYpTF8fIvjxm5mY4JofJyQnUVpVDYyJzy6Y2dG9owfq2GhhanP1DUFqWazOwEooxLkzQdudxb2SI54ssdu/Zji1btmNiKkV73I/+/jHuA+BgrOx2O6lflZSTLJ5+cgMeuu8Q7j+yi2vy4qmnj5o0j/IMeOPmCM+LfcizZ5oyXltTxngiiTu9vWwDOtq7UMsz1/J8CFbDTnnfiHvDY/joo3N4+eXXcfH8WRw+uAd7d+/Apk2bYbXYUV5WTduzEX7GFRblYHywSn5Uw2rYqL9hxjpFqK6qxmXaBofDAbfbjYmJMcxMz5K+JpSVBOhjbsHh1OiDyhEMLVCebtHuJfDG26/TfsXR3N6I3qHbYKiCLSy8ZvNJdHfvpX8Emlta0dRMGWMccPTQQdqPRawuLiHLBN7s7CQi0RDOnPmIsbwNUAqhUIRyOkUfl4WfRaDyiio43T5U1zejorENY8tpxO31UMUbsJDzYWSVOpd04O5CGoNLWdjLWpF3VaCOsla/rhtlTRsRzFEmPDVwVnUAnmrElReRtIFwegVL4UnMLA4hpy9Ds4Z5DWN6cRRT9D89g3exzLN4NmuFVfdjciSEfNKCxckYJu8twYoAa35e5DIBxgZ5/NM/vmPGnImEFcmsjTLlpL4p2sYcopE441pgLWmnUXYVYzoLPD43ZRDsl+H7HG0PZYt7n6KdSWUMBFeTmOK5dXJuFlLYi5FveaRRXOKBxZJGZ1cjini2Gp0cg6brlE+NuNKQL3qVl5cixfzH0L1efOu738a//oN/i4/OnMYFnidPfPABBu/eRZpnhRxtYzrBmI3n1z379mFkdAyrq2FQ2mkjl0iXwrZtu7Cfxexk0sDpkxfw53/21zh96jx9ZRHXZKNPDaHv7iBefOcc5DdZO9ZvxPnzV/BX/+ubeP2199DWuonr9XKfAywwLuGP/+iP8Gtf/yrki2n/+T//Z/zFX/wF+vrumjIn/jmRzGJpJUTeURuUBbv2HORcfq6N60vrKA7UwmJ4KTMG/XoWOS2HRJp2m/yRLx7LeS8SiSDBoluM+YCV4Ar1NohlXsPRCLIsSCoWyvJMgmWYi4ilEkhmUoQMIYUE77PIQf7cb5qxYzKbJK/SHMf3nCfL8SvEJXyORKNIM8eQU+AcIUxOTTAeW0CU82ZoS1xuB6z0oyuhZdTUVKG6phqBgB+r9Itvvv4q3n//Hdy8dYN2thzVzHPM8RzQ0ztCG7/AWCCFuwNTxJWF0gzIeTcSjZl6WllZgWAwCPEbQ/doh7j2eeaiBG4y13KHMauNBQrRaUXaysrKYGdeooh6JV8kcrs9tJ8a8kJ4XmPcRTlMZYCcjgR9ixTTdA7M0W8jl6fNsCBPeQF9iKLMgPcMzWGwT5484mgoNhgsTlqtOsQu65oGDqI3yNGOgh9yNZ+BUjm+1+Fw2uFyuSC2x87cjiRMRUd0yvKnQRM8HC1XpRTvgBx5K0lFpRTkKiB5nkQySfyKa7WbIGMkQVpIcme4t6BFtTLfY7HoEHplbrnPMuGcTHGv2UfTFRTn1Sgj0j/PPde4HFAulALH6VyDBYJfKQWhXSfdQpysQXgvoJSSJpNGubFYLBxrmPTLvYyXtQjIGuRaAOmv1Nr6styDLJPj8k76Cch8AtKWoQxmST+4NpDGHPcknUlCZJUMQYa5njh5I7+1naSsSNJVMwyT9zbyXvAJHqWUuS6d+gF+pE1AqTWeCs1KKdow3dw7eSfJ77X5s2a7k2d/AVm/8EJwSx/ZAwGl1sYbumHyT97L+BT1VfDh40+W65X2LGVNxFT0KcU1ZvI5rjCPHNckYwVnYaxSysQpfAU/SikuX/Hun/8opSBzCcg8chWQ+eRqsRjmOKHfwj1TSpl4RVY9Hg+kXeYogOyD9JN2pZTJB2lTam0eoU9ki1RDp478fwn7DwDZsqs8GP32OXUqx67OOfe93TfnnCbnGY1G0kgoEIQAEQy2Aef/Pdu/bQwGbAMGZCSQhEYSk8OdfHPOsXPOuXIO71unp4aB5/e/mrvnnNpn77XXXnvlVVWtk74WriFzdPKN7CMne+M5yr3AVWptrtBOCpaCpzwr8ozlXvYtPC9N+gSePBf85arU2r5lTzJGdKLkx+LUWdLkXgrDEca6MuazcwSGwJdx0sCXPC/ImRBP0Ys5sRJWHRrlKMf+VDoF2afgK2NlX0IP2ctaX8Gki7wX+NInawhusobsSfplLpfj+RRR6pM5AqsEs3Qv42SMwJIm+xAY0uRemjxXSpnnJ/NEVgWePBO6Cg6fHSP30gQPGSdnZKcv9/e66u/1lsASnKQppUx8BR74Ev4353CuwbNWau08lFq7ltYQGIJXCWehoTR5rpSChXJSgi84lRqXMOkpc+W5XKUpVeKbHHLU12Lj6ZDAyjyhyDq4vKwl8HPkt1KT96UmfUJPeV9aT+6FXtLkzOQqTXCVq/CS8JTsX+DLPJkjsEpNYMp96bmMkX3IOIEjc+Uq7+VZqcl4aTJX+uRcpCmlTN0q/QJb5km/0FTobxiGgCcvFcyzERjSoZSCUmtNxgvdZI40uZd50oSupefyXp6Xmjwr4SJ9Mk9gCw6CizS5lzU/exVcpU/GShP40uRemsCU5zmeXY7nI/dKKZN/ZZxStNuf6D6N9knWFtxkfXkuTSkFeRWpK0x41KGCg8CTJvelVsKzSBujlILMl71ZqJcEpjTpkyb30uQefAnsEhzBE1yP3VBK1lekeYEtbzYZK8+kffZeKWWuqZTMgTlWcJImsAuFvHnGAl/upV+a8MlaXxEF7q/IBu5BWpH+gcyVcaX9KkVZos0TWsn+1lbDP3gppT7Bfa1bqbX3SimzQyllPldKfYpTkWuu4VH4B2OERqWm1N/PU0qZcis4SFNq7ZmMVUqh9BIa5bkPeS/P5Cp9cjXbJ0OVUp/iJP0yRprMXbPzBrTyyiALQB64PQ7IJ2JdHjusNh0WC4lCGXG57fD63HwPKo00DKsyx1L3MBBNIE7HOUHDkaWDJMIeZXAkDukSC2qh1RUGfGE6pKt08BfM4DIUCvN+mUFdGH6/n86/i2NimGDiWH7mUkHRgXBDiosVTMCVlZfDHwgSJwdisRz6ehdZVJlgcW8Scyy2DY+MMXlwD+MT04QbQTiSpONdQGVVEC1MkFRXlxN3C8cuoa9/FFeu3se5C5eYOJujE5RFPBVFOLpMZzqMWHyF6wDV1UFs2NCJrVs3YPOmdahvCBIHK/GywGa1EPco11/kvrLE1ooiGTFFOuToFNfVBVBVHUBDYx0DsfVobmlEJZOZDY31aCI+dSx+OFgkFmYTBhwaGsTMzIx58BUVlVynjAFflgmwEJPYC5idnGcSP8XkUxZShBZH3cniiHy784FjB/Hoo5vQs7GagbGLSbIo7vfOc59DCEdWye9ZOOxWtDERWldbCweD+YbGBqzrXsd1Agix4L0aDsOgAQiUVfBcfWbwHyjzm+csNLQySMkzkTTBBMCFC+ch+Ma418rKCtRUVwlfQYKL+733IH8DdmlpkQFJHEvL8xgbG8Lc7AykL522Ymoqijt3B3D58jUWspZ4xj5IMaCWuAXLgpDgIp3OooMFU/mW6o4dO5isqCJ/+pkI9ZJXnFBK0ZnIQX6Od2hgCPeZCJFP3woiNjqsgUAZKiqqUF1Ty+REM4viHYRRgxQD8CtXJxmUL5LWGvx+Hwp0hgt0VuS+vb0NBw7txhdffBIvfOk53u/Hnr17sH37dibJuxhcl8HusHFvCQZkdXjwoT14+pmDOHZsMzo7O3DgwH78wi/8HH7t136VSc9D2EAa93Svx8FDB3Ho0AEcPXKU/Uewn4nCbdu2Yc+evQz4yqjUCuSlKQwMTODMmfM4efIUbt++DTFSTU2NlLkMRkaG4WYSZjcLFw8+dAy/+ms/iyefeADllX6e4SJ5fwypTBR79+7EF4n74SN7YLPqTNwP4/zZy+i7N4D33voQ40PTSDJ50NzQAoNKfHx8ABNTg5SNSfJyGCsrYd4v8LxWmPCZJq2WyDMu2GwOJBMphEMRSJFDFKh84+/undsIh0MkfZFn5MPu3TshZ2njOTidDp6XA4vkh6GhAaysLsPhssNNXaIMoKAy8PndlPtRyDdwZpgMXFheYBqDfM5EcUHlMTE9Rlpcx+zsBGVkErMzSfTen8PK8jIqyp3wenWepYXjphClk5mmUszkgUSyiKnJVSboBzE/uwr5GWj5Zu7mzRvw/Oef55kdxZYtW7Bp0yZs3LgJDz30IJ5++hkWn45wD3vR07MR1dV1ND5W8lcf/vaHP0V/3wgLHmVYWlxl8nWV937uz0XZB6anZnH+As/t1jXy+Bjn+vGlLz6NBx/YRzzdGBq8DY/PDileuJis7ehoRx2TXz6vD5s3biZ+omu2IuAvo47xU9aL3OsSNMplgRFOJYN0UdyTlMF4IoIig85UKsGk2z1cuniVCd1pOB0+3LzRi/GxWQxQz5UHa7Btyw50r9+IjvZORKh3s6TR6NAwec7gPvJIpxU2b+5k4esY9VUFaK/I7zvxrV/6Gp5+8gl4XB7KWxHl5S7zOjq6jJoaLxoarKBqRh0LXPINZafLQbzdcHJv/oAHg4P9mKdunplYpO7KY2p8AceZ8Llw/jJOnjyDsdFJPl/B7Zt95s/1TlPHeb0BNDbWU1f60dnRgJ7uJlRUOVFZ5YYUu/bu2wa/38MzAQ7s34nf+q2fxT/9py/in/2zr+LFF78M84MZqRyUZsU9FhxPnLiI+/eGTVoODIyadNi39xBcTh91QQ5nz1zExx+fQj5XQJSJrSkWHgq002XBIPyBADweN7q7O8gTu/HQgwewdUsXvvmzX8S//de/iCOHDxHeemhKI98HSBsN+UIa27ZvwCOPHsXP/twL+MbPPoWt29aTxnE0NdezyLGNCbPN2LF9Fz733OdJxwZTz/3Kr3wdP/9z34T8XdrDh47AarWStpVwOt3UxeWUwykM8czkA0AhJovGxsdQYHFB1rNTN+fyWezatQPPPfc06bIVORaxBvon8eprp3Du4k1cunYbRfJQPltE0B+kTZmlPSwS3wy+8pVj+K+//9v4xW99Db/wcz+H6oo6vPT9l3GThQH5mfeTH1zDW6+9iz/7kz/H66/fwvRMmjLTgc1beyA/QSa/vCA0SzFxHk9EkaOdCEVCqKmtIY5Zjp/mWdyljE9QVr3QNB3j45OwMSss96IjUkxsXrl6Bb0sxoeY3AuHIxzPPeZSKPO5YKe/UVcRwK9/80U8+9g+2HQNFeV+V6x1OwAAEABJREFUpMn/4L6kaGe3O5k4i9Kmz8DptWN2LoyxiShOnLyBH/3oQ/z+7/8F7f4t6iLimAPl+W3qzGHqjji2cC8ezunZ0GUm7GuZ7F+3voM+RAp2h5X8pFFnH4CdOi1HpzsUCkG+tbC0uMBE+wAkmdrZ2QbhlWefeRK//dvfxle/9gU8//w+zjEoC30YGLyPsbFh0j/AFkQxp/DK371q6kq7rUi9vZE2pBlT0zMANWCCtPR6PXju+SfxjZ/7AqqI09BIGt/5q1dw++4iZueTTJAPY4TJ57ffuYHd5Gu3pxaDQysscK/Hk09/Hl/72pdQVgH4vG7YbXZ85zs/wA9+8KqpM+aYOJ5hQrKmuhIff/AB/ut/+gPK4nVs7GnHzp2bsGfvNvoMZZQ/C2YWJgAtR91tQXNbMwu7zfSZYmZxK13IYJxwFqjjxycnyVNF8qyP+jcKq103r6xeQWdi4969Xnz40YcMAwoIBMuwuBTCrTti1yopa9XkyxhpaRAGkC8mce78Ocp+NQpUSqGVJF595QO889ZV6tIVzEymcPf2AmZnCtTLy+jrm6VfMU7+oq4dWUSISd6F5SWs0r+xEI9gJfX2SgIN9L3WswAoslxZVQYpKtsoQwYLXw8/socy+zz+2T//FdqAdWiuqUJofgFdza1Mcu/GgQM9qKywYWVpCh76XyHuWYqno8N9tDWDaGqsQjgUQjySxZ4dO7GJdmV6eglujxcdHZ1cC+QlG/2eMMZGZ8jDtejsakVdvZ/Pg3jk8W6z8CPfxC8UrSyOJRCNZrGuuw5d66pw9GgLEolJ1NU48OIXjuFP/8d/oH62IRZeZVI8DsOmIN9Ikj9x8cCDD1LOplBJu1FJ2ckXc0xyz6BQDKGmzocnnjqKYIUDr735MhLpZdwfuIsbN++SrrPwur1QADTK8sD9U3jgyEYM3u1DMmzgww/OoKW1Ax76WFbKsMvlIu/upb+wSN/lJM9jFtWV1RzTxEJXEs9/7kns2LmN9FlEOqHB0PwgMyASS2FwYA7jozEszxfhc9aQpmVQPOv6ulq0tbbzXIfwL3/n36K/dwBQWeKeo79TAc2wkQ55RCIJFoQyEF9U9L38JGSSRdD5+WksLo/Tfx7FjTunsX/fJjS1VODggb149tmnMcFCxtzUMv37HurFInWMj7q4EgN9d3Do8DZ88xdeoB7LoagsiEpck01jz57NaG8pxze++gjamv3YvaMR/+Q3v4j9B9ZRh+Toa8fIezkW7YDm1jrqbicuX7mFu/cHMD25gj/+w79DMaPhpR/+EGVeG7KJFfqFHcjmR/HIY9148JFu/NF//00cONgIm72AX//NJ/Dffv8PqDPthJtHATrH5mAxCrRzE9w7dd1shP6Ci77HCIaGB4iHBTMzsyzeB9BIPjeMKP757z6PsfFh/Pn//hsUVJFNoZ38H44m8Pbxs6RTgdrGjTHyaS9tTBflv7GpGnv3bCMvHsHjjx/BRhZjN/Z0yLGhsqoSs5Srho4O9GzZCH9ZOf3FMPX1HFaXYwjyPZmcOuoeLl+6xvOqQS0LG+WMf5KJAqoqgsiyAFLhc0JlIoiuTMBhS9O2tqGuPkB7mkeYsptiAZ+qHbFEGDaHznNOYIrFrO//4G9R30C5LRrkuWXKVAqGtQilUgivrkIhhbt3ryESnuG+e/Ho4/vI51ZYHUUMjw7zHPdDfnY/Qz9BVxpjiDHCWaRusyHPWGA1tAKV53rxPMaG53D83TO4emMSF68vYHI2Bru7gnpqknI+i6tXLqO6uhqDtLWnTpw35e2jkycwOj6G7/3N38AXrEBZsJqF0mHYWGCpqqpmrBzHxYsXIb8uMkOfcXZ6jn5XA1qaGtDZ3gzFAsjWrVsh+jrFWHJwZJ7rztG3zyBFPnz/ow+4j37qdR8sehkyGQd16h36M3nK2DyuXbqKO9cHcfKDkwh4qxBaSSGTKiJYVoVcFvD7g0gxmS4Jfo+vHNC81DFF4lWE7vAgTF8oaXVjNmvDSCiPyeUkZqM56J4qlNW1IZ5VGBweJ597UcgXMTI+jWTegpq2diSNCsQtVXDUbsLwiob5lB0LqQhS1gzmo1OYD41iNTZNHkwgkYwimUqjUPDjxo1ZvPbaWfz4pQ/htFXDBoV17VswcG8GJz+6Qr1/gu0szp25BZvDiTyciKeANIv20WQO8oEHKYwWoMEsZGQzkALcKvXi0soyZhl/RmMh6okoVpiPyLDIkWZBK5vn9jWDZxnlOVUgtBrF3PwyaZpHtmjDwkoa4biFBVYv7a0ifyvq9jyKxQJhRVAkg547f5I20k/bcwNJ+jHis01PTjPmncdA/wD+xx//MV596SVMsIjpstnQ1daGN19+jTZsGJK7eP31Nxij3IWTRTelabDYHPDQD84XNHg9AdJHoaGhibRWWFkOc00Du/buoB6wIEE5unb1Jpx2LyKrKYRW4rhzu5d6wIBhscDn8+HLX/4yvv+D72Nmdgp37t3Bnbv3KY8tkAJyhgVTr68KTc2d6NmwBffv9lLvFZGjQ6cxKQ3NgC8QRDyZpo1IIpmJo2gpIK1ySNKeZKhPNJsFVqcV4VjExCdLJkulUggzp7C8vELeikLoXUDR1F+5YoHnz3vmS9LZLBIcm1eAfMtVElIFjstz/SJAGsco2xbik0U0EaUuiELTFHRDIx/YORLkQxdp5zLfa7qO+/Qh796/i2s3ruJ+3z143E7a4W70dHdSVstQW1OODH1Vl9OGrYz9IvQ3UdAxNbOIS1fu4Ox5+hdjUzjL/NAdntm5i5dx9eYtDAwNmR+GuHr1Kq5du4br16/TL5/EDPM2EqvPz89D8jlWqw1OFrl8pL2VfrxSCm6Xm3rcCw+LQw6HA1barwITkrrGvX2SyM1R1gv0LfO8gnKlUwbARC5oDzVo0LlvpRW5Z6HQWgPfaRpgpe9iZ17CZrNC1zXkC1nkWODL5pLIFlLI0Y4XqOXzjE+KqgCdvpg0jWPBV4H0lsZbztepUwtQSpn3GhcQNMBCMPiykK9s5GPplzlSqJcrH6H0zOAYoECdEkUiEYMUVq1WA9JsxNFqtXB4nutk2XL0E7Lk77y5ntBQKQWBWSCPiKxJrCstzzgnmYgjQp8uTrscj8e4RhzpdPpTfJVSJjzx0wWG5Cky1Hdyr+s6cbDCzqKLxcSRWHLvMjZLXixyo1biJzgKHvonYwSGNJkv/aW5Ml7oIP1F8rXgqOsKhs0Cw2qB0jVSoYgci2LyDeuCnKVhgMhy33kUuJ7MLcFUSpn9Ji482yKfiyzFuWcZJ3gKHjJeKQUptGg8H3lvIa4yRprMy5KP0pRFaRnaNfnmdxHg0sSPOMg88CVXmavUGs1lLrvJekUTlxyLdzI3T3x0nqFcs+RTWTtGOy04yXzBq0Balpr0l5rA/Gy/7K/UMpmseV5yhtKn1Bp+hmGFzJG5SikT7xJeZh/fKKVQwt9KWbPZbKYMgi/BhxfYbFazaTwXaXK+mvC/rpswlVIm3wlPiGzKVf9Hz2R/so7AlH2nabfk/rNNnss5yFXmy31pHviSe+kX3IUuslehrbyXJnsVeHHydSKRoL+T+XT/0m/Sh3wMVYRm0U2+ypKvBJbMl3VLa3A5c648y3COXJVS5j5lrKxdavJsTc6oW8hv0i84yD5lruhipdTfyzZ5B3wJvgKrtK5c2W3yjdxLkzECX/CXZ0op87nAlT3KGnKNRqOU6QiEn2Rt6ZN5govMFVjSBIa8L60r9JT3Ak+ajJc1lVLmXuW5zJM+eSZjpU+awFBKQV7SL2cqY6Rf5sgYpZTJIzJG+pX6e/xlPYGrlDJ5TsbLGIG1BqdAmmmwUTfb7FaO0YmTZvKrrq1dBa40pdSn62iaxnE6xxvmVWCWaCFw5V7mSL+8F5otMxcq9lboJusrpWSIKb+Cp/COzBN8ZW9Kre1D+gSGjMmkM7SLGVMWpU+a6B65Cky5SivNkXvpl4WUWoMnNNBop0BdIf2CY+kqa8t4mV9q0lcao5QyaSP4SRNY0jRdM+kg9zJW5gocpdSn/eBL+gSeUhqUWtu/vC+Nl3tpAoPDzX9KrY3L087IOKHDP96Xpmkmz4o+FX4VWsoYgaWUgjyXpmu6ea/ra1fpU0qZuJT6lFqjk+Aq6wkcaaIHBF4Jt9JVqbX5SinIS6m1qzzP0W8QfOWMTN+BulfGyLqa/vc0K62taZqJX+kq/aKj5CrzctTp0gQfwS9P/0T6pckcpdZwFzzluVwFDzlqDUrUEorEQWAIjYRWgp85lnpFxkuTOdLkXprcyxrSZJ1Sk/fS5HmpyXgTHteR+1KT50oRh0/aZ+eVxshVxsmzzzal1uYJzTRd/5SnBA+l1p4ptXaVvn/chH6idwWm7F1LpuNUzlkKvs5gYwHDI/2YmBzl/SIWFmYZqPfxfoFOQYYCmkaCTkw0EqExT7AvJ6TkQenIMkBZoQN9/34fLjGou313xHR25BtssVic9wnOSSJHI6/rFgQZbDoYHBVyBdPpHmeSY3lpleOSSKcyZguxeON2ebCBxY3u7h60tjYy+KyEYRFjq8EwbKhlQBsIlDNJ7oamSBBlRXNzIxNQbehmEqC5uZZJ/0p0dTahpaWWyeB27D+4Exs2r0NtQzWKWh5Do0O4eesGbt+5icmpCYjjWt9Qi81bNuChh4/iyScfMr9Vt3XbBgTLA6aTWFfvZXFsPR57dDceevAgjj1wkMmHw9jGMS63nU6zhob6aqxf34nauhrU1FRj3bp12MtgqKenk4WDBkjgXF1dYwYft27dwa1bt7G8tAJdN5goqUBlZT0kEPZ6yphEa0RX+3om0Lw0PlGEQquQb5wcPcp1HzvGZNFGtHf4sWVrGY4c6cGjjx1GKwu5qVScgR6d0GiIc5aRyaYY2GRg0OlzuV0Q2pUFq9DW3oX1PRtQW18PSZpu2bYZPRvWoaqq3AxorFYLoPKkZS0aGfx3retEN4uFAb+fgZsX9XV1aGxsNK9y72MSMUwc5+dmscwEjNVMemgMCuMYGZlg8mECt2/fYQDUjzGevRQzpFC3uLjIQHOeRTwn9uzZg6bmJsi3cSVgWabhkCA1zSCstbUVVZVVCPjLaLgsEIUnBRwZ53Q60NBQT5rXQAIN+YkxjyeHA/ubsWt3D/bwDPbt38VE33Y88shDePyJx7Blyxas6+pCM9cTx0q+ObWyskQ87KhiEsnFQhF1Empqq5gsbCQv1XGNap7vOiZDW+Ggkz44MIC+3l5k6OAbhpWB/Cyk2JvJZYiHFV6fmw69QXr5mLTegYcffpj8sAfHjh3gdRs2b95IuC3ka4MypZFXN/HZMRY9voIjRw+TFg2wGMrkP4fLoOxlzYLFyMgIk2rjDAjPMsAbg8dtYwHMD0leVZSVIZPMIk+5s9sMOBw6lJ7C3gOb0cWCVQ+TZceOHcL2rdtRWVHNc5nC228dx/vvfYh3j7/P9i6uXr2G4eER6oMFJpNmuCInDqkAABAASURBVK6C/NxuBYv/ojRDoZDpwFmtdriZjGVsgVg8yYLFJEQBevw+yM8wTUyO4eMTH5iBLnQFi8OChpY6VFQHqYPy1DMR7N7Dc9m1A/sO7IHba8NKeJ4JqiHE6HR1r2vBM0/tNhOkFeVurmUl3BiWV1ZZ5I0hwuRzigVCwMagUrE/g6GROeI+w6DbyzUKkA9pVFVVUZe0Y9euPWhqbsP45Czu3e0n7Ra5NyvKWYjcuGErdYqf+i7PBHE9mhrbeZ/G8NAopIivA3jg6CHKew95r8Dntdi3fxOD91qer4b5hRG2UfLDNaTTIWRSYQg/yTkIH+WYHIvFVsmjQQSDpA+DJjeTKpFIjLRLMMEThPy0cm1NDfx+P4TOoxMDhBVDobjGT3a7DXa7g4npUZw5fRGXLtxEKplHS3MHdM1KvZrgvBwT+EuUuRHcY0KltbUFn//8w9ixvQE+v0Z+zKGszI2dLKJs3NgEm1VDc1MTqqtlH0EcObwP3/rWFyEF5y998Ql85Stfwb/+1/8KTz1N3t23lddHceTIXnzpxafw3Ocex8aN62FnUqi2uoE07qAOq0FbWyfl7BHs3bMX7W0dPMsERkenkGMibv06SR76aZAN7Nm9j0Y5j0w6RhrayIu9GBq8ifPnT+DMmZPca4oy0oS9e3eirr6WvGxnUmMGM7NL0HQn8ixCzM6GKHcR3LyxhGi4yEBdY3I1ibGxaZw8eQmnTl6H0+E1bUpH+zomP7xwMCFVU9kAnfNHhkeZHA9Bvu01OzfFs01hcmIM8pNdBSbQlNKwZctWnusAPvrwJIs+F83kiyRJ3zn+Fu7cuUW6R2ChcU5n0kx0pnlmGVgNB695vPXW+0wg3sMsE9gnTpzG+yxmDQ0NMgl8l/PiWF5ehXxjXmTuu999E8PDw+SRGrhcLihycEsLebetiTIRxsTUMG3HMiS8usbk9fT4HAv9CaSTBjZu2EjcrqG3b4y6vQIOJlzC1MeXL11govssvv3tr+HFLz9O2+RDR1sdeTuGe3fuYWFuFZfPzxCmDU8/+SjCy1lsWNeDr754BM8+s4O2cxvsboM0nzJ/4vfsuUvc03Ecf+8DJrxi2LZ9KzZt7kZjUyNlcplndw6rTFIbTNCt+QKUV/oJ8jd95IMWoiet1JUD/UO4efMKbl6/iAbay5npCZ5fGKdPnEV4JUyeWcLpM+eRodzkcjE4bTbkWCBWSpFHxpi0HqH8r2KeRc5wPEwbZ0D+hnE+70dz4ya8d/wKdVeMBZwoZQTkiwLtZT3KmeCXD22NjIxCPuQzNTUDTVmgSIGswGfiXpKUI8MTqKC9GWJiTZyoQFmAejhO+TGwsrpEmV2Fw6Vx/TFUVruwsDjOMxqgPzGGCxev4dTpU7jXexcGAyxvwIvy6nIkyOcHj+7FIcpYV0crujoaqNv2oZ4J1J/85GW8++4J9A+O4+69EdTW+2B3BuD1+inPWaSZDO3o3Exc7Xjn7bM4/s5ZjI0mKDOr+PpXfwP//j9+x/zAxMlTNyn3o+R5O7LpBGXTST8sgyITZOJvTE6NoHtDI6z2PHWkxjNcZoFhHnSM4HK60dFeh6PHNqO2oQq61U78nVgJ5bAaziKb0VCgYx8KhRFjcsXOwFFjQKXRp8oy+ep2OyjHbtrJOnJuHulMCjanHcOjo+TdWbg8XureJeK8AMNwI5fTIDQfHwtzvAH5MISOSrgdTfDY67F75xEE/e1w2KrIp1FIgaaMujoay5EvdCRSadqbHFxuD/G0QrcBeSZ/xyYnUMMi4kD/XdrjW1hZmcb+/VuwcWMHCvk01rMYHvQ7KHuTmJ+bwYb1m9DVuQnRSJL6wQmny0ofIAil6fB5PSzILeKLn/8ZPPzAgwjyLI8e3oOVxSm0tTTh0YcOU74ukyeHzDkaeUl4Ks2A9Z2338H42CTlIkod3UY+DDE5ewKh6Ah+5usPo6Y2gNdefRu6cvA8vJAEs9/vxtNPP8Ri6m5Y9ARptEi8RhBeHcQvf5P9Bzsg/l6cNv6hhw/D4dTxk5++BguTRgYTLxs29KCyyk+eKkfnulq0ddRTNqsxPjGBlTkrZsd1TI1EsLoSh1JBTI2l8eE7FxHimTY3N1OXxLlmFjeYRG5vW8fi4CKuX7uDu3d68eab72BifAK7du7E4cMHEY/GsMp58VgULpcFFRVeFvaqWShqQUVZPex6kPRNY3hkhc9rMT4+j4mJGfJFBhr9gRyTdy3N9ZSXixgcHMO9u8NgfdSk49Yt3TAsoP12c2865zvh8ThQFnRhy9Z2fPFLT6OttRmXL97A+XPnEVpZRCWL9vPzs8ShhvpPg8Oq44nHH0b3+nZoSkF+/cXrcaGhtprvc0glQvAHXDhCmUwzntEsVu69yML2NIuUdtRUOakHn0A+E6KM22GxpvHsc48hWG6jHrHhxa88Rd4zKKNO8omb+Dopg1FUBL04frwXtVWt1GlR7N23A+HIkhnLnD71Do4e7EE6NUzcNuHXf+thNLV7qY9nsbKa5BoG0gx2E/kUwiwuej0e5OJAXbUFZz66gL/401dx+uN76O8foa4ZQnt7I2yU09HRe7SDA/SjtjLO2IAwfaM9e/djeGicPHcLC/NJysIIfv/3v4e//usPMTo2j1A4QTq5yEN22GwGksk44ozdojzXSDhKf/02z2wcd2/fQiSRRd7iwm2ue4VFnLNXbmB8bhnL8QzuUWc1siBuIf8lyAtfeOEZxKKrOM+zEZrNL0zjw497STc/6bOIF154Hr/6q9+mX/I5HD5wAIVCHmI/y8uDiFEGN25Yxz1sRXl5Ocboz83NziPgd0LTCpT7JI49uBv/+b/8U8YjtfTnApij7zW7OE1eXILNoZPvmxjLtaOtrZz+Qw1hK9I7h0QsC4M8UV1dRV9xAeHIPMan7qO+yY3G1jJ0b2rFxs0d8AdsgG7D62+ewtT0MoJl1WhurEUsGmFslSDcdmzbth3jk1N44pmn8fRzn8MQ7bb85OiJkxdw/sIFRKNxzM7Mo7m5BYsLy6isrKFOdqGKcXCGesvDWNimWwFo2LRlG5aWM/D5qvm2BqfPzeH11++gr2+e5zxBXnoPJ8+fxdD4OOoYh05OTaKprRIOjxObtm7G373yAX78g9cxPToPi+ZEbU0jvB4/qFBQLBS4roO2q4BoRKPOy8AbqAEVJhapw2Oawmg4gqzDBXegjD64nz5GmHZzGOXURd20UUitwqFl4Pf5aJsG8Mrb53GldwK3JqI4c38J89kKhFUt7kzGMcaC7GIyg77RMZyl73Hu0iXY7G7cut2P//UXr5GnFugzzVP27FiYS8AwfJBf1rDbHYjyfHyBStQ2NtJe1iMQrKIN9MDucUNZDTh9Hji9fthYwLJYrZQ9N/khD92io5m6oIN6vba+CpoO+rpeVFVXwkV5r2LM7XRRxoiXYXXh4qWbePW1D/G3f/sq/uiP/gL/8T/8d/zZn/wIf/xHf4V/92//AK+++hZCoRDlIcEzTyDFglfGotA7NodC0Y6erg3YuHM3ZiMhyr4PeSajygL0nQ8dRcBXRv2xhKqKCrPICr4C/gDtXA7xeALxWBK5VJY6pQCl69jB2Efi0a1bNzEOCYBdiMUj5FPDbG6PDVVVQTQ11mOBRTyf20cdmUB5WZD6N4qZ6SnU1dRi37796OjswNTEGKoqy/HkE0/AsBjQlY1+k05bX46amhYozYFiUUeQsZymWaDRbqRZkDYo/9W1VcS2aO47y74C8rCSzvliHslsErPLM5hcmEKaxVW714VUIQMwfsiz8JfOZRAiPSKxCFLpFNcoIMeCWI5xaJbFqyyvUeaS4skEFhln9w8P0n6nWLyNQ5L4Lo+HvK8Jy0I3LLxXkHV1nm0eObonBcpeEoJrhsUjKU51dHZicXEJikSrq6s1aefzOeHxuLB753bYDJ262IfqyjJ43A6eU5o+33nGRoPk8VX6tLOYI02tjF/C1Hdp+jaFItc1/X4bY+wlzM4uk35F5My8VZw8GkeMcrPM3IT48fKrbP3MAwyPjiBC3bfI/oWlJY5JIMGYOJPJkxaK83NcPwdJ9LGDfkgBSinSGxCfSvpEVouFIqSXW4LF0KBpMJuSqy73RcIQWBkUeA42+pdyRhYLz1KgMWdT4HlBL0IjzxZ1jkUauWIWOmmpKO+SCJQmuAgKRSZAlVJQShGNotmEpyWWl2fSZKy8l7NUSpHWRAZF4p6FYRjm+0wmA3ml6fdJYTXDK3fHLu5JgeOIo6ZBzltgCUyBLUlLuZemlDJhSb9OXJ0OG2MpDXIvNCnkc5B8C4dBZ4dGeEqt4V26B18CS3At4SQ42mw24mBAxsnzMAu1GYkvWIDOsSANFp/z5NkseV/wExzkKrSSqzSCNv/J/FK/jFOK9NYA9Ukr8D24Z/mggnyYJcckSYr0STFXlKV9L8HKUjbkZ1IlKS3w0pSdEs4yRvoEvjTplyb9Silz/7IvE/4nMOWZSV+ul+f5yLp5nm+Ge5Kkt6ynFOeSF8CXwJXGWyilzCbvZX/SpIhX5DlYHXbIOhnKeem5zJH70lXulfp7GNIvMNZwyiPNvUuTPQgesje5zzButjOfJnuROdKUWoMj90TK5MlPYdFvlLXk/OVM5SprCCy5KqXWphFvJ22FbrUAPJc85aJAuuTIQzJOYCilIPyglIK85F7wEHw+lStNM/nGQhmTtaTJujIOfMleBJb0S5N7pdbgKaXWzolzS/OVUpB7mS9ryJoyp4STpmvESXga5kvj+tLyxF30aI7+kvBQgecq82SQwHE4HKa+lrFKKRhcU9aQ9zJO6CdXpRQ0NsFB9qGUMs9GCp3ShI4yTp6DL5kne5RWwlGey3sp6ok+lHvZu9BN5snz0lkrpT7dr4xRStEeZpFiXtecT39T7qUJHJkrawp/yHpKKcg+1uZSo9CnkX4ZI2OlyXtpci/jpMm99AlMaUopyH4ld6uUguxTZEKuspbA43bJbso8Mzt9Ehkvaxu0SSWYAlcpZe5Jngt9ZR2Bk6WcFSl3mk4Y1L+gbSwyuuVwE6aFNtmgvpQm86QppXjemrlH4Vev18t4x2XiaqdcyHufz0f/0MccqNscmxW9QfrJVak1XASW4JYnf8t+ZG8lmuY/kRl5XiAfyV5LTfpkroyRJveyruxN13XarbxJK4EJvoTXlFImnWSspiniJO/Bq2buU/rBl6whMOXKt6Ycy3qle5BW8l6eF+hnyXoCX5qF/Ctw5Lk0ubdaDZNOSina1Czbmk1VSoM8V0oJaHMdWVeaCZs8U+Ba8lBgSb+cl/CoNKGj9MkzpdSnsOS97FvGyPjPjlFqbZzgLOcpV8FBrtLkXimR4yJKOMh8WUtgCdxSv1xlLaUUlFprpflylabrFuif0ETgCE7ZTNY8H3lutdpgpY0r0U2ptbUFLvhSag2uUnKFuUeZJ00p9em6HPrpM6WUvDWbUgqappl8b5CPLeQNXWkAfZarD8/6AAAQAElEQVQC+Uuun5AYpZesLU32V6DeErylCQ1k/3K/9qwAucrY/6cmY2ROaa7cfzpe8JBz/qTJs8+Oy0s/daZcS3OUUvjs/vGZl1LKpIk8F5rqst9PmpV+sdbS2gAXHfQYE5CxWBgJZi9SmQSydCZ0OtZOp8Nk0LRp1LPQNZ2OqBc2q50MCqRZ+IyGY5hhoLjMYqgEEe1tnQx8q9g3w6TIWqJ4YGAQy0vLEAGxkAlshhU+j49Bng/1dQ1obWnjOnnMzy8wcIlgZSVktiU6xyEmaMoYLGzYsBGHDu7Cpk1dqKmtgcViIFhegR07NuPwod144Nhe7NqxAR3cU311ORrqyrFvzxa88PknceyBAxzXg/aOOnh9Lng8blitFpQxKRoIMLihcy/foOztvYdr16/gypVLWFiYYwCjYcfOrXjxxRfwhS98Di+88BQTKA/iwIGt2LV7u/ntghYWebu7O5mgX8egejMTL17ufZKBby8GBvqYMBqD/PyxhfQs0oAXqbwcdEbKWOgKBhkExVO4c3cGx9+9ikuXb3DOCG7fuo+XX36TyfBh0nCcBa1buMqERX/fMBbmFs2/uTHBYHp0dBih1WU6mIrJnjL0rO9gsqgTWZ6hnKk4hSsrC5BPlgYq/AyHSOPFeSZEl0kHD+R8Jck9zqBLPv29wiRUhk6vQSUlTFbgDK/fi80M7o4cOwKNBiFCp3N1dRXLXLdIw+D1eZisqycty+jYZsxzFiMsgmTQSdu6ZQuLMM/j0Uf3sBCyBU2NjQxMIkykRBiczOPmzVssMNwknSZpUNMsmtgRCoX4fIl0y9Bo+NmfMvsqKyshRTyv14e2tnZsZxKjPFhBmixACg/Dw0MYGxnEQN89RJiwKitzYt26ZiZPt2PL1hZYLHkGTiuIMciz260QPO/fvwf51q18UvilH71kJuMuX7qMs+fO4u7du+QDBvupJHlzHpOT45icGMfNG9dw4/pVJlbHECIt4gyoKGsmnlEmWQS+TkETXs9RwV25co1rXEZffy8yLGhL0ONgYCB8KIGftK6uTmzZshkPPvggWlqaKcZF4quTTw0mQJwQR2NxYRFFKiHFc2lpbmQx6xE8/cyDaGtvQpxB99zsNOrra8mL3djE4uyjjz2Ar/7MC3jm6cewffsG8n8T6asjk0mSR9JUWHkAinsIk94rKA9Wg7aXtIuSNgnufZnJt5tMnB7H2bPnMDc3xz2mydv9lM8V83wEr/HxCZ7fhHkGSyxujk9MYoGFcflUZiyRwIVLF3Hl2mUYNgso/kxcrWBxaZ6JwhRxb8YTTz2KL3/lefKjE7LHSxeuMJneTzmax7bt23Hg4B4W9rZg186N2MQi/iYW/uur6+D3BJFMFMHjgcPmhc9bCavNA2h2NgNLSwmcOXULJz4+QzkawWooAvlU+tzCCj4+eQ7f++sf4p23PsDb73yEv/zOS3jv/RNM4g5QhqvQ2bGeax7D5k3bsDi3Qp4axeT4NEZHxnj+18lDq9i/bzt+/heewBe/+Ai+/o3nWVB8mGwf51mfIi3uYXp6BNNT4xhlkS60HCKfzpFu84QzjMX5KRgWjUmWGQjvbN261XSaRkdGIDIxwYT3AAPzUCiEURYgrFTY/YN3MTY+wKTmMOQT51u3bsP+/QcghmJhIY6+vnF8/PFJsyA3OzvHPQ+aZzk3N4uO9hYmIb04fHA/nnvuYdKyHT6/jbwQIowd6OpsYpHwDotjb/Dah5XVMHlNg9IsWFgIIxQOw2a3UAekUVXrwWJoAqfOvYuB4Tu4cesyckz4NjU14blnn4N8E+P69RuIMxkrMutyuwlHoatrPbq7N2Hbtt0s/MVgt/l43mHcunmfNBpnUj9k7isaC6GdPF1T4yPv25Bk0kWxMEJ1wmTiW/i9//JH+JP/+X288vJHOH3iKk6zSHr29E303Z+kLiyj/XGZOj6TLqKtdR3WdW1kgukgAoFyXL9+H++9exr3bvfBpruQTuTRXN+BjrZu1Nc0cT0XDN0w9UyQOrquthZ52gf5EIdF03GecnDu3AXKDtDFQuOO7bu5VhAoWnDr1j3MM6l85sxFfPTBFZw+dZ7ycwvDLMLPziwwoZI2+eunP32dY+9DvnEwwWJPMpmkzbnCvltMtFabcnXwYA/qaBuTyTXd193dg69//atoqK9EdbWLejaKLIP/aHgFDdVBVDHZHPQHKBMeJij7EY3EUV7mxuzcAtwuN/n0G9ixfSOuXO6j/N7G1Wuncef2RZ5/GGOjvTyPLLIZC+zU/eMsHmaTaRzcuwOH9h4kbRoYcKWZ/LyGH//khxgc6cMl2shZ2usY7dfFS0OQn6y/fO0qhmiTrly7gvmFeXT3rGeyagTvvPMO5KfP9u7di/u9veTLYcr/KhOkQVRWVdHGbobDbsOmTZtIk1UkeSaFgg3yty7v3OqlrC1hz75W8hDFWkti/fp61NW64Xd7OM/BswqgLMi9l1mZYNUhn8rfsWsTotECPv7wDuUtykJG3jwzP3le8axslKfhiSG89upx6r4w+W+K8uen3hnEyZPnyfOrTJxXMRndTHo3kt6r0MmAmWyGVw3+Mh8i9Jsy5Pur1y9gnLC6ezoh346bmZ2kfrmGl358Cl3rW1Hf0Ii6xiY4WBTXDQu8fh8s1IV1DXWk0wLAhF0smqG8ZLEwv0K7uEo5n6Xeukp4MdKjQD0RZsKxiPLKBvgDlYjG80woAhQxTIxn0d5WRflJcSxohxNQ8l8RlAcDFvK531uOXE6hkLPQ9/JjeTlMeirUN/rwuecfQ2NjFRpZyA2H48RpBRbDTlnp5f0ifZJB0uU+4Yd4jo3o6W5HU1MdecICN4uueSY0wyzWx6NhWKxAY1MNCyAbmCjLQengebVBPhC0vrsboIb0kE+ra5u4hhXZXJHbV0jRTlqZyPQHvExCVxN7D/76r17D6698SLoUqOML1INjPCMn3B4H/EEnrWAUS6sLpNEiwqE0bVw3du/qQWuTH+UBA+VeJzTCt3P/GRZ4dQa1m1ggmZwahfg9q9RxZyijN2/epe4Yxss/OY5zZ27j4oVbGBudZAHldUSYFCUZsXnLRuQZ4DkMG/7muz/ET370UyzMTVOmV9HZ0YKOtkZUseDew2Ksjz6Rn2ecpt9sp6+3tLSAMPXnhg3dOHhwP+7eu02cp+j31sLhzCOemGGy3wOrVZE6RSgm8pIsfg8MDuODdz8i/05wP2543Io4cK+rA2ist+HA/lY8/vhRbN7ahlt37rOgtgq7TYd80K2s3ImeTWWEGYPfmUNNuQfhxVVkU6RJoZZ8XYc8aUN3lHagDPLNrrmFBSRYmA2WV1IvZCmPG6BrRVRWBPDheyfg91SwuB3AQO8QE/XTqKD/PcLCERiUdHR00p7xPOk/ZtJxTE0NQ9fzuHyxFwH6+vMzKxjsjeDuzQWcPX0dViZ+NWsWoegs5NdhCtz52fNX0M+C3+RkFtu3bcWv/9rXsXVTD9dx8TzGWUReIW/HyM8KU9SbOun0+GOP0tdvwMpSlM+z1FePIrwEOCxBNNe2IM74pL2libQzeAZz9FNGIcWNDdRNdpsVeSZPK5lgn6c9djo1nD93DmLzigzGstki/Z0E9+XAh++fxUD/TTz2yA7MTd9Bd1c1Nqxrwv49W2gzAMMWhm5L4eatIcLUkCvk4CvzkJ45OO0aQuE8+dUJw+nESz99mzKeAKiHkhJ3RRe433UwjDwOHNiFqenb2Lm9HJFwBnZJisFGHVSG3/7dr+NP/vzX8NznH8LQ2BSg2dDWuREPPPQ0FpYi+O73foDrN25TprKkkQXZdJ56oYf7raPPcp+0y6KpsRp19WX0tXzUFXkYFhdeffkK/aDzjDt6sbiwRJ9lkjplAi6nG6FQFBs3bIbPF8B2+mJerxvzjOX+8H/+EH4WYc5cvIIkiwsLlKUJxoGPP/M5TE7PUb8vsEg7QFyi+MM/+l36BXvwrW99Famcg/h2oq6uxrRn8jdO/1//9v/C3/z1j2GjbtSoISKhCOVjAXW1VRDdMjo8QjwN8qEHtdV1OHxwH373d34Z/+yf/gJ19wTu3r+KJ59+CE899QCeePIh9FDONmzaSN436BfqaG6qgtOWoy/XgD/702/j53/+McaONtq7HOLxFeqxLAtMOno2NePIgzuwc083RH4epmzt2rMdTS0tPAcrZufCtGWnqDsWaRs8jLmCLN7O0t5k8MDDRyHfBHrz+HG8+957ZkG1jOevlM4xC6ipqYPXG8BqJIZwJGwG7cOUHfExxIeWP+UhfoAkI/sHRujLLeLtN49jeSmOaRZxF5ZW0NBQj2dYsN2+sxtbt7cjlgihtsbJ6xwClV4Mzy5iKemiT5PCv/md38Sv/eLX4bYXsX1bF5CLYZ56L7G6ggD9gUKmSHq7MTY+Qj0dg9ttQ5iJTIPPIoyP8tRdNsZ7LQ01qK8IYmVuAqG5cTSWu1HuMpCl013B83eJLcpZMZ+0IKKV4+z9JZzvjcJduR9ZoxOJXAUWWbjtWLeDa9Tg+vUBnDx5A+mMA5msA6Ew8woWJ+KJNHTaHIvVQXw0lsw08koBadqWNJOFUSnuM66VwlA6l0Q6n+Y40RoapIAmCWU7ZcugTEMp2sly7N67Gxs2bYDb54LT44bb42fcGuKZp2CxODjMCruzDB5vkPLVTt1ZDr+vlrplEaHlFIoFK2UkQ1lxokAdx3/IZ3Io8maS/vmJEyeIswGrzYID+/Zh64G9eOTZp1Df1oyfvvkKrt65gd6hPrj9ftwfGoKDReq52VnG+3dNv8jKPMoc/XSDNiXLvYm+bG2tg/gun//Ck3B5DJRXeMjbj+DYQweZc9iMjq4m2GwaNlF/Pf7ww3j+2WdRx0LxTuYpvLR3Er/brTbaZSeamhpw+MA+xCMR1FZWw6IMWBgb2a0eyC/ZVFTU4vrVW/jR376E//Gn/xPyAQoL7Ucyl0KOgaD8GaNkIoksfZ4Q47p4IkrdlkOhkIWL/GJ3GMgX0wjHVpBjgS7FeVRpyFuKUHYd8iGQeC6BrJZFXsub8qEx5rEy9na6nNQNWQSDZdTv5ZBCaywRo76MIUlaCB52J/fBc7MYFmTog0MD13XBR3oWaC9ykrRjZypToA9hoLm1gzo+Zn5Y6969+7hx4zpCzGmMjA7JaK5ThsaGWiRTEdisOqprK7F5yyZsJI+0trWiqqqSz1Lkyyz1jZ37VCgUNTjsbshZ6ZpB+HGkUwXq0hzSLMin5FebwhHYmWyvra0nn3lgc9pRQb/W7fXAMGzQLRY43S5YrAaKSgPYNE1DEUDBbEWTpwpM8JEpIQ/kucR1Rcb7BfYXaE8gRTnOUArExwIbbaiVeSyLoZGfNSjaLP6PIBQ0XWOfxbwvkE55nqcAtpCW8ixPuCAcw2YQLwtIRi5LPPh/WQ986YShlAL/fYqfUgqa4F4s0jamKEtx8k0S8rLb7BAet9GP42MIHPn2TJbyaxgGdF3nce+WpwAAEABJREFUOec4J0bfPMYpRcJWJjwZK+PkarPZzL5cLgd52VlE0DXNnG+1WklrG9z0pd1uJ6RZ6Nfl8xkUuMcC95VhobLUBIZSivSycp6cacHEQdYSORacBDcH7ay8T7PIlye9BI8CnSOD9M2T36O001kWDzVNmbAEL4FdgqOUMmkkc6WvtL5cs5Qf4W+5lyKY0E/nOSiLTvkpoqCAAgmmk0aCi+CklDLlQ9ZQSpn0yJKO8h58yVXWKl0Fd4HrdLrg9pAHP6Ehh5p8IDBlT+Baso7i+rJuke+hNMhcC/lUrtLkXnCRe4EhV4Eh97JuhnsSWNCBolY0m+I5aLoGGafUGj0EL6UUlFLmGkrxqjTzvVIK8pIxAlOa0ChCfRWPx6l3suZZSb/gXmpFTspTJkTnp3nWKRaSxHYKHJE1pZQ5T2AJfaRf7mVMgWerlIKmaaQ59QbP2OR9VTTfy1qlJvQWfshyr7K2wAFfcpX1BaY8lzWEXsKnwkdyLzgqpUxayHuhiTmP68t4WQN8yTOBI03WEJoL/8uVj8nTBWhKM3mrNE/gyDPRf7KnFG11lvpRdGSWMpCjDMhzGSdzsuQb4S/pU0r9A9qbfaSF4Cc4yXi5d1DmZC9CJ8FNfBSBpzhB+uRe8JWrvJd9CN4in9IvZ1I6Q3nmorw6aZ9lvDSCoW40qC8c8JBf5bnM1ykT8kxwEdqmmBsR/AUveS9N8JG+VCpt6qC19znaprxJJ8FfYMgceSZN1pR+wU/wERylX+DIWKG30+mA4CD7yeXyn8ITXORXtHLUR0op4m01dYDMEZgyXuDzmCCwpV+aPFNqTQ4EhqwleoCcBt0icDRYDJ2wDHPd0hzwJeNLezVhE7j0iX8oZyH4y/n4aQu9Xi9xMiDjRXaEJ5RSpt/icDgJ32rS2e12m+vous4V1v4J7kqt4SgwS01ok6Jcyb4Fnuxd8JDx0mSc4CN7kvv/UyuKbNGeaNSZMkfWLdFHrtKkv0jdJ61A+1WgXMt9kXMFtrQin8u4UlNKmciz25QvOTOhnYyTB/JYxsp6cv1sk+dF+R/bZ/uVIkwClD2V9i5X0TECV3AtwVNqjV4yVugiTe6lCf6CszmXclfqExjSuCxK6yqlPpFFmFd85qXU2rPS2NJVcBBchI8N1sBk33IvNJAxsp6cl9Rp4qxLCB6yrjyTuUqtwVVq7Sr9mqbDhGlYTT7SP+EPgSUoaZpm4iz9cq/U2v4FruxXrrqmm3NFxgUvpRQojKBSBVUr+M7UY7qmmeN03QKd6yi1BkvggC+BJffSZH1pci/90v7xvTwvNXkmTcYVyXcERxRKpw1zD0opKMU1yWefPSc5Q2l5yr3AKMGUq/RLk3tp8lxaqU+umnxyL0MHOM0Cj8frQnl5mSl0UIB8S1AKKHfu3IV8YwZ0KjVlYfIoiWSCzqZup3PiotECxM+bZSA3NjqFu3f6IInj5RUwIJ9nImge87PzyLGKEfCXwevxck6BzlScQekqRkfGMMvnVgZR8o2oQKAMSmlUADZY6YimmEyWDVRWVmD37t3o6elBTU0NHd9q+Hw+JgvasH7dOuzauQWPPLwfB/dvwfqueridGuGOs/g1DNDRd9GZFQc+TcMjSiIajSIUCoF0hSgZ+eRqRWU5HEzqRpgUnJ6eZPFoho5flImBeYhDFSjzshCwARs2rEd5hZeOvZVHluWBZaDpBdgYQGzavAFHjh5kkaiF7w3SyIDb46Jis1ORWSGfsK6uroadSTZJJG9iku6RR/fhySf3o7OrHYGyMtQ3NqFr3XquncbE2AzGhhdw49owkx39CK9EoWs6zyCB8bExBt19TMLfZdEkjgwTkkkWHhbm59DHwvDc/AxCoVUWlXgOTD6JorXoBoJllaSJzjPhOVKZK1Xk/vKQn0vL8zB93Gc9g45KBhcGHfW5uRlIIXCShaFMNg3DqnNvVug0fHka7qWlJZ7lCpV5BvJy0aEThhZl73F5EGZB3OPxY+3cKtHZ2YBaFsS93jLMzITJM0MsMvQS1wj3EcX93j4mI0YQWg2RtkWIAZFPf0pTXEAYWQyIy+Xi2SwyybvIwCbOFsPiwiz5KwkLAzq324Zg0AddV8QtxQR01DxvpRSfa7wvoED8rVaD/GZFLJrE0OAoE+nLNKQ5VFVWopkFokMHD+Bnv/F1PPboozh69AiOHTuKLQzCGhrrOM+CNIuTSywORiIhiLJxcv8e8ls16WejU5vLazwDFgmYEJAz6evr5b6nUcWAS/Y2xEBbCrpyVl0sqm5iIqibiWcPnQw5szDhAgpZBvIjlJc7t+9hYnwSE0z4JhMZFAsaygKV2LRhO8qDNchmC8Q/j3ImQd1eJ+RnGK9ev4XTp0+xkDFEnO2oqqxjUr0aLkcFWpvXY/eug3A4XDxTg3swIK8Qz03Wr2AyRc7uzp07OHXqFBMBoxhlge/+/V5TN0SZhJGfPZImONaxCLRh0xa0tnWgtr6ehZD9ePSJJ7CXgX0ti71OjxMSKIvzKTAunL2Ia1du4M1X38b5U5eY9I0hzWKBzXCgt3cAZ85cwl//zSv4X//rR7h65Sb85JupyRncuzOGHAtmHpcburJCaTZ4fOVMlFVDpz6JJQtm8urMudu4eWsQwywSDQ1OUC8so6ysBhUVdRgfn8WdOxNM3kVw8eI9fPjhWXzw/kdMYM0ixP0Lb0dplGJMqtssBiRxgUKGifRJGoc0lEpy/Gv4yU+/j/MXTrJ4NozxiQgkkZFmQar3DhOBcCOTKMBqob6gQyYJDznzMIPwzZs2s8gXIA53yKtBdHV1oaa61tSzQh+RodbWVjRSJ2Spq3MM6FJMtDtdDly/cRUDg31o72hDZZWPiYAMknQ+RbasNgOiw8fGxk35GR4ZRioVYzHtPCLRFTz22EN4/LEH0dbWwETWCnKFJJaW4ywEX8XpM2fgD5TBanfildfexclTl7Fxyw4oSw6r0RlUVvtQUelnoWUW9fV11L/dSKdy5CsHFhaX0Nc3AK/Xh7179yEcjhLGa8T1OkbGRjAyOs4xK9SF5MuxGYyPzaKhoYU0qMB+FoYffOABnksFbUoeAb8fe/esh4vna7d50NLcRL1lw/DQKpMZTEMULNSJI0xuR5FMaJibibEomIKCC6m0hiYWUnsHRzAwPAb55v3uPTvhJI+nmQARW/Xx+6cw0j+O5YUQk2Sg/KdIs2We/TRWl1eRTWexzP146IS6XS7cvHELN2/eQc/6jdQBD1E/p9A/IIWZOHrvj+P+3Ukkk0XU17bixRefx14WIsOhJPVbPy5dvMlE/S3i28ezzTGBsxmbN2+Bz+flGbSRdgZ1kkGdnOM+W+Hz+iHflB0bncD01BzGhieZFEuzCJ8iTVOQBA/VNiyaRt2dQTSyilnaLBTz2Lp5E5556mEc2L+HZ/wA5cGL+ZkZtLOgbrOlMDszTpmn/LOw2D94GxcuncL69RV48olDOHJoE/OVGsr9QWzq3oDhgSG88cqbGKWOGhroxwqTsTabFYeOHEEV+XSVRazaWhvxd+LRRx+hbewxnSUKB+7ev4/hkRHotDGLK/MsJuTg8blNHs8z6EvEY9x7MwtMB9HDtbpJVx/l98aN+/iD//YDnD9/F2fOXkdlZZC2fTt++ZePkd8qKCv9yDKBVl9fDfnZbLHfUcpndW01oGVg2IvUSwuQn7+bnwubOoI5PEEJdiZjMqkM+4C7N3ppMxSmJ5cxM7WKl//ubeqX23Da3bAxOXbuHAsoQ/2oqKpA5/p1qGNyMk7ZG6IsCX/LN1qtVjsMww6328OrlTq3HJ/73PNobq1AXaOTSbQyTNE3WlqOwF9WRV6cwHIoQfs2g9t3e8nbfvJUH+37PIv8Z/Hm6ydpzxLYt+8hNDW3we8vIz5exGMZiK6fZqFCZPwui2eNjY3wet340ouPopv0e+CBg5ShLSinD2G3OiHfohI973J6kaGPJ9/yDbhtyHL/FupLt9tPnMrWzmd52Tyre/f74XC6yVOg7q6kTkmbCehkMke5m6R9nMLQ0BhGRyYoo0VEQiEEAz5oPN0i9WJ9XQWkADfKBGYktIL9e/ejkkVG+bbWRx99zIIw+Y/+Xpj+l8PtQq6Y45kV4fP5kM3nKQNOyoCBOyxK5Wjvckyay59gKKooecdCWg5RL2Wh63G0NPnxS7/4DBobi/j857rJrwE8/eg2/Pq3v4jf+PZX6Qtug8/LM6CvtX59t/kN/Ib6ZtP2GYaDhZgQ5MMWTY0dMCwu6iQvE+lLlK8kbXoOhw8fo3+gMDu7jJf+9mPq+SuIhNPIpgvkvzxW6Z8Y9FH7+gdw9ep1fOc734X8/OLszLSZINi2bYt5Pvfu3YXP78b0zAT13wDKy73Yv+8o5gm3SDmw2YqmDm7vaEAg4CGNIubfM62kP6opJ3X2LQwOjuGj99+G1ZJDVbUX6dQ0urv8iCzdgFOnPXPrePDIPuqOHpymvh7sH8XH71/AxvUbsLgQRWN9G3XPffzhf/uf1LdNGGMxLh5P0h8PkKYLLFzk4XB50UG/s6GxGc0sIIneW0+fNJNOwuX0kTaLJh4eTxm6CTfCwpCDwbqTrb+PuoE60zAM+HwelAe95IkMHji6Hn6vga995TmMDM4TlzRlxY9YPIHd+zaieyP9ZKeOQNDPZDuQyYM00zA3u0T5v0Det2DblnVobihDwOOkTEeQpN7IJvMYHpxgIeDHOP7WBwh4K5GKA6c+vIk/+cOTGLgzCy3vQkNtM3wuD7xuJ/mlFj/3jS9j/bpO+IljW2sDxkb7MTUxjERkkYuv4sDOVuQiUXS31sKS1zHav8qCcB/kQ3Mr5v4KqA0CDx/ajCyLCFOjI1jXWcVzKdJWLNJ2eeh7ZemPuaFrOYhdjsWLOHn6Lv7z7/1v/Mmffp+FzwQ83gr0943ggw9OkKfiGB2mHZlfxI9+8AOT1v/5//4DVAYDSEesSEUVhvqXWNA9g2w2iQra32/8/Au8BtHY1I7j757C8koaZeU18NJuOx1unncDbt24g9//z9+jjksjGopBUwpNjfXU84/BbnOitqaStqwLNVVB8lMRLlfA9L0lsB4ZGuFaBXg95dRTAxim/bnD2A40u02NLagq94G1bNK3moXseaQTcdiYIDrx4fvI5wo8ozSSyRht6hImJvtg2BJQehLPfW4Ttmxdj4UF6rsP3kWC8xwOAw5HkX7eGbgoqw31NXA7nFhmAXFifIz+xD3CTBHHDBbm51l4fQNvvPoO7t3u5ToZ3L3VizB16r07Q7SBqzh/9gbkp5YvXr5O+QV1+yTu3bmFYi4Olz2Hg4fX4Tf+yeewfVcdcvkklGZDDXW8/BpPjEnzZDIB4ePh4SGs61mH9s421NGPjcYS6N6wHnt374DHbYUkmsLRAmrqqnH15nUsrqyghf57B21FJWO8YLCCPtISdflByn8QHZ099K2t5JFKWG0WjDMmk5jm2vWrhJWiD5ImD8ewvLk3YF8AABAASURBVJDC/t1b8OTjj1B/rscTjA1b2xoxx4J/KLyI3t7LqCg30NpoxxOP70JV0IrNG5qwwEKd26EQpV/5b/7lv8bFC2chH5K9e+cmpDC9a8d2+LwueJwGdm4l/9ImJBILQH4JjkICdSz2OgtAuduGCrcF1S4dVhab88sz6GS85rB7cOnmIGKMZ+weK4teETi5D/nTMxarC3ndC291JwxvC2W5EeXVe+Dy0R+w1eHu3VksLWUwOrQIr7sSSjcgf0vT7rJCsxah2xT7gBh95hgLvVnoSDE2S7CYmsxmId94VDpoI9K0TRlYDI1nmwPTEiBRqTfy0FkMKELDwuIypqZnMUN6eLxeykU5JqemMUeeS9GnU5oF8XgKiWQWCwth5PMGJiYWaXfszFesMp5yk3cNFKg/JLZKp9OQl1LgGhok4TI+Pg4pwAXLg7DZDPyn//s/4sEHj6G6poqxeye+9c1fxJe+8AIk5pL4ura2FkVVRHkggBDxctMhybA4KR+ayWkK+bQVNqtB2+CDza7B6bYSbxeKSKGjsxkNTdV44IEDpj/XwrhzH33Zs6c+Rjy0hNqqMvTdv4lEbJk458mvnbRrzeSdXVjH2MDDoluaMYzV4sCGzg3I0XdqbmjCO6+/hTdfexMfHH8Xf/bf/zumpye4XgEF2mSlFNKkD3OalLEU4RYRZZEjz6JVppCGIv0VY2xfmQt26u8CMoDKoci5QI50UjCYJ8ixEJVMZxBnYjaaSiBVzCNDoAUdgAVYpQ6dX5lHiHKXYIE+k8/yODXSP0k8ilAaYKH/aOF6acY+Rc6L0NdL8EwUE3KRWJK+TQGjjIXv9w7xTPOYnpiF3e5Ce8d61DU2Q9cMDPQP4ebNW2w3efYxEzer3YZKxuC+gBeBsgC85JWdO3ehrq4RhmFDwF/BswYkBpbm/KQYUCgUkGPSze5y0Zb5OC5IPRenHZlHaCnOHE0CM/TT0ukci/qVKOcaHp67wSKjpnMDmuK+NCilSG+I54Q8E7lS2FK6BrkW+d7C/EqRZFJKka5yVzCvedJIflpa+DKbS3MEuZ4wdcK2WgzIPK6AAnG0WCywMQdhtRrm3CxlycJxiryYZS5HPugv+yEQFPmfIhylEQd2yBUcpxMPga2UYi8g4zWOcbvdtBku830sHoMk+YUuVvrYdvrPFosVmmahbksjFovTnmQh+IhM2h0OSL4qw2KY4CQwS2vIfBdpK00pxfOKg8jDwTmypuxHKUXYGpsy6Sh7MgwdFuZ6/D7i5bTDblhgIy66RlqTfHn6lwLbMAwTD1lPmkZZdHK8z+flfpyEB8LVzDGCl4mzx8P17dAIP0+eNsjbFq6n69QHhCvjdNJVmoyXJvfgS9aV85QxOcb/0qRPKQVVojevRBGKOOtyVoRrtdk5W5HXcpDxAqM0V2BJ4wCT/vI8zbMNhcP0JeM000UYNqvZJEeXJ8/KvqUJDRx2O+RaIJ+lM2kThsBXSglIkpvcwGdKKcrCP6KX0JP9sr40mSetQLkWHQcdXL8ACChpWHsppaBxrowFX3IvNFKqxN8waS60k2cyTvYl/CF8IvwuuVt5L+sqpUx4mq6Tc8F9J5gXyEBeAldgKKVQuhd4Qj9ppflKra0tYzVdg/CCznM1bNyz1WLik2ExVdYvzQNfFl2H8KFhGBC8ooxnYtSxMkYpBY37Lq0hewBfQm/haeFjTdNMeZDxdp5FqU/WEXgyR/A2KL8yVhpBmLwgcwS2PLfwuTS5l/0JbZLMAaV4poKEjQVCTXg2n6O8Zcz5MldgCUylFMSeyZpKKfK/6DS3uTd5LjB17lX2qZSCIt7yXvYiTe5lnFyVUiat5V5wkjnS5LnsJ0tbLvelppSCvGQNuco8efbZuYbVCoEhTZ7J/gRX2UNpnMwrkveEN+IswoseKpJ3ZbzAlXsZX2Cxbg2PrEkHjevLXBkjc8P0m+QcC5QVi0U3ZUJgyXpyLkJXgS+2QMbJe8FHxhe5vowTODK2dEZrz4oUBWXykpy17EXwSNDPFB8yR32u03d2OG1mncDJM5NWGidraJr6lA4CU/qkCRw5B+ErD3WUXGVP0i+4SJPx0uRe8BK6yJwS/wodpUm/0EIpRTycJg+AmGfJ/7Lvz9JC9ihN1hHYpfbZ95+9F/qAUirXPHlRWpFnpJQyZRifvJRSn/IQ+JIxAluuSinzWQlP6ZP95Kl/BX+RIdmX7F8pZZ7fP54r46QJbdeaxaSrzBN/wLx+wnMmHMCEI7Qr7ZddUGqNdwW+rJ+l7i01wanUL/elJuNED8tVcC/BUYr2lrSQvlKTZ6X7Eiy5SuNQSD1N4Mp7GSs0EXxLe5N9yHt5LnwpZyd7KK0t46XJGgInm8tC7EQJlkW3mPwqY5RSUGqtyftSk7EyX9YQGNKEBtKv1Np4pZS8heJ/NCooUgbFLwGvik8ER+FDq9UGXdMhsJWSJ3zIfwL/s41dKL2XdeVe+pT6h3OkT5pS6tPxgp/sX+YJOqBMKbX2XPrkudBBrvJexpaa9MnepEmfwJYm68t7TQpkI0x2Tk5PYWZmFsusgIaoUBLxNPy+IDZv2o6O9vWwMVCam1tC7/1BjI5MIRHPEA8bKivq0NW5Hht6NqG1uZ0HDExOrjDZOYze3lETX6tVR3t7O+ST601NzWhtbUdTU5O5wUUGPUsMmOfn5rHKQHRlZRWDA8NMsE/QcY8hny/QOdKZvEoz8TTLpDQLu0vLsFoMbOrZiH179sOiWZFMJOnMRun8xxmMRhkUTEJ+1vLG9Ru4fPkqneEYXE43Wlra0ENcKyurTQES47eysgy/34taBoviTOl0rPIMGIp0B/JUcuHwKoPABcKcQDi8ArfHjiCTYWVlXgbUdEgMUDGnqCZyNKoJWCxgU/B4XKivr0VjUwN8Pg9pu2zuWQg/OTmFvt5+yDfP5ucW6ACkUC6FO+JXzyCnqroWnaRrT89mdLNtZnK8s6MZ9XV1sNEhd7t8cLu8ZkLEzSSXg4mR0EoIC3OLTGysIBgsR1fXeq7rh5tJXjnLskAFFaSXtMoxobVKnIt0puymg5ing1dg4Orz+zi3jPN80A0dVrsVdpcdtQ21aGNQ1tLewgROOQJBP2xU/LrVQgEsmGN1GlxhrJmZOdxg0eHa1Vs4fvw8k4y3sLy0Sp5JYYwBj/SHQnFUV9WRRn7i2YaNG7sZ/HUgnytiZTnMAHeRCcw5FrjmTYdDDJAYCQuJOzs3i+QnRkj+dl2BSszjcWMri9KVFeWgbPC8Fs2g6d1338e1azd4/hFI0iJFJyMcDtG5T0FeIhiyb43ORh0TIp0dLUwCBpFOZWEzrKSPAVlX+ETn/qpYHHW7naSpCzabAUkYnzt3BreYSJlhIUMKuRfPX8YH751m4vI2ee8yx4yS72qweUsnahhoyzfc0izoW0jfPJPPLpeT8tGGp556CvJ3YpeXl5joHMN9FiJCoRDkJX+zdHpqBlNMCGQYoMnPtZ06cRHvv3sWp0/ewKULvXDYg5Bk/bVrt/Dd7/0Y3/3ua3jppVdw5twpzC1OobGxCo8/8SQMw2UmnMKhPGIRsDgTw83rfUyWjVJ+85BCXh35rKGhnsnnnZCfQn7iicexZcsW7N27Fz0besjXdWz1qCTPytk0UZ537dqD3bv3orq6BkWlobauHm3tHQiUBSGflNSUzrNRjM0Ua5E5aIwYK8rKUeYrY/AZRjycYIEjT1nIoIrB5wMPPoQNG7eSTxWyTM45GUjNzSXIEys8vzTKWZjQedgFOmiZZApS0F1YWMLQ8BgmpmcQisYhn5gE9UMup2FxKYJ794fwzvET+MH3j+PcuetYWYlTH62D/J3AnTs3MUHcgTbyuMPhNJV6joEeGOpK4FldXYX29ja0tbVgy+aNaG1rgk4HyGa1QMaLnO3avRsvfuVBvPjiIdTUVLPwfgwPPnQUaQb+g4NDTBAvcKzLPOdGFkLkb/CcPnXWLJpls3kzaBQ41dx/dXU19YiFSZ4J8vMy+vv7oeBmcm4GGSbBysp8aG1twjPPPkmcGtHeUYdvf/tF/MzXXuAZdeGBB47gcSbj/H4f13RQtrLUzWM4feYkJEEpBdm5+WmMjg1BiseXLt9DKJJChgXKREZhZGIKH5w4hXnqaLvTg3fe+hCnT1+gTFh5BguYJj92r9+IuvpGM3ExzGTw7dt3eTYZM3C2We3Ub4OUEzt5rxEandMpJmt6WWhdlG/HU9/PzS4gzcLO6Mg4ZeUa21XqKDeTnkUsL64gEU2hLBDE17/6OL7y5efIcw2Yp35xOzXyj4HQSg7MeyOT0WkjNPPbazMzi9zfKqpr2jC7FMZb753Crfsj+ODDE/j449OYnlxCV2cPqsprqY916lE/pDA0N7PEAmqIunHR3IMiv969ex83rt6AlTy0YV03fubFr+DLX/wSFllg7e8bYsJkAX39AvsKk4VTMCwOBHy12LhhJxobOrB+3QY8+sgjOHrsMFwug/Lig1JWVFb50UGbWMcEbSBQhtbWFhw+fAjyAQopCp448TFeeeV90s7BeV7EognomoFTJ0/QBl5ncivPtcNYXc0wEb8KSR713psBihbCbeCa+/Dcc4/ja1/7Ap555kE89NARFlBq0d7WzvvDWL9+PZOL43A4Deqldfja17+IX/nVb6C5pY4634CdCe3x0VFcvXQZNosBr8tP/Z1FNe3mtq0bcODgPlRUBFEu+lbTsWPnbpPPy5iQam5uNr/RlmfC4dDhA9iybROcLjvKWOBLU++J/Jw6dYL+xhRu375JXprFG2++wQLjKiWtaJ5xz4ZurOvuQlNbLZxeA0srs6hvDOILX3wYv/Irz+EXv/kIvJ4cE+R3cPXyHZ57mvKdZHJ6BsFKP5PkTbw6YLVSd2Sy2LWrB7/87S9i45YKfONnn8cTTzzEc71DPWShP7ANoXAKI+MR6pAEGhprsL67BffuXkA6t8rCxySuXL3E872PcCiCauo3u92JubllnokV4qOIfR0cHCbfpOkTVaG5ucVMsLV3bOA+V7nPYeqbG3j11Xdx4uPzhD2IjZu24tSpu/je3/yUNk5HQxP1YCSN6dkUYVoQjcR5tjHSPUkYC7xPACoPpWeRySZMH6S+vgZKU3j19bfJ32dpb9/DhYs3kKG+9AaDSDCJGQqFqeeWQHMDv8/KhFccmUwCoreSyQxlPolLl29jYGgcg8PjyBU02Cjvc+TxOP0qxilcV6e/Z6E+ssJqGKbfIXOXOKa2phYaiigPBrChpxMJGhWDenGGPqWVuvH111/DhQuXMTkxhzraBJmXZpF0JRyC0hUcLhvXTGMlsmrySFt7FwYHx2kHitD0HNKJhIl7GYvskgQWe/H4w4/g8888hS889wRqKl1ct53yVmPy9Pj4EHXmEK7dOIe2zjryURtGxsZIg2U0s/AkP1N753YfXvrRcdLATR7xUO/cxsvyDVgmBKEVOHeYhYI0bt25i2gsTTmxpPnLAAAQAElEQVRLUAbTMDQXd6pDgu5EImeei99fjkOHHoTN7kVdfSvGp+bg9npJswLmF+boy8xRNzdh1+4tqKgMYGl5lp5lBjPzs1haiFEfGOSPW/RpoujqakNTcwO8PifWrW+mfsrCIP9nizb6Sq1w2DtYkAxhuH+U8ldFnyYEHgf27tmMr3/9ac4tw8jIIJOoCkMDC7SpCkvzeXS0bcXNa/3UkYr7SEKKu8FyH+kdQENjPXbt2sb9ZhGRD5mMz+CDD05CvmX//e+/hOvXb6Kutg4+jw9zMzOIhaPQaLsT1ElL80vMm2koZIvEzw/R58v05+XbVxaebToVpd4pQ3NLAPOL9ymzPG8Hxxfj0LQidWc/7lGP5gFEWQnVGCtEEhnklI6R0RlcuzqA69cuY2iwF3ny/OZN3Tiwbyd1bID4uNHNolUskqQPs4wiC59eJqXSLDzWVDhw4fyQydeXL9+l3R8BzQzy1I/yzetJFkLyhRSqa8pw+Mh+BGlLK+nPO4wijuzfwAL9PhZDnsA3v/kwfZAg1nVVcX9O+P1luHm9n7ZvmmcYg7+8iK3bW6BTpyeiGuXCS59pMxrqyxGJUD9YsqjlfX1zHdJZheXVAmYXUvSh2xBL5Al7B2pqGlFZXgMCRIq8vsxi4b//d3+BFz73SyyKhXiWKVgtFop+Ee+9dxW/9VvfwTvvfIAz509jZHwSr73xNs5fHCPvh+FhzNbRtQ7iP1kNK1780pdw5NAWdIofFvCjprYSFy5ch51FhF27tpu8IPbS560gDrXouz+MimANcU/Sb6sGlBNDI9PUgXEM8Txcbh90ww6fy4VHju3F3h2bzV8v+MoXnsXP/swLaG+ux1DfPRi6FYFABQpUHmOjA/Rlr6GmOoDV8ALKWbidpn/W3z8Mp91NvTCJKH01Q7fwvR1+yk4iHuWeFfVplnoliIcfPIStm9fhhRcexq7dndi9fR2mx+bxMf3fj969j3MnB/HyS8chNrDv/ixqa1qxspyAVXPi7KkbaKprQXtLC/2JKO7fvUE9FkZXdzl+hn7Fr/36V/HIo7tN/f7D77+Dm9cHEYvkGUuFMdA3iveOvwf5+W9fwIbG1jLAkqZOWEVHRyuOPXAQW7c2I8Z4xE/71js0hFr6dSn66HaHB6t0TppbO/Dxx6dw+cp1jI9P4dKlq5SFBYgO1DSNvlKMtK+kPFfwPoGaGvpxv/wC9u3dgAXqiB07toG5dWzZ3I3Dh/agr+8Wnn/uGGZYoK6uNGBRYdj1BFob/Hjs6BbkWaDLZzX6IO0Y7O+FQfvgdbshHwZYWljEli2bKY81sFhztN9enrcf1y9dQCK0gOWpQbTVuNBc5YKF8pFcncc6FvEePbYdVWV+8mMEVqcXt3sHEWHiuKa6EsV0HJZsHD4LkCMdYixuVTBOstsKtD9FVDZswQNP/io6tjyBj84OIJqxIZwoIJ6M0z/PIYck9X+cdM0jy0KchQUEzeJEXreiqBsgw0GjL1ko6pBfwShS91gsVtqxBGwOG8pZzEzRrwAUzyWGBGO8PBM1i4w5b96+jdt37+HmzTtISDGPfBZPpBCJxhBm8jvC9wXqmpVwDLFElnaT/kLOQr61Mk5xUF+CesrCGKQA3kE+3JPPFqB4blPTsxibmIQkoAI+H89Ioz7qwr49u5k32Uhs8nBSzkZHhvHC888i4PUgHFql7xZFjvmFlpZm2OwGxxWp2zKY41n/4jd/BfFsDHf7bkJTFjhUgOfgghQOda/G+CBMHNKI0lZW0teqpg/mIg3Wr2vH008+hFdf+Qlqqau/85f/i/YkjiyLl73kd7BotkLdPXD9OhYYQwZo38P065e5h2RoBUHyR3V5OWaZl5B4Ok0a6sqGxYUV6vRFLNOP1pWVeBYhdEyS3jodihzlO8P4u1As0sdzAgrIcm9K16jOCjzXPAAdoVCMPvYk9fktDFDu44k0aU06GgZCLIze6r2NxegCUiqNSCaGUDICZVggRfQQZSjNdfJFmDY8HAphlU2Sg3PMd4xPTNNW3af/F8XiYgSzMysIhTO4eXsAZ89fxcVLN8hrWbQxj5UvKvJQks+jiJMPxJeZmprEyMgIfYYJ9iUpX30Ypu87xXzY9OwciuQPG3lSKUWapuAvC0J+QUX0bHNTCxoaGmkbPAgGK6FbDDgYO7rsHiCvIcRcxgrjGPn7rKukd5x7tdqspE2RviV5nwl4ogShmxRTCwBzjEXyVAFZFkLzTOpz2zBIJ4GtKYt5b5XEI/MRWdJeIy8WpECdSdGPTKNYyENpgFLSlMkvGcaxOeZ4ilwPfGWzGT4vQtM4iO/lWZawClyvQNkp8jzZbf7LsoAtragKyFM+s8yJgdPSjGmjlCG5FjhPI53yxFk+YLa0tEJeTaLIzQmubrcHSmnEj7hxnEH51WnTbDYbrFYr9bGFz7KkbxKyH8mRxVkUEbx17rPUJ3jKWoKY4ChN8E6SX2WOSSeOlxwL8gXYCNtOPjJ0DQbzeqIL87ksMtQFGeIvsCwW3Vxf9pGk/gLW6FIo5NivmS3HObK2xWLh+TogOMl65lhdQeTYarNA09lDGstYga1pmrk/O/0STelQSkFegrc8F3rJWNmDwMvwXASPDM9C3vMooBtWKN1AmvkB4QlFmLq+BkspZcKU97KWxeS/NfyEdinuU2ALrRXPOsN9SJEtzXVEdpVSJn5uyr+JI2ETIgSWtBKegqtSCkJfC2kgeyj1yb00GStX6RfcNV2DpitopDtVAArkH2iA0vg/wMRb4700pbgqG/iS+bxA13XS3vLpmjJOMyyw8EwFhqwn68hVngluBvdfIP2z5HXZn8iP3KfJ/wJTxklTSpE3i2ZTSkH68MlL7pVSKOGhuAcX/R2hj+xdnstQgS1rW4mPh0Usea6Ugpyf0LxIwZWxgpeMS5JHRV6kyXOB5XQ6zbXlrITHZM8CT54ppUz8xIeS9aRP1nA4HCZdpE/2L1ellFz+AU0Ff8ElTjtNQJyj86xJP56HRl4gp3JtxX4LdMoA+DLHU+4ER7kX/GXv0uRemsAV/IVvS+vL/krvC9y4zrOTVurPMgaXsQXqJpkrTd7Lc2kCU95L4yaILnUgdb7AlOeyd6GV8KnQ2u/3Q+6FHjbqEFlL6Cx98kzGSp/MFdiCtzy30pGSe26VMXbePCt5LjQXusoYeS97l7UFhuxd+mWeXKXJveAq5yZj5WyzlC2BK2uWrjJG9ipjMpQ5eS96TcbLONmXUop+bgrhcJj2bYX2KUbdn0FpbdmjwJM5sp6sLbgKzkopCJ6Sn5bnAlOeBQIByAeDBHehhYyVeQJTrkopk78FN4GZp66UfqGlrCd4CawiFZDMsdH+CSxpMkaey3jBS8YJzT7bZJ/SpC9Hm5CjPGYpg0IHuZd+mZfP53gOa03eS1NKkS81s8namqZDXjJHmoyR95qmmWMEF3mf/4RfSvCVUpBncl46+bE0pkD9IK0ERykNJViaWruX8bJPoYU0oZ/AkXFKKZM/Zb5SCp/tE/yEluBLnv8fG22ljBM8BWe5lznyvtSkX9ras7x5xnJOQj/R6RnmdeTsSk2eSZP3Mk/WVUqZuMleBHfZj+xD8BW4MlbWk3tpAlPkXvhT1snxbASOPJMm96BtxCcvgVOCLXSWe3m0Nk7uAKXUpw18KfUP3wt/FYQ/qB8y9Cnz5BNZogT7s1e5l6bUGv0FJ4L8B/Dl/WfXl/elZq5F2gt9pBU+0VMl3AW27EGa3Cu1hmtpvlwFtqxborW8V0qZfKYtMLgSAhbp9OQLykzYSdKrf2AcQ0OTTNgu0nFPIbQaZ3I7zMOxocxfAUO3IUIHeWx0gmMWGHyAiRIfE9MuJn/tZDZwkzoicStcdCSYJYWhWRikxsyC0OpqmMF2kEWmVnR2djGJ3MP35Qw0uBaTf1EGO0uLi5ifneW6iyyQJuCiQGeYbEjSOBiajhUm8u7cvM3g+D6d9Ot4//2P8Nd/8xKTYm/gFvsX5hcZaFVgw4aN8DMJUqRxk0+WS+FVKUUjbaVC9pjO0cL8AoPpuywCXjebJMszdLZiDOrnGeTMz8/ROYwyCAsjw8DEYmhURlmkGEi63HYmNv3cbwHJRIwBR5pKOoHZuWksryxieHgQFy+ep6Meo4LU6DRmTOGIRiNM+s/gypW7OHHiMs6dvUKnfhQh7j/CgnaEQYTFsDLZ1cQEzS5s274T65jQD1ZUU+GmzcBhYmIV42MLCK0yyGXAWUZH30KHQn4mWYQuEU9idSXM9QDqcgbXo5AigHyKc35uhco7AkO3MoHdiBoWf8TGrrC43M8gfHpmijjHkaRDtrSyBKUDNocdKRZyVllUlqR/KBwyx6TTWSYNFzHN4Mwgzl6Pj+ulmRwKYZrBSjQch4tBeAsL7rt27kFTY6t53s1NrWhhsmHduh5s3rKN+9zNhOI6tLd3MiisZ8CVx8rqKjRdg5/BYwEFvl8mD02YZxGJhOEgf1l0C8/SC418kc8X4HS6EaWjH48nkKVj6qazuG7dOrS2tiJHJSHfCvz44xNMPp9gguoKExx3MMeitoP7q6wow0Em7JoYJCXpXCcScWQYqMzOTmNpaZFGb9U8ayfHNtTVMnjehYb6WiYvenDo4AE8+OB+Jle3kqfXYdeunXj22WexddtWVFdVQz4B6HTZUc0kRHNzE3RdR2NTI891HSx0aAYHB8gvQ5hnQs3OfTmdLtSxsNnGIkhTUzOLlXuwb99+bNu2Czkm54YGF3D1yhTm5yI810Hz56Mi0VXSyoGGZmkBBFj47+wUOetAMpk2z2FlJUp+78Nbb32AH/3473Dl+hXImlIM2cRCoXzba5aB5PXrV3n+CdLTDodT+DzAoHGtNTQ0oKmpCZUsqAp9ZS+iXFx0PP0+H/luFaOjY5iepAwvLVO2k0yMp2HhnrNMpodZmNCoc6zkF1HkSgEOh9VssUSE85cRox6YmprFEoNSK+W/osJBPJdw6uQpLC0tUdbyTGAWoSkKN5WMpvFeB+QbTsIrLq8DViYbdKsDyXQRK6EkJhlsZxkoRVmos9mc5GkH5GxqSectWzdC/h4wyGdBFgfkfUVlkDzaACmy1tRUMlEZhNvjhOgHTVnIqz2oqWulHPczyXkJZYFyJs1rMDY2wQCfcgPwnBV1RYKFyzEmyJa5h0Uozh0ZHmOy+gblJEV9Au5phXK9hDNnzkAcpDSN5ocfnscPfvATwmZSj3whwXtLcyusdOLHx0cxNjrMBFIUfr+NSXwrkqkQk3fv4O69G5hjsbS9o4VyoVEXLeMyC6ZLTIwUabGuMLn3X3/vJ4R9Bu++O4T793g+aTt5XQOUQbnOE58EeSaJGHXRtWt9GBmapTwvUL8r8vdGnn01xsenEQpF0djYhDyLODH59sb6HvLxOH70ozcwwyROMEiaMMHW1NKEsqCb41eoT7OkxygikQiT+/0cP4be+314g8lh+fZxOlVAc0M7vK4AE4YG02IhVAAAEABJREFU5MMivfcHEI3k2ApwubzQWSyrqy9DVa0fFkcRS6FFnqdB3eIinjOIMuHfyQKF2LkTH11CmHi6nQ5MjEya9mt6YhYxjlHQEFpdxUBfP+ZZrJX3SpEOAHw+P8KrIZ5RmtcI50Uh39Y8dfIc0szQG5oDqaQOp6MMhu7FBJO8589dw8t/9xpOkk8vMVH59tsnmJz24atf+yLbM3js0QfQw8JTfV0NyqlvllYXMcFCc3VdFTZs2kB9XI+9ezdRJ1iQov5tbW1DgrZvlIk51qkgSdQnntiC3/i15zExvorycht+49efxq/80vNY19WIkyeOs+h6FaHVBYyMDWB8YhgjoyMYYdHaSlm4fuMuCwxDMHgvib3FlTlkVQKtXXVI5kIsrPWjqqICSSZGU9ShikmUJx9nIfOXfxGbN23kXm209XYcPXoA23euR3NbHW3YR/jjP/5zvPrqK7DaDMqxA/KSwo2u6zyTAPXth7h58yb5apFnE0KhmGUSaxzbt2+jzASpL4YxPj2C5vZ6tLQ78XPffAG/+ptfxVOfewSaXkA2E4XbrXD08Dbs2dNJucpTHyniYoOmWSiL7Vzbgdq6Co7TmU/JQoJUizWNzVvr8Zu/9RU0NwUQ8NsxOrKI0dEVxFlYhFFEdZ0LFptCNB6iHDmwnUlsi65xbADiXIqeO378QySZCGxsaKF8JnH3bi9sVjfC4RgsuhVTk9Mcm8VHH32AyckZ7jNCmRvA5ESS+sLCuRoTgTlkUjrmqIccNh3ywbWxyXmu3wyv3w+ny4YkncvbTAQv094o6jS/14qW5jK43BbEaNM1PQ8Hx92jvERZgBU9tsprHgYMm4OyHqXuWUQ6lUSRuk5RnykoJv2c2L17Kw4e2I+uzg7yfgoffXyRvkqIyeQiC3wrULqNZ3QPoVAKkWgSKRYGCtTTSdp4wALRW+Lzuuwu5PNFJh/7SeMMJsYm0cviow7N5A+bVedYBYvFSh3tQBPtVzxZpC3cia71XdAtFqRoV4X/iuQvJ/U0lEa+vQuP2w+NfozLSt1c5ufxGLBZHNA1G/2MJfzwhz/F229/iMtX7mFifIW82sq9ytwFFr7vwemxIhBwEP95NDT5oPN8hQ+GRkYpDxOorqmnXa0hLnuon5bgpi7p7GiizotxbApVNQYWFhcAZcHqagK9vWOEaWcBpQ3i9/iCfrRQr+ZIl7PnrtCHOAN/WR1tbQ3Wdfdg5+7tsFkN+sV57D+wB9096xjcutDZ1Y7GpgY0NTbwLO1oqK1AmgnWpx8/ht07GrFzZzk2b3ShMmBBNpTmWWfR2tKJnu7NAAuBS0wWFws2Fhjv4v13TyHgq2ShrI28UYmZ2X5s29qKTRur4LDRDjKD1X9/HKdP3MTxt85QHy5BfC+rTfFMCtzHChPjYfKbBTP0VZOpNCyGnfq/yHNVtFEreO75z5PPvNhOn+1LX/oCfZsjePjhB0zadXV1Uk810FZdwPDQGJYWVlmkc8DhcCHgL0OG/JJKxkizWlRUGYTRhH0HavCFL+3E554/TF8ISMQycNj9yBWtSNDW2d1WFhqrUFldS5vbSprZ0ds/S5u4jIaGevL1IlajS9RVaWRUDoNjo9DsOmobq9F37y4KaQ0uWb/Cj7pGP21hCj6/H0WlcPrMafT392FwZBB9g/1YWF7G1MwCrIaTMcIWiH9tNRSikQXi7ML6bg+27yjHt3/1WfzKrzyPX/6lFyG/LrC4EOdZ2FmUPA2XJ4OHWYhram5EeCUFSZ7fu3eFRadF+Kljystd9AE3kma7cOTodtTUB+mb2Fg8H8IH75/C/d5h8tYgxE/funU79u7excJaOX79114gz1TjX/3rL+NrP7sDzzy/gfiVw+dVaG+z4qlnnmB7isW8I8RxBx5/fB/ti5v6r9M8u+GhcVy7cgVvvvkKQqEpDA/fxrNPPwSFBI4d24ILLMRarVbSxg1NU3DQl02R/ju278Hw0BLlzIFHH30aRdq2W3fHcOlqP7ZsO4CCcpLPlnDlwgXMjI+w+DIGn8NgoTeJ+elRrGtrwG//k1/F9m07YGU80ntvBKqQRZr+XIg2zmpYSDuFl1++Al13o7yiBk31Ldi7Zw9luAIW4pKjPtZRxPjYHIKU4S9+8SnU1wVRU+NBKrXI4qoVscgybBYnKoKV2LKxhX73LuqNRRbUHRhkMfWtN04iSNnoau+B1+kiDgaKLMZVVdYQRgrDw3fJUyMAouSpcbg9FkxPR5FJZRlX5pCKFuG2+XDvzgRUUdHG+OD12XD02G7Sex1cbgfpXUYZmTfh9Q70407vAM5euIS/+t73yVfzuH7jDvdXTR9sCS1tnWbfIPXPPONSg3ptjtcdO3Yhk86jqrIW8kERWX90eAz379yirYiiqaGW+m0YfSxe/uD7ryOZjDLOWAdDy2HH1nY8/MA+7NnejbZG0qfMhWP7t2Lv1g4WuRvgddlhN3SMjU5SH9jh8/romwYwPTWFsfE+XL58Cn6fC36vE37q3rH7t3D15Jv4+NW/QKU9gQf29ODwjh4sTg1h8M59VAZd2LFlPZrrq6AVgFH6grOTS6irrUd1VRV5OALDUuC55nD91i0MTcWRRhliuXJMLLmwYc+X8ft/8Q4c1esRzdtgof2wUVaLBQ0urxcW8kaeRaECY2vFIqPFsEG3GCCDkhs0KKVzDwHY6LPruhXlZRXIMBa3caz47Jquw2q3EY6VZ62gLFb6FxpWGUtrugV2pwsev49XOzSLBYaVOieTRITF5wjj9hWOm2VxTuwrQ0joAo88DNo48CUJGHZCs1mJj6JtidIGvQP5hqqT8rOuuxut7a2oriwnH+aYD3FD4sbK8gAaGCcWmUimcNJWptHK2C/PIlXA40UZcTJ06qeP3sdQfz/ee+dd7N9/CE4W5QrFIvVkhqsXIcn7HHWq4OX0uPG9H/0QC5EQNtOeVzOebG9vwROPP2r+ORbxFf/yL/8cScrdAuNWP33eSp8fBIYQ49wicxtBrq0xNm6hri2kk9i5cQPCzKlEmZuRuod8s/KjD0/iveMf4fyZK9RpKZw9c5H2fgRT03MYpr2/d3+EPs8Kc0XT9IWGEQqnEItnMTW1SF07hrnZFfoWK8x/3MC589dw994g8zQncer0eVgMB212HhXltThy5EHmUKqpj8ooiz7z7DKg16IM1iRJb2VD3+AYFpcTlKcoYV3BpSs3CesjXL56E339I5CYlq4y188jm9V4vl6yjhPprI7BoSnGuHewGkpgNZzm2WVhtXuZXyggkUxhmj7/NOOUgcFB2odRLCwsI8RYIZXKEoZOO5KBjfF4jgnbRCKJWeaL5BoORzE5NYMJ+n3jE1OIx+KUgwRhJsx5omPDTJJHGcfGWaRIMpcQZ94nxwRinnxFcORVQGnkbzYp/KTkG2UK0Mmj4IssgFxW+CBPfsqShQpsRfO5RSd9yKyGxQqr1QYL5xQlWczCW5FcShKSZXXaZRscxN/gc00RqJKneeKoYBgG53F9pYgL+2V+ocA18uynnBhW8myONM1CKcUG5FhQtVLuLFYdRcKyUe5cLieUpnM9w9TxKeYaSnsHNOJnJ8wi9WUGBG82YsK+PPeVIS6aiYvQKcFYp8BBmU8S8Argugo5Op7SJ89EHqXJnpVSJgyZK30cbeIrsZPAypAxBIauaTDYLCSC8UkTRNLM8xARKBQhCV2BoXGczC/yAHSOLRRyiDMfGI/HuFbaxEXwkbGCj4zLUp4K1GE6gzRCQp50EloVCcOwWkx6aoQLvmROjrkopUpnYGEviE4BSimzCWzplDOysWhUhEKKOiDF/EkmV0ChKOOLJi6ytuDzWZg6dZjAkH0IHFnbQh6QexmXYHwQ596FptJkvnw4ROZIk3EyR3CV52nqDaUUbOQ1m83gWevmuSm1hq9SynwPvgRWhvQQvPh2bayuwWK1wOF2QbfSJiuY4w3yoDTBVyN9hF6yplzxyUsptXYnF54HdI3+CJj1KVKOc0hTbhT7S3BKcwWmhXtWSkFgyr5KTXCTJu9zudw/oKOMlT3kuAe5yntBoARXIzx5L7QVusgaDocDdsqZxj0opSBrC3y5Sr/gJmslWViNUx8ITWWspnMvPEx5L620llLkDdrA0hxZR54JPI1rCC5KKci9NMFBnkkjq0Dsh/CzzBO4AmdtDijrBci3IleY282TD202KySPJ3gKLMFbcBQZlhyN0AB8CWylFHk7jwyTygJbxgpefCzLEnbRbEopKKUA/tM0nTrAasq44KnUGgyZLzQU/Mw1KCsa96brukk/wVf6ZZxcZZzQT66yplLKlCullHl+0i/jZJ6NMuNyucwzEdpziEkrWV942KJbIC8ZK8/l/JwscMvzAs+jQB0k68r+BB+hTQmejJUmfTbSrki9mReFToCCv8ATONLkXuYrpcz9F7lHwbO0b3nPaSZN12geoQ1aZFtAOp0y6SAwBH6aMihNcBL8ZC1ZQ+ZLv+S95c/wCRxZQ+ZIU0qZcAQPaTIPfMnaeZ6/0CxP/OW9Usqkk86ctFLKPEvwJXOkyXwbaSs4sdt8LvOk/eP3RdKlyP0qnqlSytyj4Cn4lfa/tm6BcAp8njPPUfYm/QX6TXKVJjjKvrPZtTHSJ7AFH8FL7qVPxsneSy1PG6nU39NexkjLcb9ylbVkbqnJe8FR+EyeK6UgNLZareZV7qXJutIM+q5Cj7Xnukk7wUeaUgpK/Z+b0EoaH5tj5F5wkPVlXbnKe2mlZyQlb9fg8YY0K0LGyZ5LbY1GWdMGCv1kvjQZL02ptflKrV1lD4K/8LbsQcYILKGfwJJ7wSdHv0Xel1qO9liarC9zBI5Sa/zy/7SeUmvr8v8yzeRLg3pOKQVuCBpIb02H9RO7YPBqsRjmOP0TvSC0lXu5KsV5kKlFTi+a9BCcpJXwUJrCp2M5nqbz03HgS55JE5jSPntfei99HPr/tYbQRtu0aQsamBgsK6uEze4mI2vI53REoxkmCJN0DLNYWY6afR53kJtzoViwYHUlAimcjY6MQX6y9Pr160wYTiAWi0BnoOdl8q+xsYKJu8147LHH6CwfgZPBTIqOa4rOaDwSQ2hlFXIvCAqDJOlAReloMgMFJ5WTg4xrI5Pm6FDJt88KPMiqiio0NzUzqPIhSVh9vb1MDFzATQaukkBYWIjRUc7B7w+yQNWDrSzQtTERLZudnp5mMnmU+A5gcHAIMzOzSBAXpTTIp0qE6IFAABVMIjsZfGi6xv1EMcNgZHRsGLNzs1hdXcEykzBylaboSPp9DJpSCcSjYQbG4kQrNDLxIz8l5qZiTtNwJmg451kImWdRVoIv+UbqxMQkFWUaRSYS7fYiYtEQbt8aZqLsPqSocP/ufYwy+I6wkBEiXTJ0zBZYQJK/OXfq9FkGKNcxOzMPn8+Hp556El/60pewfft2SPFNBEIK1tFoHErppFWGinkZum5nAqwVTY2dSKfyDHaWsLiwwgfxQgcAABAASURBVLObRITBZJGKLxDwo6WlBQHSws4gsaqmCs2tzaipq0E173t6euDnsxyVnHzSzUFagS9FZi0n7cqDFWhpbsWmjZuxe+cOVJRXYJUF3RvXb+HK5eu4cuU+Ex8jDMyu4j6LI7NMaA0Pj+PypcsMBM8y8T8JpVlQU1+PxuYWeHx+LLLAmyB/iHDEGLBIcWRpcRltLDJu3rwZTU1NxABMJrVjx44d5idHt7P43NTUDPmEjjwsKytDNxOdreQH0GmemJjGDIMo2lr2N7EwVIYqJgW2btkKgdnSzD3X1JAOfrh4jgUaHEPXYFg0rCwtIkUnVILYVhZod+/ezUJtC5pYGN3KwunRo0eYjHoUPT3dyHGeRkNiIy1FsYkiijOokk/ExmIxuBiEeBgci+IWpVFbW4stW7agurraPFtAIc1El4OJBxsT5WByx+V0w2LRsXXrOq6zgwnjCiaJh9A/cBfQM9i7fwO+8rXP4YUvPotDh/fh0JH9KAv6MDk5jjHyciQconwvUeYLaGmtNpvNXkRjUw2kYCgFxAceOISnmbTrYgJY556lcF2koPp8XoiMKEXM2Cx8NsUEzQgLPVNTExgbHcHk+BgkgHHYHUjx3CQJIMrSZtgRZhFVeGvDhg0sWni4Xg0efOhBNDbWM0nlNM9gaWkBY+PDkEK8zTBQX1ePeiagN25eh23bNpCHa5isMJjgMeB3O+ByWiB6J5dNoQgGwEzqKENDhs7QCuXHz8SL2xPAIguJGQYi67vb8cTTj+KRxx8xA+HhkREIXe7cvY2BwT6MTgzh9p3reO/99/HO2++Z+mViZAKD/cP48Y9/ir/7u1cZ0F/A5SvXcPPWXfh9Aeq6bdjJxFYoFMMI+fnggcNo7+hEc1sLvGVehMKr1LV1pkPZ29uHleUQea4a4PmKLpianGJiYop4jFN/NKGuts7k42PH9uLo0f0mf83NzUFk6PbtO9TJRfK2HykmQhqYdGvvaMbM7Bj1220m9T3w+Z2c3029a4ecUXf3OrS0lTPwALJ0FGvr2yG8tjhfRDSSh43BDUg9aRKYxFhstluL6GSSprOzhWo5Q5yzxNaCrs5u2gIHRkcnoJSOPBMDknzRNB2rq6vcwxjxbaJzrrG5sIX8HCwLmvcPP/oQnn72aTzy2CHqlArIT+/K3/ytr6tmorgNZiKHek30UyqVQyQUxwhp/7/+7BW8+foVFn0y8AeskJ+IfOiRvUhmYphkAW5+PgS3x4bGpjrCLYd8IObiuYsYH55CZDWOrARbLEhs37YNTz35FDra2pkgCpt82tLYhHrKndfjYWJlijp+iUXdt/Dnf/o3OP7Oe5Cfus/SDgUDAdwl7WenZ9HW2sJzD2JsIoSKShflPEt7ksO7x0/jJy99gDu37zNhfgLvf3CaOqkHhw/tg9/rZLJfh3w75tyZj3Hi5AcsXA6Q6nkWNyLEeUHYAevWr8f69esg+uD48fdw6/ZN0/C/8MIX8C/+xS/jW9/6Ih579AA6Omrxi790GL/zu9/E0Qd2sgjk5XkXeTZ53L17ncXqQZ7FMF5+7W288sZr6B8chIPFaZcriNa29bh48RoLWnm0dbYingojnl6lTByBlbbaxmTJ9u1bcf/ePdQyWVdfW4Vb1y9jdWGW9FyEwYRBQ2Mt9u3fgd7eO7DaDESjyxDb4Xa7mXiIkz9G8MQTT+DgwYPUYUnqww7yrAd+v5/8XY9gWTl0BjR1dXWQJoVDgwUNzZJFKhuGYctjfnEcN25dxbXrN/Hdv/ouZasPhpGFprLQLUXqZyuDugQMS4bFyxXKUAh2mxdBFu3b2irRUG9BQ6OP9nUJg333oNE/kWcHD3TDas0yyXYbswtRPPDAUfzCN7+JrnXrITq5saGRifMdaKJeqqgI8mzmkculAWjmBxvkW3hSCO3rHeAajYTFJK2mIxIJQX7ur66ugoWmW1iYz8BFGzk9uUj63UOY/lSBPlQslkJ5sJwFAz80Q8cS9WJBaQhWemGh7ipypfmFJNqaG1BP26tomxORBM9WIZ3MIbqaxMpSgucdgEUz4HJoCJPPNSj4yccacpC9ZqkT5RtEDruVBYty7Nu3D16fF/ML82ih7Tp46EGzmDU8Og/mDeBweMiPOq92ABYEy2oQ8Jdz73n6STnoFiv3agPRgZ1JlcryMmSpgx5+eB9qavyorAqgs7OderyS6ysopZBMZhGmHn6aOreMeqCfNFNFhWAwSJyq4OWahmaFTbfBIPwMk9z5YgZBwmpqrkP3pi688fbHyOUzhF8FGxPxd+9PsIB/BT99+X288vKH1NHDPIcqSID2ve++iek56lPqhQ4WSXftbockQOdm5wGue/nyFdJYh3wg4tbNO+TTSdQ3NOHLP/OMKUcPP7oXDz38EHmyhf7YPSZTcyiSnqHoHIIVVnSsa6U9qoPF6sT8Uoj8Q7+QPnFR2Zj0HSVOr2BoeIiF3St499138Vd/+SaGB5cowxbSMohKJpAXZkNQLCKmUkXcuzuMiqpGrteIAwcP4VEmxdu6OrCwGKI+HzY/sDgzvYxF8mkskkL3+i2Upc1MWA8hk8ggEl7G1Pgg976CRx7eT3uxFX6/A4lEEfW1TTyLWupvhVB4Bdu29eCRRw9j85Z20tKP/oH7PKMM164jZ1s4TkM2o+BylXH9CItNUbz+5nH85JWXqaOW4Q+4sHHTOvoAQdNPEjv35htnaPPnKWMJ6oA4rl65Tt9yHmVlPhau7tOP0VBf78IXXjzIwuA2bNpSjb/8y38FFHTYDA+cVj8q/JUAE4XZSA6KyXDRsclkBulMkTZ5EQtLSZ5/kTreDoMJK6F1R9dm4t3Os7HB4w9CWQqwe+woGHns3LsTYSY/I2w8cticDuzcvdOUz8eefhwaeXd2foVndA8rS3FThtrbWllYZcG70YV8bp40iGNu5hbnjLFAMIgnnnyUtLKRz9YjWFaJ1dA8hCfKAl74vF4mbRSaWtx47PEt+IWffxK7dnYil4vgxs0L8HodWJibR3l5NayGG2WBKvK6HRby/M0bt/FX3/nfuHnzFsQ+tbVX4N/8my+ge4MVX/u5nfilXzlK3a6jscGHTZt68KO/fRMv/eg13Lp5A3dYeOvu6aJMGvTvpngGMVSUB7GRvueePVvR2VWH559/ALnCMlJMxBSLKa5ZxOtvvEq9WE2faAZ2h0JVdRDvvfcedZIPCg689saH+OHfvg3oXsxQD318+hre++AsMnkLaV1OvdiMQCCAc+fOgSIOh9OOmZkpfPDBB7h29Zbp2x+gbdixfRs+/9yzMHQdA31DjL3GSFsgTds+O70Ev68CCzOL9Cm6sJdF1YWFJerzJH3bdtrAJoRW51FbW4ZCMYbmliAef/IA/donKU+TsNss2LN7C3kI+OqXn0QyliCMA6gscyKfiWN2eopn1cA1hxkrzbH4uUiaO2DRbNShaYRCi2hoKEdXVxMefGAH4rEs9xDC+ZNXoejTHNq3BQ7yyZlTZ9B77zaK+TSKxTTeee80Tp05h9PnrqBAqentnaK/Xom9+/bCsFrpQywBXGNsfJZ2LE/+HeF7xYLPCguHPrhdPmQyeXzw4Qn6Ko3w+cqoIzOQwufS4io6O5pRZLHtzTfexJVLVyDfst2yuR4KwDT35HW50d7cgvrqKtrjGVT63Oi7fQ3z46OYHJpgsa4BDhY4Hn7wQTz1+EPwebxIxpO4evUqnCxG1tVWoqW5nrZyFOMjg2isq8QQ+ej22ePou/AG7l94B6N3LpELoljfXIm6ChcW6BMnI4vwOzSsb29DV3sXJkbHcZt2WSsCra1NcLut1Ks51DU2I1zw4dbwKsYXNISTXvQPhlkYTuCf/uZ/xOc///P04wrkSQtl1oEMi0XZXBEGYyTFeCJBmyU2ACxgoJCHzbDAoI1sbG7kGm7yqwNWhw2aRcck43OJ0ZWmwWazgy4/E+yKtscCsIBuWGyQGDJIW2tlAtBCWBp9F4/PQ10eRCDo53M3nC6Bp6B0wGpT0I0i9UoGSmnQdQMW3Qr2osC9gmtphCMFuN/5F7+L+cUFREIhDLMYOj45SZ25zDP1Uhbeh4uxo1IKORZ+O0g3yQd4GPO5XQ7s3LGV8laOaGgVr738EjxOG3780iumjhB6WAwrPLTlLsLwef30Fcop31FTlh555EH0dHfRJsxzmwWsrC5i/97tOP3hqzh2aAeee/oxNDY24olHH4aDcnLk0EEsz85ibmoSm+hfjvT3YuvGjXicPPLYsWNo51idtHZaKN8ONzTaMpFNVbDC7fAjGs7y/JZw/vx1xunXceLjS7h6uR/H6e+eOnUNH310ET966S389CfHzb6P+fw9ysmH1BkjI7NIpRQsFjd0iwv9fWP44P3T1FcL9AuSkOKnRXcjmShQBnM8coOyMI2TJ8/hxIlzeO31d3Dp8h2cv3AXFy/1c69FzM7Gkc5SjtM8M+Kay2mEU4DGc8rx3BPUL8l0gTYwZ/JaOqMjGi8gX7QikSwglSkgGKyE0+mmnummbdjLeNQH+dCc4vlarTYYVitALjB41n5/GXklCI30WVpaZkwyhgkWUJfMn363w253kUetsFgM7jXNloLkKyBcQ92ns4Ev6ZN7wzCgExaUxv3KKuB84TMLcSxSJrLI5IQWfFaECVfXLYRZpE3JkVYp6iLFhwqSG8lQt0vhhEtAo0Aqxup8KG+h8f856hPxjXL5HJ9zntmXI6ws4RTX1iY+Smnm+yLny3gL+5zkP534Sx+nmf9kH3JjoQxabdyLrsFiNSjTedJIh402WtcsUFw9nytAChcin2CPwM0wnlJKQeCCr/wniW1ZT9bJZnOQPtmDg7AEB+mXuZKIl9yJ3MuV0+FgIUua1WqFpuvI0UFNsBCRzmbMbwHHmIMTnAW+NBnn5Bz5cG2Rjm8uk4JV0xDwerD2BZAcMQcKPAOlFM/XDpknBagiYRdZNM0zJ1egjsqTptLkueAi69ioa6w2K3mS6xO2zCM00tnCZkDWL43PcQ2ZI7TQiEPpvfRJvkhoVeR5yHOZI2OkFUnLgtk0FJVu0kvOXc6bh0heKUCuSimecw4CR4oEedJaKWXioWuaOU7gC+7S5F6KqnKVppSCUsocJ7Rfpb6SfJXAExxljDSBK01gKKW4dNFsMkb2JHuJMX8XY95L7oscKOckragpgE3Tdcje+OjTf/JeNywmvnJfWksGyHtN17h/xbxGnrq/CJ08K/wnNDYoZ4KnrKdxr/JeeFHupQkMwU9gCo7S5L30y3PZj/TJVZqMk+f5fMGkh1LKvApdZQ2ZJ8+FPjJe5kq/Ums85Ha7Ibyh6/qntIEQQiZ+0mS+NCnkClzplvECT97LfuS9wFFKIU1ZKvXLWOERO23hmtw4yGuGSVOBKbjIfNmH0Edi3SRzmfIh0bj4yuRrg7S2U+YEvtBAmsCVOXIvz6QZ1HVKqU/5SmALjrKONLmXJvccZvKQzBc4MlZoo9TtmiZzAAAQAElEQVQnfEh6yBrSL3ItOMpz6VNKmfjLXNm3zJf9it6Tq4yTNaTJfWlNgSVjhGel30J8hf6iS0T2xbbKHpVSpuyAL4Fvo9wKDfjW/CdwRR/JWknm8wU3WUOpNdwN8piN8i5XwVHGyxhZX+6VWhsneMtzl8sFaUJ/KJj8o9TaGOl3Opyf6hvhs9JaMl7wEzjSQOzkqtQab8lcwUHWLK1fugoMwUf2IPSVe07/lK5yLy1LXsowVybPS01oJ/cyN0t9mqW+FBjSL+vLvFJT3JDsUZpSfMcmYwQnpRQEfwvl87N7ERzljEq0lXVK93nWfZRagwO+BA4oMCWYMldwyWSyJh1lXWlKqU/lK5fLfsqjYL9SGiERCp3FEhy5SqfMlSY4SpP1ZJ+yZ2lCR86UoZ9pa/jpumbuT6Oe0cnP//+bBqUUSuNlPZmjlDL3IuvKekop0/bI2YruUkpBXkqpT+cLDGnSL3sRvGVujvTL0b4I7hmerVzlvbR//F7mKKXMPQge0pRSJh0FljwX2NLkXmAI7eW8SrCkX1ppjFxLjceGf/BSMPEXOCX44EvGmzAKRagiQCpBJx5aqZG+Ji3IR4LjZ5vQQKk1nAnK/KeU+oc0ps+ilELpJet9tkm/UsqcUzoTuUorravU2nxZz2zxWBoaHVHD4kTAX8XERAsT2l0MxDeivX0dg8yNTBqvg88bpEJ2MmCIoY+FgN57fViYX4QQUdc08+BFEXMLhFGDnp4uJk+qESwPIMSEjiAhBi4WT5gO6JmzZ3H23AVIYVC+vTbDQudgfx+iDEjEecmkUohGwiiS2S2azqJuHENDw7h+/Qam6MCKYhNj4fOWmfhz2wgEfCyKtXDtDtSwECGKMpVK0+kdZbJszHRu/X4/GhoamMgoM4MyJxMs1QxIfT7fWtBCJVfNIlY7gx5dV0yihLHCQp6u64QfMPc7ODjIBNEwFhlAzcxMMyCYoJHX0NLSyDE+Ok9pyloRLipEN+HVEN4GFiBbmXxXStGQWlFXX4uGpnq0tDZgHxMOB5lo7+hohdftQpqFtiQdP2lLi4ssTizj8uWLeO2115n4ucZgf4aCpcy9Pv74ITzz7KOE02QWAO7du8uA+QqTB/1UHmk62UkmgWZwlUWfhfkl0hMM6gqIhKN0xjNIMckJWOBnMUiYxMoAQimFcDhsGpc8hVDOWM4vy/sJBmJjkxMocEygLAAbA3ZJ0FhopPyBMgYn5fB6/XB7vGhqbEZTQxMkOdLbO4Ib14eY4B/B6MgcEwLzTBIO4tSp0yxKXcT5i7cwMj6NFJV0kbDHxscRCoUhweDGTZvIg+2EHUQrC6F79+7F3r37sK5rHZNGFXSinXzeBo/bi3QqQ/rneE1DCn71LMgCiuvN8ixjpEkWwgM1LJxoWsFM/tbUBHh+BvnbiiSdijkWzcWJkXHy7aw8cVpdWcISz3t2dgryye4bN24w0DtBOg9gcmqchbebmJufYYA3g7DwMIPSVRbe4zzHUGgF8iEBMVBOp4t4+lBX28CgrYrCqmORyaM5JtmEx7IMINxuD/s1Ex9dN4gTzzGegs1qh2GxIc77yclppFlgBRO8Tc3VyKsEtuzoZIFpCypryuDxOyHB9TxxEqd/YXEOQyMDCDEZAi2Dimo3du3ZiJ/5+nPYd3AzExM5Bop2KC2LaGwVc3PTTAgswuNxMrAvg9/vRTOT+m63gzwVJ04JKAUYdLqSdC7C3OMC6WZhEFcspChrUdgZ1HgYYPrID3HK/ZUrV8jHV3CJRfP+vgEmAm+TNxZgo9NXV1eL3Xt346tf/yqeevoJGFadPOTE3v278dQzT+IpJj+fYmF3y9ZuePwOxJMhpNIhjjFA1mNyskAd5aQeyhMnnTq7yMR/HtF4mmOLZrJ7ZTWMOGWrobEKR48ehq5reJfJw8npOUxKgsrvYXGqA1LklYR2R2cXOpnQbmioo5xkABZA5BPCLiZBGNdAcA4EAtSHvTz3efLFDNfVSLcort24h5/83Wu4cJGJMK7r8/uwccsmxFNJnsMIk+PzPMcEA3kX6VuBlZVVDA0OMTHaz0TD+Jrs0VkXA7NuHYugLS3ErY1jy8nfBvdaTl7OQ+S1trbG1DtV1eUoY9G2uqYcLa2NdLCTfG7AThmtqq4AeLaaJY2NW6uw78B2BMs88Hg1VFRqTOiQ/y05uJ0a6pi4bGaCcV1HkLagBpXlXlRV+ZjIsTOZ60ZFeSXP8Aru0QYMDgxBkkxNzS3YuHGT2bZt227KrZN02rVrJ/XjOHX+KGX/Nm7cvI75hRkmCZJMKjqgM3F29fo1nD59D0PDI5BvB9tsDty+vYBR6oA47UCWNmBkbBq+gB2Hj25GVY0HfvL3+MQobHR665kYLA9WkjYe2B1W0iUBh9NCGjJJkwaWF6JwkJ90TaGtuQ7VlRXUBSsI+D3YyjORQpPIp1IKuUKW6/jh9fq410Z0scjY0c5kPR2SC+fPY3piEnbDii2bNsOqLLRXEVRVOhFkoq6GNqeiohoOJvm8AYOwQB1fi2/98s+wMLOH+mwOf/on/wNDA7147tkn0ER5CodDECMep55wMLCvqakmLyxjYXEe8hP8YlMjLKAtLa1yX2ksLCxwX1ms72zE6PBtnD/3AR5lUbUsaMdA/20MDNymjC8BepEJoi7aV8p8OI0Dhw9gXc8GhJlsvnHjDnnfjULeRvw68c7xD/DyK2+zWDELp9uKRiZP/82//w3sPrAfHZ3dtJ+zSPEc7t66hob6avSwKJ8gnCuXr0I+ENXNxNyB/Xuxc+c29GzoYuEpQb3hwZEjR3D48CGUV1TA5/OhqakJX/rSF5lI/TyeZDF7HYuWKerrmupaZKjLEpRNr88F0Vu6rnGOl0Xk2/jgo/P47vdexfT0CtZ19dCuOlBZ6cMv/uILLBytg8ttoUzEKYMZJKIp2Dl3tH8WvbdGMMcCpt1agKHSuMzC+vJiGKdOnqJvUoMNG7tNvdLVQnlpqUF1TS1pW4Cm6xgbm2BCfAptLK7I+QT8Poh/8dxzz6KuroGy2MkC8gD6+yfJg07qxDR1fBw9tPNKKSSSMRw7ug8uuw6XA6irrUYtbU4hX4SuafBSj27i+narBcGgF5FolHphGLqhweawwOlywuf30k+xoe/+OO7cHMbSXBTJCKAA2KhbwWKjKqSRS8eRod1SBQ01LD7amdDKMonEA4aFxSX6m0gmYpxjEOchnD17Djr3ePNmL0bHRtFP21xZ3cCxBnVGgQWiMJ9bkGdyW1HnzUzOYWF2GSLnYp+4POx2u9l0JriTqQSaWxpYMN9Hej6G8mCA55Ehv4fMOasrUUhAuLQUxV/8+XdpAy4jzwSU3WFhETYNB2XYoEwZdHBn52Zo16Jo5JmInM8tLaKpvR4uj4W86oZhA2kVQSqTw/BIEuOTyxifWGURPc0zWyXuRTz88GN46qkj3K8Hwls3WHDaunUTfv03voVjDx5GTV0V4vR7lmmfddI/ycDRX1aOa9dvIcpET3NLPXljAxoamnmmGZw+cx8Uf+r2nGk3PT4dXd1t2LB5Ex578gl89Ws/i4OHDkP+/u1b777FwtMSZhdTmJyJUA4aeAxllAE/i1fv4uLFi7h08QZmZ0LkyXLk4UZD40bqjGr89Kfv4g//+1/gP/3eHzMp/TKmphd4Dlbcvd2H2dlFk5bM4ZG2Rfp4N5FIJBCOhmlL5jBwbwSiA0eGBmCzKTS1VuPbv/pVfPUbz8FP/vIHyiC+roPFimhsGbNzY5ACmsdrw65d23ikigWbZQYuGuc7aTdcQNFGfROG/PT7OHG5fXcQkdgiRkf7aKduct0pzM7MwGl34pe/9TWAvC16IhmP4YEHHsCmTRvgcjuxdftmLIdXMbu0hOnZWdy4fgmx+CQy2VE899xOWLUUUuEYEpEYhOcCXhd92VkEK/3wk5d8fj/1D1gIW+G6fZifW8bqYgJ2w4drl/vQx0JWb+84FshnKfLVnYF7SDB5KYXUnfQVx6amMTO3CBt9kb/+mx/RNnbghz/+EUA5zVJm0hkNI2MzGB2ZxKVLl7hWinvXeE3AYbcgkyE/0h6W+e3w+2w8Sx+Gh+YQixR5tsDwYD9u3bpF+cmavNva6kNdgwuXL57AwuI4OjuqkEqE6P9epO+dwmD/HRiMLabGJ8gDOmqra6ir15FvH8bu3bsh3/T58z/7C/z1d7+HeHSVcj/Oc8mZv8zjZSLu3t1+2uAgxkbmMTUZYzywjJdffg3RyBLu3rmBUydOoaGuiedrNW2Cw5GmbwfaoyV0drq5dp56jc/pF/T132URYQP1vk45GmS8Rj5x+DG/GOFZLaOoWXGvfwK+YA16B2ahWVy05fOUtWkMDI5hcGgM5ZXVKCuvgPzkaYGxhEZZ3rBhM2nnoX88TFt+m77CPRzcf4A86MbCXALt7dWMQXK4du0O9dFljI/P4Ma1m/QVJiizFbQl2+mL2HjdRj8pTBn8EJlsBBOT/fRNR6iLrfjt3/kypEA/PHIHd1jojMYXYae+jcVXab/tQCEDj8sOpRXIT4uU4SxtyzLtyAxVpxNOq5/8O49792/CsBbQua6FPiOnFUA704QXv/gcHnnwKI4e2g+f24GayhqMDI/j737yIXSLBfPLOfrQuxChLayu8WHHju04cOAAmhsb6DdsgEVz0j8NIOArxxgLbA6HA0srK+S1MfQNDqO6thGbNm6j3IUhv46xZ9cBFsMOcp6VPsscfZON2L1zK/7jv/93+K//5V/i+c99njo1yvOO49LFSwhRf02OjaCjtQmx8BKO7NuN/Rz/r//5L6O+qgL19CVAhWHoVlgNB6T4n2DsMDE5henJGXgZZzQR18qKIOprK1BeZiDBglxicQSvfeePcOLtH+PCx2+hkFpF0KWjvakCejYKZFZQTh0Y9BlY196A9fSRxqh3hgb6uUYZgtQ1y6Fl5PQi0nTOJ1ejGGDRfJwyuxgr0NeO4NhDz+IP/sdfoby6DQmKW65gAJoNiWQWKfoC4MsqdsFKP4qFijTlOck4Y2hoCMuMNQqqSF86hYJmgdXmQpq+sjIU2rvaESj3o5tFRoPvLeRxtzfA87WRf7JsGVO+NPqCuWIWmqXIApDGc3LAH/DC43PC7tR4vjm2LBhyUQdrsPC8dV3nvTQLoGnI54ECFC4wnvnnv/Mv8PkvvIDf/4P/hn/xL/8lbt25gz//i7/Ad77zHfgCfty/fw9Hjx5Fc3MzfPQtN22kfamrg9/npQ1MYmiwD23MH4j8B/xByswAikWDMlvANHMMly9fwvG33sYbr71Fv28Y8ms0LqeB6pogfaFyQYR21A2dNPwa7dG3f/U3cev2PfJLBPf7RnG3dxR/+9PXcOrCVWzbfwyvHz+FseFhaNSX05PjcNGeN9D/OXLgEPxePwb6hnHhwhXuUcFmuOBxlmN+NkQ+8pEWPmTzVtpQxd27mORyI5+zwmYtg6H7kMvZ2KzE30FblxtCkgAAEABJREFUZSeNrKioqqecZBGmLwrYqQeClPk5HH/3Y7z049fwox+9ih/+7St4+50TeOutD/Haa+/ST7hN/2SW/L5EW7ME+XU0KAv9yyz1bIG2PkF7naLeSyORyAHQKesW2sQo+SEPXQ7PYgU0wUVjoYW3uoNzgUQyjznaVPkTQCsrYeqTctoqF/VJPXVkF6hwyStpwgN1iRc1NTWQopyLMuNkDJ/PF7k/hRyvGnGKRuP0sVLI0VHIC2MAUEoDoKB4lT6mBKCIY56FRbHdaRY/c8ypyDPxMeWa56ACZbaAIjgUgke+wP2S/wuUA0VYgAbDYoNh2CCvAhOOkqdRCsSJ8yQ4lQe85jmHmJr9RcqITrtTlPEsApKFYbMbPE8NMk4Szho7dV2HXJVS5rwCcZI+C2VA8JQm99In42SpPPcs/Uopc25B1uY+spyb517kl6LiiSSKXNvGHJOFNkLmyjxJwiqluB8Dn4XJ3UBepf0JrQqFggnfTn612WzQNQ2yrowTeLKu0FUpBYGllIKm61Caos+YRoS+SYIxuHwJQM4zTd9PcAiU+eFxu7lkgfKYgnyj3+10wONymHkMkI7S7MTdw5yeYQjdLOYasn6Re81zTDabZp+CUoDsS3Dy+XyUDTv7FPKkU9YsRqR5T/2jgfvWoRE/2R/4stK3l73xlv0az8diXsGXwJPnsr7sT97LtXQeFsIRp6TA4oEi7aWwqhMZXdOgazoMnmFpbpHnIvgUyBdCV2lFnhuXgSIcGS/vpV+a3MszWVNgmHN5HnKVZ0op6KS13EufzME/eskzwV+6Zb/SZKy0LPNseYFHWkphVVqe9zJGmuQfZZ6sr5SCXMFXaR3BiW8p32nalCRzDFn610W6pUWThvJM1hBYsnellHSZTSll4i4whJYCWyllnpnsSVqpT/Yga+Z53nItNekvNaUUZJ/CA+BL+uVemuAgc6SPj8w1lFLQdJ6Rrpt4CA6Ci5yBUgrmi5dSv1LK3Kf42/LM8Yk8yL30SbFargXyG6dB03STBiI3TqeTfpLdfK9pGgzDCjd530a+E7yijEUlL5FOJ1Eo5KDR1mZNns1AYEqcLrY4T9gyXyfOVs4V3GRPQl95JvfSBKa0LM9XZFOeK6XMfYIvGStNxiqlTNwEH4Ep8yQ3IjglGe8I/WScrCXPRU7kXvBQShHa3/+TcdIEhsAX3IUuS4xDpMkeBJ48kyZ4SZPxgDLxU2oNppyFnb6ErCn3sib4knkCI8H4W/bHLpOuQhOlFOlXoE3I0Q5mTdrJeKGB7EdwkbV0Tef5aJ8Zm4MUx0uwZC3Zh+AmawgMeS9zS036hU4lmIKj4Cp00Xk+0kpzZL7AkrmyhoyRqzyXZyDeSmmQfqXW9i/PZIz0WakDhe7WT85cYEuTZ9IUdYdSCnJfakopU0/LuuYagEnfEp4Cz26zm32ydgkeh0Fsoswr4auU+pSmJViCn9gvoa3YVjlbmSPzBZY0pRTAf+BLbnmBUmt4yXyBX2ryTJrAkFZaR+DIeSilmfuR8Z+dm/9El0qfzJemlIJSCkILmf/ZppQGeSmlIM8FdokmJfoqtYajrAV5KYBd/B9MHMCXvJf5JdgCp3Qv/Uopzvn7xinmP8FT4Jaa7FWavJdn0syB/J9Sa3iU+pRS5nnJ2enM3YAvmff/q8m8QrEAuX62CW1LTdYWeZJz/D+1LAvmOdZICvSzcuZ9luaOXjhxkT0L7eRqNt1i0lQp7huK2GHtPfkT0scmtJGmlDKf0ySaNJU9CI5ylSb3MkDGltaQe+mTZ3Kv5ZlMSKVySMQzDG4TyOU12GweeD1BKjU36OvBZnXC5fTS2fChkoFzLQtBdjudUiZYM3QIo7EYFUUChWIeUSZ3wgx2otEQ3+eYJI3TqYjhHgsF8rcM+xlEDjIglZ9riUQzdGoziEai5ApA/vaWfFNDlEsuVyAOfjgdbuLhJM4ai4qrmJ9fwDCT7qMjoyxarJgb93ndCDAxXsmAXpJngbIKBuApOuGz5tiR0VEGFWE68lGzb3x8DEIgEd5wOIKJiQk+C3NMiIH6HEY5XpIjiyxkiiMkxZXOzk5UVVWyVTEQcHK/KUgBJBqN8T6NZDLFfUSYLMnyfZKO/griTGDKp9FsNqtprByijG0Gg4E4dItGp70dkuTr6mxDDYPf5sZ67Nndjf37t2LXru1Yt74THo8b8m2/ufl5JjqqWazoYfF1Jx56+AjkG4c1DILlW0Hf+95fMyh5GSdPXmZxsh/nzvUzkTFOhy0PSVofOnSEQYGPyYpp3LhxC1eu3GCSfIJtHCdPnGaS74p5Pz09wwTDLPeTJI3y3KsD5cEgJBHgZeDnDwRI2zjm5ueQy+fhoGEORUJYDa8iyoLAwvIiQuEQknScIzzX1dVVMxiTT6HLTxNWVQfQvaEeu7jPjZvb0cxisl0KILkkKkmDhvoGFoQCkKDTSqW9tLSMRZ65g/wGaKbwFuiQy/m/+cabLBJfxdjoGM9sjMHXFchP01oZZPh8flgoTCKYkgAuLy+Hlc63nO25c+cQCq2iicn9mpoq1NfXYfv27ZBzLi8PmrwwOzuLSfLF4sIiE9plCDBBIE5IOp2l82GYdMkXdCZg77FIdAdSgB0YGGABpB+3GUivroYYnLnh8/uYyApAvhEyxsS1fJJZ9iTfiA0zgRgORZgIXub8ea4bobyked5TkG/V9fb2Mcj8MV760U/w7rvvcX/XcPbMebz95rs48eEFzE7GUFdXz0SBxuLyDrR3tMHP8/ETV4vFRv5LI8Lk8NzCPPG6j1gizGJHB44+sA+btnbBsOXw0cnjuHrtPFJMyGfzGZ5hBJNTYyxs9TLJdAf3e+9CisSpdIJynILH64bQTNPAJNAistQBbocT5WVB6JoOGw1idXW1Kc/37t7BiZMnifuHTJpdZ5+CyEmCvDHBRGKCuEUof6OjI1xvkM5hCrFYFOMM7rs3dJNP1nNPLeR7L5wuC8+vyIAoxuejHD+FaDSH8go+c4BJHBfcHCPJtFQqTb2gOC9gJsjq6sugNDCRFUaKDl1HZzsD7lW8/9Fp6pAIE78HceToYeqWFVymXNzvG8QUC6xF8lt1bT0Tj51mq6trJF+2o3v9Jhw4sBt1tXVIcf+iC210ZsuC5YjGklhYWAWYMIiwsGMmHIdHKfMZJhQqYVgNCH0cpNnY2DiGh0a45xgqyquwfdsO7NmzEzU1QYj+Yxxh8vPNm7fw+utv4DqT/ZNMyonDJH936M6de8R5gQnNIcpqjjwzj/PnziJBfZwmDaT4Mcmiu5fJm0DAz2T/HUxNraKxsYZ6Kor5xVEWUqZhZdLJ5chTXopwWAtMzK2Y1472erS2VKFYiKKywoGt21vp5K3g1VdexVtvXMCZ07cwOTmL998/iZde+jF1yjWeYZp7B8rKy6grK0mPMHIMOipYwHzmmadM2dYsirQIYtu2TWbrYhLz0ce34six/WinLtx7YC+ee+EgZudn8fZ7b7M4MYnVyCJ0XeEeiwZzc6vQeD9CO3D8nZPU6THU1zbzPOp5Pq2wUZ8Iv8biClYLsH9vG44e2YYd21kURRpnznxEebjHM0kiGCzjnGbUNzSIHcXWbdvx6KOPQnRdFW3d9m1bsYFFSF3p6GPxOMZAQ4z4GO1PnHSuoM2RooGc1eTULMZnZhFKZOGrqsLnvvwldPasx6kzJ/HRiQ/R33cfLS11OPrgEbh4JnIuLiZnKiqqaNst8Hq96O/vZ+tjommMvJWg3lhFR2c9du7aCoO2w8Uim9fthZ33+TztiJ5BKLRIHrgPp9uGJibkGqnX2ts7YTGcuHK1Fz/5ySWcO3OTfBlCjMmEeCKNm3d6cfHybdy41ctk3QLlo0BZ62KicgF9LNIOT9zDlduXcOHyFbBuhZnZeWSyRZz46AztxXny2TUkExmMj07g3beOM/lgpa22mvw4Nzdn2tQhJljHxsbI40NMZi/DxSSE8O4oE8BFptja2tpQXVVDfWrj+EmTdyyGlXagBi0tHSyIPY+xsQXMzaySFk6OWQVzSlhdieD1116FzWbBY48/it/57d/F1i274PNaWFQEoisKy9MRWJmg9XvyPPcuHNi/Dw889Aga6ps5z4m/e/kVjE2MYym0hM1bN+PZZ57B7Vu38d77H+D+/V7kcwXoTAR7vW7Mzs2Sp4vm9Z133kJfXx862rtg0Q3sZiFK/nRAf/8gz63f3Gee/F4UhlBZRCJpSH5iTj6EMz0Kp9NCnvPC73WZ35oyDB179+zF4cP7aY8aEYkmEEumUSC/9Q+NA8qKZDLHQmwlfvOf/hy2bKvGvr2dOHq0G/v3baAcZJBm4dbBpFiGB7V18wboSoOdjC9ynWVfRUUAiwtLCIXC5DOFmzfv4A3akP0H99MvCWBkdBb9TJ5aDDv8/jLaoThydFZlbpK6WhWAZDSNfCZP2lmRp90XR7fAjSUY4CoAw8T17bffwdlzl3D+4k2cPHWZOjYN1mNRXVcLKAsU9WmGMNzk3507d3JPVWBVg+utUK8kqJNyqKQ8Wq0aeS2Or/zMU/it3/5Z5FQC5VU++MqssNkVWtsa8cQTj6Kjw0+e8rH5MTEZpr0tQz8LP7/3e9/FyMgiNvZs51lN4P7dUVy/dot2bcKUkY2kUc+Gdnh9XsoI0NhUz4Ati0CZhwnks9Rn79Mfukx/OMlCxXr0dDdDMaGgGcD67jZ0dbfgf3/3b/HTH7+FP/yvf4K/+ss/x0MPbsUrr/0xi8n7sWPnZuzZuwP/8t/8Or72jWdhdWTw+FNH8MIXj2Hbji0snKTwkx+9gwtn7+PCxXtcqw90c2C1VmNgcIE2KQar3WUmwQuwopw6ZmZmESOj0xDfqqa2CkePHUBNXSUCLACAL4+7AmW+Su5/hPrtNISvfvDDv6b/4cXiyiKm6UMJv+YZ7MVjKSxzwUW28bFJFuTmkMsATpsTPo8fq0shZDIF6scsUjwvshAWllZJ4xiS8TS2bN6GuelFjNFPvn3jIqam+xCs8GB9zybU0fZHY2HahVHcvXeHOrXIozeoWzrg8nhN/TAxNoEEbWNLUxuTXuRfBhmV9R5E6WMkmYycXp5EppjGSnSJ8UEaijTIZxS8jEH8Hg+8TPyUk08cNhcsysq9hKHxmqDcxFJZWBwOhChHZ1gMGJ+cw5mzt0iXCZ5njnplHQybFz76SWnycXlFJRYWl+jrDLDINUkaT6CoDPotN2G11WB2RmxfA5P5c3w2iIWFSYg/oekahoenceP6fZ5BEC9++RlUVLhw7NgmHDm6m3RaRVdnM9wOhURiBb/xG1/Dr/zSi/iD3/tX+G+/93/h8IGdqOa5yt9X9HE/mXQKomeSvOpWA1/98jdwaN9RXLlwCxfO3EP/3QlcuTiO7ds2o6W9DFu2d8FhI11bK/DggztRU22jLd1gxkrbtm7FT3/yMq5fvWJ+oGPPvs24cfsM+gev4uDhHSZ/xqIR5P9zy5kAABAASURBVCnjLc3NsLCg1NRUg507NlE/2ZGnXGukAWNVMG6lvqrAwuIygrTp+YIF9/qmceHKOEYml9HVs4NFCoN+8F2MsSA9NDCKseEp3Lp5A+lUHAHGZfKLO26nFZqWxe7dG/HwI1vx1a89SbtWY/rWRcacGcaRdXXVtDNTWFxdXvNVZmfwzrsnqE/u0XcrwOOtQ5gFbPGfi8igvCaAofFx3BkcwoNP7sXuQ9uwY+92nuM4ZmfDKAtWormtib5GOQ4/cBTrN/SgrbMNvqCXfu9Z8yd5U/TnxcacOHGJNGzAr/3qz+Dnf/4Z/PpvfJkxxV04HBoy6Tgee+wh7Nq1A1s2b8EvfesbaGxsonyESYsx6q4s92bBBx98jLdee4O2aBuWKC/dPZuxuhLFpcvX0NzUDDtjpYPU808//Rjq6UuGViOkUR452tWx0SlMsqBcFqgA6xx8XoVLF85hx7YtGB0ZwSh95FOnzqJ73QY88/RDyNPGWKnjk4kIE/4GDh/cCaueox0uoK6qDLWMVVubmrDAgtGtG3dYk7HAZrGjurIOxbxCmaccfk8F46cb6Opeh8XleRw7cghf+PxjUPk0/foo3nvtJXz49iv43v/6IwTcFgScCtUsoAasOSCziKCnyEJqNVQhhvKAG+2NjVicmUchXYDdCigtRpnX4Ct3I2vVUXDZYVBu87SpCVh4DnX4L3/wp3jy2S8hndMRpo0xqIMKRY02U0F8hTT5QikFpWmwU66dLhfPxEF/t0C5SiCXz/Ac4rBSZioqKijn/fQVElhankNFZZDxqQsiUzHGpkx1wOF2MsGeR9FSIJ9nzCRnnrZeZEESx7oOzrHB7XXA6TJgNTTCtvJ8NSiluCkweZOHrlsADbAYBmwsuvT29WN+aQXD5MfnPvc87esbePm11zA0Oo679CdGRskn5LWpqWny8rLJM3X19dQ1GgYGB+D3+9DS1kpdaYe/vAF/86PXoFG/NTQ3ob2jnT7sfjy490E8/cRTkG/Pt7U20i54yT9xyIeXqumrFvM6bb8VO/fsRziWw5tvv4vOrh5E4wncuXsPUtA6z6Ls2NQk6psa8OyXfx4xxilZ6kNXVR027NqDYGsrwssr+Pf/7/+AP/+zPzf1np141Ne3YHEuBAUHlHKS7qSJcpMuNmgWO8/DQpsBPrNB12zQYCOhrMjnNMRjaeroCOw8W123MS7NQjfs5I0gbA4fbHYvlOagnwOk0xrxzSNEvymeKLCvwHMWejug63Yk6XMm6L8Wigp2u5Nn4+B5uSHvk6mMebXZHfQ7CoizGJBmUanIM82wKFBAEdliDhablWevkKX+Myx2zMzMUc+8i3NnL9DvHocUdOTXrdZTLrbR/6+trSFvRoh3AuLbLlEXxkhT+Vn8FAv/GcaUmrKQh3NIsegg34bMFYrck0766MjlcsQ7bfJasViEplu4Fx1KKfJ5EQUpINEW5dnknlsznymloGtr43hLWnJ/XEsVqDNYBDSYwHRSJmxWG+yMP8FXgc8ETpbjcjTqRe6xWMwTHtgUdDK4m/JnkG/z1CHmM01B0zTiUjBxzVMe8JmXxOwii4KblQl0gZH/BFcZJntKU07lA+jy3mJZ25/0y7gc958mvqYcsugg9ClyoIP60EHZEXgyVuCzG3KVJn1yFpLDSTPOlgR5qSXod5pjOMFDn8BBOsgeLNyfrCkwpSDj5Boutwule5mTIq5yZtIkZyUfpisQDgkEnbjLHpUif2QysBkGXA4bnMzdKdI2yfxEij6x1WJQ31pg4VlK0zWN05VJP1nDRh6zWskT5ME4Y64iCrBYLCadwZdOPOW97FHG67pGXrYQRhF5GgDZg5yRPBf6yVWa9As9ZA7BmP+kXylFXWUQhtU8Y3kgY6msUCTegrsSPihyp3xf4PmJXy/0UkqZc3TipH2yD4oKCuRL8KWU4v8BWafUpEvGl97L2QtesqbAkCb7U0pxP3mT9+UZxcKEI3OVUuYasj/h11KT99LM9WUMlzeL8qRLhnwkOZfSWoKYrFWaK/j8f9j6DwBJkuQ6EH0ekVpVltayq6q11rqnp0fviJ2Z1QrYJQEQgjgcjgB4FB+fPPBIfvzjP5IAjwShVosRO2JHy57WWnd16S6tK0umzvjvRU0thrjLHduI8HA3Nzfl5maZ1Xo2ZmVeFw/XqjbRo3nVR2CMcWVijHHlJhzCpz7qr/ldPvG92o0xrvws2165rvIKKx/hFGjc6nVFlyzKdWWuVdyrtGhO8UUYLGNB8xpjXB6pPU/bES4XyDzhVrue1ZfuhD4zTd+bYczvRTwed3Vd/kBzaf3il0A2uso3Y4xLk+YVPl2lb669cI8NE0Sj5ilwEq/XQx0RffjlNUffqrHGGLbZru55vT53DRqnd7qKDuECP2oTTQI+uuP0XvfGGHes+ogvnNbFqbX46HfkMzRO77QWXVdB5xrNJZ6AH91/FsQ3gdqMMcjTLyYSCTfG0HzGmF/q4uocwq0xgtW21fGaR2CMgWVb9L9+l5/ir3itfl76Dr/f78rF+oyu6F7vtCZjDE3Ngdr0rHaLbdIF0SUQLvFPfcCPngW8dWnWvTHG5aX6gR+NE928df9TH92I1wLhMsaoyQVjSAcZ7tDm9V50i+8C6YSualfnVbx6Fp6/f1WbMSu4jTEuX9SmtQmvQPfGrMwpnHrvoY6pXffGGHc9wq016SpYfaer1mSMgT66V5v6Cowx5M2K35E8BFnaUo6+QHJd5Y/WorG6qm1Vzqt9jDEu/eqjd5KvQP2NMa7c9E6gtlVYxaUxuhesvlNf8GPMCm7RbczKPZvd+YwxLu7Prhmffmzbgsdrw+/3MkYNUPd8fPa4/cGPMca9t20b4oWuFvVPoPtV0LtVnVObMcadG/ys0shb9z+NFaifxulqjHHfqa/0Ve/VsLrOz161foHa8tp/qGe611jh+ywdwqF29fss/9S2ChqrfjQebnGKh7LIpNJQbtahnzTGwGZ8ZJMHsieskEqdKCDPHIjGfxbAjzEGli0ft+KvwY/mU7/PXrUOPRtjYJGvmkNrsK7xoHX1ym0eqm4ykXQZJ0+e4cH4OoNGJt9mFzDBJNzo2DidO3iICSEUCjN5FYYKAmWlpajkoW1NSxMUcNbX1zIhWIcWBvpbt67DmpYaxGJ+BPwOYlEPC27zqKquxcOPPoavf+MrTDwcwZrWVibQ10K/amprW4tINIaqqhpsWL8R7e1rUVJSyjkjiBeVEEpRWlwKLwOZaR5W797tIb1XedCcgMXDv49BJf0BA/dpd64sM3kFBg+pVJKbZQbT01OYn5+nEvpRQtqLS0pgjGEybx6TkxM8hKXYL8eD+Cjb5rhmx2W+jEebuJhYVFTEtdagjgchHd78/gBUOJti4bWrS8mWMUjRfXT+4Ccai6K4pJgJiWKUlMR5AComfxrdw3Ik7OeatLYoVKCqq69GdU0FKngILBQyGBgYgpJntsdg48Y2JhCP4METB5lIPYytTAiGOD7Pg6+SpXv3bScPW7F+QxMP/a28r2Jyp8gNYoaHh5ncGmTxN4GpqQQPDKOUa4KBoA/r122gHE6gob6RSukgzWTU4NAIOju7yYMF8mKc/L0PHQLn5hbg9fpc+ecYiM+wUBrn5r116zZs3LSJNG7EPiaG61iYCEcjiPGAGIqFeY3A67NBXSc4qKuvQm1dFfbs3YWHH36YiYpH8IUvPIX6+hrOM4Jr126wcHQF7737Lu7yINrZ2cXCcBcUEEepHzKwAINn/Sle2/bwXQ8+/vgT0tnPBFcvD0ejTIh3uNDJJPfVK9eYMBzC9NQUpPQbN0q32pmQPMa5H8OWLVuIO8y1ecmzchZVN7p6cO3aNegXqLdv38YyD0/68z/11HHRsWHDRnz7V7+GL37xacqznYmhjdi6bS/qG1sBK4Cbd7pYyLjGQsUYqGRoamrmIbjNLfgEAjzsZfMuv+NMXre2taOxsYndbESiRVCyeYmH/+XlFBNmQYyyQHOeSbXv/+3LePFnb+CTk7fYtkBaYwAzBPNzyxgfncHgwCQ6Owbx5i8+wo9+8AseDq8wSdiLuUQSlu2DZRnqVD/SLJx6vRZqmeTet3cvGhuboYQOz1+orWnEju078fTTT+Hggf2kJUJeZHGfheBrVy/h9MmPcPP6FVy+eB63bt7gGi/iPgujKR5kg5RJN4uDVy5fwwJ1BXRqfp8X3NYwMjTF/ndw8+Yd9PUOYzmZcvXIyw1UByTZWI7BcjDkJz8bsYtFivb17Szu0GYXZzE8eh+DI70oZdL20JGdOHJsHTZuKsXXv/40ZXgU8SIe8JmI9XmAyoo4iouLUMmCVigcZcI25+r91PQ8vJ4g8jwsarPctmUttm7eQP3pZwG8G51dw+joHMDdu92419nLaxfu3umkL5xEdzd9zanT9BMztM9a6nAjyisqECuKo5IFeeHTwWyURaeTn1xlAm0YJz/pYN862nwtFpmEXqZt6Ysddzs7OKaKercNzz//JTzy8ONYv34DeV8P2eO6deuxRH37+OOPmRzqxOLiEvU2zE0zyAJCG/bs2YP21nXYs2sfGljsZZ4fVy9f5uHOZqFlP2mrZ792rFu/HtGiIuS4eQwMjhBnCuWVEczOzNEXTKGqMo7nn9+Bhx/agaeePI5vfuMxPP3UA3j80QN44NheNDdWAE4KQ8PjtN8snn7mGH77H38bB5kIrqmLMTFdwwJ2BJ2dsrd+XLp0Cf3Uk8HBAQb1ReTbCNatayctLUgkZjBH33vixAnoV/9ZyipDkO8KBL1oW7sG9U31uHn7FgseETzCItk2/ZuVPotJlwDH1CKbp/x8i2hbU4LieBh++ljmC1DOJO+OHXvw1FPPYPeOXUgx4VJgwvDxx7cyKfoVPPX0o9SRB/DMM49hD/3khk3t1L0AHFPA6MQ4zl+6jLssoI+MTsBYfpw5ewl9ffSXs3PQFxr6WAxfT3t/5JFHKJ/10BcBUrTNcDQG/dq5o6MbKRYfZueSmKTezzJhMMqC+jUWrfLcgzweH0pLylDF4ruftn/x4mV8cuYsrt+6hc3bttFvbENVVTVSyQznvc/7Ghx94BjWrVsHffr7x/Hqq69idHSU9juAXiZX1b5mTQv3xhBtfxwe2w8lj/NMqBXyHjQ2tKGPhcj+/lkmmxzyP4vR8Tnui0pkBen/5+DzB3H8gRM4fPg4mhrb6I8sqHDX0LAG1bV1KCqLo3uwG9v3rEeoKIru3gFkyNdrVztx7WovPCbgjunp7nd/KbNMPb13d4JyT+D111939aGhoR7a9zKsgiYSCfgoMwUg0WiUa+2DrqdOf4Levh76pRTEV8v46I9s9HaPYaB/EVcuL7NI6kF1dRvjiFL6kjHMTCUxNprBxx/dJZ55vP/BRcwnctCfzv4n/8s38fwXHsWmLe3Yf2A795Uq/NmffxdXr1znntCFljVrsWnzNiYcF3F/oJ/6FsTp02dZkO6BYrk1AAAQAElEQVQhrgEUF5fQdTku/ado8wEmUvTXKYaHBxFlEbykpIjJ0CQeefQh5BigT0xMch1htDARaQwwNT0B/Rqqvr4Cjz+xC4cOb2QskYdTyOLYsf3UoTXQX+Tovz+EouIKXLh4Gz3dgxgYHEQiscBi2wLG3ZjLQUNjJfTLwrqGMJpaivGzF/4T/vn/+ut49OG9WLMmjrraUuzb28Ixy3jg6EY0sb9FvbbtPPbu3onnnnuCMc8C/VAJcnkmahwv5hccJOZT+OiT81hioTYai8Dr9dNfVpDGAoop64DkZAx8thdp6qVDueuqbwWmuJHLh+ToVwAPdSqF4ckF3Ogcxk3KbDnl4X5ZAJgUt7k/i0eKy4yx6Hsd7sMJdHB/7Lx3h/HAPGOUNCrKKuD1+LG0uEwaQNmP4uzpUxgeGXTjh57+ThQVBbB1aztOPHgA9XUVtKkY9T+AB1koOcoC1vzCEmPGVuqRg5+/dBn/8//0X1nov4a+niXcu3sfP/nJm/jvf/lXeO31t1FTW4mHHj6GDUyYFpRodbKUewwW98jx8Slcv34TZ6gTv/nbf4Iu7gWl8QCioQAT80nuSUukJQbFxcUlcfq8AVy7cRW/ePM1bFjfxv1zPUpKi/A33/1rfP9Hfw2vP8tCThO279yAbC6FY0cfgMcKsXh/D3MLeRZ2LuNnL36A733/dYCJ6lCkBD4mimcTaeR5+Bsbn8SDDx1hrPE5PPTQgzC2xYTzAm6zWFnHmKmNyXbJQbZ79OgRNDa3oqKiGt5ACf76b3+IvoExDDE+6OsdR1lJFWzLi3g8TiiD5L60mKW88rS5PPKMS4KBMJMzeUxOzECxo8VE4ME9W7Bvdx1jq2X89V++iVw6CNvxw3Ey8AccODb38yKbsdttVJY2YmRgBmNDs4wVOlz/NELbiUX9qCqPc+9qQzxageSih/RUYGF5FpOJYVTXhUEVZTGhCHnjIJnKEfK08xnU1TUCsKjnC/QR06R7EaFgBom5MTi5RczOTkJfEoFlU6cyiEYiTC7KP3lQVVmDltZNaGhoJ44g9T+N8vJq7qvLlPN1HD5ymPMs4+69ThYZWjExuQh/sIq8ewVnz3dAfJuanIfOIoUCx1bEsGv3BuzcuYU6WI4l7u1D3PNCLDYdOLADN67eoN0EsaalkXNWMxYaRzCQJ03A9GQvbCzj4L4dOHb4IO2+C5s2bkBNTQ15O8y4o5NrSWBu/j7Wb6zjuitQKCTh0Hc88cR2NDRFcfDwGlRXefFP//B3cIRFtL27NmP7NtGzGbt2bkYwHMSDJ45xP63FjTs3uT934PnnnsChQztRzUJbgP7sTkcv95MlwjTnm8Ut6m+a+1ZZeRmW0/NYzi7S1xfQ0FyHfIF21VaP1tYmZCmgWLzc3cvGJpdw9txNN75ZWsjAcjwIcU9ZR30sK4tj29b12LljK9dWjVwujf7+e1hYGIbjTBPPFLZtb+U6YtizexPtphWJuWnSHmBMVUKNM1hMZumjc8hkAxgcWuKZoA9+XwgLiym88OLLeOudNxApjuPQsZ3whSxMzU1Af/b9yNGjiBQV4x5j0YmZKcwtzbvFkpHxMRZYlnDogX34zq9/E0ceOIQ9Bw4ikwlibiaIV176kDYwg/KyeRZ0OzA5M4DO7puwA2lU1/tRXOmgojaELOXR0rIODvfa8bFZ5BjnJhk8l9CH3eq4j//+Nz9DKFLOWOYefIyJK3hGzjJQqa4ug8cuIEPeVlVV0karMDMzj3uUxfTUPBzq95tvvo1anpHHee42Bnj3/ffpa4rwws9ewms/v4Q+xiUpxpGtrc3weIGDh/Zwz06gqjLOvXgJldTNc2c/oO41Y47xy9tvfoSAL0K7vAn9RYpgMAxDn207Ybz4o9dx6OAxvPnWm+R1EobJ/mAohoryShjuIblkApfPfIxTJ9/Df/7//TuM9N1DG/eXtvoSID2FieHbDA+nsbG1Dmtb6jA7MYoBFrYHuvtQHouioaIEizOzXGMCOc45MrOE230jGJhdwjwrXIvJPOZYQP3N3/l97s9/iZq6Jso2TRv1khc2LGNzb8jyGdQf6UEWM7MzyHLPlV90qCVh2nk4GsJScgnDo8PcK6IIhP3I8Xza3dMF7dtJ6rUKOQsLC9D5X8mRbDZLu3I4hwVORp3khdla+X+t3fYY+gAvAhEfvEEbHj57PB54fXwmOMwr2F4vbSQHmgTpXqL9jmFgaBT/7b//Ja7euI157mUVjOu6e/uxnEpjnOfPu52dUBxcWV0DxY4fvP8R/vAP/inuDw7hsaefxrNf+jr+0e/8IZ75wrcwwUL8PM8BPd2d3A+7cf3mTeK97tqrvqh25dIFXOeZ7OK5s7jKGPYm480bt+6i//4gHn7kQe5PU3AsD77y9W+6hb75pQVU1dXgyeefQ0L8mp7ETHIRddSl8rpqBGJhvPryi/jo3BkMTg8A4TwsrT0cRHltFff5BepuAcby0U7Ir4JNvUkhk8uDJkCeF1x5ZbJ51yby3PQdY6AwYWkpxXcgn214PQHuNxlMTEwjy7iZOXn60Cxl4UWSsTsr3SiwuL7IImyeNgbjp3zzYC0axvbB9gZcPAXGJJl0nnukA8uyYdse9+rAQLLyM5Et5ckzcecYkEaHonZIb9oF27ZhjIdnmDg8PLNPTc5iknDh/EVcuXIFPp+HvOzF9MwMZhMJ0pol7T5qnQOiRIHxjdaWyuSwRPk6nMQYm1Ma8inLM0GadKfJCyBDfZSeZKh3c/NzSNOGC3nAsL+Ad6Td4rqI2yFoAvBjDLzUM9HqkMkpFhWV07IsA4d2kEunYDl5RKMRBFhQtWzbXbuPYzTOIa4853Sor8YYGGO4jjQsG+79SmxWgE3eGWOg5ywLwrkcicNKf/HRsiwkk0lofoc4BbIj8KN3NufV2mSXbMJqm2VbLk71tYjDQxsyxkD2mJhL0G4WAa7Fsm0YYzTUva729dPWtA690ByhUAiiJ8e1i5Ys16Yv4uQYJ7n3LIAGAkGEwmGXD6Inp28EEYHwaKwxxqVPtIAfFWbn5uYhHA6fk+k0ZufmkOJ1mWsWXq3XGAPbAuXhgc17UWuRF0Hqmdey4ff6qEsR+Mh7FWu0Zpvrcsj7rHiaz9AWstTBPK85aA2iT/0EDnEZI6xAQTEpIRDwkR9AJkM94prVR5DhOj87Xveawxjjrtv3Kd80vwD6CD+vFsHmNIZ6kyNdjq7ELRr4yv3PGMN5qWMcowZjVp6NMZ/yznbnEW6LcjUE0SU6tCbdC8Rj8V19XDAW7TXv4haNAers6nv1F4gO4dBVzys4yHPy0qKu2CTe5/Nwfpt4APWRXgi/7o0xbDfkYYF8y9BXZV1egx8P9U/z8dalQ3NoDQKNFV+z1CnNvwp61rpWr5wQmktjhOezIBzCqbG6XxmzMr9wCL/0Vvcar/Wrv4qDeqd2jXNxkvfqo2fhUz+B7tVXePL0K7qXDq/ub8KhcQKPx4auotcYA9EjO1Z/jdez3q3i1dWYFf6JBt7p4vJSeCQzXdUoWWSZw1leXiSfpZ9Z9svrlct/3eRpl6JHoHvh11Xzim5d9U7txhiydsX3qQ8lSxl7XHv30cY0r2iVDFftWGPFO+X4hUvjxC9Bgf5SV9EhWL0XHumAMQYau7i4CPFDY1fHGGM0hHI2Lv80tkCf/FlQf82fpwzAj/AKRKP65bl2NrtrEM1q17wCY1bWaozh3mNzHsvVR+EzxqaP8bogPKJR9IlfwilQvwI3kFW6dDXGuHhWaVCb+uqqNmOMO4dwqk04hFP4da92xVbSC82nHLTeCYdo1xqMWcGxwusC5b0CwifApx9jDIxZWaPw6t3qVffGGHd9fvdLJz6IPg2lyv8P41bH6J0xxu0nOqSHsh2NE23iqdoEQcbcEcaFIdaq9Kz+xvwdLcKpNekqWgT49KN7ta/yQ7hX5zBmBYf6aPwq6HkVPkXjrkH3wiVeCcRrXQXCL9A49dNVfVdx6qpngd4JdK/2POWue4FwFLi/gLuKzRjVyzqLh7l9iz5S9in6tX75Ad1rrlUQTsHqszErMjP0sattuhpjdHHXZIxxr8Jl27ar2+K97o0xrnz0vMp3tYMfzSN6XWDQ5F5pT2rXmnQ1xrj4NNbr88Lr8br4jDHunMYYrM6rK/jROF7c979sI/489/xcOkPfn0OBz6vz6SpeaZzuNffqVferoPfCK5wC3atN78VzXVdBz5KpdfHCfRZRe3DrVr+b5IqE46itbURpaTmikTgDyiAhgAAVVEIRo4qKYlizphnNTBaEI0H4A16OqWTytwXtaxtRXR1HWWkIJfEggn6LwYXtFkEPH9qFLVu3obauFoFQkAFPhAfxcsRZUEqncwzWMggwkZNmcNrB5PaHH5xkwukW9G+SjY1NkDF5BJlkikZiqKyoxPq1bdi1cx1Kiv1ILi9hdGREfGJSkwXa1ja0tbe7hYdHWLDbu3c3RHNFRRnnK4KXlf0aHhBUBK6urkJ5eQVpKUM7x+hbifpTwDJKOZbp6VmMM6E1yAPPFA9EIQZ0eh+isWYyWUxOTfPQ3cOkRSe6e3rQ0XHPTULN8/CWo6M1Hgs5J+cGUBaV3LYtOrUcN44CTSAPYzmQIQSCfpcu/WnHkZFhjDABNjQ8ywOchfqGakSiAR7EpnkIm0SBSaxYLIRA0IdlHoio10wMar1bcPToPjzwwDEmB+M8HEyg414HZnggMMagubkJ+kXYLiWCyoopO41fcum9xiLm+++dwZlT1zA2wsQDD4NybrMzCXf9nSxM3r59h8nySdJuoAOGgk7LtmEskN5hyusa5xyHz++B5QHSTKLPL85w/YY0g0o/Bx8NPkj5TzAJLX4uLS0iwcLs1avX0amC9PgEBplYLokXu0FrVWUVVDi1LIuHrmXK2KCyvAqVldVMSFRiEwu5O3bsQBUPrips9/cPIJVMc4PPMYgqUK7l8Hi81MlyFhmaUMuiRklJCXW8FPpIp/2fBp8yrAADPBUynnjiCexlsVHGrYLhe++9h1d+/hrOnD4PHbz67o8imSItVc1MtNVTpn4mi/Kc04M8D4OjY1O4fOkGTn18Afd7pZtehAIxyMaKi0spax9pzGJhfhHJZAoqknz44YcsHlxhcus2ert6UMpC/MYN67F//3YcPrwdO3duIv3FAAIwiMDLQ6CNMDpuj+H9d7vw4x9fwgfv9+LSxTH09kzj9o1edHf3o7qqBl/68peJ4zD57yeNBaRSedJTzORNG8JMHjq5EGWbIB3DGByYgGGydIrJoo/f/wR9Pf0sys65B/np6WkWo8JYzwKg3xd016Eit9cboI067LfEa97ts3PnDnzpS8+z6Pk8E8HHWQQ4gcceOe4ePGRPCmQi3PgE+lXqLJMlGQZoc/MJHrZHEaBv8ftt2kkG8ZIIqmrLsYPJw02b12PzVhYpkEcoxPVQzwxtrLK8GA30L5FwCJNjk+hlQi3DQq+BBz5Pa1V+wgAAEABJREFUhPPGmFS6gddYnAIsyjGBgYFxXDjfSf+RBOBlwOkgky7QXg1k+/pVnuRTVlFO/7AWpaXl1PUJJkgyGBwcBozBNurfgywU1jc00P80IcIkTJT2OTW9iDt3eiiDQSwvZ1kkPoCWNa2Yob4vLyfp2zogu/vkkzO4x2QukTFp2Ua9rnBtbpxFFf1iUXI/dGgfmpubEQ1HUVJWgimub4AFmSXqj37JfOXqVSZzhnDn7h3a4ASL3P1444238Of/5cd44aXzGB5xEI2WIl5Me7D9iAQjaGlqom8uYgItjq2b1mI7E6C1NaUYHuhBIZekvuzBr//Gc0webyLNE+TJMvbs3Yo/+qP/Gb/2a9+Gvohw4MB6t2hTS77fvnOHvBlmImeE88QpmyAaGurQ2FjHQliEvCtDJFSEpcUMhph4Kq+qYpFhh+snLl26iH4W5j86eZI62IempkYWPB6k76vBseMH8Ad/8Js4/uAeZPPLTKrPUD8dKI64c7OXycZX8OYb7+Cv//q7WNPagG984xkcoR8sFLLkQzcuXT5L33KLwfOSu//U1tNeGWx7PAH4fGGUlNYgHCll0fIdynyJfjaJoeERrtehfnuRZrIkw825t28AazdsQjBWjNm5RYyMT1Nf8ixCZAkF2vkk+ebA7/Gji0XWZSaEtm/dharKOibyljA4PAYf97hgMIx7tO+333sfH538GPqFdoBJgPr6BiwtLbFQcpt+egfWrVuLRx89TPvfi7HxUehPZXf3dNPP3uC6hsjPSpy7cAXvvHMas9PLpBNgDoC6dB/vvvMJbRz0RQbjEwu4fLmPujaJc+f7qbs+fHzyGv7Ln/8Vi5OjqOOery8RjI/PkM4UUst5FMVLsP/IXgRYBKmsrcSmLZtIz0YmiYD62mr4fWFk6EMi4Sg+OXmR832IAP1+W1stDh06jCeffJLF6Lu0rwH64DI4FFYunyV/pzE0NIgg97uS0hiTxSHs4H4UjUaoL2H6wyX66xB+/soHOHe2CzwPYvOWNvLhOKK0q5nxBOamU/jhd19l8TSJX/ziLfJvGcYCGEMhsTiA0nIfbbIVbe11yGSXMDW9RPtLIxiKYnEpAw9pn55OcC15fPe7P8f589eRZ9CVyRjKMwvt3a1tbfSTOWzcuIHzhlFXV8t99SDKykugmEF71zgTyMGwHz09PaTZxiDX1USbypIQj8eDJz93GNFQGOGAjXxmlv7WMF6JkJYM5TlPX3SbxfuzjL9us0BVAAzg5X4qGcaLwrBMHkeOrEVpmQ+jo524efMc4jFD/zqBJx7fi7/92/8V/+AfPIF9+2vwj3/3V3Hq1EfcZxfxuc+doG1uYqH2EvUpienZBXetOU1BuuYWCtBfB5lZWKatLmBkZBRD3HPnmUTKMnFjMavksz1QoipNYlLpZdheUIYWLNi05TivHvi8IdIClJeUITG1CCvvd3U/EgkjxDhJAWeWydXS0jKAI6qqaslTYIZFBCVRxaNwOAqHidllFqXyTJ7OTC/AGMO9Zo7ruYAAY89AMIBNm9YjGPBQ9y9wfhv7923Fl7/0NFS0Doc9CEVD5P8obdaDWDiI/Xu2YsvmLfB7PcRno7amGLt2bcSzzz7k4vJ4bMqANk6dDDNp5eQs7Nt5AkW+Hei552eRcwDVtRXwco/zeMJILlv44MNbuHN7GPoiw4aNrSxancDBowdob52MocZZXDoP7eEnP/qIfMlg+/atnLcWb7z5FrTXhUJB2lWMBaMY2te243ZHJxKJRfqzDPJZH+PlYljGB56XEAnzmrXItxx1rwI26R1gDDo0PMo2mz51DWlKs8DSj4amGtrnWrzyyhvoIM4eFl3GxpYQiVVwz9gMsHjb37+AH/7gdVRV1mBt2zp8/WtfwZqWJup2iHNFaUsJ+gXqSmKWhYBF+rgompobUV1Thta2Jjz26MN46qkvkk6D+/cnUVJSR9vYjVi8GJnMAvckLxQr3brah5+/cAOXzt/FpnVbkVxIUk88jCmHMDE2yIKbD9UVdTh36hoLjVn6lGboV1MLS1k4ToDJ4RgPUT7uoWUIBYtRFCtGJ/fGPAtyxuTw7e98Ed/61cfxP//+13D40Fr8+q9/Af/wHz6HTRtrsWfPJuzcvgV1tfWor67DYP8ghgYm3Zitr+8+LOp0NFZE3HFEozFMTI5DRbzN2zbh4ccfw8DgOJrbtuD6nV7Mkp6pmSSGRmbR3LwOBeqH3+/DyHA/0tlZJNNT2L17O86duYz+/l76hSLy/jZlGGah2OEcEdIe5T4+jFGOKY2HUF4awX/40z/B//tf/HP6nDP01SmcOnceju1lwt3B2Og4+rt6EYuFYfFAOTw2TTk3oqGxHFu3NCHkLWBmeAqnWGSbGruBhuow+vtuoyQew6ULF7knzVOnJ3GW9/PLy7h2rQ9B2o++DLjAJH5n1x2cv3CGvi6NGT7nnEUkUwnUNZSjp6+HeyTXUVqJJfqFoqIwIiEv6msqKJMcC+T9MDzPlBfHsTi3gDQLH5PjU+jq6nNjmi996UvYf3A/eno7cZlFnnMXL6K3fwj1dS20Pz8aG5oRCwdQVRlFPjdP33QKtjeLFIu3u3dvRXV1OfedZRRzLU7B4hgP0iw6LFB/BgdGiHcA/cQHvltgEe74A8fx7DOPcd+bQnd3F/Uyg7Xr2hEJB7kfLGKM8ffJk5+4thmmPxodHUWShbWhofu413ETPd23ye9+PP30o/iYMfrHH17Dz370Ds6fuc09ahmLkv9kgv7mJmV1DvO0C9Aw0zxrXr10xT1P5Jh4XWK/bMZCJmtjigVDr6+IPOmmPxhBNkPbra2lfc/Dx2RHKjmLeFEQw6ODsHieKeQtFpK34nNPPIvTPFdkMhkU81wWLanCIs+W5ZWl3LuHcPTIESTmgEuXunHr2iBj/Y9x+cIlpHh2Grjfj56eXnR2dmJuYYZ6GIcF0M8akpvjnhyEbfkwPTVHvgOzRLQwm0E4WEr/7ri2HimKYYTFrYuXbsHyxhCPFyEQDiAY8XOfN7hy6SzefuMldN+9gvKYHzsZf29b14al2TEM9d4FsvMoLwni8089jDVN1ei904nR3nHEAqWMqGPILHopl2rAxFiA83DvmYdxgDwrTMMj46hvbMaf/dlfcK97EGkW2GC8CEcj8AcCUCLV4/W4RSxjWe7Voi+0bJs8mYHODX7aZVVVBZaWF5BlgaDg5Olno4zdbID/5QtZ6MOQjxebe6QFY3npbwyfwatDfVu51xlQCRJdLcswXrPhZVxjEY+HY2zbw7YAhNfPvd9hEc32BZHK5bjPJnB/aBiOMSjnuXWRxZjyigps27YdLcxJbN66jb4OyHCNA4Mj+Hd/+v/BEvfbchZXz1y+jn76mn/7H/4bXnz1XfijcUxMTcLn8aCiuBTrN67H/gMHiLea9xuxe+9+HDt+HBu3bEJFdSVKGZcoRvyTP/kTvPbaG/AHw8jlwXfV+MHPfoYTjzyCUuU/ykpZUH0Wpy+ex8DEKL7/8s/w6vvv4A//5I/xu//sD/HP/93/BjA/ogS1z+slrRmEwiHMpWaQ96SQzCzCtn3ULQND6Raow44BbI5xrAJPZDlkCxn6szTS2RRpcMivIMd4kWUAks05bluBgxzHApvA0MttyxcM5efw2aFQbIKH81gkJwCvJ4gC32cyXJRhOyzO6YexvdQJi+MLyGSzvHfYDy5YlgfG2Pi/fxzGQ1n2L/CVjYA3Qogin7ZRIKQX87hw7grPj/30Ld3Ik8g0bTNDGXs8PnjJFxgL0l8DG7blJc0FKFbK0G5t22aMEocxhroF+vMixIqK4PH5GYOGoPfgJ0OcipEKzgrNxtiwuDbbpZv4CwXSmSGPChzrQ5ByyBB/VuvkO41NscA6x7hN1zzpyxCnaM3nC/AHOB/9f5BxR4AxlGVZ5EsWxhj4/D54qFvCJTzGWPB6vG5boUD+pJKURZb9CxC9PtKu/it9jdsP/Dgu7QXyP4cs9weBCthGtuP1QfuP+KV+Gssh7ljRonu1Cwpcj/iXXk7CcH4lRLNci8VOq32NWZk3QL8QDofh9/uR5ZoVt2qs+kkHdIZKki8Brt3H3I4Ko6JJ6xA9Gqd7tz/nyDJeTzNPkKG/Fh9CoTB1PgyvzweLPDKUJyzL5YNl2chxTmMM5w+gwKKJ6CejYJFWn+2Bj/3l3wx54/X64CMem20WcYgXHo9NfcnCsgHDQUad4VBXHHz2I36pb4BytJk7LBRyfO2QfzZs4hA+NsAYgxx5766T9Ky2GWN06+IVjQJ2hlqNMdB4Yww0v3DnGQuvXHNcTsGFPPc8yQb8GKO+xm2X3ogPbIbWJFzCLxDdAt3btg3pDWBcOtRP4wTgR+8EwiEQr3RVP7525yqQBuHSszErePJcb46HCNGcTC7xVYHrWXnHBxhjwAn5n+PqcZK+eJn7v+gWLq1J96JD80svQjyzrM6t+Y0xLh71VT/1l33pXjiMMZrK7WPMyr3aBcKjtRtj3Pe6F2iAdFX0CJfaBMKpdrVpPhLujhNtAtEj0L14JBuQHusq2tWep+yFQ7g0T4prli2obRWvMcaVl8apj96laCursNIv7/KdGunSIHyr9Io2rU+0BIMh175t2yIqh/wHZW3RTgyvtvtOtIlOm3pgUf91Fa26Fx7xVPhFu3DrXjSInmXGsLo3xK4x4qkxegJtz++C2oVLYwXCqSuFTzps0uFxr+pjjCGNFvy0x0gk4tKn8cYY6GPRZ2m87kVnjhvoKg2iUzQJcr+0fz/xmV/ql2hVv1UcWpP66+wn0DvhlfxEj/ovU0bqJx5FItyDKEPh13vxTqAxqzjVLjDGEplUE4f70Kfyor9Z7aer+CD6JTtjDOQzI1y35hdOY1bsRfOpr/irdo11aSP/RbcK9cKjfnqnibXX6Flr+ixoLQX6b/Uzxri8F05jjEvnZ8fkyF/1Bz/qo/kFok+ge7XztTtW8xS4Twi32iU78ULPwlPgvOprjHHlLhziq+JI/6f7nfqrzyoYY2DIS8u2f0mrcAvnKn26V39jjC4uz1faDFbxFUhXjnohEC3GGNfvS36iwxgDvdMaxFtdBeorkI8TjpX7wor9UZ749KP5NF5fDtK4VRAugfRMti45ZRhT5rlXFJwccu6XePLE4sAY4wIf3P/+/nya2+E6HM7rMF/nuFd6AV7VV6A++XzepU/P6mOMcXm3ygvwo3vJx889Wr5GPBBfjTG/HKvxwqd16SpcGqc4RLIXfHaM8ylNRP/L/5xPadN44Suwj14ay4Lhjd5rTXrHR1jGgk0abMuC5lKbwKHurOLQ9bPg4uA86meMsAKr/SUH+VBrablAJbVoZEycNLUwsbGeiZM2wNg8jI4zYTvABME9TExMwObmXVxSjJq6GlTVVSNSFEYqu4jZuXEMDHdjbGIA6cwSGZXjwXMeqWQWAX8UwUAJD5MOkz5TTPJPo6e7DwMDw0wyTLr3+iXbqXI132UAABAASURBVDPn8M67H+DihasYG5mEbfvg94fcpFtv732Ovc/D6SiTkClUsYi2aeMmFnPWo5EJ95LSUibe5jE1NePSO8UDyML8PObnF5BigCRBFhcXQ4khFVMdhtvDw0MYuH9fHGFSqAQNLIKUl5dBh8g6rq+6uhoS/gQLe/pl4o0bN0iD6B7kuEHcvdOB2ZlZJnvCWL9uA7Zs3c6kUgkPpsvo6etDd28vJll4TczN8xA7jVEWJ/UnXlXUtCzbnVNOTULK8PCXYTFIQUGAxaMKHqCLisNoaCxFNOaBzUN4IjGDCSbTs5kkeeOQN154eHgpikd5eC5BMBSAP+BDOBLC9MwUbt+5SR7380AZwxNMEm1gQa6hoR5rmcDbvHkjKnnwnJ6eZBL3Jj766AMmNs6TvyPcFJJoaarCrh27WJRqYMKggjwpgdfjQ44BZ3lZOaqqKtHY0MiE3FpUlJUhubyIYSaRhwb6MTY67B5oFxbmsLAwT3wZKizIyzzptmCMF4lEAkVFMQQYIM7MTGN4eJgJyjuYn0vBtnxQAW47D5/RWBT6SPd6e/tYuBqkTo6x/wj1cZLynqYOTbgyDjMh6/MGUFlRg/q6Ria/1nCoob5N8bC9xLmCTCovM8nRhbt3O9DPxNo8E0IeBsrsyIA8iyAPG+Xl5SgujjPRFiaN5C2LVm1Mqq9duxYtzW1obmnHTGIZP/rJ+/jF62eYhDmPX/ziA7z88zfx2uvv4O23PsCZMxd4kCrBxvVbUcqkyCCLrnfudKG3ZwiJ2WUmLedZTBjDJ5+cxg9/+CO88NMXcPniZfAUimYmnFpbWrF3z17s378f0suDBw/iiSceZyLzKfzqr3yLRaxv4Tvffpx8Wofy8grMzS5heGgeI4MJzCcyTCr5yBMLgwOLyOUMKitrXRl2d/dQL+7i/sAQFuaT5OUsZZdnvzHa8Dxu3LoF/YnLkpJylJXUoLGuFScefIxFjCewbesObNq0BXv37mOCeCfq6uqp+xHU1zeiivgbG1rR1roBW7fswMMPPUab2OzStszC0DxtUUFXTU0NItEoFhYW0d9/nwmqS9AvgO7TDiWHIA8+s9SNqekpisShrS9RZotQ4rqG9ujnZrhMXctyc6hrqKVthDE8PMD19FEXuPa5HGZn55h47WExcAgzk9PILiURtGwUR+PYtG4zWhrbYBwbfq8fF89fQBeTcF7bgwiT8THaWog0BIIRtLS00cZCGGTy+sy5G65fGR0dwjvvvYmfv/Iy9W4S+tNeyXQKo+Nj0LvFxTnaYRBHjx3Aw4/sQxUTHGMsTiXmktQvC3PU77m5JfqRARayLuPU6Yu4c7cXH3xw29XnfvJklEWNIItqmj8eL0df/wJoNPTReXz04Uf4+MNPsMzkYi6dYyIgT7oG2WeAMq5x/XYpfeEieZ5mQVpXWB76owTKKoADBzYgx8RHV9cg7SxCPfHi8oWbtL0ufPDeJ/jpT36C//Z//Vf88Hsvscg7iOqqMlSUFmOJSdeB/gHSP483WLD8i7/4K/qMD135bN++HUePHiWvvGhk4r2qsoK25qdfuUEd76dsegjyhWMoYjJ5bi4BjxWE3xdBSXEp11WANtLr129hjkWFkuIKtlciy2ST3xcgn8egXxhcu3aRif5pVFSGUVzih8dnoba2lP4b3LsMfeM4k6BX+Wxw985dJpNew5Url/H2m2/jPJPVd+504L33P3C/3T82MYkrV2/hLJPgKnRfunQbly/dxE9/+gpef+09FgWqsXb9ZqxfvxEPHH2Adr+GejaK23c7ce3GLehXB/r3pG7qzyyPztP+5rA4P0N/WYyayhAcJjtqKyoR8IXcL0X0cf8qL69EXX0T/Dx8DLAAf/LkGeqEQ9upRo5Jj9Hxce51CdrDDaiAvrCwgKvXrmLNmiYcZII6xGRIUVEMRfEit08v95di8qqlZQP7JymXbnz/+69zr1nE4MAE3v/gEm7dmeZ+4EVxaRx1jVU4fvwQmlpqWRA8hG989Tkc2r8Nfb1jLFyPQes5e+Yii3UdxDcFjydIWoOoqCnHzn3b8OgTDzJZmMY8dau8vBRBJjL+z//0C1y7dpN4H8av/cN/gK999Wv4jd/8MhobG7Fjx1ZoD12/fgMaWLge5/ocOPSrUeiXyWVM6JXT1w4PD+LAvp2UZRXp6CE9/Zw7wBjCQUNDBXwBQzqA3r4beOvt11AULUEmmXF9q3z4xx+ew8mTV5HLgftgEP/kj55iDFPPdZxl0eBjHH/wABpb6nDk6DriuE9766JejqOvbwgjY7NQwnyRRYGWlhoE6P/r6irgMMmnYntlZSXtcgIqlFZSr/1+L+rq6pDkgfzcudP0sUlEoxFsY4K0uLgYgsRsgvwfYrF3AfMzy5gaG0ViehBrmkvx0INHcYo+PzE3iWDIoLamGMeP78biogW6EXi9QDwWZt81qCqLozReyv21lHoxwYT6ON56603K+TVcu3oBk+O9ePmlv8LJT16HY+bw5S8/hL6eTu79M/SvOZw8dQo/4N4yMjIFH4NZ2+OD3x+lzzBIZRzyNAAv22fpj0rLi7nXFaGMBc8skxNZ6iPznRCABwzHdhCJB+AP2NCvXkNBL7xMmlrcsCwmNEqiMTTXNtDP+rE4vYAgdUd2PsuYZXl5GQ4Ay/YyeQTOn8Mc47IMk4Fp+rB81mLhKUNfnYBhkSRD25G/a2ysRnfXOPp7BvDRh2dxivbSQ189NzuJ6clh/Mf/8J+gX3H95Md/gx//+Gf0pxegwthSMsU4xUEoVMICcYJ+vRxBJpUd4rYsL86cu+X665OfnKPu3kF/7xD5v0xbjSCbctB1rw+jE0NYYFI+UhSAY+WRY5A9MTlHv1SK+ppm+rN59PePM46ZR29vP+VxCyPjCdJwk/vADNeXotv1MckWwMxUFjPTOe47G/Heu5/gw/dPwseD/K49W7Fp8xpUslC5Zftm8sdGIBCGZWzGzSnuYwn6SZt+JYlgIIqXX34dH310Gl2d91k8Wsa5s1eJ6wyLhJfhsYNYTiYQinroIy2UlJYw9pxh0fgRGGRRXxflNY3SGupUVTXudQ+hn/F3Z+dN6M8WDwwM0n4yrv4qOWUMaIMe7t+lXGOCdlUGyVNfErxz5x58gSj35RwGBqfwzjtnMT+XRd/9Aa4hj8OH9+Phhx/B7/zOl3Dh/AL528+1t9AOJrgHF6GNsU09bSwaDlFf7+P0yWuA40U1/WNlaS2KwuUs0tnwIMR9Jwk6AkRCXvIG9JcJ7lnAzVuXGWNOI52exje+/hhKiwuwzQy+9pWHEYvkMTczhK1r18DJJbFAHdy4rpn3GSRTiywYDWFqdgJXL12F9tBjxw65dFfVlKKYZ5uK6nrcZiG1+/4MhidHoF/ke3wBynyEdjjP+HacdOTpR26js+s2Zman8PCJY9BfpZmZSVDWc5RfBjAO7t3rAmBh84bNLOgOcS+47tLx3OefwN59G+kn6xErLsL0/CwWkos4cPggbczPMYYyD9FW8njg+FEcYiGtv78fbW0t3Iua0Na6lvH5bpz8+Cz3/Wr4PEGcPX0Z1650oI8FrPt9k7TPYupOAYcO7qF8UphLLNH+g6ipqcaDJ47iH/3WN/HVb+xFfWMUVbUBXqtRVBzH7Vv9eOvtj5GkT1wgn2IhH0L0e9yQsTSXgI+x1NjgIEI+P8oYn6SW05ibnqMd9GF4bBgqpkTiEUToF3fu2gtYAZ7DCvSJCdzvG8XI0Aj99wKamyrwjW8+jSeffACVFSFcvXIa6dQCwqEAJllATi5lYHMs3YT7K7bSknLq0qAbT8e4Bzz4wBFXFvGiOPbv2YNIIIDvf/cVnh8vYJHxJawwvv6Nr7ux6wMPPIg9u/eitqaevAUS1Im62jJUVsa5rHnyeRZrWorx4PGtaGttxf2eGdy80U//Dnz8yQU0NrTAyQIJni8zS4sY7OtCe3sj+W5QyT0s6IuQ3yHGlBE01jcjHAwhn04j6LVYhM5THxb5zkaEOt9Q10C978fWbTu4P13Ahs0b0NPfh47ODpRzj2ljMXhmbpZ6NI2piSn6JR8qGUvo3FhTY2FkeBpvvvEREtNL2Ll1B31nEk11a0hvN+KljXj35AVwc2EB+DbWt7fjueeeh+G5aHRihlebcuqmauYQ9OewprkM9+7exKZN++GYYty6N4DbXZ207SR5b6GmppZ+NATtdxOU7c9+/AN896//K88r30dyfpE6EEBxOEKb9cLKL6Gy1E9tn4XHJNDUVM/iXhWS1A+/7YfNBMf0yDCyPBPO8Ow90t9DfeiAzwvUVJYhubQMYwz+t3/z7/EHf/jPUVvbhAj3FflKxQk+xuU6I3g4QPFiIpFAAQ7jQD8Mz3DLLPxoT9EXD9PpFOPKHH1GENF4lGsIwuPx0kcmYXMfKhTAj41sNk/3UoBlWbC5zynZkqbcdCY3bNOz/GGGZ/OCk+cY9c+wrwUPZevnedsf9Lv4LdsDH5OUWdsg7+F77q2GhT+uHN/62jexhee5UvLT9vg4nxesISMcjqGhsYXxykbuHxP48OQ5vPT6exgcXwS8EeZUxuiXczw3dqOa5/WieIx+b4nxiQWvLwKfP4poEXU4n4axc+R3DCdOHKNPX4eieBH5aZFOH/gSDhe9YfMm/Obv/DZt2AK49oceeRiXr1/DL959Gz/++Uu4eu8OgmVx5H02dK4p5POIak00wjkW61ScyjM2cMj3HPd9XgD+n+M4MJ8WVfM5m3N52Ozl/mdDfLQkH+7LefUVXw24p1J6jLMyzClkWcCCMUgxD5LO5cgb4rNsqI1dSGqeBdwMlph0zrCoybdsy0Hv8tQrJc8c8EPc4Dglt/KkPfVpgcAYQ31wXCAb4HCgaPaQLtFXgIMc8WQpFAcW8pSbZflgwwenYIP5XmT4fzm+V3yyqiMB+hy/PwCv1w/d29QhL8+o/kAQlu1FjgUgi3rnkLhEYg7iIfixLPIHBsZYkO4ZY0gBIJqy4gF1UPOIL2ozxpD2PHNrGdKSh+awfeSvgWsDxibNXC/Yz6YeGmMgWoyxqN8OeZVnjLNIP7oM6bNl2+5cDuMa8UC0G2MYN+Wgj2zOT/31er2wyFPRkCd+jc1SF1buc8SVc+mSPRpjoPO7+stuFEfmCwWkmNQVSE6WbcOybXeM8GguyzLQGA/bRUc4HHZ5qblti/yBoR4VKBOHfjqHdDqDTCbDdRUgOrVOjROAH9Gm9yoACJLUmRT5KZkp0ZylfoG0OuwrsG2Ldhh2Qc+KV/P5AvE7WF5OIZlMk96V57x0oAC+K5CONP1HljzIcp9IuW3ik75co/lFBxtR4BiLCmCoXyCoj+G6tD7Rb4zh+ilI/udQmgUmv/OFLCz6EZu0GWPgcLzAJo80znbbgax4m1pGljoj0JxaX4r8EeheMihwPD79CI/ko6uajDGwSI8xJABw51p5XyCbHL4DSIHbrjF6J9AY6Y6uetY7yWBVB4y3LnLUAAAQAElEQVQxXH6B/MmRvix5mIc+NtdgjCFey30vuYju1XZ8+jHGuH3Aj/Abs0Kf7jWX5hX/NJ90VbDKGy6HY0H98FKX/K4t6J3A0mrID2MM7dbLPj7OAFenpMfCLVrUVzppjIExBlqr1ifQe/UV3eovWoxZ6WfMylVIs7QVXdVf440xpMty512l15gVPhljXFrUV+OktwnmzRYYb6QpT/CjeXhxeaq5BaJDNAi/aBNP1E84HPqfaDSKeDzu6rf6FGiTGiNQHz2rv8aJJhXuhS9HvdVcDnVWNInPAvUTbwQO+ZjnPmDMypqFSzgzpFdX+Yt0OklbSbn6I/yyb0GIRWuBaFa78BljXP7oefWd5s7T90hPZL/yoconyrerXe9Fk/Bo79dV6zFmBZfWLNy6rrYXaN8aC6zwXGMEPvpU8JOjjxD/tZ5V/Gx29VVXY4yrz1pnknGHcGkO0ax5NE70Co/6q03vjTHkRdr1xVqL3htjXP0UL4VPPkZ5BNEjPAKtT3IsKipy5Sj+CIRzdU3GGJfHwiMAP3on0PxqE88WGH+Jh1qf6F59r3XqWe2iS+2St2oUmkfjJVOtS1fRVaBuuNdf6lTW1U29z+Uy7r1wrvahupAquHRqDq13FZ+es4oFaDMao/mMWbE70b8K4oVoEyKNUV/dq019LO4nmk80CLf6CJfW5+F+prUIxD/hUrsx0l/A4lV41CbQPZtgjPkfQPMJp+Yp0MZEg+7VJtC92rK0A9EgvutZ+DS3QPfqq3bRqmuONpej7uleOPRec6mvQDT9/bF/v68xRkNc3guvHoxRm8M9NIdsLo2M+wW3LAqMaYVXfBNu3a9cbXe9gMatyMuh8FZBtGle0ZqlvHQFPxq/Csb8j/pojHH1XHOJ7+K/7o0xMMZAH+EXboHujTGuPxBNqwCs9NWzxtvWKq0rdGrsKohG3YMfw3GGVz3nyWOHsQ8ZwPMZYHMe21iwLEOw4H4YDLh96XuER6Bn0aX3xhgY9v/lvTHQeJSXhVBVVcQzWJAH33noT9t9wmTc9Zs30D/Qj/GpcQzxMDXEQtnkzDhyTprB5TJCkQBKmaiNRMOfBlJe5Fm8gePnhsEgP+tncmkBt272smBwHm+9eQo/+N5rOH36HA9/t5mgGGKivJ+HhQEGJFnU1dVj3dr1WLOm9VNogwqVmzdt5nU9du/ag23btqGqqgrxojgqWEhqYBG0paWZCaRi+P1eqKh37uwZnCFcunIJV69fQR8PbvrG5vLyPFLpJSwszrL4MobBwfu8nyetNsrKihEKB3mQXIQOrmkeyBSMjTPxrj8BEmaQV8bCYTETDl6fh4HWkssrORTDACHIAkw1D+s1tfWkvQ2VlVWIRGJ0nEtMxvYxsdKJBAs9eR4GpIByaHImOQpWjlUwx0P0wuI8YrEwtmzeiKNHduLRR/Zi/doWRMN+BsPzxKc1JJlcHWMhpQ+XL1/CjRvX3PshFjSV1NG/6yEDTjHwvH9/BJ2d3UyuTVAWwxhm8SnFAKy+vhZtbWtQX1+DxsZ6Hqg34vHHH8Vv/tav4Vu/8ivYyGJ1KBiG8MhA4vFiHq5reLiKAgz9lxYXkGRha5nXWRaNcwzsaqqruPZm0h9zAyitz7YtSEabN7Vh86ZKBgwedHX24PKlS4ApoKKiHLV11ZRBjAndYj6XwstDTk1VNYpif7d5LC4uQQXpHA9ePq8fCR5OcnQ+VewXpmwcHnRaW9tw8OAhJgVLYIxN/ahicW876a7jJhShfvhRyQR5JBzBAosV3d3d0K8sZ2dnqQuDUNH8/sAAhnjoTzNA1QGgq7cLI6Oj8DIh0cBCZz2TJU7Bx/mzTMYOMZnZAf3iKzGbRJYFoNlZJhmCRUyGLiHBwinRgP4GPd0D+OjDU3j33fdx4cIl3GJRJrWUQnlJObJMIHd1duHSpcu4xuJEV9c92LZBSUkcRUXSoUXk8zlI7xwG3CoutqxppsPMujTfuHadycppygrw2j7yvwhNTdWoqilBaUkJyivKXD2fnU0gUhSHZftx9sJl3GZxKA+DLdu2YsfO7di8ZSO6mJD/6U9/gp/85Gf43g9+iNOnzoD7Baqqa6jvC9DhQuD3heD3h5i4Wsb58xdJRwe8ngBqaxqh5G9JSQXvGzCfmEdPVzdOfvQRk13fY9HuPergEEqZ8F3HxFFFRQXvS2HbNrR5VzA5pU1vlDzvv99PerowxmJlMBQkT2fQ29cL/SnYpeSSa6+RaIiH1GkYOra2tjLOGUOByY/G2iIcObAJ1eV+8iWJUKDA8f2413WZfAQPjlna0xLKWASpqynn/DnaQS0LxduxZ88+FpTGKL8ZeL0e6kycXM9RD+5znhyamuqY0J7GNRbkbt4epTzvMSHWi3ud9/DJqU+YYH4X11gc9NgBFvPncPVqJ9579xpeevF1vPLK+1zDfezZuwnbmETftnUjTjyoJF47iwEzePudD/HSy2+w6NeJhuYWfO6po4iTxgSDINmTvjBy+coVqJiWpn0zLkR//xAuXrnKgvgCfAE/2te2c40+NK9pwbPPPYNf/fZx7Ni+g3hKsX//YdLfjps3u5mUOwWPXUx+ebnWBUyMT1G+KQZ8Dv2hBdDOR0fHWLzr4Bqvo7triDaYpB4UMMnk3JkzZ7men+Mai346gOrX+ocOHwJMDtGYn7SQz/ll2p4fGfpT6ckwk6kTk2OcI4mPT36Enp4uXGZie3Z2HrMzi7hyuQPJ5Sz0axf96e7p6Rn6hDLy3UGOCbtNW9ZAiej162tYINuLnTuaWOSIIuD3cH1+0pbifjLDpOMYbt28RV/OxBQs6Msku3fvdn3yFJO/xcVlKBQ8OHf+qrsHvfrGxzh78RYyjsWC1BTXfJV0XSRNM0grYKYRLC4t8FBloD/fGGbSN8Ak+9ZN9agooc7R0H024LPz1Lk4E6pBJkOnMTE2hZvX7+Cjj07BHwjhwIGj6O0bw0zCwS7uZ7FYnHvRlKtvtmUjFo1jzZo21z+Njo1x33wf/+bf/hsWRQP0B8UYHpmk3UWRTKU5Rww3b3SxeDzLIkMBZ88M48yZG/jxzz7Ajdv9WL+xAk8/8xg2bmoHkMT45AB6u0dx4eIZFptfhsdrsHNXO/mQRue9buq6j3OvYWJvDB+f+hi3bt9ATX0lNm3fgBEWFrr6O3Ht1k0EuU8++PBxJvrbsUCe9DO5XrAslFZUI1ZUgqnJKXz44Qf4+OMPuY45rjtAGVa4PlY+99at2/RneUiHq+lXbMuHqfFZFlHybDekp8CiQA+ee/Zp/PEf/wYLAk1Y296MUNBHnQrjyae+hKamdvr3Uso7wyIgmJg/gP/p9z6PgfuduHLlPO3ZQgWTtB1dHZiaHkcwFERFRRUs24tczqJPmUZn1wSmppYAzj8xvYxEYoH4FnD9xh3SOoSzZ88BxrB9lvvEDPSlHn35JxIJoaa2mjzroO9OwTDTXl1ZjoqyErQ0NeHalWvu2JmZWTQ01uDRxw7jxENHaU05tLfXoagogoMHNmPr1iY0NFRSJ2rw0EPtOHF8F+IsQvT13EdiZgldnf3o6u7B1PQk6uvKmFAtw+aN21AUK2MxZSe+8uUvopF+vrgkCiCHt9/9gLpbgD9oYTaxBGN56VP9lLMfjrGZ2MqRDxHywEc+W2wPwO+LsPi3hDnu43nux2WMWzy+IA88Hvp9DzxWCF4TRHbZIJsEkotJRCM+RKMBOEziOvkMMowntP/6uS/b1OGF+SUsLC6iwABcYIyB9p4892j9Gh2w4PH4uFcF4bMj9M850kO6/V7YlkN7jrFoHqXc92DTxh0YG55AabwCnXcHXR5v3bQOv/qrT+H3fver+Af/4Gv4znc+j9/7/a9h0+Y2HH/wKLZu2UK9r8P2XR7s3FuGiiof1tEGOrpGGesWsVizhA/euYyzJ2/AKgTgY+Eum3bICx9uXruN+oYy7Du0GX2Do+RXCNW1NbxGkUrncePmXSToq8bHE5R/H3V4FF5vMVrXbMX2bdsxv5innpa461qap453T+B+7xRj34/JLz99YRHefvtNdHffRmt7LX7tm0/h2PE9OHhwD/zca+AAc9wzHQbxGSaDi2lPQX8ctu3nXpsmZODQb23ZtJP7Uh0LNRnoz9Mucn8Yun8ftdVBVJaWUx1y+NEPf45YxMLatTXU11LkKYexiVl0do7j7Tc/wQs/e4MFz6vcf+NIJBKU2RyKWAgrKYkjTX99/fp1JnBTGOf++9GHHyHDGM/rBe4P9KCjaxANTWv53oeRkSR83lJMTs6zmDuPuYUx+pX1+F//2SNobW1BX18f4NiwjZ9FnBhSLFR3dFyjrd5Dc1MlJkdnkFrMYHF2AU42jYXpKdhMeHtNBqYwx70kSz1O44EHyKdDazDDotbN6/fw3b/9AV5krHLn1kXiKUJiphvPPnOM8yzg7u1LxDtIe6yiHicRiwcQLQph3fpWJNOLvC9mjPMC3n3vY/T3D+DVV16Hoe8uryqG7TVobakgHh9mpxZ4hujC33zvHYSilaitWwsgiJrqNfR/n2esOOn6y2UWH3/x2gdoaV4LhiLwENcVxnMjg0NuvFNSXIQNG9dhfGIUoUgQBw4dwJXrV7Fzzy488vgJLC4nMDjUT5zHsXb9BvQODGF0bNy1i1deeRU+Ju3fYezY1d3HNgcb1m/Chg3rcOd2B3XDx9ilhXoRw8zkMqYnU+jsGGGxOIA3Xv+Qe0QHPv7oLGX+AVIsagwMdWNhcZR+ZxOefZ7zsdg8yAJXA4uGjz7xMJqa1qCGhZ9w0ItYNIRxnvsME7z6871FkRDK4jEWxqP0BxkWMWMYGRrF6U+u4mc//QX9zhTqGqtQzML0jRsdmJ1Jo+PuMGWWxv2+CRSzABuPFmF2eox0p+lHLNpbCWpq4liiD9q0cT22bd1CWwEUB1jwUu9ytJsoZdzCuM1gbCSB9z84izsseo8Oj1OngthInv3WP/o6fWY3Ort6MDM7jouXb7gF/2nGFR8x9pbPyecLtKFFzExPIx6LYpg8j0ZsymAXkw3zsCygKF7EvXM7Y+Vi9lugr7KwccMGNPOsuZiYxt6dG9HQWEJ/kIBBnjZXjZJ4CfTv9SxzP/QzECiOB8kbD+KxgHt+27JpPXm/TNrH0N7Wjvfe/xAT1PMPuEf6ua/Z9H2BcBD3urrcAtcs457SojhGBoaR5/lg07oN+Ie/+jU88chDWEhk8fhDDyG9mMX7b3/IM/Ur2Lx+O0qKKmDDj+GBcRjjxcDQMHwhH8oqilHLfbyiqhzNPCuXlpXidudt3B/swC7qX1/fIt54pxOd/XPI5HO0uSXYloc27YfP50Ug4GUhaxFEidd+8TrhF/j3//v/jutXLqOJ+1tVeRw+T5Zr60Y2NY0tmxrR0l6P6cVxTMwMYGFphHTNImzPoS6ewZPH1uJXnnsQz3/+MezZuZ66W0VdbiM/szh39gLiJZV46JEnuAcP8py9jNn5OdpwDDbKbgAAEABJREFUDioiWRSQl04oFAnD9nhhWV4EGVfJPuZ5RpzlHu71B2F4hjQ8U2TIO9v2Il5c4uqQzozKo6jNsmxYHpuxveMCLAMP1yvQum2Ot20Lfq4/RD6GwgGEwj546B88HuPyRe/8ET9CjHf9AQ+MB0jnsjCWAYi1NF6Mo4ePwMO4fHRiAsOjI5zTUO/DsGwHgZAfeSa1Ou514six42htW4c9+/Zj9/4DzLtMIUN/WBSLce/rwPT8NKYTs8TqQWIuhdHxGXT39nO+NMamB1hwnKWOzePxxx+G32sjy5jU4/Eincogx/j1e9//HveEH2Kwrx/L8wvYs2MnmhoaUVVVCfHWxwJaKBKBl7Tmuf9YlgXx2st9aXJyUlsTwP83bAcM6XCgBJNA/XPMZeje4b6/CmQFctkCPB4PHCZfyVJec8iQtix1Lce+WdKWL+Soaz7y1E9+OPTRaeTIlwJjEticzdZ8QJ6J2zzH5ElHmuN1ThfkOD6vdwTJlsyFTT2xbJvzOe46PJS1MZILuAxDP1r4lH4wJswjzaLb8nISiq2lI5ZtwxiL67SQK4AzWjB8NsagqKgIZdwnG+trYEinzgY2+3tsKgAM8eWYq1nkRHB5GwyHAOqEaBWP5IeyzF+wkX0sZDN50sInywPxXX2yTByIp3oW/zwer4s3wySt+O0C12soD73T3OoL0ucIK9u5jRJvwcWv/sYYvrb4FnDIR/4/bPLWI532cq1cS458LVAmWo/ASz4Gg0HKJsC+tkufEIhGXd05eZOl/FfnNcZAdKqPh7L3+XywbIvyyyNPPdDcggIZLboKXIfWKxkYIxpXQH2IGn7qZox2ECAdDgxxebC4tIwME/CSWZ5+XfNYXLPAGAN9UoyhhFNtWovw6Vl81bNF2qSHi8tLTDTnIBoWGbuqX4DFctGWoQ8xxoKxbEjHHCLWe70TLo1hkysbrWP1nd7rWe8dri9G2yopisFHGm1qk20MDAeqvzEGlsAyMMZQZuQTdRrUfw/lYnssyqvgzrGKV3IRXyTDPGWmNRqzMl44FXsTGSzbhtZpeNUzERF/gfqf561WAzavjAM/7ljSm6GeCcSrAmlxqBuWBZA62nQWmk80GGOgfuJ1nn7D5jyrshAutYkPUjc94+99NFYgfHql/uKZrnom+l/SqWe1i+8q/Kz2E369M8bo4q4tR+ejc4ka9F5g2bYeXT5qXcYYiFY1in7JXnhFj9q1Pq3HmBW86qc28V3jNUZ9tS7Rb8xKP2MM+WTU3aVdc6u/QPSrv16u4LZceehZeKXnIRYbo9EoPF4vMlzHMuPxFH1mjnZZICOFR6D5l5eXsbS05IL4ITzC+9lfpWo+0b1qx6JVfYVDIJp0LdAeNVZrF54s7Uu81nvhUB8966r3alt9Z1v2p352xYfpXYF6lKOfE42iVWNXr+Jbjj5DfdRXoHsBlwjRIH6IF2HmeMUP+V2B1rLSb8W3a6xkJ/y6F21an+bSHKA0wI/7Tsjd+8Iv+a52Yyx3D9Kcwq/xAvFKNAhs6o/Wu4ITpNF2fZNtWbz3MMYIc2+Pur5S/bRu0WTZNjReftAYA31W6dfcAgNDGS5Duc95FtI1Xv10Fa8EGiN6jDHQVfSIT7rq2RgDfYwx7nvNJ5lrPepjjIXVfsKldWiN4EftvLg+UDTLDqRXq+81XnOpj8aKZt0LjNG8Anoj8lf+WHQLNIeuBeru6hhjjGsXeicZiU+aT/N+FvROoLULh8aLTl01VrTpKtC9+ghWaVK/vHSQ/lF9PvvOGOPyQvgE+PRjjHHbDWX6/9QuPgj0zsVPn4dPP8YYGPMpcLwxxsUFfsQz0aC1aJzGSy7SN/HVsm32gquTolOgMQL110tjjIvPmJU51L763hjj6qBkLhB+4VAfY4y7d2seAR/Jf+4BPNcVnBxpdmBzj9E7m3TYtsU2g7//Mca481ufrg38aA6tSfzX+vS8CnpWu2Sqq2jlEJcW4RAYszKP3glWx6ziLHBv1xj1FejeoZ9yqGfgULXZpHmVdj2rzyqon0DPxlDveCP6VufRjwQLlKHhVui1bPgYw3kZF3iI02J/YzgJAGNWrty6sfoxxrjtxhhY+nZuWXmcTtDPZOEkE6h3cY/Ft4GhSUxOL2FmbomHvlnc62Ii9eY1XGcytY8Fp3kGHEsMZiyPH+XltWhqXItwsBTJJQcjwzM8QN/nwegG3nrrIt559xoLRT1MFszycFSAColKko+MjDOAzZOxPtSxCLl561YeLoJuQlOJSAXccgRVLJ7W1ta6AazNBc7OzuD2nVtMll9ngv8eHZgfLS2kQX/qbHM7SkpjxJvihpmFDEKBUjK5yOBrATB5FDOxESfk8lmoeLmwkGC7Q0fKjYsBhOa0bYsBQgpxJg6am+uwd98urFvfDq/PQmJ+BvNLczxgLvGwPgglh8dZdA0Ewygvq0RVVQ0iLKR6PD4m1qKku9gFTkJDcbjRF6CCVCIxhxST4j6fl205ZDl3Opl0r+WlxahiMjheFCUdSa4DqKwq50G8FSXFca4t4ya59KvOASZe5ucWiCtF/i4zqTXpXg21I8vD2I2b19FF+fX29eDmrRu4cvUyC8y9iMUiOHBgP06ceICJqiNYz/W1tLSITCxxg07wEJun0paXlUNFL119Xg8TNpNMcA5jjsniEAPOYCDI4CrHxPkiebyMRCLh0jA3l4CH/atZZK2rqyXdJfAzqA6H/ZyjALKYB2E/6mpqmEzeh6eeOu4mFXWw6unpZsKxk3pzCefOncMSD8pFLK4u8qo/Aez1eMHlob+nF10dXchzw3boNPVvnYyPK5lg0NTUzKJQOTe3IiSX0+Rj1pVDOQt41dXV1INiHpxSdCpAEQ+9Pq5lngmdOSYmO5iEf/eDd3Hh4kXCBczMzJCnaQzeH8bURJpFQrAY5yCTLmBNcxUO7N+LNS2UDZMq05Oz0K9p/uK/vc6E3RssNHZjdnYOVSwclLEgXyBPp6amaSOdbpFdf6J1nodb2URnZy+TRPeYjD+LYSa4DIPpeDxKns7g7t3b1LWbLPRcw9tvvc05TrLYeQH3+0egtUeDBjqgF5cW4Vvf+gq++OVnsIWFkDyd5RIPFcvpHJJMGnf2DiOxkEFifhkXLl2B/lSzfklgDMifKOIlRYjGwtBGevr0ec57jwmoZfi8QRh4YBnqwEzClXGOp8yAPwwV4m7duoubNztw8eIVrq2L+lVM+ylFNe23mbLYwISXinoPMGnw7LPP4dFHH8OOHTugX/5GGDgqeXjx8mUMjwxR/xbR2NSIdevWIplcxjKLpxUsvLe3txNvETI8aC5QVrfu3MByZg57DzTjwRNb8eznD+A73z6Gb//Ko/j1X38WX/3a59DYUISh4UnaywS2b6/HV7/6JG2rmPqawezMFPk84CYfYtEQ5TqDa5cvYHFxjjwI4eixQ/jSVz6Hr3/ri/jCF5/FoSP7sf/AXmzbuY00psibWWSzSygvL0NH510WJeaY1Mjw0JXH4PAoFpfSpN2BP+hhImsj6usb4TgeTDMhrzVXMpGxddsO1DesgccTRjJlmGwtRSRWzILPOJOv49C3xNesaeHch/DAA4ewdetmtLa2wfZ5MU5d6x2Yph5N4ey560ygDaG6ro5ztSBWVORCOByF1xtAkgnft954D3OzS9TVDaipaaWvTuBexyDXH2HhYgt+6x/9Q/yTf/IN+oJ1lOMlFv8/Rq9+vbWQR3PTRtTVtaCstMblZxeTlh6Pj34nS//Sg77eXsr/KnpZkJceFtF3VlXWoJ/J6hmud+PGLZCfX2LCMZdbxrbtm9DY2IB7nZP014b0AeNjsxx/n779Dp/TKGVhIJlM0f+UU+YpZJkI30Gdfuihw6S/BGXlUfabR5I6MjmZJB4QZykLbo/jxIMP4eChvVjbvp4664MxPqRoA/rLAbfv3kUfk8A5yyBaYiNclGNCdQuee+4w4nEf9WCSPrKL/OxFXVMdKqvLUVdfjZY1zdiwcS2++c0vszDWgCLaSX1dOZr4LuC30cq9Ih4lr+lD1jQ1oYoFxqXFZfKFuAZGSG8VvvHNr3Gex7F1y06saWxFaVEpbcsLWxs4QX86+etf/wbX8CT27t2Hr3/tq5DfCDMhU8LC7YkTB1FbyyIB/cjSXBZeY9EH1WL71gZ4WAhb01qP3/u9b9EHfJlFjc2oqirC9h3r3SDd9hY4l6FOJnDkyD78xm98G1/+0ufx9W98CUeOHaQel6C2rhLHjx/B1h0bMTUzzkRSBjt2bsUf/6t/gd/9vV/D7/7+b6CmoQJf+8Yz2H94H0rKi6mzESwspehrS1h4TNCmhllkGWHR9jW88847OHXqFH3CPXR2dlKWFSz6nkOcvnJxMcm9zEJ9XTPW0j8YywbohyzK5Rr3KT8TCZ9/+nM4wP1325Z1tBEPeVEJHTi/8pXn8Y9+4xE8/PBOVFfG8cnJ9zGXSGB8ZBKzMwv0zzkskPdNjW344he+is2bt+LSxfs4feYcTp66wkIQSOsydcfifl0O27bpE5JoX9tGHWqCvtxVxr1v06bNbF9kMWCIxbYOt7DnMR7s2b0TtTXVXHOMfqrdPUApMenzeVHNPW9sbMjdw5YYKxQVh5GYm0ZpWRHWrmtFe/saHKNviYR9+NIXn6av+jpaWmqo/1MsNCQR8Ieo6w71v4SyreccQXR0DOO9dz/BSz99E2/84kO88caHpKWKMVeGe1k5Hn7oYVRURriOEGkpYgG+hPtaOYzHhrGNG7ssJxfI7xzyeYc+PQXtQ0uUwcJCmnv6DKbGFlDIeGAxKe+BDx7jRT7nUMc8UKtFPOMTUxgZHaMfsxhXWlhaTuEeiwDz1Pkok0XesI/0RuhzvFDckE5nMDY24cY+Nnmc5z5t2TZC9EtVjJUkyznGVDHa3be+/UUWlPYxyb8Vx44eRhNt75vf/DZ27dqHh04cQT3jxAXOU15eglEW1cZnelBStgy/PYJwYRaT9y/jm1/fgo0bNxLWu0l4hwrl9wWoY+XwWjHUlDcj7I/gIG0rwiL7rp2b2G+efqIK/8sffBVHju6gvVejpCSIaHGERYcBLCzNY4FFQGMZ+pBFymmJPgLIpG3ufQt47ZUPUHBC9EmtqKxsgGX5eF/HmS3q2AKGhqa5ht1Ys2YNbXIHNm5eS382j3Q2wZgoj9a2eli2F319A0yIZwDySHoExquKC5Oc3+PN4viD+6gbNvoZg8PyoHlNO9q4J8aLymGbEI4cOY6G+jYM0te0NJcRjQceO4bqmibY9C1zPKTHi6Ocyw84QdK2jILjRWNTk1t0yWRSUNzW3t6GQyz4hcMR2mwvzwazbuyxpp2x2mMHcOjoRvhZYEhnbRbcGvDRBzfR3TnF2D2Jien76Oq9jQ0buHcz7ljT2o7Nm7ahp6cfY6OTUOJ465b1eOaZ4/jVX3kGae4H0xMJxlVT1MlplJdmsHNLDTxWCs9/YT/+yR98HXBkGvkAABAASURBVH/8x7/BNYQxx4LC0lKSfTMY6l9y/euJ44d4jaKiPMx9LIcjh3dj57Z1OLx/C44ePohQKITde/difjnBQtVV3O28h7ZNG3HoxGNoaNrOeHgUbW0beKa4xphoDE3NNVjfvhYVxZWIx0vxuc89g1hREMOkPW/oI+aTePe9y7hxh3HRcoG2FWZsW4+a6mbyfRxOwaGfuY0c4/nieJTPOWzdugmd3eo/z3hrGsvpJcwyBvvvf/VdvPTST5DJc00zky5tU7MJ6lgOY+MTjCMcRCMx6s8INm/ZSrsbx83bd3Hyk1PUlV7ypBIFHojr6+vcPcWiTuRyFizqwt1bfRjoW2ARcA3Wr92Iomgpi/ofufqTyc5zT7qJK5dvYnAwgVC4GPpnK4aGxjDLWFWH/BLGkX4msffRTrZs2Y5sKotYKEIee2kvOXzuicegLxbVN9S6vP/2t7+A/Qf2YOPGdsimR4YncO3qHXR1D6Gvf5w+qRiL81ksL2ShxH8JfWI2s8A91Id9+7bR3gLIZBZZ+D1FP1mKIBPnHsb5Xq8PWRZk8nkD2wrg/v0xxqZZXL5y1y3gjo1N0x++i+6ufmzctAPDI9PwB4pw7Xonzl+4jWtXOrF7z1FMTy5ggHaxZ/d+DA6MwmuH6OfXwOu3GX+V4ejDu7ifbcaXv/YFfEL+nj5zGrv3rePeEIBFu9fhOhL2Y3FxEpUVfoTDNpZTCUxO9XMPmWUf2i2SOHp0D44e3I1QyEJraz2cXAqlxTFkaAuhQAiJ2QUWwsZpjz5soJ+qa6zneXIeI2OD0P0Xv/QlVHLfWb9uPfLZPCbHpqjvUxghzVcuXEZdRRgp6s70xDx8nijKisvx2svX8OG757F1425sWLcN4VgpfVcx+od64FgpbNi8xo1no/FiZAte5E0cG7cfx7/707/G4OgC9/kcVHTetXsX+R7g/RQcFj1AD69rZVUFFK+WV1VDf0L6lZ+/hH/9r/8lTp58F9EiL0pLwljf1owUdWfoXi+8+RTW1DeglDoXtHKImkn8zrf24h9+9SAObq9CdZkXobCPe0uWfDPUV4MtWzYy1s3in//zP8Z9FpH5grTmGdOl3UJHPp+Dhz5MBV/btgFjwbI9fJ9DOiXIIJfPI8ezYIZxXjbnkHobOe51y4whc0zKFMCPsRjTFFgkA22HV/raAoFv3GclfdK0XRV9jA6pFncQFj69fsv1ef6gDZ/fQ7DhZT6ggAxsrwPbZ2Bzf3SQBx0/fXsGsZI4Gunzx0bH8af//k/x8clTOHrkGJYYlwR43ty0cQN1aIluPofh7g40lvvwxIObUBbLIB6xuAMXsHVtO0Z7+6hDxeRZGKFoDMWlVSiibzJc//xSAgUrjTLu/UsL02huroe+MC3/E2ISenZ2ljHROA4fOoT6+np085w2xbNJmEXnzz/5FHWtAiXE6YOFBZ7p89yvDXkkXqepsyXFJe5Zz+ZcDsgzJrGcVTBsoG1YjDEEKt6J64ZtPp71+dblaZ5yEeSYPFeb7Ek8z/P8yBoB5Qfk+C7NooHXa7tyXpmj4OqhsQCPz4axAccUYCwLPp8HXr+XvGejBRS4VzqUleSmOQDDfjYofmQpe07FJottBMo1x7YM7UuQp882lg0Pixe2bbs0uyrBiR0uKkedSqnYynxNAZb7xbSlZBr99wc4xkNfEILf70ee63RYdCowcezxeEm7Q9+VpTxSAOnx+fwwxsBDPbbII2OM+17PDmnIsHiRF8Gcw+PjeDjIkEHihTHGHSscXtIJfoxZaeOti6fAsRaZJBB/LeOBx/bBsixiAulRz5UxwplhoTBHvjvMEdgekC6LHXIoOBl3LRnaQYo6IJswxrgxnc/ng8DF6TgwxhCv487h9Xph2bY7F1+49wX20RzGrIzXWlfHil8C0SK+i4e6inZjDHSvdxovWtSusXrWVe80T57CSmstlKnawY9oFJ/0LGCTq2NaS5qy1LpcQh1AeA3l4Qv4YVGXU5k0Fj/9VaC+gKS+xqzwTbi8Ph88lIFl27DZ3+ZV9qy1aR7RJRBegdY4NzfH+GievJJOOwgFA4iEgvByXocFM8OBlrHcNWsOPrp0abzFPvoyvT/ghcdroUAdy5BG9dG8oXAIPtJuU68gRHyhceKZ1qt7iH7LAggO7wvsI7rcd7zXnFqH1iBY5R1fQX3UN0ddsS3SSCjw3qG+25YFn5d0cW71cSjvVVzGGE67Amr/LB7dC7fmLHCvkUxEq/qpTSA8AtGjq9p0L9Cz6NEaBRornMYYl4fGrMxrzMqzx/a4tGicxquv5CqaP6sraheIHr0DPxpjjHH5sDqPxvhpz3qn/qvtxhiy2KJqUbEAd07hcZP21FP11zp0NcbAQ/1ZpWd1TvFeINkK1N8YAyKGxf5eyjoYCSNA/fH5fWy2fmmvmssArq0aY1y/kGReWQUr8Uk8Ux92cWnTVfSL7/Ld7pXyUB9jjGszCwsLWGTOX+O1TuEwxrjj1V/Pefo8Y4zLe61NOAv0aVrHSizncfmn/lqP+hhjoI8xxsVFprnryNHnrdIsGWlO8Ubziy7h0L3+xL/sSu9X8f39q2jLEl+WOUPJQFfh0FUg/KugZ9EmPyT5GrOy/gLlpnVIFgIf5W6MQZr71RIL2Un6SNGjuYwxLu9jsRjzANU8Q8RhsU1zim7RJ1w6l2gezad3Gq978cpH/6I2yUy81xyCRCLh5qJ1n6YPEy7pjkBjjSEfYehjKEnaodYj/kYiEeYIil1aYrEoY/GAu19pHs2nNQlEk0DtqziFV/OIB5pTdK2C1iP8xhhXB9XPGNJAAD8a8/8EfOX2F+7VedSmvuLh/xOIP9LBeZ5hJS/1Fx81XvPqeXWc1i0QnWoX6F6gdoHuNZ/WsAp6FhhjYFuWSyP4UX+B8KuvbVuw6fM1v67sAmNW1m04zphP7z+9WmwTneJrgLa7OkY0rOKUjgifdEJ9AePai96r3yqs0meMcWkQbmNW+opG8Wl1jK4CjQE/mle4BZ8dJ9tVH61NAM6NTz96/iwYY1y+rOLS1ZiV+UWj5hPoXqD7VbqkP5Kd2o35Ox6JFoExK22aD/yIJv2Vi8+OU9sv6aV/We3L7jDG/N9oE14Y0K8UCHnXNoxZ6ee+A1w+i0bRpis7wWt7EPQH4PN44bFs2NaKzC3bgjFECLCb4wJvYW3YtAnVNXUM9jIMmKcwPjGNmUQa2Zwf3kCMAXscRTwIxktoiMXF8DFgTKUyPDxmWCwYR+e9Ppw5exmvvvo2PvzwtHvAPX+hk8nTG7h5qwcjI7OYY0FWCw4FwwiFokwyFGPt2rVobGxANBqGP+Bxk6/6hZJ+iaE/J9bLxPwMC1gzPAgMMHF0kUWtd955C6+88nOcOXMGN29cx9TUBJxCjgFKgvRmMD2VwH0m7lUICQa9dBheRGMRQpRrdTA7M80ERA/nGiTDgeLiIkIM4UiIzMyRQUBiboYBci8CIS9a21twiAnn4w8dRVlFMfGE3L4hbmDaAFPpJMbGxnDzJg/t568wadDDtS7AwEO6DBIsIAwNjeDO7XssWHSzSNbN4uA1vP/+h1zDWdy93YEJJhmXF5ZdwRXHi9DU1IiqygoYC+RVEGtYRFm3rp2H8mY65ipYFjdHBlFRHn6KechpampGc9Ma9o3QgfvQ0NCIbdu2M3mzlQnedcRXh/LyUiaL2piY34PHHnsEB/bvh35dk5ibxdj4qBusJ9PLLMacwotM7HT33UMyuwx/KIBgKARO6jreSCTKJIoDny/gAl9AvygLUq411KHSkjL4+U4OoYYF0vLycthUPD83+9raGlRUlCOX9aC/b578GHST+2Pjwzw495PnfVT0LALcRGqrq0jvGkhH9uzeg4qKSsrHcTdzOQHhDVAP8wzm0u7BD9zU0gxOg5zPJp4Crx6ucWUDaSaP2tvXMQlfDjkay7JhjE2cQMExWKI+R6JFqG9sQk0t+VVZibLyCtQ3NLC4exBPfO5xRMJRKBGif2ts1852bNtShXXtcaxbu0JrWWkZ15aD9DyswNZnobraRmtrI/E0cQ3lrq6JD9u3baEM9mLP3t28HsCzLCw+//xz2LNnJ7YxCaiitpLtc5TPjRs3cP9+PwMuQ8P28hA+x8JVB3V/hgnOFHHWMPl8DF/84qM4enQz9uxrxXNfeAC+UBrJzBQGRntx/e51jE3O4Or1Dvz0hddZjL2HwcFJ6m0/8cyyINiBa9eu0y5GmEgJ0wYWaLcjyBccJsqXWQy+i3Nnz0P/xmCSB8iKiirKYomJuU9w5vQV0jdIHPfx//3T7+Mv//t3cYG2cJb9X33lNZff0psibuBbNm/Ctq1bmXyNch2LSC0nkaH8VEzWQbKcRe7Gxkb6hBhVzmLiq590DFFGWR74S1FgQJTn4a4oFEVxUTHKqU+lZXGUlsbYJ4VCYQkHD+xkQfVR7Nm9GQtzo7S9S7TJGeqTwVe/tgNPPL4PO3a04PPP0Q4ObKCcI6isLKLtGPR093K9s0zqrMc3v/U1PPPMk6itr+YaUkwG9nCdvZhNTJN/VyjrDGpryznWi3hxKfUvhYceehD79+9BwbHR3ZNAf9809O/W2R4vNm5Yj+eefRLPP/8U9u3bx8RmEeU3iWvXb5B3HfS7kyxwpZBKZvDmm2fx45/8hLZ4Gi++eB4vv/yRm8iGAcrLytHG5Ir8hOGBaoFF37bWGjz62D7s2r0VfhZhurq6WPxZoB3kMDU5gd7eHijoz2YKTDhO4vrV2+jsGGCQbMGYAH1aMY4fP4H9Bw9SZ1JwjIPdLBS1M6EcDhUxUVyJ6qomzCeSCAeLkCMeq2CYFE1hgInNnu771KMp5ElPIBwkvgg8doDFrAyT38vk/5JbIO3p7qfsY+TvJhaTWjhmAj29Xdi/rx3Hjh4k/x7A15jILCkpJV0WZeLDlSs36DfvIhgIQ35HG2squQi/39Af+1FbU4pI1Ab3PCZlA8RdhxMPHaTfCrr7gnQ4MbeIq9duQV+SqKgqQ1llMUop8807mrF5ewPKK4uwd886+mAHDXUVWN/eiIC/wAJAG8oq4hibGkZRWQwtbU0YnRihHUxhbGKUvB2Hn4mf9fTP27dtpkxDsEyW/KFus0CQoX6r6P3881/Ehg3r8Oorp/Gf/+wv8OILr+G1V9/AW2+9i+XlNCrLq9DS3Ew/3oT9+w/Btm3q2gD054oz9HG3bt6hDd7B9p3bKeNNuE17TrHoUVZWirKyCvLKi3DITx5E6Y/acejgHsSKIuhhUXtuboJ79Rzu3u1EUdzCvn01qK2NYsP6RhZJrtN/jxL3VSadP4HPC+pumkntKCYmh2l/vdyH8kwWj2NoZNC9LzDJcv3WBUzPDgPeHNZvbmMSq4D3PjzLxOxf4dSZC9hD/T5w4AB1aA+eeOJJymQrampqceDAQTxw7AH6rGJU0qcnEnP0A0nEKe+F5UV4eCD3ej3cywLweCzSG+XaCtQlYC1Acz2wAAAQAElEQVR5n2EhfXCkB4MjvYjEfPSr5aQ1iKHBThYb+rAwn3B5GKavHhmewqYNOxEJldGmCiwUTpHnJ6l3dfR9nDMeYcI+wKSqjfmFAmORtZzHop2uxYPHH8SeXXvomw+hZc1a+pk6wPGgqaEVfb0D1OsUBgeGEAnHUF1VizT3j1OnTruH1uXlZTi0g5qaCuplkHFJEq3tDYjFAti3fzuCQR8unj+H+/19SHLNC/Tx5dSt8dFBxIv8xBlHNOKn71qi3YXp85K4f7+Pe8MWbN3WgvHRCRZ1p+FkY2is24S5GRUmwvjRj17CX/zF91lYTSPOJOvEdAJDo6O0xTBsGGRZvMlyT8/ns6QP9Gk5l26ef6GPx/LByXsIQCGTQyGXoQwc2nSStPsRinm5pxgEwwEmMKOwvBE4lh9L6SyM14N0Po28XcDw1DgmZibgD4Yoxwhke0ssthaXlADGwPZ4oE+K8UYJY0rpQJKH0dLyKBPpcxga7sQrr79J23iN/u+n7peKXnjxRbz/yXl0Dszglbev4AcvXMC/+z9+SB/Wj3zGRztMobiohr47iUjEh9OnT7v7RjabRiIxw1hjAu+8dR7zTGaVU9c2b1yPEw8e4Lo82L9vPRqboth3oA11DX4Whc/Qvs7DH4iAuTnGa3d4eE0xPk6Sb2k4SKG2Jo7DBzeitroafvJh44YdgBVAZ1c/Ojv7MDwyqqVSDjGs29iIpz9/FEeOboN8dUfHXbz3/vv0R1cxOjaKLo75xeuv49/8q/+CxAzlFbQQjQZgGMiHYkGkcnMsuo3h8JFN9PEHMDreCzCZfOv2GCYmJujDgdnpJIt3nYwp7+DevWEsLme5bzUzvpqBsUL473/5Y3z4wUXqWxo5FiTmGY8vL+WxvFjA3Cz9VRa09UEMDQ254Pf7afMT0CF+hsn1AwcP0PeGqLth3L5Dusd7sHZDA2bnJrHM/ers2Ru0hznqTZj8zlBXYlBMlSlY1B8P7tztQSqdx+49e9Hc0oSmxrUs4l1BVVUYw0M3mORfC7+ngB1bqvE7v/kg/uW/+Br+4A+/ha9+dS/3l5u4fu198n4WzY0VtIko/WuSMdMzePyJB9DZ04EOFinPXbqMhVSWvkG+agxDAx3weQ3m5xdR27AG8eIKrm0SiwtJ8qHAPXEQf/M3L+DP/vwlxpktfDeCSCiGG9dv4rvf+x5efPED7llD3KNmGYs42L5jE8821/DB+yeppw7WtK7hXplHOFqCqek0JiaTGB1ZBNUamzZux5e+8AQaGD82EnbRb589ew537tzG3Y7bqKqtIH8W8PQzD6NtfQNixTHyogI+xskqBBSVlKKktII6PEb+pnHl6k3uoQvckyIs8p1FgXFZispZVBTBD3/0XfaZR8FJUV+XUFVdAp/Pwrp1bYyt8tx3GujDWnifgYqbomWJhRwwWVZf3YyZySXGgfeRmMsxZhmHZOVnETPBhMWufQf53IWr129TfgWEWNSdmJpi7PR5bNi0Dnfu3eR8ZXCIa+fObeilHC5dOMtrBx44cgDHjhxEUVEIDY01aGxpwLkL57hvh5HOOIwjYkjMzMFP34FClvK4g5071+PY0QN49NFDCPo9XPMs5hcSvM5z7X4WbKtI6z1UlDWAbpb6CcQZe9253YXikirqegDJpMO9eZ424GBweA5dnSM8X0xRNnNYYCF3aGASp09dQCgYRThchqHBGRa4LmKRxba7HXfwws9fxg9/8jPc7hjieouwnevK0Z8P6RewwTgqKqtd3javqcJv/+Mv49ixdWhtK0dltY8xXB95n0FP9w3aUyf27dlGXV2g3Vjo7evGwsI8dSVBv1hEPxWjb+vBxYsXMEWfWVNbiT179qC+vo5+Yp57XwmikTga6ptx6cIV3GL8kk3mcencNfJtCadOXsQH75xlga2ecdPnKYdi1Na2wkKYOnIJ0wuLeP/j97l3xTE5MwzjSWM6MYnuvgEskEeTC37cu5/EXMqHD0914oOT1xiLjZBffdBfg6pi8bSvvwden4f+BpSxA33RVmcn2/IgxPPnyOgIfvKzn+FV+i8fC4PG2NTbcpRw/+nv6cYS/W3AtnH63bfxgz/7Ezx7fCfOffCqxI0CvIBlVHakT3UIBl7LwpcZIx/ZtxPL3Bc93E9gHOq2gzyTmcZYsKgvXq8XYZ5Fc6yOOTy/pbgHebx+yt/L/dbB4lIKCcZ8c3ML5PmSuy8scw9SUscBiE9lBN0RL2dmKEt6HLazzQDGGHe9juMgxyJajjFYzt03czBWnjyx4GHh1MPYj0uGx2/BH/YxZxCAn/u7z+eFzs4WrwEmMW/cuo2/+au/wZUr1xj7lDB+3+jmWi5duuLGuDaR+Hnu3cGz0Te+/mUcPbKHscc2HNq/a6XIeq8LM329yC/mkVtKkjdTjGlmuX8vks48dc4L2ypgfn4aJfQlPvq9eDyKAnMjfsvQxqdx+dIlXLt6ndfLuH7jJmaZW/F6fdi0fgOOHzmKBw4dQVk0Dj+Z4SUQMSp4HhsfH4e+GKa9waYsvT4fLJtyEFgWPvux+OzR/m6MK68cg4sC+Ss5u8B2YwzUzxgDF5+XtNu225bLclzOQpbnC9v2ADAwRgCSQ0yUB/RxdSKHAv2O5FKgFuWRY+GdwP1NctM7dRVoHmMMZZmj78lQR/IcC8rcQpbFx2yeo+lTVcg0xoZNHXPYP8/5BICBTXos6r0xNhbpP6VbU1PTAJ895GOA8Y788tLSMvRrLt1neV516Du8XKOPfBNdecrE2BbHGdLguOvWO2MMfaMfPu694KdAfecFipcKpCPFxHmKeR+LhZQM8WZZGFAf5TP0RfE0974cC8N5FhP1Lke9BSzyzXEB0HwF6NejSmQSJfQxxvCc6EDTiT4+qhm6rjwbl0bdC69A84IfYzQ2jzRp4yPx5CF69F5rtilX3Ws+zZvm2T1DuoXLoq4IXH3hYI0THorWnU/j1M8YA8O+utf7FIsWuucQdz710zwh5ql0FR7Np3bdi7dq13vRpHF69pPPeqc+xliwKVuqEwrUBzgGtu2BeO/z+yBb1n2K/BdfNUZ8EIgW9V1kDKuCimTl0gu4NqD3vIUxBlqv6NI6bPJmnnvsMjcy0at+Du0lT9nalsU9IuT2N8ZAnxx9kNauserr83lheyzKM02dTrp8F10OHHWnbvNK2xcteeLV+DxxFCjoVRAeweqzrhpsjHHptUmj5CPQvTEGVCb+57jvjTHUmwJylKlw8wEe0u7QnhzOY4xx1/DLsYA7TnwwhrjwmY8D950xxsUvnqzS41AwulfbKoj3ugc/DpVZ92oTD7RWwaesYA+R7fCRk7hPK89al2jJZDKMJ5ZJfgFqM8bQhrMuT1d5Lnyi4dPh7ro01rItt0nvRYNoscgDNRpjXB1Vu/D6WUTROz1/lk7JVG3GrPBEOvHZNulpkDGZ9Ndj2y6Nwq85bfpbL3XZpj5ob/TQ1xjK3SHPjDEQ7zW3QOP1LBos9tH1755XfAWZhJXPihzUR/MHggEXl3hgjHG7aH7RrQdjVta6ui61Cbf6ay2SjfrqWfeLLMyqIKhngd5pjGWTnxRTTjpEuQqHZVkQiA710XiH72TT4XCEe6jX5bP4pnfGGKivxupZ82sOtfnph9UuPLoKr+71XjSI/mQyyThyxabUJlBbIpGg719057JtCzbtzyJtGrs6j/ppbfIHKvJOTk5C6yRJLp2iWXSIftEl3MIh+cBYrg4Kn3irqzEra5H8A4yxBJKjxmm9+qKU6NK8ol04Uyzwih7h0FX0zHC/F6iPn8my0tJSlPBMLj+ofsJnjHFlrDbRuTqnnjVvOBxmPF/E2DXq8ld0i0atRfcCfOZjjPmlTRtjoPcCY4y7TtGmeTXepr+VbMQbzaereGLbNlZBz6vvjFnRt1X7FB3GWC5d4o/mEV75Pl3Bj9qMMb/0L5o/x31SY/kaei/Qc46+UrSpXfjED9Gk92pf2eMLev1L+lbp9NIm1VfP6pDL5tw9UrLRnID55VzCJ/qEc3VOPavdtq3/oR/40Tv1FY18dN+LLwKbsYFNfhljAIIxvAIur1dxa6xwsJldzKcAlycFxg56L9wC9REYs9JP9xqrPgLdq82iDWjeVfB8SofaBWp36SNt6i/cGr9Kk56Fy5iVeVbH6CowZqXdGKPhLs2r7WAT/3PpF46/Dxqgvprfx71cshQ9xmiU3gL6AtNqH/VTq2iTbsmuCvRFnIC5sQJyrFfoS7FZXtVujHFloPHWOJPDt2/fwuLSIg8DIVRVV+D48X145vOHceyBbUzi7MHnn3kKTz355KeHvQYmk2dw7twF6N8sm2XBcHkxRYUKwOePIMhCh2X7eCDMIZXiRDbonx0sLOUwMbWI2cQ8JqfneLDo5EHyNpZZnAnzwBEhiMELdLLzPHSqgHr37l1cvXaV/a7gGpMcA4P3uaYCGhrqsHHjBh40a+kQingw9qKyspTJ1QoesnxU3CwndWj4EUh+c/MJDAwN8LA7SppSDKqzIA/goTN0uOm4h9ypSXK1wMNnKXwBD2nOE1cQAR6OMgyiUsllMs2grKyMc1XyIB5GLBZDK5Mqe/du5cGjGHkappI3o6PjPCDPcq4M5/CTxjJUlFcx+clEEg/Hrc2tKImVADy0eD0+rslxHa6c3igPqPc672JiYoyBUoaHryLU19cjXhwnLguZbApzTEInZhIwEHNtdHWNsHjdwaRTB4slfS4dtSxu7tu7j8WJr7GA+hja29uYMG5AM5P2pWUlCIVDaGJiq6KyjGvNwTCZ1dxah4rqOPTnzlKZZYyPj/HQN8lE0xATugMMMHKIRItYECkGYCGq+1gccCwsMGmVpCzj8Tj5n0FHRweTQSOYnZ2B/jTreSaQT5++xMTnDEpLHDTUx8lPh5vWEoxxiDtDnk3C5/OSb0kUeAhZWl7AnY5bnH8MV690c4338NGHZ1isO4+rV68SrnN8CqFQGNokdLhRcW5+fgELTCaoSGeMIU4fZZ5DV2cP3n77Pbz22i8wNj4JY3thLC9iRcUI8XBuDNfBcdM8JC3zUKRNJ1YUR4I6u7i8RBtZgp8GuaalGSdOHMRzzz6O/fv3Ic+D9pnTp5jouQGv18aWrZvwa7/+bfzxv/oX+KM//B386re+gG9+46vYuWMbdSHGg/ASIpEQtmzZRNgM/dmvBibdDh06iG9/+1t47rnPU89KMUH+d97rYCJoiAmabpdHTc2NOHToAJ566mF8/vMH8c1feRxPPXMUO/asxf6j69HcFsLk3C3MLPQhk1/C1Owsbt8cYDH0FhOF/Uy8ZuH1hJhYXsQcg3np6hgL+h7bh8aGFuhb+2vbN6Cyqg7x4hJUVVUxKelHaWkF1rIgrV8t3L8/gGUmLBYXHdy8dR/9/f1oqK/EPhZydYhXknd0dIo6POXKu6PjHrxeH/mYwIULF3D58mVcZvJTheKx0THSMkd/cAXvvvMOBgcHHuGcBgAAEABJREFUsbS4RLu1UVtTzeTkEosHvTj50fsYZFFBxYfpmUl4bAdr1tTjgeNHKINd2M8EzIGDeziugEx2EZPjAygtCWFNcxm+/MU9+AfffprJrY0IBgqYnRkkf/147NEDTNwdoX2Voa4+jm/9ylM4/sBBlJfH8fOfv4gf/OD7ePXVV/HGm2+gq6sbHsq+tKycfjIMHZw2b9qABx5Yh/0HNmPf/r08POWpV/Ix8wjQh8CAvsJDWtMYHr6JoZFb5PkYk61r8dWvfR27d+8mnmUmli/gBhMcg0Mp+scliI+7mMQrLw9ABfllFuXE95LSYlRWV2KZB7B79+5R326hrLwMR44co58+Rp18mH4pgpnpGSQSs9SXNDru3sGNaz147dWP8MZrZzA2kkF/bxKvv3oKL77wJk6fuY7+gQnAstHU3ICBwX7K4iKU6C9lwHXkyCG0NDdxbRncuHkZfT13KZM5LCQSboKztbWJOlKGJ598nPrRjnbqyI7te9DbM8gEroXyshrs2rmPfHoQLbQbTkP/sITZ2Un03+9BX18PtmzdjMbGBhYhhnH58iXacwixWBGmpqcxOTGOMRaQksksE69hytdPHiaoT4Z2l6SPXGR/D2qqSskLLyJRD5NFNyi7F/DBh+fQ3TnEhPwYYRpjY8MYGOiDxcNycawUOzfvRHNlE2pKq1FfWYP2libUVZehrqYU9XUlTE6NYX55CiUVRQiyeHez4wbudN5GppBGDeXwLO302LFjlK/N/nXYvGk9fXkeluXQrzi0iQZoTxgeGcfa9euxflM9BodmmaDug9cXBAo2rrFY/OrP38Hbb7zFQtkI/VSGh+MMqqtqUVJaBZu2umP3PqxpW0u+pcmnJmzYsIV7QBK3bnThzp0OWPSft+/0rtxbNvkRxBL3UI/Hh+vXrzFpe5HFJi+ef+5Z/NZv/Tq+8pXPo66uGE5hmXp9B2++/QH3vTL4fB762gHuk2NM5kbR0FhH/7pIOaZYRHiXuK5QJnxXFKQvnMXb776OG7eu4t//6V/gxz85Q70ZwtvvnMP589eZ0D1Lfk+iu7uXOhmlrbaSrhDtYIS8aqCPT+PSxcvUs3Foz8/y8O3ngS1Pvz83P4ea2irqTjGUJIxFAshz3wuFfBgZ7cfZix9gOTWJe51X8Mmpk8S5QL3sRBsT9lkmdiZYZDLGkO4sbl/vRk/XGObm0njy6Udw+PB+VFRaiBLnfCKNyoooeWNw+cIZ2NSLxto63L15m8nq05xrnPLIcx+coC4scu9sxE4WRoqLi1DLfkkm4G3biwwLGxb5Pk19VfC1cdNGKG5Yv34tNmxcRx7Ow/aAfAjRX97EEhOiVdS3D977wNWdn/74p+TVMBpqy7F5UyOmp5YRj/vpvwLI5efwu//TtxBhMfOBY3uo31E01DXiyJHH8OLPPsD/61/+N15fYjxRjuJYjEVTG2BiMRjywBfw0Q77ufYF5JkkyjH5nM0WXHpFs8P1CvQuz0B6ObmEPIvlWZOkji/C+LKw/Fkk80k0tzeipLKCxWcDy47Aol4u0SYra2q4d4bg9Vuoa6xFOOJjzBKHsWzYHj/AGMXDq9erewuWZSPP4okOaqO0x+7ubvrABfLBweTkDN557yRqqPtLS36MjeRYBM9hadGL5HIB1y534ub1PnhYIAwFyunX+nHlUidu3ezB8BBlxUTq4mKaBbN5V4/raqoQCQdZ2DpK/7OFxc8q+obr+Mu//K/o6bmOyan7jC/PUO8L2L59I+PFMJPYe+gfcm7MmWQ847MN9dCPB1l8bWutx9ZNa7B92yYmvPdxjQZLjBN+/vO3eG+59+FoFJZlGH8kcObsWQyPdqK4zM/i01r4giEMjydx43YCd+7O4G+/9xFu3pjD1raD2LKuAXUsYGxc14oUE//+gMV4L4+q6jh27NiIAjJMwjfgG996Fv/w176A3/9fnsea1mbYtpex2SjOnunDu+9fw8DgJDJ5w71mBiPjSwgwyajCcCBcBP2SZm6OeNrWobamCbYd4N4e4n6SoY4swkNcOjD7/X4oFpVu2Gy7x2R+IOClj3+afDiBo8cOY+PmtWgiP8qrylEwNvyBIgBB6tsI47N73PuzLOyOsLg8gvMX7uEH338Ft+7cxeDwAOsjXm6NXiwn59C+tgaWmceRQ2347d/+GtfrR2VlAHdunUI8ZrOgsAn1NWUIeAxamqrw5S8/gi9+5QT9YAQziQGuz8f1ArGictpLOW0sjJY1zRgancWrb53B6bPXWRx7FfcHpxGNVeC99zrQUN9KH9RCP/hFfOELx0hjN04cfxhwvPSJFp79/LP0V1VI8/ySXM7hP/6nn7txieKhbdt2wbLCGBlJ4Oz5Hty4Rf/SO84YBrh2tRenT1/lvvoK45wrWOZZpp/Fq9GxSRhjUFJSivr6WszwrKEvv4xPjUFfdAwEQrjFgqXH+FBSXIYf/fAnmKQvGR2ZQGJ2gf6Y/rC6HuPjE9i3fx/3zgXS3Afbtkj/s+4+71A/ysqj2LxlPRJzUxwzhPbWFkxPJhCPBVBcFMHxo8cQ8EbQcbvHPRjqz9fvYQzyK9/6Mv2Mhe6eCRYlK9B/fxhVjP9efPlN3O0awplz3fjRT97Gm/TtC9TNazdvoKgkhpr6curYICYmR3Dnzk3qj41d27dh8/p1mJoYwuED2xjnfA4T0z2Ynu1Hy9p6BMJ+NDQ0U08G0N97H0owGMvhflSNoniA+1CM7zq5By7Rl0gXShEKerG0vIjh4REURUrQ3zeCyqoWPPbEU8jmA9SpGcq2jD43jrqGNmQ//WdmFubkUxyc+eQe9CfChwancOfmBGOBUcwvLuHsuavUcy/tvgnT03nq6zQamtYhk/NA57wU95J33D+tPIh4SS35mscEffPLr77NgiDvxweph2VYt64SX/ziw3j88f08Jz+EvXu3cR1xtLTWMj49BF/Agn51Gi8tQWlZJYZHxvD0k8/gn/7Rd7gnBkAXg5de+BlmZ6bR3d2J9997DzpXDw2RzrllPPrw5+hvHsT6tWuxbctGNNY1AI6NDZu3kWd13DsW8eCJp+HxxehbvTwHN+P6bcqD+3kqs4CSYj/prMLs3Ax9yAaMTMzj3JUBvHvyDgbGgfHpDP26RR5nyI9ldN7rRFE0xKJqG+YS07SJHAwAxZ2HDx9GTW0tVBzJOQ4+/PBj/MV/+0v86f/xH7CcynB9FSgpLYfPH8Dc3DgikTy8doq2Oo+7Hb34yY9fwtXrN0hnjhgdeLwezu249+nlJe7BOexb3wzP4ihsZIkvDv35eZtn9Xw+zWRGEkq+LKfSMMZwX8vRDjy85onDuPc+n5/xoZ/6SN7aPvazQVLh0C+r2OGgwDNvnlCAPg5figK1qkVvBDyeg8bugmM0ij0cvcmz2XA82xi3FPjO8nAO7rskCYbz5N12C0VlpYxXLqCouBzf+savoq62kWvI0O4rUFFeyThtmW11aKpvoA8/jerKKliWDRib+0YF1jHWC/F8uufAEfpqH/KZHH2cHx4rw/7voZO5m5JAOTovD2NyKA3LE4Zt+2lP9eR/gnHb+1jgOW/92nX46le+4vrvUCwC/WWWXsbe4XgRzw0nUMZYv4JQyjO9YZwgHguUk4kVxbg3T5ImA2NZAAz0ITfg8Fage33RUfa8mmjUWPUTf4WrwFyL+q6Cxrht7KQ+Ao0RKJmlMTnmVHS1NK8R73OUZZ76k4f+jCeHoiCZEAzfg7IQ3hzjmSzjgUwuCxXB8pzb6/PBw0RnQfI2JJw4bT7b3OMs28O1WEgziZoij7PkQY4FVsVMBeLKqVDJtjzBZl8/9Vt6lqIezjIfo79Mtsx4wePlHIQc8VAF6Jvzro/LZXMkVfriIJPPoEBapWtpFhhzTNY5pCnDe62VHbmmAlbvvSyQ+LgniwfqI9w5rg1ag4AD1LdAeoWnQAZnGJOqcJn7Jf9s2oQPtk3dciy3aGiMcfnB4chqzVqjSwtgW37qoUVeO65tFbgYze8jD40xv6RN+DRnlgU1vTdGNpl3x4nXei/8AmMMSTYuP1KpFOWXc5895Kf6CbLkgXQoTzo0J2hLFm3LEFQsMqRf69J4Y0g/n4U7R34b3ki2GidahE9XP3nHV+5cim8ikcgv123MCr16r77GGLcf6BAsYwPkZZ7yN8YgEAhCtIgOgbGsFT/IuSUjYwzPNSkXxBNjDPW04PpN0SceiTb11VwCtf0P66Ue6Dw0T5tNsqgjPKI/SJ+mX8lYxJkhjzRO44VLtMsfq018E11auzFciyWwtAwUQP2jHXBp7hqFW2MFGifadBWtusqH6Z3AGOIhqI94LxrUxxiD1bn0rLHCW6D8qCTwe70ucGo+igLHnVtjVsGYFX3SWOE35u/mylPPhQ/8aL0aozWv6iGbXXx6JzCGPOfcLi+oz7qugvDn+U6ge4HuhUOgeQTS23AoCJ/PQ9xwdVn91H8VVmXmof8IsMgVZJyte71PMl8jHmmM8AnULjp0L9A7gebVmrRuPWttOhuJv8KhPVd6oOfVPqt4VnEWKFNjzIocbAuyEcsm7bQNY9m0e8qANiD6NLfGSaeFT8/GGOhjzMpVbeoj0FyiyzIWpIdaq0286qPxhgP1TrglE4s2oXdsdm3M6/XRbgIubRrno/9YBT1rDo3RGlbnMtRZtWlerVu8Fg/UVzQIAOP6D80lnkUiYejLP+Kd+qmAqfHqG4vFKEuf2186LdyaW1eBxqufrmpfBXd95InWLNAaNZ/wCzdfubzVerTO/2E8+WCMcX3nCv0paA0LCwvQ2Uptq3iES3NpnxF+fOajd+KBxqq/aNN8fspTV9GvsXon0FBjVuxJY40xMMZy6ZBPGRkZ4dl4CKOjo5hhgVW4hdOYFVr1rLlEn8YL32dBcxUKeVeemj9EvZc/FX8E8q9q87v7ow+rfBVvBBqjtlXQ3MKvueTDVtdvjIHW9lkwRmtZaRcugcfjhTErtGezadf3inbRKdwe2qfiEvFGc6gdn350rxhCeifIfeobjFmZR92kL3qX4j6vq8YY83fv9bxKs+4FGie6RZ+73oDf1T9jVugUj4VL9GisMcb1MRorOvVe19V3wqd3xhiXJ1qTMStjVmkWLvlYY4xrd7ZluX1FB/gRLuHUvMKv/mrjK/LPAldE/8z9gfu85lK7wBi++RSESyC+6qrxwiOcwq1nYwzntQl/N7/6aoxAPJGegB/111zCIdC92j4L4KKMMS4+8KN+fx8K3DONMW4fYwz0EQ71E8489dVho+YXiH+iQ7LR1cMziNpFpzHGxaN7tWn8Kr/Aj/r7uRd7qVcoOG4s7xZWGQNYmze347kvPIXnv/gsjh07gu3bt2DL5g1Q4Wfj+nYG+jV0UmWoqqrkAaCMSd5K1PIwtWnjJmzevIUJxjVobV3L4s6T+OY3v8nixKM4cmQvdu5ey4NtOYMJwPZaKCnzoaklhuY1laipK0I4GkR7ew02bY7g7PwAABAASURBVFqLtevaUVFZDp+fAS23fJsFqbLyUgjUXlQcQ0VFOek7hueefxYHDu7D+g1reWgrRnFxHA0NddC//7mRuBoaqnhwLCdd1cS/htcm15Esuxtcmk7AYsE3CEOHvcxgZXxyggfkSUzxIJtkwTTOueLxGBYW5nmAGMcEk/mJRALTdDw9vT0sEt5lIuMeFll8lvFmaMB+OraSkhLitjHLvtzb4PX4oF8y1rGo+eCxB3H44BFs3rQJtXyuqqxhUqURpaVl8DCQx6cBmwqAU0y06NssKjJ1d/fg8pXLuM1ExcBAPyYmxxmIprjuEvfw09jYhGAwDJ8vykSeQQ0TLvo1ZxEPXzkG0ROTk7h44SITHXfQ338fExOTpP8eBocGkWCxJcHD9cj4MIZGBumEkljT1orG5jVMjsa4Fi9gDLLZDDehPN9nMDQ4jKnJabblebALwilYDMrBw/wEkwC9UDEzyQSzEhHBYBDRaIRrLKVD9WGRyYu5uSRyTPS1tLQyQbid8jzC5PYh6lYFgkz8TrKAvLCYYGIkwrZK6lUr9WMTNm5ci8rKIj7HKesqKKjMU3mXefhOUoZVVVUIkQ/dXd2kZQzxeBHnyXKzmML8whyT9XNM2o/AsmyEQxE45PeNG7dw5vRZJmSvY6CvH73k9cTEFPtYsIzNdc4wSXsbH77/AXl4AcuUtwWZtoPauhrqVivWrm1FcTwKHxN9Syz8LixkuWGmMD42irHR+0yIjGNgoJdzD6CvvxupdBLLTFjPzc9SXovQL3My5G939z3MUW8s8nucxcVZ6qLf58XOnTuwbdtm1LCwUMR5lHRKp5c5LoY6Fi8feeIo1rFAYwWWkLOnEa+w0bSmwtW9+bkcBvsXMNC7hKV5C2Mji1icT1NHalwdDOqXbH7AQ9vcunUzDh48SB5Xo7a2iQXFR/HYY0/zeoK2fAzta9uZFBHfHNTV1br8VWFs795Wvt+Ibdu3IxwOoampicmhIjcpde3aJG1okc8h7Ni+kzIt4n0YRUVFbnDl9VEnlpZceal42t7WjscffQxrW9tw+9ZNXDx3Dh137iCVSmKeuiqH5vP6UEff09rSiOXleRSYlK9m8Wv/gT04/uAxV99On/oE169eZrJzEG+9+S4uXbiNvu4+TI2PYHlxnoG9jeJYGP09HRgf70O82EvbGKSuTDCJdIu+Ig3JKUCbDrFIn05nuPYi+H0hJuAHOGYaxUwWZTJ5FJeUkm+H8OCDx6EvK2zdsgWHDuzDIycO4etfO4Jvfv0AnvzcLvJyE5OzZUy2XsLZ0+c4V4Lz5NFIfh1gYTzCJK+SZyUlGTzzzCF88QtP4/jxw/jqVz+H3Xu2MDnXirr6WrcI4vX5YNsWLl25w0T8fXR39eISC9M9vCZm5tDERGU7eah/q22a9r6VBftvfP1pPPnEEVTSpwboWwNeg5Iii0kuj0wcDvK4fO0S3vvgPRQzoZJhweX9jz5hke19TM8mmOzKkp8DKCsrwYYNG3HixKP43JPP0Oc/Rb8cZ3J9H0pKYyxyzkJ/8ty2fYiE4xhlEXFhYRleyi3AgCKVWsLM7AQKTpp+bIn+dYx4x/HSSy+Rt93w+WxMU/d/8cYp+tgh1NHOvvrVr+DAgYPsO017WqD+lNEPtBKnYSG2izL3c/9oZTJ0jrgWcO1SP7ruDmGkP4mZyQKTxn4arQ8V5SVwMh44SxZM2oPW2lYETYBtBSQmZph0Hsc8516Yn2EiehDJ9AJm5idQVVeGusYqNDbV4sDhvTB2AYvUPWMZ0tiJDz74gIXDT3Dz5nXSEoH+ZPbQ6AJ8TJCP0p+98ore3WICd5hrm0V5WYj65GdhcoAJ+mFMTk2htKLETYxevXUL3/3h9/DKa69RHtepl8OUuQOeJzE9NYux8Ul89NFJrnMCfT2j+Ou/eQ9vvHGZdhVFmH4tz449PfehBP7LL70Lh9nAxx97Ar//e/+Y+teOyfEpnDl5htdhFJdE6UursX7tGnz5i09g25at8PuDKCkpQ47y168oJliUvMfE6iKLApPUpbu0x6nJMfi5T9fXV5OnZbQnP6qriigPm74eqKEvTibzcByQJzdYrL2HU7TJH//oR5jhHjo8Moqf/vQFnD17iWvLwvB/SmyHmeCQL2xZswaxOP13LgPGg/Dw//gfddSh/GdpfyPw+BwmpBZQWc39oDGG3/mdZ/Cd73wZR48ewNYt6zA+liCPAy6d775zBX/2n9/Gn//5D2n/ab7fzMLNHjQ1VIBbDo4c3IDy4hDy2Xns3LqV+1AA0UiUOlrA1PQU98wJtLS0YAvjovrmBmxmMnuJif0I6S0pKUdlZTULNO8jFo2hrb2Nc/oQDgexlbimKNubN24gw0Kw2rRPrVu7nvvKEK5cvk6/toiuez3cy8vos67TrgvweNJcK8i/JWTIg/qGcvT03aQvncI4fVjnvQSq68sQiQNPPrUD3/n2MTz4wGE8+8zjLJY/wf0nTT5PILmUQp4JtaXlNIwxACxebc5hw/Dez2K+zdjDGAP5E/HYH/bBsfKw6B8cj4N0PoUFxk2Ly8u4duM2Orv7YXGMjz7EMHHsOEnazRAy6QQWF9IsMGRgMcA01LtcxmFbkrrroFAA7T0L+YEME0EgBQuMr5aJV8WFTN5HmzIwdoD7eCmymQJlEGfMkCT/59DbM47piRRKYjXUr0YE/FEMD07w/TLKy8toD0N4/8N3WbCYxZe+9HnGr5uxm0XvmdkpNFNmra1NOPHAETz+2EMAvNCX34qicYyPTWB6egHnzl7F3/7NC7hHvzE5mcaunYeIf5i051FTXYKiqJ96Djz79BN8twM1THi/zyJLE31yMORFUdyHXC4Nr99GgdeBgfsoLalAQ10jtm0+hP7eGVy71ocRFlKPHH8cgyMFTE4nkWSB+OOPrkH72tZtG/Av/uUf4YEHj9Df1CAY9CEWi2AL9W1uPsE1juGVV17Gyy//hAXCD7CcnEVrWx19XwsOHtyLjZtrAeNHYn4Z/+X/+mtMTo3gyAPbcOHidUzSr6UZZ0RiRWjjmFAowj26H1kmm+Z5uF9gQdjy+JDis+x2hAfu+blFWMbLOCVF3S6l769i4eQTnDp5AR13e/GXf/U3+C//9c/Q2XOP8eMQffEAY9VLGBsdRz4fYdH6Pl568T1MTS3jzKluXLgwBCdfxjgnhtdeu4h0ykf9T5G3Qe4ptSxsHqM/vIbq6jg67t3G3v3bUE/d37xlLfPjOSRmx9wvFHi9OcbvBczPTbJw2YW21nag4CXeFFLJAsrLK6nPDp77ytexded+dA9MIhqvxtVrd9HdM4R9+zbD54vgX/+r/8yi5RuYnJimrYFzjzAuCdP/ldMGPXiGsm5oaOBaHOzf10S66rCOcdDIyDQ6Ovppo37E4kEW5bKM8aaQTltIcv6xsTn3XaHgQzpjI8WCbEm8Cpcvd9MXDjBeLCbfM9yX0ujpvYtfvPoGKoorkVx00Nc9ionhGe7Vn6NvrkFZRQ2iRXFs2bIBV+lH7rGorfU9/4UvYP/+/TxDtFDvQLqD9DkRzM/Poaq6HHX1tbg/MISl5RnqSCnmFsbdLzTeZMybmFlC65o26AtXV66cZpFrBCqG6vy0hroxPbtIe3ZYOD2J0ck5eAMRtLQ1IkofGaR/mJiaxkenzuKTsydx7uInfG/h+INHUcjn0NXZhTdefRUJ+s2WxmrKZAABfxpf/+bn8PATB/Dk08epYwtQQb26uhY7t+9FajmL/r5e8iSJhblpBAMW5V5BGYBnx4xbTGttbyEeP2OEQfoSQ/ryuHm7Cy+89A7XOcZYfQ4ff3SR+/Ys7rBg19U9gIX5DILBGPyMKYrjcYyPz8PrCdP2t1Bn1qOktBixojLMJnJ4770b+PGPTuISC1KXLw2j494kZZknbXnMEc+Vqx346KMr+Ku/+TnOX+hCUXEj9fsefVQR6V5CNOajr07A58+js+sudX4Kxx44xP1+HHc6byFSFML2Xdv5PIMU/d+t2x3ovtdFHSighPK9e+c2dm3fitqaKjTXNyAeKmO/HH724it4+ZWTro86f+4aY6tOOAUbjz3+BNZv2oENhHh5LWIVDVjIWrh2pxO/YCE2mc/iyo2rlO0EIhE/x2TRwdiipakR/UNDSLPv4HgGH5+9g5HJBLihIpO3kGOBNpXOklcT6O/vg76Ism3rFtjGkOcpTDEemODZBvz4ggEO88PHAsMoz03f++u/xR/+0T/FSy+/TPkO0z7nqY+jOHX6FfqFD+Hx+lHXsBlNazbg7PlT1L9xCjhHHZlhofsO3vzFL/DOO2/jLgutE+PjeIJrTM6nkFnKUbcMjLFdOkA9W+Y5PcPEV07FVYLjZGlzeeh8lMvlkc8XCA4LHboXFCC/pgQLmF8QOLw6HLXSBr53uKq/u+pBYwrcz3R1eGZ0jMNImeA4UAG1YAwc0lXIAWkW0lLLGSS5pzkcYzPhbDFOD0UiSPDsOzY+QRu8jwQLbz5fADt37MaDx48zhqqAxcnWrGlBbW0N97ou7rEeyO5tnw+eWAmSlM0CYYxn7xTXl0xloL10LQukOltZLI5taN+CuppWLKdFmw8VtK/SsjKeEy6iuq6aujADJZ2eeeZZ/No//m00r21DvLgYhkWqyupqPPf882hqbMRa+gYyA36/jzzMw8OkkZ+J0TT1FlyvkouG9BpjYFmWC+BHfDR6Jj6LhW9Y4g1geDVsX+GHDX3UdxWET3yymNAyNt+zv9qyLILmeMbPU86KGdKZNAqFAhyCrh5jwWt7QCcBm3mIiD9C8iy+pwwLpJDyAvniuFdDO81BOPJOAeBr7X05FkZzxCfIU2YOLBRAlM4KFNimd9m8A/7Hdwbql6MMFuYXkKYchE64Muk8fX0aadpPhoVJSC+ER/jZX2MEMAYF0pQTjVwrbIt256CgdkKWRVdjDGyuzeH4AseLBwLxTHyUPCzLht7Z5JlPekI5GfLEIW7w47G9UB/AcI8ocP1ZylOrMzCGNBCv6BFe9TPGQp50ZlkU1TzgR7L3er3QHOonOei95rUoU4H6BAKKtf0cAWis3qufQI3GGF3cd7rx82ytceqbo4z5AsKlZ703xrjPapMtq49wGmNgU79s6or0Rf+OpCBHnyD6yC5Y7JNKpSiHtAu6Fx3pdBqKNxOJBP3SvMs78U1zCGzyUfOrr0D9hVN0en4pCweG61Y/Y0gL6fD4PFQzswIAjDHkd86dW/wsYr6jlGdqzSU+eSgnFXqEX23ihUA0aI1EwH0r6K5f87u0cD3igbjo83gRps8N8Kr43hQct3+A9uohb8CP8MhOeOuuU1eB2nO0pxz5lSVoToExhtMadXHn1U2ecimwr8OH1T68hYf6IBAPRJ/o0r36SFeMsShOB8as4NM6tV5yCEGfF37RSKMpKMHtOG5f4RUvBKtyEE61r151LzCGmD4dp74ejwea2xjjXtUmOtSue73DZz7GGFdEfdrNAAAQAElEQVSfxfPV+fD3PpozT/4YY+AlvR76M/3gw3Hy5CedPfsLr+xhgfGz1ideCV80GkWAe6PujTEuH1bpEF7xyxgD0WeMIb4C8uSz9Er9xC+dtyV3tQs0j9rVJhlyevc/4VNbkmc0vRduvRctK2MyPHtmkaFdC2T9lm3D6/W5dBljfolHN1qTaNBVPPT5fGp2fccqfs3pNvL/RFuefqTgynPVx4hHBVeuq31Fi+hUf9Eo0DvxQGCMgW3Z7hi90xosPusd+NGzxieZ69WvPefn55FkDCB7ln0Lv/LOeqdny7Jcm9B44ZN81Me2LPwdb1b8g/CKLs0hmjidq0fGGPeq9tW1G/N3cpMNJUmP5hMO6bPwCIcxK/2kY8qDi5f49CPa9Cza1CS6hCdHGVm2BfF89Z2+WKL3okFtGqf7nGyTfLdtG/Ip4XAYmkt9jDFC69Jucb2ix6F8LMtmnijE/FmRq3tak3RXIP6IBq1DoDWpXXzWO/VV+yqIptU20aJnXbV+AWBg25Y7j2iySacxK3QZY2DMCn9EeygUoqxCpD9AvfS677TG1bl0j7/3ET6BxfVZ1go+Y/7uqncaIloK9BWiwRjj6pfDZ70zxpBG26XRGOPaYYZ7xGfXpb4O+SwaHPJQa9Ra1UcgGvVO7brXVV+aEv/Et2Xqh9rBj+QqGekquo0xbP27/9QmMMa4dLq4PpWzMcbly2pv59M16Fn0rfbVXAI9r/Yxxri6YIyBPqJXfFEfXfW80tf8cg49q139BcYYXVxYfbf63hjDcXB9mHAKhNcY83+bV2M0XusUsAv0MUY4jG7dtWu88AjyjOU15u+DcK2C1ix5iO8ao77GGNJlXHw5+le9k1/VVf01VhOKDoF0RPYl0L10SCAdldzUR/01zhjj6qp0NxaLIkwd9nI/ttqZTK2rr2GCwgeLiWK/32KSaoYHqiHkmRjyeoClxTmMDPVjPjEDm8obL4qiqroKZWWlTBrFEQoHsLi0QIXMoKKyGAcO7cIDDxzEnr1bsW3HWmzZ1oKDh7fi6Wcf4sH6KTz/hQfxzLMn8MQTj2Hjxg3uwTbIBKQU1efzoLK6AluZvDx8+AD0ZzMPHd6D7Ts2EncZ18MtwTgIRwI0Qi+DliUGSUukNUN6SljgamOyoIV416GGeCorStHApHwNDwy7du3GiYcegv4NtAYeHJpbmtHIazEPFXJ6GSYfc3Rqfh4eYkw8BYMh4s8wkTXCA+20C0oIS3AOg5j5uQUmELpx6tQZt4/H40E8HocSVHfvdEBJbRU5TjP50MlEgxy+zcBM+BVgVVXVsH8xwuEoD65RHs5jTKxWkKfldKoBJrVzmGACfWxsDMtMeGVJ38LcPBa5mfh8XoRJXzQcQbzIg5bmIJKpZR5OF7GwsIR0KssD6yzu3r2HsbFJHuQT6OruxcjoKPwMxioqKxFgAVIHMy6ZY1KYmpzH8NAk6R5xf+1AlUFJcTmKYnEeyqPuQUL0hzlnS0srxLexsXEMD4+io6MTE0y4a52DTOQYY8OybK4vjnXr1rH4vRENjaVMBOzCtu3riTPKja1AvGHUUT5BFlv8DAgneGAHHESjYa4rhqqKSqxtX4Mnn3wYzz//HI4cOYxdu/dg+/adkDyrmLxPkCcpHrZCpMtH2Q0MDLB40YcC9bfAxEI4HHLlXF9fj7a2Nqxbtx425TBBeu/fv+/+wvXddz7BR+9/gmtXr0GbiIfGUV5WiaamFvJ2jZsoj8bCJC3PxEISly6ex8s/f4H9L7D/DGprSrF1az2NzGHC5TpeeOElJj5fxJlzp9DT0+UWdJVwrabd7Nm7hwnKKKY4vxIV+lZwaUkJgjyUpNMpLC4uIEYj1S9P9Cf29u7eiwP7D7AYvxGVleXkThbhmJfp7CWMTQ6g934nbAZ89fVNaGvdhuH7y/jkw1v4+MPrtNkcLBaNLOOBfj350MPHUVNXgaJ4DP6gB9U1JYhEA0x4XGJCtJ/63EPbn6QtAx6PD2taWym3Rh4Uk+i/30eZWhwbRyMTM4cPH8LDD7Pgeviw+6xvhsknbNrUghMP7sIDx45j3fr11O8wA7IM/JTvDhZejx49is8/8wweOPoANm3cgm3btpOnWeibWY1MYB49dAT79u7jejdj82bBVugXj0okBsijKHlTUlJEnZ1zdW54aASXLl1Fd2cfBgfGWLC8irdYkJuZnMHDJ/Zj88a1TMjaWFpIYqBvkIn5GZSR39FwAAYZ7N/XhvVrG9DcVMf2OHq6+tHdNYF81sG2LbtRVlrD4C3HIsUCiyA3+W6AMsoCCNDelvDRh6fx0guvMwE/jqryGhw5dAjrWlsQCfngYSBRXFSMSLiYtE3QJueZcJ5goXGMdjmOUMiPxz9HP3ewFYePbMXuvdtolx7y2aENRNDc3IRSHsb6+vqpp9fQ1dON2dkEbNsB9wiMDCy5RYDZ6QSWF5PUqyIWJEJcFzjXNBKzs/Tdg4jHi3Ds6A7s2tkAi/+rranFnt0bWLg9gUcf24tcYQkffXySCclxHDz0AAsPz/B6FD4efJeYIMowQXDlSjfe+MVJJrEvYIh8tm0ffel6jI4N4Yc//CF+8uMXMT46ycTxNfqdDspmign4D3HyJBOz7BOO+MlD8mBmgr50Cq0tbWilftXUVqO2rpo6H4Ex1FcbXFsKFy9eZNL/Lnw8wCm5P3B/mAW6u0gu57jGMHJ5ym7/bvzKt76A3/qtL2B9ew1YM8DkWBZ0z7TVHLw+m7y0EWCypaK4FuVFVagvq0d7YysWWXyuKC6hXnpgc0/JUxfKquIYHLuPzTvW46u/8hUEY0FcvHIO125cRElJjAmZZa5hitc0951laI8oiZfgXmcnbjJhWd9Qi33727FleytaWpoQL/bA6/HjzNnztCcvNmzajFA4hurqCJYYbCVYqPTRb92g7l6+fof8z9CPZ6lfwp/Gm2+8RT/yCsaYYMwzsGhtX4eqmhrybwGJRAZB6s8Ck3XSk5rqBtzr6MHQ4Djqaiuxrr0dE2NTtOsB6tsoXnvlY/zlX7xNfelGZXkF98c6ZNMFNNa14MMPPqHfH0JjwxpUVdaitqaegYiF9es3YJEHRu13KqhOTU5Bf554cSGF1jVrEQqFsXnTOvz2bz+JY8d2kO8Z0jqBbdu344EHjmFubsmVWQf3v5MnP8btW3e4X16mnC3uH6WQj21uaFmxfwWslGkl4wrZzfDwEOke4ToT9Hmg3ymGfP+WrZvQ3NKEqZkp7N27G+Eg9Wp6gknsMTQ01OAQC6QVFcXo7u3gGC8LxyHcuDWMDz/8CLPTY0izwDg81I8vfWEvHn/iCIqKvOwXQSd1upv2Nc+ihG1b1AsvxifH8fobr3HfpO6xoHG74w58nC+VTXK+KVRx/9m9ezftYBMTob2uTmSYeBweHqaMq3H8+IPk3xLyDIAvXLiI5WSKfgsuj48cfpAy2oiykkrU1zagvLQYstG1a0P4tV/7Av7ZH/0qjtNmW+vqUBKOI+SP4vhDGzE224/RiR54vQXqn5f2N8j9fYiJ/xHKq9j9060ey6GVe+DzeKj/FhQEFmgUltGzB4Bx9TFAfxrg3hsKhRAMxeDxRWDZfsSKSpBK52Az3lvH/dcGUBT2I7+8hMziBA7tWYPSWACVxTbWr6nEpvZyfOebX0QL99j0Qhoe46MOJ7G0lHT9eiqVpl7MYZEJSD+TDVEmmQO0C/3JlIA/iDTnCgYYYzBXkUgsIZczqKtrRhULlw3EWV5SRnzz5N0sqHI4fGwrnv/Sw1i3oQFf/srn8YUvP4UvfeVh6ubbmKSOMt7l3As4d+a0Wyj9Kyb7L18+jwMspk1PslBohbG8bOiTDYaHZumfK/Hzn5+i77pF33WPurwbzzJG9fgcpBhXnTt/Fi+/9CJef/U1/PVfv0AfkKBMlzE41EUZOCgvL0KYviZH3aoqrcQN+sqrV7rw+mtv4XvffYc0nMV3v/szXLpwGo2NXvppH44c3s1ikRc/fuE1+oIldHR2IM59zSDFQkCa9C/h4oVLmBqfQWopj/37jmJuLsUxpfD6DQpOmvrZz2JmJ55+7mH8zj/+Coux+1FWXorvfOeb9OGPoLIyjiBlPM8YSYkPx9hIMH6sqi2lz89Sl22EQgF3jzbwIhAI8z7GPaccd+7cpe0tYJQF0p6efiiOvHmjE5cv3WLha5n230IdyqO6Koovf/kh+r1tvD7JIlQWd+/c5145g9vsv3bNGjiZAF576Sb+/P98Cz/43id44acncb93EHdu38ITjz3IOe5Tn0G/Nol4PIb7g92Yoq129dzB/gO7UN9QhTNnPqBupkgvYNsZfP7zbKduhIJRTE8uQH/GVrFAnjGf4/XBpqIMTcxAf3JYhYhde/YAtAv5pX/y+7+NY8f2wVC/E3MJ9DMOnBxPEMc49eBl0jNEX9qPhfkk9deP5eU87t27zz2gCh5vEH39g1wnUFlRT1q89P8D+OKXvsyC0j9jgRWYX3Iom2UW9wZx7vxNeJiUi4aCiMeKaUcRVJSW4pFHjmHnzs3IswAS8BShsaYNOd4nl5cxMnQfDfV1ePWVX6Cquoa8bse+Awd5Jijgww8+pr/M4/Spqxil7t5jcffll19jXDGOAg//cyw0t7c3w9hZHD9xiDFeGRqbqrF5y1bGzbsRJL9q6W9OPLQPsbgHdY2VlPVt6lyO48H3MdpDEXUszH3OwSwLBx6fH7GSOCpV8Guqh/4agniyaXM79h/ah1/5zrdx6PAh7Nq7F/dYUOy/3005+ZFcmkUuM49scg5jI31obKim3eRYWOpDx71OeLi319TUEp9BHc9o1y5egJVJobw4RhsJI8MCVS5V4J42iXruSbkCUMz9oaSs2P31p8cXBKwQkkkL16/3cW+5yP0ghDwrXF7GLo2M35do516/D32MX1OZRep9Ek3NLYx1uxgrTOPW1WEsJBa5Z9Yjl/cik/EDjh919a2oqW2mPZQiMZ9n8XuO+8h93Lw9gOu07fNnr2J2ZhbG5Bn3DGFygvFcIITJ8SlcuXoZrTxb68scM7NTbnxTxfXNLSyisbEZd2/fwTTPdps2bMDunTu41gh9pkFxPI5NW7ehf2AEMF7OX04+9aGzsxf9/UPUhVrcvduNXu5V739yAT9+6XV8/ycv4+dvvoNLN29xb5hGFgV87qlHsJ5xb/e9DnhAvNS7SJgy9fhYQJ3CxMw8FpM5wA4Dlp8jbPCGYKgDecZuk+TndfJ1iXv5FkSiQcaTk/DRx4XDAfYroLg4Dpv7S56JZ24cuHTxEv71//uP8ZOf/gT/9t/+a7zw479Ef+9l2nUa04kFzMzl0dE1iDe4n547TR/w4x/jv/zn/4j/9J/+T/odH048dAKdXV3k7128/fZH+Pf/5j+ikPUjTdlmcxaLzzbyOQch2t8i8YFRgZtMs+DSrCSKwxhCcZKSaAWuKsfnggEcy8CYlTU6bsGJz+BAh+8c/h9XjaN0/wAAEABJREFU5Hzm6t6z2Rj2YT/LsmAzlvcQdK+uhTzoG4B8BshQR/PZPLKpHOlNQV+k2rFrB0qoq8FgCDdv3cSFSxfR2d2NPHG8+NILuMF4Yr17Nl6P8+fP4bHHHqP/m0Y6lQS3atf+MtwXtz/0ODYcPAz92f5YUZwxbhZXr1/DCM/dnYw7T578hP5qFBcYL586dQq/eONNJKiXVTxrjvG8/+brv4DODDOMd730QTPT0+hlsfxnL7yAV372Iq5dvoypsQn87m/9Ds9de7GG/tpje7jXzNEWMpS5F/IrZBFyTBYUSFyBfkYFmRwPIeK13gEG+hhjYMwKkIWUkkNJOO4VlANfwvAqPnpc/SEjyVCP10Nd8cLr80J6ZfNZ/QscqXlzWeorEVowLj0O57bMyjwF3gfsAEIsAAR9NgJeC36PgW3ZMMaCz+vnvRdUBLAV4LgVgEtbluOlFnmuLc+1aU0FNjgFy9W5bMZBNlugX3FIDeeHhSzjcXyKX/QaY8Hj8ZJnOdJnkGcFNkudyPHK/5Cl81pOZijfLDIsuma5HvXRn+lNsRif53vRl+O500C0+onHSzwW4NigKpOGHHKilfzK85rL5WBTn3ws0Gtu8VSQo5zSzBdJTsYYjikgx76FggNjjEunMbarvwb8H2n3cs+0LA/pzzDmSdH2k5w7D+Hzka9eL2kC3GfNqfZCYRVvwW330+cK2M19du2ID8YYGGO4hgLSTForRtZYgegSaD0C3avd4TgYwOLeqWe9E+g+Tj+pmFV893JOwz7GtuChPolOXY0x7lwqumhOtemdMaSD/BMetVkW+QtAdMdiMRQVFXEPDEK0a2yKxUyNFy1at8ap+CDIkc+r4zW/N+CHnzamL5t4/V6Xh0reCpfGWbbt4ta8WovaNd4Y486nNYvXAcZswWDQtYcc5ab5V68FzmlbNjyEPHVIQvT7PdCeTCdJOWeQy+eg/ppT8wi4RBhjdKFeFVw5q119BOovuYgmm3xUxxyL66v0i061EQksvjdci+5Xx+oKWscqHj3b7KP16FqgAhtj4KNdeywDnbkDPg/yuSz1LUndzkIfY4xLn/Bksxms0miM4XRGXdw294b/J7oEonu1r21ZMBZgeyx4SKtNOowxWP1kuS711Ti9s/hO40VznrxbfS952Jbl4ljFk89nSZ/szpAekM9ZqPgkUO7QGAPhBT8ra8i6slWbMYat4DjjAvjRnKt8NsYgEolAeij5Syf//2y9B3hk2XUe+N/3KhcKVcg5NbrROec0OefAYSZFiqREyoqUtKYte7221ivbkizbnyVZWaQo5iE5gZzpCT2hcw7ogEbOORSAynH//2EwGnm3Bmfee/fde+7J995zCmhdJUM3/U80GGM4CozLHq6bPsdujVlpM8bQDsw/x037ET8ZxoMM7SXD5wLYx3bBkLdVvkWH7kWnQHNpXl31rHd5xhzhEqi/ntVujIHkaIxxeFV7nvHRmH9q1xiBxmmM7vUFat2LN80lHHou0lZ0L/5XQX3UZoyh/Lkq0IfBjzHG8RPRKJxOIYt7aNEg2jWO3Tim6NCoZ+FRm/qs0mPMCh7JW/6n+CJQX/lfhuf6wgfx07KMo+MiafgoDt1L5+qruKH34isYDMLPuCB68MHHxZgl/NK18GnPmlHOGnl4vG6UMM/50VgUY65IQ920A/Eq3JpPPOu6CqvzFxibRbvX66X92jDGOD6mcaJJdib8okl9Nc4Y48hS7zWX2tLplfVA82isMbQdgu7VJj4lc9EnH1jkeUr3atd7Y4xjE7pXzFxtF26B8Ni25djxCq0uR7aaX+90tSzL0Z0xhnr857rXO2MM+bOcccYY56r21fHGrLQZYxxaVtvVR/wLNLf0bjNWgB/RJrnwlriNM7/eGbOCQ+8lc+EyRvMbgD/gx+iGtqE+4nlxcZExLuXMrTmFR1ewnzHmQ3rVLv0KLMuGMcT0v4FFWayCTVpXYbUN/Ihu0cVbB8fqO12NMWp25CgfLdCmAQNjDFY/GiveCrQhgZ5XQc+C1WdjLAivxmqMbF/rpnxG/Ktd740xMMYwXuYcKDjzFh25il/pQP3UX7CKv0AadG+MceZRn/+dZ7UJwI/6Ciz2V3xTu3BrDmOMs3aINtms6JQ9imbZp+jXWGMMMa38rI5fnVOtokl9c1yL1V9tzp/5vXL5Ao6//SbhXZx4/yzeffcdXL1yAdGFGUxNjuFO102c4uHn4sVzGB4eRJaFqxADg9dtM6ntgd9nM6nEw95wL4tGPAykl1BVE8Ld9+zECx+/G/ffv4sJkW1Yv6EZgaBhYqSSycc12LqzHfUNtWhpaWThdTc++emP4dOf+TgeevgBHv4buflMa2lm/wanj9ttIZ5YZmIjhhxPMD4mNatZLC3h4S6ZjLOYMYTx0WEmx4bR09ONG53XcOvGNeRzGdLp5cYqhYVoFClu5mJMQI+PTzBBNAkJRYKSUBOJJIsYpdABv6KikvchHi7WopUH4AgTjG638GSQ58a3moW+/UwePPnk4yzebnYWQDmkn7IpciO+8ptZojeBSSak9GeRJ1l8TDGhmON4KTjDBS7BwF+gYeW4yGUYsHUtCZZgHQsNjz/+OO46cjeam1pY2Kxg0q7aWWxdLjfkCGEWaly2h4t5gYm3CR7KbmJwYJRO62L/Gtxz94M4evRetLNw0d6+jkWpjWyvZMD00Yi9KC0pJ48VWJiPM7E4A783jPXrtjJJfRTNLe0oCYX5Pgwvkxba9C/wEN7ZeYvFwh/hxIlTPMRNQotPVVUVD5BzuHHjJmSU5eVlDOAuiBfLMtizZysOHtwOj8dgamqCB/WreOON1/HWW28wMTmL0nAIra3NnCuImZlpFnOHnD9HMMUiggxfC08ymWChIQVDfGEmHZ2DKhep2dk5zMwtMEkCzulhUnmJm9g0E3IjGBkZwR0mbXRYvXX7JmmcRZyLknAus7g2NLTAtmXaRoaQZMEt4RyIy1kgWUeZtTW3wcVNRxcTizd4IJ6eniC+m7T3Ae5hU0zUh7Bx41rcxcL/fffehfuZvNq/fx2LkK1Yx8Lt/gP7WQh+Ejt27ECkrNyha25mASkeqnp6+qAE++XLV/DOO8fxyiuvQP9WcF9fPxMmd2i7XRjsH8Lc9Bx67/SxiNeHvt4+vuvChXMXmDg6g7NnLyDGBGtsKYPR4SkmdeZhW37kczY3q25UV1di997teP6FJ5ho3Ue/9KG61oejd23Fxk1NTMJP4W/+5lt48813mER8FX/8x3+Nf/iHb+Pb//iP+MM/+mP89d/8tUNbd/cd6mSACe1lqECngoPX66bufZTHbbz33rv0pQk0NTbQdrajtjaIXiYObnTexCATldpk6ssA8VgCWSYIBvuGkONBM+ALYn523sEbj8doC3NoYHEtSB+SbLq7e2EzARQpqwQsNxJMAI2OTpLvi5iZjmKgfxxnz1zF5Yu3cadrCMuLaaQSFta0bWTceQjbt+3hc57tCc6ziCkVl/qHKZ8C5WQhXFrCouJOrG1vYzGkF2++8TbOnO5EkZmSdLLgyHRhdhn6rZeKsloUih4cf+ciXv3ZOcroGBPrr7CQepx6GkORCZ/FhRhQcDEZWQ6ftwzbtuzDzh0H6GfVaGWhamkpRtrPszB6BUuxJZSwWAcri107NzGGdFDG/SxYvkp/XqI9pmmbc4R51DERF6avj09MwuX2YPfunWwLY9u2VmzetAYuY8NPHy1loS6ohN7MDBP57+CtN0nb4CB0aNm1axs2bWpDKOxjAmERVbUWvIFl7Nm7Fo8+djcef4Jxl0VGjyeI4dEJFibewDvvvod5FmQXWOCwTJ76Nrh1s4v0X6OczlNex0lrnEnmCsTjOdrzTYyOzdBnfFAcGh+fYgzPMzk3Sd4GUc4kcgmTetu27UJ9bSPqmZzdvm0HampqECzxM96EcPjwOuzc3YK165rR09uNpeUllLP4HQ5HqKf1jg5gvNi7dx9pm2bypYBdLH5+/Xe+gF/66sN47PHteOaZI7j3vgOkbQk3b44yDllYop9s3bgNmzd0MMm7xLmr4PIWUVNXhr0Hd+Gxpx5BZX0Fjtx/GJHaCmzbsw0VvCYycVRURXD+wmnOnWUSsQwenwetrW1oaWnB2rUdmJ6KAdTBY489jm3bt0O/JbFl20Z0rG9D38Ag6UjC6w2gv28QbreLa1uWxcA54nMxhi6w6NCPfNaPpoYGGPhorylMjM9Av9EUW85g27atTmxsZYwcHx9nUrsCW7bVobauAj5/Cef2YD6awNjYklO8fOWVTvyXP/wbJir/kuv5OfR0D0F/4lp/NnpoaBw/+v7LePP1dzA5Ps91shtpFgu4pFKHWZw6cx4/evHH6Lp9G9Ncr9rJ59o1a5gknkF/L3VYVsZkUAY+nw+1tTXU1wH6/jjtdJq6muc6v5a6DHIdSGP9+la0MJEfDgfh4qF2x45tePCBo3jssUec+OgljhssQv/ohz9ElmtfWWmY/AO2ZaG9fS3WrutANpvHPBOByyzMBbgeFY2N994/xYJPNTrWbcD4+CSmpqadL2b09Y3i9Jk7ePudfpRWVOOLX/sYnvvEfmzcUglfwEYw5MKBQx349V//NJ559gHqZQZPP3M3AoEsi5ITjk++f+IM4+IcFIdHRoZpuzOUr6FsxzjXBPQXGnz0sQ20Ix2sDxzYh+bmJuonRDvLU89ezND/SkpKnfWnoaGRickYgqWlfBeAMWDcGsH5c5eZqC+lT25GLYuGV69cgc1UeGkwh5AvjcTiMIZ6riESDLBoMobySCl2bG/DkcN7nIPZmTOXnYRIIrHI9dODjZub8fu//1uM7a0AMXWsa0fA50eBm1GPxwM35b+y8TOUaY7tedJShNttw7INwtwL+D0lCAdCzm9pe0wB9x7Zjsce2oXGWuALn34An35hHxoqc2iqsvE7v/Yo/scf/Q7+xx//Wzzz2F2o5hr+5COPwBQLSE8NwMUklCubhuGhOraUJq8lsHmALBbBmGDg9QdoQ37YlkU6A4y5BtobBUtKnT+Feer0BVRUVnI9qMf8wgiii6Pw+dPoWN+IDRvXYHFpnmvgSXRzbXzj9XOMm++jq2saly5ew8jwGH1oEZs2tCNcamHr1vWcJ4fKylJMsujhYUG3oakRDzy0g3A/7r3/COobIti2YxNjsgvlZTZ2796Axvoy3rvI91PYs2s/978phMsDyNglyLlyuPu+Xfjilz6Oxx65mzFlkWvJFjz5xD1QDPrd/+MFth9igeGX8K//5aPYs6MBO7e34xd/4Wnq6V/iY1yTH3/ifuzdv5PFl5v427/9R5ym75WEItxb2JSjm2slGNuD3NfG8OrL7zNGePAu15/Oa7dYHOqD7Qba1tRSoDHuRTxY39GAhx7ai7/722/jB999kTSl4bFdTGDZjMl+7vOWIF9xcy+tL7eUhLy0+0lnrdE+UgVTm0i9Xh/9qwJlkQhaW1sRqaAoY7wAABAASURBVChDjorrH5Ye5vAvfuXLOMq9zS//4qfxwjP34PFH9mHzphrUVIXwxV/8DD7x8UfxG7/5CG0swfVvE9wuD31tkXYagItJ7h3b67Fu7RrGmFs4xn1ghmeKVCpOe07R73pw5fJF9PZ1w889/sjoCLSf37J5E4rFPOrrqhhvhqAvSVWWRXDzxm0WJm6isqLG8dUk7a5gchiZGsW6Te1wMVZX1FTh1dfeQG9/P/7xu9/FuYsX4Xb7uI8boQwN9wnbcIlFBduyuYe7Hzt2bQZgreggk8O1q92IxS2MjM3yDJJGsCTEt27a2Tjbk6isDuHNd97E7//BHyFSXo3B4XlEF4vo65/GhUu3SXMr7jpyH+Jc//u4p3n7jWPcj0xAPhoKlsFnh/Hi917lOtCFBe6HmpoaHPl/6lOfgm25Wey8xVj+bfSQ/unpWVy7doMxK4TZuUVs374TR48c5RnrIGOQH7/81S/ii198Di98/Enk8inH13v7RkjHJXzzH7/t8PDOe5cxMjGHi5e7MDy0iOGBWcSjSVSEI2DFAKFAELlYFl7jogzysKw8deeDj2e9MepDf8Xh4N4OXLpwluviWbzLs8DVzm68fuw4Nm7dihB92EW6I4znLp6FdnP9WtvaAr/XjeWlKPJMWM7Pc37q4eq1a9Qr2L6ERcbNR++7G7u2bYHhf91dvSz0zKOD+7n4cgoLi0swHpv2mqINTCCRSCJbcKO8sgUjIwuYpH6KhZzzfpn7q8WlRTQ1V7MonEZ5VQTruf958OG7sFKQTqK9rRpHDjThE88/ikipjcXlKWTNEoZYqHqfxcpMzsBH/cRZJIuwgAv6/eJyAZOU3e1bfaiINLEYHsbocI76NLS/JXRy3ZxdnsZLr77KtfgWRLdFa/Lw7GMYU89d6MTUzCJGuTe6cOkKGpuaEGAsTJKXZDyBRhaN21rasHXrTtpVLcYmZ5DJ0/ZGJ3H5MsfSPrzBELJFC90ssE7MR3GR5y4wke+LBBFjwRhWBjbnOrB3P7Zv2gav7UFTfSPK6cfrN2xAJpuHzX1I7oPkKMkD1aQLivy/h/4aX06gk3Y2SJtrbW7kOtXBM+ZpxpRFB3eROqxvqKdN+EBDQ5ZFwGBpiPu/AXhcWRa0svCTjmR8EbBcyBkPegeHsHFTB0ZHBrFmTRs+/7nP4r/85z/Azl07GMtP4Hvf/z5ilMPrx95hPH8PmzbvxQsf/zwWFhKkGfQFD2OKgcftA/OtUJHJttxsd8MytgMGFi3HQoHxygGuf4WPAPQpkmTKIJ8vIs8CLbf7HGMTnwXhQdGoFyyeNY0xICoUeEYHLKe9qCIb17VsOo9kIoscr4VMAXbBRjaZhcuycfXSZXAovLT5Rx95FHfffRRXL1/Cf//D/4RcJoWdO7czdjdjO30jzXXS6/VwH1DD9ewObWYZi0vLcHNvl2SuooK6S6Sz3JcsQAXZxx57Ao888hg2b96Mo3ffjXvuvRcPPPgwogtLuM2zqtb7ULAEY6OjjKF+KJ8xTL9NMvfx0isv0x8y3MffxE9efBF1ldXwkt6//PP/hfvvvQ+b1q1HfXklwPmCfj9iyzEYy4LtclEGBYd/Y1twKanrsikSgyLlVKRoirxCYAzAH+03BPjgUygUUKDiinwuoIg87wU52lKORZWP9jXGwMU5xYuLSUPDQTRpCCzqJ8fCAFFQZ8TDpJZtLBjDSYlbPwXqyyrm4LaKHJOF7m0mqjXXh/MULXV1QP2l5yJxq6CaE60wPCsRikWuyUXkWOgU8BUKsoEcwGmgwmoilUWGeR0YF7KkRzZFtjgOxGLD0D7ztLcscWRoKynaSTyWJo8e5POGMSvHK2llP8BGsQDk2K/Ac6XiUJYxwLJ9XIctys2CxXVa+D5aNDXSE2Xlpm7AT5YyyokWEpzL5ZBMphCjPSnXZbOfZdvI8T1ggA/AslxwZE7ZFzhO+RyBMQaSm8Ymk0mOy0E4NJfFefUuT5/QvY/7ej0L9Cw9rvbVu9UxtmVB93rv5j5FfdRf8+YoQMu2nPji8rhpjhnKNwdfwA+Rqr45h6cklDfLMumv+Ywx0Hjde1lIUD/HTgCHXrUJxFOCubd8Pu/wpTGiI00fWb2XHKwPaMywAKd59M4YQ2xwxmke0aF2p/GD/7k9HkeOxqzQo3nypFc4JD/JUWM/6A7NU6CdqT0ej3PdztIecihSB8YYqK/uszwniXbx5WXMJ3m0txR5zkHri4qqNm3e67Hh4l7LsgzbjTON5pC8fR6vQ5ueLeIWLvFujOEePOXIc5UfXTWf6Na9M8Za8ZsisRY5Jk+6E9x3ZcmfMSu0io8Yc20aK94lI+HgEEfn4kd9/OTBz9jHuie0poCGL38XTcYYyiBP30g7NK3i0ljhXAU9C69AbQXqNE/nExSKOeQLWQcK3D9mWaDNfqBLXYuk3ZAfzefwxjklo1V55Cl/9dGzcp26ah5jDGXodsDrcVHGjBG0WfEkXo0xsC0b+mi8cLtcLug+79CXd3jTe2MMx6/ITWMlZ2MM2Ah9NFZtGqfrKti27cjS4/FA9+orWzfGOPakceBH/TVW/Ap07wCDF0MSikYxBbSjPOWcpW9nHTqNMRAOYwxJWbkXD5rLmBV6hUf4xZcxK/2MUV/bGQN+jDEOnR8dJzxul9uZR+ONMQ4PxqzgFT7wY4yhHbuguCH5BwIB7n0DXFe9Tn/wo77CrffqJ5qFU7TxNaQHFazVpneSl0A0qE0yEcgvVRDUOL0Pcg0NhUIoKytDaWkpafA682qcQHaifrrX/HoW6F7zyN4VTwQZxifhFa2aM8e4qznT9GcKij+GPlyg/DPI0EYLtNWC1ivuZy3bIBQqcWS1iqNIu13Bk4PmydH3HF5pE4pvNq96r3cao3eiTaB7tYsu0b8qN71bfRa/KgJ7GHvFi3AIhFNzC4RH71b513OhUHBiiGSp+KoYsOoTGi8QrcIDQ5vLc90kv5KF2oRPtAuMYQci1VwCvRcIh64CtRtjYMwKsLvzU0DR8S/NLdwaoxfCb8yKrPVOIHqER3OKFxft0kVfVV+NEeidZCPZ6mpbFor0H9EgUB/1F8AAwmeMcexeclS7aNBckr2uecUoxpc844Fiv8YIVnAZB4feCTSH3q2C+hhjILpEq0D6E+he8+EjHz2v9tVVzxxOQvlDWxJeddf1o7A6r96tgjErtKnfh+/Js/BqbtFgjPnQnmVn4lfjddWzdJIT3+R/FYfwqY8xxok7olFQ4Jqgd6sAfnTPi/Oj+4+CGoukp0gbMMZ8iGuVvo/SKNnKBuT3Aq29q3Yr25Udi17tNx2a6WfiQeNE9ypY3Xdu8cB3DXdYLJnlIS1Ho1ayormpnpvoRW7O52GRqLXta1DHhH48vszExh1MTTOhW1uF5pYGtLTWM6lcC7enwEPPBBaiE/B4C/AHbVRWMRCV+7kYLmF8rB9zc2NIxOd5HUfXnRvIZJMM3CkmKJYQXZynEyYIMSwwUbYUW+TmL+FAKp3kYXkIY2PDmJ2dZgJgCKM8HExOTpKWSadtcTFKXFm45QQ0DjeDSY7FSn0Tc5GH8KGhYVy/1ukkTbq6ukjDHPvnsczDwiSTxiMsvHV13cHt210YZ6EV9IgSJk2CASYYWciQ8FTcUzIjzgOfAm1VVbVT4JTC9Q3+S5dYwL11GzEWhgp0tDgPxwsLizxkzzARN4LuOz0smA2Ql1HOPw/9puvC/AJ5THHjnIfNjXg+W3CMUAobHBhgEWKYfI9BH81njI1lHrSk6HQmx+Dug0EOwUCRCfhJFr6v4L33TuPGjVscNw7hB3sUC4ZJ3WUMDAwzWdUJFd8y6SIa6prRvmY9GuqbuWhUE3eSxalruMaD9BQP8ktMAKW5EEQi5VzESqCiqs8XRBmf16xZi507duO+ex/A4UNHnKSOCqtlTHKVl0eQ4aFxYKAPS0tRHp5bWWjbi7Y1rQiVBmgHSxinDm92dvI+5iwWpTyMayOkb9YGeJALMpHsdts8EHq4GcpBRYrF5XmMTYwilU3B7XXDXxLA+vUdWNfRgYbGZkQiZUhwsy+dT7MwOz4+RvuYdZIv0lNZWRk2b9yIAwf24DOfeQpPP/UwPvmJZ/G5z34WTzz+FDas34hIqQoGOR7avaimjtvXtGP7li2oZ/FgLZMAjz7yIJ577lk8/hgPyXcdhYod61j8bm5qxqGDh3AfE0LVTOCpONo/OEjdhOCy3TzUWUgkUlhmUbGivArBYJD6HaR8FrFp0wYngVZfW0c7sDFN2d+51c2i1Vnq4xIG+gaQ52EtHktyc+HHjq178MB9j2NDx3aoCE5Rw7a8TKrtw+NPPIjahhCq6rzYzMTlngPtKAkXeRiJoraunH5ZRn3X0Xb8CEfCmJtdhOx0zZoqx/b0N/Vr66vh9bswMUUbis7D7fZQn2nKcpoJ2QkkknHqxYtbt29gcGgAP/7xu/j+939GOIa///t36Ec9PEjm4SbfPk+AthPCMhM077//PguS7+D8+bM4dfYEOm9eZ/sivD6XU4RubG5gQiWGJHU4OzPHJMsZ/PgnL6Prdg9pCFBmFfRbDzqv96O/b5K+laZfjeP0yRvo7BxBWVkVFAOWWNjUgXXf/gPEHcCVK9fo/zeYrO1HOZMFDUxQ1FbVODQuLy5ieHCW8vOguaGSCaM4ijzMKoZUV1VBf6K7lsU/f6CcurKYyI6S7wl09y7QpwxaWlrxne/8BH/2p9/Csdffxfe/+1Pc7OzF22+exve+8zJjGpj42MHEyS6sa19Hmdj09wR99DrnyaGeBeQCNxXnzl1hrMwhnUxDX+DYuGEzDh44gsqKeibw5hEMhGCMi8WaWW58XeRlElQYrpK3lyij13/2Ot564zi6b4+jjDGrgwnr/ft3M9EeRKTchYNHNuLzXzyIJ54+iF2716OhoRZDjAe93YMsGBdx8cJ1fOe7P8KJExcpx3I8/PBDuOeee1hsfQDbd2yA2+OmbuKYnplnPBsmrUXs2nmANN6DRiYBF6MWLCbN9u07gJ27tmLDhrXsk+Sa0YMYbd5tB7AYzaDr1gjeOHYSF89fQzS6RB8Yxs6dO/Dkkw9h67aNjBVrcPToIVRXV1OnN3Hz5i2cPn0e165epx/Pore3n7FzBi0s1MXicxgavgOXO4UDB7fg6D07sHffJniZvAQX0z27NyIZyyDFIn7fQBcmp/pRWR9EFf1j7eYmPP78w6htqcJ7Z46jf7gPw2NDTFiQxp5b+OnLLEik4+A5n7L3IhwqwfWrl1HCDb1id1dXN26QtuXlLJaXEtTDVfz0pz/FCPF03riIprZ6qHBTWV2OGa6viqPlFRHcfc9RHDp0GMWiC1cu9WFxIQ+7WIJEzML48CwipeWOHEtDHnziE08DTOlc77yK+YUZ8rbTkW19QwWW4hlME+/trluYn1/CwmKSeivFfQ9swuYttdi9ewuyTK5mmCBobqmjHZRg86bNWLd2IxaFfYWQAAAQAElEQVTm4jh27Ay++c238cYbN/D+qSu4drMb5SxgFY3FPcFtroPjuNPVg4rySoTDIUQiIWzdvIU6XGAy7gb9r4/tJSgNBdDbN0+fn0FvTzdjeYi+vAZruG/4whd+AV/5ypfxwAMPMC7eh0OHD6KGxfMQZTkzM8X16gQivPcxvsS5riW5Zk5xPc4kM0jw3se1xs9DTXt7B5P1bzN2JjExMU+aWehfjCHJJNyx43fwn//rX+FP/sePsLDswnJimXHzAte/Udy8dRX79q9BbX2IcSMOt7sAy8rxXT/jexFr1zXT9uNci+ZRWVmFvft3Qfy3tq5Bc3MbFhkblhaXscwER4YHnxEmKJPJBAJBH+Nhkva7gBQTybdv3yLOEcbGKc5TQIJ7hEomKi3LJt5KTJKnRdK7d98a2vgWhMoCeP2tnyG6PIvxyTE0N7WhPBJGbXUZ5T6EOsahCia/S4KM4ZvXE98i4/QEk4JZFleHsZnFpe3bdzl+k6GOa2sjsOwEYJLw+2zcvH4TydQyuKVFnpVym4kVt8cFY4zjxxYPAwUd/tMJ2s4sJsZ6YeWWwOnht/N4/qnN+Pf/9rPYttGH//L/fAnPPbUJ9x5pxL/7N5/Fpz9xN1obw/CyoPjf/9sf4crV1xnHv4/aqlH88Jv/Cp/61P34vX/9Jfze7/0a7WUd5Wxo62nGV8uZuwggxQUrl8uAGRRHjqUhH8KlQRbqk9jBYsrRu/ahlM/9g930bYvJ6ANYy71Dnnued956F0F/BbzuSlw424c1Lduwe+chJuefo619lTqYhWysrr4GX/3qp3HPXbuxibGooiKEe+4/gPZ1dUhlZ+nvnSw+TKOq1o/nP/EA10Ibmze2c61vB/LL+OUvP4tf/tLziIT9qKtpRD3xZbNerv2P44H7H2NbM3luwMaOtdi2ZR0Ua9rayui7C7TdIfj9SdRWlqKxLoL44gKis8Ncb5bwve/9He5w/7tl6wa0tG5EtuBCmkn9n770Lv2qD/mcxWJwikXtJHJpG1UVrUixmBedzyGX9eD2rSkY+LBEuzx95jS6u287un/rrVcYz/tw/333MP7XIJ8h3kSBhQ0v9x45xuAM169lrh9TSCSXEI8voZS8edxe+H0lADyIsWhl2W7iXkBpqZcy8cLjteDx+bBn/za0ttahhPti7QMXGbsnJia5nr+LkydO0m7HuR/2M+nfh+aWUvYrIJuNcp/1OJgzI+1p7gG34m7umdZv6MBG7nmKTBq0M07U1jbAdvsYy8fgDYTg9oS4Zt9ifFShtA7L0QRKSyKUrRvRhVnU1VYiEPAwds5h08Z1XA/TqOJ6MTU1y73MHMorwlyrljE8Os31ehBL3DfF4jncuDWIOyzS/eAHr2B6ehGNjXXo6elCXV0995HrwWMD8ixCHjmyCSEWmy3LixK/9gRF2lUUpeFyFvnLsX7dBsq3gDVrWphkcXFvlUIZ55yciTJa+zE7n0I6Y3OtCGNmaoG8F1Bf14S2ljXYtWMXqisiKHBfHfCHcIN7hUhFA8rKGjAxOo++2yP4h29+E9/6+29S7zE89cQT2LF1LWWwjFkW4rZu24kXPvUMmlgMnJgeAzjj9c6rePWVHyERG8err34H771/jHu1WczPxWi3zehYv5HF3TlMTs9xvzaNq9d6KLetKPK8MT42St9qwtzcJGDyiDHW1XAdcDFmBFlYVQJribF5emqO/HZwn/w4aQ3h6JGDGBseQV/3AGLRJF3Zh4WpJGYmZ3HmzAm4XW7MTM3jH771PQz0j8C2PLS/RdKyFl4v7YpJ3S1btqGOZ0vbNth/YBemZsaoq2Uc2H8INfS30rISxvMFGFeRcTWH2poG2m4afn8Qs3NzbMtjmQWCRdLnJs4iPWNmegl+F22eyf1LF27Dw0xtkjxduXQJXV13IL9rX9cIfYnskceOYP/BrbQlN7dSRXi5V1XcqCZNZ89dx507A/CxTb7W2zvBWB/HF37hU3js4QdpY1U4d/YyOq/10iaaaGfjaFvbjJ179jDe2Rjsn8TIwAQSSynG9iqUlVUw/twNb7gCpZW1uNHdg+PvvY/egX4sLS+CToqf/OP3MDUyRtsLIW+7ceJKJ671jWMmadDZN4UYY0XO48X4/DyKtgdxrj313D82t7agaNk4fe4Mzp495ZxJZmcXMM3Cb1tzO/ckY9DZy+fzIBwuhdfrgm0Dbreb8xahT8Ho/6D9F9nupe9muTcb4hraiTALtQcP7cV8dIZ782V4PTYSy8tY07YGTa3NgG0hyXgSnZtGcnkK8flpFJlg58ENRf5nqAO/z4+t3H88/uiTKC8vo+4yji/rC89tra2MRzH6SR4++n9jyzqs7djCOJTEr/3q10mPBykW+HishrFcRGvo84wvPBMVSHieUGRxzHB/bPF9oVCgDlb4Wk20WFzz/v9AfbW255ncyTHJmc8XHFvI8IxZYCLeFIooZIqMxQUUsoYF9Dz0Fy7S3KMUWQhDwXJiAUiDTfuzYNGX5riupVFbX8c9VRnPXbWYY9x65523EeVacPvWDcSZ49AaPz4+jmvXrqG2pprxoQkDPDPry7tzPHcpFs5Ho5hjrG1buw7rOtYjz0JwlG0Z5jeyKgxwDyQeH3v8cej8mmV7WThC35/nXmkC6lssGpw6eRLvvfcedAbrY5H87Xffw5e/8hX88X/9r4wX7+PUqVO4i/vSMH1Lsamhto4xb8qRY4Z7Hx/XgEKeMpU8KF9ZizEGxhinj2goFCkr6rvAlxSHRMKU8EobO/LHgP/jD6+AcyVG5Cj7LJOLghz3JXkewAoE8CO8FlbmcHREnvPSkyCTh/YEhWyO7lOA4fwCfDCWw2GMgU1jF7hph7IB8JPL5UCnobZc0BzGrNAk1vLkU3bhAHHmCQWOKcDQ9kAfKTiQo/4LYhQ2nw3SlD3Nh2cI9mHfDB8y5E0FVGNsWLRN23LDtr1w0b81Vs+ATXvJc/+TRyqVpu/liC9POyw4tOWJJ0e5AxYKhBz1WWR8zbNwlqWE86aIAukv0Acs24LX6+MctjN2hTcb8nWLPpCl/cQYM3O5Ffw5yiFPfgHjjJGMjVm5Bz96Lznw1nmvq9qSPKOn6OOyQb0vUG9qF7hcrg/7an6NMcY4/IgG0VIokmaCnl1uF9wez4c0qk04NYeulmVTJhnKJoUM9W+zv9fvgyE/eu/nmczD8QLrgzbRobklD2MMcuRXdNikzRjj0Kexol+wzHgmfmTrOcpEoPYUbV+iL8JydE+SYZGe1blse0W2Dk+FAunMMo7lOF/Okb/eSx7gR/PlSD9vnfl11Ty65jmJ3utedOepc9m57tUunYpP4TPGsFsRxhhnDos8q92yDGWcR4b76wL9yWUbeNw26QX7rdiS8KmvgAiIBw4t4sfPvJtbawJbjTEQ3c4z7zOMMxnmiCUT0WOMgbGsD/tIn/ITi/J1URd6typP9dc46TPN8+hHn3Uv+i3RTpq1HhjK0W254XF5HPzGGOgjWa3217NA/BhjHB5Er/gQPnzwEZ8CdoGLsnC5LRj6TREF+ljO0deqzec5v+bI02eFVyC6V/nwer3ce/iduVbpcLlJJ/l10R+NWaHzw3cftK3iEx2CVfrUT2CMoX6KyH9gd5JR+iO+ZczK+9WxojGRSHAtTlLXGYeHAmkWXvURuKQHgu7VbswKDvEkemTnuupZkKfMs9IxY5h4Vpsx/8TP6vNHcWm8+ooe8aE+hQ/sWPdSgfrraswKLrVrnK4Fzik+BMKjNoHeSwaicRXUJjziRzp27JINaheeVVgdr6tAccnQttjV+VGbbkTXqoz0rPGiQ+vl7Ows1/BZxLlvlO7VvmK7Kce/NHYVhEM0CYfkIPxqKykp4b4yANFqjIHoFGgeYwxdz8Di1e12OX3UTzglh5W50gDX0hxtMskaSL6Y4zkjg0w27eDSnBrjpv3pXmN1FX7NY4xx8Gr/LruVf6ldQMTko0C7yThxSmNEt0DvxYfahFP4NY940vPqWPVTH2MM1Ef7gyBz2irErszHeEmbzDLeCZ/6C/Qsneqq+cRfmjxlmQMt0CelK81jjNFUDp3qZ8zKs+41r65OB/7PmJV3vHX8SFfRtBrPjDEOn7Ip0aL34kmge8lbuZ44azeZzIp8NccqiG6B+oo2+bztsqF7tQlW6DFOmzErvqYx4lVXvRdojDEr9BZp/+BHT8YYxybUh03OvfoKjFnBp3f/O03iR+2C1XHGGNKxgg/8fPSdbMQBy8U3K3h58/+Zb7XNmBU8okM2INB4PQuMMbRjC6sfYwzntpwYKR0I1F806CqdSO4ue2XfJfplCwLJSfyBH+EWuBlDNafu2ezYvvoIhHMV9KzxwiPQvdpWQf00XniET3SJDo/HA9mr2tRHoHd6Vn/h0bonPQqv6F0FvVN/+laewXgZLi64waBFx8+Dfg39tmhTUwOTBF7hchKKIyPDPFgNcnM9gdu3b+LWrU4mPvqRzSTYz0WntejkcSYU+5lY5fubl5lAHEQmE+PGIkEDz1AIGQrYQpEHoKnxSR7SLiHKIurSUhRT08TL4m5ff4+T7MkVMvD5PYjFljE5NcVk9CwPwl3ounMH3T29OHf+El79+eu4yAOyGNy0aROT8U/i+Y89h3vvu4cJ511Moh5gsqoNJUz+NDU3YyOLaC3NbahkkjMUCkFOX1ZWxkNuGVpb27B9+3ZeW2HTyBIqei3FeRiZYlCdpyMWyEuOQvdjgYnrgYEhHrTvkN8xJiPniStE/B1oa2vlgWctdu7exsRDGw+NEVRUlHPOSqc44OVBOKVvCHLjlogleMgdQTcP+Cq8SUEFOtciD05xvoszATQ2Ns6CQhdee+1t/PSln+H9E2dZiLqEd949gQvnL3BhD2DDxg4enjVXkJvNPHp7h9DFBLtASd6Lly7i5z9/DT/9yds49vo5/OiHF/HiD0/h8uVrxH0Ly8tx6gZYWFjgYSAFi/ZQKOQwzWKkNpgKksYYxw6aKUd9E37Dho2oKK+gbEsc+TU1NWHdunUOVLEApaCqIO6mQek3GwcH+2EzOdPQUEs5b8MjjzyMXbt2oKw8AkM/VJCTUZZRHzK6GBexIhcSGbEhPeFICOUVESZiOjhfhDQvwbYtJu8qkeUGr1jMM+jmmIQopR0HUFlViUomhKqZYNuwYQMTSvUA8ZVwgduxYyf2s+CjhNimjZvRRt3Pzc5hcGCQychhRBeiKHJDEKNccjx4pOIpti0y6Z6ivP1Mblbz0AYmtuZY1B9HjHqKUV8ZFmxivNdvxhx/6130UQ9zTGioMD00OIox2vzlS1fwLg+xXXe66EtMXpGqa9e6ceniZei3wQYHB8lHARVl5airrYWLgUT6mZyYwg++/woTJZch+0vGcliKki4mGSeZrJuciqKHSa2XXnoRrx37IZOzs3B7U8jmo4guTTNQFqnjAg/YS5gYn6f8cti0cQ/lcBdqqxuY4NuDPXv2Y1lIAgAAEABJREFUYefOHbj77sN48KH7sHvPbjz00IPYu283dOifoT0MMPFjUR9pLu6JRIx978JXf/kr+K2vfxZPPHkUv/C5p/Eff/8r2Ll9M2W2wOTsMkpCAUd3DUxc6hva+nfAJlhA6KevZ5mwMFaBidgR6IsS4MHw8ScexZe+/It45LHH8Myzz+LwobsYk9rh9ZRgaSmNYjHI5MMovvvdE/jxjy/RJ8ap6xbSWM0i3zgWqL+ZuVmcOPU+Ll+9iA0b2vGJTzyPFz7xHDZs3IDy8nLHF1M8tMZZ4K0sr8Zzzz6CBx84iqeefgAPP7wfe/euxZ6966idZcprEPPcXF25cguLS4xnuSJggTI1aG6ugL5gIftNpWIs8pxkMmTC8cFTJy8w0daD0+9fwdICE08tbYwjWY4rQMmsEOUSowwHaHfaRH/6U88xwfcQxunzvSwYDg+N4zv/+CP84AevYZqF5caGFlqwQXVVLROCHShw83H+/HXSFoWB2+GptbUdDz18N+69/xD178XVq1fQdaeTdE/DdgF7qFOv14fLl25AScfJiUXcvjGEa1e6cfXKABO7I7SjSdpdiLEgDbcHjKM7cP9Dd+HJpx/GJz75FA4c2u58IWJwYAS3b/Zzbh8T+I/g8OEtju0ODA7QtufR09vDGD+IaHSZcW4Cw0MzKOQCuHy+GzOTCVRXNqB9TQfqmMjWlx8ES4tLfK6jXJvh87lpp4uk22Dv3h3Qv6kq/wiWBJHNpbkmTMCycywoDnGua3wexEJ0jPFgmdcZdF6fJJ9dXK+GsbScRE1THUprPMjai3CHcsi7UrjceQHpYgr+0gDi6RhKQj7a4SRs2uQTT7C4u7kD+gsN3d1dXON8tD3A5/UgwuJif/8gRkbG4QsGoN9YLHDT+NC992J2YgKLi7MoDQexZ+9mxiQvSksbUN9QyasPoI3ncxkM9PUTl4FtDKaZdB4dnsCdrnHa9lXGgzN46skHMc8C6ttvv4FodA5uHgL1p771RZCSkJ+0xKijLBqaa7FpSzM+/om7cPjoXhw9ug1PPvUwHnjoKD772WfwwguPYO+eHagoL+V6z+IwN99RxqvB4RksLKZRdNlwecOYnJx31o9t27bB7yvl3MSfLpBGH0pDJaS9lHuAEcbfMJOoLehY186YGIeS4L/+68/gwQfXUc5x2n4P/DyUHzlyhGvnHOXmcZ7Pnz/HeDnqFNjPnj0Dso2tW7eglnFubJg67OrC+Mgo1rWvhfwhGAxx3jA8bh8KTBLt27OfPLtxzwNPomPzTkwvRLF9zy58jMU9m4fGr3z5C9i3exc6mNBWXO+j/e3dtxUTEwOIx2Zx48YV8heH4Ya9pMTPdcJN+pcRjwcA2A6Nottlu+Fjcqa7pw81NfWYn1+EfvNNRYx169ajqakVt7lmj42PwO2xEacP79+/j/w/iIaGBq5JVdAXABTzq6vqeX8DBZPBvdRH45o6zCzOIFDqxxDXg67uO9CXWebmllgEeRcl4RK0b1iPkVHGtJoaJJnI0bpcV1uNjevXM1ZX025GEPCX0lb6UGAyL1IWxvBgD/nK4D//wf+F3/rNTyMS8TPxm6cfF+kjBeRZUNU6mdWhhYcFMJJwAOWZh9dnob7GjVAgjcP7qvG7v3kEv/a1h1m8ucqi5SymJq6hUFhAx8ZqFh8H6TcLqG9pgO0NIhAMoLauhnueFlRWBzC/NIgHH95L+jK4dvUMdu5Yi46ORjj/RMFigna+gAxpCYWCcLkN50+jrr4M+WKSdrHk+O6169dYSDuP/oE7sKw8LOPGcO843nv7DhZmkpgcW0Zv1yhcVimLR0X09YyzTwlm55Zx9sxFHDx4BG1tbaQ55+xT5bvH3z6Ot988jjffehWpzCza2+vR3NSC1uYapLNRuN15pFMJTIxM4PR7Z/A3f/k9/N3ffB/DIyPkrwJzC+O0o3nSH8Mf/Ie/xd/+xY/Rd2cE89OzuHzxAnXcSR3cAPJLeJAF27JSxi7qeTE6gdamChbFUmhpqkQqMY+pqTEWXgZx/WYXLnJNmY/mWVCPcQ0r436oivvMAm0xhECgFErUG9omin4YeJFnMbdj7SaceLcL58/e5B5jEi+/dIX7ulcZ/8PIplNYoL1Os4hSGixzCgAo2tyv2KhiAaOEdt22po32TfvnvrihqRn1DQ2QPzQ21tIWipgcZ4G6rQpuV5Z7jGnGeh9jy9OkyY8EC5I/efFn+PM/+xZlfQFvHHsPKRYV9u8/ACUcMpl57N7FoqSVxrPPPoyN61vQ3X0LQcYDr8fP9aKPur0KfclR/WNM6s6yMDTBAtzg0AQeevhJxstqzlVJWScYe6owMbYI8Z+I5Tm+F+s7NjDpnGRblrFuD8JhH9fVJCzbYD+LcD//2c/Q0tyEpvpavPCxJ7B96y5EWASNJ9IAZTk4NAvbLmDDxhYcPLQPh48cws6dOzHM+S9fvkA8BeqhBCr4jgyP4/r1MUQXkpijfQ1yH3f+4k2ceP8sZqaW0Vhfj2CJFztYGG9urIKX69HU8DD8SCDoiqOtuYRx10Yo6EVXVw9OnL6OYfr97OgoaivLMch9cR/X+TD30sMjU1heypA3m6t5CPcdfRCjQ5M4e/os1q1touwXsHfvVoRK3IzjCfqOYSxqRn19A2oYK+7l2hMMKk6Haf/rESmtxltvvI+R4Sny66Mumsg/0MDi27bN67G+vQ2lJTZxhLk/GKMPJqC9mvZ6I7R7r9cNL5OHy9wHp7kOLHMNnZtbQP/QMEaGhqA/I6p/dzaTtOF1lcBjeZFNFFhUS5HnUkTno6irbUJ9XStQcENx7J67jzgxuLq6Cps3b+HZMOe0T0yMMXbMMf55UVNbheudN9iu5wDj/Dgsj8H8Ygynzp5jzANgueDxBXjxYHJmBgkWpi23F0VjU9/rEWTR0O91gfl2+u0E42YZnn3mSXCpQ7DUB9b1GAfmYOxl9PRdQ44xqaI8jFymgNloDDOMx7Y7gGg0yfVsCJXcM37xC4+jtbkK777zJnRmLS+LICwoj6CnpwdtlGeO8fjMucu4//7HSH8KW7cf5v4kwzGXGSd6MdQ/hTjPtMuxJWzbspny9QAoYpz8e9w+3OYZeH5hngXkJF574zyiyznU83wSYAG24PLiDu0vECnH85/8BGobKygDm3aQo/5imJ6OoqS0CnUN7fjm917Ba8ev4SdvXMH3XjmH196+wFg2A7c3SH8OgK5CWdhOjCQCxpaiQ4fhnYHNpiLfFegLBjMzC7h06TLP6OM4dGAfaqoqsDA/g2IhC7dtIzo/x73KYyhwTzY62ge/J486nl+KSdrCUoLcZRnXF7kulsEq2LBdHu4laKNr2tHEQmxldTntpIqxLYsSxom//Ou/gofrSh3teu+OXbjFs9HnP/VZbN66FXEme2lK0CfPRF2Gid8Uk/P6rbsUbSCTzSHL9qIxnBcoFFf4KGrAB8Am2LYLxlhsMbAsGzb5WHmG89FZFEWDQqGILKFQMMhli8hn+JwtQHYCtkuOhght281xFmAs5PheZ6lQKIws19oM15WHH3oAm3j2aGlpho+2Ock1oJS2Mz0zhX/49ndQylh85tRJhCOlOLBvD/YTSktDSHGf+O7JE2hZs4Y2OU978SNfKEA0+7y859xZPufIs4uFwqeeegwR7k1tU0QNfczNtoGBAcaVGGVeyvFefOMb38Cf/MmfYOvmTdwX5PHFL34RX//61534vXbdWjz66COMEY2EBq4p1fTlchhjgCKgfRk4pyHvxVweAhIEyULtktsq4CMfDkWeBU6OAMWKomVgbAu2i3qwLAf/6jjpNaeiAnnKMpFsjA1YNiz6vE05u90euLmH9VCHHl4tjteYIvsbziGweGW6ARaKXPuK0Lsii1OWMSttKMC2QJILKBTyMCyIF3OGDFqwii7YXDMt4rVpFwLdC2zbgjEG0oGKbHnKwTLsb9kwhuNhUKStgEy6SKuBTRsoAHrHtgJpyLNwmWcOLMerbCXHe8u4SY8Heb7PkfcCdcpBKAKkj/RT5jnKO/eRd4ViwbH1NH0iw3xNmraSKaSh+wJHWqR/BWzSmyeeAmVoQzkFy9gg2ygWLc4g0DwF2m6eNKyAMYZ9XfCwUJRKpdgPjv0IpzHGead70ZSmD+Ypf3US7RnuW9Wue131XlfpTWPUrr7GMvDT122PGzkSpKIwDJAhTwXyrH4aZ9uWM7dsZIm5MyW+NZ/L7YKXQV52IDqFX1c/44iLtqX+q2BxLuHKMF+Uo+yKfPZwrJvnOc1pjIFNfRtjoI8xxuHdyzXQpq0Zs9JeZOcsdbHEdTHBHIJiDkmFxtqW9eF1lXZdi9SHz+eD8k826cryrCj6RW+AezLRqvdOXyITD7ZlOzzbH9BkW5Yjcz2DnzRji4pflmXDmBXahEc4XS7akzMOfAfYlgWyC507C8UcCsyX5elbznwoQFfRVOTc4Mdi/9U2ycyyLWfuIgD5saMrytDomXo3xjg+adu0K8d2AbfH48iPXSAiLOLMs++qbbgoB/Aj/HmOMcZA440xyFG+oiebydEfLXqRDcPJbcuC8Ig2gegVCK+gSJryzIsYdrbIsJv2IVlqLmMMyTDOeD3rnZexWHlml9uCxrndbue9cIMf9fOwTXTl6XuiXfNIh7ZlO3JTX9Fk24ZjwbY8srSxFPfiOdqxbduObLLUufxgtb/mEn6NLVLuwmvZ9ocy0LP6CzRWc6/eqz/4ES71U1yhiZGHFT/Xe+HVHLIr2Zh8QqA5jTGOLIwxpNlydCs6XZxf48CP8K6C5vko8PWH43Wv+RS7VvoXyH+WOswxvlBp7GAZ65/1V78c5alxolE6MmaFplX6VudTv4/yLxmo+KWr8KifMQaiW7gE4kXv1IcagaGN57jHy+r8yziZTCW5D01RVwXy7nbsVH4u/5SMjDEOD5pHchedgiz1Kpxq07wC3astS/3qWVc963wj2kXLqg7Ep56NWaEXvBYKKzJSu+aWrsSD5tP4Vb40NhDww8N4RY9FMp1gnEzD0M4VB42R/ODYmnjROMlghYc0AAPRIR6FX7gz3D+J1gzjtUD3ol/jNL8A/Ig24eMtLNv6Zza6Ok74CvRjgTEGlmVRti4HjBFt/wQ5xh790pPm0zjhWFpa4r56CdJNnvFJPOa4rhXo04Y8ioaPgvALjDHQx5iVq/qLhjxjiHCLB/WT/CRfXY0xjn2KV9mm5BJkIdjL3KgxxvEj0SQ5CJdAuNRf7boKv9o1t+YoUo9F0rrapnbB6tyi3RhaImUkvEX6vN7rKtC9+gg0l/p8FJfw6J38Q/fGGMe/1Ed9BR8dV3DoKf6zPnov2gukwRjj2IpsYRWn8Ao0j8AYA2OMSPvwqgdjDFb7/e9j8f/zUV81i0/RoKsx5kMcem+MgXQn+sSLruoLfowxTl/1E+AjHz3btvXhe2NIL8EYXtlPcwnE8yoIv+Kl9YGNyl9kAwLJQ+3GGAen+MOkOH4AABAASURBVJPNCHRvDOmk/ESbQLisLVs2MvGxFa080Hh4yKqqroW+Jex2uRGJhNHU1IgWbv638hCzi8mGLTz8bd6yCaXhEvT03sGJk+/hEosVwyODWFqeJ2052G7QYV2orCpDaaiESQQ/bGPxEJKDy3KDvgGb13oeshsJOlj4A17UN9RCxRYFiwA3QmVlEWfjUVZWxsN4PTZt2oyaujoAhomEFIwxqKyowAYW9TaoSNraCl8gwANyBvoWfTgSRiwRd57TDIBKev/0p68zkXOdB0EeVrkhi0ajxGMhEi6Dx+1FkZtgt8sLLx0qy0OZBC/nk2CrWZTbuHETQiVhJoSnmZjtw8mTl6HfAp3hYV4FmrVr12Lfvn04cPAA1rGw2NjYhFomims4VjLeunUzNm/aiCoW+fw+v1PUCYfD0Ec4zp8/T7w3MMhExY2bN1nsvIyz566yYDyAUyfHeD+KhWgWlu1lAolyqa9jonIt2te0IFJWAqqNgbaIFDe2y0xSafdRXV2JIOWSTgd42M7Cti1s2FDKQ1KRh+QZ8nAKf/3Xf4233jrGosNNqKAVDgfR1FyPuvpqJpXCWFiYw8WLF3Ht2jXnqoO1kgdKjlg0xlkWmoZZbI+zAFrQhpiBUsW22blpHsAnoT/lNTg0iM7Oa0zGD0B9vFwQKlnwrK2tY8IjSJ2mscAidZEHjrUd61FLXZeEgrC54ZqcmsDAYB+LVANYYKIhRLuKUL/Ly0tMlt5kYf0C7rDIPjExzkTlFOcYwalT1ynLQYg+JZo2b96MDUxSS6cTLHbMUmcz0zMsIEzh5InTLExfQi+T53Nz87hx/SbOnDqLyxeuEq4wmXUOF89fxrWrnTj5/hmcOsmCNhMmP3/1Dbz4g5fww++9yGTmW7h+9QaWozEngRkJlWGobxinWfw+8f4pFqquMUmWpW/44A/4EE8uI1IeQVt7C7ZvX4tIJMR3XiZSM9TBLO02zaJFmVNsOHjwIKqqalBXUwnbshnoDeYXoshmtHFyIZXIY7B/DO++e4r6GURfX5RyyDCJGUU6mUcmZbiRLqEPBnHpfB/On+nB9HgWsaiN6FweD9z/JA/vd9GO1tN+D6ClpZUF4jhUVJ5lUXJsbMLBnWRSQP4v+ccTCcd+cvSt6alxFn/DjCXb6MPVtNE5BIJ+VFZW4MbN29C/l/jiiz/CqdNM7I0OweWx0dBUh5raSlRURmC7iuRnBj19dxBdnGchah4h6r6S9iG/LC0Nsy2G20xGTk7MY2Z6GdmsjWzOQoI5VWMVUcJk0x4mdGsa6lBVV4G2tQ2IpxYwNTPEJMQo8U8gGHQzaboZSRbNBof7sbS0iFr657Ztm+F25TE+focJy1HS5aG8PYiUutDe3kQaS9HQWI0jh3cgEo44NhXwe7BubbVT1Gxg7KpvKMeePduxZfNaFh9imJ5Y4gG+CLoD6uvLqFsP8kw+VVaWYXConzqextjYKAvyszD8b9eu3VBs0W9B7N61jzrLMWF7CjMzMdi2zUTuPI4ff5e+dJ3yXaD/B3Dk6Hbc/8A+1NSV494Hj6K1bQ3KK6soqziL2Ak01DcizQPXxOQEk319xLGA4eERWPDSnm/iB999B+fO3sKNGxO4cK4L+tPJmYxk1EZ5unGr6xYGhwcxPTNBOS/DdhUQiy8gk41hlAXfW7fG8e1vv4w//9O/IS+TTPTuxyOPPISyihAam8pw19378YlPPopNjHnFgsux0R9+71UWAbo4ZwynT13j/Jfw6ivHcP3aTVRUVGHrtu0A5TE3N4eHHnoI65jcUextZXz3+73YvXs3ZVqkLedQXVVF3ZQzSbUedTXlSKaiaGutp5xTmJ5eIhYgHs8wthTRNzCJ6103EK4OwV3CGXxA/0g/hsaGce7CeezYsZP6PcJk5wBmKC+vzbHRGUyM9rN41c21LIijd+3H1h0dsL1pbNvTjkN3b8TWna345V9+njTlcOrEJbz3zkUszBWAfIkT1/bt24sHmUh76un9jgyvXr3EmHuacoyS34hDm0+TIcf3cezZ24F77z3izDU7P8V+Szh46IDDd45Jl3feexeLjHutba0cXw7m91BOeVfXVeC++w/i8afuh9tbxPjEIGbnJugjCcbyGrQzGR8s9eD9U2cwMNzHtmrs2tPBApgH4OFafy7Xx+R0IBBCWaSa8eAo6S8l76PweIJ46MGHKIMSFhwGoX/v6+2330aK8aDAAwrPqyhn/Np/YDd+9dc+j8NHD9HnT2CAxeaAP4g86dYGJcjNakUF9ZSMo7S0BDNMJGqdGB8dwczUFCLhMFyM952d15FJZ5gEn6ROs+y3gGLe4tq5HWvWrGe8S6N9zTpEuAbEuY4vL0nvjfjZz19i/yW0trSgobGBvriF/jWBWGIZOlxv2LCB85bSN5YxOTGF0ZExlHHOX/vV5/DowzuRLxZxgrH94uVrtOcp2k4S55nIPX78BOZYoJoYn2ZbGpcuX8G1zk6uRQvo7+/lWlrJvUoAWju1BorXxegyEize+P0hbN+5Hf6glzhmmdRMwE8ZT0zOwef1oyRYQfoy+Mu/+CkCAQ/9txrpLJg8XY+rV2/hytWbpDfFYt0dyn4EHpcPdVwzFxZi8PlLYdlu6E+dBgJBLvcFhEp8tOP9+De/9ysoL/chx+RFIpmD1+diHAEsxkrJQomDZDLJ91l4PG4m2G08/Xg7PvbC3WhdU4Xo0hz9vIBbNwe5xg7SRixYxqbc2+By5zE5NQjLzuBrv/I5PPf8I5wrgHC5G6URwHbHEAhmsG1bI376k5/i1o1e7Nq9Efc9cAgHjyjOBZHJJFFXV4VwqUF1pY8+3MIxBp/57McZM55Egon4mfkocrRNr89L2SbQ1FiJ6MIiZqYNRkYm8cYbp7nWTzEGlPH+Tfz4x8fw3e+eZ0z6IV559RgWl2LYuWsbNmxcg4cevRtNLXVY09qCZeJoqm9BI9eKU6cvMy7GceHSTfJXAtsTRmPjemQSnHMmhfffO4tvfesfkOKaUV8fob6CaG1uxtjoAr7zreP41t9/Dy3N1fjX3/hlHDmyE6GQC+vXtWFpIYrdO7bDYnLT5zH4+m++ABcLw4fpywf27cc/fvtdvPzyca7Xp9HU3EKZ2jCWxcAEuFw2FqPzkK6SqThtOkFYxoED+9HQ0Ex59mEDC4pPP/UpPHj/o3j++XuwrmMt6morcPDATiwtTiJKmF+YQD6fRDqdxPj4BCbHx7i+cT0xLurThTzDVGx5CbNz4/D4M9y/z+GuIxvIo4syoCxMDEeP7sPdR49wvc2gp7sPFtcOy/Lgiccf4brWgHh8kXPk6atTGOOacPb0KfqCB1cun8XkxBC2sMjodruwMB9DTVUdi8ZJWOTPYpJfe7wA99Nvv3MCVzrvYHR8Hi//7D3qN4Gu28PwuMtx62Y/Fhcy6O0eQiaVp7+WOZCm7ZaGfMQ7ie6e2/D4ANBWPB4vHnrgEdyifyZiKfz85WO40zXoxLKOtdtQXdWE9es3UMYh2mAaSsqeOn0Sx956A4GQn7RXsv8okxRaM4ZguNcORbyorq0Gc9+UUYDnhCBq69pQxz3B1NQ0SgJerG1vRHVFEIf3bUNLQyn+z3/z6/ilr7zA+YL4/C98BrO0OZ+/jL7vpczSgGVTXsOOX3ziUw9i85Y2hCMlGB2dweVLvQj6a/DmsVPkL4H1HZtZiL3FtWE7pqYH0XnzHDo7byISqYSXMSTA/b3f72eMM3C7Pejp6aYsbLz22hvcB6bR2NCCRCyGT37qY/TfRsTp21zKMTU2hICvQLvdjAce3oNMNs9134Xl5QWUlQeR4Pkpw4Sg31dC+ZUwztXTlnK4eO4qDuw7ilAwjJrKGnz+c8/gIe4/XJbB8tIsIpEg5wcScdoedRZbStMmkxgaoA4zKfrwLGKkpzRUCpvxa5zF5VCkFJl8inu2KBZ5lpymXF1ugy6eM6u5tm3Yshbt6xooNptrwBrqIEdfC9J3Gkj/IVRwr2i53EyZGc6dQlmZF7DiOHiwHc89ey+WY/O4eOkcY/AMlKApWlnMLYyQXwNfMIfHn7gbFeWl9PMs1+Q0rzm4XX6ESsqQ5T5bv/3c032DvHmwmzGlqbEOl69cgs4+tdxD7qNf+7jW6RyXZzFtaiaK/sF5/Pz19xnDB1iM7KO+E9RHFKaQR1NDPVpbmuGjvcZYXG1pbqH8MxiZTKBIviPlFfjM5z6GhqZGuGjc89yr5osFh//z52+g8/pN8mnT76apJ9LLpH6c9n6na4BrvgdDw/OIJd2w/Y145/1bGJ5I4YcvvoHXjr0Lv9+DYNAPFZx8tgeuogUP9WAV6UOGaK0CiqYAQ30qRrjov1rLrl/vQv/AIPfQWxnzGjE/M4kc43gJcWUYpyKlJbjnroNIxmfht11YmFyEzcJUoZDE5u0d2LJlA6rKqtHU2k492UgkUzwrpZFjchPcGz/x6CNo4pk2X8zQTptRxjOil0Wc32Kx78l778Ezjz/K/U6GfpglfYBlW/AwYe92u52r9g7GGNjcQ1iWBdu2HZ+wbBs69+WVAOF6mGHSM8tEboFnTUG+UCQNBUL+n4CM57kf4BDkc0XKVO9z1FEOBQYC4TfGgj4ObuJ1rswheLiPunGrGxO04YjfheTCNGIzY/jGb/0qfuUrv4DGuirMTk2i5/ZNtLetRUtTM/74j/4IHevaceyVlxFfXsTs9ATA+ZPJOF5+9WdcWytw+sxZh44MNwh57qnEe57z6jcfU9SDaFLhdse2jQgEPI49v/7az3Gnuws3Odfc/DzWtK+B9tP6wvOXv/xlPP3001hYWECS57nde/bQnue4bm+jbuKooy6mp6exb/9+PPHkk7jn3nsZvwKUZVFswxgDzWmMgQFg2EyJw2UsqB0ffIrkQ6BHXT8EjjLUk2XbsKQzgou6FKzqTmPytPss+ZTOcvkVHRQp5wxlAFgwxpaooESccGuMMQYWwSYoLtkGsGh1RSZYi8TBztB7Q1+0UOQ9iWcC17CPbRnoY/IGAouFVkvFVQJZgWiTzYnOWDxGWSU/tItiQSMt2pHspQBjbK41bj7TbmhMxqzIxqZ/GNgALLCZMaaAInlyuX2wLBfytDHt97PkUbrOke48oaB2xul0KgMVYrMZzsN4o2uW7Vne52i7OfKYZbItR8hyXJHnrwL30NlMEcJTpM3LXsWPZVmck2BsGGMckBxz9BGB+vlYCFSbs2dku+41Nk+9GGMgmahvhkl5Y1aehRcffHSvd4r7WnOzxCF/1Xi1a2yCBY4k/b1I+btcNmWWpWwKDm1Cozk1j/cDn1ebxuUyWWc9EW7pQwl69dV7zWuMcXDIXwSaU3j0LsX5FA/yZCbNwpfsrIiVj/gWnZJlgXaSZa7DmY+0C7/GU1qksYhYPMFz+RKS9M0cdSa86iO5ic8MzzOiT+3gXBqb4Bi1iR4PC7aaVe3GGOSpvzzn0Xyr8tHYBP1UNAmnx+NmPMhq7KX1AAAQAElEQVSC5sv+ea7NaWQZ2/LUiWg3htQRgJWrxshuNYcGGQuggQO0eZfbQGAY++XIGqb+khM7kOQijDFOnPWSVr0Tf1nSmaNsBAynEG6N0TvRrqvaCqKJoPtVEI16r2uOdIv2AmWj8W63C5oDBg5PkkGWtiXeLBLkos26FTdIk3AI9G4Vj/pnmPvIClhAy7PAWhSd1LH6qb+gQOfTs65EiwznEB1qE4gH2YfajLEcOUgPMZ4708QtHOonvazisG2LtNv0CUYT+l+ae6g0c7I26QU/uhc+jVWbmzHPIj+6V5vwiHc/93SyH7VzGHG6iFN4V0B9BBpryWeIX/TKRzWH6NS9eBJOisoZvzrGGAONNWbl6nat4P1om+7VXzSINmNW+oIfvRPtAr0HDVF9+MqRk+aUbASFomKhceZXX40FP6t9RKNkIvoFei87U192c37UJtCDcAp0rzk1RqA29ZGfS3baG+teewIHF+2JLNCOaV9um76bQ4b2YQxfENkqDvGs8RrLZse/NI+hnPUsuldp1r3L5Xb0Y8wKHtGg98pjaY+4THuRPqQXzaExwiOcolnvpKss/UDyFN2aXzTrvcasgtr8fh/3cEFnzjxtTGC5ZG9Fxs2c4zOrc6i/zfVGc2n+OPP0upd8V8FFfxPNxqzQX6S+VufVGIH4EQ15rifCKRr9tFHdq2+RvivQvfjQVc/iU7jVT1cHaKurzy6XC6JDuHQvujVe49RHthPnWcSJ7fS5PP1Y74THGANjjB4dm9ONdC080pXmF80C0SNQm/BqTsnYsq0PcRhjIPmrvaSkhHtlP23F67SpXeOMWZlPdAmXQPNipdm51TwC8aK5JT8966VwCJdlWXqkDXIN/0isF+96Z4z0WXDiumSvduFanU99hEugNs0l0Dy6qk3gTML/6V7tei8d5vMFx06EU216b4yBMYa9V36M+af71bHqL9CYVdC7lRGA6DLGAPwRzlVe1S4QvcYYR18aL1war3Yfa29B5glX/U48K7aKf/Uxxjj4hccYTgBGHcfuAGMMhMNmHDNm5R34McY474wxfFrtX4T0p/mFV6CXxhinr/ALjFmhUzQK1E/tok/2IzvTOCsSLmESpp2b5ANMyDyAu+85hM0sOgVLQnxv0ZCCyHNjkKPzNDY2Yteundi6dQuamppQzqSoxR3qxOQ4C10DPCgyAUFD1wE5Eo6gnAXKkkAQXm4OQ8Tn9wWV68D05Cx67gyg984gxpk4GOwZxQwPFoN9/TyczTnf4B8bGsP1S524euk6YktxJnEjTFasY3J0G1TQ3LVrFx544H4897GPYffefXC5Pbhx8xaOv/MObnTewHUmUrq673Bjk0I96S4pLYXL40IrEx6V1eUIhcOoYNGhpqYGFJ1zgOjkuHPnzuEmi5hKPCWYCPDxUBQMlvJAHUZ5eRVqWGyWAH3kZW4uwwRVhkn7FJONozh9+hKuXr3G5MwSYssxEDG8TGCWlpLvYh4ZLqYJBjEXA0eESeBwuJTJqDoWD7ZhDw8x6zesh2RawUJrkE4c50FzbHISUfLv8Rk89uRO/PJXn8Ezzz6MLdRBa2sLfH4vE68JlJT6ESJUs9jW3l7HpNsmJuQPY/36dZyjnoe0Dtx991Y88cRO3HPPXh6gnsCTTzwJ/YkmrQ3hcAjLPMB1dd2k7MjHtQuYmBzGfHSaya8RFmCGnKTltWtj5PM2kzX9jiPUseC5uBjlRnIZOvS5WSSzXZZDV0VlBZqbm7F2bTvp2Ys1a1oxOzOH02cu4sUXX8JLL73G4uRt3GSidYx2EI9lkOfhZXk5yWTarCPHoaFh9Pb2MHE6yiTTKIuEvbhw4QKi0ShcdBi6BbQIxWJLTKjdIXSRjiQXmRI0NlawmOfH/PwcJlkcWVxcxM1bN/HOO+/jJz95hcXjt3CVxeGTJ07i5MmTTnJiamIa+vNNAeo3vhzHBBOQ16/dwM2bd3g/Cf2bgSPD47hzuw/9PcOIzsVYOFnG+MgUJsdnoELf5MQcuL+EfhPCZfkwOxlFlsnsoC/EQ3Mbdu3cg8OHj7Lo0w79SdoNG7bgqaefwSOPPorHHnsU+1h8qaurdQLGOP1ijLQvLS3BzaRLBYtHjSyQtbWsQcAfYoIqRv4W0dc7gNHhUYyNLiEWK4J7foJBbVWIB3MP+rqX8Norl5j8fQuv/vQcC6oDOH2yEz/4/s/ws1fext/8zXfxCpOO3/rm9/DjF1+lvseIa4JFpqvUxQK2btmKX/qlL+G+ex5EY30LSoNlTL54YNN4RkeHScMcenq7ce3aFbz77nG8/fZbvL6LY2+8i3Pnb1N3M7QJD/U2x/tB2kQLtm/fTJsNsMB6muOuweW2oELqVeKYYPF8bGIMfX19UALA5/PTHpaZJH+JujrNImgMqXQeHm8AYSY6PX4b5xgrxpmAqKgJw+UHxph0XL+pBQ1N5SwedWFkvA+z85OOvxSZuMkygaNCcSy+zAJGGdZvXMsEYgnptMlXAQku3ul0EuVMsNUzkdre3ozHH38Q99+/A02NHmzeWI+WlhoIh8tdwEMPHMGnPvkMNmxoQoGH7wKA1rZafP4Lz+KrX/sSjhw9gM2b1mPb1s1obmrAFPXqJ19lZRUIMqE8NjqF20zAjI1NMp5047Wfvc3nWaRSReoyD5flh5/JumkWnW7eus54VkBVfQjT80MIV4Tot1cxzKJUWVkZ1q1bx75eLC7N0wfrSUkeAwP9uHb1Cl5//U363jHS6Kaf+JBOFhmv8txQGjDM4777dmH37t3OIW37jm2oqq5ChrLyB3zsk2aCbhnXbw5QdzXktQ7JRIF6WmTi9jh1/hbiySjqGqpw190HEQh6YJiU27Z9Kwut+9DRsZ5+We/ozO+3WKjLoPN6D7Zs3orW1lYoMd195w79dZL0AdFolNc8AgE/cqShiYnFcDjMZHSSNCecZO7IwCj9rUB+2YeGH1uO4saN64wb07QPoLq6BNu3N+DRR/cyIV6FWz1d6B0cxGuUw7Xrt3H58k36cAyn3z+LU++eQiaZYTK8HuWhEOqrqxHm9cCBAzhw+BDWbViDPQe3wluSR1m1Cw89dhc+9dmPoaammn5ncZ2oYtJ/EXOzNk6fuIOrl7tY4Dvm/BWBEyfOYqB/hjJbj4cfPkLZe7B9Zwe2bK3huroezz/3IA4d3IRsdpm8JrjOrUN1RRkqK6rIH7gGVqK1hWvgpp1A0YP6xmYESkqcdydPd+LK1TMs8J3HnZ6buHr9AkbGBrCwOIPZhUmMsqhRXVuJZ599Bh9/4Sl8jOtmFZPP0s8zTz+KPO11inHqFte+m523cPytE9TnW3DZPuqrhbHewvDICPbs2Y1nnnmC9rWW8o86CX6vz00aUqhmMbu5qRbTUyOYnZ1C+5p23L59m9CFiyxI3rrVxfs7sG0L2sC0rWljjDP05UXGg7XUXxB3unsY68cYC3xIZXI84hvaWSlque4uzM4jOreApvp6FAsZxj8vdZXCyNAgpibGsWf3Tnz1q19GRUUEiyxE9TN2lDMhvX//AcasRoyOTOPq5U68985JzM8tYXkxjrmZabzLeFVS4qHfW9y0JlDFGLu0uIzFxRjkDzx7kx4vksk0E/Ix6E/hHT/+DqILUfT399E/U9CfzlP80vqnv9pRw31FDRPsJSUh9PX2w+8NYcuG7bSLZQzSXo+9foG+2IcyFkNq65rx0IOPYf/BzThw4DDmokm88vPj+J9/9h00t61nvNjLAlobGhva0H1nBL09g/j5q6fx058cx49/9Ar3ULPoZgJ9ZGgcQ4PD+NP/+T9pS7/N63+j/vLYsb2FBwELOTFi8qBD0o/z0EbSxbU6aEcQ8VVgYSaFs2cn8Dd//SMHTyKRRIz7lYcffpQ4djJuT3C/M0X6R6hDMGYGue9wQQU721VEMER9ZOJMtlooq/QxlnroDzY++9mHEQkbZLn/GRkeYqI9gZbmBrhd4Ho5BMXQXH4J7e0N5HUjE7uzpNvGQw8dYeG7hHGYxTfbxqc+/QS+8a+/iq/9i8/gd7/xDH7zt38Bv/27n6FPlmNopBdrOuqwcec21LSGMbNYQE//HAaHJ2DZbszQdqqrG5HMWNRzNVpbt3APM4U7dyZ5ncHff/NNDA4u4vi7V7nnyWFmLoGysjoEA2UYn8hwjxfH8eMnUVVbg+V4GsnEPOKJRbzwib34l//yy6iuKqHdldBHfcgyqT3JfcPdR5l49gQdfoaHB7C8tED9T9HmZrBx0xY0NIbgpl3k6cszc9PUcS1S2SRtPsOURA45biLGJxYZf8vQ3FIDX6AAm4flQdp70dj0m2UAeZSE/FDR1UUZpVjwLa8IYO+eDfjqVz+FnTvXAAZ4/tm7qYM8998GAZ+f+5UJpMhHKp5hoTKKAosdifgMLBPDU08cwh/9l9/Apz7+JPSlqR987wco5vO01xu0wWbKYg4TE9O8zkCJgoMH97Pg2Ynu7tuILkahLwpasPHEY09CB7bX3zjG9mVk82kkmFRa016LPfsOoLu3F6+/eRxu0uPxR1DbsAaWu4zPldTnDALBMpRX1HCPuoEsuGg/efrwGGzLwp2uW1Bx8NrVy9Bvlz7x5N2UZxU8HpdD1+WLV+jfSVy/2g2Xy02/TmJmdgIzcxPUxyLWtW/EQw/s5Rp1F2bno9i2ZyfClaVYYMEqk3UzfuXw1ttnMDRMmVhuyiHE+wFEWOzUb7RWloeRScVIV568zSIancMbb76J69c68d7JU2hduw63e29gdHoEobIILly8RhtpxfjYHNwIYHJshvZSCdh5xBIztIMkFqJjjLW1mJ1b5vo/QjtZJo9Z7sOmqes415gG1NXV4/CRI9hP+SUTOWhNOcl1Jaa/MsA17dVXX8Ubb7yB5577GJZZJN+7dy+OHNnO4nMJLl+5hvfefZN0L9GmQmhrbkKASdFcZgm3b12mnBL4/Ofvxrbta3H/Awe5V2lHW1sj/D4P40UWS4yJU9OzmFtYIuS4xvZxjhRc3PNPTY0jWOLGw48cwb337cPC/AxKAmHGaRsWXNz3tpKXBLw8KBtWXCqrytHD89n83DwWl2KoqKqmXwawxIRTOpdESdCHKq59VVURHD68i2tdDW7zbFJWVoqpyVEk4guo5TkunVqinmfR2XmNMX0WS9wnV1fXcP55uD1Z3Hf/fjz/sYewtqMBe/dvxv4DuzhXOW3IjUYWLyMVIRgrQ7lXoqm5kjErSL7XQEmiQqFIO5duo9xvpKi7EdTWVFBvpYyLMcyyQFZG3WbyGQwyrmkfPEc7sLiP3blzM/0ygPZ1HTh4+C7U1DZSTiUYH49ifn4RWzZtZGG531m/1rS24ujhw06BrplFtUef2c89xh6UV1VgdnaOcycxxHOQYlh5dRlyXJTGBsfQee02fN4StDSvQZJ7lqmJWczMzCORzOL1N86jf2COdM2T1hxKw1Vwe0Lc+7ppZ0nq2iAcLuH5qIztBn6/226GOwAAEABJREFUFzbP8sYAVJgDRWPx6oKh/YM6hPGweGNzX9XPNfBdyiqAXXu2kcYxFHIJ9HbfYiyZRmtTHf7tN/41HrzvbvIXJywhTz3FYwuMpz7qtRYwNlIsgHhpf4b3BRaCbQM8dP+9+PVf/RXa2hzWNdehnTZw76bNaPF4UUM/nhzoY/xywet1ObHQoqwZaqCrce4NbI+L+5k8lNgvGiLVD6+WZWEV3Fx8nOQhJzUWoIRPXkl16jybK9De88hw/5FJ53jNQgmdjPPlavBjwXBSm3Jxu93Uqxu28LlcEH4XrzkmxpZpyykWS9LJBLZt2cS9agAjg724duk8um90YnF6Bjt37MKVM5cxPTGFU2dO4D/+p/8bldTxT1/8EfuXMB8yjdd+/gp6mRsp476+f2AAg/TzYgGkgUDZ2W4P9WnB7TH0IZv0JqEvEH3y48/irqMHSVORtjvGWBrB4NAg155NgG05cen5j7+Ar/zSV6jH3VhiQb/rThfWre+ACjwej4d24ccdtp08dYr72J/h+DvHoT89qckLBiByGMrVAWMBxjiyLFCWkin40dUYw1cGtm2TVhfU3+I4FIECE2HGGOhZ79kRznvK0Xbk64FN+Vq2DRXZyDpXveIKUBBpytqZDwZp6isWSyKdykL51ix1lqO/iIZV/C5ThJe5AzfPrjYAi+NyzFsVud7axoAMIM11SmME7AKw3ZgV3lC06AcFB7/b9iDMdcqy2cY1MsvkpEU7NZYLLl5hLBRoUwKL/AqfEsHa/34U1G4MkOf4NH0hx4JokQKmGNlWFEmkS7h4KbIjqSZRTrv65Fjsz9Cfsiymplm0UzxIEU9W/BOnMS7KnnK0vaRLVw8M7Vd0gR9jDOksMLbkyKpxwCK9Ar522uUDujfGcN6i05/UQH1s24Z8Qf68EjsLpDvv4HFJj3xvjIFsSqB+RRKeYGFQcsiwgCUosE3PWepU863gpb0YoMC2ImWcZ7GhwKtsR31Ek21ZzlzGGNiWTR5dDl3CpUKYcAtUrNDVzbgjf5fcRZ94AD/GrPCWo/HkigVYbhe8LFq4PW7Y3Ct7vG54Pog9qwVHjbXJn67CRzQf0iL60tz3GmPgYzFavGt+2byXNPiIW2Pkb9HFJUdmGq+2Au1G9wLD/2WoV+EqUEYW8bncNmzacWm4FKWlYQi3MebDucV7jjLTVaB5Uywcq010ZWjzWZ6XOYTYi4wbaeo5y/GA4qvPTztxgXMYuOh/xhiHPuESr5rPJt8c7MjaGKNbyDyNbTljPG63w7ebV8uyYNk23LQHjRWozRjDOVcA/MguRKN8wRjj9Nd4Bzxu55ndHPuTnGzLgpeycNsG/CGYD/HpfZq2Jb4luyzPQEXp1QL7gJ/iB8ALf2zLguzBRTrFmzEG+ojOIuOUxut9KBRy+DLGQP1k8+JHupF8BOqvcWr3eNwgatIs/wJ15XbmwQcf9bMs47QbY6iHnAN6LfwC9THGkG6jZudqjPlnV82vfqLRGOPQJrmJnjjPcgme6Rw50IckY9GoMbqXfcjv8pRPAUUUeFW7xqqPMeZDmjXOmBVfET6B+oEfy7LJq+WAMSt99C7LOQXCaVO+onEVLMtyaLVsixjg8K5+mld95SuSozHGwas2gcVxooXkgkGJP0VnrPxc66+uOvcKjzErYzXn6ljb5rz0oSLz86l0gjznYNGIhFM8iV6Lc8h3NQ5G08hm/vlVtMa4fkrG4Ee0Codt2/QlryM30SA5gB/1F236hRTdq69AOhAO7WMTjI2aX+2aW7iEQ300Vlc9iz5jjMN3gvsNvVulXe85nSMXzS1cwiObWMUpW9ezx+2h/Xkdej1c+10u94pOyP/qHLoKhEfzi0bRL5waI3r1bIyBcKrdGAqNRBjzT1fLthz/8bMQq3587dBocS7h0Ti1iX7NZYxxZGhTV1o/Myx+pzIp7mcZs7huF2ir6q++BfqpaBCozbbsD2nRs3Dq3SpojOY1lgVjjAPqswrGGMrBgotxSyD6ZA+ySZ/Oro6sXOxjf9hH/fRefQXi0bZt6CO8Oa7L0pF0ojbNrz666tkYA/VbpU24hFNtkrtsRLJXXMvSr9SucatgjHFuNd654f+MMRB+wQot5sN4LhzCu3rV/ap8FPPULhC9wrkKelY/vdNVoDaBQ9OKq3BtyTj26bQBjoyNMf/sCn70XjiETzhEp4/rpuxE95pXfcSD5CFQuzGGo+HYUJ7ro0B9BXqh6yroWWDMyhjd653wCnRvzMo7zSP8mmdVj8as6EY0ilaNVx+G7yLCpSFUlJehpakJ9SyOCcH8/AI3lBm4bBdcbrdDpBw/FoszeZjmuxQPrHMo5zgVWdcwMVpbW0e8xnmvP3vZ1z/I5McEEy5RKtHNA3IYYNJ2enIGE+NTziFxaWmZSakE0rEUCtwII1NAIZNnoifJzVPBUXacRU0ZngJ9e3s79u/fjx07dkCJLZDnWCzGQ+QsoiyWLRLf4PAwkxeXWLQ7j9ePvclE9ns8sC/D5w+grqGBh9QqHjiT6OsfQHdPD6amp5x5Kioq0MqDbWVlNQ+nKSb0p5lAHMfExCT0Jzc7r9/A8PAIEwgxJtpKmFjuYIJ+Ow4d2sLDeKPjTPpTvfrt0stXLmN0bBTzCwsOXXMs6A0ODkDfGB9ju2zMR0e06aAZbWjoyGtZaHjo0cdw+OhR7Ni5kwf/A9i8ZSvWr29lIXQPDhzcjWom96VE6hNen5d6SGMxuoCFhVmUlPixcWM7k5LNCIUC1EOKh6IkC5jzSPGw7fX4Ob6W+i5DlAf66elpZHhoqK6pwg4mIe9/4B6s37AWll3E6PgQxgh5Jq2bmuvh9tpMCESY8PNj06YaJr+bESwJsDjZieGRIR5+Fx0Z6lvZWsSipEm/daRk2zyTVePj0+jqHsLAwARlOY8Ll6IcO4MbLMr09g1jaHAExli0pwpnYzg5OcW+g+Qr6gQVH5Mw4dIyFmTboYKMNjMqqmzYsImyuQsHDx5gsb2d/FXBx8RAE23585//BSepdPjwEQSDAQzyECraWlqb0dBYS3oLWKa9yL6KPCB5PQE+x3h4vMME1hiTd1lMjC9gZGgRHpefBYQOFjsO0U9aEI+lSfM45maXsDC/zARPFF23RnH9ahdOvncRZ1iYOc9D8uJCjEWHOA+zU8jzwLPIBL2XCRDhiy2noH93zO8LUpYR2soik3lRhEqDaGlphrGKkK2Mj48DFrBp8yaHv3gyjouXLrHAe4M0DGCZhfvxiWksLC6grr4UgSDA+I5Moohb1+fw6k9P49t//zN8/7tv4vKlAdJbZIG1yE2nD15PCKOjSSZE4jh7rgsn3h/CzRtjuNHZjx/98Ap67uTR1LQB9XVr4POUYnJ8FuOj0wyOeSRZ7FesUJDRb6y6mOitqCzHDhbg9KdI43HD5FGasQOIRFzYunUjtmzbiN37dsHDAkxdfS0T5vdTR4/j8SceYeLrHhaSd0NfPlhcjNIvJ5FmYjrJZIQKlq+++i7GRucp+yxtOwPLtmC7bYTKIzBcZMen5nH+0jkWTQeZNB1DdGmaMplFY3MD9OWLQt7g7JkLOH3qHBTfSiiohYV5TM3MMjk4x/1Ykf6zCZs2Sc7VtLscYiy0xlioV7FgeXkOy0szaGuphsuVJW1R+nM/bt++Bf3WQya3jN6+G1hankFDk5+JKjcam6rIu48LSRzp1CLj0CzyTL7V0I/XrVsPJcJUaNGfF7x1s5t25qVO/Oi63c2YtoTduzZh7+4N2Lmtg4Xswzi4fw/9N4RIOIT6+mqUhPworwhjYOg2Lly4ziL2cbz88qssSI0ABphi4bWaxVD9aeW169YwoZ3FWib4IuX1pNNwbBnqG2qxYUMDY1opGhqr0LG+nf7uIZ0FTDD2xblBq66qxbXrt3Dq9Dncc/e9LCD8C3z9t7+A3/j61/DlX3oGe/etg+QUCHppy14mn5IsjN3B+XMX8Nprb+LihassvHUhFl9kUcBiMrccfn8BtbU2fF4LUdquitcLC3OQzV9h/NRv+ZWwWGgxNuaYEDl16jzH+Pl+xOErl7Pw/rtn8dab78Fl+xgHlzEzNYPr169RjgbPPbMNv//7X8Ev//KzeJiF1KeevQcdLHTD8uL99+7gJIudPV2TsApB3Lk56Hw5YnRoAgO9g/jZS8eI9wTyWRe2bdqF8vJK6jDHYkwcwZAPLq9xZA+T4VqygNn5cSaw2p0vxuhLApFwJWVg4/LFbpw/249T7/ej69YAHrz/MO6+6x7KuQEWC1sqJO3fv410NWLDxiY8/MhdlEkZLl08TRrfdnjRb1eVBiromxfws1eO4/13z+E7//hDfOvvf0id99Je2/DAg3vwe//ut/H4k48gFC7BkbsO0/bqsbQUxRwLkDdYIB0cHGXRo4fFzkXYxu/Yuvz0xs0uxowimprDLNyWo/t2H6LzccaWMVy6dBX6k45K6hoalPBNsHBZXhZhkvsQNm/eQD/JwuN1MyYkEYkEUFLigxLedfTvBx98GGtZWJAxRiJltLEyxppZaI0cpJxTsSzmJpeRibvw/vvnMcDiVzAcQZb6VnwpMDk0yvX8/LlzeOuttzDM++GhIZw99T76em5jiUXTsdFxPHD/A5SnwTf//ttc76YwNz8L/Qn7H//0FdpdH9y2HxZEY4GxrAUuy4dy0rNt6xY8+NA92LF9PXp6h7kf6EN5WRXpT+IKiw+hUITr+xGuqWsQiYSdfdLOnVtQURFionI/48puJm4LDv9ZruO3WTzuYxH35MkTUDHXzSSEzbioBFy4tBqyr8mJZcS43ykrj0D7q+udnUwsp9Hc3Ix333uX+lqk3y3T/+ccXcmvZ1n8LQ2V49FHHmEhaj+efvZ+2nuR7zm3uwR+Xyn0haRkIovSUJjxohG/+7u/jr/4i/+Ef/N7X8dv/eaXqIc1qAgCG1m0rCgJwksZZBJAPLnAAuIM9FubL3z8Hhw+tIOFn1quA7dpL3cwz+JJIFCKWdrR3PwS466PsrmKM2dO4sLFUzh3/jSiXO9TLDZnmYCen5+nfs9iITpDG+vgmt0KNxNRI8NTWORaef3KLequB4vEe9eRvdi0cR127tiC2zeu4+rlm/jBd17jWvUj9hnkOB/qaltpW3n8+Kc/pA38FJeunMLYxACudF7GFPU8MhYlD2kUjI2FxSTGppYZn0tRW9uEkye78Fd/9TK67oxx/Nu4dXsKP/jRWfzBf/p7rhXd6O6bwVLcRjZv48r1KZw6dwenzl7Bzdt3ECn3o5TFs0g4jGzODVhhJBIFhMNubNrajK9+7Rnc/+BdfJdCX38vFlhIudp5BUpuaX8yw8JTlsmsSFkYPu7VvF4P+dzJfvPQ2a+hqZX3Kc7TyPXQhUw+iZKghzwbtLU1oK21Fi3NJYw7aejPvldU1eD8hStIpXPcG9hsL2KSa96xN97H5St3cOPGABYWlqEvA/h8Fv1yEb/0S8/i//y3n3RI4rkAABAASURBVMAvfuER/Jf/51dx9PAa+kKR/p9zCmmmCBa306SniC2btyCdLuC1n70Ew33fEveuKBSppyz+/M9+BOnt5vUeyrWWcoihsiqCjo520hPHrj078MijD1Pf62EZizTUAraFiupKrN+4Fm5/Hm1rGzE6MYE5xqTh0TE88PAjOHLPPahjMShcUYPj3Dddvt6LvsFZrmeTcHu8LJBFkaZf1dXXk7cowqUhjI2N0B7SGB4Z5X60gWeMUZRHIrhFP/IxAWhZBjqzzM4uMwY2oZZxaHxyErF4nHudSSQTcdr2NRYGTuB73/0x18oZxskM/fwoCw0dyBWWYdlJNDc0ca+RxPxsFLPcK7ttm3FxFgG/hbKIl6JJsMicwtTEDAqFHBPsWXgDfnAwQowVb7z7NvpHRnDj9iAsK4RC3odsyiK9U7Btt1NoKwmVUH5LSCSnsWFzM5pa6ynfJvb1kKZFtqdQzzOLcsfGuHH+/HXc5lqViBvHLwb6RhinR/AX/+tbOPb6G9BZTHvMbCaPDAvzwaAPHo+FQMCL+pow5eeFMSm0t9Xg+rWriC9F0cj1/5kn70cd3zc2liHoz5LHLLIssi4vTiNUGkBzUwOSLFCk6d8z3PMyT48z527hnffOsMg8hlu3buPnP/85JicnoAP+jh17aAdBjNHn9c9aJBIxVLP42d7eSvnH0LF2LbTPG2I8n5maxdJinHFmmWtrqXOus7iubuaeZB+LdWvaWrDMIuno6AJjm4ex10ubnEY2HYWL/cYnRrnmuBEkjy7LYuyepG2S34YqbNrcDstTpP3ZAPXXebsLUcYIi+vB1as3iCeBd985jYsXz9MXp2jDR3id5P6kgva2hI71LdjBwmh1bQjjk+MYGx+hPEKwvW7oz6/7g37ucafojwUUilkES7zwelzIZeKYnBjG9u1rGVtnsZPF+ubWJjSxQHj08H6cfv8k1ra1gormelSDqsoqRMIR9Pb2Yv/BPZxnGMOj/Th56jLPblHHzkIlHuhsFvSXwGW5cOViL0pYsN6ycRsM17YlnieyLML4/aUoKQ0zpoR41q3hujaCHLxcY2zahBs+js/mE3C5iygJeRCJhBy6ZScerwfGWAAMlFQoAtwX855tRbNyzTMmqGh7k/sG9enoWEvRGszOTDq29v677+DVl17mfmgr9CWHb/75HyOQT4EGTZsgpZFSxHIphMtLYIoZsNKKONfxRRbWOZljSyooJbmmBFggGrtyHX1nz+Pq8eMY6+lGwG1DX5jLF7LQl0iK5C7HPbUxBYB7KunBsg3vDQxjgbFtwLZgXCvXomWcQlwmn0W+mOOUGldkXw6xipSLBbfHhsXuhn0t2pRNHC6XC/jg3ua6bmwXjDFwPrwWeeMkohXc+UBU2Ld3n3NGKIB2yXOGL1DC/dQoqmpq0cpchm1cKFoeLLCQYvksvPX+e/iv//0PUV9bg9dfeoXnyPfxx3/4n/AAi8yiQevJmTNnkMvnaG9F6jMDtetMmM1lkGWSEZRHJhVnLI+jtbURX/zi51BdU4Hjx9+mfjzoZJy8dvUqKQKKTDzNcb0m6XjuE5+A1m7tYTZv3swz9UFoLVFxzsuEVp59NZfb4wEZhz5FR3pFFHgtWmyhvIoC84Fc2KQf2Ykgy8Rfjmui5lXiSkQYjiuaojAAHKZ+/xxIJ+UuvCBuasvhXc82c1OaO1PIM24XqFeue5w7w4CZZPEpw7VShckcz96CQr4Iwwl9bg9cNifmOJtzy1wgLqg7m3P4PG6ef4iTeMS3Enu6ZliMybA4Ix5SLJIlWZwSHx7jhZfnCvCMmU5mkGAiPE3bLdBXlNzNM1lfJIckDWQRRc5TZNLX5bJgcT69K7AP+DHG4ntDAIocz27Uax6sicLwXZ43GeLOMBbTDCgSN1wuL+3AwwEuB8gWx9A+uJ5nM0XG5AySySSvKayOLRKxy+WGIU7dG2No9xxPeZCMD38sy4KXhT+X7J+tunpoA7oWaBMCY0Rv0ZGZdKx3Gqd3ejbGkEYXacpCc+n96lWyVB89+5lcF+4i5aPxatd73WuM7I8kwBY+A3jd1BNtSnpQ0WR1nOgVLjff25YFXYVD+PRvTMdY+IjFY9BvwuYoLGNbMNRDnvzYjBOaxxiDVfpztAPwI9qEV1cvY6VlkwjGHeVqjEXRU6YaU2B/2YzFuY0xjtxlE0W+11jbtmGMcegqLS3lmlZB6wB9Ng3xq36cDjnyJpo9lL8Kdj76oXgR7hj3M1prlRvVVXMJr8bneH6SvFbA7czjJQ6BMQZqtxm/ipRzjv4ofCvXHHnOU485Tl9gP0N95UhTGkXKqUDQfAL1N8ZAc2pu8FOg/IRLNCtW6VlQJN/qU2QftYte3mKVnxV6bEcmxhgYUJj4iDyJV3Ov4jKGfQjCWyQP7EpaXYxvbrhpp27y5rJs2ALK2iZojiLpEH3Ck6fz5B3eczC0eZv6N2YFLxv4s3JvzMpVcheeDP1feUTxqGfJQcUNy7IcGtRmjKEM8469q7/6rI4vkt4VXnIo0uczLGrLHkXPig3nOTf4rkBdFCj7HH0241xX6M0795pfeMUL9KFw87Q7ABAtgiL5VR/B6rN0p7EaJ1AfjVOb5ldfPRc4tkCrzFHnsv8MbbFA2sWfQPLUVXyt2rTmMEY2Q2JIk96v9jPGfMjPKg0qjGl+0SHgdB/SLhpEk+Qn0BjRJtA7ond+NF54CqRX84uWVVCHPGO2Yp9A+DRWY/ROV81r2Su2p3mkG4/XxX1eED6eJwrU0epYF2ODl34k/OJb9htiYV0g/yySBvm5aBR+Y8yH/KzKQTIRSMnyA9mSrhornHonGjWncOmq9yu0USOcQ+/1LJnoXmOE38V4vooD/IgO9dOVj86P7jVGfAvkj+ojkP7VJlqMMR/SbowhuSvPmsu2LeijvsInsGj/yslLDi76oDHGGW9TtnqnOSV/gWxplXZjDPQRDrWJZ/UR7jx9VHTpXjT907Xo+Jfepek/WepYa6yRD5M0zSfQGNmG8OXpG3o2xjh+uvpe7wSK2Xq/Cuqv9lXZ615tecYi9TFGdK/YuTG6h2Pf6iM6xZMxhn5chGQgW9HaIftxuV1Om/qov3BrHl2FexUkE/EoUJvkKnBTvsK5Ol44NKf6qE3X/z/QO2MMLGNRnxYkA2MM7w30EQ7Nmef6sYpTPql3Ar1fBeFXm8CYlfFqE6yOXb1qjO6FWzwK9Kz21fHGrODQs6DAWKM+q6C+xQ/aJCvJRO9sy4JkK7nK9q3/DU+R/rIKwqv71evq/eqz8K2C5hOozyqon2QmkPyNMY7ORatVU1WN+poaVLOQGPD7eGjLO4amBT4QLEGB/HE/B0OCcxTwwkIU+vZwNQ8Dhz4o+rW2tqK2locDXpubWnioLXESNEMDwzwYdTHJcxt3unow0D/IA2oU2oQmWBCqqCpjEnktkwW1KC2rRIk/BBQNPG4P2nnY3rd/PwRKOkp42uirWBeNRplgyZIvw81H1jkAFFBELQvB+rfeNm/ZgnLyM8eCsIp4d+4M8WA6hiEmX65d62RC4jLOX+jE5cvdmJtLIBwuhY+8SxEqXA0PDzGROQstkMsstqVTGefb7rdu3cLNm7foxAWsW7sG21kY2rZ1G/bs3s1EzHYcOLCLSdd2ZyO9wETUiBIpN2+it6+XB/hFJiNS3JT6yH/GOTyNjI3j0uWrOHv+Iq5e78QtJmJnZ2e5aS4gzQV7bm7OMfL6+jqUl5dDiWQnCc2i4ByLs3e67mCBB04FE2Ms8hHmpqwSNTX1qK1pYOKhAmkmQIaGRtHfP8RD/zT10O3wMEvcMpCZmWke1hNQwaW8vIzJpPVMurbh4IF9WL++gzhDSLPgunPXTjz//FP49//h9/Abv/lrPCjvQFlZBHWUeQOTPet4oN67dw9kCwaGODNMgCSh36pLpy2w3o2J8UVuXg3tI0DaLNTVV1DPa7B953as4cFShfUbN2448isrK3fkPDU1zQ1JnpuJLFQ0lA0U6VAqBIv2PINtCQsu7e1rsK5jHVpaWlASDFCGOUfuslkdCCVXGX8V7X0D+brn7rtx111HnTFNTc3QnyHduXMrC/X7eL+ZvJU5unzu2cfw9NP34u67D0P9SsMR1PCgu2v3DjzxxONQEXDf/l24+559THQfwu6dG1BRFkQ0msTCfIK27CaedYhEKqi/Mai4dOXKVVy92slCyQ2cOX2WyZ9ZJsVnmPAKMinuR5oH4koWwFraWrFx00bSEsEQbXKYRevJyWmcPn2FCcBpZ+PYeasX3/zmT5nMnYTf73Z+K6iyMuwEasYQABYqymtIwxpHl26PYR8weeJCU0sdWpiw3bS5hofmIEIlfoILxVwa+bRBTYUXTz9+gAW8g4wJftI/zoTJPGprG5jQHOfzCFRsq6urpd6bqc9aemGBsQJYv2Edi6O7cPhwO23X5jwtSGdS1GmOtBmC5dBfWhpCPROlNg+V3d3dmJyaREB0hEscvisry5GhPN588zivGeq3HKFQwBmfYJF1mkWGcRaS80wgrN9ciYNHdmH33m0sOOzCmjVMpFluzunC0NAM7X4cfb2LSLLIjKILcRY0bMsD/YmgRCKFFA/fy7E4TjJZceHCRWcRLCsLM7HogcdlUFFRyiRdGFXVpfT/Fty5PQOfL4Cnnryb/lNO3jO07wVEyrzo6Ihgw4ZqNDRUYHZ2HC+/8iO8fuxVxOPLcHEh3LlzD6oqa3Gb+iuSlto6JgyXkygy4Pq8PsxMT+D++3bhF3/xKXzqk0/ioQfvpl2V8vAoenM4duwWrrDwIN2uW7uBPl+FdCrv+L2SyNHoIpOVYfryGsQpJyV5UpR/eUWZYwu2naY/ZRBlnJqnDJua6/HMsw+Sv1K8f+IUbty8wZg3x8RLFwYHJ3D8nbOc7xYuX5rCiy++QXudg+Te2XkTdXU12L6jnWO9KDJBtRSNMbUXhMmXoDLSinBJLWzjRnNzE2Ucp+158exzj+KRh/dh954OymSJRbuzLIDNoLGxnvKtQi197Pr165hkEnzHju2oZ0K8qjqC7u47KHJzK9+VfUfnY5TTI0yM+KiPXljGpixq0LamCRVVJUwWWnjq2fswtzCIeGoSy/FJDPQPYJYJ3FzKwOvyYWkhiZ3bt2Eb1408i3deVxDlkTo01rfy0FLE9OwcE2LdpD3G2BQj38Po7b3t6HV2YZwFwNsor/QhFHEzwXwCQ6M9cPuAdSxeF3MuCMR/+5otlHcat6jzq1evw7Jt3L59E7GlBfJbwXV1FjduXGbsXMIoi4o+Htbr6xtw6eJVHH/7JN493onXfn4RJ05cw5Wrw+juGcGOnRtZzP4FPPLYo1DC605vN6ZnplDD9bmhoRGVlTW0gQ74vEEce/1tJq1TSCbz6OkehtbGBvretm3tjJkRZFJJlIX9+NVf+wp9LwTb9lP+C9R/P958m2OZ0K4oK2MCtAAPN4MVFeXEt4ix0VHJYn+zAAAQAElEQVT4fS7KY4q6jLGgvBF79uygP+RpgxEWfC/j6pUbjHfXWXi7xutVeGw3i8KnsDifRMBTimuXr7IoMc3idYa6mYbX7UFdbR3XSy/+4R++TTu8SV3kOfY6XnrpJcq/B+vXtmPLps34zCc/Q/+rY1y8wMTxKIv+t+FmIWYpXsAci3cJ8ptKFRhfQ1wHh0nzMvUYRzgSJo0ZDAzcZvK6D5/81N1c2z4HfSIRH+OkF7lsnLG2GzXVpbCtDIvNIbS2NuDZZ55EPdc9m75cysR1B9cen8/POQKUXRl1GUMwGMTCwjxpvoY8k1/vvvMuY1Ge61kBXLKol2ZEysPw+dx4/c2fw7jAGJdG57UBjs9gaamI7u4+jHKfcPXqNVy9fhWXrlxiUn8MGzatx0OPb2NM99Hvczh86D7GiCdw6OBdeOLxJ/GHf/ivoPW7MhJFVWgeezZ7EMACDh3eyD3PMD7z+cfoZ4a+WERza5D6qsITTx3A7j276ct7kWNSsKGxlTF0HWUzgU7ue2LxJMbGJigeG2vaOrBh/UbGt0bqog9vv/0OcjmL/EdQFqlGRXkl8kxUpFI50qekfQmMAW07R926MDeTZDGkiP6em3jv7TfRyf3PJury6aceQ1lZNdyuMHq7R2DBhfm5KIIsJAdLy3H9Rh8usxg7PExbixVYrFlEseBn4XoJhawfyBqUBkIYGphBb88o5mbjuMU4/c57VwE7BF9JBA1N9ajmfjUUqqIMmuALVODJpz+Jj3/yecqiESPjUxifmsCatVX49GeeQ3NLG2w7Aubf0N0zgHQ2Bf1Z3O6ea1Bi++LF64ztp/Dij18iHYNQfNGfRbddBegLL0HuR9ra2qhnH+1xjrF9GhPjoyyWNsNfEsBiIkO/iSPBTVKSRafmhhpkkjEUWJwp4XtjkXSXB0kWcscmZmm7OQDUe9bGG2+cZMyYw+BAFKUlTRjhOhddiKGtrRWz82OYmOyBbS3h2GvfxaXzb9BPl/Ebv/ppbNrQjHRinrEpg6A/gCx95DYLpWWllQh4yzA+soBrV+8wNiZoUzvw4IN7uKatg7445g+4UVNbDhWO9u7fjq3bO7Bt+ybqtwC/30t7GeXcC+TXj6bWBoQYU379N38Zi8lFBCMGOeRxq/s2fviTH7PI3UMZnqffDkBfjAtRPy6L9JA3nlnR0tqKURZeF5cX0djciOnpOdpGCWprWuFmTNOf/a9ijFuaj8Kigcnm/AEXC9wJ0mLj8OHtmJubwqOPHqKNr8PePR2MKTna1DRx1MLjCjLWzuCH338Ft272MiZOoKamnDRG8ZnPPsf4sg71tdWIcJ9iG1DGfsSWFumbUSwvzmPtmhYcPrQdkUgpHnjoARaxSmDY8Qp91eWJYGQ0ytjdhz//Xz/Af/6D/4mpqQXuhyrg9wVwu6uXa8cI15cJ2mHYiTWyGxfjfqSiGtX1lfiNr/8q6hvrGbcG8f775/DyS9fx6qsXcPJkJ9566wQMvLjvvoe4F30ER44cxaFDh/C5z34WGSbaW1qasbS8gD3cl3u8bpSXRQAK1aCI9R1rsZZ75qqqSvpkEuBimk4uY252BLXVXtKXQkNjJTZsbMfExBjS6QRjQRtsxrvq6goEGNvC3EvMLcTpCzFMTi9jmDYzN5vFyfduYn4mh8qyFhw98gB0horHl4ivChZ1H48nYNsW7rnnHoRLw2jkmdG2fRgYHGXsvkmaExjsv0McQ4yFl/F3f/1DnHy/C488tB933bUf//7/+m38y2/8Es+sPvJQjycfO4y9u7Zw/UrDMmB8X6T+C8iywHb1+jXSN49j3D/+8MXXyXmQUILh4Tls23oIVVVtjOk1tKtZjAz3oqm5DLt3tztrUFVlkGfLKYxN9Dq20LGhnbr1opcF7CzlVeD6fbOrC7arFIYJdZ/XhtdtUFcdQnlpCfc8RYRK/bDsHK9uVFSW4IEHDqOhrgqHD+5FP/cyU5RtJBzG2dOnoX9CJcl9aEUkggP79uD5Zx7Fv/nG57Fvz0b4vXm0NddwHUlhKbrEIngStVURxJcTuHD+MtdkGzXVNYyd5QiGQvQNH0rCIWSp70AoiFxR8ijA5fFzDxSj/MEzUgrZXJK6dBO8pNPAR9tT4t7lcgOgMGHRNIpQEQo8m4OfItcG2/ZAXzLovH4TUzyT6PzUSDt1uW3o3/FK5fL45ve+gw07tqCyvhItzfWYGB7AWz//Gc/5HvhsF2NLFLPj47hx7ixOH38Hgz2DyBY9qGrdiK17Hsbiso3+4TFMzk9gA/c51U3VuNN7By6PhbqaavhZeDHGwBgDj8cNl8t2wKZtWQLLgvUB2Lbeufj+A7B1NbDoqxbPHi6vG96ADx6/17kGSgI8hwRREtKVEAwwnvmc8bA/wGs+uHIO8CPxuD0e3oH+knLWv5+8+CJmFxaRzObQPzgMN/cIm7Zuh7ekFPuP3IVltkdTKcSZqA6VVeA///Ef4J33T7Gg+qeILsXwl3/915iansHg4CAy2Qz59KKW+7rSsipnH2EZm/HQxbUvx9gUhEixWBhIsZiaoc+GyMfGjevh5R7j1JnTOPbWm1zbJvHyz17Fn/75nyG6uAi3x4OLFy9iZmIC9957r6PvBZ4L9CX1OeYZLCLNMxEpxmzbxXkzKPKhKB+gfeldjmu9rgK1wyikFB1c7Or8GGNgWzY++lF/jVXSSmMExjZQcTVfzKPA/4wFWDb/x3Yej6B/UzPHBH+aSVQVxCX3HGlJ5wrIFy0UDGlkY4o2mClQF9kCz0Bp2mWaMswhwwJrijkd5EF/9XE98MMmX5ZlgT/cx2S410/jozyKPvFljOF74mDytsAeBSbHstSd+BBfhgFIeDxuN0MtfY7vxF8+X3TklsvnNIpdi3yfc64Wx9iUi8YVSZSxLAiPMbq6YIwNl9tDWZKXdBZ5FlPln8Zy8x6kJ8+1Q1Bw+liWCwLDvZNz5Xg3x9u2DWMM+xQdSDGvk2ZBWMUDYwzHWNDHTdpt+gSDCgRFFDhH7kMoUOeShcASrRyrNvFpjPlwDr1bnVPyUR/b5UKBulIC33Csi89KvquvaFnFUaBcjbEgWtSmd5pPfQ3AvVCC+6AEyStSh27oSxUZxvtkNkkJ5qnvBBaXojCUrTGGNu6m73gcHw5y7TLGQHML5wpteYcuf8Dv+L2bcVA0KmGr+fPUW5b+Jzqy1OkqCIfX63VwO/HHbcHjdTFn4IN4ytNvNIfuC5RbnAVQ4VQ72XD66Co5ia5gIOC0GWPgoV/6PiieOjjYJjy615g8abIZ84gWKsgs8XwmWkUTu9LestBcahO9umqsoWyLtCGLndRXcxsju6CzELH6qG+KcUmFPhjAti0H3JzPwxhvaBMFzi8aOMSxJ/GXJ78aq/kEhQ+e1a5+FnVujIExhjnBmKNDzWeM0WunXc96MMY4eEGP0bPahVugudQmKHJt09UYAxdtfJUnW/cCy4brAxDPNu9X6ShwbI40itZMJuvYuEMrbVQ4i7x+CBS0MYZysB0dqZ/sQVdjDOWdwaov2ZzXLT/iVeNFc5Y5Xc2rdmNWeDPGUM8ra5dwiQ71LVC2RdJWZAy0LHBOi2BDPmOMgT7FD2jTvTEGtmXBxTmFX/Pgg4/uZUtqlz3JznRVm0C0roD1gbw/GMiLxjpgWzCWgWSVph8o/uYpD3ZxfqQPgWjK07Z0FUg2GfItnowxkG4EGuT0ly2SD2OMo3u1qb/GGmPUzaFJeATCk2XslZxW+1ji2+VyxqvP6njxG6A/i0fdq5/eCzSPMQZqc8BYTqzx0peNkS5XfEfvfD4vgiV++ANegLa4OtYYw/hbwIqfZBzewuEwcx6lzr3mFEi2xqhvnvZRgHCKpgD3L9KFYpr6ETltaGVe8SY5repJ78S7QPPrWaD7LPcQK/IALGNB8wmfQDjUT+NSqTSSyST3JmlnnkQi4dCudxovWL3XVSA6jDEQzeCnSJvUnIBx2tQuMGbFnmXDGgd+1K75RY9A9AiMMSjQRlKML+ovfbioP/Eq+auP+gvcLo8jS2MMMf7TjzEGxqyAWoVD9GtNk/5VFBat7MJ+IBjoI9pFn/qov54FGq92gZ7VdxWKtE+1i1aN0xlTfQR6J1i1efEsujVW/QUaq78qsMqvxqmP+BV8lGdjVujUe7V7mQuWPITXGOPIXM9uj8fRs9pdlJ1AY/SMj3yMMY7/iEY16+oAjINL/TXWwcnYoXuBZVvOe2MMjPmnvprDGIPVjzHG6WfRB40xTl9jjKMz9VU7PvJx5qY8JQPJXCD5SBe6ql3djSEuGN1+SP/KWKcJxqzwJT0naNNa+2TPwgEOW53bGANjzMog/n8FR9HxQ82l59UrX384l9o+Cuq3CmrX/erVuSdPlhw6z01obDnOJEEc4Ca0vKwcDUziKpGb5KZzYHgEvf39uNp5DcNjo5hjglDf0h0aGsTc3DwXxQSWuPGfm1tAnsExxINCMwtUu3fvRUtzq+O8YjTJZO18dB4er5vBiUmkxQUmkZZRUhJEBROzbo+HASsALQg5LnAyPv2Gmr4NaLS5sy0kuYGei0Yxzo3/CIujIyxYLi3HmKCawcDAIG7duo3JqSmAyfvFxSKLUEV098Z5KE6iNBxh0mc7E0GN3ApYpMPmQXuaB+tx6E/vTUxMUshFBpg8eUrysBbAxo2b0cDDSwMTp34mnRoamniAX8fkbQ2NyHYOIfqm5xwT7sOUk4JVa2sbBOIjysRLIpmC7XJDCRKbh1nAJu4SNDa3MGG31sEV/yCwqYCqQmE0GoWhgSqQS2kqBkqGQR7q9KzDTpIF6SIXtIrKSibuO5ikqaIxuJDPGco1zQTMGJPQQxgfm0M8lsb05CyT9724ykLe+Qvnmbi4hpmZGQwPDSMRj3FsAZXEdejQYWzlga+6qhZul49O60UNk/Nuj5s4+5m868SdO7fJ+3kmwk4hSp263S7KLg8FM30jdGx8GkuxDNzuIOrqWnnIr0ZtbSPa2tZS9340t1SgnofshYVZXLp0gTrqoS3NQgW1zs4b3GTF4eIBx8fDp0U5RCIR9q936JCcr169ip///DWcOHmCiZBpeL0ebN68iXRvRX1DPTZv2gQFhRkWpylI7Ny9G5v43uvxkvY7jp0Mke/R0REkE5zLWJRbjvMm4GGf2tp66r2JyZYaVLMAGwqVoIKFPV/Qy4SsF+GKIMqrAmhoqqRNbWACegvn3sLkUIS08H24BLWSmdtL2xpGjj4mekT7DRag5ukreq5m0TSbTTs+EGLCLkUf0QagCCVgSoh7K7Zs3YJIJIz5uVlYdh6bNjfhYx97GE88+Qg++9mn8ORT+/CxFx7E13/71/Arv/IVPP/8vaS9DF6/C3WNER4uFjE5M47yai82bq3E9t31eODhXfjiLz6Hf/GrvwD9OcWaygh2bduAtqYaJlmBfiaiLVi4cfMOjh17EzdZ6J+emYXHG3AKqpFwBZOIR7F//0HHZspYAhY3nQAAEABJREFUZJmfn0eIvpxnQS0Q9GHHjm341Kefxb/6V7/BJN9+tLQ0sW8FppionqKPOof1uSgPPTHEmagHDGzLZmKnhP7hA09K8DG50dLa7PD6yU88gY6ONty8OYCr1/rQ1xdlfwOfz8befR34xS9+DM899zBtq5qxbBFBJtVLQ5V4751zuHGjBxs2dODRR+5BI33Y7y9l8myS/tDDwtIAeZqj7lNMLhVIZys2MrHv5cZqgHFvkgmvhegsZqbGYZscmptrSUcrGCZ5iE3C6ymQBotJySWURUoc2L59A7705S+gvr6K9nYDHo+Ltt9KvdTTJ9xMjgyx+HMOluVGbDkN/Xu3i4tJzFKGxsrjl37589i9ZwsWo9NMcLlQy+RRfX099CWD9jXrUF9XwQLxJLpu98IyHhY31pHuBsbhOPSnvbfv3I3mlla0ta+D/oR4DW1x08ZN2LplG8TXzp1bqYsQC38pFgeSOHR4N6pryhBdWsDFS0O4RX1nMnluuiyceP8afvC9iyymMiYBOHvmNl595U2cOX2J8XMRFxhLLl06jxjXgAtnb2CgZ4z2M4Gbnb30rSwi4Qjj6Ea0tjYxBgcQKQsiHAlgz94dOHz4AFR4DwT9lMkAbt26xThUpO96KLdBxq8bGB4exSzjq4ubBg91ovh469YNxs41ePrpp1FVUY2x0XG0r11H/uSHm9HUVMfnZkTK/PjHf/w7DA7fwas/+z7iiWkmJ7fiM596Fr/ytc/gk594HGvXlKPnTif5Oo3lpRQP3j5Us5g7NDKMl195Bbe7meCNL3LNGUV0YQ55HiZqaqoA6qm1rQ57928B7Di2bG/A3oMtaGqrxAwLGXf6bjCBowO/Cx63H9eu9ODll8/jb//mDbx57AqTp92McR7yN4Lvfuc7GOb61dLUhMcee4yFvefQ1tpKG++jV1iIRpdRW1uG8soIcbqxuGxYHAYT8nfwH//gD/G9H/wQf/mXf0k778QYi28z9NW62gbaxVrEllOM81HqaxDnz97C2Mg0Xvzhq9TbDcinGxrrsH8fbao+jAUmxxsbqvEbv/5VyufzWMOi9MRECmkW4hcW51hUPw791nAXi8Bu22aifcIpFt65c4f2H8e1q1fQ1XUbXVwffvTiT/E///TvyPMl7NqzDw8/+hBCpX6MMYE6x1iWTttQ0T66NIPJ6SF84QufpA//Au655y5EWJzwet3QQeOZZ57Bl770Rca157B16zbabRUeeIBJ+liUa8YcpqfnHV9OJbNMtu+Dj+v0+OQMfTmPgaF5rhEXnfW+nMnKkpISWLaFcu43rl69iMuXz8HQp20mvEsZ29975w2UBHNoWxNgIWALNmxoZPJtEeFwkLHGYrzogpLXJ0+dY5FnknSWIVwaYtIiS99b5hpYZAx6DmXhMtI1Tf/JQn9JI8MYPzs7RX+eQ2Ojn7qtQpLFJZfXaKuC7YyV2gf19k7S3w14hoaHth5lwcbD5Ew2l8Hk5AhS2RgWl+Zge+AkZ3v7xvDqq8egYvX49CAGx25gLnoLS/FOdN16DT09vXj99dfxp//jz9DcXIov/MJzXCOeRUurB//+97+Mr/7KUezZW4PNW+sAk6DvX6a/n8H01Dz3bXksLca4ftdj37791F0YM3PLeP/kWdy+NYh4LMu41EidbEeaRdML569gYnyOOlmEx+NDU1M9EtTJX//NDzE6EuP6alNeVYyZRXz2U0/j+efuwV1HDuGhBx9A0B/GO++cxHvvn8CnP/MgPve5p/D5z34M7SxCZpi8Wo4tYXBwlvZpUaYhjI7FcPb0ddxkcfXA/sOUZzNpXWaBZBOSy0ns3KlYtwPPPvcM7r1vP+NNFSZnorTjPIsMEaSZaF3knkd/lWB2dhE/pK3+/PVjiHOv5nZ7GQtryesETp1+F7dv99B/FrEcS9F2XNzjZqmDRVy6OID337uEm7dGyZNBKuWmbltx4tRJWG6Lhd9ruHbtKmPYddpQGjkWIbpYHO/YsAbj4114+83XsbS0jGQqDssC16V62lIp9TyB5eVF6KBw7/33on39OoQYQy3bxzWtFAYuWLYXpaUVyGQtWBwcYmH4ytUerk9h+nsBN2/24NK5G3j5py+hqaEOO7dtxj1H9uNffO2zOHSgHU8+cQjLSznEl5JOcWNpIQXkPUDOjx/98AIuXOzhnnInvvjFr+Khhx9jwe5e7Nu/Fb/125/Hw4/ci7r6ctrMOqTSUd5XQfuSUGkQXiYeAtyjggn9bCGLTD6NgpVFKrOEBx48hOa2evpiAT2M6Tnbg/lEDhl46AOMCxPjSHMf7LENtm3aCrcrgLPnLsJYhnFwAOkk+6bz3KtmMEOfD3OPFeRcjY0NCJeFGR8raRtxzHCvs3XrWtrVAVhYIv9BREJuPHTfPfgUC+Zam+vrI1iIziEeT1POoCzyXN+XkUoU8e1vv4rBgUEE/Abta2q5BwzB43E7+8Ay7nvq65opZz9sFn21X9OXCB95+FHa75kV22dRTUV0jyuITMpHHDW0fTjrc01NDembJT4/7cjGurUbYFOXAe5z0qkYFunvc/NTSGUTtNEcfsBiTChcziKTzViWRV1DGPqi3dR0DDOEjo6NtPs4zysJ4nHDslzcX00jFAohlUpjbn4RL/30Z1xv3kNFeR2qyhvQ0b6RheAUwuEw5llM0ZjBgSHkmFwPeAyqKrzYurkZ69Y1opEFLMsuon+gnziDlHEtoQbbd65HDfcUTz79DFrWdACGMo604MKFIRamL+Mv//yn+OM//Au8/tpb0JeUtmxeh4X5GfpfAqWlpYx9KdpygH60BBRtroNeHDxwFO3tHXC5vPB4LezYug6f/8wnnOKp/vT0+XPXcf3aee49vo9bnRdw77378MLHHkV0YQob16/BBu4Nqyqq4GcCWof0xaUs4/t1nDx9DtMzS5RtnvE5gIH+Gbz37hWceP+q84WLTRt34YXnXkBpOIB8fgnJ9Axqq8tpwlnuOxL4ylc+jc4bl7CPBdC9jDV3eqZYlDoNL/fCza1rsHlLI2NrE6ory4BCCh6eVVOxBG5cu46piUnc4V7qL//iz7GbBd93jv+csp/Fdu7pH3roQXSs68Ak7X5ubg6tra2UcSlSKjZz/++xktznebF1Qw0+/+knEA660NZYD/37jT7GqPKyctLfiwR9xrZtWLZFX7Fgu21YLvAon4PlLnL/n4ax83BRpvJJ0J+UADDG0GaAfDEDN/VeSn/yeF1wc7z2WrZNPJYF6wMwxjj3Xq8fOmNatpuxJobb3LP19HTzDBOgbVRRZrOILi7RLtZgiWfUitpqnDj5Hm5cvog//I//Nyp4zp8ZHMEydTLPuNPQvh0b99+L6YyF41e4J8kUMZkgTeUVuMyi+h/93Z/j9OAtDGQW0b00iazfQiaTduj0+Tzwcp9gU+ZFRhYGR4B05oo5XWDIq+gHP0UmPHhhu4Flky/GGRgWEEweIBjeW1YRIB79NgNMEcbpB/YHXB6bdknB8j0sEE+BF8MrgTLiDbL5HOlyI8AkWHmkDJbl+uALEwvYvHUH1m/aAneAcYF5loY1a3HyxCl8/Xd/F/6SAOYWF2BTNnUNbTh19iz++E/+O8Ynp2DxPFpRUQHppKe3l2vSafT391F3bqfNbblQS7vPcn0KeUOcu4Q2GKB/lYoFJJIJxoioyIOKpvoCUCAQwPXOTly6chmKJzt270KB/JZXVTp79ZraWtTV1TGeZjmPDQ99yrJsCImLNMLgw49F3gWrDcpPCCTv/w+g6Ozv9V6wOma1n9p0L149nMe2bac/s69w25aja+nb5/cBxkAFryKvRjS43LAIhnZp2R7Ybi9yRYO8sVGAzbUIjKuKAUXkmMzNMMekwoBwiD+Xy8O5DAocUwAgWmAAY/g/2lGBiWRnHuY6dIU+RXDMBzzx2Rj25VU/tm07Y8UPu5EWF+cXDQCXMeddiuf9lYRrhvPlNAx50pXP5Z1rUXMSp5KxlmXDQ57AgnGWZ7Mi7dkYQxuzHXC5vLQ9L/HapMkCYHgVPRZyLHY7/AAwxjhgE58xxnmXzWY5f4F+lXF0boyBTfrBj8YVKUEX44JNP9O+pEi6RKeSy+zCeYoOvbq3LMvBtTqnMYb0rbQJlzEG0q3X60WBPGh/R4LgcrsdWoSXXYgv5+CVLdiWDX2WWDDUOOUbbNKXSqWcPpZtwXbZzjw2aQyFg6DKuQ9eRDKT4rqTRjqbQoZnN/Fq2bZztvA5dm3RrnyMXyUQfSp4Cq9iQFF6J+8aI7ry9O8CC/lu2oDNOcW/9JenzjR2FWhC1IWbbBnyIZsrOPeWZYEu4NBcJO/qL5rE1yLXYv2GrTHSW5F7yqxDj5tykQzEv+YRLZZNmrnXcq6MD8Fg0OFHslH/QqHo6M/ifLo3xqzMD0NevbD4TORwWzb8HB9gnq2ivBzCY/OcLdo0l2Sgwkee/qI24bNt25GzGLEMqeJhxU9avF4PjDHOvKLXtlbsTvTKFhx8tENd2ZE/xrE1ya/APKYxxmkDP3nnywdZ6F2WxSLN7aL9yW6MMSS98IGt5Bwc0pfWwRT3PMJvjHFoFK0CfPApCZbAy7gC8iMfsy0LPtqh7MC2VmxUtComiG7hEm2aX7a6+myMcfQrWQu/cl7yizT3UOl0krRlyEsRksNqnxxtJEdeRIraNU73AvVZ5c0YyoG0SNZ659BDuy0UcuQJDl6Lgtd70eUA+XHo/UC+ThvtS/QKwM+qreoqnOrzUZ5s2bTHDX1hRe3Oe+pFV4Exhljg2LNwyG7zjAPGtmB/4HuAgTHGse9VuRmz0qZn0WhZFvlYAfAj3DBw7EYy8FIf6sNXMMY4oOdVsK0V+xMu5dvT6bRDk027FGic2vQuxUKL+NccGm+M+dB2xIPeGWNIj8HqR31Fq97LLwXCp7aPwkr/osOr7iXTFOORQPfCrXbRpLl1rza9Ex4y5tiQbE9+91GQPai/+okejVebQPgEajNGdBcdH9BvsQu3aJUviH6Nla1Jrh7qduXqcWStdoExhqQYhw+NF42Ob1uWI1fh0Fya0xhLZP0zEI3GGKiP7sW/ZL8KokPtxhhnXi9jbpB5Yp1RxDv40ZyaR/SIRl3ZjALtS1djjDNW7aJDcxmzQrcxxpl7tV14xIdiqWiRnRQYs4sOLq3EcD5F+of6iTbd6yo6RK9kqHdqF17Na4xx4pHWh1X5aoxoseiP6quxArWLD7/f7+jYslfkpnbhFU2rc4gY6XW1rzErujDGkGcLmls0CL/oEw7dgx9jVmSgdoHeGWM4znbAslb8zJiVfsYYAMTP9UF98cFH/TSH5loFtQmM0Rg4Mtbzaj/dG2McDKJnFUSH+BNoDrU7nfg/YwyMMQ5twvNRHOBH/SUf4VgdZ8zKGGMMe6z8GGMcPJa1wqdo1pscaw+CLPNtea7VRUfn+JB2Y4wzTn0FRdrAKhhjHLosyswYA31W34mu1Xu1Cz4E9i0Qj8EtIJcAABAASURBVBWdj2KBhZ25mTnEeQAsMCin01nnsJtgINJvROo3/nbs2skkyiPYtWcXGpubePAMw0dDSWcymF9YcA7Fch5NaEhMgTsGy2WhdW0rNmxcjwoWota0t7EwtBnr13c4bS0sksjBp6enMDgwgIm5GScoLC4vMXEwiInpSW5+slz3CpADVlVVocEpavqRSCQxr8IDGSkNlaK8rAJlkXJEmHjwevwI88C+e/dGPPfsLjz8UAcTA03QId7NQN3W3oRDh3bhyNF9PDh0YGJiDjdudDORP4QzZ3oJ3UyKLDEZkeJ1duVwGI0iGk3g8uUuXL9+w0lSJhIptLNYUcZDrZ8J3Eg4QvrqmYhtpYwaUVtfh9q6GlhcpCamlnD79iALIKPI0ZDl6LFYnIq10NbWBv1WxoYNGyF5y5jksDdv3HB41MGnikU3YwxmZqcxMTmOaV4DIT82M0mmoHTu/EWcO3cZVy514urlW0yenMRtFp0S8SyiC0l0Xu9jgnQW9bV1OHDgANat7eD5xDDxssggamFmeob306Sxi3AHMzPzUMJqmcm2ZCLLIFKgvkuYWKriRiHnbNwefvhhyvEQdePFxNQkbty+5VxpQlDhuqQkBMByCqTj4xOOzgrcECh5v337Vhw8dAD1DXUMFh7yM4c0D8jr1q3F2rVrUMvDnIKR1+N1bDHHYmSSic7R0TFMk1afL4DGxibKD46e0ukM8Sc4XxEeLho9vXegpH53dw/lcp68zKK6ugbbt+9gAecwfNz8dXbeRm/vAFLc/ISZWPLSNvLc8CzMzzF514u3336TibVv4vyFM+ju70L/UA9tcgxTc1Po6rmNvoE+iJ4hJgYuX7rGosgYN+SltO8NtKsNqKutcuyxsrIKLc3NnNNPuQUd+sKRUtJexBJtfWhkAPMLM5yzB/K5PDcw0u/CwjwPi2nU1VXjrruP4rEnHkPHhnU4cHA/KqoiMHYBdQ01TCodwj337kZFZZhJnTrs2bsdGzY14nNfeABf+9WP43e+8Tn8u//wOfyH//sr+NM/+w9Mov8mPvv5R1FTZ3PDPkP8paTLhU2bN0D//lldXS0U/LWhdH6jfHCIfjAHy3IhVBJhMaMawUDQ4SfHQ184HMG6jg6OPYCdu7ajY/1aVPLwn2CRenExynFgIjqGERanbrMIM85iigo+/UzgTU2v4G1sbIaLB8XxyUksMJ4ojhQYCIdHRjBPfRS5YY+ymOMPeLCGCc6jRzfid37nCRYGHsSv//qjePD+zXBZi8imoygrDTEoulisPIu33nwHy0yul4bKuYkOoFiwMDU5B5ftIx81TGC30OcqIH/r6elhkqKfydok+Z1nWwLa4GgzNT42yuSqBxayTLqOIBw2+J3f/hT+1b9+AaWlHiQTy9i0aSMU1JV49DHJs8TCZJzJpD17d+PBh+5DK4uJw8PDjs34eHi5+657WPTfho61m3ndiR079tJ2Njlzyp71p1/m5ubpPz2MPYvc2BQwOjLOPhvxpS99HHcdPYwIk7u27cGmjdvwyGNHUVvXgNraerhdHoyPTWKMRUa/L0i+DeW6iOudN3Du/Dm8e+IdNLSU4oVP3o2v/don4fLmMDrWD7/fpjwMky9ZxOMZyi6FkmAYjz26HwcPbKQMPZgczzEODjNxepPxOY/q+lrcfe9d9KsDtGkXzpy+hpOnTjv6np+fpS4Mpmcm6d8JtLQ0MJbEMDk1yqTlMpJMILe1tcDt9rD/OOXnwdzsAnU+j717d5GWSraPor6+gXF4jrqbcHwiRZ89f/4MhkYGiS+JLGNHkbFF30a2bcDvc3PeAvRbh1u2tOHxx+7C7l3b0NrUhhiLvtUVYZRHApxngQXsJezYuQtuFoDcjDeLyzGMM8GZYKKjvrEWNgsjhkm2QImP8lhmUnaZfNISclkm5GcRS8yhvMqHbbvX4OHHD+EXvvwYfv3rn2JbEMuMv5WVFU7sSTBB6Pe7GINa8cjDh/H8s8/gEJOzH3v+Bcr3SYf3DNfe+ZkFuG0vJidmEWchNM+A6uJhpWNjB322CkuxNCwmAl1MlCZYxJqdi0PxQ/E2FothoH8Ar732Bs5zTUgTXzAQIr22Y6e9vWM49votrkNRvPN2L771zTf4/CbKystwYP9u3HVkE9fRAOkNY/u2LXj26YfwjW98Hvfdvw+PsBhawXV8PYs7Su7pN4f1205r17YjwYRuX28/OjvvYIF7iuHBUUyMT+P73z2HppZW7N67F6FQCbZv73DspI5ro4pcDz18L+666yA2bmmH5cpAsp6nv/sDXsTiS2hqbsCGDetpj4uYZmKxlGuKfhtVh39jLFiWjUhZFTLpIovv43jr7fPI5oGleApRyimVttDcuo7r5gKyPJB6bBdclsVk+jtcF25jdiaG2qp6uIwbjfX12LppHVpb/Dh6dA/27t6Gwwf34bOf/QzWcI1ubGyE7PD8B78JNDW5gJmZKGAAj9dN/kKOj+qvB4TDEbS3r6VOXVDy8hQLbLdv9mPPHsXY7fjVX/8yNm3pQCPtS+u5vtx09sJFPPDgPfjYc0/h2efuxS9+6Vns3rMdDY3V8AUMPAGbu6ocKiojqKmtxJF96+H2GoC24AlYlPsiLONCkgXMwYERZ61u5Bq5c+cuxsqvUb/tcNsJbNvaiJ07GymzCdxz9y4m92M48d4VFt6OcR/UhZHhCQxSfy7bQx0kMDI6ynm8tIlaHDlyEOVldeTTcA80yELtMSdm1tRUY9/eA1BBO+APOTEsEi6hPo5jcGgawYAP2UwBKe7bZAc/efkYzly4iRdfPY53Tl3C7Z4JzNCOJydnqZezOHf2DJPGJ6FickmJlz43BSobgWAF95opjI/Ps38Ck9PTOH32XV4HmSxdYp8412Cgm8X87u5u0vcGegeGkYeF2YUo4qkEhkYHkEgvYzm2AJfHIBDyUqYV5DUNFYWDJaWUwSR6+2Z4nUGopJyxMIUik+2BkM15CgA8WEub2Lh+D+bnU4yDNvq6SSMLQ08/+QztaCei8xkWO2aQZ8HTcISfcTRcVoNwuJp24cb/8X/8En7ta59GLhlFuCSABAvGlilSL2n6UxrhSBg3u26jf7AfBXKQyyVRGgrC43UhEY9jaLgffr8HtquI3Xt3Ur8HMTkexd//7Q/xV3/1c+7F4qiubMOPfvS6Y+cZFiPz6QTS6WkcPbQJLzy/Hd/4l19AbXUpDIs3i9FFSHdeXxg/+/k5/Ml/+1u8+JPXcO7cBQyP9OHFH/8Q5y+8S3kfZwH5Oo6/cwygTESH/j3uSLgMa1lY27J5O85duorbdwYwNDiOCNdeU/Sg62Yvaqqb0EA/mllMIZYB5hbStK9ZaP9pWwW0r61FobCAvv6rmJubhJe8dhNPHfetMzOz3NP1MRYkqDcfOlmobmlpRJGFE5fboCTkR6QsRPsMoaYqhKbGUtTVBsj7NJBP4MK50+jnGr9p4zrUN5ajNGxj3foa7idasGvnTty80YtTJy+iPFKKULAWgyM92L1vA8oq/CivCOKFFz7O2FjNPZML09zPB/xBDHBvdPLEefzgBy+job6aeHYgyHPR6dOdLGq4sXFtC55hDH3k4d3E40E2F8c0bTaVzCO6kMDVq7ecL04U8hbtIkIIweUGSkp9uN01hqVYgfqf4Ng6hMstbNy6FUp2RRkbo9FlFvSvYTEa43p81VmbXn75ZSj5eO3aNcq6AcPDU9wHzKG2uplF1WMY7J9AOFiNVCyPknApi5M3yFMlovPLWIouoaGuGm3NdXC7cnQ3rm8L04hxTWlrbaWdzxN3lvaTwsTYEPq4x7566SzX5BGug9Mo0oYef+wR7GfRvbKsGrW1zeR1GQNDpGFiiXuPbiwsLHKPFqd8fbh2pRNDPPctLs4iEg4hxnU3FCplODPQb8ReuHIGy/EJZDNRlPi9yCbT6LszhBjPJFcuXMcQ17nOK1dQXhrCyMAt3HvXDtx9dBttOcM9fQ4uJoUnJlLEHcFOnjeO8Mw33D+EkaFRRKMZvPLyZdrnNF77+Ru4efMmmpvqON88WlpqsbQwh43r2/A3f/3v8JOfvoT+oV6cYYFrgHt9FWBa1zZjZHySMWgOsstZnmED3POtX7cGVWUVyCQLWNOyDn09/ZRDE/ceO6E49sgj95GfJN45/hYG+vppm1PQn62vrq6Gzqd+nkFG+geRjC1iZPA2/FYMjz6wC1Z+CZ5iFmP9I8Q5CiUJb9/swcL8EuLUT45JVMsY+kIRxUIBvAVQADimyNhhu4BcPk3dJVEosrloUGC/PPdMRfYpENxui3t6txNfPD43/EEfXB4L8nGXx+Ya4IaXesgrcUDZEgVcXPdgGcb4AfrmTXh9LtTX1GBkaARvvvkmz+55FqKvM8YlMNx1CxW5LGYYlyfJY5br1OtvnMB/+6vvYNmEYJU3IGYHMM8zRd5nYEV8eOPCCSx7i/g//+i/4dKtmwiVliHDfZRDO89quoIfcg2X2wWLdFqk2cO4YTEmiPY844NiNwz5dvryf/yxuA+wSLvAttlAOUlWhnFIXyDQ1TAegyIQqNBqMafhIc8u4i4W8xoEnVUoUkgeOjNlWJgCG9ataeee+QB1PMf1qBuvvXEMf/a//grjE1OwWWw99uZb+C//9U9IVA5+r41v/PZvoaosgh9+79s4vH8/OjrWYj/PyJXl1dixfSd1vQBjWVzfk3j/vfdxlmvkj3/8Y7z80ku8P0t/HMTgwCDX40GMjk5gaTFO302gt+sOvvaVryBQUgKb6/Akbftvv/0tzC8t4uevv06/vA6dcbTP1NkzFAqhQNlmmNuZnpmBbCtUWgrFFbUVqH+yB2OM2ESOfVefjTGMGxIY2WI/ydgYCh7/9DHmn56NMQ4evdXZW/rUNUsZ6urIlng0kd4J1LdIvXgDXrh9buRN3gFDndhuG5KRsWzagw+224siZSZNZVWgyQEZ5RJSWa6zeRSKFjJsT7PIwQv7crxNMDbfFRivc8gyKSd6YFv0qCIUV7xeL2z2g01qyK50D1N0eCmyiTeOHCzOrUe1GWOcNmMM9MlpsMvLqGlYXOVc7CTfBCzQNbnHKlK2ReqiSHSkk/qQTDS/5i7yfJwnbdKJQDTqKlm5bBfcLg9sy4UikUpuxaLwGIgmYwznKHCOPPTRO43XO93npVP2X30nG1C72+2G/KzISTxeN0pCQT7bDk7RpPFu9vExYe6ljIwxzhw50lmkrzEikac841AaolX9XYwlxhhonJfjipxU8xljnD6LKjLyfKE20SDb9Hg8CIfDCAQCTlzyc80VqE3zJpm7FD1qs10GSe57CtSeTfsgemRYdMuk0xA+0SB+V+kRHav05xlXJRfNrT6rctS9MQYul03dgLLMUwYGfr8PGqv34pcKAF/Asi32M+xPvXjcsGgXwqV+BgZuj8fhRzSrTTTKF1M8swj016VSTBCLXskny/Y8ZZpnkUC8psmLcIp2Ywz3TV7vr+4oAAAQAElEQVQHp2Tr4KI+jTHURQ7iRe2rc6ngkKR8bcuC1+1GgHrzkh4DIJvJkjdpDRybd4DNDv0aLxAfy8tL3Bdl4PO64VaMdLsQpE5KGHOkDzfxij6NNcbAIkiHokM8SfZZ+jz4sSwbHsrItm0YYxx69U50ik/NB340Tve6CsRXmsUsnUUF2Q/8JU/eNV6gdvWzXS6qxkImnYFsga7LuQDbtiBaRZdFeQi/+guH5gA/uupZwEdHp+ovsEmz2vROtOaZ3Ccayi1LmRl6TdGxffGiPsKlOTRGYyUTza974ZPsBGpTX8lJ+s5S/8Lrpj3ralPmLgI4Q4E2ob7GGM5pwbCDMYYy9ThgjCE9eUeuRQYaYwzEvHzaGAPNa2wLOcaXDG0sQx/IcL4Cn1fp0lVzZKkzQYGxwpaOJVf6hGXbsGwb+qjfKljEKx4kG8lVvOvdSt0hjY/KRWONMSRtBSzyoXkFonFVLuonnJKLrsKn9+pfoCxE36qs1SYwxjh2LTo0p/ponDHG4V+4V3Xx/7L1HwCSXMl5IPy9zPJVXV3tvR/fPd4bzAwG3mOxBuuXu/S7FElRpPjrKB3vZCmRupNEiSIpUSTXcP0uvFkAg8FgvPfT3dPe+6421eWr/u/LnsKCPCU6kJnPxIsXLyJevIiqGrVXvdoKj+jWu+6iX6B3gWjR2MYYx7aorlAmnLINqtdYGlfyuBJbcXx3PTs42FfrrXaaq0A4CiB6VKb6Ao26ezxeh3bVGbO6xqJXIDpkN9TXGOPMXeUC4VV5oZ/apqj3KeqP6NS7QO10V5/C3FUmMGZ1jUST5ij6Va524pvmpX7Cp3eBcBmzym+Nr/dCG7XTu0B4ViHvyILGEKiP2gm3QGOpTHUO2JRBygwcnaD1p6wLD4fkLe+AMaKbj/wzxkD9jVnlj/CJTsmV1kq0WdZqm8K4WjOdj8Qr8NK8NTYfIZpUXpiDcAuMMY5sqI3qNE6hrfCqTO+KSWtc1avMAcYCdVdfjaU1E06NKdCzcIhWtdOz2uqusiz7O8/UC70LdwH0/lEfo14/B6cP7ajqBXov1BpjHL5pbGOMs0b4B5faCz5ebIyhvbUdmfVwvxH9hfmo7f8WuJbgVajj40dj27YFW7bHspwyoiefte4Z2jvtY/J1tO5w6i22M8Y49Brz87vKHTCWU1cYq3DXmMYYqI0x7Ec8ot2KxeIc0HDz9dPQ+tjZhTiThON0+CcnpxylKyoKARYwMT2JFW5WHq+HRLto+FKIMgCzzKRgNBqFgqv6N0Pno/OILkQxy6CoBKKYQSENtsCymZlpHrAydIL8dJSSPIQNoKf3HiamJpCis3DtxnWMjI1C32KVIz8+OYkEHYUcDXmMgbg5HsZXmFTz04kqY8ImEolAG3Y4XIwSPjc2NKCpsQm1TMZtZnLosccexc7tO+FxeZiIGGHw4TI0Lw8NT5CBWT+TQo1NNViztg4NDeVMbIbR0VHFAEs9ysvKsbCwyIPJCAZ5OEwmYgwKWlyYDBUlg4GBAQZwuzAzO4skN5USBs07tm5BpDTCQ18RGpsa0bFlCw+lfuiTwcGgG9XVVeQ3GGSYwgQTRwt0FOX4ygkUTVIeKbBAy+6mU1FeUQY5rRVV5Qw2tWLP3t341Kc+iUceeQR5GogbN24yYHsT779/DSdOdBJ6eMAHmpuasXFDGzZv3oS2tnqOXY0qHnTbWlsYxK0HGAgLBl0oK4ugsqKKjmCQ8wvz8Me1m1lgEiWCrVt2weP28zB4z0myDjOZ6aeTVFFRARcFNxgMgKaBfX1MTpXxkL/CAE4/A2SDnOM4eTeIe91jOH68G5cuduL8uRtQslffCF1YmGfQZB0Dx09Cie/S0jCCQT/Wrl2HZgZvtmzegvUbNkCXfv5XP48LjqYAsfhl01iCp5hZJpymmGANBoOOIyuZUwC7q6sTSszpvbOzkzw6ywDVXUemy8nTHUyuPPDAAezbtwdNTOyXlBZzbZN0ChM8wCSQZ+JMQesjDz7AIPhOREpKYNluR0927NiDrdt2or6ukbTvoty0Mtg0j3v3uhmQvsWERh+mmECKM5mmn1y6fqMPH37YRfxAPYM2gYAbLo8LNh39EIO5IwxOaT3CkRAqKss5fg5ujwdLDJT0Dw0gSt2Zj86Sz17qjoc6lEJRkR+WlSXfiymrxUimllmeYFAmgGefewqHHtiLpqYqNNZXM1m3Dn6fzcTcNSwvTZAHUdI7hGCRhbn5CfaNYXpmnDJbh2DIDz8PBSAHcjyI9fUO4eTJU/jggw+gT0avrCQpuzOUh27Ot5e6MUSbIYdgEeojGVeSvKGxHtJN+lmoYzIsxCB1modWBZ/6GEQbZFBrmomjHKODXZ09DMbcY+DlDvF2IUbnviRSQvnO8JBRhMrKUmzY0IyOzU04+uB67N7biIce3ozPfe4YtnY0YLC/E9euXWbwe5iB6AQaG5uZoHoOx449iqNHjmEn16uxsQ2HHjiKZ599nkHpYuKsQkdHBxobG5CnfZFdmJ6ZxRiDZCWlZYhwfPF/gbynvURn120MDPaSPx7qxQasW9vIA4ONquoSVJSXoKuzm3yZdOSjkwEMBaH1LWQDm7apnGPYkF195533cJVBwK7uLjpRywxELjCYd4e87KG9WcLS4gppGMdCNIb5uQXcunmHsnMKSww2Nja2cM1tOuRpjjWDhYVl6m4N17yEPK7Hli3bGIRewHe+8xKD6C8xAP4KExoncZmBy/feP0X5v4fm1lY888zT+PWvf4FJ3p1MJAQoqwMYG+9nYC7BNfMjEglSRnLUhSztYj3nV44N6zegsb6RMlUMBR63bttKuaugjC7if/31S5zbKHkRwpo1VXj44QfwhS98Fjt37aBOB7iGYVy/cQ3vMQDf3XcX8wvTTIrMQR94kDO5lXbykUeOMaizTPsxgrnZBWq6i+PnMD42S5jEsQePobmlhfz1OHoeiYQxOjZAW9PPJFcVtm/fwvlvQRHteoYBuRBtU4o6kUjMYcvmDchn8nj7zTPENY+f/PQV3O3q4d6SJv05FBWX4dDho9i6YxuOPfwInnz6aer8LuxjMGvt+nWwqKcZHiw20B6VMlC8wEA4z0lwu72ooC1RkPzm7UtYWJ6grY/D9qSxeVsDXvjUIWzZvo4BmWUG8MN45rkH0N7eQjuQ4mEmi+jCEu32KbhdPrStWccEzRoYBnvu3LiN2GISk+MruHNnxJGN4++dBUya+u6i7FpwM2BYVOxCQ1MF5qNR9PVPOPuSvsVXUlKMrq4urmGe+hB39opnnjnGtfCjodHmXuDj2vlIRxajo8tsBybp19DetuHa1fMMzN3F4EAXSktDlAU/pqbGOSdg587t5HUdent72SeHlqZm7q+7UFtViyefeApPP/UEGuqaaP8GsHPHZvzLf/UlfOMbn2PbBEB7ol8HKC4uJb5ZrFnbho2bNiAWX0BpRRhZJLC4NAc37aIOxctLSwzKDmKRczt96hTlYgiy5XIiYzyApJgo7uy+R71YQSZjI5nmXOMGK0xUxBNuKElf31CBRbatqqlHDZOla9augb6JsWfffnzyk0/iwQcfYsAxBeQt6FvHZdwD9h/Yjd17dqC0rJi4ljluP8bGRjAzM0PdmqN+FHN/jcKyPQiGIpCfEqdvItrWrVtHW5jkXC2Mj0/gwoWL5FUPPJzT8584TJrq0FBfhe9//zvU3Tm8++5xBkJvIp9zobV5PXldTjoWMcu9o+febeIYQTy5TDt2lMmCZ1BdWYu7t29gnAk2i3bl6af24ld++atobVlHHG4GM8KEIP25AO1GJ/ftHtI/gpHREVRXVdAH6sW9ruuYGh3AcnQGOR6Ynnv6KezfewB+XyUTcMu4dKWTPInj5MnTKI6UUD+WuH5Z6nCxIy/Hjh2irK5BTU0tJGdPP/MYHmeivbGpAbKnOnx4vR6udgafeP4J5DIueF1xtNUbRIIx4vEQZwLT0SzmF/Kc4zKTU8twWWEEA6Xo7RnjPtXPfa4IkUgx52Kjrq4abWvrESkLoqm1Drv2rMX2nfX42i99Ek8/+xB9iKepy3Hu8WfQ0lyBOiagN29tR5x+2Sx9xun5KOXKQ5w++APkdVs9XFyTouKAM7d+JllisRwWaHNrqhpx6OCDGOid4l4+gpGRWTQ1tyK2soR8PoGnHjuISvoquUyU+0gcQfcKtm1qxqeeP4qA24PKskpnH6qrq6d8BLnejbh88SqSiSxsO4DxiQX6Y+2IFIe5Dn147OgeTIwOw82keCK+QlvgIh830Y5Y6OM6T9Nnnpmbpj89hvn5MerIIo4c3Y6qygrK3gSSDAj95Mc/w0svvQ3Z0Reefw5PPH4Ee3YfoD3egK7Oefpdd+HxlqK8tAohnw+TI0P42i98DuvaqnHo0DZ88QvP4AuffwE9TJAl0zmGHX3o6ZvFO+9ewdkLF1AcKSJNaxGg73ftYi+aqtdg09rNuHH1BrrudmNoYBIXz97EwmySSc5u3Lx5j3arD8PDU/Qn53H9+g2cOXMO8fgyDG1YPm2j/94E3PBjbfM6VFdUwLYSxJ/CE0/uoY/kp3wVY+2aemze3EY/qw6trW2c3zbavirKuBfl9P/dtn1fJ4PcA8NcyzQWF2fJwzwC3iyaGsuxfm0Z+9bTNlp46afvoo9JOCVeP/WZp/Grv/4L2Ld/BzqZfO8fWOR+Y7i3rUVpSR3PMzcxOT1MOdtCO5DEH//J/4uz5y9xzxmnLKxgcmqZMu5D971B6ksClnGjNFIMfQPz8Uc68JUvPYdPvnCEuulHe0c5PvWZB2nzanDk2EM4c7YHly/fRri4gjzJIlJcjtmZecpKHfVhHvHEAvfHHP2tcZz44AquXLuHjq1babvrsW3nVnRsWc81CVGeQ5zvMoL0fYeHhrGVPvP8fBTJRIZ1fmzasIZzb+Dc09i39wEsLmXwzW//BMc/OIsxJlyC/gCmecZa29aKBvpoN69dQ4bnraKAD421IbRRlw7s24LxiSiiPAut0B8dGZyGTT34xGO7cOzQVnzjVz+Lf/r7X0VldQb1jS60tLBfWy0uXbqN2Wgcp87exrvHr8FYFdyjH0BNVSX7Z5ko9GLTmja4mMiLzkxiqL8Xd27coI1fQEl5BE8+dwy2dxmLy4Nc900o4RlvaCCK+dk85+dCdUUDmul/r2upR9+9O7hz8zz1LUe58RNHHMNDE6gsL0LQF8TIUD/7+9Db2Y+Na1vwG//os/it33oRo0OjaGtppW6N8/y5guWFOJP+w+R/DPoJ6Stco5VYkvIWxPz8Iu529dKORHD+bD/eevMq3v3ZTSwvGu7T89wvx+B3F6MyXIbyUBBt9dUI+93Yta0d7Rs7cObD07CNwWOPPYKHHnoImzZuxHaeIQKBEPTNVLdlc28JUgYa4HO7MDU2xLNXmsnnWWzZ0Ixf+OLncHj/XlSWBOHh+bWutgoV5aVc5wC0J2adYEcWCkwa7mfIgzJpKQexgAAAEABJREFUYOjbOs+wic8DyyIYD4yxoUu+r+FZUIFZf8ALkgEwQWW7QNw+lHBPlL54vC5YFuDxeuFygqYuoUWGCVmipnwsoJtn+QQTGfU1dbhHf/jP/9uf4bvf/CZu09+9fekK3vrhj5GlDHkDFr77g+/iuz/5Kb71g5/i5PmrqORa7tm3j7a+lnNIwV/swx//xX+BqyKMdCCLV48fh2V7UOQOQAPnGBDKZDKQX5bL0WYRwEvPWT6T1TCkl0W0C6wnHxRHyLNz3hielSzk8jaM5ebdcu4wNtjV2eeEP8dEbI5J0zwhy3laJg+3R33E3DwMg2vCr3veAD7aVqJHPptDXVU1XvzMp+kH7cAbb7yBl195FeOTE04S89vf+Q7+r3/1r2g3YjCZBCqKQygJ+fCX//VPce3iRZRHStB55y6mJyYdeqq5147w7J2MJ7nmlXjw2IPYTJ/52LFjaG9vRwWT8SWlpUhyP08wUbTAuII+TKQz29TUFP79H/1bLK8sI00euIsCSDPxeOb6Zbx75iT+17f+Bl6fB8GAH5wCFhai+NY3/4ayA8wxhqMPFRoufIp7aYJ7TYHfMAYWy3H/yvNeAD6y2pD2nB6dZ2PMR3f1s2wb+bx6wCl3yohPd5VrHcErS18+y7VWGV+dMY0xenT6GWNguA452pF0LoGcSSErQBIur+q44sZw3STbNmkylJk8EjyLpplBzfH8mebZIMlxMsRqKA8ujwcuJgeMYX+CRX38iJ5cjjKfhbEpM4b1HNtY7MiFzyELm2cF6N0A0hOX1/MRnZZlw+Ic1Vr4NCebfFA73Z1v0fIdHDtnW+xnkd48DBHatptymUcqleFIeeIxxG87YDk4c9Allgp3muuV53pbttq4YIxx+O3oDPXGR1nVuHl2UHv1VZ2es9kMx81BNPm557tJj/y6Zequ2qttIZCs9sZiCXUjlU5yP1tBOpN2xlJ/Zwxo7Bws24JNXubJs3gqiZVkApIrjavAs+4222hM9fNwHUJFRdB7lvZNYwtEhyDEZJ0xxtnfRE9C8Un2KXwpQe+2bdOH9EK49SFc0SuQXJFkcKLkLqDkqnypPHlmjOESuCEeeb1e59lyeKzmXGXSAl7CLd6oLk1+Cy8n/hE9otmyLVi0l26fF2nKcZb4Qfx58l1zFl8XedZZWYnBsixnLNWJXs3fGIMMx0sTslx5l8cNY9vwcP08bi9lIkuexx0QPtGhu85QireIJtGhctmlHOU8TT1WslF1GtO2LSS571sc3ybuANdc9sBl2XAZG27Kns1y0SVcuqut7irXs3Dp3RitR8qJBWYyKU41D5DuVYAzRxaw3EDz09rqLhzqr/1Lc1cblcu3CdA2ic/GGLI3j0I9X2FIs9ZINKu96NBc05RxPQuPMQYFOjWGQG2L7suW+KW2Wcp9KpUg/hREr5uyqnbqqz4CVjhzKNCrsXLcJ4yVh+2ynfWzySvVi07hdrvd7GNgW6AsumHbqzwSzwttUlwTPWe5znnKhugRbr0LX0EWRY/FOatc9YIcx8+Cckn7k+FzjvuV9qw88ZBhEA3CrXf1FT5jDEU/50CefVUvXLqrjcYRuMgDEg/FuJcooynytcBzzUs4pWeSY40jfc5Rxg113CI/BDDkJmnR2kqvA4GAs/YaRyA8AmPIF+5h+gZvnrFHYwxUbwwRYBWHxhNvBKpTvwLoXXwRPRkmgDXPAqhOoHdjjINX8xNozrInOsNrDuKD8Bhj4HK5nTU1xpCV+Y9A9QLRI7zGGIeXKhOIPoFwC1Smthpf8irZE7g9bgenZEFjZ+7bEbUTXs3t4zoiPMIn3MaIPhfcpNGQyS7aGcmJ2gvcXDvh0LhZrpvmZcxqH+E3xjhjq436er0eztfllGkctReILoHGFC6NLwAv9RXtq/Y3Sd3JwJjVMYRT8PE+hnIhnOL3Eu2e8KpeeHTXGHrWuhA9JEsqy9KnEk16Vr2bOqU2Ar2rXLiEW/0K9W736pwK81XbwjPJdGi1SFMBPB43Vm1OgLrqhdprrgKKMHXXdsq9Hs9HMiy6NLb4oGfw0l20qFx39ReNefoPhXmqjcoEKhOINoHG1bvqjFnlp019ImquD6By1QtHAVQGwKG5gMMY47wbQwkx4LMh3S646cdqznnqapq6kmYCPU3ZEy7paZ6TLYAxxuGT3jWG5uK041z0rnLwEs0aV2uuZxaR1p/rjNr9QzBmFbfaq18B9G6MEQoHx+oDnOef41i1Xw4NTgM4dBb6Fu7GSM7VNsv+BciB2AhwePkP50Oq2VZ7l9MEkkONq7EEelYb+abqaxUVhemoBBngKkF5eQWDGUF4XF4ewAzmZ+bQxYTUDSY4R0dHHYweCtAKE7AxQo7GzuPxo7S0HNXVdQx8KBhYSqck5RwSJnlIl4KVV5QjVBRi2TIPpPPOPcdF8NEZaGiox1oFOJmITCTicAco+Byjhgf7TTwkbCQU8RA9z6RtX38fA4ODkKGMFBc7h85aBnGjTDgMDQzxwDyMifFxbvwuRNgnthTDres3MU7aZZwrmBxtqm9k0M7FzSUNzYPygsqqKga31mDdujbs2bMLBw7s5/NayNCVl5fzcFePaiZnQ9x46xggq2fCtqGpEe2bN+PAA4ccx3p2boY4kxgYGGAg6RbhJgNxt5z5rjA5nafANjbWM0hEqK9HFQ9a4uUED0ujY2NMjEzg2rUrGBoegsvtRj3bHj56GI0cJ8MNXsrd2tqKpqYmyIHUIec61+Xy5UtMxNxDlEGLonCEwZYaBp/qUFPto3O1gikmGXVQr2UgefOWDrS3b4TtGA5wThWc6z7s37+fzzXwcS2rq2spC6UYG53E+yc+xJtvvsXnEUxOjDKoPcOg5zh6e3uceerT79p8ZLSLKUc+twfxWIxBjAGcP38WFy+cwyCTT/WNxZx3CDU1ZTh4cAd+5Ve+hA7SkaYzPcG5Z6jIHR2b0LqmGYuLCxgeHiQ/JrEcW2bArBy1NXWIRCLsX4PSklKWVRAqEQwUMZhbStqrIAWWcS5hwnPHjh1o4BpZlkVZidPw+VDBYF24OEyXLocEnaUyruvWbZuJswpej5uH9yRKGTDcxUDVoQf2MeDxMJMDjzJh1sbA+QyGhkYY5JrCnVt3meiJQp8Iv3WrC6+8+gb+/M//F3784zdw8uRF0hzn2LVch1rKVDPv1diwsQ1PPbUfv/t7n8HnGbTcf3AXtm5vx+7dmx2ori5n0LOMQYuwE1T58MNT1LtujjmE3r4+OrkpHvwzsGygtq6K8lrOYNECk443eVfgbRGdd29S9keYWFhAH9en884d3LpxC7GlBCaZjDp/5hLeeu1NnDt9BjdvXENn5x0mT2dw+fJFjnWLAatZDAzeY9DuPNdgBkrS2naewSkX5OQvLy1AyY/Nmzvg9/lRVVmNivJKRIpLIMdoYmKCaz2AmzdvYGCgnwYtz4OIl0HU6/jZz95hwugElpdj1Kv1eOGFT2JLx2Z0MYH6zs+O46/+57fwAYN7y9TX8rJKeHhAoLpQP2PQN9FmZyYwPtaPUMBg08ZGPPHkYToPGVy7ehEfnDjBhMT7uHH9Hnp7RsmTTpz84BTfbzFgH4PwRBiYqKPe1tXVOAmRzs67Dp/C4RBpdGPd+lZHHvfv348WBtZu3OjB5OQ0eWAzuDxMHif4bBxZkhPscVvUrUXy7hz1axTNjbXUWdCJSGNyYobrsMx+U7hw8TKGBqM4ceICfvjDN8mXKVy52oVbt8fx9tvHoZ/fPHnyfeK5gPGJEUxNj2OKgQ8dgAKU7cmJKQYzFrBpUzsTXRsQChZRPmbQ1XUP3//eD5k4uIy7d3oYRH+NPH6PeK4zSfgy3nqba3x7CPqJ04XFDHVpjuvhIe+20DZsQ1VVDeppg6aZsLly9TzOXziJu51XKAMx6Fv7v/yrX0FTayNq6iuwqaMFUzMjDIiexBtvvoKJyTFESnyUnXEGSy9DyeWlxUXs278WTzz1OL70pc/h2EOHKcsRzEfncPjIITz2xGNoaKpDc0sTg8dhVFaWQ7KsZM18NMqDZwbJRIpz6XbW/sD+B7Bzxz7Su5m8XGQyYwn9/YM4f/6CI3uVDBzNMcjTfa8bjEQxyL8RZaWllNM09diLxIobAV8p9TqIbVu3sTyJy5euY9u23dTrx7B71340N63jemaZ4L2Ng4d2o5rJttKySgbIZ9A/MIjpuTl09fQwmN3LNbsG/fpCZXUlXC4P6a/l3lCColAp5dBPuntgGTc2MzE/yTU0tK/dPd24eKkbPb2DuHb9GhKZRfKgAjOzo7h3r4vlffiz//49/O03X2LQvpNjDiPLJMYYA2YrTDi0tjTiSfLz059+HF/+0hPk7xY8+9w+HD26n4mjx9DYVI0MD10PPbILv/d7X8Azzx7Elq1N5GUKrUw6SI5bWlqgD5OEigLQTw/t2r0dv/brn6Y9aiQtlSiv8KC2qgwTE/NM9tylXHVBMpFg8m5mZhyjI/3U5+vU3Xdh8XD24+/+EJ23OuH3BnD40BG0b+qAMRbm5+Zpf13Ovi/5jUQiTFI+SF1qxoFDO2i7FqlvMwywxFEcLuLzIpqam7guCa63C43NDWyTpk4t4eaNq7jE5E0vee9j8CHGPUB6MjsXRXv7Jsima4+/193t6Pgy/RDVXbp6k/tvFi7bQ/ks5d68DlXcN5LpLPppF0B/Y5q6tbS0SBnyIZ3KYn5+CQtMnqVTOdr0eXi8bqTSK5S1biYhb+LsuQ/gcuchXnR130WK+9X09CzpX3bkpJT+xATtRBH9gjwdieHhYfJvBuvWbWDydQxyTLU3rlu3lnNbYdAjg8nJUerwFOWvAZO0mX5/AFWVpZQjH3760zcYcH0Nd27f5R61Ath+DI3GSU+Ge0sPXn31LerDLKLzMTrCIcr9NrQ0tbJ9N7o6+/DuOx/QBg4hwgSNxx2gnPUxcTRIGxeA5Pb1N15DgOPppyeT8TT9oln8xZ99F3duDWBsZI56Y2GY9zST+QcOHOQ81sHv91GP50nzDG5zT3Fxr1yJx7jeNtewEZva10M6uLw8T/s+h3hyCUqIj3FfHx2ZhM+TxV//1W/hv/3pb+A//vE38JMf/SmefJw+U9og4AvRplWgKFDOZGsRbbUXk5NR7uvF1LFqLNKujI9NoLq8yvlWmg3KdlsJ9u5dg7Xr6tHSXEP72o+B/iHKTRe87hDXMYMYg/m7KeuzlEsvEykl5dUAPFyDJEZHJ+CiX9BOv/JTn34KtTXVsC0X5xkiPT647AD3xl7U1dbj0MHDGB5YwhJ9q20dTdizpRqPH9iGYu6L+7ZvxD/7/V/GF774KF588VEUF1uYmxtDKh0jHxa4Zv0oY6IjmY6jrKwC69vWojhYimzGg0UmtM6du4z5qRn0dd1E3927HNfiXr2Eta1raEe2QP7KQP84vDzclpRGHN0pLw3gU598DF/9hScQCubwta89zb3z3+OP/8M/wec+eyHVdKEAABAASURBVJBz8ePhhw8gHHHjgUMH0Ni4Dt/7/rtM9sXQ2T2NP/gXf4HX3zyOqxdu4+yZK+i8fQvvH38LN29exJo1dRgZ6yGOcgT8IVRV1DApXIqamiJE5+L4H3/xHSaasigrrsdDhx5CLu5B580eyuMMwzAeBIsqMDI+i/OXrzJZsEg77GIydRgV5bX0AW5jYGAEc/NpnD59iXvHJP3EOBZmouTtAq5fuYiGunIUBS08/Mhezi2Dtesq8OyzR3g2qKb8TeDDD9/jPrxIHNPc16NU55STBPPYHlRxP4sn0nC7PUjFEyhmgLW1qR6hIg/q6krx1a99BhU8g7S3017RNsep7zdu3YY+oHfx4iXk6SR4qfvhIptynsTpUxdx/epdtG/ajq57Azhz7hJmeMYwLhvBcAit65pRUVOMetrgyalFzC8ksBJP4fy5G5CNePDoQfJsCh+efA0LC3cAM47GJi8CAdLcVgP54D6fhYmpWQz0DaG6sglvvnEcC3PL8JCO3/4nX8GXv/ZZuFwWmJXBti1rEFsYwZn3z+MmfZ5IyIXqigAsFyhr87hx7Qak02UlpbjO50sXr2ByeobzSlKucwiEQJ1YwE36rl3dQxw3ivrGZrhcARSFSzA0PIa6hibqXBXtsR+x5QQmqHcmn2QSsBUL8xNobQ4jHHRRN8H1ieOLn38e7ZuasG3bOspIBCHS1NhURf3qxaNPHEVtUxn+5b/5XdTVl1Ee/awPYXZmGX/+p99Gb/c8zxJ56MMu2+iD79q9Ay+98i71M8b1bsPK8hL5MsxxY0zM36ZcFJEug45Nm/Dwg48w0VSLBPk9x+Tm6Ng0ovNJ7Nl1mPuPC733Rqm3D6OJCfrR4XnWZekPXsPiQp77vY1PfvoF6mUt/vqvv4MVJpc2cE8Z5ZmxsrIGGSZUarlnrGWC1+ML0Fcpw9xcgv7CA5TZOPcoN2QfLCuITNYD2y5CJm1jOZahTqdx+9Yo7e04ZTCLW0wevvezNxBbnMcIz3Q6N1y9dAvzXOObTJJFF5cwNDKGk6fOkC9RbGnfQtuQ4jwtJr3maAdnAQSQybhw7hKTa7VFsL0p7N63DWWVEUR4VvF6XXBTJnM8h+ugn+MeJ0DOgoHN9TdAzoZteSlGeZa5HHDBC8u4CS5YdMQUvDDG8GyUpV5l4At64fa54CJ+b9ADT8ANW4EXF8AsONxuGy63C5ZtwbIsOP05nkV5TdGP6+ntRZJ7pRL7SOdx4ewlnDt1FnXVNXji0UewsBTFN3/0d/jeyz/A1VtXoCTYv/lXf4hcYhnVRT60cT/cs34Ntq1tcz4wkPXaiDTUwgoGuS+mkeTaK3iRZXDNmS9pN8ZAiQoFefLciwtgYGH1Ms5N5U4fvhljYIy1yifST3TIMbGW5zPIH2O5YesOG3o2xgaMYZs8NL6XttlYximz7NU6JZHcLhf1zgeP24N6xjH+7z/8Q/zSV79KG1eHXbt3oamxEXt51kgxaKwAvJfJNw95tzg7i9bGFuTIs0996jP4T//pv6C8ohrrNrTzLLkGwVAYgWAIKSaqLNuNUFEINseq5B5WyvNtRXU1mlta6ftsds70Bw4ccD5E9+CDR/Hlr3wFLttCRmNyDi63m7xMQv7h93/4A/yP//GXuMIk7uDgAD488T66bl9HZUkI45TdDBmTZgLGQ38sl89yTJtsEB9yyJPXtuaOv39ZlAuVqF5gjHHa6llQqNNdYIyB+hTWRjiNWe3j9rhh2TZg4ODI0u+1bNspU7sCgBe7wLYtSEYtdskxwaqfunYxqWp5qAO8g7bX9roArp0SBDnOAZYLOeNiLAdIEr8zhmXB5fE47USX6FbC3LAfeKlMNPERKhc+i30y7J9hzCbFRFIyk6S8ZGBIS97kwcAajDEOgJcxq8/GcK7OOyCZ0BjCBdsiXQbgfN0eL/cHHyyOIfoKkOf+ZQxYbjt40xzXWIDX5+G7BYv0qo8AvIwx/D9oWzLkk9sBj8eDQCDA9qt1xlgOr+XDKkCsDj7G69yUm8K4fibcbNIlOVY7hx/I01dJw0W75Pa4kGJyNcGEqUXeAjbRGBjiFh7hU3/xTXurEtYW5TlPeyacGlf3LAO87Ai1F+hZoPkovlgIZqpM7RcWFnjeSTIuWYogbYboEs16LioKcz1yUF9jjPOsfnp3c+wMY0M5rl0+l0GaupLls+ZiM/klEC/V3hiDNOmSvdG7+gtyuRznn4HtdsFNuVVdnP6oQLTlKWt5Fma5ZlnyyuX1wEc+BkNB0mScPSmRoO/POtu2nTVgc/LTRRGwKZ9Z7uUrWGHSWH5uMp1Bjm0t8jtDuYsx/pahrmoc0ZKl7haeU0yWKmEnulVHbYJF5MYYZDiXBH0n0Sm+C2zbQiRS4oxrsY2f8uf3+OAWXZxnhskZY1kOD22WWXzOkgbdtb5EDc1ZkMnwbM5Ecp72I02Z0HuWvF2ty6ipA1mnv01eWM64KhStec7RxfXR+mssY4zDG9VlSUeC/Egkkk6ZxjbGOHRp7sYYB5fGEmgM8SDh9EnQL0h81Fa0C7/65Uiv6MxIn6i7lmUA0qF5q7/wqL1l52CMccbW/HJMZkqHLQvOPNROfRxaybcc56gxPJQPtRFNqoMhdsnHfeBgMMY4eqp6Y4wzD2NWx1JZnm35ep/+HED6LNKZNzlkxOtcGplcCoZlKmcDB6foFg26qywnugjipWjV+muOqlM78VQ2wuv1wrItZCm/+iDEcnzFeS7Uq60xxqFH8xZe4bBsG5JR9ctw/hmuvWhXndppPI2r/i7bBbICoiVL+QbtgUWcaqs+BZxqK1C5MQbGGIc/khOB2hXwCrdAY+ku0PwExhjHBmpuxpiPZFb9BRnKrtobs4pfY1qWBYExq+Mas1pnjHHkQOMIt9ZWd4Fokb2SfYrSRulZ85FMh0IhniGLHRss/OClOn0gQu0EokFjyu6qjzHGsXPLy8s8b+WdcTWOQH2JAjnyTs/GGIc34CXaCmXGrNIrOoVf7TW+1lp3NieOHNRH9bqrr+gwxnwkm+K3yqQzwqW5qr36q1xgDHllWxBu8VoguRG+HGXPGOPYOWNW10D9VW9blB3LcvgtfCqX7ooWi3Xih2y77sIpWowxavr3ZMKmXNmSQ+Iyxjj4Pv4OXgVatOaai8tlO3uI8goaQ+01vuaXo+5pLO2bWg+LeDUP0SYeFHCJzo+D+nEo58+YVTrV1hjj0KsKjSM+af56F161KYDsdYa6oXLVCzS+MRblAM56iQbRqj6qEy7h1bvoUV82h03f0+Umj21h4VrT7qle7QQqVX+BTf4VwBijKkc+NI76CGehjzEGxvx9UJ1A7QTqo74CPatM4xTmLv5+fDxj/j4+wHC+eVo9AXdCrkmOtklj4P5lzN/vo7rVsbLI0UbmCeAuqucs7ZLWXXTkies+CudGLM5d/1O9QHu5Mas0WOFwmIfjEDwuLwOmNgO6WQak5pi8GGdQqZMHxDu4130PMwz85Bhki85GGXgb50F3EaAHmeThaSG6xINwggfzMDZu2IhIpBTF4QhKImXcpHNYXlrmQSDEgEIDNm5cj3IFmbixR6NRx3CJhqqqaiauNmD/voNoZ1B6zbp1qKqtBSzDg+w0ZnjQWGIgVI5ZfGXF2QAl0F3dXYgtLTlJlzoehJvrm5BLZZBNZuCmA2eyhuPHkGXW3WXZiISLEWRAUQY7zbKUA6ubTSQScYyZHIqCU7KwsIhQqAhbtm7H7j37UMZA/vjkFK5dv4Hj7x/HD3/4Q+inO5UAydFwWZJO8qW4uAQVFZWkMwkfk082HYEED5gTE+NQclOOmxJ+SlAFgn7HAVvmvFboeJWUlqCFgfB1a9fyUOZn8HYJPT33oJ+iGufBP0nn1KZQlzMhGC4Jo7quBFu21+DgA+vIuxryN4SKyhL4/C6uiQ8dm9djw6a1zsHU7bFQXVPBw1kz9u/fh00MUChRrm9yvvLyK/jOt7+H94+fwa2btxEpKsKa1mZs3bIZhw8/gK1bt8DHA5V4tshgQCAQ5CbkoUHNQp+C1b93OMsEvG3Z8DMx6+e8q5g4qayI4MgDG7FjRxtlI8D5T8O2LdiWxf4urPI6jZLSYiihuhxbYjBhwglITk5OwOf30clcwczMDIMVfUzaDUEbiE0eiI45Bk3Ba5HB1+n7P0ukg+ShQ4ewZcsWjuF2aFTQXzI3Pj6G/r5eBr4nGDQsQ0VZCcJhHtTpGCxyvbWGFTycFheXMpiygA/eP8VA9fvUiWm2K8PyYpLJmVtMiJ3B2QtD6Ly34KzT0aN7oW/kHX3wEBMez+BLX36RSY7H8OCxQzh0eBe2bd+EjZvWYMOGVqxb34IdO7dg/cY1CBX5Yeis6dN3Y2OjuHnjJhMstzjfObhdHspkCMbhldsZZ2Ulxvmk4eVhKU6ZGR8bR4qGNRgooqPrRbgogvLScpRRD99/730mel9mgPA0+byCoqJiVFfXobKiBpHiYoSLi9DUVI/6+hpuGl7op15zDKIlqZ/xlRR8Xgtbt67HV77yJQYCdiJOR/8ug7+nz5xxZNvtdiEajRLmeXiwMcFk2wdMEBZ+gurKlSvQvzn33rsf4MSJk5zXDecAX1VdhaNHDzN4JhkPwktHvYoJWulFWWkZAt4Ag2or0Px0mFpciDLxdR1dXV1QYk1Br61btupsSj7NIM2DzxKTsXfu9OPcuU4mWE8T3sXo2AhlaQyDQ704dfokzl04i9m5Kc47iPGJYQZm56FvsiQZBG9mUqemppo60eo4KdLZjUyE19VXkz/1aGYCyOd1U/76OPdl8i/k8K63l4nc3h7qXDmaW5oQLokAlg3bHUZDUyMffejs6sGF8wyKUdb27duAzZs34aGHjmH/gf14+JFj5O12Z8wzZ87jzTd/hnNnL+DOnU7almGHZ++88zO8/PJLuHLlKoNzw6RhDgP9CdYN0S70MHkzgUkmizasr2FCtJpy4uW8gaVFm5uNhdhyCslEju9JDA+Nsm6Kc0hQjrKIrSRQXtHAAPZauKnfp86eQSPnunX7VvJonLybJo4U5fggmltqcP36JGUyiGg0BxcPEk898Tief+5ZynGQgdoJJl1uYWh0kAe+GO3kNdy71wsv19Pr9TmbfE11LRMMpXB7QXmZw4kPT+O1108SbxfSDCSVllYin3MxMDuFNWta8egjBxi43ezIboQy7fP4uGcF8chDR7Br53bKfoK8dmFkaAJvv/k+JiemEYmUI8xAsYEPo0wQvX/8Ir73nVfxox+8gePvncarr93Ad797HBMTcZw9fx3/9c/+AjeYxFKyTLqW4h6ya+cuNDY2Yd3adehg8t9iMGB4ZAQzDFRHuefdYWJxbHQOE+PzGB6exttvncKpk7fw05fewJnTdym7OdzrJq+ZrFSAf3Z6CkN9I4jOrWBoYB7VVbWkMYJwUQn6yKOJ8VEMDvdhmclUuPJYiS/A4zWoravEnr3bSUcL1q2jfBVj8lr7AAAQAElEQVT7UFpehD/4P36RNjPEZPc47dwm2pon8IUvfIGJlAeQoj7IQdHPb969exvLsXlcvXaBPM/j0y8+h69/4xfx/Ccex8ZNG+Bn4PjGjSH85CfH8dpr72Dzlg7nG8U1dTWU7wY8evRh7Ni8E8888iwioRLOdwLa60IMVGjvjkQiDFyUwMvAwJEjRyAnRABed27fgG2nKCuT6O3r4vqnsGvXDtJ4kHtcM9fNjSoGWdevX0+d2Mw9swTNTCTneCAdGhpgcm8IJSURJnkqQcQMrIewb+8+BswPYe2atVjDtbl4+TJ1/jz0DVRPCJjjXBvXtKCnvw/TM4uU7RLcvHkTd8iHmZlpLC4t4M6de5zHDE59eJ5rdYG25TZ5lnbssD4gYCGL2zev4c//7K8d3a2pqaLODWKJfesb6iC51H40wf1JifZMNoXW1haHl0qu+rj3vfjiZzmfClQzyOnmwbmWgdUVJn+zDHZcYOKlg8nopsZWZ9zayiB2712H/Yc3o2VjJde1BNeu3sbgwCKTATcJFxGNJjE/n0A2YyMYiHBuC/jmt17BG6//DFeVTE7mcJfzUsC+p2cAO7bvhvyqwYEhlJdV4KFjj3FFLFhWgMmie5gcXUJ1ZQO67g6gp7cftgcIRwIIlwTwyuuvU5enWd7Dg1qOfDFoaW0irSna1Amn/LVXX8E0bU4ynmSbDFZWFli/hPUb2rhmJeTVMpaXZ7lsc1hcHMGHp16jzbqBfbs3obY2iBz3rAUmRCZGp5BPp5BYWUJRwEvZ2IP9+3ejgfIXo883OjSGg3v3O8nHMydP4fL500jEFnHhzF3CVQz1T3Muy6ip3kRdqqBs2rjX08817cb4ZBQ9TCClUnnIpoQCfujDd6++/Db3jSn6p2mUcJ9H3g3beElzDIwrkrdDKCpyo6IqArcnj2x6BotzY+SXH08/dQRr2ypw/dp59PV2oq6xDPsObUOkIoCRiUHMzM/ConErpg3av/8QAtSTivJK+g0x+g3XHRs1Nx3FT7//PQTdeTx6bCtSTAbOM9l46tQdnDhxhnOpx+aOTZieXEaAQcwsAzrPPvMYeruvMdh9Eon4LIqLXBjovU16c2y7Fr/+61/G2Hgn59WL6OIklhhYq6isYpIBuHx1AsuxPH2vBQcGKBNdPeM4e2UAK7QVi8uTaGwoR1VFKby2DX0bwTYW+RkhP3kPlzr3zrs99Al8mKUv5nIHUBSqoC2uIb9WcO3mPZy/ch3DY7PoaN+G6YkV/PAHr9B38eDQ4QP4v/7lb+DTnz6G559/EJs2VTOB1MS+Lu4hcdrxDdi+fR1u377EvSGAjk2tiC70I1JiMan6EDZQplpaG5kcrcGOnVu5Zy1hfjaKWfJxfGyachjFAOVklMlynYEWogvUlVlcunyOPs0g6ZvFq6++C9tVhHkmx2fmFnHl0l0o+Xbp4jXqcxu+9oufwr7962mPItxLZ/DDH71OmxPE2Og8ouzj5h5muw1S2Rgqa0sQo50OhIqpY7WcRxhe7p1vMim6uJhAB23o/OIKdSVKf2Uet2+M0Hcd4P6aRXGFBwcf2oepuSRpGyUdN1Ff1Yyd1NcVyvuFixfog5/kXMu577QwMViCf/tv/xl+7Vefo98WxtTUKMcsxZe/+kl8+RdexO/9/q/hc59/njpVRijHsYceQHNzLXp7+2BZHvap4x76JLZv24maunpU19TC5QkgkcxSV7dgjPyLRhcxNj7F5O8ifd5FuG0P4itRREJufPmLz+OJx/aiJJLFg0e2IVLswnvvvoZcfgUL0QkMDHTi0sXT1Nu9CBZ5oH/TubG5HB5fHLv2rHPW7zDX/+qlO5ibiVNX45idimGF/JN/FmIg+YUXHkXA7yWeC9wzOzE2Mkpb1sV5VuPO3Rv0Ka6itq4COo8NcZ/fumU79+FF6Ge/X339NP7u+8dx/sIAjh+/RdrOYXx8AiGe9eIJA5hi9PZM4+rVXiwu5ThvFsGijejl+ShMX2URP/7JCep+koHHHHVnCSNjK7jbNcV95TpeevU9ymiY9II8WuA6jvK8lidkeQS24PX70dzWhGR6CR+cvIof/Ph1DE/NY+uuAzzDNmBoeJz7YyXqeDYdY5L62vVbmJ5d4A5joZVnPMvtQt6ysExfPsFgfnl5BRroN9bR98jCQP+Uy9jUKCyPocxMkcYVwErBG3DzOQsP/Sp9AMZyuZFlMjCZjWMluQwv7QYYKEnStnp55jW2QR5Q2IBrl0OO51WBMYAxrFMQglS52Mcf8CAQ8MLttggu+Pxu+INe+DimsQBj52ERn8Vgk+32sIB/thvG5UaO0D88gi76NFXc21tbW/Hh2XPwRYrxr//zf8Yv/t7v44//219ibHYcGdIpW1bkyWJ2qBMtZX6U22nYy/Pw5JK4de0S9SyGGPfXFAPEaQAp7p+ah759mmbwI5PJkGrSQx4am8RZBgY28jyHr87Pgm27YFk2wSK4ALYwxqBwGaP5C+tqiTGG/Mkhk89zv83xmeV5m3eLPV3c7ywg7yI/bRie7bV+xhjyyQ/bsmDxubqqiv5dmHTkcOzYg4hEwhigT+LyuKAPpYaLI0Rqwe0NwrI9+Oznv4Jv/Mbv4IknX0BlbRtmF5NwB0vxr/7lv6ZelYDLg/qGerhdHkxOjsPtdsHiWG6321nrRDJJ2U6Dy0pbH0OcsYT5+TnSAgS5B8k/yTIG4bU5pmUY78mTXi99Fh+KmGR699138e1vf5d28nV8ePJD9l9xwBsIIZnJw+PzgaJBGaNUcn558ibPIGiOgH9wqU5FxqzyuPCuMkHh3Zif16vM4nxUL5wfAcch0wG25ZJCE8pw3bMMyhcAvGzL4v8B4REYY2BzLzPGsGveAX0YAG4g58nD8tuwvBayJos0k645+px5jpUHkCHuJIPoOTLdEK9FcMZmnf5yase6vKNNWY6ZRYYJuAwDkTZ1wkWZ0NhqJ1zCC0qL2ivRYWxisQgs0zw1j7QzHteP/DSUdUttDGDYzuJ65TQexzWscFHnvN4APDwLwbkMacitzpE0yf9PMbYl3NKP1fFJAfvb5InH43F6JZhQKgTfU/QDVGeMgfoJjDHQ3EWf8OD+pT6KwejVTflTG2MMXNR94VC96gKBAOXLD8tYMLRNZDH9vhwyPF8pxiCcAo2domymaKtc5J/o83i88DJ5Y4yhbV6C2utb77qrj/Crn+agMV3kuco0tmJK8/PzyKQzjg6GmKxQuW3ZKC4uJp8MfdUkz5tpqL90RTyybIMsZStPXjtrwLHzWUpE3iJP8tC4Oa5xngFYm21tm/NimyzlpQCiSW1s0hMsCqGoOAzD9cvf573qRYto1XOC87Ysi7xzOWCMIX2gftscM8N5x0ln0ikTP8TvAj7hBFb57uM+JB0VPps8VFvbtqFL+N22C3o3xlDq8lCZ9ogA+6mti20zlJlkPAH9cxxJJic1J7fbA/FWY1mch4t4XJZNC2tgydhkc8hTZtVGODW3PMts4nPwkg/GcEzO3xjj4BKePHmcoV+rdc+Rp8YQn2VzrmmHz/n77YWTVdBljHHotombjyi00di2ZTnvqvPfnxN4aQ6iSeWOPLLOQ/kXH1UmORcYI76bj+H/+TOci3JAzrndNuXSTV4aR4aMMU4fYwx0GXP/Tl4pqWq7DOsBY4F9bD4Yh07Ny0ebKtusZ81FAF6iR7Im2gs06l31ApXrrnmLd6pTmfoVwBg4MmRTFnLI0oYnCQna7wwoMqTFgvrrbOr2euByu2jjvZybl/3cMGaVTo0DXrobY9jP/gjEQ3GFFpAjgJYnD9lJm2MKt+YFXuorutTew7Es23LaZikD6m/Z9uqYbGuRb5ZlOWMYc58GyRnBguEgeep12pET4S201V2gcbW+Ho8beifKj/7UvgAqNMZQv5J/D5f6qI3sjGyD6FaZMRybnfSsNdHdmFX61IZVzhw0vur1rnKti/CpvUD1Ls5XtkwxhLGxMUSjUYcOtft4P7fH48xBONReSVXZNtGmtsKlOLueC6C2kge9F/hQoEftjTG0KzkHNJbaiU71UV89i05nrTi++qi/MavzV3uB2n0cVGaMgTHGkW/VFfBpHOFUmWytxiqU6a53zUnz013tVCb7KLwaX3QIRJdA5RnumWqjcdRG5f/Q5qidQOMYs0qfnkWP+uj+cTDGqNqZg/BqDCAPn89LnzjAu8+Zo2yKaBWonXAU6NNduAUqF0rR8HHQIMYYB5eeC/MVXs1JoDL1EX69q068oZYhyX1DY6tc9cYYuKh3bvfqPqKx1Vd9JMdqp3FETwH0LtC7zb4OcF/jZu3YCdkWfVhJdGjcQls393zBP5ynxlM70aO73o1ZnaMxxpFlQ/02ZlVGVK92ai8QjZJv5XJEs+qMMY4tEI3G/ByXMavPq+VcIe4XwpenndAd9y9jDNRG/NC9AOBFDKt1tDcW2/GP656jD5AmZJxnNnPG//hchYsLR6kAb8aptyw6CbaxMMdkZVdXJzo7OzHFoK9tu+iEFCPgC8BluXGvqxfvvXP8/jegrjKIfxsK/F++fIWB5GGMjY4zodaLG0zCLSwscTPM8uC7wAPsVVy6dAUDA4MM6PMQCMsxGmJSaWmp49ikuYEv8DA/OTnJAMg8uQK4Kbgzc7PoG+jH4vIyFzbHw2ycB+hpyDnN8EBlke5IOIIKHj7LiCseW4E+Ub3IAJ3FrT5PJ2h4eBg9XffQ19OHsZExBi6u4sypM7jLwPno6JjjpM0wAbi0HMPE5DQDHwMMJszTwUrD4/Vj7fp21PIQ7Pb4ECP+biZFeu6NMNA5gBvXpzE+FiPNUYyNjXP+PeC5DvX1jQ5Ncjb1KZTS0ggPT5sQCAZ4gO/BGIPmUX0Dk4H56MKCsyB5bkVVVZU8dJdCBmViYoKH9j4Ih48OZRUPZsU8jNpSFK8bwXAQkdJibN+xHc9/4jk8/vhjKGOS2vYa6Kfw6uorUFFZzEOSFzM8tC4uzWJxcZbB6X4GcAapiHEoiGHbhvTWM1i1gW2LGeRYRn/PFANVS1haXIbfH+Ccsjw8Al5PEMFAGA3kR3NTKyLFZdzU8nQoMk7fGiazW3hw3rVrFw+EjzFZdgSHDx9hkGgH9JNW4VAQSiR3Mzl/7ep1BknuQsGFocEhBtHuUEaGHB7l6FiJH/pGlUX6Eok45AS5XV709U+Sz70YGhoirjkKsgWbslpQQhkXte1gQl50tLe3o5J8VeCrKBxiYL0U4eIQSkoi8JKvI6MjmGZyBDAooQzJUVxgosRQfmIMfC8vxzn/PLxuP5RcTDIANTo2iTgDyG53gLIMtLSWYu26OuIuQoaBjKXlOfT03cE9BjpX4lHcunOZwSDqwGA3n69Rv8Ypz0m43RYiPGBXM9heV1cHl8uNpsYWtLdvhtZbG6Gfh5Hi4jADaw0oLy931qy+vh5NzS2cRwm8/iD8XBN9st62XLhy+RJGRgaxuDRPXnXB47MZmKnGum9wUAAAEABJREFUnj278fDDj6CjYwv81OkwA00KcihJ/okXnsNnX3yBbbZyndo4n3ropzI93jwkH+FwALGVRSalBnH9+hUGqa9gamqCun3F+XeRLjL4J6dAa3Dr1l2uTzdOnTrHez8mJqJ0VDKkv5Y6UYmeewO4du2605/2GAcO7MZjjx/Blq1roXEa6utQHA6Tr0lHF5TUFujDBavfOG6Ey/bQEQCDdsuc6yi2bduCvfu3MznDQIPbph54sGFjPcLFfiZ/l6Cf8Dt37gzOnb9A+3Qdc/PTlP8Vym0cqXSca5Gi0UxzXpfx05/8FBcv3aJ8DcNYNumuR6ioCDJK0uM52qQxyszs7AwCQT98lKFIJAKfx0sJAqqqy3HgYAc+98WnoYS5zeBrMBSgLVwivQtct0Y88MAD1I8nKfM9ePml4+TVScryFJaWF3DjxhSi0QRmZmYpYwnKaQn0YYc1a9Y4fdesaUOODujUdB41NQZNTcWwLYMOyox+BveJJx7Db//2b+DrX/884TmsX18BMAjkdnkxOTGLM6ev4+++8z4uXLiBixfv4vs/uMzg/Qg+/PAOXnnlMm7d6MfQ4BROn76KH37/LWSYuOnoaMEjjx7F5z//STz99IP4Z3/wDH7v976E559vRx8TZN//wffwystvkG/XMDc3h42bNjHRtc5Zp1MfnlvV8aERwLiwY8ceNLa0IMCkfgODhfPRNBaieaxbux579+yFxx3Atau3EAgE4bK9fPfDSzt8nonoO0wu37h+jTZ3DK1NDcgzeHHq1Ad4/8Q71OFxlJSHsYFB+Ln5GUwyyZXNACkmURrr2/Dg0UfIr3okGTzQvytVX5ennjVRRgKkeYG66EFvby/ncJlJxbfx0k9/yuTjNRQFQwz4pWkT+/HaK68zYTuMcDiEKINU2uvee+cE95YxrkGI80hxHTrwwnOfxpe/9Els2lCHslIvgl4Xpobn4DMhzE2uMMmwjI3rWvGFzz6LL7z4HOqqyrAUncXlC+cZQO6kzozhHoNugyMDSNOexGIL8FKPE4llnPjgPVy+fJ5zT4NmD9W0Ha++8g7u3r1DfevE97//Pcr5ecfh0x7Z19dDHsQxwuT2fHSKe00SM7MjuHL1LIJFFoaGu5FmEK4kArQ2V2DbtnbKxjWkMwbllTXYwqB1hgfjRDzJdWtCXWMjx3XR0chSr9NYWlqifOVh2zYWuacpITw7N025bEI9ddnv9yKXS1E3G4m/mfKUhj4YEYstI8j9UIfeLu7PgBsffHAGt27fwb17XZinnlVVVKCtpZV7/hRKIiW4desWbt2+ST29zr04hpbmFjRzr920fh0aGkrh8gJzDEBWUAdPnT6LyYkpPPjgTnzpy0/hk595CL/xm1/D8y88RtpTXPNF3OseQC7jQn1dK+IrGdy53QX6Yw7vLDvP5PST+JVf+Sx+7Ve+iibO+8FjR3H0waOQLfL43PD6bbQz4eX1+qj7eQwODlBuA7RtU6jifq29e/PmzdDV0tyCiopKh0/jw3Gsofy6GCw+vHsjHj28E089/TRlZxOiC1Fs2LgeRUzSFIcjcJOvzU01iEZTuHlrgDK2TBxeZ+/MczWDQRvj43Hksgb6BuT8fBTatysrqhzZePutd3Hu3EWsrCSYMGrHwkIavUyiVVY0oq93Gol4jsnzzSgtCwCuGEqrffj8lz6LvUxelpP/2kfXb1xL2zVH3aEM1LWgobYZqVgONQyURxmwkuOrBPIsdX+UtnGEfk1paQnamSwOMSA/PHKXNHZjc3sj/P40qit8qKsuovwscH5pSIaWojHq2Qr9jhj9xePo770B/dpCdHYJFgOdP/ruy3jq0SPwMxm2vnkNHtizD+tbK/Ep+j6DfVPo6x/G2TNnEaXPMjExz713CF5vkHodgssdIs/8yFKmYdwIhkOob6nGieNnMTsTw8AA92PW5RkFsOlfRRejuHn7Fo5/8CHXog2WDdoh4NixnXjw4V3ovnce23eswZ7dWxAMeWl3QkwyuKAPSynRPjo6zWR1NxNDtzHG5y76nhOTU5iif/ngA0cxP7GAyx9OYZljf+kzn8Cv/9JXcO6d72E5noWxc5ShMN752QnybwvWr2viOg0zEZuGn0GIkuIA6pmILgkH4bHBJG8cJZzPe+/+DN/7u+9TIpIoJ38z6QU01hcj4E+gtDSPb3z9KD794k4cPnIQISbInn/hM3jyhS9h9/790IcBsqklbO1YR17lYbuAttYWUKghWWpqbkRxpAxg8iCRyMKyXFxHH4Pup7B9+wFHpmbn03B5I0jnbNQ31WGUvvZDD+1FZVULbc01yLYuMwG+dkML52exPIBnn9uL1hYvnv/EEXR1XUZdfTnaWprpg/eht68XQAL6NZN0Ko4A99nzpy+gr28AQ9xLiotLUFxUxn23COFQGc8vy6iuakRVZS1WluN487W3OM8QDh48yH14Lff7DG3HNLq7J9DTO4Likgosrxjks0Hug7doP7uYjDuLje1r8Ou/8cv4nd/9NRw8dAi3bg3i5s0h+OgHS5+z1NmJ8QlMjs3QJpXCNmna1wX6EJy/XYT5eYP33r+K2zwnuBjs/ru/O4+33riGU6e7MD0TxdUbl3Hr7mXQZcMvfPVR7N6zGSVlQfpwFgaH7pHlFq5c7EdP9yTXfQq1tRHSew/DQ13UwSnakGK0tjZhfmGec4qx7jbt+SiMlUZjcxXt034URzz0RxsQiUSwccNm2qMZ6Oc+T5+7yrVaQIzB0jffOoPX3/gZfvrTV5BMZ3D92g3oJ4yD9DdHRoawwkS8n7pw9coZ2IhhbroXXtcSlhf68M//2S/iN77+OcpJnja0EyYPbOD+3d83hG7a8gH68y72NXYcpWU+yksa7e1r8YkXHse+vbsxMzXNPf4q5+xHnp2v37iGzR3rqZ/kIWXr8AOHUFQUQGV5CQb6utHOPT0Ssbh3zGFNWy3p8HIPSVCu+vDNb72Bxx57FDt2bsCxR7fjq7/0KJ79xB60rC0DXEmumxuzc1EMDE3j1JlR/M+//iFefuVd7lUrmJmZx+JSnP7nw0zQpRFdSND3GcMwE4Evfu55yD+90zmMWdqg8YkZ8tjLfScJHj3h8fh5z5OXxEO7F6N9tbkP1DVUI+8OY2I+hTs9w0hnbXRs3oHLV66jkvupPxACLB/ythfxZIZ0DdM/b4TH78P69o1Yjq9gbGIS0egcZSqBlcQS9+PzmJ1fwPmL1/Df//u3aMs8jmxnMhno0gd5LWPzLJZFhr6hsS36V0EUl0a4h1einntXVV0NvAEveZKD5crA2FkCYIxBhoFw8MpbeeRMztmvLZ5HDZNMFu0RKFv6lRqfEqp+L/IWcdgGLo8LHtokF4PlmpfH44Vtu5CnD57l2WaSfsAFxge6+wfQNTKMWZPH2f4eTGWToClBOg8ESwPgUqM8YtNPSsPjSnDNb+EnP/wmfvPXfxH/5x/8PnxeG3HyJc5ES8YC8sSd4nM2l6VssYDzzXEOSmTprkCKMYYNOSn+GWNBZYAFY2xYlsU6A8tYMPwvTzqMMbC516pM9c6zZbOWLdgOfAIv4QffLc4zy6CNTVoslw3YhluLi7YgCZX5/F7s3L0d2ewye6axQH/xkUcew2//5j/mPjADxRvkT+zesx/+ogjKqxsQKKvD9EIKT3/qF/D13/lD/D9//m18cLkT3/r2t2kT+9HS1orOTtoRxmdi1M84k6VenwdJBtXypCnHkTgp5PlfgokxP/2rOfpRxeEw/JSvX/+lX0IkFEQRn92caxF1XT/pHeFZsKO9Hc89/wksLK2g814Ptu/cRdoBy+0hNlAfi1BKe+Jy2TDGOGATh3hl6Z28IZP5R2aSofxz2qhevBffdP84rHZhez6ovNCGr1A/4RfoXfUCPX8EBjA215DArRt5y8AIjIGuAj71K4DKPwLDsS1yi/IMQ1miz2e7AIt3i+sKC1CCM8tEGVs63YQzS1nTuwOcqHCrXOeyLM8kaSaIMrk08tQl22XBIqiNZVkOTzI0IDniEJn5+zQYm+NaYB/So4wjchzv5885lmWIN0tfGuyTYRBZINrYk20B8UrgY4JGBcLvoi4aY+hrkZ58HqIhT5rVzxgDj8fj9FPZah/j0KhntRU+6bfX63XaqlxlwWAQbrcbGdogp68h7cSrd81NIBnVOLIRQBZerxsW18dLm2EZi/6LC27L5nRy6gybzy7KlORaAWDNT3h8tKvyL0WHbVkigTZKdioHy7acZ+3NGttivfoohqZ7ljZCuFQuiDGGl6K+SI71ThY483DTmQqG/M4c1VdxJNW7bBfx50kfYBsXwaZYEIyNbEY0sM5ZK86Bd81XkGJMUzRFo1HoLpkxtgXb7YL2xhzyxKs+znSoNznYrPeSzwHqpdZQPNa75i0eZ7MZtsuSRtLhspx1MsbA4pwFxhhnLiEmjlkJjeejzXfz/GmR7xmulXgCXnnyJUUbIV5rvlnKuIBVzl+e+4gS0XHGwJRcVZJV9WpbWFdjjDMHN+XANha4YcFt2VxPUN5StIWrkKdcFOgTDtGhd7fH49Ar2nKkJ88EteiGZSDa1UbtFVQX6FlgjCEPPAQ3xBtj2P4+aKwcdUuTMMaQp7YDKtOaamxjDIRbbQUO/TbpZjl4qUztjTEf9VU/ja1yLgL/8g4OH+PUbEVZyBNyPIcRPja+xhHAUITI0zz1WAlWrj55lEaCCWvhlB5qLhpb61IYT+8CjS051t0mrWov2fB43NQrr8NH9Reo3hgDtVUf4RJ/QZkTr7OkIZ6M0ddYRoLxrzztlIt2Heyj2LoSnM4aWBZyXDvhAS/RqecC6J3FDo8sy3Z4kmeBcCTTaSZu08iyv2yzcLPKmbNkKEX90LwEadqyJGUx6ezpOaePxlV7gdqIfo2r+Viky8BAMhmnPifJwxXeJZeaq+3wx0358EB6JNAaF3ij/moj0BxULl7qrnZ+v5+xiaAD6qvxNbbuAo0hUFkBCu+qFx7hkx4Ll3AW5qExNb5AuOVvF1FfZffS5IF4U5BT4RZeY4yzvj7SJVwaI8E4luyK2ifoz6fYV201jnAbY5z1l34nyB/NU+UZ7j3qb4xZXTfbcnBLntxulyPTxpjVtaS8gpdFfotuzUvglr6TxyqzLJstVv9slqlOoGeNWZiDnrWmFnVbOIxZHUP1AtGkNpKfHP0qlYkPWtMCaC4qkwxkaMsKUHjXXSBe6P7xer2nKV9pyqVA+HPUU4GoN8Y4c7cs6+/djVnl4xLjXIpzpO7vHUVFIcpHgLxzObyiajn9NG/Nz6ZPrOcCWJbt1OPjl3SDoCJjKNEEi+Mbs/qsctEn3tjkrdZIMqO7oLA/GGOcfViyIB5pfoU+6lfAqTmrTnzJMqZXwK22OfJcd42p9lpD2RaXW3QD+rJAOp2kP5SiXGUcyJF/hfaFcdRXIFz/EIxZnZf2frURGLNaJjxqb4xx+KQ64ddaas0Fol9t/ohdjooAABAASURBVD9A5ucJ+Nj1D9uoyhjj4Nb6aH4CjQNekjtjjFOvMrWxKKsg3hx9ulQqwf0s6cwbvNTXTT9G7YwxLKf/qOBdnk4AI1ZweWyES4p4d2GFh5dUMo1goAgBf4imy0YuZ2igvDRQAbhsDwd2MTBSRGMewMpKHJNMhl66dIlJ1jNMCtzAABOoSpb19PQycXAb5y5cwPHjx6GgeH9/P/usoLi4mIfqIIyxeOifZr+bDKx0M2jS5xwgpEi2bdG2WzCw6JisIE1D7GeAPRQIMujTikYeFmWU8hQI59MbS8soorPX3NRMh80Dn9uLYh4oKssrsbZtDaqrqp1NeI6H4PHxcY47hZHhUdy524UbTAZNTs8xwLRAWMQED7ZdXd0MRpzCyQ8v4s6dMSYHUgyaACUlAdTVhR1Gjo/P4tq1PtJ/h23u4CaTykODI1jmYZ1+AiTEFuehT5amqNDd3d0MGPUgGp2HhLulpdVJsrS2tpLPWR7ohxmcHcT4xDjmGDiJM6Akp8jjdXNRU5ByS7jcbjeSyQSFPA0FMIuLQ/AH3YiQtsrqEic4pG9DhsM+uD2G/JtnQnWA/O1BT083JqcmedDyo6mpBQcOHMSDDx7AunV1kIEfGZnAe+9+gJ+9/R7X9BznPc75NmLjxg4GNdYzuBeEbTy8h1Bb08C1WIuNTD63b9rM5Mg6Bn4qEGOSeopjLC0tkk85BLkh2FxHfTLR5/bD6/GTRyvwun2kvwxV1VUQn0YYkL1z964zz7q6Ohwkbdu3b+falTKQ4CfNAR6w487aKbE6OjrKwNctB/QNPX2TeXF5EfOL8wgWBdHa1obSslIEgyGUlpTB7fEwATNNXoxAP8fjdnsAY8HYNtZv3EiNsAHYqK1tQEvrGgaqK1FTXYctm7fikYcfQWtrMyh+2Lq1FPv3daBjywaqXZJJ1Lu4dOUsbty8RBmZwnx0CvoZ2dKyCNdylIHAAQYW72GScrVEA51J5xjQTjMYuOCAZbmgZHxtXSMDNQnK0S289tpreOedt9HZ3Qn9JPQ0E3kWnZ8MN8ZsNk89imFgoBdKuGzeshHr1rVg2/Z2HDl6EAf2b8PTTx3D+vWt0AFficm1DHy5XV4mUTKYnpzB0uKSU1dZVYbWtiYGEXfioUfa4fG5kEgBWQYQS0rCDAaV49AD+7FmbQs8Hhd1Y5wBqRnK1DJu3rqOd999h/z14ZlnnsIv/uKX8NxzT6ClpRaiqbWtGWvWtGL7ji3kawYLXJfy8mJU15agobEawZAfcjJdnFfBAdEHESTjORr+VDKFLA8vLtsNLw9XGc59dGQcMDbHDHEdNmPvvu3Evx7HHjqIp556DE8++TjaOGZJaRj+gAft7W3YtGktamqrKTsxrp+f61uD4uIwIgT9DGp9fS1s2wPxyO8PcE3BNnWoYwK7paUFCmi0b97C+g1Ice1GRyfg9/lpD11YJB8l76lknDhDXMcqPPLIERSF/QhHAkxQ7EJVVYWThH711Vcpx8V46KF9XK91aG5uYjJ7B/7p73+GvPscdfEA+bUWBoASGvoWu3T9zp1bdMBX8OwzW/DFL34Ohw4+QPqqifMa9Gnyywxevffee45N2LRpHQ4ffhCbN29HTXULwuEqWMZNnVnGiRO3MTA4gabGMF78zKM4sG8vikM+yoSLfHZjfHQJwwNpXL0yyj4Ge/fshJLrHVtbcOzYLrSuqcSXmDB88oljGB1axJlTdxk0PomXXjqJV195k0HJESYjb1DmZzAXXcLs3CLHG6VNXaa+J2Bg4aGHH8anP/0wHn54LzZ3bMTtW4N4840zGB+bYnC7G3/3dy/hwvkLPJwZ7Ny2A9vI93LqbpbOd29vH+IrScpeHNFolIHJJeraBPoHuh29Ky2N0IaOYHBgBJbxorysmlCBbVu34g/++e/hM5/9BDo2t2J+Lkl5KMVKfBkDbLu0mMbIUBQz0/MYHR5mQLsfp0+dZZJnAcuLcb5z3PgSqBXYumULnn32eRw6dAShYAQPHj2Kz376MyiNlODIoYMMnP0q1rbWcq4puF0W/EEXNjChtHv3Bur8PKbHB1HkdePxBw/jk08/hdKiMBaVVMoCAe67iysrtONMUKQTpK0PxeEi7Ni+lXKymwHeWfyPv/wr/NVffRf3euaYYL1B/XsfQ8NTpCWE5qZW7N69G89/4hN48qnHab8iDMQN4T3uv26P7chkQ30V1/4x/NZvPod//Juf5f6zA8tLMba7hz/6d3+KUx+e4V58DzEaAQVzuxhkiy4soK6u3nEgg8EgLMuCvl2USKwgHo9hYKCP9q2X+hyEm3uT1+sl3WHHxmh/znLvq66qpCwGAVrZt99+iwmnCcpWEVyeMG1MjaNPrdQ16X9xcRF15CHom6H6ZYRjDx1jomAtvH4fFrnP93T2Yk1LG9atWQeqHcpK3BjoG8fIwBztgptByznq6RIsVwqJ9CL3sAE0NdeTN5vhp36Hw6WorWlCQ30rRoYnAUZ5m5vWoKmpyfkA2dDgMGV5CAuUMQUyr167wuBlHJu3tnPfoPzFF6FvFE3S9/FwT5mfn+e8XaipqUGYPocxBneYYLhAvaTbwgTbCIPiXdiyfScTAPvQsW072tathzcQwMDQMO7d68PZcxeYeJlFdXUtIhEfahkIf+75J3D06H7Mkg4FSGrqKuELuNCxuQXHHu5ALp+knU45vsQFJuWTTJC7XG7sYdLxEGVR9ia6EEMiaXDrziSuXLoNY7kxzyD95NQox6c7aSURKs5ybeMopc2cn5/mvYi8bUVTQwMDBXnMTkfR1zNEf8OC1xN0eOhx++HhPt5EmSunjyV/LUl7bYyFkydPoedeF1wucG2KsBSdoF7ewcTYHCJF4L6/gg1ryvBH/+bL+J9/+Xv4s//6q9Shh/GZTz2KinIftnRU4ugDO/D045tw5OAG/Id//VV84cVHsDw/iHVt5VjLhOrzz+/Dpo56HDq8DZXVIRgONjG5gCX6pLCy5E0CKfLDWB5KnAdp+rGHHzwG7WURBvPrGquQTC8jx4BqKpvC1NwyZhaWUd/cCl1hHpxKuVeVlRXhCpNLbk+acjXDJNx51DEInk5l6R+dJt+A9evbqWu11G+bPlQ1btzool94C+P0gT6kPtVVlKHMb/Dw3mr8H7/5FZTRVzt36gRee/Ulrp8NxgSwuJyiLVvBj3/0Erru3qMvG8Ann38Yl+lbtzW34NmnnuF8UtT1IcqADzduXkdzSyNgkd8fXEc6lkXIZ2jHx9HREeZe0YENGxu4F7agq7sPNfXNGB6bxF//5V/gx997G+mlHE6feA82UnjhU8+isbmG8jdFmxinf7iIRSaop+gnDAxwL7B86Osdcub6qReeQCKRw+JSmvTGMMT9OG950UV//8FjR7B162Y8/dRR7hfHMDo+ijfefI32uAdnzp7AyGg/svk57N2/kUnELrQzmRaNLuA853ji5C2uY53jM8djCe5JpO/URdrvegwNzDIxEec+EsO7P3ufydEB2ukp2JafdmSKsjXOZMUcNqzfgHBRMW7cuIE7TIyXloRQVuqlPFvYtqUFu3a3cw5ZJjdvwOMrgdtTjHt9o3jrZx+QvgvEv0zZvU3da0OwKMCEUwYPHN6LtWvXcCxD/mcg/157vvYh6ZpN39FtU76SFu14DtG5DPfxvfQD1tDelmJ+IQHb40W4pAhVdWVc5zksxeaRzcVoQ2g3PIDb7aKeWYjHDP0D4MGj+5i4/IIjwx6vhbr6OkwwMT83v4S5uXkUE1dRURCVFeVYWYlx/oMIUV4TPBO4bBvd1L3yigj9mDTlZYx2axP927WorPEiUl6OFM9MReEQ12E3jnKsnbu2o4X20WUZTNFHzTB4UFNVjNbGUvzWN74IfTMV2XlYdgq2MdynQs7P2uZShjZ3jD5sjDpyE/PRRa5biriasYW+8UpsDsivkD6tdTMeeuQB54Oybu4Rfgb/z509i936EOZjD6Ohtg753Aq83hyepw+5YUMT5aMRO3e1Yd36KvIojvdP3ITFNX/xxRccfS6vqsLaDc2obyrGRtqML/3CY9i7rxWNLcVwuVPQuaauLgzGnLh3FMNYHsrgNE6fvUg8IRgEUV3dhvMXrpFHm7m/TiCRzIOmhDbVEHLo7u5FhgFfBf48bi9lxg3bZcEipBmMLquoYp8seWqhuKIBI+NReAJhyK6PMgHfTb2Yoy80OT2Lu509uHHnDmkJYZlJseu3blLXpuD2epFKZ+kzzSFnZTAzN4Xbd0fpozTzXNnL+a9HIBiCaEgwoJbjyipwQKGk/ZL8eKD4jHzmMZ5tJykrQ/Rj9KFi8DLGwFgWjOHL/T9jDN+N82bbqsvDWHmASaY8MlCiKYsksvk4clx3b9CCy2fg8XPubgPba8O4CLYblssD47EAlufdNtxBL9JM/gxNz+AP/+Mfo5dJ4jj3Ck+oDF6ue4jB/nnuCWMTvfjuj/4Wv/KNr+Jr/+ir+Juf/C06B+8gUOxHkv5PioGwJGUxncshzaSCbRO32w3b44bL5QIs89Ec4FyG/xdY5EeedTbUh4UAo7s54slR9gHj/KcyB/iWz7EJ69iEfQG+wrksi7VAlnuEzfnaHhtwGYDJt7zJIU9eub1ugLxTwLooEuL+OotL588iTdr37NyN//c//xn6h6cRz7gxGU1ianqaCfM4990ynkWn8OrbJzCzmEBV0wbYRTV46JnPopbn327GILq7e/Anf/zHkF9RRN/C6/dAcQU6yA55MAZpBhmVuAnSN0tR2HXPZtMoCvhxaN9+HNi7h+Tl4LFsGP4X4NlF54uDhw7jwWMP41/+638L/SJLdXUNjhw9hrq6JtquYup4HAuMl8SZXJG86VyW5Vg5MqkADhEUPtUTNfkBByybY5F3Tv3H/qd+aisoFDt4qUsf3Yk/SyzcsiHg0tEWfrQiXJ+8A8YYCJ/mnmN7tfs4gPUCY0xhqI/uxhhWGec9x2CNEnBZyiwNHAyTqjnqgb69mue6GssIu9MWq12cZ5XrwZifF4oe4RNIPsh42MTnYXJLbVVvzM/b2+ITXy0bsClXSuqCSUgj2aLdyTGol6Xs6y6eCYQjT4Fdvecpm1kH/Ezm59kntrLMpAZ1l3ikJ3muj+TCGEOblnHkxxjj9MlwPbPkvdqIPrWTjdFddSq3SaPuGs/PWI7X63X4nqe+qI/qVbfaJ80zQZxn0RXyLE3ZjBNWsBxbgNtj07574fV5IDx+JqVctiFL83C7VRaEj7Lppo6LboFoEH3gpTHk4+Y4d7XRuKJLUBhbz2qnfhblT23Y1Zm3EhGqk+7EEzFonmrvIx0+2iX1icWWHf6on/prbMuyV/UvFIbP6+cel4Y+vJXL5pGngJK9EB6BaBZtehY+QU78FREESXGecqakseYi/Fmub5q2Lkc5TNFmgJyzyXPhMcZ8tE4W55MlLsVdhZfonHXQXe0FKhdejW/ZFgIBH9ySPcoxiEu0LmRjAAAQAElEQVT0qb3GF8/SPJsJpzGGttICYJy55Li2wmEbCx6eKdy2C/n7ZeCVo46qXjg0nvZzP9fOw/OQMcbht3CrjegS5NlP9gOs19xEi/BkKeOqS5GWOOefA2C5bFiW7eARfs1LbY0xMJbFOgvCTZTOXXMo1BfKhF8gGld4rhY9tm1DZWojEA6BngVqo/YazxhDntjQeBnyvVAnevS82s8AIC2UgyzlIct4VcbRqZyzNmqnfVs4c1xfw7UHDPUj6eiJ2hpjIL55vV7nrrmon/BrTuqrd5UL0pQVY4zDA2MMdBljqENuR6/EW5Wpf+EuPHpnMwiS9BXj9B1zjKsgn4PkLk6fJENZhAGMbUG21JDX4pkxKlyVDdGQIT+SPO+JNr3j/qXnBHEnePZKkk592MVyuWATLOISiL5AIMC5ujk0dYgKJPqy5I/2+SzpkTyAhBhjYIxxdAC8bK6feOXi3WI5KJNO/J+HKM0nyXHTlCPRweZOX81b7wVea39UmfRf9Dtjcz5pHdbZSbZJ46gNX50/PRdw6K4+Ao0lvsViMceeqE59NUfd1UZjaGzhUJnqJIN6FmguhqPk7+sUH535qo/AGOPYzaKiIhQXF5NvHuQ4b40t3AK1E37xVziFQ/Wix+XoEteTfFY7zVP3HMdLpzNc+5SjZyrLMMaqPqoTCKdwCQq4ZS/FI62DytTGWMahS7xVnWjQ+En6qynGktL0S4TXGAP7Y/SAl+bv9/sc2Q0EA7RZAYg/Gl9zEwhXxtGr7Ee8UblAdQLV6y7QWOov0LNAzwI9fxxUJtA8SI4jMxpf8zOG/hXlaYW5Ma2xcGvOHo8bLrfLaat3tbfYVs8fB5tyKjBGK0zs9+8fH0vt1aZwd3BRV9RGdGpeuhfAGAO1kRwJjFnVD8n+Cu2c7mprjHHsF3jlKS9Z6naW66u5rkLWWfcsZV9jCFQuWjR36aiP6+LiemnPzNG3yNOn0F26qvbqm6dcGWMg+gX42KW9Wq/GmI/qhV+gOeiuProL9FwAY+7zDKuXMT9/z8tGcFzV5O/fC8961zwK9OlZZaoX6PkfgjHGoU80fRxYTHnLULfpwywvMd4YR448tC3L0UmrtDyCHA8BRcVBlJaVOAxdXIhSQTMIM8FQXV2N1pZWtLe3Y+PGdrQ7ibR1aGpqRkN9o6PQCrYM84CwwGBBPm/B5w9w4dwMZobQ2tqKhoZGKMhWWsoDFB2QKQZmhhik7Oq8xyDlEjw8mFZUVLJtGzZs2OS0tXIWahhMrK6sQTqVgT4lVcb+bUyKBQJ+xCkoY6NjuHj+Au7cvIXJsQlkaQBDzHD5mGxBLo/GugYG29pgG4vrbxjgiqOkNMIkRStKSopRWloMP50ny7Y41wgDYRuxnUHOsrJy0LY4ybbr169BoE8rz83FkExZnBtQXe0hBFDDoGltTS0PHVVoaiqFxeDd/HwUSvApaTzAAP34+CRxzUDJMxg4PNbi5kijDJgUc4nJxomJCeJPcj3yKC4tQYTrkaXQjo2P4fTp01DCMEYHb3FxkYuadfDp2zpKOsohChUFuR5FPIjPMIk4izzSpKkOy8tR6NPm+glWJQ7lPArSmSTJyaP7XjfeP/4+rly+iqmpaSqnBV1RBmwuX+rC++/fZFLjNhMrN5hkmIO+NaeE5TSDApM8rA/0D+PShSu4duUmk7SD0Hx7e/udhOHU9CQGBgYYnJiFguOXL1/G0PAIVhgkG2WydpkB3nAwgvLSKrhsL4P5KygrK3OghrInOjTvFDfj2toaPP30E0xQPUpZ3OTAtm3bsI7B6EAohAbK5IZN7fDTCOfIRa2rlLKUvKysrIA+lXjlym0mfN5goOykQ48On933enGdQbcbN2+SFz0MWl7BAgN7Ho8XxliIFEewlePs3rMHchy6mAjXTxqDaxkqCmOWQa3pmSnU1ddi795dePTRh7BjxzYeHBLQv4OppHWG9DeRPiU4aigvy0wyZzJ5R84sy8W1jFFfimCMi2MvwqLmbtqwHlu3bEJTcx2yuRTiNOLxRJxtDJORC+jp7Ya+qTY41ItodJob4Qo3Hw/lM48AE6F5HvotHgQXF+dgKJfhUJC4F5x1kdORSCQh5166lKMTGwz6qAcBOnfL3AyB2uoi7NreitbmBsxxfotM6t+6dR3jk6NoampAa1sLFMhTgrajYzOOHDmCo0cfoE5Uo7qmEm1rWvDsc49zvQ5j564O+AMWweXM5erVS7hCuHv3NqamJqiPEbRv2oTNmzvg9XrQ09NDvbvOZE4XA1zncfbsOQZdh0AfVSsLy+VBKYOBebjw8svvMBF3i3SvYCuTHPX1NQgE/XAzqNOxeRMeOHwI+5gs1E9aSwZu3LhJfkWhJHKWidr5+QXK9Axlbxlr1rbhq199EUpAlJdXoJpBBbfbw0DXNHr7B+DxBeAPFjn3qqpqBkHCqKJc7ju4H5GSCEbGRp0g5wJ5VVNTgUwmgQ0b27BxUxv1chrvvfeOo7tbmdTbubMDa9a0cYxqzr8EG7jeHh52skxeiw/btm1lICNMHLTF4SIGJTsYINyNT37qBTz08GHoJ0elGwHavDoGXMYZsFthsKO2qghpytvVK1fQywDgIIPEJ46fw/WrXZifSyPIANZWJt0ffvBhPPH442hqbMCmTRvwxS88h6eeOAg3Zd5HmxyJGETCefJuFza1r6EqLtM+zTKY243l2DhW4tPYtbsDn3zhMKorvdixrQPHjj2A+sZmFBWXYN/+Q1hPe/7eu2eZLDjNQPoEzp+7iG4Gha5cvk49u4rW1jYYWHjlldecD88EQzZxL+Hy5Zs8EAB37vbR5sxAa5ejUfb5fGhl8qystAILTHgE/GHs2LELxgATE6PkVcqx8dMM3p14/wzeevND2q+TxDHv6P/ho4cYnKpgQq6evK/F/gNtqCwLo6GukoH/I6iu8uG553bh0598FkcPH8YIE1yzM3NO8Hzn9h3w2G6cPnWayd7bTHwsUSZ7UV5RhLnZEW6uC+jt6cJbr7+Gu3duMzHWxbksUhaBGB37y9cHUVETxr6DHXjg0G7yOYMrF85ghQnKXDINn8sLwz2h884gZWiJ+pxHdGERkrOAP8jkzUW8f/ykI+9jY0tYXAAhi0+88AD0rYeHH34UDz38AHqZaP7gg5PQHqQ9cmBgiDrlp61ZYYB/Ce+/c4o0voeerl4mrMLYuX0t5x1m3TTcdp7v22FbhjY6hXd+dgL6QE11TR0TLFr7SepZGhPj0+B5h/unH9W008X0FbT/rF3bhsbGegwO9jnyKX0z9AmKuE4lxaXk0zzXuY/B5Dt45923uKeNIBQK07alSUst1q5tR5iBQtGepcPsom0sKQ6jmLYrwaDHG+TtrH6ql3ug9pINGzaiiP2PHD6G6soSLC+kYdGh8rizGBpI4O6tbnz7W69C/2bd0MgQ7nR2Q99ST9MpHhiYxq1bXfj+937MhN8A1rRtoIxk0N83hu9860dYu2Y91q/dBJ83yDU/C+0/9fX1cLkM5IPs3rOTcpdjAr8fVTXVTARXoqmlElMz/YjFp5gs6GRy5mecW4I6D1y5dh15G8jaBm8yEXTp2i389JW38eqbxxnE/M9sexHprGEyewi3b3fjJvekMibw4kzYnjp1EqNjIyjluy/gYhLNwsTkELZub8fcPIPwHqCsPMw1TiJcHOQcT+Ptt99EaWmE+/EE/YJiXLt+E//1z17GL//yl1FJm/WpTz+P7Tu3Qs7w6Mgi2te3YdfWLVhanEFTQy02bdiAQcrOOP2X0rIKzMzO48SHp1BawbnWNsC4/U5yLkn/LEH5jcWS3Df8sIybspvhnj+Hww8cxb7dDyCfdaO/fwRXL1/kXu/HX/3F7+Bbf/sf8E9/9yvYzIRfNj6MxPIAkJ+m3I3iw5OvUgeP4vHH96E0kqHtq6XMXcPVS29ice4ucaQwNnITRcEYfveffB6/9LXH6UeuYHpqinYpC9g+JlOXEVtZ4CE9Ax99wnzWgg0vkrE0/ut/+Ra++733cK/3JpOAXdxPl7GwNIck5cLldWORba7euofLXDMFA8pKqhAOl2F8dJz61c/5paGfsl1eymJ+No7Dhx9DMFiC4aEJRIqrceZUF7yeMOWkiLiWMB2d49rGUFddimeoo//2D76OXR3rEJ+dhJs72p/8x+/DH/TSdhXTducxPjZDv2IFfn+A/EhC37zduGkrLl7pgkV5PHLsKODKYXpuBsbjRn1TC1741DOUgTJk6DsrAN/c3IhHHn0Me/bvQR4WfvSTt/Dd7x/Hles9ePW1tzE5PoJf+cpR/PG//jWsb67G9MQIdXySR6Q0BvrvUW5jlHXQX5iGPkA3OTnP/WOJe9wUjPFQHsf5vkDfchxTk5MI0xea5r2mqhqnPuQ4l8/h3eNvIZ5chnzYTe0bUU6fNhwKopj7WYIBGy/X5ZMvfBqDg+Po4z5VV78GpWUh3L3bTYo9mJtZRHFRJUqKa6jPk0yu78Rg/yTGRmdQV9dM278XszPLTN6t0L/PYWkpwTWPo4Q+/PLyMtwM/q1ra8Xalgr86X/6RRw6VAOfL4aqijBqasu5jjnoJ+3crgBlwwMv971337mK//VX38M0/dtr125SdzOIREpIUyc8Hh8oXNSznMPTQIC2K5Ekn2xMTU/A7TUop85lEjbpSmBoeI5+wyQuXhqhDxFHZ/coeXINp09fQ1G4AuVltcRn0YZWoIE6d55+9LPPPsy5VYM5OvzFX/wPvP/+CXTeuYvr127gRz/4Ce30MsKhMvzwh+87dmt+fpF+Ug9u3+okHX4muwfJhxWEwgHKj4Wm5lq0rmvE4aMbcfbcKWxs34ADhw7Col+zvJJAXVMjxibG0NrWjIDfjdLiYiToazbUt2Lr5u3IM8i2edMalJf64LXT8PuMIytghG3jug2IL8bRyLb1tc1YR/tdUlqF00x+L0RTuHWz0/kwZijkR6jIB5cni6mZIeQpZW2ta7CD563du/YwKJ1BwBvg2KVYoD/WTJrr6stRXlbKtR4G4/aoqy9CabkLv86k7tGj7XjggV344ORpnLt4GS9Rnr/7g5/i7fd+hsHhbsrTLTz//IP4R//o8/jt3/kymtvK8H/+X7/B+XnIy2HyrxKHuWds3LAN3b2j5JcbL790nHycRmV1Jdq3NGLHrnp0bGlmv99FdU0VLBtcfxc8bptrO4sFJoxXaCdiDJ65aH8ffvgh5C0P9dGPsal5jE/Pka/TmJiYogzlYJPfdzq7uOdNUrfnuHY9uHzlImrqarFtxzaQnc5Pq0/PzGAptgT9sxQDQ0N4+plH6VtYOHrkCfTRhgKGdHhQXBKBLsuyHHnUMw0oXG43/aAsXC63Ux4Kh53xUzwfp3n4V/BgtS3/bxkYY6CgZTabZbus824Za/VO3GpvjGFjOGVuJoSU6HGRD17KS572y6awupggsd0urpUHwTDXuySEIMEV9MDP+8DIMFZSCah/m/6wLgAAEABJREFUEZM9FTzz+wN+eHxuWF6D4ZkxTCUWEG6pgqkIYDQ2hbmVOWTvJ5Ns0uDzuOFyucB4NbKgFJHmNP0E3L9Ea477P2BgOAeL9Nu2G7pWEx56gsM/27YhMEZtV0E+pnAIhWXbUH+BsS2o3OL8hNflsmHTD4ALcHlc8HhteP0e+AMe+II+2Dx/DYwNY3x2AQkubE//IP7kT/4YVy+eRz61gkx8CQ8deQDhIj/iiWWsMJ5xmedvF/n4pc8/hwPbm9HeWIzWyjCefOhhhKkAO3geaOe5Ycf27UjyHKgPbgWDQYBraLndlD0Lus/xPKryaSZqS0pKoCvFxMT87DQ+88ILiNBO+3jGCodCCHJ/eZj4i/gcpxzXMp7xf//LfwV9SHPT5q148cXPwe3ywOPmvNxeuMkTzd+2ONZ9EP4CGGNgWC5efRycemMAguoFhXrwMoZ1vFvsK+Cj85d3/g+H92qvtc1ycZy15/pnGEjTu8qNMc56gZfa8ub8GWNg2RbXywaXgnziWOSZQwvrjGH9x8YVbcawDe5f958zlLNUJgXJu7GBHJ9AvHniyqu/bUN0OAldnlWMMRxiFUSP9EvyBQNYlB2BIR7LNg59TrkFXjnqYYb3PMuNAzbb2y72o39uqA8WxzTGYPUyMMY4jxpHdGosP2UmEArC6/XCRZ1JpBPI5DNweV0wxGeMgdvtdvqqXgiMWcVjjIHH43FA5cIr2nU3xtC+ZBDn/i0/2rIsCIwxpDvrjOXmeFwm4ndRthfZPg6YNGlxw8cEaop2IM34k3AaYxwa2IBnCnKVyp3L5qC6FAPvCcq62+NiTCiCkpJihJw5eVbHtFbp1FzBS/SJbsuykaFtEC8s0scqhzbhNMaQDg80fpZBZbUXpKgjiqP5aZsikWKOFYH6xxhzU53FsTTfaDRKHy29Ok/yDzCwuJCas802PsUULcuhX/QYw3q+WwTcf9Z4brcLti2w6YekGKRNQJfaiU71TfLcqPmLzjxlPZ1O8Uy57LQv4FBb0ZnlfNVekCfzXVwDmzIpnC6OrWfhdu426WMbyauxbK6TBzbbqo/AGKNuJNc4oJfCGKoPULbyXCPwvCowxjj80LhLS0uI0ZYYwzLyR+0tjp8jfaJVzxbr9Jzm+qbpc+tZ5VniNCZPXBbHBVFzT6IuZThOlsqbg+G6ZZFkP/06nPpr3nnWa2zRqbvKhLcAhblpDJXJ3opGPatMNKqNnt2kuaAzwic+q04guvMqJOjZGMMnkF6XoyvGGMdWyTQYYyHLGB9It4FFmfMRvA6fjWEJeSK5la3WGBobvAr0Z2hvNA/dtceJR6JBtKqN9E9rXQDpikDlggSTV+pjDNeBsqAx1N8YAxLJvzwK9cawjGPblgWv202gjaC8wYG8I+/ZXFZTgfZCyzLOPESL6BbPdBdd4KVnlRX4aIxxdEnfQs0QT4p6p2R5ir6l5qZ5GmMcekRTAVSeYVv1ySHP/4AcaRJwmI/+NJ5ocbu4D7I+Q1nTOmUpO86Y5KVwqoMxRjfHfum8KF6JboH4J34bzk/vqhPftE6Fu9bLxziUQHPU2OKrxtdzLpeD1kR9BcKncrVVG2MMnHl9jCaNJRBhaivcXtpft9aN6+Gibop+0aecgdoKl4/nEfFYuI1ZxauxJdsaW+OINuHUs2gRHo1jjIHKwatQxkdnnfSuMfReAL0XcAiPdEcypvGyXCPVC5/B6jqqjco1vuYj/qke1AcuIvLUddtYPCMHUMwzh4/7lMaVbma5fsKjeamf5qi75iwcHweNq/YC9S/QW7irXs/GECNBfY0xULlAfbKkX/NZ5W/a4cEq/Vl1pX10oyADLtpsFapefQTqn6NcC/QsyHEOwm+McXRF44oXDlgWjDEfgdqJjgLOLPuCV6GP7sYYlsChTWOmuRek79tOVRhjHHx6tvgsmVE/4RV+Z1zKkWVbsGybYDntjWE/0qN6Y4y6Q32EW2v7EU8+RpPWYbW9mkszZafJt2waxoJjD1WvdhZxG2Og/0SHcAvU0xiWEiyrcLdgjFGVczfm589O4cf+J7yWbTl2V7Kh8SzLcloYY/5efxVqTPFVPBbo3RgDWZUCXboXQH2MMc7aaR5u2paCPOrOEZiXTEPxgzjzOZY+uZahIIEoPTyo1NfXobGpkUGZUjovJRTyIhQVhRChsIcCQYTDxaitrUc1kwwtDGpXlFehJFLOQ/R6bNq0EY2NjaisrGK/CIlwc0IWnZ8i6OBUxgBHkE67Jsx9nMHme3jttdfxxhvv4fTpiwwgTSEYKGJQcy0P0VUYZsL1+vXrmOHhMkfXtZgOTkNDA2oYvA34fdDkxkZGcYMBr4mxcbh4aKpj0Le8vAxKZtxhomYuOs9g1jIWlhccGB4dwko8Bh/7r1mzDgcPPYD9+x/ApvataG1Zy3ls4L2NgY1GtLW1MYi0kUH3tdjDwOmTTz6Ap5/agb17G9HR0YD6+hpEIhE0cM7t7ZuYTDqM/fv3s64DR48exT/+x7+FJ554GJuYqNiyZQs2bNyACib1BEqi7Ny5nTwuZfBnhcnPBQwzETM7P48cmaNFd7ls1pehtrbWwWkMl49QXBx2Njc5dVqzcFER+WywshKDDL0Cvh46rDM8PA0MDSBSGkFZRRnSTK5NMeCztLzI4MESg7Zd5PsZJhpmEAwFIEOwEotjhYnOxcU0ZmdzHMeN0tIi8trgzp1uvPfeBwywH8eZ0+cYVBzA0OAobMsDt9tHZzCF/r4BnDtzHrdu3MbZM+fw1htvI86ATQMT7/v37ce2rdvh9fi52WQZpIsyCDePVDpHXP24cfUWBnqHoAT6+vUbIFmsY6Bh3bp1jnIuLS/B5XahqroKwaIQIQyPz88ASznXai3pLIUSzb09vVDyrbOz0zGYUjRjSP/dO0zSXEFf3yB83AzdPBzq5xDXrluLasqUlDHGQ+3Y+DjOnz/vwDzlJ0x+z8/P4cSJ9/H+8VM4c+YOgzUzDLZNMygyDY/HxcBYCHI23G6bsl5OmQ+ivLyccrMXm3ko9TEZwmXlGiXY3ofl5Thu3LiFa1dvYJbJmpHhMfJyiPoVxrbt20hPJXEEKIvN1IdW4iyjMfeggrIdCPhA24Oy8hK2DwAMK+iDASsrixgY7MV3v/stvPvuzxhUu+cE5C9fuYS+/h7cuXuLbXM0xjoIeIg/TJwBSB+l/wP9vfjwg+M4/u7bTNLMOD9BpyRoMOilXHlRzeSgx+si/TZsHvp95OE68k5yvGVLB/WklXII6JOnCwszDB4OYSURhWEALlISRF19DRobG6g/+6HET4i2YIwyf/fuXVxh4u/subOUx9MMaHUxQDuCkdFRx2muYvLZ9niRYDAoyiS3NvDZ2Tnajx4MDw9QlhKI82A3xmTD0NAgg5638YMf/IDJhHcxPDSCyUmtkY9jN1NGytHSuhYuyuvExDRx9OIag5T6yfLh4WHO00dWZGDbBikGPe503sHo+Bhg2QzQVjI4Oka6xpFIpjBNGq5evYY333wL/QyWhJjUMYyunD17A3/7tz9lwv4Eg2kj1PkStLevc4KVzc1Njj739fVzPTpx4v2TuHD+Mm7evIMf/ehVh/YpJpdv3b5BfcxRdtrR0tKMCupvZ9cdJpm78dZbb+D9E8fR03sPoaIgEw2bmbDYi1CwCE31zUwoxdBNutOksfNuFz788DSGKV/JRIbyl0YinsE50viDH7zC9T6B4wxA/vhHr1G2jyMem8HOHRtxYP92rFvX4sjH9PQIPjz1Dm7fuUSZH8RKfI72Y5L24yoTHIOoqozgK1/5LDo2tXPce7TXCwwUDnMuPagor6U9AQOIE9C/TZdK5qHtxu32IBIpofyGEAz5aLszlPUy7N+3HTt3bsMXv/QCPvWpp7FrdztiDDx1ce5xBnj7BwYo2+/h+PH3KaNL3CcqEJ2PcU5Z6oSH75XQtzIvXbxCOerH1avjDOwP4Gc/O4533jlNXl/A66+/ins9nahvKKPtrkBpWRH71AG5FD75wjP4zKefR3VVOQ8UbmzbuhVPPPY4Wppb0Nc3xGBgFtGlPM6cnST/h9iugnJVB9n2ubk5Rw5yPNilGXShH4xmBoX9AZv7iR8VVXmkMjFcu3EZx99/lzbyOrppUxdmZ3HivffBOAeKQkVo5v7b2NRGXCOU3TkGGADbcuNe9wByPJw98djD2Lt7C55lkPXFTz9J/jeQdhuR4nLqz0VcvzGG0dEpXL1yg8G6UtRWNaHIX4HHjj2HJx79BMeoxPJyEic+OIOf/PQV3t8n/ix5vwvHHjyK+EoceTqGF89fo+zc4XrlGfBLoY57r3QwbyxUV9dilsm1KerWDPfnmdkZR/cznHcZA+CS2VQ6STvrxcpKig5zCWViEIMDoxjhnq39OZFcoS3x4MLlSxgcHMLszCyT6q/i0vkrqCitQllJBWU6BP2KgRwcfcBC9sMYMEA9TvkpxjgT6HEmM0pKInjhhSewbk0N/B4bNZWlqCx1o7WpCXt2bIKV9yLgKUZNbSXpidFHqUR9XSkUtMlkDOn0A3kXlhcT2LBuGzZu2I57XX1YXlpBZUU19/AO7jFrsHPHDmzkPu5h8DQcLkJLRRUO7NjLMcOU+xmu1zQDqiF03+uhx2KwaXM7990cyhg4vsFkxzQTH76AB30jUygqrcP7p3ooC90YHo0iGk0hlbQZ8A/B4/ZTPquwYUMzbFeae/QkLCvFsmra+B5n3qlM3EkA7trdgSeeOopIiQ9HHjyAJspccSTENUvivePvoryiGG1rmrn3Xebe6YLHl0NdYxmWk3MYGR9GhP5bQ2019+Uw19qLnr5hJkDewdXL11gWoB2kzC/GiGMD7dk0YHtwjfZqmDLm9obg9oWYkJzENSZrp5hAkM89QD2dY1B3eGgYy/Qlmps2c3+bol/0IOpqyjA91YuZqXvY0lGHsuIIXn/pNBprirCtvQ2PP3wQv/2bv4zamjAWoyPkexntzSguMdg8F43B8oCy5sJTjz+K8rAbx9/6LiZHbuOF55/GmtZ2rmMJ5xFCcVE93FbIaevxGHg9GYzQp8wwyFASdGPn7hIce3gXnn/+YWzd1giv1wWLB6U8bXg8RTTGh1zeDcOV7O4aZOIwg0Cwin7qEv72b75HnQng4sVbmJ5ewQfvX4Bl/KQzzvnGUV9fyXVoZbJzCtt2rMcK1+oTn36GsryM0b5O9N+5ST7mOcdKbOjYhN/5vS+hqqqGspnk/iw7AXj9HuQtN3whN5594TlcuHINPf1jGGEicWJqCVevdiORMBwvTdu7GeWl5bh9uwenzlxg0q6H++8M52NDybbjJ87i3PkFVNaUY/uuo5iZXaZtjqB9fQPWNVWjfW0rZugbfv/7r+Lm7TuI0WcrYvLrqaceo++5mXOehP7dv8bGZsrpMsrKq3H7Vr+TJNUHFzRf5JM4dvggJsemaT9SaG6hbhzcSZk8iLxJY3BoAEPc01tam0ZHKZkAABAASURBVLFp41pMcw7Xr/bgjdfPYnEhTbuTw/zcIpNYu2BT/sfH59hmEbmcxT2znjaij/a21NHhFAPDZ6/exY2ufsATxOkzl5hsvM31Kebc5mhn01hZXuG+YiPHQ+fwUC/leAWPPXoMDz10FJfOXUFbaxsqy0uQ4YE0Tt85UhymzYngD//51/HH//7/xFe++BwM6QbXP8aAanR+CYMDw7SfYQAGfvqeDQ2NqKyqRDaf4j2IxuZycPXg9Xi4HpX0HSYxOb3I+UiWiuHz19GmlePqpVHcuDKI2LLFZHwSXm+Y4MOBA1sxNz8Ky5ViW6CyohEb128lz1ewe9c+PPLQo+jpGsEPv3cSWzracIOJ8a67fRgdmcDWrTsxx+RNKe3m+rWb0NvTQ5730g96jTin0N6xEY898QS+9e3vMIl3k3vgCMoq6ujnXsW167fRTXs3NTVHuqvR3LgWLleEicx5DNInv37lMrpu30RTYx30Td8Q/Y5IpAjLS4uIFBfj3OkzGBsZR4iJmu3bd+Di5T6kmFCem1lBfV0LbjOp+vJPX6e8pjnnBJKJFMbHJ/ieBMjL0tIyrn8cuUwOHtqX9ZTHXTt2YJx20sr7kE6kMTzUg1x2GSWlHjz7iaPwh2zcvTeA/oEx9s0jxn351vU5fPtvPsTowCSOv/MObt66QPTziJTm6L+cxm/+1hfZ30t+LfBsY+H0uWu4cOE212mR+9M4ebwZ3/zr76Lz7lWsXdvIs20AJ46/g3H6qT6vjdjiEgJeL5iLQG11MX7ll15AUyP32JoKyG+L01f57Gc/TxmtpR6neR5ZgIey0NTSiDXr2vDsc89hU/tGBAJ+uNw2ZTKB47TR+jCCj/JUT3kapB9axL3loYcfR1PTely51MN1zTjnZDf94IXFBSZbl2krVmAsCwoYgpcxRv+Hc37M55BjIJGqgzh9Y5vOSIpyboyBzpaqU0zLGPbRYUJ3PhpjkNdBRZj4bIyB2+2Gi/2NMbxbtClAIOhluQXDxI7sJs0mjJWDn3bVcoFzdsHPc0ooHEJxaYSy7KU98yIYCqKmIoIS2u10egmwgWKek9JEME7/aWBiEv20Ed19vUjSUbQ8bsDkV+fC+eTpl/ANFucNXnkCDGAM6Qaoe4X/8X7/zxjj1OvVGKMbdT5LPhBTDs49lco4d2NIEIzDUwVc0gz4iU/qZPE8bts2XG4XjMUSNbXyMC7A8LwgktJ04lI8Z6/Qtzlx+jSm5pfR2TOIRfpUbWvWoKW5AanlKNrb6vH4A7vhcxsEGYsYHhmk/HWisjyCxroyNFeF8Oi+9Vi4dx4nX38ZNSEv1tRXY6S3H7/29d+i3PcjHC6lvZxHMBCC1lZrFGMSw8dER5o2L5lMwBjw0jxz8Fg21ra0Yl3bGrI9B5t89XBtd1Jfs0yy2y43UrSDXnKxub4ek1yHJx9/AvXV9Qj5g3DBgmVsgP5tjmsh/kiWOMDf/7svPx8vlEwVQH3z7K8kZI70KSGa5rpmOa4Izn+8I58L/fjo/Blj2GwVJAfGMrTQnKMhaQThNTYXiO00lkB0ikcF3LprXTW+xtWdSGG4iMKngSw+21xv3Y0x0B28hCubyazKCPVM9CuGJnwujxuWbUNtjTFQmSF9xvCZfBHP0tRD0aRnBxfnrvNCho5Tjh3yDkh/s9TFHEH3LMnLE0gA5wjk+VCooxDzXbiMcSqRZBJuhbEMjSNaNA/btmBxTmonsNwWlGBN89yjZ1ZRBzSO4Zh5B4doFZ0C4RJoPQo2gUQ4fVQu3JJBY4zDG2MMUkxQRrhPZJk0yVIm44xRpHmu9nnJJ/IlxaSqkoUF/MKt5xXG6FLsa7GNEqlJ6tNKbIk2b4nil+Q+44c+NGjyediWRVskfBZtbgaiRTbXxXUQvgIvwMvNs0EqnSB9GYRCIcgOe7hmXtIj/qS5NjHqUJRxnwx1orKyEiUlJdC8hEvti4pCpGOFEHPmbswqz93UJX3wLku75aKtWC3OO2sm3gh3nLZYd2MMDOkhox3c6muTXtGepRxoLD2rXHNRfzUXHV7uP2qjeekufBnKo/oYYxweaBzVC4fKpW+FdsYYh1/CJZwC2Qzpf4b2LpejLuXg8DGVzjhzFI4cdVaBdeEWj/SeJa2CPPuB/VyW7cxH9Drjs17jCDykuzAX1atM8xPo3dnHuJ6ixxhDWTXgjXfcB4Mcx+AfctQRGJtSb3MtSS/HEY24f4kmzVf0ijdaF93VRmMZI1y5j2Rc7dXVGOPwT21trofoVR/hceZDHtiW5fBP81GbHMsK/fUu0Jx0N2YVX5KxmDT3GAMbHsaebMsNduP4CepIyhlTeESbxhSov+7CVZBlzalAh2RMfUSf2oqf6q9nY4yzbmovKLQzxpCnBjb3c7VXX9Eu0LMAH7skN6CNc9sWbPbNkc9qKx/DsZnUT2MswAAW+SIQDo0p0LPoDwQC9Ak8sMlTgco0tzyALPFbbhf9BT+8jCmKNmPMR/jAS/RrTZxxhIP0az/Wu8b4OLhcNowx9O/SDuRylA/KlZO0JdM1vsbx+/30R0IOTaJVayw8ObZJJBI8yy1xfZKO/6RvVapMH9CUXRUPSJbzpz6at15017yEW/wVLuEWqF5lAmNW10dzUhvhINFqwpuhbVmhb5ygjOQcvol/AdLr5rxztC+iR3roos3RWMFg8L49C/Ac4XX6iBbh1tiiV2PorneBxtZ7jvwxxjh8EO0C8FK9QP2MMU69cIJXjjyyLJtPcOR3hf6N+CPZFE5VWI482FB/PWvNBVofm2toDHlAG6tk1DL96ixtiMftcegX/jRtj9akgE99Vvu7PqJFeMXPAujdti2nXmX2/XFEg2AVb3pV3yh3otMYw5tx6FS9xtO8xSONr3kVQHVs7MimcOtZfdRedeqjuzHER+uU5Vqlue9pL9NznmNa4gvpUn/nWe/3wRj2o6wWcGp84c6zzBjz0bjqBxhHPrIFneSa4P4lWyp/R/3VV/i0Njrr6pmTdVpK/1QP4leBMQaWbTv8E33gJfxp7otp+hTCp+fCXXVOf7bTn0V7kOFen6EPnKMvTM0DUUL0GiM+qxU4PGtIr2jJc2z+fdRGbQXGGPY1TofVNnmnX+E5R15myd8U+VvgkRp/vK+eJQcFKMxJ7YwxDn7LWM7dGKPij8YQbYLsff5qXGMMeeOiDfdAslgA4bXYE9oYFxYWHAVWZx8Nmu6OANDREzKO5mySgHEMjA4fHh7s9E3Sw4cP4+Chvdjc0cEATRXrMwx2zvJwMIjbtzt572Vguw937/ZimgHTQDDEJGEFlSaAoaFZ1k0yqbZIIt0UDkPjlSZNcZRFqniYbEIDHfvamhqURIoJEQdkQPw8hGxmknLbtm3Qt+NiK8voH+zH6MQYunq78PbxN3Hi9Pvwh72oqK5Ay5pWbGhvR0vbWtTXt3A+ftIZRU/PMIMSnQzW3cC1a7fR2dWLgYFB1k2RliTpsul0BUhHHfYzWbpv/z7UN9QjTaHRNxKnp6c4j0FcunQRvb09VNQ0dPX19WGOB0QFm8eZoDPkXUVFOTZsWo/d+/agpq4OlUzitbS2IBwOO8bT7XZBAiBDqW/1aC1kSL10RCTA80y2Cu88k3sqb25uRnNzE9TO6/UwUFDC92Y08FBeUlKGWSZ8MjRYQfJ844ZNOHL4QXQwcdzGA5WCwu1MArdy/Pq6Bs7tAPYfOIBNTIps3LgG27e34ZGH9+JxJwD1CLZu2Y66uka0kX+tresRjS4xEHMJ585dxNzMApSsiTFIv8DyxYVlbubAhvWbUFdbz0NflOt8j8GFONd6icGJBW50OeJYwACDt1cu9TIY1k/+DXANbuHunU4+9+HOndsMGl5h3y4GEUcwPjmJrnv3cI/B6uvXr0EJ05s3b2FkZMQR7pKSiLM29ZQZBWgku5LvFR4samvrsH1nB3bsaMeevXvRsWUzXOR3T28vbnGckTEGZZiwiVIXxrheGSpqkgfSqelJBp/u4ns/OI2BwTFEIi7U1PoZbGlA++YN2Lytg3wvZeIv6fD7BoPKCQZ/IpEyHnTDPLjnGHSKMeGTAmBhZHiUwcNFzDEZ0dXVzWDK+1AiT5t9NRPFJSUlaOGh18s17+y8yyTQ25znHfL5HAOlH+LGreu4fvMqxhjg8XODlQFLkE7RmmHCcevmbVh2fppvGqv8b0RxOAIdAiYmxh1eSSbFkyEmMa5cuozzZ85CZTnq+85d25gwWEfeGCSSy4iUhBhcXXJoUP227VtQU1eJTDaB4ZEh1i0jkYjR+YiipCSMmpoqeH1u2Iw4LfBQcvz4e0ykXcbY6DgUQJNOxOMJLETZbyUJYwz1PYbp6WnkaFU3bNpIvm5GY1MTcceJdwnV1BOX7aYeBhGJlKK8vMJZ781cw8NHdqGY4zY1tbDtMq5du0WdnsDVK73Em+S8orjX3Y9xBnm3b9uFdWs3Mihbh10MTm7Y0IGHHnkcTzz9NKqqK/HmW6/g3r271PsYZXORCekBnD93DR+ePM9EHOWws8dJfF66dJVrGIMCmE2NbUwqzjJ4aNCxaQ92796Hxx8/gnLq+gpt0pkzp7GwOAeST5ptZ56LC0vo7xvHHdrEfN6CbbmhA/oA7c5PX3qdSa6fMRB4C4ODgwx6djvJ066uTjouSezcuQ2HDu7D4UMHsX/vbhSHgui6ewcuYzFJeg4DTOy2rVmPUHEEJWUVTBg2w+f1UZ/GMD+fJI4sEis5jI8v0R5Pc+2WkM8tIrY8huamCjTWFzGYeJGB2B4Mj8YQXRxHmMGvcLGPfFmg3sZpb2y0tjTA7cqTlyXsV815jdBmRnH54iADuNcp51MO/1LJGNv5YHOTjkajiDEw3cSgUjUDkLNzU4iEA9i+bQv0AZP6umrU1VegsrIEZeVhbNm6kXwswXx0jsHKScrgPdqQGOmJkP4p6GeWc1mDK5dvcw0WaFsWMTgwThrlhFoI+G3U15fSPi/h1s0Y5SPOvqXUyyLSOsl5JzmnKB57/EFs397BNUiin0nq7q4u/N13foCbN24yMXEPltuHNZs6sGPPAewiz59/fh8O7DuAVNKQV/3IZVxMcp/Cyy//jHIT5RyXUBwJ0Masw/MvPIpv/MYX8PQz++FnsDFOftQxqTc9vYRk0g/b7cHWbTuxdv16aD+t474gp8cAuHXrHl577W0sLcTx1JPPYPvWXbAtD9KpHM6evYof/vA4fvzjt9DbP4LzF29iYSmDzZvXYvu2Hdiz5yAs43bsz4enLlCGzpAPY9S7FfT2LNNWpcnLNNd5jPNYIf9GyaPruEB7nopnkE7nabuDaG1tdRLLJIc2wYWTH5xEkvatmgnV0tJyyk8KcoLpIlE/A5Q1D2VhCrIV+hQ5KJf0d4i7Gz/44Tnq4xzOn7+L8+duYoQ6OcWgupL/gYAH+XwaNoN6g5Rh2QPtgTYPEF7aQh9BTlGMwQ7RpG/BejwuZHNxDpGkHBZRtxsBrQa8AAAQAElEQVQpv5WorijFwX3b0NrYymTFEnrvjeDmzR7a7E148OjDtG+bHBu7a/cOlJdHuIadeI8J7ffeO4ne3mEMD05SP4eYOOhCKe34rp278QH9iemJPqTjs1iaGcMgE2JT3BvSTCDTLyQPc+TvJCan5jHHxEuU+2BRcQRz0TjudvUgFk9jfGKBgfAs1q3fgW995yVH/yqqy5HJcJ1yFlbiedrqCqRTWezcsRWbNrVi756tqKgMorQ0AtnsKGWhiv5Q6v5hY9/+vawPYzv3tbr6chSFg/TH9tM2bURDfRUT6n6saWvCkcPb8MgjO7Ecm0Jv3x3qzgDcbhvd3UzOjs3gxPsXceL4RerQMuc+ieGhGczNLWMNEzP93KPd3hA83iATtB+Q53m4vH5EF1aYjLhKWVpAlInOtbSthoauob4Jk+NTTKAOwxgPpmZjaGpex328GyuxKOfVgqXoGDxWGp989hAT3g0Yp+0bHujF0sIcXnv5J9C/83j7Th8iJY1crz2cfzEiZSV4651T1KMi2rEYBgZ7UBKJ4M03O/HKS28h6A3DzvuBjAeJWBKxlSV4fVkemlNw+6L4wpf24itfeQSf/tQePKqfg3/ySfo9++DxeMgLDxNJZZRlL/XGht8fwPJKmn5eFt//EXnzwWWc/vAmJiaXsHnrPizHc87adjEJZdl+vPLqG9CHvErKIvjCF79If/AympvrsX3nRhx58CDXqBIvvfwmrEAF8uE2PPe5/4Df+eNv4uv/7N/gj/6f7zm2MhD0U18zlGdD/yDG9Y6jqqqCyb3/CH0j22Jy+JWX3sQPv/86xkeXMTkWw41rnc6H1koiJfi1X/sa/ZHt9EUyKC4uwenTZ7GPPqsSsPUNhrI9gdNnr+HFF1/knnYLP/je93CGPvK6tWtoW3bgL/78v5C3xZTHLHniw5UrNyjP0wgGi7jfLSMcjsDvC6CurhXyyQ0D8lXVJdSreib6DuHkicswDM5mUnGsX9+ExaUZruN7+IVf+DJqaqvw4YdXHDnx+rwIBspx4dIddNNnnp6dRgtl1Ed/5oMT59BctxFlVc1I5AGXz4P2zWsQKrJx4+ZFdNDnOnz4EAz3nitXr+LDU6eQ5UF87dq15NcKZaUdNmUwFAyjyB9GkoGsQZ4LJidHAWRw+9YNzi+JOiZBqyvLUEv9a25qIH/nMTw8jtu3r+BP/uTf4f333sTRw/vxxc+/iJbGJlg8HI8OjUMfUkI2T1kpxQ0mGCVjdXWV+MKXP4E166u4n0xibLyfY6WwuJiBj3P1eIK0iUn6QAnUVW9GRWkDjr97F2+8ehbxmI3xkSg+OHGe+/MCdu3eSjsxRRtgc7/KUAdj2Lf3IJLxJGqqqtHWUod//vu/gk3rN2Dfvp2UFQsPPvgwWlraUFJSgnQ6ixX6V8XFYfq6O3HsoYe4r2yEEtVnz11GdbXa1WNp2WB4aI7tfZS9Gfpot5BmAvRnb3+IO0yUL0RzmJqOUc9o2Rk5W6Gvpl/o0Tf20wwMJpJLlOkI55mmTHjYLgHxuLqmEr/7u7+C2ckFJn4H8d1vv8pE7Rj27jqEod5ZdN6eRnfnICKRUu7hk5ifj6KqshpJJljJYpSXVcDN9ZubmUc+60akqIq6sIxiyl4ivkD9WCb7lxBLzNK3KeezB+FwLcJFdeRtI0qLS3H32jA8dhEUAHC5UxwLKCm1EArnsGPnWsQZ/LEsL/kcpzwm4fdGkM15cOXqDRw9uhdbN29EVXkZasnvnq5B7u95xJdSTHyFuF7L9CvcePjYQUQiXtqyVsxxP+i6exMURFy7foV2l/SE/LCYbOznXlbHPd3N/WtiZgoV3JvaKOvxxBLKyyOYnhqn/3IJZ06dYXLN55wJk1zDmdlFrtUa7sdD+Mu//DsmfKdg0ae2GCy0bZtDZUlzDk5c2bKQyWWRUtCD+0IuB76DdINtQHnPwSZPKbagQSbAufL8v8AYA7fHA6/fxz04z72beOmLs5rNjW5OmeICec7JMIloewxl2w1/wI2q6jL6a8U8YwQIfgSDPqfOdluIlITJ+wjtdwnkD6RSCbYpQnVNNfeqItZHECoKI8ZEwzwTxWnSb2lSec3RkH4DGBs6FwN55DlPpxogTVn+Hyx1blDAgwQ7L3oWH3QGNDAQz1wuF4wxcLndzrtwqkx1xrCVAxYAg7yxoSufM9C5JJPJIMMzYY6puyx5I77Zttrmof9nsmk2z0EfWs5znc4xHvDeeycwPDaBScr4GM97Nm3nlq3b0MdzX458+OQnP40m6q3O6bfpT4SCXlgMQqV57lqcm6YcrqfPexMBH5iEncPC3DhsnlmPHnsCgWAJZiZmsBRbQcY2WORZg2IAr8eNafolNmUkEAg6PPG63ChmEmh5eRGf+9xn4fP4kOZZMU+7Wd/QhGmeq5M8I5//4Dhe+/H3ceXcOUyPjTvnyM995kXEeJ7Psb1lu2BblnPWcPGuMSzeQb6JH+KTQLz/OOAfXGprzCq/1d+Y1WetKywDDgJDOTeW+ajn/w6fMQbqLzqMMc5cnXYAjG1BeAQOLr1j9XLacA1zFBCB3nPIc2XzXOMsZS7ngOaiuamNxvBShyUvKrM0b6JTX81HciYZyeXZl+D8TGU2C/VlM6i/wLJt51n9C3VuyqPeLWNzPpI7i/2ATCbnQJaKq3Ek6fKrhU9gjOEtz7YaJ0OyKIvkmYpFjwKfAj3ncvmP+KN3doTGVbl8apW5XBo3Q3wZ6NnHWKCHdkF0q17zS6VSEBT6ix/GGMce5chPYwz7uhzcHspikDJYW1cLnYeruOdqzDjjLFn6zXQfkKVepYlT+LkEgNFcctB7jvwT/XHahlhsidU5h7ZMJgGKBwz383AwAJfFFaDeeFho1Io2Qv2NMQ4ezU84xMOioiJoTolEnLg0VpZnmLgDWt/S0lLarwDfk5idnUUymfxoPloj8HK7Xfy/5mkTlxvgmOKN3+9l3yAikYizF2sc0W+Mcfjh5jqDQp7jWuQof+xIOUvT9trsF4DGF69VLppz5KefPlEwGESACSnR7udd66K5qJ3G0N0YA/XVGLqrXiCaDWVOd4HqtGa6g5fo0xw1lniW5FroQyRJ8j5LOc7S3mfIzxzypNMD0VPo+xF+jq2+kgvhK4wjniSYmBJu9VF7tdO7njm886c6l8sDm/ZZBaoT6LmAy6Jcu3lecVFG9czFh7FsB7j6XMucmsMYSsB93qqvgILv1AunMcbhk1POZ8mFaBTtog0fu0Sn1kn9VKd3PWuO6qMyY1nUWeujXqpXuUBrUVg38Vz9dIbTXR04PG95ypdNcDk0Cm+h3ua6SSbE81AoxD3V59Au3KJf+I1Zna8xhrLoceRMdRbfjTEf0SbahVeg/qJT+I0xjo6oXKA1K9TrWXzRnc3AkehTpJGi7mRSSUh3s9xDBOITnEYGuhfG03wEejfGsGoVNLZA5UnKiCPvlDcffZBQuAhuxrMt23bmJB6If6JZAF66a92NbUF7osW7yhKMhQqn2hd0Q++q07wS1GetQYbybdu2o3PCr2fNU23E1wh1WDjUV7FZlYs/6iuZkc6ovezx6j3nrJ/a6V3jGWOcMrWXvVF/leMfXMYY5Knr6isQ3aJHvI9GozwDzDl2SHQVcR+X/oMyPkN/cm5+FokkYyAGztqrr+YjmyG50btFGRW+AkhmRYfmlqVPkyUv9Cy6dde81dfHs4sxq/Kh+aqdMcaRQd4cmVU7ybhN30B9RXOGOQfwEr2iReMbY5y1Lzyz2vkzxjgyqvkr7pWl/6d9wZFfGId/wlsAY1bbi8aPQ2FulmU7+CzOuQDsQnblHTDGOPcc5TajvYc+s3Abs0ofeIk3ApvyYYxxaCi01V18UL0xxhnLmNU24pHWWjJSWGtjjDOe+qkszWBYljzXmAUAL9Gq+YhnhXFZ7PQttNO90E5tBXpXuwLoXeVad0EBl+jNfkzGslxz8Vzlwqv3LHmiPVe41E8gXA5w7xLuQnv1KTyrr94Fev450JfIZ7lzZKEzg7EAYwwKV6G/+gkK5RpnFYzT3pjVu9oL1PbnY2Sd9VGZ6gpQwGWMwcfnIf4Kt9qBlzGruFVWAGMMa4Ac7VFhnAzXTM9pyov2SD0bYxwdcGR8oL8PkxOTDHDFHQcpyuTH0tISZPz0Cdg0F96mgyIC3B4PUgxM6NsGN5nAun37LoNjXY6ic0wqe5oEGEehZYiam5uxY/sONDIQAToQOiQlGYRdWUk4DmIgEEJ1VQm2bK5nwLYWfl8QS4sxTE/NIBpdZNB13jF05KbjSISLww5TZpiQ7evrxfDwEPSzpyXlpaiqq0ZpZSmW08tY4IG7uLwE7Vs348FHH0JzWxsMFT3FAKWBB3OzyxgdmWLCro/Jh2u4fauHCaYpwjTOnb/BANRFBsKu4vr1GwzA3nSgu7uLAZJRLC4tMNBfgebmJiYVW1DNBExlZTkikWIngD7KhNzNm524eu06+10njmtQwmk+Osu+UaTSSQY6Yg4uJZWkdC63i/iaHedrYWERd+/eZULnHhNCvQzODmGJ6xEOhzluFduUMnBQ5Gyq+gTA1NQE6R4mr6YZmBjHQH+/s3ZeBjorq2p4aA07vBwaGibeLraZRJyBlmh0gXhjyNGpEz97yc9797qhf5vFz83s6NGjeO7Z53DgwCGuzRomJJrQ3r4FTY0tKC2pIA/nHLyZTJ7rNUd+TuAeA8bx5Thqq+q47rvwlS9/FZ/kYTEUKiKPO/HeOx+gr6efwdIVylEWtuVhgKQMCQaZQadYAh9hIMQyFOJcBmWlJTygl8NDg64D4/TMjMOXyckpeFkWonMxNTWF27dvsbyb87uLfs5fQl7DYLOfTug0E3T9/QOUzRTp34RHH30YTz7zJKp4kLfpmNU3NKC9ox1bt29zAqBHHzqGxuYG1DfUYs/eXWhb0wL9VG4wlGNwMISNm6px5MgOfOKFZ3D46EE0M7A1PTuO6FIUVUwudGzehm1MZNTW1EPfZHjnneNMsLzOhMg70L8f9xoDrmfPnud6zXItSyjahusRh4+HFtuyydMF8nYeC0y2VXH9ypk0XL9+Pbbv2I7PvPgpHDn8AGnYhI4OrkVTM9e32Gnb1XkPJz84g1dffRMXL16mvhTRCQmir3cQ6UQWk+PTGBsdQ4gHm0HqvJKnA7398PFwqG/nKjFSXlaG2toaeOnElFOngkEf3G6LgZBitLQ2OvzYS57UkXdpBkvvMHi0uDRNuZ9HJpuC2+PiwSBLezBLub/uJCgka26Xl2VRLC/HSMMEk12U1+lZVFfXoLGxmUGwMLRWAToJbWvWoqKiinTUcb02o5WBBgObiZ5JTE/POPzyMrhaQ31/4MghJg0O4MDBA0xg7ub6rKfc7WXiYD0qGQjzuIEf/fA1vP3mSVy8cAN379yjverFByfP4NTZyxhmsN8bLMIKg3ixeAppHlyffuZ5rvlap+301CKCgRJH3hvq3+dITwAAEABJREFUm2EZL+eQYkCzEU0NaxAKlaCivA6MQVBXx3GSgeL3378Er7sMfm8Etu3B4uIi+yyT9kny0nb+DaxZ/TSjMVhicC6TdjN4WI32TVtw5OgRNDe1Qd9i/f1/+it46qlHsXHjRhw9chTbt22HPkHup5xkk1nUkneRcBhpOob91N3TTIb39fUhWBRy5Dm9skDbMYbWtjWcFxiIm8XG9nXYs2cN1m9oQn1jCAcPNlKedsHns5HJrGDXrg6UlvmYhGnBH/yLr+Pf/dFv4sXPbuAcZhhIj3KulSgKFmOQwcGF+UXQeKA0Enbqk8lFJiV24qGHdmFzRx2qK2309QxybsX42tdexOc+/xi2bN2AbTs3M8HYziBsBXW1D+fPn8Px4ycYEL+I4+9dwd9+66f46Uuv4Nr1iwgEPeTFejxJPuzZux1btrTjy1/5HJM7LZhk8GdqaoF8ncWVK9cZaM7TriS5Rj6sW7eBtrkNzdTjT7xwBL/xG1/Bvr1bUV9nc137qAsLSCUsOik25+4lraWUi1uYZ/DKR9kqjkS4tiEmTDbiyIMPYveuvaiuqsHGDRs51yVk0znSshsLTEx/ePICA+G0hfNxJBNB7Nm9B3v37sH6da1Yt76ZuuNDWUWA62LwpS9+Ghs2rGEwOI2t27ZBB8cS8ru5rRVrNq5FIBzCzj07URwpwo1rVxApCuCF55/igQXUpT64XQEG2lw8zORo8ycwOjZFfUtgjrbitbdP48evXsBywouB4Rm8f+IkXn3ldfzoxy/hO9/9Eec3yMTsGJPcJ7nHdVPfgpS/FeThQ0lZA9t/wOTsaRyl3d+1azdtgA9PMsH827/5de7PG1FVVc5178PE2CiTorfwzW9+y/k3W//mb74N/Tydvlnqdnto16YwOjpE/gUdyNGOuyyL+Lx4+LGH8PV/9AkcPvIQvvDFF/Hsc8/C7baxbdtW7Nm1EyXFRdjc3s7yJ1FRUYEQdZPnBUxNTWOM++r27duxadNG8nADmpoa4eLB288oo2WlYbtTGBi4A8tOkveNiM5Pc50StDV9GCc/KkqrEApE0Hm7D3fv9uDmjTvQT3mXlBRTP5eQ5prGGJT0+0JMAI6gr2/QSUwnUnnc6+ujjZ2hDFQhxQPk0NAQbfYyE4RjSGdXaPfgyPLxE6eYWLxGe1aBSKQKk0wGlJWVY9/+HZSFDUgmc2AcAJFIGROYI+jtmcDE+BJ1KwnQLwlyvrFYQmpFfd+GRu5Nw0MDnPswgzox6kIHIsUlzr6o/aGmth7Xb97B93/wQ+ifCBCPYtx/DX2tCo6rb4p/8Yufxw7uHUVFIdrbSurNMGIrUcCQZ0xG3b7dAwMX6hua4fcWM4kyzLmPIFxcjBXaxBUmDF9//R3ub3GcOn2OCcQ0kjwoLTGhPTQ8DA+DsuPjM5iYnEGSCYDevgHq4zWW+9Fzrx/GWGhubkFT8xrn3xIMl5Tgzp3rnPMk0qkV0LVElL7R+vW1qK2rQmNTOWXThW3UOZ+/mvvIDP7Fv/hT/Of//DdYt64De/a24+DhnfjJyz/GOH2fzdu3oaK2mrK1kTrmwdnzp2GbBDzuHO1vBpUVAeqfC20bSrB+Uxm2bm9AZZWPPscyvv+91/FHf/SnOP7uB5SRcViMxWTpKFtI0ZYskR8Gac6VIoCnn92DBx96Eo3NHbCsMO4yGXTzVie6OMf+wRHaHZfjQ/vol8zMTSAWn0E44kYFk79j/XMYG5rG5at38Hc/voTjl6bxZz8+gyH6wVNxA1Dm1m/ZxPUpR3xlCYGQi3bJQktzKSpKQ+i+O0yblaG9yqGpsZx6VcR2Ge5p93D3Ti/0gakcDyy3bl+hrzlAe5GHy+2Fx+vBjm3b4HF58NkXP40Syl0+78V3vvkqdm7bjMce34H2Lc3oGx5ADdcfxo//3z/7QyzQN2xra0Y+Z+MQ99YF+uKytzP0v7q6uiCdvHDhOi5f64XX48XQcA91rgEbaPNcdhKtTS04duwhDA6NYmUlhlyeujJ9Dy1NZeCGhdnpCSjBPCO8M2ns2N2BYHGASd4zqK+rR1EgjGvXblBWJzE3P4O56CT+y59+B3X1tWhpaaJuz2KGvkAZebuwGIWStB0d7ZTbfhw8eBD6oIXb7SUfgOJwKRJMAq5pW0O5vIT33vuQSatb2Lt7F/WvC8nEPNczieHBTsSW89i6pRFKAh/Yt5X8c8Hn91Beb0EHZJftoUzZmJtbYh+burCMcIkHgSI/FhnoLS0NY9v2dfjGb34J/4TJxEcfP4Rf/bWn8I9/++v06eZI3xBuXu/Ca6+8idmpOWxc14aamlrEYlmuUQTlJY1czz7KkgcPHN5OvySL4bFJfPM7r+D8hQtM/I1gibqyrq0RVy+eRmtzPW3CBspNJf72m39Dnl127OnVqxfpF/oxMzVLP6EB0bkYKumn3Lndi3vd05TdMdqfcSwt5Gn7gDu3J7Bxw1a4rCKMj0ZJ1w7Y+RAGBieYZFmgrezC6MgkJiem0VDfQhuY4Tgu0PxS5hdQWVGCjo716Ni0jrxewlXu3S63hUau1f59B7COvFcSemx4BkVMAH3ly19EAxM4UZ41V5jUlC3LMVlw7epN+P1FOH/uCt752YeIFFVTXCyEQ+Xca2N49933oX9P+hbtRyodx/oNa7GpfQOCgQCTIDbXyMDkiyiT1dwfU1jhep4+dQmvv/IO/YM0k0lhrvcy64FtO3bgO3/3Otwug1zWcB80iK+kUVvbgIb6OpSEi7gOIL3FiPCZxxOA+hAOljJJa6OtuRp3b1/D+Ngg7dgSNmxsQzgcdM4XJdzHfB6bdPnxwME9+MY3fhG5XJrrN47h0VEMDfUhyUT01776ZdTT5tXwDBmdm6MvVYqXf/oKKFy0Hykmkr04d/ouSktr6KeXk9/Uab8FKWCOSqhzjtvthjEGOR7A8yxzggFcmLzKcjn4gwFHZp3JGDhXnrNlJ/0feZapn4Lmado+ybmDw+Y4bG2M4XDsQdyGB7M8x7FYlctnWZ6B7WG9lUUiHUMqE4fba+Dm2rs9FlxuwFg5JJIxjpOFl36mP+RFUUkY+ncoc8JpAItj+ejX2rYN27JhWdZHYIzhs03/NEOSDbTnG2Nx7LwzZ7AevPKcKws5TQMLBtn7gQ8gD2MMdKmvzTHynHSO7QugIJcxxmmXz6+2txgvsCwXQBA9Bga688ZhODb9miwDcVnueaDs5nmOdrFPjgEqWECc56Omhgbq/RTAgqHRKUQq62CHSnHueieSdhC3e0fRvHYTtu7eC9vnR7i4FFPTczDs7/HYtNchNHFv+8IXP4NXX/0RluZGUV9bApcrjW1b1yMej6GlrQXBcAXiSYPllRT96nJOOYnYYpT2pIRr4aWsZUliFiuxRepSiHZ6HXZs3+bMQ7oTYqLmlZdfRjaThjefQX/XXcxMjGCUfk6K8Z7DDxzGV77wRSCTh/iSZ8DNGAPLWMSd5DqIHzno26V5ygj+N5cxBsaYn9fw2RjjlBmzehfvc1wX3QV6NsbAcnBqXeA8s4i05wir40qOBOoDXrqrb5ZrobvetXYCDghBHmQTQc/GGEoJoLarRYbFRo9OmYOHcpEhPoHwOcBeukumBMYY0mc5YIxxcBhD3Ozr4ODcNEaed+laoa/uKSawclkgTzkC5dMyLvLXBZftJj4bgPAIKBxgO2RJWxbqa8zqWJqfxslS9vP39dQYw9ZsTxry90EFelbgV3RIL3z03VWWoQzobsxqvxQT/nnqupt+umQySFmRrmoszUUgfIKs+EOdkD4JVGc4Zo7yQrGCbVxwu9yUXxc8Hs6P6+oSXrcbLuql0aKAMmZZsO3Veabob4s3fsZy3KQxwaSLcBtjiMeGm/3m6SMsLcyDZgce/s/WbkBk8rVp3p128suqqqrg5ljLy8swxsDL2IdoFG6LYy4vL3Fvn6HPsqzpoJTxJ81XY4pP4ov6CtRPNAqfh3FR8UTPNukRX6PRKPGscDwXiouLOR/bGVOIjbGoazmeAzOENOtcUGx0mT7ESnwZspnQHGwLFnlkDNedHcUHjW1ZNsstGMNy8pdVxGE7NrKwfjbpcHEfUF2O6+LQL1wuGxQvaK00B9Gs+YunKtO7+lL4HP64eR52ed3gEQFZJblNDjny1va44HILuHYcx02+ig+WZcHFd/FK+AsAXmrDm/NXKFc7jb3CIEqWCqD+BsZpo/+pneYt+sVXPauMUycP1C5HVhHu8wGsMMY4/MD9S2NobuqnZ40hULVtWQ69qhMdaqc2ApXpbhGfaBeAl9qoTiCaMtw39ay2rCYJq+siPgpnPB5ftZPUe5VJ7sRz9RHkqas56mwmk+K6ZBy91jw154+PJVzCLz6HGPskWc5Ywpnn/NVe9KiPyizbJo8shxeiXWUCzV3thUvlAuHUXXWiSTgEaq9yYwzpyn1kb9TeS7k3RmsgTHDqCn1VYlMO3B4PlMDR+kqPNAeB6NQcRYfG1F6ivipXW8m52qdpjzKUC8mjI2/EacwqLcIjEA6NZ7iWFpVe+FQuEE7NQWV6Fn7NS++CHPmW5brorv4F2dWaKe6udRJovsIjXgTob6pMbYWDKO7rHvWZ9q9Aj2gSqJ/aG2M57bROokXtPg6g/RNtAvFGoHqNofH1LLr04UN9+U24ZVuC9PFkJxeZm1ih/ZAcpSlL4qNwaCxjfr5OxhhIpoXXGOPIh2gDL42h9uKdeJVIJCmTWRhjaLM9jq6on+aku9qKXvWzbYv1bto8N9vD6ae5CpfaqY3u/ztQXQHAS8+iWPuCz+NlTNUD27KQ51p9HCebfvSnPsItenQXUCpJiyFYBN2N094Y47zrpdBPd5s6I/0Uv7W+KjPGwOLYqhOAl3BrHIHaqF57gPRSd7VTuYDNoXeBnsUP8VZro/4FEE5jDHlIu0o51/gC9TPGqOtHPFVb4TbGOPMwxmiqUJnAGOOUq28BJLsCvRtjPmorxMYYZ46WZaBL+DOMfQiX3o1ZLdez5iocok0gnOKXylQPrOIWjv8/X/8BIMeVnAnC38ssX13d1d47dMMDDTS8BwiC3g2HQw3HG41Gfnd1ut09nczd3t7e6la7q9U6SSM3ksYbzgw59AQIEN77RjfQ3ntbXd7835fNIjl791+yg5n5TLx48SLixYuoKgjy89M9R1tnrBxsbsyWbSC0apOm3uRB7VQG5zLkneXQZoz58A5efIVlf1THIuITzhXQe47KKVwCPVvWR+2NMWri8EEPxhio3rZtjrkClvnF9sao3AW1Ez7RrHWUTFouCmogEIQEQEwBLwVAEnTu5njYffDgAQ/4HTwADkDfauu414Fbt+5gZGQMQ4PDmGTis79/AA8edEMORH19A3bxcLBh43o6I2EevJNUQi9aW5tQW1PJZw8WmGAYHZvgQWOBwgHYtocbt4+2xHDTSdJoAwpcyMG4evEuImw/PzuPaSZguknPfQZ0xkbHHTyF4UKUM9BbVZ8PbUgAABAASURBVFuFVatXYfe+3dh3cB927N6J1WvWIFxUDI/HTyOWYwChl4HkKwzQ3SW9A5hhUMR2+xFgUiRUWIqKimqEwyU0NC6UlVegnochOWDGGM53BPmAUpAOZR0P3G1tm7Fv3x4noNG2ZSMamxs4FwN9si7Fw76EpigccvhQX1/HOXo43xQXgnJPoVKgaHJyAl2d99HT3QNdMrpaiwSN2IP7gxx3loGRIhjjYl/1g/Mc4wYdZUAznoghFl9mQCZC523Z+aaLko5a4HBxKWprG1BSXIZiJkAbG1rgcfvowGUZkCuCn8lrBZB9dCrlbCpYprUfHR1jgPwq+XSLQeJ+OpjzGBlm2ZXrUEJQMCr+Lyw6TmA6leZaziG2nEAua0hnFstLEdy7cxdnTr2PXibtmpub8eKLL6CRifWiogDHtqEgRQX5vKWtDevXtmDN6hoe+OYxPTGCyNI89Ekei8pt2RZydOhF39LSIvFnMDc3hyh5oPXZyAB8QajA+QZfd083+vv7HVnN5bKcdzFKS0vIMzAgPcMgyzDv047BCoVCqK6tRmNjI5pXNSPMwHplZTkOHNyPJ596HKVMyBcWBZmcWoeDB/fgqacP4/CRvdi+YzMKCwMAUvB4LVRUlVFeSkHBwVIkSpnPYGEhwsQLYWmZAZRRTM/OM7g4TroXuVZR0jDLxMMM9WINA4AHEQwWMLAVxdzsApMcS5SHXujfDSstr8TGzVuQTKQZ9OqizEedtSvmmhp6uEuLy2hqbEX71p1oZsC6uWk1dmzfwwTQHjxy7FFs2bwNpVz7woIiBgyHGMReRGlJKZqaGlFZWeEEHltbV0OJira2LQyKbXKc/wUexi3LgmUbrv8MDGcb4IEG5On42AiGhhj0YxLD67Ph9tgoJY+1CWldrl27jq6uB5zjHIyxsXr1Ws4vxDYV1IVS8t4Dvz/I9U1ingHVJfKot3cYQ4Oj1LEp8m7RASVRwsXFqGSSOk57VFFVycDqHJT4n2QSXYnyGAMKo6PDtEPjGGJwX4l22/LRVqQokwzAwOJahbB7z260rFnLBMcsOvTviFKeZ+eX8aBniMG/DiYspmh3XPB6grh+vRNvvP4+bt28R10xKA5XIMpAW4xJ/8aGVdi+YzfKK2qRy7kZ9HufCdtXOV6Cib0YTp68g29963XqTyeDd+WorKgirxtQzHkskqfBAj9qqitQxbmsXl1LrqaZdOgnHyKU/w148olncIjBCzlCcigLCoLI8TAaChbSrNiYm57HFIOkV5gwf+PNt/GNv/4rXLl2FVXVlXjsicfQuroFyUwKVbSHQa752XMX0HHvPtasq8M//adfxx/84b/E7/xPv4Lf+/3fxhe++GkmUcphmRj27NmIRx87gFUtNejrv8d16EFDQykeeeQIDh06hHEmS86duYq+3nEgE8BA7xgTVcOU5WXKxxTn/S7Onj2Bh4/uw0svPUWdCpFPlXj08XZs3FiLVHKJ624jm6YtHeYaz0expW079eownnnuGbzwS89wnVxoaqzHFiZdFZycX5hGZ9cdpDNJ6mIJjjx0iLg2oChcSLoeweHDe/Hoo4/i2WefYfD+KJO47XC7vJS7GQbEW/F5BqFefPEZ1NVVc21TTNAVY1XzOly8cBP/5v/8S/zj37+Kf/j7t3G/ZwCDwyPwUCYrGdwuCocZXN6AI4ePMlBc4cjVzes3Mcv9p5JJPrftwskTZ/DzV0/QTqXYpgZlZRX42i9/Avo3S9u2bIBhsuq73/sHdPfe5doUYXSsH319ndi2ZTO2t7dTfsqwak01jj66Dz7akrSdQVFlGPPRWTStroeHehWLp1FXX41y4g4WFOLnPz+Ov/yb7zF59jpud4wrtuXEeJciKUxMZsBtAL0PJjA6Msvga4DJp1bs3bub9mU3vvzlTyMctgC4UVlZgl1MToeLK5HOepjkcuOlz34VX/jiV1BcUk5eHmEC618yCdeGKto2t53D7Mw4+nu7sTg/j1UMkufopESWMqiqrOEY+5y9Uo53gAeNyNISgn4vsqkEQgEPbNqJmfkhymUEC4tzuHXnNv0NLw7s24Vf/urnueY1jh2trqqAn4f3KPuXlpYygdyJ0++fody4IKfl1s1btBlxXLx4ERcunGMC/hQ6OzvgC7pog7LYtaeN/bNcr07s3LkR27etw/xcBEuLS7SrE7TH83yOMgl1Hzdu3KbsRqG9bt36taiuqYLXl6Ocz+DCxTuob2hATW0ZCkJ+nD13koHwIbjcNsePwe12w6YMVFVXY35pDmfPn2aAAeTb47RvVXjjjRPUyXvQT8IvR+OQbgZ54Ll3dx4LsxkMdg9goHsYJYUBVJaGMTe5xPXyc22y0M9ZetwGkeVZfO97P3boLAiGKL9ALmtR95e4R+ZQVFCK4nA5Al4f5XIahoH+mspGXDh3GVkmB15/7W3a0CXSm4D8qEhkGcjZeOihw9ja3kZfpwyxaIT61ITrN3ph2xZChYWoqatAAe9B+kPrN7YjzED+/e5BvPPuGdrKPsq1TXthYTXtTH1DLVF6kOZ4u3btx6pVa+hX9SDgLyDuOI4+/BDHqcTE+Di+9e1vYZh22tg2k0QJrsUSEzdDmJubxOjkCK52DOB6513MRyZx6+4NWJaLeELI5Tw49ujjTGZ+AlkmnLsfDNMWg3tAjImmBSxEs6CaoLaxGg8/uhcHD61FVZUbmfQcIYIMgxSJWJwyMYj9B/ajjD6ezxfG6VNdMLkC3Lg5hu9+7z3y11B2PNiwthHbtqzGb//mJ1Fd48GWrRVoXFXKQFKKdrQLcQatJ6eTmFtYxvadO/GJF57F5PQEttAX/JWvfZWyXEt/wIfh8SvY2FYKyyQQmY8zcRXDwMg4fIVB+Iq9eP/i+4gms5icSeJ+3ziGJiZgMylRVVWMgqAbAR9Ij4VcNoGnntyLr3zlGJrra9DOxOOzn3wGy0wQbmVCdGIygpKyMG11BcLFPtqjBaxfvxF1dXVM9IyitKQI47RtF86cg98bpPynUVURwqkTb+KTzx9FU2sjjj3xFP7Vv/lT/G//6s9w/twDeNw+9PcNobl5FU6+d5p72wL1ZBzBggKEw2HKAGhvZrm2ZSgrr0FFWSNuXLmHq5fvoq62Hp3dvRifiqC7e4nzW8aD7j7KQB9pCTHpVE/8Ge553aS5gTLsws0bHfjSF77G8iD32xz5YNGHWsbNm1ewyD1gfHwIbVur0NJai11727GqpYm24R5qaqqwbXs7+npHKY+taF61invQBVy6dAUxrnkf/c7FuSUsRxLQXv3CC5+nflairr7M2bu8DAb6Axb27duGp55+BJ/93H7qfQWmpoZx+KED2Ny2mrbmEu7evcvzz6CDk0cBuBWQzAEzTC478pVMY2hwAt/8x2/hrbdfx7kLJ3Hj1lnksuTb0AMsLU1j0+a1vKcRLi4g/3KYX1hAIjmLiYlxjAzP4PTpi/SVL2NpPoXvfOuHuHXjHkJFBZhdiGIxksXeA3vR1rYRxaVB1NaUkZY5dHXewvnzZ7HMIOzhwwfh8/tw9txZR87PnjsNH4Xo5KnT0D8h8O//3Z9icT6CtWuaEeZeMjO5ANnFpoYqZw0ucU+8ffsB9/5u/ORHr1I3F/Dgbi+W55K4c2MIAU8NCvxVGBuaYoJ1Cve7OrG4sIRFBnDm5icxPjmIpeVpbOXeF+e5pLDAi0hsEjPz4/B6vQj5w/DzHLaVe3uGfInq2/0Ls9S31cTrxyr6rvVM1F67csfZv4pDrbh4vhONDS0IBP1obV2HI4cewWde+jx9lT08a6Sgb9qeOX2ettOC251BCXkzNjHk6Kq7wI2s24fK2lau7xM8i0zg/RPX8eYrJ1DOPXyEa1xdXYziYBHKi4rIExc2baqjHalk4voyvvudV/HTl9/Cu++cRGQxRp2phstYfJ6Flcs6PKitrUG4uNiBOp4V/eT3hYtnMTs/ha6uDpSWhmmPL9Bvv4vt27fj8ScepxyNkG8z1G03EtEF7NzRjlImF59+8knU1NRAvsX1azdw/N33cfy9s/jZK+9ifi4NlydEn8BN+xMBDJAjZAHa9pTzbNFXl22l8kB7szEG2jMVtMkwmO5AVj1yoOgiy/2bxglgO8t2Qf1VrmSYMcbBITxOP/bXs2XZbGfDdrnIbxfX1QPQKnNotk/DxUSGRV/B6/wqjcWyLGhkkUjFoW+zppGhD5DAEgN+GfVjQAU2AAtQMle0uD0eZJlQEnmAccbTu4tJmHQ6Q3vOnvSHc2yDD64s5yUQjQI9g32NMexvwBsMz5GiZaUuC4tjr4BF38Ht4AUvy7Kc5+wH+I0xAP/wwSX8GZ5FsxyTeQUSzj/SleUZOJNIObRnM4Blu/HwQw85fFpajmBhOYahyVm0bNyOotrVyAQrcfHuAAp4Njv80CNoaFmH+/3DuHb7DiyPD+HSMu5VFei8343X33wdg/3duHbpLPqo81Yywj0+Sf1aQiSRwHsnL+OH33mNOlYOk/ZgoG8U3TzjVNGXdZEO2+VDlgKjb5hls0nMz0zisy9+Gq5sjj5jFMMDgygoCGHgQRe9wzTWtzZhZ/tWNDLGMcYYzxLPaNvbt1G/yhz5BC/JBVHC7fFwnXOQ3FjknfjD6l/4M8Z8+K42AvFUbQUfVn7woLI8iM8qVh+VaVw9C1bQ5pDOpZHgmYeEgOLn6KmlAdSRIBxpButyfDbGwBgD9RcYY8ACOFf+mfcsdVxlxhinrU2/ReMLl4Png7nqPQ+qFwivALz0bowhaaSTNKhtvozV0Lvuap9i4kBxGwXmNE+VSw8MFURAJoOK5NCj9hbP5pb0R4LoQA6iWzg1hu4Cpy3p1d2YFVqMMbA/mJPGsmzbwQsY56624KX+siHxeJz2JMN9Z5lzybAvnHZsAmOM8yx86pcfW3gT8ZRjp2dmZrEciSEeS8BlueBxexFmbC4cLkKIcZhQqIDnvxCCjK3l8eiuvaOwMAS/P+DMXfs6VQ9Zyq7H40a4OIxKxjH8jE2If4l4jHUZlJWEaVeLEPB7UBwKwjY5RJbmSSc4hyhhmXOw6GckHPD5fCimLVdQeGW+MczPLyBJ2+XxupCmfCkeJZqyJECQpt4vc6/TB6Y150w27dgOy9KiwHlOJlOMaSYcO60+Wk/wMsYA/NP/0qkM/L4AvNwfxZccFctF38TtcSFLWxOlvUwyqe12u+HhXppKJbkGOc7FciCX47qTJptryEdoHGMMbQ/bUz9dtNcC8FJdinKYpF+coqFKUubAtl7itSgjGsNHXujZsm1WGQef8yEC9s9ZoA1P0fYs8+yZQY6BcZWB9jXLwQ3vbEbe2tCYwie6kozfiE+qM8bo5sxBMpJiMjJDWhKcY0r/ji73CeHJ91Vj0eQlXcKpd81Zd9HpIp161tycD7hwv9K7xhWoj9ZVz+qndsYYhz7NW/WqM8Y4NKledKXJJ93Vx5iV9mon3Gqjer0L9B6njsQYk1T7fJnxUHYvAAAQAElEQVTo07P6qFxzFS/UNl+mcj2rrYu+pW1b5J8Bl4O8TxO4oQC8Z6G+0ViUMhV35Ev0aWyLje0P+KAxJMPCK1C9+gn07PZ4oHO6nlWmeaidcIjn4olA76oTcHjSY5Eu27mrvcY2hmtJ25Oj/JF5FAND3XbDTZkzxjg0C5eLsiv5EKiv8Gn8PA7b7YLb64GLd2NW+qlOYws0pxj5m0UOausiPsM5G8PxiUw4s5Qh9dF6yh5oLqwiWTlHjiUDBTzDqD7F/VprIBAP1E9tLduG6PX5/RCtimeqjWgVDWoregQq07g2+wi37uIZPriMMb/AL/Ayxji0mA+eeXPoU1+3x+2MLRx693i88HCtjDHOuufpEP2am9ZY8iY6pB8qd8poAzPU7zTjZsvRJfqMMYg3hrppjHHGUx+BxhdYrNPdGPMhzcYYh1a103yFWzRkqF+atwC88vUZ+WXcN1Wv9uKXQP10Vzmb/8KfcAiEQ6BKY4xujnyrX4r2Tn0NDOWKPHJ7YBmLc6I00OaosTFGNwc+jk805fHm+SreCvLvuquj2olurbGejTEf8YL8UbuPg8YRXeojyPfR2kiGdDfGfEinMSv4VC6wbQu61E/9U7SDAj2r3LIsCPT8cdC4Wk/1E6jOGANDGo0xenXGVJ1A7VVojIExBsJpU2YlL3o2xkCX2gmMWXm3PsBnjPkFmfn4nPWsvnlcwqd+K3fLGU/1wpsH9RHkKCvGAtwei3qvuYLanSXtGYgHaiP6s9zrwcsY4+BzcNtsL7B4JxizUmfMR3d2cf6ytE3CJ95qbYVXFcYYWOyrtcjTb8xKf5ULxCeBno2xYIxxZEJlgpVyQ5qzsKqqqlDJwH6OQrmwuAR9SsOQ0Za9QqQ2OP3UxZ3bnUwQXEdf3wADK/MMsCxhZGQGt2/1MBBwmYGTXsjwjDNwNjIyyvpp2NwYypks0xi1tXV0VkroLIVoGMCk1gImpyLIZV10poqQiCfp7EQQDpdAbWUcBHUMCi0tJHmIH8W9Wx0YYpBniYkqKej8/DzHvY+h4QFMz07xML8E0RrnASPLZUlyM8zBwOXycNxC5Ljrj41OMTgygtu3JxmsGced233oZWLg/v1RvH/6Lg+7c/AyoOtyWTxgBB0nyLZt0pzC5OQUYdyBeDyKSGQRs3MzTjIzxcBxa8sqPP30E3jhhaeZOPwkD/EKgGzCqlVNnFch3G4bFgVUBjBNJ0aLnEwmHMEZn5jE7OwcNyIvk5/lyDDpEAyEkU3bTIJNoauzHzf1E8T3HmBwYIgBn2nMMqGY5qZQUVHBAEEZ5xikMfZgdnaWQc1urssZ3Lhxm7RnnWTcxMQUA5EJLrxBjEHeNJ1BDw12OpNmPy+K6YBGIhFcuNCNV145h1cZvNfP0n33u99nkOocxscnGOxKE0eMMjBGGuYZZI6jMFSKDes34MCBw2hsXMVgQYSBvAkGrAZxhwnV2ekZKHlUHA6jjgc0m7IVi1nw0nmsKi/Dnl3b8fSTj/O+Ay3kVWFRIUSXEsoVlJ/qqmps274NX/nKV5jYOUx+NjNguJ6B4SPYtm0b+eqGfo5T8/bR4ZJjPjU1SXrHscTkq57TlAXLshweSZn0c8zXrl3Du+++g/ffP4X33nuPQfDXceXqZW4+UYRLilBYFGDgdwnRxDLcPhs+v5syPgX9xO44A8DxZIzykaAFyCLLDWaJSf/+/gFcvnIV9xhsmmWwqLg0jL1MuO/e0449e7aR/v2Ui31oaWmlQxMkH0eZvLtOuZ1j8HuB/LqDd945Dn3zW0n2oSHyeXoeUzPzDEZPoLOrG2+/9R5e+dkbTFIPoqlpNTZu3OJAXW0TA27t1J9GrnmOCdl+zE7PIRgIwrZsrF+3HlU8eGzZ0oatW7ewXS0TurOIc/OVcS5lAmPLli0MKm3CwQMHsY1Jn8b6JiSpm5K5zo4O9DzoptyTHy4vSkvKHN0Nh4thjKF+AUVFYaxbt470bOQcW1DNhIMOKU1NTeTdggMRJpxHhsehfs0Moi0wyBeLpZFMZDi/B/jxyz/HD374ivNNqGEmPSenphAMhuD1+lDCMTOZHPr7+8m3a84aV1dXUduzuNtxhzpyg3gS2Nbeij2718DnydG2LCFJ/UxnsmhmwD8cLsPw0AROnDhNXp7Ajet3cfPmPepYHwwD9mvXrMHu3TvJq1oUFa3Yoxny8ebNO1hcjCDGA+HQ0LATJO4bGGWw08uExBADr90YGV5EX+8CersnMTY2Q1sx4/BFTlxlVQV1rBguOk0VTNqPjo5ieCSGn/z0Ir797Z/i6pXr6O0Z5IETWFrMILqUxE0G1l595RW8+fobtHHTqKX+BEN+TE1P4s7dBwgVVuDZTzyLlz73GdQ1NqCuoR76hOvPXztOeT6LrvtT7Jdxgt/vHH+Dfa5ThyOoq62Az2tITxDPPvc4GpvLScsASspKubnZ6Oi4je99/2Xy6CRGGECdHF/C/GwaXqsYRaEqtLa0Ye3aNspwIerqG7Bm7Rrs3rMLhaEgWlfV4Z/906/iCSY3FIDMMdHjdRVicmyBwflLePlH70LJnus3btKGTDGslsX2bdvx1DNPoG3LWtqS9aioLMOtWzdYP0H7bSHCxE80ukzeL9MuF2B+fo6yNE0718m1u4GBwV4MMsF/89ZVXL12AQtLU5z3KN45/jqDo+eghGrAV8igahd5G0c6CTQ31eA3fuOzeO65Z9k+gvdPnYH+zbnlpRhOMYnwd3/z9+jqeADJf4QJvp+9/BP8/d98j8Hml7m247BtF3bv2k1a5vHTn76Mt995EzduXMb0zDhm58axc1cbHjp6gHTOUp9v4uzpM0ymTeMoA/X6ieSFpXm8+tZJTC5OoKKhHMGSAMKVRViKz6OhuRKbNtchk4lhzaY1sHxeRHmmmphJYWougZLSEKq4d2/Y0MIgbIHihNw3XIQi8iuAPXv2U/9a0draSt0pQJQye+jIIRzh2Ck6befOX8X8YgLjE3OorV2D80yGvPH2KcrLAPfDAfzVX32DNvFdrv8b5G0XyzpRVVGCxvpaJoO3Mpn9MF741DPUj0Ku6Ukmel+jzHTQjs1Qtqrh9bi4l7kRob6M6GfNGZDr6mCwzvZAn+TtuHML09NjQC5BG1GCUIGPehpDSbgY2tt9tOPz7BOg7dIHfgCL9msd9+67CIWCqKgoh76l2tTUSB+gBx33OmiL09i+fSvt6w4k4tMMshTiD//gV5nQ34Z1G1ZhdWsTZWKWNneRem7B9ixj6/ZarN1Qgg2bqnHg4D7KwjH85m9+Ftu2r2XyppG+USFKyWuP10ZZWRnWMlGVSudw/MRJ7qM294hSjI5Po6OjE2++9S467vWiu2eUyYYBZOlv6MNShk5jCe3ik49uRWnIg7Z1rdi7YzW2rG/Go0f3M3lmM/mcg+HhZ+3aetiuFPeCSdQ3lKCpqQHad4uLfHCTd7VVtZgam8Xxt85gaW4ZB/bvpw0oYBLlIn2uOdi2l+CBvil84cJF2qJ+Jl/juHjhKiYnppGgnZUeVFfWQb8CUUv7vGN7Pe3UGGGEtiqDUFEIS0zWTc9HqT9nuP9l4WUwa4FrGSosQB1lwM1g9Pz8DBTA6qKtU9B3amoWSnBIviyXhe07tpGv61FQGCCPJnH2Qgf3xUGEwpyjuwjBUCFt/Gm0rluD2uYyysMSTp+5iMWlKNdpjoHkLtTUFeH8xZtsdw0/f+0EJqei+Pa33sP4aA43b03gX/3rH+B18qKnbwQVnMu+fbsBhnn8HjeqSqowPhSn75jCQE8U166N4gffP4nvfpf9x1OYGAN8HoOqqgJo/wt4XZiZGqF8zmJhrh87tjXj6NHtOHpsJyxXDg/6utE/NAh/gR/zCxna4AgGGACfm4kjQds03D+CkZEJXLx4GR7uVTmue1lFMSKxaRQUFcAfLEXOncXYzCgCxaUMABsEgpWwjB/RaNSRg3h0EV6PoY3z4hPPPUnfYSfkq/i8Xvzqr/4GHn74CC5cOud8YNDnL0BDQwVKSkIoZiJJwcKtW9sQDhdBvlCQyZ3CgiCKOfbmjRvQVN8Im/t0KpZFOjZHuZhG+64tiDNg1757DzI5PwpCAVSUV2P9hvVMrPVhORGFP+yHqyCACH3NedpB7VtVdY3QN+C//a2fMpmfwr2OMQwNLSCV8yFjAvirb/4Ub797EdeujHCfaEVtTSNly0Lbpo3kTQGuXL5FObXg8bjgdRVwfzsBjxWiDT5Pm5DjeiRpw3aifdsW7Ni9BV/+5U+itKIQI6P9ePnlH2Dd2tWENaisrMJzn3gCEcpMYSiM6qoaJJncDPiDpGcYL//kNdqkBer8PHXkDu12FDPTcWzevB0ujx8bNq5HMX296Zkp6MOL585dxdLSMq5z333ooSOg2HPPAWkF970i+LwBZz/gpoWAz48i+hKRxTT9Px+Y08TO7XvQ2FBFXRvElSvnUF9Xjrfffg2XLz+AZVvU50r85m99ljaqEZ984Sh+7Tc+h1RmmfqxiGQW3LtTaGhsQWVFEQIFaegbn2Em32/cHKQuXsO3vvtTnDh9Aus2NaCqshQNVc1MstzH6VO38eYbl2jrq9DdPcA1LKftqsCW9jbUUC+OPnQItpXA1EQ3Skq9XI9SHDq0FmWlHjTUl9PuHaY9fxg7d7Zj+66t0B62fkML2xbiqacexZYtm3nGKEc8Eceata3k3yauJ7Bm9WquoYc2shihUBCl5aVY1dxMf2MC77z7Fm1FJfbu34rySh/1aBf2HWjHzOwYMtkU97Ysbty4Adu2mVSewIYNG1BOu37gwD7yPAZjDK7fuILXX38NCpIODg6hgz7e5OQ4Tp66yPkeJ00V9L8WuG9Po4fzDviziCxOco1s+njTuE6+v/baSdy//4A2fStt/C76FJNsO4oFJkmDhUWIMdC7tLyIWDwCF+D8OsKXPv8iNq5rwVOPP4Ykg5cWUrQLaTQ2VGJVUy111MbS4gJ9JQ8Mz7kR6q/GKKUP7eVZYXpuGvF4BjU1TRgdnMEPv/tjvPvmu6ivLoWFDJYWpui3XCEeQ733Ym5+GmXlxQhQZ/u6F7G17SHatyHKfA0STIAl0zEsx2OAsWAxkGgzWOnxeSmGOfIyS/8XzqUzpTE2DMFmu3Q6C/m9GZ71stmc006tc8Y47fU/Peb4kGORi2thjIExBpZl4eOXMQawDNIMWioQn+AZNk3bYTGJChtIZROIkodpjpXheSjD5AJIoREaBlxT3N8yuTSUWE1x/ePpOKKUp7nFefIqznJa7g/OacYYyleOdoDU5nIOPZITQ2SGc8tSVwwHzXAvFuSyhjrI0TKAzgdZNsixX9qhJUs8OSSZ7NTeZIz5oE2O9zTSnIfF/cxYfCd9RM95WrBggBxAtn0ExKu5pUlnnImi6HIUUZ5nYrwbMlC92AQZ0nXq1FnoQ+bqX8s4xijP+JOzC5ih3J08ewX/5b/9JX7rN36belyLxx59FsoVJwAAEABJREFUCr5gESprG1BR04D9R47hoUefQFFpBe0Z8PhjT+Em/eUc19NHu1NSVo5QYRiGNqy/fxS7aHfCoTKkEhZKue8VhUsxMzNNutOA0RyTMFxPnT0Mp1XLmE8Dk/eJaAwXz5+H5On2g04kvR6s270XW/buQ9uuPfR31sFPIxgOh/HoI49COMDL6/FAPOYiiUUwhkj5l3Xe2OBjf1qHPKiPgGz9sIXzzrUyxjh4jDH/n3X59sJpjIFFXbDcNjwuF6eagcV9Ksc1zRBslw2bMq226pcHveN/uFSWE/0cXvQ5c6G8c1mRJX0qUxfphWG57gKVOX3ZRrIhUJlL9JA+1YmGj7dVvTHmY/Pls22QlZ5QN5I8oGSoZ2nKmfAJRx4+Pgfh9HAtNJaLc3XR77Kpj7Yjz5aDX/2EQ6C+FmlXmXCLDj0rfmGM0Svy7fQiuoXbGOPg0nuC8TX1TZNGxb2STIIJjFlpY8zKXf0tYwM5F8XEIEH9m+dZPxJZ5hk3jhhtZoQxx8jSAt+X6b8nOXYaCm5maTsyxO+l3+N2e6APxAlfQTBEXMDk5AQGBvowOTXB/WSafkuQe7OPdTnYtkVcGepNirqdYbccQgUBFIdD8NPHC/jccKsN7T4raXti9LfnId74mUQJBPzcR4O0xQGnzLIseKkXWdq6WHwZ4m0OWdalCVlnzAjjZpHlCCzLJtDC0/4pcLvCK9EAzi1DulKkK+lAlvGIDGNvamOM4Rhe4gJ5QV2lbbMtN7zUbw9jdKwmqTnW5z7EoTUQzTnKne4Ci7SyodMmzuST2tiUf/HUQznRc+YD2tReMr3M/S3yASwwhrUYWeKeknHmJlxqpz7CJ1qTTG7I79eHRKKJGBJMgEbIF90zOfKDOqQ+mr/srcYMBAKQHIke4RJe0aoygTFGRc78so7cJ5FgfC3HvdJF3Y5zn0hxvYwxXF/KFD7ip8tlQ3MTaCzw0vh5vuhujHHG11h61zxEW57GPE3GGGfe6m+McejJ05xvQ/ROuXCpTHwRqI/q9Bz/QEc0lsoFqlMfzVvvqlOZ7rIv+TLVC1SnshT5LV3T0rrJCx/PFhZ12JiP8yyr5s4cfT4fPG63827MR21Eq+YiPmr+eheoocYTHapXmTEr8ih9EE9VlmLcQPxSX91VRqPAPwNjARbBGDjvlm3BZduwLQsJyqEFA5uVSfJFeMDLGKexoxfCleHGqVnkODeLa2q7XdDYxhhnTdjF0RvFz2P0hdLUHcmbAOxjOBYoe5pDnj52dfrqXXRrbOmC308eUR+MMc744r8xpIeDpKkf4ntRURFjvn6kaIPVz6Y999M+iCbRK5wq13h6Z1cYs4JD/VUmEF8/XqdnNnRu+p/aJpMJaFxjjDNn8JIeqM7ivCTbGlt3jW+McWRQY4sOjSPZCgZpB7n+auOl7ZTeWeRNhvY0QV1N0lbrGeSTMSu0ij71110gnPl3kuHQI3zCLxBNmrcg384Y8+GUjLGcPsYYh7fCp7aCfHvhNcZAczPG4H+8jDEwJj/HjLPu6i9cwsHJO7hVJnqMMc6YolOQx2uMgS5jjFOvctULNBeB5MHtcTu6Y4xx5EU4xYs8kF0cMucAeBljHNqFx5iVeS5pDyBIPvOylpaMEvQuu6C10hxosokLnCMcPKILvFSnNoKPz41Vzp/GE72WZbOvccry/7Msy5mj5mRT9/Ser8vPQ3eV6b4CIB3aBeDgM2YFpzG/yAfhk+xpbD2Dl9ZBIDo1P+Ezxjh4NPb/CMYY9uJ4/L/aCowxbL9Ct02ddxEsm2UWee3ssdqHBFmHTvVxMJgVmomKS8O2ZKjqtG4CPasuD3oXrfk6vQv0rnI959s6Zc65IeOMqXnY5KcxxpE5raPmrHaqE78F9EPdPIRksUynWj/b1tff7xxsp6ameeic4YF0HN09I5icXqLDsYwYg7Iut0GciY9oLMWJZFDKYGOcCZfR0TE6OAOQY6FNeXxiAv0DA85Btq+vH/PzC1jkZh2LGSRTHjorfmRzScwxIalPeE2w/c2b1xgwvcmgVD/HmyINgzwELSHg9aOqopKJtCbU1lahoaEWm9rWYfW6VTzEJTEyNgz9u0sRBrWEK0KHLZXKEPcCXLab7ZtQXVPLA7ELsagNywZKy9wMlviR5gGlIOTB7j1r8eIvHWMQvB1K+klwiouLGdDYhK1MPvl8HrZNYXh4kPPqZcBhEkkaQT8Nc3FxmIHlEEKhAAVay5JBdU0FkwMbsYbBBy/79g/0o7v7AaGLh6xOznGYhjoFl5vEUDa8juMUgP7dsS1bdqC9faszdnV1HdwuHV4oNERdWBTC9PQ0+XSXwcf3oZ/mjcXiDBiNQj/DNsekrITDpgDMzy8xED7AdRzD+Ng0gwj9uHevi2OPcR4j5M+8I8zT01Ns14PRsSHyZhkej4sj2fD7XEyMrSP/GlBQEEIikWSZn2tehpqaSgYz/AAFP03h00/s9vcPQv/mnP4dtpu3bkF0VVfXoLqiGh6XFw11DTh6+BAO7NuAgN/i+o6TnnsMJsyjiIH09m270MgEWzKZwTiT18OUqTg34K7OLpw5cxbz8/MIh4soA7VOAHJsfJQ0xaFvlVYxuQBeFy9dJM4OJjBuOXOamZkhTT3kezdE4507dyiTXewXwyId+fvdXUwWn8Wp9y/hzp3bOHf+NH7ysx/juz/4AY4zyXrivXfR23ef0E06Z1BcXAh9y7qIDnodA1XhUBESy0ksL8bhtj2o4nx3Mcmybu16NDCA2b61HY8dewzr122AZbkoHy5nXdvbt8PL4Nz4+MwHOkc6e/swPTMLY7tA8WUi6Aq+8+0fMOh0l23mMEM9rKqsQ0lxBfUnzKDdLK5dvcH7NMLhEpSXVSBcVEydSXKNR8jfCUcnC7jJ1tXWcr3neAAZx8joMANV18iHTifwGuEmMD4+wvVahttj0xlPMli0BI/bQ12oRyGDToBN+S7i/EtRXl5FuWhj0K4StmVTLzJw0dkI89BdXl7pyIqPh/5FHpbu3O6gjHZjmkn1YSaH05xYXV0j9JO29UzErW5dB32zZ+OmNsQZoLh6pZ/rMM0+EwykncS777yPvt4B0r7AAOUVnOfhv4OJXel5b08vOu52IE77tWZVCzYwUfHU40fwqecfx9NPHOMY9dRRC6Ojk+jsfIC33jyO7vvD8FLXGuqbmCicQOe9IQbdOhhUuEz9ecC5VTDotp/Bty1MqDRRr4OUzSLy20sHPwp9gEIb58DAMOqJ47HHDiNOZ39xKQ3meR1eDA/P4/r1LkSW4k6bHE/ky5E4daYGNjcL/dTvunWryVcPYok0Orv68OMfv47vf/9nuHWjE6FAOcesQFvbFhyivjStWsUkYRcuXLiABz0PcPtuF9ZtrMfzLzyKTZs3QT8lroBwIBhAmDarsiqML39xPwO2+7B1ayPXeRJvvXUKP/zRj3Hn7k0MDfbBWICPAbkiynMdk7QDTBScPnuGh9MFDI+M4/T7tzDQP4PIYhZrVm2FbQpx42Y3Mmkvg54NTF53o7tvGIVFpWhubkGKh53R0UHamVFY8CLor8L4yALu3u4jb+/gwtle3Lk5D317Zcf27ejtfcCE3XH8gHr2xhuvO/o5ODBCHY8SxzSqqUeSDzdlMEQd09zPnj0Hn9/HtWnHrl27UFNbzYOvn/yPIhD04NgjB7Fj52YmAjpx6/ZVzDLpfI86PUk7MTUxhZmZZdIfwYufOory8gruVQnKfBaZhMHgwBgS0TQDnTHK0SbUVdczqfo+bt+4hcnRcXi9HhSH/chkPLBo8/wBC2+8+Q5eefVHGGJyftPmjaRrM9tZqG+oQ2NDA/n+ABUVlWhv34V7nT2YoQ7MkSZOiYHlbaip9yGajmA+Oo9gUQCWG7Bc4F60EwqsDI70oamlDvFMgvtcFF5/Fk3NjfjE80/iiScOYOOGZiZM62iPvdTXDPV9EQpSHD9xkrJyEW+/9Q51fQw+Oti9fQO4fPUG8bpgu/zUiQXK0jT+8Ts/xj9++w28d/IGfvbz47h2854TYLaYQPL5LBQW+iiPbgQCbvJmHjevXwc3fty6dQeZLOda30wdYxGf163bhNraJkyMz1IPDO/zTEzF0NczjHTScP3v4u6t21hcmENlZSn5mCUAY8NDOH/2LHzUy1u3Omi7O1BCOdaHqbJUKvkW165d5zhJ8tcLyxiEuQ+MjY3i3GkmDXsmuMdNo6qqDn7Ota62knb8pCMHtXVl7ONCIjXD4H81Dh/ZiJq6cq5jlnJcTv3ZiNbVTexbhsamWoyN96Ovr4t972NiYhCNjdUcN4HI8jID32Emrr0MuO+kPp3E7EyM/pOPtinGpPMYnS+b65BCRVkNk1hlWNL+++ABRvp7cf3SHZSGilEa9KNtbSUC7hjeP/46k0heVJYXorjYy3VJkn6DL3zukwzkH8WGtWswyHVToub2zVscZxFDg7N4//R1dPcM0Fb7UckE0nomec+duwjZmHNnL5K/KdKcRiQSo34Ucg6rUMR9wecO4sG9AYwOTxHPKPXvEuYXprEci1BvdmDduvX0u6JIZgzKKxtQVtXAgHcObl8IKe7xXV3djv2KxZYxNz3OcWbx5JOHuZcH0dLSgnXr16C3vxt37t1A31A35han0bqmCb/1m18ijytQQp2DsdHX20/fK4AirvHo2Bj7rsH4NGUmZZEP5dAeuHnrViRzHnQ+GIWL4/sLypAzXpSVNeCZTzyDRMaHGAMNZy8M4pv/eAp/8Pt/hkvnOzE6sICgp4huiQeVxZXkbTNl0I2fvXwW771/G5evD2N2KYO2LVsQZj1yNlKJFHFn0dpahzIm1/RvP967fRfXLlzD5XM3MTM5T/sWQzS2iEDQh5wFJpzjePPt4zh8dDf9WC/tuI3163ZwDxkl3zOYmYswKTyNnXt38D1CuZpHeUUx/s0f/xa+8de/y+RRA+3KNPmdQI6JiMXFOXg8NhREyjKB0tvbTb4GKA9+JuTew9d/9Q/w45dfRfOqZrxJu2PbbsqLl4nJi4hGl1BaUo6ujj76Pl2ope2M0Qe+f6+Dwf4F3Lh6xZljJpVFnGs90NOFjtu3qJMplJSWU4aq8alPPYlq+vJu0mK5spinvOfo/00yuDYbjWKBQrgYWcBOJjeXoxN49MmH0N0/i9Nn+3DqzADTTS5M0Pe8fqcb85EsbZUXHq9N2TLw+0uR4toGCgqxYX0bE6GbaRs7sXfPLtIXQXGoBDu370BFaSV9/GZsa9+Mpvo6+qZZ7qOXsRCZQ/2qKoSK/A4PM0zMyN/oftAPfUByYSGKoaFRyuMy/e31eOONN1DLPa2Oul/HPdrlCjOxeor2ugPd3VP4x2/9CDOzS+i4dx9/9dffw8lTF5BksKilpRWFRRX4+esn6G9ewuc/9zn8u3/3+zAA4vEEbBrowsIi2hMf5xSkHk3SRwohlbQxP5NEz4NBymclPv+Fz3LvfZYythGfec4xUfcAABAASURBVOlZ/PG/+Qp+6fkdGBu4i7HBu7Tb1aiu9qG61oeHn9yAL339USRgwRsKYSP3kYbmUvZ7nHMt48h+HD9+g/ZoBiNjCezctRft27axbxXSmRQKCoMY596mc0OSyZTbN+9jdGgWoO5MTcyhvW0bisNF+M3f/Bq+9rXPYf+BjYhEh5lEDqKyuhLyTVa1rsXw8DgMg/Gr1zfi8WcOIYco8S8hGDKIMvleX1+JYvoKCsrEGSCTbz80NIw4z0ALtOdzC7OQ/K5qaUSwIIhPf/pTMFaK5ywv9u7fxORwlvvPGfI5CrfbRXBzDxrFNM8y8/PzMAYoYuK/f6AbW9s3YufObcgysdDaugrTTAyVlBSjrLzUodfjqqAc22jf3orPfOEonnx6I9avL0NrcwOmRhfQ1NSCof4hKLBRV1OMr3zpCzh7+hyqq8qwjXbFyrmRZNI9begbcvxynh2Wl5bR29mP2bFxjDBQf3j/HuzbtRVtG1sQjS7ik88fQJLJQsOkdDwZhWT74sULCIfDxJWin1eHgwf30fcNopZnzbKyYmxr34GvfOVr+OWv/gYTXvtRXlyFda2bkUu40Nq4Hj//6Vs82xbjH7/5BqLzcTTWNWPtmnacOH4eBj4sLEWQMjEktRY5wFh+7t9giDlHfyADOQtZAMzdwba9tAc297UUUpQLnQGNZeByuVnnYisLdEN5/+DPGOdB/RWQdNqzTMEFBTaNYT3BGN7ZMstAOUiDZbmwAm6WGo6X4ZrkOIbt3HMKimZXyhR0YBfKUYZ7ShppIkibDGlPrwDpzORyznwUkCFC7qf8Pw2sgY007RWriReOD+N2u+FhEFQ0Cjd4iW4FNvKgAIcxFoxZoVvtshnyim2NMSy3YWABBEtzoR11u32wbA9cLg/nk0OOiQ4wC2rEsCz4Th4nsyC5pMoLl/Eil84incwgx3KTtZGMxhGlDNmwIFrOnL+Eq9dvweVlW868uDCAy2dPouPqRYRpF+Nzkzj15uv427/4c9y9eQMtjU24cuky94/7PJdGYNxeSKcfYSJ1584D2LvvGCrKG+EvqODYFoKhMpTT39m0qRVr1jRgdpZyOzoE/VrY5OQM/vzP/4JnwCH6aCnuMQtY5FlMH3QfH5vEGPfcQ4cO01+cwujIKFLcRzOWjQ6eaS519uIfXz2Ozv4xWJ4AXJaFXCqDz770GbQ0r+LYGe4lSYC8XAEgy0XSOhtjkL/y66J7HvJ14o/K9G7MSp/8e77MGANLYws3Qc8CYz5qLzwKWHKS0Pkjy3UL8twZINi2i9KWI21cQD5l80A5Vj/JUJZrnHXkNYv8Hbxs2+b/gTQD6So3loGtQB9BIiFa86B6PbtcLog+vae4lwi/3o0xZJNx6sBLbfNgjHHKDedpzEo78MqRVukwhQ0CnQVgWEGwSZv6C79A4+kuYAvYlgXRYmwLulSuNsYYSH9s8kX1ejaGCNlI87TYT2CMcWjSGGkmpPN9wUvPagMSY8xKX5WBVzabJg/TSKUS3Cuj1FlJhM33NIiG9jrF+hyMsZFgTEcxB/GJXT/kc4pyGI9HYcwK7kXGC/VBM5/PC/2igI++vWgvLCzk/usnnaC+prG0tMR4TsLBD1iO3V+kvKeYWF+kDV1ifEPzcTv7jk0+WPB53dCHzTwuF0gsbXzU6ae4whL7LC4ukPaUyGN7t2N/NHftfUnueTlk4XJbcHHPzDLRKruUo5yKH7JluufXyhgDPbtoa3TnK/eMpFPmdrs5dsx513MB9061UX+tHcXVsYlEDZu0qo3oAC/djTEOvzS2wKZ8iEd61v4XjcXog0WdfdqybfplPmc+auelbdL+pXuIvkch/QTLtrkeGSS5FpILYwzn6ILaqI9w+/1+hx8aQ7pv2RZteJYcySJNOUg7H0oxsKkvmof4obYCzUl49WxR5oTXQzpcbAte+Xr1UxsujrPOtssAJkvNyDp8Ex22bUOJ3TT3G9FhjHHqhFeg/nl8uuvdmJX55OuFQzw1hvgBp3++TPd8uzw9eld74RIYY0if5YAxxumfo01JfWAD1EZ9P/4OXsYY/h/O2oGX2onGj7fTWKzieqQdWVR9hpuQ8AmMMU5/9VU/6YrkM839zpiVOs1B9AryPBNevRtjqDNcM9o54TBm5T2fzNHY6iO9CzAhLhkXPo2dpe3UOqY1T4LGl70QfTmuhzE5uLi+oUAQfq6vbHJpURglBB/3cFIH8Um0GLMyruaXJe9yHNiwr+V2wVAucqy3bNvhrTEGolVtNb7GzWTS7AFnDYRPoDZpnll111w1jwz5ovaql9xpTrrbluXw0ZgV3Gojm6J2RUVFzlnVGENZo42jIlq27YwlXhhjHB4Kt8YSIcYYh0bhycu+MUZVTrnaCVRgjMqJO5mk3Yw7dIhWY1ZwqJ14Ivy6a8yCggKUlJQgGAw67bXuAo2neq2X5qxnzU/rJnCJnxwuS3uVoW+dpa7maGCyXC+tucYwxjhzA68c55qmbKhcz+IHi/8fc/jFsixtckZF0DwEehHtwiMQLpXlwZiVuapNvs4Y48xNYxrzUb3aZEmz+gqX5ixQP42leeuufpa1gkN1aqu+OfbNcV55MMbAtmzYXFP1FejZmJUx8+0+fheePICX2nsp07qrXDwT0FhxDpaDW3XCIVq1x0QZs04wnyK6iILtVmhVf7WR3ER57lZbPQtfvlx39RM+gfroXXeB8KlcffSuZ5UZszKGMUavXMesI7tqJ5y659uv8M9im9yH9kd4NA/Zf8lgXs6MMQ79DlL+T+14c/6MMY485fFZfDfGQJfGyoPejTEfyoxtWzCWrH8WWe4nklGtuyD3sfXL0Q7l34VLfBCoLI/TWAYWQWWqU7s86F3z1t0B6kKGIH6I71oDrVOW40iuNHfdwUv98npjBfwBVFRUoKG+HuVl5bCMzYBcDDNM6Cww+en3+7CaAabt21Zj7952HDiwk4mP9UyqFHIzdRNdlgfiBSYHxxmkGMFNHuRPnjyDex33HEddhl0buggrKytDbW2dE0R69NE2HH14Dw4e2o+NG9ejrr4K1dUlCARs4kzyQOpBbU05tjOosnfPDqzjgaGwyA+3B/D6bYRLgjRwbga0FugoLGGYQfxefXOgvwdKdshRy1BpqpjsKmMAL0jj09DQyODGGuzYUYPt2xqxZ3cbA9L78PTTe/HM04f4fBB7OMfDh/dh27at2Lx5E3bv3k161zvPjY31nLOHjtsiBgb6GQzqwjKDWBYX3HCT9we8NLYJTEyOYYTJqomJMTpJy3T6fJxbBdYyqVpVVQnbdpE3Mwz8LHKOtTh8+AgeeeQRHsYbMD4+4fBOiyqlnp2d4eHqHg9D8+RJAdw8GOsbslrA4uJi7Ni+A6HCEAU+y+B0BbZv38aAcSvC3AAqSsuwdvUaKLlWXFwK7lE0ckAwUMggXRAejxcaQ4JRyrYKWuzbtwef/OQxPPrYFhw4uBFNzdVcjywPXyPo7+/D/Pw85x+lfCzzfdwR0PLKEijpoW+66DAj5ddPgOUYXE/xsNnzoA+v//xNnDtzAadPnmYQ/jZi0QT0s83nz9/Cz372Ht49foqJshu4eeM25hciqK6px769B1FaXI4EE2zj41NMiPYysHYDr7zyOv7Lf/nv+OY3f8zk0xncuv0A5eVl2LKlDUePPoRNlKempkYmeJocnkkZpqbUvwc3mBi5evUuLl/uwOTUDCoqK7Bn324cfZTr//QBbNm2GR4mvhc+CAzt27cTX//6V7F//148/PBhPP74MWxu20jHJomkDCEP0m4erIuCYdQwydmyag1WMaknxZtlYHFmdpaJgTsMzJ11DrNr1qxBU1OzsxZ3796lDPVQRlJM0i4zGJtCI+t27d6D9vZtjjM7wmRyNmcYZCplID2C8+eu4ac/Jb/evYFv/NVP8M2/fxlT03OcZ4jOrodrs8QNOcqDy7JzWAgEfQyaFVFfCp2Abm9PN5SAVAArQ0cjEPDTYGURY4DV7/ciyvswExt3O+6SVzcIN3kgH6W+h7gm1cSdgAxLNYO1jQ3NqKqsZZ+EM7f7DLS//da7eP/UaSYouzA0OIIMozxltCtKkt7veoBLl/px/vwN3LvXiQvnLzOoPoDyskocPHAYW7dsg/jXwuRRkHbAGOPMZ3Y24cwvxeBXH5N3bpeHcr8Tn3r+RezasQfNDS3Yumk7Nq3fjFWNTRge7GeC9Q7myP+1a9aisaECORpHGxYgXhYWoI52qL62HuGiMMcPUTdXMZDeCtuyEVle5HpMQoHAwiIv1m9sxa49m8FYKtctSV4EUMMgpL6JWVZegtbVTbRhrQgWeLihAP6QF5UMptUxYez1FpAf5/H226epLwNMTEZIA5ygZDjsp71L4IknVtPGlKF/IAF9u+dnr5zAf2MgpLu7BzZtxe49u9GyuhmPPrEPTz/3tJNc/ef/4p/ihU99CiWlJRijnSmnDdfGJuQbN26gTXuCctZIW9DCsXKorHDhkWPb8cInH8ccA5PH333HSbQdf/csde4OYtSxEq5DP4Mp3X2DyMGFkrAXg/3jTMrdwM9fewe37nZifjkGd7AAyWwOfsp8Q2Mz1z4C27JQUVGK+roq1NZWct2W+byageZivHf8Ot5/v5cy7MdLn96Lhx7aRztqYXJingHiedqWeSex/867d1HLYGJ9/Rok4lkUh8spq4PQT076/UGsW7cBlZWVlLlK+AN+J4G8tLSIbdu3ori4iH0raPsncefOLdLjRlV5A9a2bMKjx55E24aNeOmlJ2gfNnHtK3GHunfr9h3K4mXSd4bJkkUgbePSxev43nd+hMnJObRv2Y6AL4AQEwAH9u/HI7Qtn/jE00zirkNDQwWefuYYvvTlZ/Glr3wGv/rrL9IOu0jTAGVnjjxZgOT1PQZF//OffQs/f+UkDxYBJphDmJmeQGRpjnyqwsPHHsL6dWtx7doVjI+OQAmQIPfcsrIS1NfXoqAwhHnaops3b2Lbtg34/T/4bTzHoG7r6kpUV4dx5KHd+NQLT+Hpp9qxZXMZ6uoKaNPTlOEo9+MBzMzNI8VAmL4td+K9PsrYDO3FPCKRFCq4F7lcPoyOLaCnP4qOziRt6SCM7ccjjz0J2U3wQOS2DdraNqOePsK6dRsRZOJjYmIa75/udL7tZXJeeFxB3Lh+j4nWTiDrxejwDO39VZZ14Pat+0yUXkHHnS7azAziDDoq2TNO26aghOykZbvhcQcoN3GMDE9geTnOROYU7cQ9KHDy9NPP4LHHHifvd3HvHUDX/XvcExegfTIeT2JhPoVv/cMrTFr8R3zrH99ybKdkc5qyPjExgbr6Cvo4DVjVsgqf/eynaBPqMTc3R9kbw1UmmrRnl5aF4fFaaGltQvOqRqxaVc/9fZG8itB+gGu6zOTpEmUsgqmZCHy+YtJWxTm5kMsFUFhUjOm5Befn+dq37eLeVYlpBjUfP/YwvvyFz+BP/q/fQ1lCCOPFAAAQAElEQVRREQP1Q/i9//k38bUvvYD/9B/+AP/yX7xIX2Qjg/WP4qHDu7EcmUE359d55zbu3rmDquoqWK6k880kBYYsdxZb2jchZ2yu2QPKYjPC4VKuV5LJ3mKkuOdWVZWS3gj1JEB+DdLfmIKSTjcY3L1y6SYmRucQChWgbUsD9fEQamqqcfbsBXQ96Ke/MYXOrgG88e77uHDlOozbS5mwUEDa9S2+WCyKVCqOg4cPorAwgIPcI1tXcR9YnqVvYdPxXqY9W4Ng0Aet0607txzbIF/JGNDWrqEc9tFn7OaeUoNVza3UnTDWrW/H4YeepH9XBH+wCAcfegib2mi/m0sxzADwzTujKKuswXJiAY0tdTj66MOIcw/r7Ytgft5Cf/8C/YNu5ODGAm3/H/6v/xzJZAwTY7MMRtnkoQfxVA7GY5Bjkufa7WtoblqFQJBrFy5ClknVqekYE8z3MTGawuxUAibtRmwpjYmxCHp6JtHTt4hwcSniTL5eu34ToxNRdPUM0gbP0pZN4DvffQU7dx7mflWBG9fv4+TJ886HKMrKqmET//YtG1BXHUJRIfC//O6v87kCxfQbbQbbC4oK6D+mOX8vLLeFm3fv4MLlS7h5Z5wyF0NBYZiy2kk/6SZsK4CT752lfHRR9pdgGYtrH8Z6JmLAwH4hA2PNzU2oramiXtmkx4/BgQeoLA9y7TLU+QhqK5qwOLmErlsdGB8ZwvF3X0NFmQ/BQArF4QAqK8IIF5bC7yZd8Rxu3xx0cLVtacYXvvwYfIE4ArRVW7dspPwU4FO/9Ax+6aVn0NTcjNKSOswwubgcS5HO60xOnkI0lqFOtSLLvSOZyDKQWYBkfBlVleXU4xQedHVhdGSMOjOOBeomeNVW16K4OIzzF8+imwng23evormlkf74BhSHw0w+3MNbb15EKplDY0MrPB4fBvoH6XMHyLNpNLXU0x4vMeF7E+NTWSYnK+ALllIfltHd3UcdSVJWNyEazXAvrcLMbJJ2IQ7kgvQR71MWTuMbf/nXyHBvIDlIMjibo4/gKwhggX6C1+1mciFKGVnmWoZJ+wzu3OjC3dv3EOfcsiZB+UoT/xAeObIZX3jpScRjsxge6cW5i6eJ/w3HNtU3VePxJw5Av5KjM8Dd2/fxt3/zc87HjdhyBF63DfnMlZWFlMMB7t0nYVluGBdor1Zx7vVM9GRgU/armHCpKG1Ed9cwOu/04tvf+iFG6It99zv/gI67VxCLTFEHazE6Psp99w6Dn27qzX309I5gcHgUM4vTKK8tRH1jBSxXGvcf3KG8DGBgsI8868XU5ALKSqvobwaY+E8hHC7EmnWrsWbtKswtzMBf4Ecp/RK/vwApBmTnF6eQSC0CVgJ1ddVcfwMloZYZsC4pLkFTwyrHNo9x/xseGsT2bVvR2FjH9ZvCJiaWK+mjK7Dddb+LPI2irKwUp093MMG6hIXFGe4TvVi3rhpf/9ozOHJoJ44d3UW/8hb0jZuiIpv7xmHyfAHPPn0EYAApGY+hKOSGx+t2eFBQWIiGhga0NDUjx0B+ggmx7nsdTHBdQ5w27StfehGlRTn6Qzb+8R/+A/7oj34XX/+Vl1BczH7co29cu4n5+Tm43Abnz5/BnVu3YMFgYmyachzlPsA5p1zEvwH/7Df/F/zaV34Hv/4r/wLV5WtxcO8T1NkdWNu6GteudKG8tIH6F4TfVwDb9gA5F0IB2qaMgc/t4z5jaF/TMMaC4X/5wEI6nSaPE3CCqBZrDCBba0yOD1nANrBIn80ARTabRYbBx6wCaQyB5wguBqr1zUwlcLJWDhYTBBbbgpcCELzB4pjZXA4aK8OgZJY+tYFFmkBgH8uCZdmwjI1c1sC23TCWi3TYTJzmKAsZpDUuA3kprkOaOOiOk5YMZSINjSMwxuDjVy4LZJi4XI7E6Bem2Fa1Fm06kGZ5hgm0LG0KSVMFwRAXaSINKhM9xlgst2B016C0kbm0QTqRQ4ZnuEQsSb2II6Z/qiZjgSQSfw4Z+k5p2qpkLE2ZzTrt9bPP8UgCYH+LNt2mzuVSRJ9xQc+JaIrJRyDHeUQoa1NTk7RzCTRUlqK2JICtrTXY1kq7Rn2wYwsIIImNlPdGnqNbKU/DjGGcO/0+fcQltNI3rKyuxpUbd+EvrEBl83rk4GXSwovZ6UXav6tYt6YaNdU+rOa9nn5OOfHoLFxZWUW7XAevx49dBw+RQEO9LEdpSSneO3ESw0NDaGyoRzIZZ12OuhVHcVEJZmfmuNcUobO7hzqUwMz0DO3ZbZzhue65Y4+jlLIJ6rWPexRMhvTkkNUiEYvFOfNG/ucc0PPHQev7ccjXGWNgjHH6fLxez2qTpcwK9G5YYIyB5cibhTTliEQgxzahQACb29qYW81C8is5BYXAtm18eLEvhRTGtgD+GcvAsm02I80ANI6Aj86fcKSpX7qrXGBxbOHUXaCGKSYU1EbPxhgHj+jVu/oYY+BySR+MihxQfZb0GWM5dW7uJ2oj3OAlfOqrdqJVepnifKkSlAE4cxdtqlc7tRfoWThFm3DprjLRqDtRQ2UCY4wzd9UZY5xy8FKiwe2mDeLzSh/yx6F1pT2LIdyiV3hEh0DPmgfZClhp0plGKpNw2tqWC6r3en3wer1wM7jvY6LUw0C0/MOsbApp0HyEW7C8vOzEyqIMPmtOHrcH4aIiVFSU0waXkHbAtmyIDi/xBgJBBIMhjmPDGAu2sZGh3YlGozxfLCHBRG6CiQvd4/E4LLbRBzAD3gAMbYabdivAZKHLtuCnfxOgTIlW4fcxmZvniWJwmi+5QlbkHP1JJlMcKwO193BOmodlWU5ZmjSIjw5NLhs+4vZxHH/ADyWhRJ/WQH2SpC+jdaZMq4/GiSkpSl6o3qa8SuaF208cbrcbKlOd2qoviYLqdRftqktSb506y3BN0tz7Mzz7x2CMcdqqr9q6uC7CB14qE/DR4bFwCjRHtRUPxUuVBYNBiEfqm6VNyNCQZri/6MMAWUqC2nAo6kYGmqtAuHOss22L+C3KhNbShi7NXfTqLtAccsSbziQhsLi/GWPUlOzIIcdHxX0z5Fua/LPIe5u8EhizIrfCJ/gQH3vnKNe8rawTdV3PxhjS4obWUSAcwmeM4dkpRJ+6gHIWpIz4nXbCqfkIl9oJh961lvmy/JjGGIfnxhg1c56FX/wUqH++rd61vmqoMmNW6Mq3UT/xXO30LDrULn/Xs0CKIjqER6D+6qO73tVeoGdRpXXR2uqu/inyRf1FS0FBAXyU23z/HDs5bWgD1UeyKnmOMD4TjUaoG1HqXYz3OBKUY30QyWYfAV0PuG0Dj2WTD8TEtdA4rP7oj/Ka5VsGrLctuD0eR860LuClmGQymaBcZYnDOLIsOvN80RxEl/BqPWRTRKOeNWfRrjYCPRtjHFxR2pyFhQUnBqB2xhgHP3jZtOVujwce2THebcoZi8EWji5q/LyOaNwc5Vb1ghzn+PG7MQaai/gpGgSqN4bYCBblWH00B9EeiUQcWxalTVO7UCjEs3ihM2/VKb4bpa0Qzeqn/qJP+D8Olm0B1CHw5vHRhtDvoxZB4+f5oHkILNKQx2eMccYSzv8R1M4YA13GmA/bqRy8RE+GPptwaQy9C4xZ6aPnfDmbO3/GfFSnesu2aStcDp/VQPRqLcUf3R3c5Hd+HL2rjfQxxTOcnvOQr8uPaYwRSgeMMTDmI3AKP/ifMcZ5Ej160Py03pI53cUXp47NxHOVay+RvfbT9rtpY9VPdORp1rv6CYwxVNmcYydFo+hTvcYxxji2SvOVPMj+CvSeB81V/YQ/D3qXbRQeY4yzNsYYZ4744MrRdmostdVdxcZYMMY4OiFcwq27MUbVyNNkjHHaGWOccmNW7s4L/2eMcdpqfgJjjDNHjfNxAC/hFN+kF27ubxZtBEWQ627DxfW3bcvBZbHQGOOMy24f/on3AtBmsJbjwKH/4+Pkn9VOzznKDJs7OIRXYIzl9NOcxVvpnOauRqLPoY00WMayEWWWwEcHpJYJBoEU0yaxtXV12LZjOx5/6kns27+fB846BAI+biRuNDYWoKamAKWlQTo1flRXBxEOC/wMWBShtq4Ga9ashv59rj1792DTpo1YvbqVgabtPNwew/59e7CtvQ2bNq7Bxg2taKivwtp1LdDPtO3YvhWtrascHKGiImRoeGbn53Hm3Ht48+1XcPX6BczMT6KusQalZcWwaI0DBX7nPk/jPTo+jvHJSQZKFqFvk/T0duP27ZsMFtzH6OgQMtkkYFLcALPYvHk1aWglniDLY4gwkDm/MMWAyhSGhgaY3GSAO7aMoqIQ58BAWH0tqqorGYBZj4ceOozm5kYUhUPwB7x0oFzEaVPBLY49z7FGMDAwwE0kDsMFaW5qwY5tu3Dk0MN44RMv4vFHnkDrqjWwLRsy7IZGzUVjlmSgcmFxln17MTjYD9u2uL5ZGs8F9Pf3Y5mGtKamBi0tq2C73DzsTGOOSdcogy5DDCR13rvnHH7On7uAGzduUOmyKCkuxerWNaip1hoGSd8yA1fjUMJLny6XMldWVkJrVF1dhfatW7B9ezv0nOGhO5GIw7LAuSRJR4R8WkRlZRHXcys2MnlTWV2OdiYiDxzcjWMPH3B+GuyhIwewccMGWMYm3UMYHh7B4NAUEweD5M0E+RVAOFyCMQbz+/tH0c2k69279zHQPwJj3KwPIlxShtbWtTh27FEmwXehhAdBt9tFR6aYQZVKOjLg/JLciNykLY5pJipaWlpw8OBBtG3ZjE2bN2Dnru1o4wGrrKyM/csYSFqNw4d3YePGtWihnO3YuYPtNqOuvg4NjfVoam5AO+e+Y+dWykUY81wLyYw/4IFhoEFBvyuXrjDxchmTTPLOTs0xWJNmkmoJI0PjDOQM4MH9B+js6MS1y9dwmwniJIOvISZlIktyKpLwMujXtnkrdu/aibbN6ziXMvI0wnXOgezCxNQ4IstL5H81Nm7aBK/Xz7nNIRK1KKdeOhNZrkcaPr9Bd3c3E8w/w6n3T+LixXNMcvCgPDKIvr4evP/+KQZzOzA4OEAZ9aCpqYlJkSZs3NCGrdu3U5ZrUF5eDo/XzfEW6Rz6Hb1tZkC0gvKghMOli5fw8o9/iusMGo2PT2JqapqyM0oYZ8ABlL9Zzj/BNTPkbyltRAHXIs2DTin1ZBPxV2Ke+js5uQiPJwWb8qyg6SiTKS7K79jYBPXzLnoe9MLt8nJtZBtW004cZPLrMDZubKDMLfJANY9d27dgKxM7laWV5P0M3JYXzQ2tlDEX+eFCgoeZYQZk+6QHXffRNzCEqelZytsYHYQUtjDw++KLz6MwVIgTJ05Rl5awqqkBTU311OMC8j+Fux030PXgNvr67+HHL38bl6+chpsJjK3tjQzatRLXEAPal3D/fif0LYqRkQEcObodm7fUoLbejxde2Iuv/+oLWLu2BXNMrswTikMFAA9qVs7CLIMT4cIQ2ts3OYuFwAAAEABJREFU45/9ztdw4EA7ihlkOXiwGo8/3o7tO1q41lH89Gfv4Xs//CGOnzjBZEOINDahrJxyEl2mfRvHUmQJUTqmXjpzOdlIJhBu3rzFgN553LhxEynyYjmygALa7LJSDzLpBIbIl3sdD5hAvc8g9HUGbOLcKCwo6bt1y07a80rKlhf6FnMynqZOVKOccqCfe5xfmkeah6OJyQk6xUnazc2Yn5vHm2++gatXLtGW9GFkpJ82c4gBzhH09/dS1y/i7r1e7NhZSp48j0/90hNYXp7E7OwQZS2Kxx7dgH/yTz6LRx49ivr6IB48GMQrP3sLly/eobzdQZLBLiWBkkyu1jI53UQbev36Dc7xAscYQ0ODgq6ziCwuYmhgkHI+jJHhacxMLEEJowyDkGp/6vRZvPnWWc7Njf0HD2BVayu8vgADSRlEl1MMMk9haSGOqfE5VFXUoqykgnzJ0b6vwnPPPouqqirUcj/cQpvyxS9/Hr/06RexbmML1m9ahZaWGiTii4gnlmkTKyjfLtiWh/TfxswM9QJAfV092ja3Y2BojMmA1ZhnIHl2YQndvf2kdxzV5VVO4K6vtxfj1AfJzR0m0izLRjhcRFu8HqGiIMbGh5DJRJlAmUIsPk8e9OPc+XeoH+M49uhuJszb6FT7qQs50p/BurUbqKMGhnrW2lLAgFst63yYX4xyD1iCYbBDDifP7sgwMDi3ANzt6MXlS1dXdBoW5ShL3QHfU7hx6w7XLUi+pShXOfJtHP/9v/4cw0OzDFoE8Hd/83388b/973iPiZ7+vmHoZ5PdLg+qK6sRjybgY2DvySefxjomxnPUhaqKenTe68H5c9cpFxnq2m3akBralmlMMRHpYfs7dzqgffQG9zI/7eCBA/sd+97Y2ADB889/Al53ENMzKSxEkrDsAHVzmDSnsbAQ4bokiDtK+xekLZjB6TOncfLUKfoxRRB/i4oKub8XkofztLeVtKc9mJiUfi2gorwaBcEwIpE4+VqCmek5XDh/ET/5yXH09knOZzAyukwZymGEwXOXl2vv9nD8Xty9ew/RpRjefecdDPR0I0ZdHB7u4ThTuHrtPG7evY5YOsKg5V24vQb3H9zDmbNnUV/fhGUGZIOhUiwxuDs8OsF1spDlWqRzQKiwkEmLReibwe8w4Xn12nXoQzftW3ciwwYPmBAdoQ1MJpJcl2HHtzh16jLl5Dxt1xi2MEHxS59+Fp/+9HPYQBmuqi2h37WNe2kQqbjF4H8FZSfAw3IB5pfi7DPF9RiHj75J+5Y1tMEb0U47urV9m8O/HtI9QF1XBDrNgNHDDz8MfTo5Gougnvrp496SYGKptLiI5Una6BjldpH0dOMebfT123fwx3/yD3j33bO4ebsHQ9TfSDSJv/m77zFZf94J+gyPTjsfnDt7kcm01dWIZabw45++g56+KLKWB7CCXOMcIcbD+iICwQy6ey7B5407epIzScpxAuvXNsDvpULS0sfjGVy6dIlru0g7GkU6kwFNJu12M1bTPjSvakCage69e/fR161GlrznNo6hkUlUVtXBHwyjsMhD/iaxyKDcpetXcftOF/HF8fpr71ImEpiaiCHgo81eTKGZPtvlc2fwg+9+C9NjI7h58xLAIKMOVoGgz1lTFw/liWQalu3GMv1yy+1FU0sJGrlH7dy5GVkmAbyeIkxOzlP219DOuCHf6Pz5a3j/1EUUl5bjflc/fvSDV7kH3EaCwbPC4hCe/9SzOPrwbhw+sh7rNpTi8196HvsPbUdtfRn51EW+38ZXv/5F/M//yz+hjV/EqlWNaGxoQsBTAA8CWJqLo7amCA8d3YOGpjIkEqN4+uld+K3feh5HH9qAL3z+MErLIygqTuJTzz9FWU+CeQ6sXt2G5z/5BZSXNaCzsw9/wcTkyNgYn+9jZmYK6dQyiov9cNlJ6FdG1q6pwcEDe6mH1XBZbsxMz6O2thEerwfGzqGgKID5hUmcO/s+picmMTudQVNjPU6+dw6nTp3BMvV0ZGSUe2s7+fIw57qG9DZBvozP4+XeNIOZuSjtoQvV9fX0p1K0G9MoLAxgbGQEBUwA/qd//yp6e+bQ2TGFN392G9cv9wMGWL22GYWlRYgm45ian+H6RGEbC1H6442NpZimbYgtZ0G3DXdvjTDx9hZu3+3CT376U+qWm3v2AIp4XkpyH44zeRMOlwCUw2QqhhTBx2DG7t1tXMcz2L5tJxrqazBF/7K2rhYFgQB5WMY9dgHhogruM424cbMLi8sxFIWLuQe1YNvWdu5hi0hRfu7cucu9tB9L5EdLy1qMj04iQls0PDhKmr0YGRhHOplBLJrGxPgiThy/BJddSJ18gO98/02cOnMKbo+LdHu4PmG4adNy9F/8/kIkmFjPpj2s90GBidt3buI025848Q7LLMfv/PGPXyatE1yPBKLLcczPc2PJuVFZ3oDNG3fA4wlizZq1qKyoQQf95Af3u1FWWoYNPC/oHNTX343I8gKGmFxNMUC3YcNG7m2PEs889TSG//qNX8eq1ZU4834HTrzRhe/8/XHcutGBQEEUz72wFb/2Gy/gK199mHrjo2+TRIZ2Nsag3gT1LpdJMymWZvAugwDnGC7w496tm3AziBD2h1HIgPme7dvw+MNHMDbQjZrKEP7Nv/7nmJ7qw89f/T5OnnwDZ8+cpIw8QDwWR3NTMypIu+xqmGfgtWtacWD/AeiDgQcPHqPfGkPQU4zl+QST7lkkkl4sLOawdcsh7oN7uA/V4zOf/RWkc368f+Y6eroH6RNMOWsTpf1fWojBRRtn4EImmaHNAHK082Dk2MN18XJPdDGwZ1EWjTEAweJhTaBn8MrlsrQdghyL2MYi8A9sl+O8M+SJQQ4KgIN1RE27m4KxAa/fA/Dck82lQXfEKcsZ4mKQXHcYDvDBn2VbxLKCxxjD9nwnPpVbtg21VU+2gNNXeB08nBPYlmAMKaE/m6E9TjOAm0wmoUCH5CBGfzdOW6s6i2MZY2DbLrjo3xhj8e4BiMPFZAUM4Kbv4aFNtSwXyzlGDshkcoQM3w0M+3D6IHvgYlvbciOTzjDnTiCPsx+A+J6i8c/SqLnIBPZc6Q/RzEcyLEf9MBnbSaQiBa4ZnzkHfXC0uDiMWdo7D+KoK/VhY1MxHtuzEUd2bUZmcRr9nTcRm53A5154FneuXkZ3xx2cfvttJJMR1LQ2Y99DD2Pjjt2YmF1GnLgNx7t94xo6bklebuK946/iwrkTkG1MJKJwez30o8rhcftpx+7j/q27PPOUYLBvEBUVVXjxxRepi+XOvlYcLsT83CwKC4qwtLQE27Lw2muv4Q//8I/w0ksv4fNf/AL+43/8U8imlJdWYHJiAhbbRGNR5HgeIAvg5hqIpix5myU7BDmuYR5Y9P/4+3+ry5cZQw4TPt5JdcYYQACtJaUol4WHa++xKVtcG5t3/SpaPJlAjv+xGcAuWW3e+MUry4VXe8O5qK3L42YPPlmgr8U7+7ndbsqFC8YYzjXnyKFkT6D+wiheuFwup53aC6fKjFnpo7Zqp/YJJvJ011x0V2AzSxlJE/SucoGejTG/MK5wCIwxujmQJY+T7JtTGefBDvxbqRcOgRqKJt1Fi3RKoGeNZcgbY1b65MhPlUvHBDniV1/NR3fhUJlAuHVXneYtHqiNwBhDXmWgcfTuZ8LPcgHS+Rj1N7IchXQ5wjNsij6KTd/Sy3Oskn0JxppStPnqK5zCrWTJLM+3Szw3RaNx7mXL3IdSlEOXM8YS92Af7Xbwg2Se+or+dCoDm2ujvVY0yBZ4GHuxjE36sjxfppBhYD9H3dU46m9gIRjww+tx8SmDFOlJUqdEl/B6KCeFhYUoYELJRdzig5/7s+gXPzQueIkvxliwKZMC6QeL+UcjhBxko6RDkgEvg+vGtqD5C5/wqI/uetc4IE81vtZHdfKJVCf7qDLVWZQBAQdhc8O5ZaB6gdqqjXir9qIzRd4nyWvpS5qJbCXM4pRR4dAYwiMaxCO115oJl54Fqhff1F4gvKLV4/Eg/65xhSOVTnGPSwO2geF658iDBMcSHuFMkQ61NcawryHfDO/gxZa5rKN/wiNgofOX4b6VofznQYUa31gG4B97regyAGMMRJPmpbvwaDzpn9Ofe43e8+WiSfwyZqVfvg94iWb10dwlB+FwmPt4CAHKgdqxCem3ucYuqI3G1F0yKDlRvXDnx9KzQDhVJxAt4o/4YoxxaFeZ3gXgpbHUT+siXMIvGVY5qx3dUL0D5JP66zmPV33U1hjj8EfvaiO7ov56Fx+c+ZI/KlO95AQwH85P6/1xcHBSzHVXe4FwgesIrrt8PFtrxNiy/DLpWI7+hZtlLtHCVQP1UmtjAHhoh91u6iPlW3gywmNbcPu88FLvvbQdFvuJf5qbaNY89Q5ekgm1EY26az1ULz6KNot4jdFIcOyC+hljcX428nVqL7zqo3rdNZbKRZMRDgKl1dG7LOk3RnYw6+DM0s6q3ccBumhjVSYe6y5a3ZyvMSv0aHyViXatr+5qZ4yB3lWvfXtmZsbRdfUVZLJZ+uepDyC9QhP3PA1pjIExxpmbeGGMcdqlqU/GArz0+XwBH6wP9NQYQ164HMi3B68s8aXpL4kfokm0qF70GmOgMmPMh7qgctHm5loaYxz5jDIhLF6ClzErfYRXOAV6/jhknDHTTl92ceZhzEo/tU9TTgXy4/SuNr9Al7XSVjhFn9roWfc86F11H4c8njwu3QVurpXu6is91Fz0Lj2UbfC4Pc76a31Fl+p8Pj9Ur/XzUnbdH/BDsqNxxCcPbajq1EY8FS15uoRD9foQUL5e/fJt1E7vamfMynxFn2hL0846d/Ip384Y8+EaSY6FR7Tm22UoFxnaD4HKNE8l7QV5HOClfgJjDPJjG2OQv1SnZ2OMU682mpsAvFQvfHnQO4udNVYbdnPkVHTQjMBigZt7sED1AuE0ZmVM9c9+oHfGGGdMY1bqjDEO3nx7YwwAAf/PZ2OM0144bdsF3fNtsx/IYN4e6N3q7etjkmsY4+MTDJqN4dbt27h19w6WlpdRGC5CeUU5xLChoSH09PRCPyN78+Y9BjkWoOxwUVEIzUw+bWMi7eDBXTh69BAeZjBt9+5dTIKsR0NDPXGUwstAAUwGbg94wJ5zIBpbxOz8NIaZ4Jybn2Xgcx76JkmChycRrcWcmppyvp2icf0FxUz8xmC7LUwwaXZdB4m+bsQZ3CgKh3kwqHMCjW6Pl5takAIMOv6TkBAXFhVix47tOPrwEdQ31MAfcGNkpJ9B2gccd4qB5RkqZxTGpJjcG8LgUC8GCH0MEo6NjTIwcZ98GmGbNJ2oIEpLS5BKJ+kQLmNqagJ37t5i4O80cQ6T6RZ5tkRcNgpDRQgFyceSSgZqQvAzgK+yYCBEZQox0BAlzhRcnNPs3DQ8XhsNDECGQkHyzMWg6hKTOr1QMizHDWQzA6E7mYBrWdWMOgbnmsnfBgb5A4wR/jYAABAASURBVHRWPS4XXDR+EqwYA3HGGIcGzX9hYZHzmsD09Ax5MuU8yzmdnZtzhHOZidj+/j4o8ZxkYMfjI+2FBaitrYKXNBWEAljNIMGzzz2FJ548hmeffZTwNJS4XGCg5A5l5sTJt5kUuwb9RJ74097e7nyT6LnnnsOv/eqvMFCyHnE6pWkeenIMrPjp+KYyMRQWucjHDHr6xnH9Zg8TWf0MLPdiYmoGZWVVaGpsQX1dAzZt2szA3VH86td/Ff/T7/wmvvzlT+CP/ui3GdD7FWzbtg2VlRWOQ+PxeLj+AVRWVKKKSRAlntu2tOGLX/wivvCFzzBhdRRHjx7B2jXrIKc4RYcyGAxwPQKUjXpsYHK4oqIMcvx7+h6Q/90YHR/hvdeRgVgsQXqT5K0L+knKn/3sNfy3//YNfOtbL+O73/kJvvMP38fFc5ewtBhBuCiMOq5POFyMRCJJvo8zwD3CINEw9akHc/NzMC6D1tXN5GUzamqqGSidxIWL13H9RifePn4FV5k8ggGDl0/if/7nX8NXv/YMnnnuIWzf2Yp165qxafNa6lgx9K2h9RvXYvv2rWikTq5btwbNTPbbloUFrdHtDie5V1FOWSwI8XA/S/laxszMNIOb9xw900/oDgz0M4BWhLAT/M4QxyqsWbOGcu2irGZ4kIlyHhMMBt9xEuD6aVYdtLM0WqUMKmm+mzdvRmvraupVhDy649xDDFpVVpRyXbRORZxvK+bnFiFHwDCxIlAiaYgBv4aGZtav5sG/HHW11diwfjWSDMj3M0F8724n3n7rHZw6eQoXLlxC5/37mF9cpB1Io4xzq2lowJq169C6eh2amppRX19HPGVwu23qop8BsCVMTc7i3t0J2gELjY01DI6Xcr4FTK43MghRxOTEEOXwLuc6S9pnUV1T7sh9RWUZfD4P60ehbzZLT27euYKCQjfat7WitMJm0H8G586dctY3y2DMgb37sXlTG+NRLujbMLU1dfB4vJSHBPmZQgltyWOPPYpjjxxgYDSAcLgQ+vZPa2sR5dhPObhB3eilPfDRfrpRXl5BJwXo6x1g4vE4E7vXuXadXItu2JaNuppaVJSWw+3yoMCXRUNtPfbu2sUAd4IJx2EszIL3DBhbRF1tI44cPoqmhkYG/S08dGgXvvaFF/DCMw/jxeeP4uGjB5gwbOX8SyEbkWCCZJT28PLFi8787jK5Fo1ESXOYdiRBuRiFksxe2oyciSESm8Rv/OYx/LPf/QJgL+DuvQtYzYD5Sy89h10726ifZbR3NdTbAuKP4/z5Dlw4f4PB8vvovDeC0pIq6kQj7dY8kwR9zpzWr9+AZ597Gnv27MYyD+OFQT82bVyPVVzrBiZc5+ZjuHmnk4HmJSRTCepGGXlcgaXIIuaZwAxQ1/Xp7vLyKqzbsB4J2qOqyiBlbBPpqYLb7cHf/d038f0f/JB0BTHIgG5ZeQnv/Uz2XcT9B520TWOUjw5093QgllhkgDRKW7edNsSPsdExyvQytrRtw+c/9wI2b97gfHNn85YNlNM5fJ+B5ouXryPCIHMmk4OS3tu27UBZWTn3j1HKagUWFha4f25GJLJMezGE6qoaHH/7NJOcV9DX089g7hnMTE9hYmwIEQbjNjGpu3lzExobSvDZzxyjnfskvvilL3G/KcSlizfYrxNTU8sYHJgA/QI0r6qHx+uFbbvh9roYhDaw3RkUhz20sftQV1OFLGk7e+Y8TjJJ0dc3QLs+DYv/FRaGcf9+L/UowwC4h/uhH8VF5WioX03+1SIRT6K1ZZ2jv9W0Z1Pcq8vIv2QqjurqSoQYhBgYGKKOXMaJE+fw6s+ukmcpjI0tYmR4jjpZjEcee4oJ65fIwy20tTG8/vqbSDCYOTtLfVxaRJwBmYX5efQM9WA5tYSi0pCjE4ypYO++Ddi1Zw8STMA3Mfm+aeNWlHL/nZlepP1bxKXLl8jXJQz092OO+GZ4CPFwz+CZhvZ9jH5Dlu3LEfAXYO36tbh9q4OB9Dny8TIT8q9ja/smbNhYC32whuxAU3M9Ll7q5t7rhcvrho+BmNbVa2hL1iFYUET714mT584D3hw+89VnsGVvMy5cvwgPDyvvHH8XN27cww9/9CpGxiYRoK+wYVM75cnC+2cv40HPKAqLyxBnUKjrwQhgu5CiIxcqKKQ9CHC9ynFw/yFUV1bRLgVoTyOcWwoHDhzEY489hn379mLv3t345V9+CbW15XjiiWNca4vB/DFuKVHw7I/i4iAhTB9wGVOTESzMR2AZG031a9BQ2QIXEyfrV61FLX3BcIEP9zvvor+3n8mncWSoO2fPneXYHrSsWoV57mdlZWXQAWlmehoK7A4O9eHU+8dRV1uNFu5H3//ed7Fz90bK6OO0mTtpR+dQV1+D1jWbkDMFPEb7KBdnmVy9htGpKOIMwjQ01aGgyMPk6xCaWxpor6vwO//Tr2H9hnVYXrbh85cCpNnyGhSE3aipq8T3f/Im4hk3yipCaKovwWNHN+Lv/vJ/x/NP7cCvfOUT+ORzD6O+toaJFYNs2tD/ncGdOz1MgvfRt8vCIq/5P7x74jTcriJkGCgvLHBhZHQG/YMTuH3nPkJFlbDdIcxw3mnEUEY7snp1MzwuP5POO/CFz38e87NRuIwPo8MD0L+vOjsZx/Vr93D56hWMTy9gbnEJ07RLPq49z9+cSxC27UGSmd0U948lJszSFM6Tp0+jqrqRun8bVbVNDKzPIEIZ/+/f+D5q67eh88EYzlw4z3452sL12LJ1O1yU63td9+g3L3J/OYTpmRG0rKlEuNzGj1/9HuLUqXXrt1LnyqAPCHR1D2H1+nX45jdfwdlTV7G0sIz5uSRzvjlUlVWQP7cZ40iguMiHngdXUV6SxeWLP0NDYwYlxUsY6r+CzruXMUffLbKcxvtn7uGtt87hoYefccYqKy9CKORHPfdc6d3zn3yK/thhymEOn3rxMB597CAKWf/W66fIrykszsdx9eoNNHBPL6I/Msug/5Ytmx3/7U//9GWuSRJ+X5B6G8HNGw9oo2bw3JMvwMUU8O2rt4Ckgd8VwRc/vw+//mvHUFTkhr7haTMBNcik7gT9gHn6aTlk6DO0cg9Yj0NHNnK/KMKefVvwiU/uwidf3IvDhzdi/4F2VFcV0eYVw+J/fncQXo8fXuLKZS3aH4+zpxYU1GE5YtG/SmNkaI72vBb6d8h8BV6MTgxTZjdQ7vei+/4kDh7cD9nCJe5jxcXFDn+nKfNdXb0YHRmifZ/AQO8w/QRgaHgCmzetoc2KcN42E8jn0f1ggvy5y714AIu0i+Ldzp1bOcYa7OSen06TjrkI65LYuG4H2jbuwfsnr2H3zqOoKK9HNmOQTbs4Gx/3k2U0NdThMy99Ah5PASYnZ7B//0H6fy0wxuDtt08ishQl/9LUzzNYpGwUFhahhjpUVFSATVs2YGFpDl6/G6HCAtrNO5idXeC+VkN9COEH338Ft5gA7ro3AOmE3xuCx+1H0F+I0pIK2v5xIEc1NjksLs5DfnswWIA+JoAWaJPkdxcWhmmnRjE/30UZWIvnnnkILiuI2ck0fvzDc+RDFzo6r3DP99H+VuH55x+Fz2e47n4YrrHN81FhyEN/oQG7t6+HJ5vAwsg0olPzsBIx/NG//C20NtRjdXMTigIehAt90P768svf4V7+KfT3d1Bej1BWGvHoo8c4v3kskr/ax7UfVFWVw81E3o3r13Hs2CP0OaJMWhuYnE18xWy7jKmZKOJJF4aZxJ6eS2FhOQdfQRVeeOmX8cu/9s/wX//LX+L3fv9/w84d+6gXYcpSgv0i9N+ScFtezsOC9mYlw+M8iySTScpeDs5/PCOCV472IssSPoJ5AmT1nmWJ6i0Dna+NMchmMyut+AyVM/Cvvk6wAoDb7XZw2ywXqJ/uLpeLNsoGiYFhP2NbyBkgy//SuRT0wYdMNoVcNs1CQQZg4i3H8bnE7GdgLPYhXcYYgIiMMTDGULazzt1D2xUMBmkvQrRpOm8ZpBgISqfT0Ph5GjOcg3hgzEo9eBnY8FEvs5xznP6I6tPpDPUojSzv4Fkll8lCdwPe+JzgmTlBv4JTQCaVRSbJ2fDODADl1A23sbmOOVjGguF/lm1DvLAsm/S4+eyCJb5YvBsXMqTT7fEwMdqJa1evo7a2FsGgn/o7gi2bGvCH//xX8EtPH8CB7a343d/8Mux0FB4mqbesX48kz+NnTr2H4yfewMzkCPrHh3GX/v77Fy9jkmf2aDKKVHwBv/Llz6KqvAbtW3dg3959qK6u5pTEYcP9/wmkUzn003fTOdXlclOvfdCHbxUv+MpXvoxjDx1BuKgQ5dyzpycnkSUfhgaHsG1rO1544QVnDtlMCi63y/nAzQ/ou67fuAlexjFcbo9YhRzXUEDuwCJfwHUQBTnLApmCLN+5+g5daicwxrCZ+bCv1knlFvsI9Czg0vzCn9oJMhnKLcc1bK8GiVgctmVhlXyQhXlYto0sK7JsAxKT1f/4/vE/YwyESyB8umdpe5xxDWWCsppIJ7n8pN42sKjXlm3BxTUGL6c95Ut39U9zvdXXsixnbmwC27ahdz3r7qE8GGM+mjfnof4C9TXGsK+l5rybD/uqTvjVzhgDXcYYp962LGceasNOzrzTDl0ZZDJpR2fUT+Pn6dGzMSv988/glaVeGGOo9y6+waFTD8YYjpFjuduZv/AINKboSjApZoxx6DG0B6rzuD1Oe2OMg0ftMpyv1+t14i4utxcwbiQpo9GlOPFnyS8LLp7TDdcBvBS0lR65yEdjDOeToU+ZxDJ9ojnGDubn5pGgflvGcurAdc7SHoBcCPKcZ9mGvnSC+8ki5ucXoT3EJi43z8Yu6oPfH+D+4Id4IHCTZssybBfj6HDK0+kE9SKN2uoK1FVXwet2I0OfNEsee7ieoVAIBQUFPC8Il8+Zqzq7KC/iT5w2RfxJpdLQ/DNcE70vM8YqWmSbdBdfPORNmvSn2CZL+dMY4pvwSdZFo9oLp8qNMQ5OPatNHo+LMmoM15H0Ca/oyJD3uqud8ARpWwEDXRpHvE5z3Bx5KDurcdTezfn6lLQibXrWnIuKirg3BZz11bvGkz1VH4HGUpnG1l10aUyNI9CYFvdij98DX9AHtRNutRWovcZWW04DK5BjN2m17gIgQ/1Oi0+sUYn4qvGFQ6AxBeA0M2wn3ma4bpqjygXGGGfNssSl8US7+Km7cIkvwqs6ooHwijaV6Zwj0FqKZ8YYypPP4UsetzEGxhhHljSvPL8k08IFXlpPjaMxhVftfD6fM5bwql5jCqdA7VSuMuEQEM3K/sZ11rNAeMRX3dXm46C+wuPMi/QZs0Kn+qlM93x7tRUvRIfoU30qGWcMgP4N92S9q71oUx/RrnH1LFC5bVkOH9Q2P67b44afsWvRl+P6cCG4R9nwsdxD+bC5H+ZoVzO0wxYHsKmbOa5Tkj5Pnu/6MIBtW448alyNpzYaQ+urwJBdAAAQAElEQVSo8fJrKx6rzKYNyLfVc55WizQqIa66HOnRODmOp/KVdbNJYs6xqcKvNcjzRG31nhK9lDFH3rQWRpTD6SdcnIbzp2eBaBMu8VVylJ+X8Aqf8EYiEedMrXaiRTSrr/roLh7KDmkexhjy0ENbajvjaP4Z6nWGtHwcsrT16it9MGalj+aoThozFuPa0s5l6MPFGLePMGCYpi+gsaWv4rMxhnY74/BDtIhm9dU4wp0lH1Yg9wvz1xzUX3jEb72rnTHG0R2NITqEQ6BnY4xuhJwj51pH8UdjqW++HRuQJtkJQHiFS3eVCyxjObzR+MYYRyZVLzBm5V24hFN7SR6/3lUuHMYY5NuLDs7O0dU8/8SHBcbwFhmXFo2iQTJljIUkz/XiVYp5B+ETHhf3ImMMaHqRof13cFLuXLbL4YeL9lw4wEv0qF532TxjzIfzURvhE94019upp0xbtg1jiB9weKO+wpGi7uqu9yR1SnTpmc2Qx6P3fBvhVZ0gzw/1ER61U5nuKhMPVK4yY4yDz5gVGtRGoLo8TmPUxvqFdqrPj61nwDj14KX+qhPdeqaAwbYsuD/gleg3xsAYA/ElDyoXgJcxhv+H0wYfu/7faMr31139jTEf9hNt1iCDmgP9Q7hx/SZuM5E6xWSb2+1FEwPTcswB4yixCNYG2tKyCvv2bcdOBsL1rb9t29uhBOXefbtQU1sJF5OCKQZNE4llOjCz6O9/wMP+OQYMHjAY0MdA1BCSmQSMBcwzADU6OsJAyBADgBFnwh6Pm8KWZGB1DNd5ID179iwTPZ3Q1dLSgk1tG1HFAK3b44GEpTBcgtKyKh5SCqFEyt69B7CtfQcTNjUoDBUxIL2JQftd2Lp1Kw8zNWhtXYU24ti9awceeeQoaugg6ZDnpuHOZpIMKEwgQ+cpwYP1GIMt+tT00PAQHbI4vEwIJ5MJzmsB2Vyah7wgN06vY8QbmYxo37oNNVXVqGfy4ujhh3Fw3yE0MAkYi8Yw0D/IfkvI8LCSo5HWtw4XFxfg8bphWwx4zM6wLkV5UEKomAmy9eTrYbz00os49vBDaGSQo7KinIGHAJaYGFskSFkty4YScI2NDVi9ZjU2bdqIdQyGtbQ0oyhciJKSMCxjGNiZYUB4inwKYu1aJh546NCnvXfu3ImmpiZIGCIM6IimkZER8rwDly9fwIWL55lwi6CBCeht29vQwkBmGQNi+jeErl69xLW9iv6BQTqfcRQWFXHMIhiL43E+t27dwoXzF7mONzDAA5pluSGjUFcXQElZIRobmyldQc7ZLRvC9WTArroMMAYzMwtYiiRxr7Mb5y9cwenT53HxwmV0dNzD6fdPM/A5yk04QFlJoJ9B8dHRUQZZJjAwMICJyQncun0T586fdeRIip1IxJ0+kzwwim9a276+Xoxzjfv7+tE/0M/g0CKWGdhcXlrC/QddpLmf826EviVQVloBl+2F4SG9qqqWPK8H8zRMYg3xcDrDsdMYHJzEPB32Ega/vQyyRRik6+3ux61bD/DKK+fxp3/6LSaJLjNoNExZWHTWorGpEQkeRLq7e5CkYbtz9zYDz2dJ6yRKSwMM4m3Cw8cOY8fubYR2lFeWoIcJ3vMXz6GmtoJ1B5wk3979u1BZVUZeZhzHPk3DWMOD9Y4dO9BKvSktKcXu3buZgNrDdpXU6WVMjI8zUNULYwyDTYWorCxHMQOWtm05Ml1YFEJVdSWhCk2kUxvLwOCgs3EaY6Fl1WrUVNdidesazqXA4bV4q029rq4ehQy0Sa7CRcVM0Bzj4fxF7Nq10+nPfYI0xFAQCmHz5i1Yu2Y9qpgwso0Ht5mgG6RMRZmkc1GW4vEY+nt7KWMxVDMg0biqiYH1QvgZaHP7/AyePWAy4yrudt3HDdqwB93d6COdaW5KzauaGQTdjx07t6G8ogSTU8OYnBzGyNgD1Df4sXNHGx46uh8bN62mPvsAk8Hada0Ih0MAD2QbmWzz0tZEIsvo7elz5G9LWxu++stfRFNzJeV0Eu3tm7Geyd7W1iaEgsW4xITglUs3mKy9zz4DOHnyfQY9uylfS5SFewxoz/EwGGXQvpMJgxOwOMdqHtLa2jajsamBPHHj0y89wYThE2hqqnc+KLBEWfrpT3+G48ffw23OcYrB6tPvX2DAddSxCatbVpOH61BVWYNkIs3DXw5+j48ymkJvVx+uX7mOUSapZ6dmUV1ZgIAXqK0OY/XqOuoRKO/XcOnScZw/9w7OnD6BRDxCnqyB35dFXU0YbreL65ZFY2M1Nq5vYb8WBANBytAk7ZdN2aliMr/Y4dnq1avh9/soZ8V4/Kn92La7lQmcDLy+NDzeDHLZKANKkwxoboDXYzNZOIw0nTaXKw2f10KcCYJEMkN+xfDaz99h8Pc8Xv7xK1zji86HDwoKAuRnF2amJ1HMdaquqqKNWnaS5mtpA5uaqrB+YysKCoOI0wkvry7Hl7/6Eg4d2Y6r1/vx53/xD/jpTy44Ou/1ekCfErMLCdq8B5SBIviYDPP6vTC2QYYBQAWI4+k4GrgWy/El9PR3I2dnnfq7925T/7uQTMagT+yPjY2jgImuZDLNgGmc61kHy05TNwbw8k++z3WP4FOfepG0NpCfKSYgimlXXJibm4fsQAn1VH2DwRAWaIuKS8qgPfnUydOQkezrWcS1y3dw/vwA3nn7LPSN10ba/nhsGZPjw+AyUa8WyLtZDHBfv3vnAekpxgvPP0U9a0RNTQX1rNLR7wwD6bMzESQjKfhMjgkTcL+qxJrVq9C2pY125SkcPnKU8r2dct9FvAza0v7FY0koCbVnzzZUc79bs7qW81rGxMQ497A0SkoLaVe6UUVbnkMKDUycLEVmsXPnFtieHB703sc4bfTCQgwnjt9EX3+Wa57hms4ygT6Oy5du49vf+RFl/RROnz6DqalpbGACXXvH/HQEHjsE+qEYm5jG8lIS05MLzvi1tcUoCPpw9uxNTE/N4+R7lyk3r5P2+5RLF2wXZbKyFg899DCee+457pWbafeKcfHiFZw7dwHT03PUGyBcVI5TJ8/h/VMXcPXyLfIvjA0bNmLNmlX45AtPoW3bOjz97EN4/MlD6Lh3C9euD3Bp0ggEw864RUWFGB4ZoEwuYoqBz/qmNchZPlyhP1NYXIBPvPAsNm3ZitsdXZTnZVQzybipbQv3uzR6esfxp3/2Hfz8jUsIhCqw98BhVFTV07epJhRxf6HvQR+ir7/PCfA+9eTD1IMZ6BvNDx48wJYt7di4YQ0efviYYy8jPISdYlBW3zT0UyeHRwbJ+3486L6Jyelh6ANtI4MDqCgrQmV5GecAbNvRjFQmgu7Oe+TvEpaY6AsEfKirr4Xb7aae3Ifw9nb1YPf2HairrYRlAT7qzGrq/tjYKHSocHtcWFpawOo1rdwrGqB9NscAe/vWLdiwbj3l2YBnPOJtQV1DLeaXErhzt5/Qh/LKWqxdX4Hq2gL4uKZL8WUm/T2oayzCqz9/HX/6H7+Jf/nP/zP3336Ei0sQTSwibZL0LdNMMAK3OsYxOZslT+PwurL43X/6BRzYux7RxQn88pdfQF1NgPI+irrKMF74xCdRW12P9WvWOjyNRhPkzzD91Tl03R9D/0AEp09fhddbCL+vEJbxYWFumXYWGBmZwzzl+CrXNkcp2H9oD/2di3jp04/SNvfCS39Yk3zvxHuw3UAs4UF5xWq0tO5EQbiC9ikNLwNxCWYihsfn4GECwE+76iYvYdmIRJdQUBTkvOIoLQ9hYLgPa7lfdvb0Ypr+c5xJ9t7eGfoM17iuC7jfM4DqulrS6qHPN0v6RtFCn/2dd97Ev/v3/ydtWAVe+txzqKqvwoaNbUimvfi//+/vIhErwutvdOL0mTukoRwvfPph6MNkEa693+NmfQZ37wxy/iH8+OVX8T79MRs52HYSX/rKM+gfuE0ZfEAb08Z9aC3HB21pAebno6TtHv7k3/059+l+HD56hHvvAPr7ex07cev6Jer+LOVtjrI4jbfe/jlc5NnadY24eP4SE1lRlIRLcYeJ6yD31mTKZsJsBPrQ5R/80dP4b3/xu/iVX38aX/7lh3Dg4FYMDYzh5R+8igcd3Wjf1AaLxp07Ctx2BIcPbcEf/d5v4JEjexBy+7E0FUd15SrMTkcYCC2Eiwfajs5bGB3rhy/ghssbw6rWImzf2USfcpD77mUgG0NpuACJaJw4Lc7TjZKSMNJM0EiWC0KlGB2exRQT5sh5MTEexdRUDAuLcShBOjk5j5MnL+CHP3yDazODa9fuIJPJYGR4FP/2334D2ayNp59+hLzugU8JC2MjRN2zGFTavHEdJkYn8dYbZ51kptcTQnQpi/KSOia3S3Dt0kXIJ5yancDVm1e4py0wEeAifTXYsGEH1yJBXlsYHVnClUudsOFGhPpZQPxlpUVo27yJfswayrcLLncAfn8QSnhXVJTBtm3WtbJ/AlWVVXj6qWdRW1tHP14+ZxZFxSHU1lUjGPIjRl09d+Em0jxPKcj8gInhu3d74HEVYmkxSV26RF95lInVDq7xVZYHuAaLzrgJJrRS9F0rKyuRSqUQDBbQt6imnt/nWeIyg3cJzqcMq1e1YG1LNQ4e2IivfOUpfO3rL+Kxx7fj7OkH9HWGcOvaXZw5dRYPurrRcecu+TuIQNDD/cGL2blhfOELj+BLn3kaO9bW4v/43a/ghUd245987UuweTY9uG8P988F+okTaGyqdeRhI3n/yis/oWyvIl0R8nIaMX2iPp5BeXkV3LbXSZjNzk7Tv0lj7drV3BvuIhAogJtyZZHbaQb9vTQCHgZJM0yuRpZTiMQymCdP0lyLxeUkugdGMT27iMaGFvzGr/8W/vy//gX+05/+Gb70+S+jsa4R0cUo5qbmkGASleoH+dEwgDEGCsLI33aAlTlWpnNZyhSBzzkANDNOW2MMnHf+zxhDU2M57SSL6g9eFo16moHBJNdDuIwx0LvaCNRO5WxKOoiID1lizZocHLBYZgNKMhuWubhH2JYFi3M3H3x4Mpc1SNHXsy2Xg4NkAtA4WaRo29LprCOHQfpDLpcHYZ73/Qy+5kH7jNfjhe4KyvnIW/XPUqdEv4d1ujtltAUrODP015KIxWKIcg3jTMTlWEc2UgZJJMC7zf8DxhgCyJsc19Gmf+qFi3NwuW24PS5Yts16w4ZwLtGf5VOWe3SBL4Ack7Fe2vNzZ8/D4hwbmlth3D7817/4K4zRfy2vLKXft+j8nHRdTQmS8UU8+cTjuHjlGvQhmjvXbuHMmbNYv2EDtu7Yhk9/7jOopz917841uBDDratX8Cf/13/FV7/423jtlRM4e+YSkhyzhWcy2Y8gE0ptPK8cOXIES0sR6MPU3/jzv0Af9w9JgM5j169exhjjMNHoMu2gD1/+0hdRXVWF1qZGgIFUN5NCn/n0i/jKl7+CPbt2w036l3gesmwPwHWUDOToJ/MFICvEb5eLvCGfwEvvtikYJwAAEABJREFUxjgVbG4hx2eaMyamweaGvM2SNyt8xweXcH7w+P/3JvlzZJO2123ZyDBZVUW65xnEzHIhJKPqnEUO4Jj4Hy+WSZ6NMRC9GtM2FiyCMYZdPgLV5YhHuLK5LOvgAHgZY6AXtRG+/LjGGMe2a/4C1YtmmzLzcTBmhQeqE/D1Q3rUR7iNMbyttFOZ8BljkL/jY5cxhuU2dFmW4TNIR8oBcA7gJRwC0WqMgegRLpUJjLGcddGzAB9cmp/ayQ9Un/zdmBX61DbD9dA81EX4ZcfVz5iVNupfWFhI37sIHo/HGUftc7QDhnrro7xVlRc7Pr3a0jAgw6C87oDhPGgbklnngwLy1XReSiSSji7HmACQzxmJLLJdivOy2C3L54xjuxK0wSmezdKiMZOD5CdGO5BkgDvOpKficx7aDNGs85joF6iN9sJoLAI36fORbh8PWy4DB/8yE6PLtCXqJ5rFB9FkjHHWcoVPLhhjYLgmHvanoCFF+ypYYsxJ44CX7sKTJi+yXK804xgxxoiEk2Lt4BC/BGzu/KlO/ZK01Xm6nQr9z5AGtxtZdlYbzVOgZ42ju+RfYIwhz2xoDsKvOvDSWgv0rjHSpFvtNa4xhnY5DM1RwOYOv9VW76FQiDbc79QLh3DrrnbCIxr0LJ4IjFnhkfpqDLU3hmUEtVu55cgH2mTOy8FlWEO+WlyTJB2xhaVFx76LBtZwjXIOOM/iKXmrZJf4S0TOnDWWQHPKzzHPA/EryjVOkL96Fs3GGHY1UBv1McY4Mqa+xqzUaTzViw6ti/YbgebNzvwzjg5o79KeprkYwz2Rvo8xhj6gz6FN7TWmcAny7WKUXcmOfCbR4LThOotnapMvU3/RIHo89Ee8bo+zHnoXPoGe8/3Eh/yzh7Iq2rS3GrMyXwcXn93kt21b7JolH9KEjAMaL0ed1fgCNgDZ7qyBxhKdMcb1RL/4pTK1EV7p0iJteILJWtuS/maQId+db69ybaVzLo5pc72JEEkGA+Lkg/gqvMJj08Ya8xGt8gc0J81B9aJP44o2jR1lf62rxhcOlbkpW2pvzEd4LMt2+CZ+aM28Xq/zbozozHHu4kPWkQPhSdLWAAaW7YbtcgOG7UBWcI00tsYTGGMgPQmHw86aW868c2wJZ/1Fh+gR3cKrPk4l/6fnfJn62bYLxhjYvGvONnmhco2neam9IEu7onfNQe3AS++8QX1ULtC4kgE31zrHRUwyPxJnvCvrfDjRduRX9cJhjOGS5BwAr/yYGktjCkSreK9nNoFoE6it6qQnokNlosMY47TRs5tr4vmA53pXG2NW6o0x0CW8eRC+j8uYMStthF9tdBfkn40xDu+EV7i4TM5c1ObjIFpX6nMrto77iXCoTHwQPwR6VrlkK8JYTIL5I/UVZOlzZqkjArVRmfqTxQ5OZ60ZF9Vd5aJJ+AR6Vpn6CT7sq0IB56GbcAsocTCUKcu2nfnxfxAYY6BLbYRHYwn0boxx9i7x2RjzoWwbrJRLNtRO/cTnfD/hE33GGEcPNHetgdZVbQX5fnpWP4HKNA9Kj8NzPRvD0T4A4TXGOLIp/HkwxjjthUt0pGgPpO8GgG1ZcHHOFts4wHdjDPKXxshDvix/V3nWWaMVPVR5fkzdxRfdjTEwxsBaWFgEYNDU1IxGJrfaNm3GsYcfZtJjN6qZKJHBKCkpYSBxjRN8bGlppTNfD/0bOc2rmlBRUUonJoLh4X4evCcQTywxcDCFkdEBzMxO8kAUo7GxYdmGBxEPfDTMLg4s5RLu9evX4+Fjx7B161aUl5c7CzY2PoZRJse0COFwGBs3bmTwfjUP0SUM5O/kwWITWlevQwMPnNVVDfC4g1hgQGtgcBz6ibOJiRkuYpbjehn0W2aiaxwxOjoZCuYkA762ZeD3eRAM+BAOF6KwsICJBw/SNHw6zId4+PFTYYsLg2ht4YECWYyMDKOfAUwJhGifGJ9gQGAIU5PTmGGCQgdEvyfAw3ohfN4AbBoyTtMRxkAgAL/fR1qWGDSfwfz8LA2QjYJQgPxJYJzBxxw39+bmRihBXcQEgQQgyQTg0sIskkzsemjIppgI7Oi4Qz7PcL7zPBhNYWJijDiSnKuL9xR5PoM0hamZAfa9TJ6tam5GTXUNGhoasIGJoVoGQCqrKrFzx04GXrdAn+TcwIOakm579uxBGxPN4keGm1aWgc9QyI/m5nq4vcDdjms4d+E9JlDP8/kmN7E4VrU0UVZ2YC8DEOvXbUBTUwv5GmLAqw9DQyOkKQ2fDr/kqb6B18okb47yJkdzngnhxuZqNK6qxYFD+/HFL34WDz10FA31q7AUyeC1107ghz94nUG+E0yC3MYg8fn9QTSvaiH/fFik7Pb19kNrJsWuqalxZGSZRmt5OYJgMEi+uElDisnLBQaOFhkEnWOCKYEE5aH7/n0eQF/F8XePY46BdB8Tcy6XG7Oz8ygtqcDe3fvR1LCKAZEQ5W8ddu/ex/mtcta4pXkVk0Eb4bZzHNNGqMBwVkCGSZcYHfqx0VncvDlJmUmSvjSDXVk8/mg79E2/9q3t2Na+jTgZRK6tQpQOeoT0jo4OkVdeJs824stfeQG/+y9+B1/95a9g69Y26N/fetDdxbaLpGMbnnjiEac/aHk7O7ugZFsJAw2VZeVYnJ/HAmGYMqtNa35hnoHA25S/CBbopNzruOfI0OzMNIpLwvB43fD5vORTEl7qxeLSPF559ac4ffoUxsZH8YCJZf1U6pkzt5jE6cWZszfwys8u4PjxKzCWjVYe3A8ePIw9e/ZhI3U1HA47cm+MgU1DFo3GUMCAsUVDJgM1zwDr8PA0ZXfa4aUvUIDbd+7hpz99g0HTTiwuLGOSOnz/fjf07c+790bQ0TWCGA9bOlQEGGDzB0JgrAURBjU7uu7j1dfO4LXX38F7TLTfvncPd+514Matm7jFpPrNW9e4ptPYt28Xtm1rw44dW/DMMw/hpZcextp1qzA42IN7HbcxNjYCr9vNtSygvVvNoOaznNs6RxaWI3HKdD/bdXFdb5P2Kdy7N4zr13rwgHLUycSDkgVjY1PIMpCyxCTP6FgUFRXVCIWYZKF86dt9lRUVnNs0vv3tl5kMOw3bsjE4MMSxx4i/B1euXMatWzeI+w6yuRQKiwq4bkvcLAzlMEgZjuLUexfw8g/fhGUs8nwb1rSug88doPAZLDPY1tK82pHb6HIctdV1eOKxJ7CmpRUzDBon41EUhly0Bx40NPoRWZxBD5NbER0+GYQpKSlHgPZqcGiAm1AOseVpJjvvcg4pBjUNstlF6pXbkfuBvh62caGstJw2Kkn7XQlwPqNMKC4zIfEek8gDwwO423kNvX2dtBcxyH5GY0lMTcwyyNmFFBOnpxn0fOWnrzKQE2QwvgU6aGfSBp/+9Gfx3PMvwucvgNvjQT1t2ijtXUdXB4NGZ7DEgI5+uWCcNn14eJgydBvGBvRhkrXr12Hj5g2OPa2qrsDi8jxdvwTlPU0Zt1BV46JszzLA3UHej8MX8GCJiYtMLskpZOELupmgWUIiHcPGtvWwGBgMBL04+vBDeOyJxyg3a2izDuLFX/o0auvqEV1OILIUR2VpDZoamxCNRqiZWe4bQ/B4XFjFpL72UX/AS9rPcs0HmQQPoqqymjTcx7vvvEv7YaG5aRVxRRHhwa2Muizdee/UDdJcwLXeR/uS5V4bZ0Dfi4A3xICUC80NrSgvreSzm3ydwtjIGM68fx5v0H52dw/i8ccepTyvpw4kMMW9apxJSH1iTj99WBy2UVbsIy4/uO0gHC7gGuco0z1MIEwzccbEsfFgw8YtWL9hE/fD1dxvvdSjHbBti/ZkBouRWQwzeRhZXkBjUx33oAnuD6Po5365fuNqbNm6gfvDTqxe28yEYCGqaytRVlWBp579BO39IbSsClHPo+RZhnJWhibKbzAY5vrGcePmPZSX1cJtBTE/E+OeMg79m2Xjo/NA1oeF2QR6eyaQiGWxe9ce2p/1SPEQ9sbr7yObC9HuhJkUvYaf/ewtXL1yk2s9BZ+vAH5fkPR7sG7dRjxy7FEcPvgQzp+7xLW5TJ2+h0Tc0P4/xD1yF+uO0MaX0KdIMPk5gcWlCYQK3ZRT8qF9E2pryb+AG1PjS8gm3aRnANMzk7BsAw/9iAwPLTAGBw4fhsVATJwHQzd9hPs9k5QvF0JFpZzXKHmw6LQPFrixjglRWD6cYnD03eOXmFArQqiwGHOzC1zHGBqpC22bN2OMch+gbxGnjR3oHcDf//2PEKN+nXzvFHRJ9qprKjFOvell/Z3b9/g8jZGJOZy/cAuL81kM9o1RF2/jE89twz/9nZfw9V/9NDa3VaGw2DA54kJNfSkGBnspzzna/gu02SHEKN+TU6OoqylHU1MD17WE9qsbSwwKFRUVQr9qoF/aiNPeXLx0BqWlYXzlyy8hx8NDU0MjfvSjH6OsohJ/+3ffZzJ9GGfOXGEycA7zTCzMzi7RJg0iRX+tmsFRi3KmX+ooLCrCHPf8/YcOIZ30YmE+BbedhrGW6aHFYHss8teCi/dwsRsuaxZ+r4vysojvfutvceH0CZwn9HffRSwyifVrayn3OUzSl5scH2fiZQAe242CUBHlfwIb1+9kkNvD4L+FHANvbsuNonARdamFPm6U6zBLHSYdc0tcXi9m5mbw5htvobGxmlCBNatrcJxJzBs3ztHORXD0kcPYfWgDvvW99/GXf/UTjE9F4KYPGlViJG0jyL13ijjGpyadn5D1+D2ooO3K0A/z+tyYX5jD5k2baANieOyRI6gsr2BCaR0yqULK7n14PGHuhykmcbpRVV0Ny7Ihv08/M/m5z30aX/ryZ7ClfS1+8MNvk19u2sI6+PzlOHDgEPvlUF1dih/9+CRe+fk7uHbjMuvcGBmb4TxacGD/Phw5uJ97wTSGhxdw42Y/bFcJslYANY1rMThkcO68eJhANO7Go089hFC4FM3cd0pKimjjhhkcjWGaCYQDB/biuU88hfb2Nri5PucvnCOd9chST9avXcMxBpgk20VbuwsHDu5FOeWkadUWHD9xD533lnDq9B28zeR01/07ePlHf0/f5hLS2WXEU0soqyzGLPesLbu24vb9DszNz1Kvprj/9FJmlxAuCqC8uJiJ9AyKAkyCJl0IBkqxvJTi2r2Pmpp6PPnkMSYEZzFDORTt7504zvIiyskQxkaGKBsPUFQQgGXSlOcElqO0RXz20o+KLEcxOb3Sd2hoCrMzWdqSAHq6Z+gTFdN+bsX6dTtRXtaEspJGXL54F8j6UVPdSJ/kAIIFfrxBGfL5XJCPPDo8iRD9nUcePoYHnd2UvwJ89nOfcBKfszOLyKVzuHzhIm5evUb7uYia2hr0Dw7giaefpQ/Ui7Pn7+Cbf/8GfvyT19DbP8Jk/Ahq6iq4FyZpSybQtrGVPkIhbt7qpc7dxltvvYUkA0s9XT342799F+XlJZT1Waxd34wDh3Zj3fpVAOIH9TQAABAASURBVOfaRd5OTc9gcHAQq+jTFxUXIZ6IorSsmPthNW3IiyirCEL7ndfro65twuc+92XyboD7WxyN9U3Y1r4L9XXNePPNd2lfy7FE38VF/3tsdAJ+f9DxQ3S+YgYG+pUH/RusoyMT6KcdGxscRXEoQLs/SftxhXLaiW4miGb1s/qZKizOgYmsAMKFVUjG0/AyQH750jmkM8tMAPsp/ws4/sbPkFmYgVmcwldfeBYF3OORijn7R3FhEfefRfpM01jFM5Rs3FbKa5q+XW/vA+hZ/5yKbbuZRL2N135+nOe4cdg8WxaRroH+Xq5fHLPUZ8Pki8dlHP0Os87N0YMeN5Qkt3MGfu5FuTRop6LwuvyI0X6nU5KbNBLxFAr8IRw+dAR/8Hu/j2/+7TfxH/7kP+CZp55BUWEh7fc8ZWwOGZ4fwStLKy3IMQqkIDyLqFdZB/QMGLaAc+X4f5fLBZJAvpAAvlOowUmQ5YYyknNA71nkoHbGtmCMcUDNBRorfxdOPX8IbJsjCC/zprBsG5ZlOf1tPofDYfh5PkxyT9QcuD1wLjnSC+RyxnkGLASDoZUy2mGf20O7byMY8HGtEtQri2duD/kWg4OHgS0lIpbpQ8WZnNd4AOedy8EYA126eb0e7uGFCAYDDk1qZ4xRNWADhvs3h4bNuzFZ9s0B5Ih8QeNiE4/t1NkuG5Zt89lmG5t0W3CTrzHaAo/bDcsYpHlYOX/+Em3kZaxevxVu2p4Lt+5hMZGhPxHB9asXcOzIHtzvvEU9WsT9+534wY9+iHBxObq7e3Hy5AnksjEszY1iYW4C/+6P/2/umZdQWl5Ne/Us9u89jOmpRbhcBZDvvLCwxPYZRCILiNE3WFqKoqS4DDny4KmnnsKbb7wByzIwlMVHHz2GEM9n0t/52RmeVQsR9LjoYxZi/ZoW2kk/ihkjuXf7Nna2b8N+xgkKtR6cE4wNIuVfzgEiBAscMIY35Pi/HIwxHwEMy/iXIzBYZcNCjklzcG21zxIRJBus/X/8iX4Vaq1c5LHb44FF3LaxEKbOppiEiDEpZtkWbK6Lh/XGrIxnjIExRt0dyFHYbNumXGUdEG4LBjbb2LoLiFdl4KV63ji93Ift2ZTPGZZlSbMFy+JcyON82yzHEBjz0bjCYYyBMcZpb1m2c1cf6UAejFlpY7ByWcQtXGpnjHH661m1xhjdyLqPaFN7gTHGwW8MV5t7bDabJs1pZDIp5y4/K+esE5xLYwj0IvwCvefvaSbSRKPqBTZ56Ha79eiAMcYZT2c9je/z+eD1ep0y9VP/ONdIONVPddIXYwx8jEOE6WO5uHYNdeX0cQrZ16CwKOBQ6HK54fX4SHvOAdtyI0R/ze8PcC5ZtsnBWECWNjeXyyBL38mZWw4A7QkgHuSgcUOFIYDv2mdTTMRHIlHMzc1xH405Z3jRJ1qNMQ5fo4wZqX6eMbkl6RV9W80HvMQbDoBEIg5jjINfdXmwbZdj58QL27aQpYzY5JsSQRbfbfIvC4dSGK6zRRBOYwxclHPeoCvHeYkuY1Zokr3Tu3AJcsSrd42rMYwx0BwE6k/i4OFaaIwMZVN8ULnwSHd019gaU6BnYwx5LV5moTHURnEk+foJJnm1ljHyRng0TpYypvGFT3VqL5qMMRz+IxBu9RGovdoKn/qluR7CZcxH7Y1ZeVZ7QYb2Qv2ExxiD/BjaT4K0Z7DJZ8OWFnlI/mo+fHPWUvPOv2dIr8N7tjXsI/5IJsVL0aC7MQZp7rFKiKhM4+ouWmP0l0S73sUfleld/Syuo8oEGs8Y4/BSdBhjkOMaqJ3qRZMxBnoGL+HRnAKBAIqKihyZUlvhFC7NU6DnDNddNKlecprnI9F8yHPVJ6h3WiuNa8PwbAPk6NNkOTfwMoZM+OCusYVHc9HcWOzQ4IxHG6J1TSaSzp6rtqonNuQoo1QgcOoEw/lYBJvP1grYtiPT0nHNRX2FS2PpWfhlt5UgFs1e7tMW1zBDe5VibNsQv5f2wUM8giDlWfZDfYVHoH56By89i37d+erMQTw2xujVoclD+dCYKs+Rl+r78T7GGEe+xAvhF4gWIVAft9vl4DHGwJg8WM5zHpdsTJb7HZccZDkhR5w5ofiFdipwUecFOc51ZayUw0M36cyRvhT3OdGXJTJjVsbT/MTDJBN2qk+RVym2U7lwitfGGD1yjTR2lmfsNKTLkmuNo0qNq7v6SrZ1N8Y442uuwiPQ2BnKQZY+kT54a9kWbYvHsXNqB16iVe1056szT931rnLRJlCZZVlOfb5c88uIUaokGMM1ID9Ur7aiU+PoWWDbH8jXB3jYxaHZ4rv6JJMp2vYobXTiQx1UnTHG4Yd4J/su/VFfr+SK/LZt26FLZaJbIHy6S+7yOqj6fLkxxhlbNOZBa2dbH+HCB5cxxmmrerV1U5Yki+4PxhaN+OAyxji6o7o8qI9NGgV6Fny8Tv0pMs4cRR8MYIxZAYs8J6iN5qtxhQe8ND/eHLkWToExhh5jlnK7AupnDMsoh5ITgdbNGYedjTH8Pxx+J+njC7Teqhd+gdOA/9OzyhU/113vAlY546mfcGsMPavcGOPwTnQIjNF4xpmr2grUVvgErIDFNgJjVtqpXJAfCx9cepf8qe7jOFSuJsYYhzca14FlOvyTU1OYZ2LL7fbwYEFnnAIsBdO3+MYZZNKnGaemphlEGWGAdYoH6GEGWe9DyYHBoSGMMAkkByObS8LlNigpLcbadauxenUr1q1bh/379zMQvBtNTY0Ic1MoLS1FTU01qqoqUcBNL8vNLE1DCV5ayKKiQqdeffft24dNDCCVM9EqQzbE8W7e6kJHRy9u3OjCu++ewaVLN0nTOIMwY5hlsHFudhGRpWUyzUI1g0qFoUIkuekv0FHKMEDnsi0eQhcYRBxgInQGOW7KPh74KSWIMiCe4AHW7w0gVFCEhfl550DtojOkn9csYSAmS/50MiF189pN3L3dgY6795hguYUHD7qhb0Z2dXWSP50MHE1z7bKO8i4vL2GBJ/w0x9fmaJMGyrDjPBaRJ2E6kOXkSxnxI5OGDjUTTEr09fUxID8MJRja29vJx70oKytzBEjCn0ikMDE+hYmxCR6y5mAbCyUlxQzKFDiu2YIcv6UFGpFlB8+NG9fx+mtv4ASDUfrpodu3bju0j4yMcFNMcT0KUVtbj40bN+HIQ0fw+JOPoqGxhpt5gMFcH3GmGYQL4/DhQ3iMQfq2tk3Oe5xOZIobcsw5vLq5YXkRLiqhwlocd5Q467iOm9G2hQdJBjZm5xbQ3dsHbTDzPPjdJh8vXb4K/fuWC1y7aCzOIFUSGTrAgYIwl8aL3t5pXLvWycDcfT73MgA9DCm4h/jGxsZw+fJlTE5OMQBUgc0MNNfX1aGAjoifaxtkotRNg0P1QTy6TF7N8oBYyIDpBuxo3446BtH83iDlJMtkUwlWrVqNUCiMScr94OAw9G9OLZLOOAOfoYIQtBbHHj6CQ4d3U8ZqGRjagi9+8RP43d/9LTz/yWcYLHwUTz3Vjk9+cheeZeLuscceZtJ5J4PKxSivKENxcYgJhzs4e/YMDwduyoGb8jLL+lJs2LAOFZXl5E0SCwygdjDRNzlJ+R4eYjJkCkqEFBUUAhmDiVEGg7I2JLOTY5PUi3uYZNJ93br1xLMJDQ1NjryUlZcxUanxzmKEAXgZ24aGetiWRTruMjH6Dt56+23y8BJlJcp+DY4ONjXVw+t1MwA/QvmNUg48tBFutG+rJf4q0pjCQD/1aHqe5SEaPTjz6GdZV1cXD/gzlKsk53nW0Qkf1yFUGEQ4XIgrXMu/+4fv4eLFa0hlcpQtUF+AqqpqgHLc2zeAm7fvwraT8AddDJamcO9+D2a4DjHKfQ/rH/T0wcfAW3VdMYMQMeIBGpnQX7N+PVyke2xqnMHdKIKFAcrWBGwGtbxeF1pbmkhDiBu/F43kQzVt0TKT8EtMBsQYfCgvq4QSoWXlVchkLCDrQmlJJXWrEv39owy0JVFVWYZ2ynNDPXlcUoJYbJlyn8Pu3WsYGD2C3XtWo4LruNZZi43k1ybKwG40NjbTNtlIpzOIx8Wbi/j3//5v8I1v/Ij2rAfrmQjcuXMHZdsmPptBRR9aV7WgionZqBKkTI489ughPPLwUZQUFjNxdsbRaQUhhwaGMcdgrj4YkmbyWQmU0fH7aNu0Cs8/uw/bt21gUKUQqYQPXfcmabu6GUhOw+sOYWBglDo1Do8vyIBjBcoYrD9y5CCDNQ9j7ZpKfOHzT1OvWnGTgfa+vm6u8xRWtbRgy5atnEfCkcH5+QguXrpFezxBftWivKwOZUwwLi4lyLdxjjmAyGKWvrYXFeUNYN6L9nURQX8BkqkEZbGLQew5FBT6KR9XceHiRRTTLu7as5u88FAW3NTLQuzcvccZu4a2qra+gePHIRvkp3xt2dqGHbt2cA5ck1SUtiPNJM0Mtm9vwyeef4yJogbYVhobN7RwbsfwyeeP4rd/+/Noa1+D5tUNaN+1BZuYQN22Yytq6ippS71Q8GxmbgqzM1OIx6KI8fC4MDuHRDSF/p4RjI/N4sH9PszOzcPr8aKuthZBBvsKQgHavQ3Upzo8/eRTOHrkCELc8/wMMCxRjof6h8ijCsrMHigo0NTUTJkMcs2D1OMp2olifP1XPo3HHz9CebDQ0lqBz3z2GP6vf/t7+J3f+ToD00n4PEG47SDXMYkMkzJtG7dhx7YdztzKy0vxx3/8Dfzn//w3GCWNOfgQ5/42zUB4IpHmmmUce1ddXYP169ZyL5lAX28vKpnEOnniNEZGZp16N8fI5WyUlpZDtlG+Qm1tFe2BD7Ynh1ry6ZFHH+I8tpO+T1MmaiE9C9D+GuqybEE/A8zjE0PwF9iob6jBEPecxUgciWQOwWAY+gZFVZ3B1GwP1984iST9XHdf7yD1rgIjw5NMHBn85Ec/x99/83v4/nd+hpGBOe7hCQz0jYPbMrrud9MeBFDGoH57+zonYV5OvVlciEFw/dptyth9vMaExQ9/+GPc6+giX/1YonwGA2Hc7xokDDPB0IyhwQncuNZBOZ+GoXVK0RmPc71duRB6u8bgNgFUV9ZgW/tmGM5R+1BxSRlt9DRKy8opz2kmkKJMRA4R/yKDot1wUTYmpmbwj9/9Hnbv3Y1Pvvgi7VUrYrEU1jGRtLAYpy8WZ9shdHZ1Ixgq5gHFUGeWWb5Innq4BgH09/XixPF3Uci9qKK0DO1tm6mjDVwPL27dvI+/+7s38d57Z2ljDMaU/LraAxdCzBW4KScW3J5yzj0K/cRyZ2cv3n77DFIMPL134h1cvXoFhw7uh2VnkEgtYtvOLSgsCiHC4LSPiduDh/aivLwYh/ZvZ/Bp2KHnwYNO0uaGMUBRuJA8tSi7Yezdt5u+wgH6Dn72X0RlRQV6enq4L0TJ33F84vln6R8ehhLKt26NkdcRzM4ug64EFubmkaCu+awkktEZzM/OorW12ZF6EiL+AAAQAElEQVSF/+Nf/SH+1f/+m6iif2eMBR/9NS/tlg5E4dIA1m2owT/7J5/Gf/rTr3F9ivHoIwfwMJPm/X0jePPt47h67QaG6V/19D1Af+996l4B8RZwb42Qp4VobGzAW2+eQmlxBdLJNDht6v0cFufHMT83SF6Xc94h0pmgDkagcYO+UlSV1+Dmtat4+81XyY8MdmxvxIG9W/H0U4eYxPPjyJ42uHIZ8riTdrITNuXK7/Yh6PYjx4NpNJKFn8kFfWM8zUTZAG2yvjFdQVusD6opGR5ZmEJh0MvEr02bGMAXv/A57gWP4NatAbzyyhXEEzHcoJ8n30rfeP/+93+Ie/e6aJ/u49Sp46irL8fo+Ah1LIiR8T588peewPY9q9Cyrhh7D9Tg8Sd3MXG2B8ceO0S9DsPrd3PftHGbPq9+hjlU2IDx8TS+8ffvoXckhu/88AzefGcEf/7fb+JP/uRN/Nl//i7efu8EAqQxEAgiHrewdetmykwlblynv9zRA7rB3Nvv48LVB6QliZ++fBY99+dx40qXo1P37t2FP+ChDsWpQ3F859sv47VXLwA5HyrKGrhmUwgX1VD3o7hzuxMBLtDho/txiFDL5P6dB724ea8PdzuHkLVCuNc1itffOIn/9Q/+A3788pu0zw2YnV5Cbx91M5LAIv3+4nAxdX8IP3n5HZ4l0piYmMNAP889g0vY3r4fR448hs++9AVkGeirrSpBIOBBsMCDNWubKesF1BE/eqiXUQZZl2Mx2iGOe2+Iengdly4OUe6nkc546WPd5fMounuGKVMubCPuznu92LFjN9o2t6GwMIR9+3fTd3yWdNbAstzcp2/TH07QLleQj1wn2o516xtYH+b+0oxjx/ahgolPLwMAwyNT+Ou/+xl+/lonfbkcLI+N3oFlDI+OIxJbQFVdMbzBDP3QIJqbymDbEWze6Kf9qcGLLz6CSGQWO7Zvx4u/tA3xxCIam2qRTkdhTAqG+2YqvYw7d69D33TzuL0YHB5h8ucBkztnMDgwQF/yXdqFGWzctAYej0FBqABNzY04f/4cdXuKfvLnkctZ8HKvLuHefvt2H4aZpG6krzkzM4MFnlfmmYSc43nN7w/Qp8xB57idO3di7dp1SGdS7JtFYdiLWGIZBcEw3n3nDmXDg4KCAPfaGpw7e5/2ZYEyP4LqqiaWNXFPaiM9HJc0zc2MYYx+/UufeBT727fAm8sgRDn3eIBZjqtvGS3yTLywuEDduQedOxfml7B37z7ObRYjI8M4cuQo7dFa1NU0YOfObfjSl74MCwa3b90ijinSRTvNPW85GsErP3sZg/3dmOH+NzfSjwLa1rJgEJWhMEJcXz/31iK3HzZ9Npftol+dpu+/wL1kCikGx5IMghrDKTJoUVdThy989gv40Q9+RBv1NvbSN4rzfJtOp8EWMIYNbVJC354vMLxbBD2DVVlGVrJsaYyhv5zmWuRohVhgsZJlxhgYY1gA526Mgfoo+I7/8SIuFeUDDHr+fwPV50h7isE90ZlMJrnnxShrEcq35dg827aRZRtjjEOTAhjqp5/2FxhDmnKAl4HGBM/TaeqZjQRclMuK0iJ4rBwaamvAzh8jIefg1/zdbjd1NgCfzw2fxw23y3bAw0X3+30s9zrg9Xnh8Xng5jnBZhsQr9trw7gBi/ENm/JjsSyViju+ZZL3FAOXttuFdDoJjZOlM+LheDnn7iFJObz51rt49Y138MqbxzEbSaJx/Q6sbtuJVWvWor6uCkgnUFFaCD/tpj4YlGKC8c+/8Q3IZzh34RL3sj/j/jiNv//rv6Vex3DmwnV4mQh+/OlD+N1/8Wt49PFD8NAXm54Yw7tvv4Vbt69TdmK0N5ed/SlNo3uZZ+Q4Zemdd95x/s1p2+RQVlKMYMiP8rJSjI0N0y5OYg/PH/VVFfjXf/C/4l///u+ht7MDE4O9+Ie//kscpO0xlJgM7SDZQH7zj3KQQ4bysvKsddTagZees4zx5BgIFViWYTvDmpU/1efY3xgDi2B45s9mJZPEyD6SPfAyxjhrCV5qn5Ws8FnJzxzPUs3NTRgdGUWa+6hiEQL9m+EZtlN7AZs7f3o25iMaJGvCp7tAzwIunCYkEXDAhnFokDwZQy58QDc+uFjEpxzlIEV/KoMcC4RPMq8xWenIeP5Z72AbxTEEebwaO/WBrhhjuK4eNjNQG/URTrXJg/DlQWV6VjtjDO27/Qs0G7Myb2MsGGMcfiV49krnaAu4oMZeqc/jWLlT8QBo7fSuMQSiA8g5eKS/ok9zkPzrrrZqo7bGmA/1XAFrnbVlB4wxTn/hyeWMM0aW6x/jHiqQfhpY0C9nFRaF4Pbb8BZ62c52lkdjer0evlv0uTw8SwToBxcgyL3A43WzzEvwUfeD3B8KnLEWFxe59ybhp6/l4z5kLAPRL0hRl0VHhv7X0uIyYowHpGlbs5Qj3TUntXNT37Oce44ymqHvnHFkPOesr9oBxnnO5XJIMumkMtHq8XrhIb2Kg3r5rHLNXXNNcuws8VERkOE9LZyAY1PER+ESDmMMjFmBfMBX9KneGOPMRc8qM8ZAl/qJbpW7aZucZ1a4+OzledR2uRx+uD0eZzxjDP3bDLRGolG4hEM805oIj8pE1zLjyGqjshTtgu5qKxlQvdppPJUZ8xFf9C5cbrfHkW31U3vhUh/dZa9Eg+qET3eB5mCMoQzknPkKv9rLF09xfwEv4Upw/3TsANcKtgXDfSbNGGuK+iU8bObMU3e9aw0s2n0318jmPcd+Fvtp3lov0SVQe8uyINC4Wj+NrXKNK/z5dnpXG9FozMp6aKw0Dzqam0Dt1U59BHpWeYz2Wvqi/uKXxjPG0MakId4YY+CypQs5qN6nteS7cORxiibVqa/KpHuiVe+KRdjGQpIx1+hSBFnKusZWH9Go9morWlRuLAOPh3rlccF2bEWOcp4hZNXFgQxxiLZ4PEb5SZC/KcCw3rAteS98Wcq2+CG+imZjDPe1KPUt6uDyUDc0vuatdgIuNvThjwxxuFwW3AThEY2ai4eyK9CzMcbRET2Dlz5cJT4K1J5FTn2eT0me71Wu8ZKUH9GvZ5fbBdEnedP625QJlSeo05qHnoVD4whEc4brqrsxBirLgzEf0WRZNgwhBwtZ2r1sDpDuRBiHlCypv9vtIY9t8jCJ+fl5x1/SWKJDYNsr664y8DLG8P8gm8hn2iuVixbNS7TqrnfhzoNwGGM4dgqLi0uOjyFeqZ3qhFC8EN+EQ/MVCLfuAuFNcg9JMKDnfGuV/jS41rKJqhdoPOGyqDPC63K59OrQqrI8fwMB+Wg+ypgHbvJebY1ZmRcXDPlxU9RfPQuv7hn6WrobYz7kufpq7QRe6rOLts4Y8ws41F/ja9xQSGf6DHQOUU5BeiI+GLMyvtqClzEf4OA6S1Y0P7UT6FkgWgT5PoD5kC5jPsKnNnlYaWtgjIEu0e8mzQJjjMMrtVU7gdoYs9LWGOP0y3K/+Xid5iYwZqWe1ermtDVmpUx90pyL7qyAQHMRj/NzMcas0G8s6DLGQHgFolN3jSv61FfPxhhHflUHXmqnddfdmJWx1S4PbMKhV8r1rHLh0z0Pehd+0SX6BHpXe40jMMY4tBnzEc/ULw/gZVsW3JRB2U6L7fDBZczK+MZYEK4Pij/kvXCIliz3Z92NWWlvzcws4fy5Drzxxkmcv3CBgcYO9Pb04u7du9DPtF65co2Bnxvo7u7BjRv38N6J2zj9/i1cvnSViZsOBh/uOwfL5eVF6Od8iujsVDExIUchWBCkE+OlIV0RzhUFTTsbgA5HgkU6NUr+qE4MLi8vR11dHcJMKopBOlCrjRhXwCB0kAfQmvIqzEwvwxgf266C31eIudkl9HUP4s6te7h7p8MB/VzoQF+/s5hFhYWQgZ8YHWPfaW4YGVjGQiwSw9TEFAOMUYSLilEcLoGBzbYZBlMmMTQ4ghgdBdsy0DdWFeCbHJ/AAg/aYmoJkyj6dmdzczMsLo6+UdvZeY/Bkh4m/Tpx584dHsY7MD4xAW0aMsQLCwvEPUEYx3JkCW63zeBSksHzSSYhOAf2mWcSzU1D0tTUhHVMSBeTH+KD+JHhwSEeS2JkaIy0T3M+M05fHfhjDD6KR3OzM7h7984HcJt4RzDE9vo3Jjw00DISwwxm62eMb1y/hZ7uAeiT7qMj05ianMXNm/8/yv4DTJIkOQ9Ef49IXalKay1aa62mR2u5WisAS4IgeEeAfAQOvOORBxIkiDuAJECQELuLBbA7q3e0Fq27p7XururSWmdVVlXqzPf/UZ0zs0u+73sXU9YR4W5ubm5uZu5ulplznTrxJuf6OHqpDykmrxrqm9DCRJB4kSLNzs3g7NkP8PLLL+Cll36OPgbhV7jxrKqupix86O0bZMK01+FtYKAfGntdQx02bdrobGplBItMnNbXN2DL1u3cBEe4mKYopxCW4itwe9zUKRvLyxmMjU0z4LLAxHkfjh79AO+9xyT6mbOU7w2HvyxlUldXRxolzsJnG9uZN/pz6KCVZ72fi3Mzdaudc9XU2IimxgboZ0HzdCJHjxxjEO3n1PmrWFhYRIYB1L7eAejT8vp/bK1QritMoEi+CmTPzkzDsoGvfu3L+J3f/V/wq9/8FJ548l60dzZiHZM09z9wCF/+8heYVHvCCUyXlUaYcBmjjHop20tMZr/DwOZpBp7OYCE2Tz2uxcOP3AslKMp4uK2tqUSCyble2t3IyDgTjpfw0ovv4sfPv4if/OBF2ugw6mobKcstiFJnp6jDvUxOe9w+tLV20MZS0DdQ9c0BrqmQPVUwCS+77OzsZPA4BGMsxOZiiFEf6xigqamuR4hJWi0o0msuyZT5CBfYBWxjwOnZZ/dhx44WVNeGcfDgXhwglJWGnYP6KANqs0zQaE4F4EVfAzd1raqqGlkmS6/fuIUh6mBZWSVcHjcsOw+P1w395PXk1DhWEktIppLkJ474Mu1yNobJqXm4GSRPM7BQU0u/EK3EpcvXcOzkGfT0jTJRMUP9SFGfImht7YQ/EMQCNwSVDNqv27gB4WgUXgbk5pm87+7ppUyTDBhM0BZGGZAOY4oB9e5b3XBZbuzfuw+RcJQLbYE2ME2dGyOtReQowIamZnR0ruEzHaftpe604KEHH8T99+9HZ2cXyplkepDvX/7SJziXNQiF/Vi/vgsu2naO+tXXNwD9v4gU1O7tHSDPCQb46lBVVYMNG9YhHC5hfwm43SnWJRk4XYZsv5F6qjm7cOECVpZWYDMIOTww5SSPbly/gTfeeBdnTp3D9av9ePftU7SLIzh27Dh98jhcLi/taBkDAwPou9ODFH2GgQfPPvMZ9lvOMeYwNDSLK5du4+c/fx2WqwSRSCWmpuexRL8oeY1Q96LhELZu24C6+nLoZ753797O8ZZix47tuOeeg2hrb2OCcrMzpzHKvqd7HFevdWNwcJaJnAT83lrU1a2jPbpxp2cab71+qUGaSAAAEABJREFUGmMjcdppGfoHx6kbeSR4iJycznCu3WhqiXDeXJT9AscxQps/Td1/EadPncYCbTO1koT8oIKeSR6UtH5QmbBl23ZUcf0YGhzAyMgwbG60FVzNMNg1H5t25mUPeS8tDSKVtHHonk0o8du0oS6s39BBG/4q9t+zl2PdwkTCffjClz6NCibM48tLjk7U1NRzQTUYGx5FigHSKQae3n//HeqwBzW1NfTT0oNSzn2Jk6hwsX/m7lFOey4tjcIf8GJ6eoqyXYLs9fat2w7dCQa59TPM777zLnVgHClu0t2cO7eb+LPz9IEuuLjo19aX4aln7mHwvg5vvf0aBgbvkJ8Czn5wCfGFFHI5F/uIoo/8FdwuLNJ/DA7P0qaA8ckYZZehTNzEK/A5CZftRpC2keYhIsAAom2BfE3gtVdewfPf/z7Xpzn6Ux/OnbtIX3UML7z0Cr7//E/w/pH3qWMn8T0mM0vLggiGPHjyqUcY7KjgPNexTQl1ohVzTDaPcb31eDwMZG9DOBTFBiapj588iud/8D28R9n1Dl5i8roWTzy7Hf3Dl5jEmMBA/4wT4FPSeXJyivTDlLEPu3ftQWVlNW04z8B0ChfPj9Jf91C3RzA5McN14TjvS5SJQR9pJFM5eD0hyr8GtXUt2Lx1F5JpQxu5gitXBzA8TB9uuTE2OoG//dsXAQa0a7h2NTbU0wZTuHTpFu3iPQxTlyzbhZV4Hhc/uIN3XjuFv/jzN/DjH7/FNfIFvPPuMdprknqcwhTXTq8vwHmcQCHvYlJiF5N0FYhGyzE5OUN/NQpje/HZz38ZW7buQHwphXPnL2NpOc1DzCwU3Gyor+AYlzlHcfI2Cb8viBj3G+Pks6W5GV0d7c5PAd5zcD8WF2K0/Su8L8Dn9VD+VejsaqJttiGZLDCwP4Cb1wdxhoHXnp4Z9jePlqZWuC3qKQOxhsFo+c1wyM+9xByTU3HcujaAH/zda2is7eS+JIvLFy+jj2v5kSMnGTx2YZZ7i9q6atpGKbw+wGKyc/OWDSgrj6K2tgrTU9OwKa8g938rtBMddhNcP1PJZVDhsWvnbjzxxCP0D8PsbxrSoaeffRCxeBY3eiaRyrsxMxtj30Ak4EY06EdXWxM6OpqJn8K3/vJt/NZv/y7+8P/5UyYDJ2B7vDCWFxZsuKn3S4tLqKwO4ur1D5g8msV9D91H/Z/DmbPXcfvONPqHFjAxk8StO6MorarDApNHrW2NaGyuQwPB7bFpT3MoLw3QVpbQ2BChf84xQW7j6Wf3Yu26Gnzlq0/jG994longjdRtytM2aG5cg8ryBlQx2dfZtoX7jjBqa9egq2sd6irDaIq60VUbxOc+cwiHmKwuwI1UNgkgC5gsAiUe+r5qGGMjlcihhmtDR1sL9uza7TznGKCoqipFe1sDE80TiDO5U0+f9J1vP08dCdGPbWRS0cuk8X14861TqKqqoJ+M4YnHn0RX53q88ML7XK8exrPPPsf57MGFSycwPXsHN3vexaNPbMI//xdfxaOPHYDmRt823H/Pfhh3Ae8dPYVTZ09yfU7ixs0h9PSMM9m8BQOjc/jjP/shXnn9EmxvGUKhaqwkLSynDOJxC/qgV4L7uJrKUty40U1fPo9YLI98LoBU0sX9yQhCwQZ4PdUMFnhJsxMbNm3H2++ewLHjF6Fffjh65DgS9Pdf/sIXsGf3Zvqnedr9LfrtKtiuUs5ZJ9ra1lB2QfT29WFpJYWTp69zHWnA/FIJXnvnJn700w8wOefF9e5Z6lYaJVE/1m/ZCjf3g+XlYbS0NiDKfXwqlcf09AL9RT3lXY500o2f//Qo19okXn/tNP3GZbzw4pvU83JEiF/H/aYxwMzMDBaZACyYAh6irrVyPWzv6EA4GgXP+5ybErjcHly7Oog//uPv0+9M0A5XkCvkUF3ZiisXe4C8D7dv9sK2XNS5HPTT47du30RlWSXHPA3ZVH19KS5cOMc1m/b5w+9jzdp2zMeGUVsTwpZNa1HKvZj87YaN2/DII4/g6994Brm8zTk/THsowfpN7bBceSwnF9HQWE1ZLWLf/u1cU+7Hk88cwm7KN8Jgwomj53D+9GWcP3cdV6/exp3uQTBvxf1HCrH5OawsL9M2yrkOTnL9KGUSMopC2kJ9dSNGBkdpq11IJlJIZnIoLa9CmgmmweFebN2xAQHuL/+eifG6+k4kuMfuWNuG2qYgApEcSiIFJHML6FjThg8unMXE9AQqaythuQ0uXzmPixfPIpleQllZhDZMnz87gxiTaqVVNfRDLsivfeK5B7F+fRSf/9KDqKotR2m01tG727f6wfgbdS2AVDwHb9qHgAmjo7EVbk6ii34jlkziWu8Q5hjkK2trRdP6DRifiWF6bpE+oJWyv4Ezp89RDw9wX5WiLrzq+MPK6jquEePo7umj3vkp20b6gmbOTYxzPYwjx48xifYK/vI7f4Wf/uynmBkbxtsvvYz/9Af/Dle4p3FxX+ahrKpCEZR6A9Ba7+GaKQgE/LSXHNLcF9vUtRzx0qksbSLBNWaMa8QidKAPBoNOuxwjJVluvHU21b5Ve0/o4hhzLFeZMQaWZYHxO6dtHoXVO/e54OWUsy/dQdwCy4Qv0LdLC5ZB8V6wSefuu+gLl+hsRgJ8sNiPwBi+EwokWiCSMRYsy6Z9ZAkMtBJX43VZLtoC+cnloTObm+tIKBji3iHs8LgUj9OHxJBjvY9BYxfraXZYZgAy4PfTJy7wnB7gPLupo2UojURgU3ACD5Oo2o9zoYDubu7NDRtrzeVWDW7iedw2PEykev1e7qX8BC88AS9cXhfLXfAFPNRhH/XNhs4v/qAXNVzzQpEgfdoKXB4Xk1Np1tkwHLvNfZuBgcftZns/9zEBHOfZ5ccvvI4X3zyON98/g97BCdy61Uf9vsw9zAlc4dl7fnEZJaVlGBodxx//pz9VmpL2MIO333mPvvEEE0VhePwl1IsE18kk9x9x+P1u1NRU4KGH76XNH8KaznZHFjXlpQgwAbwcn8H6dR204Wns37eLcYNpR8a2ZVBbV4Nvf+ev0VBfiyPvvY2A343B7ps4+sZruHnxAporyvHPfuPX0UJ7rIiEYWhMHgkNeRhjOF5wfrLQWl+gnvENuowxsCgHYww+flnsU6BigdoUqBhFkP7m777nSS9PHS0CVQi4S87Bo01YJNLW2kY5LLM/G7AMbAa9jTF8p44WaVHH1Qa8in0ZY6gjtjNHtmWRdSoo8Q3A8ayOzxgDYwzHWECW67DsSu2J4uDoWXQFKrNt8sAHajKK9pJzxgD+W3DaiIbw8+xLd9EwZrUfF/XGTZ1RmQLYaQb39Vzsu4ivMj0XaRljnPFmGe8olqnemFW64kuwOieA+hEU6YCXoezyJg8HkHf4JYt3ec7T9nIfysAYw+eP3tWnaFFQ/Ct8COIhw8VQMRRjDHsB1/w0EkyYJgkFroVqt6IPui/EOR8uVFfXIEjbDwRKYFk21HaO64+SKSBX8AJZk0Mik8JyKsX5AXnLsM88bcHHc4gPkmGW+iF/YYyBx+OB6Hm5cVV/Ho+XOB64bA/0HAgEWB9kGe2VuDbnsYS+tZrnAsVPvNwzaCzGGAfHH/CRVz27+G47POSZzM9zDSkpCZCHEtL1EMd2/JzmMZfN8zkNnWGL8lI/op2lbom+IyD+o/o89T/FM6ExxpkvY1blZ4xhfwZe7vs95NUYw7EXnHkq0tEYSYblec5T1sHXfBtjVOzgOn3QLizqvos6J14Mn/VuzCpN0VFCRfOlhqoTnp8+VzLLM8ahsYl3UdZdeisQLwK1c7ncnEvrw37VRnQlLxd13kefLnqiK/rGGEd+mke1F+jZGItJtRy4DHDO85RnRlWUhdeRES2YYy7AGPEPZ+ziQeMoUHcKKqeeyzbBuzGGdHIODfUr/jVGP/XBwzkvsCbLOXV7PKv0aRCiJxCe+NYcaDzSc6I7/aep8ynarnD8TNqDGbMsk80as/DEj3A1B2pbfFeZQP2SkB7J9eo4hCu5GmMYr4lQ1/2OfkluRb7Fi5d8CzQeEVCdbdmOjFSv/hRTnpubc2xRZaIhHBuGpykDF/E9bg/Ev3hT32nGXMR7jjpjKDub64DFtRPyGZRRgeU27UZQbJelHDTmFPcxBfoUt8eGMdIUOLx7KFfJMEhb81IH1Jf4Uz8p2raewatIT+/yB/IFbuqU2qqOKNBdOqL+RSfPuSrqlsqEo3FIHqo3xtzlxZG20178SHaqTzCmrb7URmBbFtSfcIr0hGeM+XAsqgMM1IfaqN6irMSHQO3EpzGG01u4q585GMt21vZASYh8uJw60SopKeEZNIwS6iN4iR/5D9mj+rApb2MMawBjjMOHyop9ffzZmNU+JRdjDPSf6iUzv9/3oT6JruSsOSjyqmfNh0B1wtHYjCEVgt5Vl+Q8Z7lHcDn7KTcs6sfHE6uyGyWOhY+7l+jcfXRuxhjnrn/ytBvpW566pXfxY98ds9oVQXXCkcx1Vz/iR3wLx00fI3lqrAI9i47aqY3o+unTwuEwQjwLGWOg9pK37qInWhq73nUXXbVXf3rXnEjX9SyaqjNGMs87PkZ4xTaq07PKhCtQH0VQXwKVC0+gOpXprvIi6F1zqvEYo/4Kjv6JtvoxxsAyFgz1ELxUrrZ8dPRFY9ez+jDGwO3xQL7Psm1HD7P08WojHOmVMQZqo/70LlkK9K5yY1brVSdbEhhjHJ7UB+5eRVxjjNOP+hBfugtF9YIiXT0b8xGuxi2QTAR6VtuP96FnQZGu7sLTXeXqh51DvktrGV0GjLEg3gXFvo1Z1Um1KVAn1Y9A71aCCYxgUI2yXNxjPBSOoH9gwEmSKgAyyMOxkgCnGYy7cPEm68ewyI1+Op2HghzGGGiRcNGhebkxkaOdmBjHAGmsOukUClzxLPopC3CUSclEZf1npqcZNErCw7YW6SwxsTg4OMgD/FUGYmcRDAVRx4CFNjIul8tR6lImFWtra7F92x50tq9Dc0Mraqvr4Och1Ov185AbhxKgV6/cxGkeWo4xSdZ/pwfzPHizC/afYSAqBi8VpYyHFZfNww8XtxU6TC1ymvAcN0PxpUXkC1lUVVeiqanRwb9x4zqDUH3wciO2c+cuHDx4wKkLkc8QDS8SDqG0NIp169ZhzZpOyAG6eUgvLy9DY2M9SqMRUBgYHRnEQH8v5hmUnGFSbnBgkEHTMQYKZyjbReKVIhImLgwPPjE62hyiTPQ2NTShLFqJkkAI9XUNlMFOdDKRU1tbhyomj8rLy2FZNhIMXFZVVaKxqQGRSBhj4+M4deoW7jBQqaRzXpszBjJmZuLweEocGtXVtWyXcQK+00xg9d6ZwJH3b6L3zjAPbFksLS3zwHfbGf/t27dwnAGCM2dOMeB1Df39A9CmYXRsFBcvX8Zf/fVPncDD6OgYJidmGdRNY2BwgAHsKwzE9RA3xblMIJFMMeCQYAAwgDrOc2lpOceaR4PtOAIAABAASURBVAmDCr5AmHh5xLixnpqZ58bJgs1FO5WyiV+Jmpo6eLk5mZyadGSWZkKAwoXmIE+jVxJd3x6+03OHMpxHgAt0lAdrGVCMycs8Hb2coRLQ+n/9hUIlCHEhn6ZO6r23l+2IR+viXxbpdJKQ4OYtg/LyCJN8o5RFN2lPAUjD73dhZnac44rzcLtCHexDfHEO0UgQcQbaBgb6cP3GNcrlLJNDp3hwPg+PO4Pde9bi4YcfYoDzaezZsxsJJmyvXrmMk8dP4W0myk4d/wCDfeMoZD2w4MPExAqT3gkm0ico2xlcvHAFr7/+Jrq771DHWngAqXUCLAkGs9weD7zU1ZqaWjQ3t2Djpk3UyzU8LAQYOHAhGAwxQN2JB+5/AA889BCDqI9h37790Aca+vv7GbQb5twlUVFZgY1MTN5//704fO892L9/L7x+D8YnxjA5PQ4/Aw/6ybNXXn4Vr7zyKi5fuorkShqhUBTz83Hq3QD0c5ptbTzIU6ajo8MYHh6Ex2th/fouNDev6mkpk04BHkDkwFvbOrF77yHsP3AvOrrWY9fuAygtq4GXiYVc1kYslsTySh7c8VEvvGhvX4uuNRtoB7VIMDh16tRZ9HT30t5BXxLHkSOXKKM+zMwscjx19B1reThLM7E6TXucwO1bPcQ5weT2exzXJIxd4NgXcOLke7h+8yqU8DUGDEZswLqutRjoHaRPiWF5Oclkw1W8/dY7eOuNt2gLfUxunSG9mwyCjkPBx/lYDE3NTQ5MMunt4iH/vvsOctwtkO2WlVY435z64hcP4skn9mL79m3UDZ/zAZY0N+LyfQ1M8CjxHY2Wopq2PTTQS32wcZhB+a9+9Yt45pmHsHffFtpRNWU+j3PnzvE+S51oQDgSwuT4Ai5dvsGA7k28/94xDA6OUZYWhplYOMugqW37qNsu+jw37SlFHUoyWPg6dfUSLl26gRztK8egaFlpBDt2bse2Hdvg8ti4dfs2eunL4kw4Jnjg27ZjFwOZn0I2Z1MX3sN//bPv4Tvfeglnz9xBVUUnwsEGvPxqP/72+2/j0rWb2LFnL/YfOoyutWuxbfs6fP5zT+PTn/4U6qizXo94yVJ/JsmT9CkEJUvLyiswP7fARNbr1NERznkVE/sHITlluNaUl1dCa9K1a9egBISSOtu3beFY+zA5OYyN1LnnntuJirIQurpasGZtK4aHe5HJraCfCcpYfBYe6je1i/O+ApfbB31LYJlrhNasTCaB06eOYXJq1PEF9Q3VOHBgLzcfNj44dwa3um/TTseRo4+RLfmZqJwcH0OCiaUw/UE4FEB5WTkaGhqpPyv0H4abGRdKAkGAs3qnt9+5B7iBnp+PweL6mONatLwyi4X4OC5dOY6jx87gpRdeoZ84zeDaebz17mnnmwpvvHcCw5OTSGQz6OntQSsTL+GIn/QM6eSd/tL0/QEG3gpcB0JBPzZv7kJVTRCWvYJgiZtBAcPkSzu2bl1LvmxMz8zSf8/R109CH4Z4lcnw19+4yqT8Qzh8+BBtu5NjqaXvS6Knp4drw0n0MSgt+z/PROyly1ehnwk/ffoDvPzzIyiLNKOstI7uOss1bxmFXIEJox145ukHqc/7cHDfRiwzaLq0EGMCdRfq6mppwzOU9zjOUr5zswvYsKEBXq/hCulHhuNJMtof4hrc1taImek4y93o7xvleDNcw4b4PIKXX3oH2sCHwm4G5IOEKCoratDZsRaH79lB3S9A/n9hYYH6tQifP4TaunokUj5orYtEw/B4XbB5QPjyV++nr2zFnn3b0N5RgWipBxOTc5gYV98uRKPl+MY3vkYeA/RNXYgvUmcYiO+9M4L3j3zAZPRZvEM7/H/++M9xlkm+HTu2orqykgHgKPdEy7A4NykG9/O5HOLxBBOYc9AHbMrLyqhXOYRDYY4tgZJwEM0dLZiOT+PmQA/6R8a4zvYjkUwgGPIjEgmgpq4Mm7Z0YteeRkSifvoDLxLca+WyKc5vgTYxDmMszE4tYGXJ4MbVfmTTLty81oP4fAJLC0l4PSVobWlHU2MTOumPyyuqMDA0jLyxUVlZ48zPrdvXEaV/CJEnbWptbsJXuJ6VlpbCywB1kPuk0rJyLC0lUV1WjU89+ywWYwO0mR8hUrmMffc1wRcqR2l5LQqFEq5RAermXs5TJVYScezYthFd7S0YH5rA/GIBOeOCm/u+fMFAV5rJ82Umpy07gz76pGAkjAUm16bnkugfjeHSjVEMTScxGzdYyXhgXGXI5LxYSSUxMDyAleQy3B4LPr9BZZUPTS0hrosb8dVvPIz77luHf/Nvfg1f+MIj8Jek6dcHkcvO44EHduHRRw5x3kpREnXTlx3AQN8s/vRPXsKPf3iaSfq38W9//3t49+0TuHDuLAZHRvDIo49g09aNKAnZqK6rgq/E7ehVJpfCyPAUZqfnOW9+9HT304/fxLmzV6BPyma4Fly/fh3JxCJt7Czn0o33j77L9dyDo0fe43ozhM9+7j7KahG/9s1P0Hd/ANvywBiPYxPMO+Hbf/19jI/NYU3nBs5nB+pqy+n/6jA0cpUyuwol57/77R/jP//JX+IP/+g/IhyNoqo2gPqGSuT4X1l5CC3Nrdi3dy+WF/IIeIMAKE/KLo1lGFcOOly46LO0v6quLkWIOpcnztJKBoMDE+T9Cm3xfYyPrpDHfoyMLmJ0bAbPP/8y9aSEc++ijJ6DZYfoe+Y59hjkVwr07W3NHdwf19Bvb0MslsWli70Y6B+hDCJcc/vx05++y7XCxg9/+B6T6TO4cnueOlCKl169jPhyCWCFMDW7jB/89Kew/Dbqm6tx5Vov7X6S6+0cExl99DOzCIWjSDJpNTVbgJcBhuMnu7l/uIOp6RjtfBa3b/fh6rXbWFnOYaB3lHbR5sh6bHwSN2/cwm0l1jx+J/GSzmbxuc9/CqXc32QYiEryvJHhGQN2lknmHly+3Iuf/OQ0Xn75Ta65r2KRCeiSEi99UAzGyjrJmQyDzeXVDUzsFfDznx1BaqmA2bEJ7N2+EZFQmP7/OPyhKoTod+70XMOpoz/FPfsauJ7uwKF7WtG+poR+ogqDtNn4Ypr9DlPX5rHEdbuEfqK6ugJXuG976eevoKO1HZFwKW1vG+U+yqRqD3XwNl588W3EYiucSTd27dyHLZu3Y3kpgVtMlBtY0Llsz649tIsMBgYGMDkzx73BIHyBEly/dQvvHTlCvfxVrnNh/Id//yf4m29/F7du3sJjjx1Ge2crZmKzCNFmY/EYtm7fDA/3F9evX8EHZ08zeR3l/NzBqZOnUF9fzzW/hnu5ecR5Fl3kWnHg4B54fC7qaRU83gLqeD669/B93CsvOr52wcFbod3GQacFH33TvQfWo5T9WW4XE+238dMXX8QS52ZycRHTiwuYJcQZ6LdtF8KRKFqa67Fu3XpkUnnU0Oe1tndihPP99rFjqKVfzNEPJRIZnDh1BdyCkp8wznPP9e6pc1jh/uoW14dRVvynP//vGJgcdz4IeuqFV/EHv/qb+Pmf/RVmuZ8ejs3D7w8gx9N8MBxCKffodj6Pcp4HczyD6BzjpW2xmmvkCm2lAH2YTGuW7TJ8z0NXgQiCHNcPQZ6hWL0XIcf1xXk2gGVZkK8uGINfxiuoHUHlAkPiwne5XE47Ywz7LLCUf3w2hhh3wZCuAmBFAMvVj227YN8FwCCXK3BdzsHt9sLHc5po+xnQ8vD8oqCUxXaRcBgK7Pq4l5JfSdMX6gPYZWXltP0gskwe5RnIzecLUB+ikeF+dYlJVo1fPGu8Ca6LGlOWvky/xKAPs2QKGWS5v8rRxkRD+Doj5ykNJZRg5ZkQI9iA3gsmh1A4wPNNCceeg+2xUFFRikDIzzG4qH9uuMmnRRlRSLBsC8YCrzzIHDxMgk4wQf+9H72Mm3dGMTqxgPWbdyFaXo/Hn3gOHWs3I5EqIE1/Z3l8SGULPFP/Df3cMNcnP/bsPYDXed4IRiJOX+QK2UwaA0ODzj7h2ImT1MHTeP/ocQdcLhvTk6Ncj/4GFeVetLdV4jd/8xvweArwed2UuReV5P/RRx7Biy+9Qr1axPG334KVzWBxZgoTPGvcvHQOx958BeVBH0b7upGjHDUkQz0zpsCxFSgbAnW1QN0CdQbIw+WyQDVgPcfOMmOALOcpS5wc35XMkJ4YY7hu5JB39DXrPBdImw0//NO7QAVOj6RlON8eHgJDngCWY0tIcb3Ps53wdM+RH5C2MYY3o6YOGPPRc544ghz367qrrcAi4w4W6Tl3tiwQ1ylne2MMx2ZxjC788iUcgTHG6Vf0BFn2kSWNHMcuyFIWH28rHIH4ULn0WHZgjOSTd2ip3JhVutJ1QbEvtROoTHRyjjxztLEcbSRLuVKPOZ4iDd1X+3A7Y1EbgcoFBfKpDwnlaC/6AAWRYFOv1Z9oyxZ1VxuB2qj/4rPueheozu12I0GfqnaioTLta/TOIcHAgs48k5NTiMeXsLy8wi5tR8Ypni/d9BuiJdB5NMNEapLxLn2YYnFphfG/FH1+nPc0clxjs1x7c5S3+pybm+degmsG6WbpL7Kqo++xLJt266ZsCljhGW+Fe9Yl0pKPsW2bZcvkJc76PHkxDi/S6wL9RTqThKEh2LZF07bgcluwbGo++05xX2lZBqAM89R3F+1Qss6znct2O2M1xoLH7XHmhohw6slvgXNkjIExxulX7xkmpMSzQDK3LItrhR8lPCd6PLQC8ppnO8lGtIQjXLU17EflGpPuNnG9Xq8zbtULT/gq111+V7TcHg88xHO53fQTvg/xRUcgWqITYJJHvKut2omOeCrOt3DFf4FyMMbAmI+gQJ7VTvW6a1w+rgNqq2djjNOv+jFG8sjBdmm8Lg0TdAGAsSlly3l2ezz0zaEP+RUdQbEf0RSAl/or8K49gO1xo2D0Yhz+VCc5iC+WQmM1nE/b7YLb64HF+VRb4Ym2aKof3fVujIFtWbB4F40s50/PNt8VD89TB0ECRTlJfmonAC9jDORvJDsBJCfqRrE/3VNMNIovm/Opd9Eyxjj6pDklGUenJDvxZltUVhbqWedlgWSt9gJWOWMXLw6QrottvC43BHp237V/+WqNS/2qncZNVD7maXsZKLlqWYb92wQXVA9ewlc78S4oyljjLtaJF/ElvsUHmzlj0liNMQ6Pwl1ZSUJrvOioTmV6lr3rWX3aluXga8yyFT/3Fnou4qtf4akflatvvetZPKhcOJKn2iQSSfqEFYcf4bmoB0X+cvTvwrVtFzQXaisctcvSF+tujIH6UJ1w1I/ec6yXXDTX6otMU47ACvtL0veprWXbkExkbzpXazzGGMenaj/ktAPY1Dh9qG/1I/ofB5W5OadOGfkXDxqr+BHo3cG5a/fqU/WSnepFV/yIZ41X7ypXGz2rXONI0QfqXqCiF7gfyDn7rCyylFOGexbhiY74ztA+hKu5kw8u6oXqCvQbIA1jDHQVaAtqp7vkWjfTAAAQAElEQVTejTHUL5tgObom/o0xjhzEj0C46kN0RVPtjTGOnIwx3INmGONPr9o53zUWjVtjlrw1PmNok+xbtD5OU+PQu3AExhioD/WVoo2q3yztPcs1RyD8IoiWALx0F1/FOrWTTIo0VC4cojp8ClfPmkdjVnnTexGEKxyBnmEA21qVk/g1xjh0nDo20r1AWYtH9am+CxyvZduOPmvtN5YFY4wDqhOAlzGrZTZxRZtF0FqgemMM3VfBkYloa1y6azwC4fwyiGfhSIbiQ3iiKfofhw/7om8UfhGE/8s01f7jZeqjCB8vV1vREZ+qVzv1o351N8aoyIFiO2vz5o1obW1GjMkJn6/ECVZ73W7kMnnYxkfBe2jQFhWtwAXKh4aGEKqr/KiuLmNQrQP6xtr2HduxddtWHmDrGOgoZYCmFu2tbSiLllKAwAwTmTrwyUhSNK4CDwlVFZVobGhgoCwKOQUxWOAk+hm4qGNirVXfHmQSU58GAy+1nZmdxfUbN3D56hUMD12l4bio/FlEIlG0tbUyKNSJdQyU19RUA9yk6qd45uen0dfXy0P7DfQzqRrjhio2N8cA4iQ3SIt0TG5EIiEHlECdmpnEwmIMJcESZ2z33befSYqd2LlzB3bv3s0g7nomePYxeL+fMqhmuzCi0SgXbi/KmDRds2YNOjs7nU1OnjzoE+X6NqvOG2EGe33cmDQwMdLc3Izy8nKEwyEo0arx1tbWMcnThabGFtRU12EDD+6PPPwo2lo6kOIh/E5PP4PCQwxIjWB4eIxjmGIwJ4HVBSWBRQYB5FDHmNTUT70p6bJt+3Z88hOfwN69G0DfCQ8PeUpwTTNByTWRfLoRjZZx7uqxbet27NyxC1u2bGMQ5lP4/d//bXzyk5/Etu0MaNc28sBVg2AwTL4rUVNTQ53IMACZRCgaRLQ8igomnrcxyfLlrz6Fx548jIcfeRCf+9yn8dxzz2AvE4VLTFBfvXYV83MzSHMTurSURl//BN47cg5/+mffwQsvvYXjJ87j/feOM5CVgI9BhbSCG5PzmJtfRknIj8ce34bnPvEgnn32CSi5d+jgfqxd04FW6koD9aa5sRHNDY3coGpeo5DyZ+jAhoaGmcg8j9OnTzFRtAB/wM+gTC38Pg+DXBFsWL+WMtoFzcUwk91nz32ApeVF4nnI6wpSDBZmGMwwXAyWVxaYyFtgsuIGbty8gv7+biash5BlMDSXpzPWz10zsBFfWmAw9AyOvv8eE26X2W8MsdgiUnSuSvo2UA8OHNjPROV66EDx5htv4N1338HVq9cZADrJANZVPvfh+vV+0jaOXnV0tEAHiOHhUbz6yutMAB5nIn4Szc1taGxqwQzndY6JJttyo7qqFlowlTCeo87HYgsoLjJKKhgjBydTKSCZTEOHmGkmk3PZPJqamrFt2zboAwMtrU1MMI7yYBOHvhVQX1+LAg8E+v/1TkxMcG7mEWPSu6dnhAHj27h+7Q7HusIDTQLLPJSUlkUZ8BlHIhnncpjmWFI83OVRVhqG5SpQf5fho16SKPmfoZ66KfcS5LizHRwaxRID5P5ABLNMzE5Mz4KTiihp2pSx2+Vj+wxu3uzBxQtXMc8gRSgYgYvKPje/iKNHL1KGwwzKphgkXab/GGTy+Qi+852/x88YOOxjIDSVtFBe2YiWtnVMOuxgYKQK1bS/pqY2bN26mzrRirGxSSZl+jiOKVy8eBkvvPA2/vIv/gbf/7vnnSDk9es36WNuUp/8nKcOFGj7AwxCZJmwyFNnQuESNDU14NChvXj44QdpY5vRQP+X5EaprKyC9lSLA/sPcFOU5twfdwKHN0hTQfQBBiaNBcokgM0bN6OiLAz5bPnuPXt2or2jHZojfSustrYGDz30IHbt2oEU9XV0bIj6tgIElmFbHgaBwujt68H6jY1MjHdh645G2vc6lDBod+bMDQahX0UPEz5vvnUEPn+YPr+Mfmae+p7j/GVxnXIeHBwh7Qyu37iNy0xYDo2OYm4hxvnKo2tNF3bS1jvWrGVA0eZc+9DfN4vv/s1b+M7fvMpAdhwHDq/Dlh1dgHHTtgzl0IoHH3gEv/Irn6d8DlJn4kwYLLHdCAxAf+OC319B31NCvzeMW7e6qccebNywGWX0oUqgenn40hoxTz58fPZzw9zZ0cnA0BLi9Iujw0Nsdx0Xzp/l/J9g0mAKM1OjuHLlLKbGR1BZWYpQ0IdIyM++40inEgyaj2NkbISB81s4fvwodWAIsYUZDAzcgcttGMRzUy4x0r0B2bpkv3HjBurjMvWbBz5uKkZHR9DXd4cJsw9IM4kmBoKbmxphTB733Xsf9u7Zh1BJmIHV27Tjcbz4wmuwjO2MM0K/vLS0TJ1IEN9Gf38fbjNRW1dXTp9XxUN0EL29M5RNKeLxFO0kg3IG7M9/0INEPIknHn8a+/btwr337YN+cjHABOoSgxNp/ZSgG9SLJAomwXbjSGdn0NwaYvJoB776lc/igfsPoqurHZs2bcCO3Tvw5DP344mnDnPt24Ovfe2T+OKX7uG6HYafdnvh/GX89bf+lsmGHvKxjNGRcdy6PUSbvImVRQvdN8aY6FnEY48+jqeeehJtXNuz3Ejv3L4Nu3euY9JuBO+8+RYDghlsoh/etmUzZeJDV0cbAj6bNrkWA4O9OH3mGHV3EF/56tP43d/9dfz2P/sqnn3uIAL+vMPLAgPR0gFj2Zwf0O4H6INStP04dTeHWfrG+bklytIANKjqqhosxOLQB7vWr1uLPRzn7t1bUaC9VjC4+Nwnnsbnv/AsHn/yASauQggzKfTUM4/gc198HFu3tUO469Z14R//429i7bp22kSOfASZoCtgeTmFHzz/U8Tml7iOb0I0Ukb9KsXpk9fpJ4aZOHofP/7JcfQPLCEWKzAJO0YfvIyB/jFUllegvq4KlRVl3MBatKEMVpby1KMJ+rNT6OmexJtvnUffwBRCZeXwR/zo4Br467/+DTz3yQfR2FyCBx/eh7b2Wni8BezdvxVda5rx1NOPUhcOwLZzOHx4C/17CyoqfVi3oYP274f8yK//+jcBGAwOTmNhYRa/+vUvYue2zdixZTOGBobw3rtncOnSdRw5egaXL/VQr29Rti60tbWjvLyMurTo7GnGx0cpR2B+Pkb/Mcm5zYF7XSwnM/D6ooiGazEyNESdq8KOXZsotxL81v/yq9i4rh5DgxOYmU1QLjl897s/w+kPrmB2doI2cppJZD/uvXcPbSmH2ViCsilQjxMo5DPQGhoOhRGbN1izZj37ieCHP3kbx09fxfR8BsmsB5m8B/O0lUzOxX1eEhNjs/RzQczMxWDZFgO9KSTTC6ipL0FFjc3j3zSWVoZxz+EdaGmt5Np2AjVlHnRfP4/qUh+mRm9gbWc9/B4bkxOTGBkexlJiDl/9tU/hRs8wTp4ZgdtTjrfeuIV02sJZrlHXbnbjxz99AQtMKi/FlymjReQonGQqB3C+fF4/fAwOB+jDykr9iC8s48TxC45su9rbsGHDBtx7/xbyH6MPsPGPfuOLeJbzHgrauH3jIt56/RVMTY9SxQuU4QLqalpw43ofurpasDCf5xyeQkPtWgS9dXjj1WNMUJ1DU30TOts6kVrJYWRwEsGSMvJQQr5S2LFnDV31Eh594hDtqkA5gYnQEXR2NCFfsLDIhEWWgYA01zolHjLZJJLc44Br+43bN9A72IfS8gjCkSjl6aW+ALGFNHyBCsQXXRibWMTkdAyHOK89fVxHu28hy4NnCf1ifV0DWpqbUBLwIpVcoh4laVvLOM/E37mLNxEpDeIaE8wvvsgkYPtaR1Zzc2kM9M/QV45jOZHHu0fOI5Nxc5+S5LoRQJbnj7IyP+rry3D2/HkcOryW8nsCX/jyg7j3we0IlHAaAnmUV/mw78BmtNIPPf7EYfYVRSgUQaHgpm0kMTOdwPxcAm67BNNTi9TJAkZHJxEtq8Qygzyax0Ryhf0muHa78TCT7s99cj9+4x99En/4b38dHU1R2us+6moU5RUebN+xAVu3rMOuHZuYsMtwrBZSuSVEK/zIuyzc7B2hrpYiEKzgPK4gw7E1NNTgzJmT8Pg91Ns0CgBluoANa9ehhMlFnyeNkhLaQ2cD5mbGyX8A5ZRZLc9vlZXV+PnP3se//Td/iT/5479HbUMbXJ4Ak7IlWElxPBmgpqaLeuvDlSsD9Ect2LB+J4ZHppngvIKV5YTjO7W+ppncSnEvk81lkOIZ7+DBgzjPfZKHiaNb3X3UGx/3kFN4/+gJ7N6zH/K3iwvzuHrlKs+Ra6iv85BihSJRDI2NUb5znAcPqmvKea6Z59rXi9KKcp4xapDi2bSxoYNntyg2btrN8V/C2+++j+//4F2cO3+a/q8RP/nxz/Bf/uS/ke+rnBuD+rp65LivXeL6V1tdAz8DrvpljVBpBB6eBTbznLR+yxYMjgxzfvPUzwVYloX2rk76qBZ093RzT1gNnUcX4nPcG4yita0Rl8l/XX05Tp05Rb1Kop7z8dynnuQeqhc/+dnPMTE953yLdpHntwxcSOQttG3cgrU7d+Of/at/BW+kFNu276YcJ/C3z/8Afd3dGKUPuXX7Nl57/Q303O5Bz+VrCHJemyrLUMu9YkNVPbw8m1eW1+Bf/Ivfg+XyALaFDA+ZxuWmjRHZGBizCk4ShEW2bfNfQx+XQ472mqfPKRQKLIOjN87DL/2j+g+BWPJTebbRXSB0p54PxrIcmfERThnxdDfGQH3rGTCAA+yT9eCl8gwDaQsLC45t52n7GQYP5c9ZDZ1d5mPzPNLnkc1m6df99B0BLFH/pihfDxOOIuWj3wwGS7C0skR7z1BvZQ95Z6wp7uc0Zq/X6/BokVfxC/JWYCcFspWn/PKMchuLvDEZUiBYLPMxyM4i6FkBYrAskVrBCs+EeeLE4+R7ZZH+LYQ816EC4xguBds9LhieUWAX4Pa64fLYsGjHtttFP+Tl2hzAC6+8ib95/mc4ceEGppeyGJ9bYVL/NUTKq+FngsLHvWyBg6usqOK+Monf+5f/B/7rn/8Fxx/EyOg49wQ9SFN2FZWVpOlGBWMf4bIyNLa0IcOBbaOedXR2IVpaxrPz0/BTRu3tHUgwaVRSEoACVbbloq/344lHHsNw/wCOnTiBq7dvIplJo6GuFtlkkonVHAL0524m1SppM3RO0Ae+DLXNUC8KvEuWxqIg8dGVp44JVEJRUz45PuapH7m7wGc2UTKjwLY5yrZARNExxkDzJJAMcPfScxGkDw207c9+6rPYt3MvXJab4rZoaYb3AmzwohyMMWTvI2DpL/yJngrUl3TVGENe8yoinxwdx1EgqN4Y4+iU9KkIQjTGOPwaY5w2oiNQG4ExBi4GXYxZ5UN1Nt9JnRKkXHgmMNI/A6d9kSfwUnvLov5YljMO1RWB1U6ZMcbpX3jGrD6Dl+QvPoWvu95Z7LQpvqtNkTfVG2Oceutuf7oLDOeoYMgf78ZlHb5UTAAAEABJREFUA6zPU9/VRvRF16afMcbo8RdA9cITneKzcMH2Ke4XUrR5N2OPfl+A9pvlOrbCs1gGy0sJR0+Fk+P6wq5pgnnk6CdEy08bCfj9CIfD8PMuGisry0gs5biO2iTvIh8uzmfB8R8as2CFNrDEvYuejVmdM/mhPLNzec51luuFaJVGtQ/3cl1LcbgGPp8HHq4fSfKs9uorzbN2NpuG+CtwPF7i+Lkmg3ZB0vR/pM/nBH2GMYa85FGgXRfYVyaTpW+xYfQf68isU6exGWPgsl08+wbh4zhVZ4whHxZllHHGozOP+NAa7KLsJQMlQEOMN+pZdHw+ryMbyVs2I9AYjTHkzXYAvBx/QBrSBbUTvuiuMMFsONc0JYBtJBfVi84yz6ircstz/P/j2iKf+3E6alPsOxgMQrSMMc6YVSceBJoX1YmXYrnaSWZEd3hWncAY4/SdTmeQSKSctSGdyVHOBcKqrMWvMav9iJ8iX5oH9eUA513rWo4WCduCRft0USeLfaS5zxHkOXcqc9GXW7QDxyYAeOj3pRvGGGd+RNOyLGeMbtIyxkB9CyxjkCW9lTjXq2QK+qCA5k/8aJzgpT5ETzQEoqF60RWOQPzINnQXqF64AuFpblSeo56pTn3rLpkKp0hfNFSmNqKru94Feic7sIwFww2FzX2MTe9qOHDNh3AdHI7PsgxsysSmHlm2ASjLAuOFrILqNCYlpwSa3yIvoiF+bLZTGRs6f+JPc6V2TgH/UTvpdgk36ypXW/FpjHHka8yq/DV20RJvkoH0WGXgpX7UHx8dHVH7HM8GH8eXbamt8ATGGO47vQ4ITzJLJJJO+zx1Isl5VB/qSzyJtjGGJmOc/YvwVZ/kmqr+jDGObmh8Go/GIrriUTSEQ7IkU0CWezat9boLp0hffqG0tNTZn3rcHocX1Qny9C/CJQHHvj7+nKefykvfSVf9iTe1Ea7K1bfKxYdAti+5qz/xq2djjENX7QTGGHjoG4WjesuynbFbluXMi8Znc34t6oXLY8PS/siIMqgblgM2641ZpSs+xI9AWEU6uhuziqMxCS/PmKueBcYYqK+P4xmzWibeLdt25KQxa441VvFbUlLizK14EB3R1d22Lafcw7GJ7odA+y+WWZbljFF01IfuNvsR7TznwZhVfvN3ZS55FUFl6scY48jLmFVclRVBOMIXPc2LngV6F8hvaZ40Ht1V9stt1U5j1l30Pg6Ssfi1LRc0Fr2rXn0UwRhDPc45shOOwBhz1/dq/VutU79OW+7XxYv6VJkxxtEX1QmKdHXXu/oUGPORHMSTyjQe8S16wi/SEw8C4QmMMUJ3eFQb4TpA/VAfaicQkjHmQ3kbc/fZol4SjFnlVW2L7Yy5i/NLd9Gzurq6sGHDWjz55APYz8DrWiYDNzBYc/jwQRw8tB1btnZh69Z1OHhwK+7h+6OP3oNPfPIJfPrTzzCZdZBBxE5uYkpQwsRXVWUVD9wVTJKU0qDcSNGxLC3GuRla4gKX4GFgBRKqz+9l8KzUGYQOULNMtkohq6qq0NLSwqBPF6qqqyFn6+UmQJskKXk0EkG0NOoISYnDkyeO4Z133nQOFLYLqK+vRmdnO3bt3oxt29eitq4cPm5oFnhoHxrqx8BgvxOA8nhcXBRyuNPDwM3N6xgaGuBhfoIKVHASHp2dHVizphORSIjGYTl86GftdjHYum//HtTWVrPcwMUFQ04jEPBDm5UAZSAjylGBLl28iG4G/RPcsMmo4vE49E3NJGXicnmwvLxMvvucg6Imtba6FnW19Qx2RBgAXkGMiaAeJk/feOMdvPvO+3jrrXeZBDjO5NlZnDt3CWdOn2f5ESZeTjO5c43BzyFMTc1SUcFNU4CBjiSy2QL7SeJW9x2Mjo1TpmVoaW52Ei07d2zGunWdHJufY7FoDHnEmOibn1/gJiDH+UphfGzKgZmpOSYU7uA8A4FXrvbi0pXbDOQOomAsNDB5qW/ilvMANz09xYD3afQy6F9AAXX1Ndi0eT261rQ5QbkxBkkuXLxDfoawwuBCKOIir3mk0wkaKBhAyWBqeoXB7xXM8lA5NbXEIGoamXQBsYUcabgYSEmip+cGE42nsLQ4i9JICXlPM0C3xLHnuImKo6+/l2PPcOxLuHr1KhNTPVjggTfLzbf0TclFfQNaG1DaBBZ4UL967RLmYzOw7DwyTPSOjAxQz1KcVxfq6mpRWVVOfQiiqqqCOtrEgNcOHNi3jwHkUo5lCfpWzsVL5/Dmm2/g+9//Hi5cPOf0e+PGNerXoHMYyPFw2thYQ3vaiG1MOu/atRMZbqZO8PB67OgxTDEY66Wz1qKQTqcQKPFyTBYqKsvZbxXnyU15xMGzM6Y4J8vLSQQCQfJpOIYl6sVFjI9PIcXEqE0nfvPmbVy6dAX6lKdsyU89nWAfg4NDpDPHwOMSMkysCCYnppHiRtTrVbCxgCracikP4HFu9NQ+HAlDi+/k1CT1eJRzNIva+gYmGMpx8uRVnDkzBuZh2Vce0vU8ExLiv7WtAWVl4jHJexjNLfUIlwYYqCxBtDQE6U0Tg6X79u+n3e7B+vUbaANhKPFx/dot6tII53MEC4sJjt/LQ0WUPBdYn+B53qJcs7ShRegn8m7fHERlWTUef/RJHNx/EEFutDZvWo8dO7czgLeVybAl2stN6kQPhscWMTi8gD7CUsqDaQZgYwsZDA7NMUDWh4uXehmsWGKfUXjcISzFE3j33RNMgpyk/vVh186thB3YunU7Duy/B5FgBecvgbffOg793DW4eVy/fj0TFK2cwxzefe8I7fcNvP32Wzh//gP6vgJ9YARp6sQ0BZfknCmJvswAUYxJ44sXr3CT5WHSbwlce9HNoNrszAxGGOybp77eutWL998/Sv/3LvQBgaWlOPWy2fnQh745/sqrr+PNt96A9DJfyEBJ16efexz33Lcbn/7sY0wQHUZTWyUefPQgDt6zG1/6yufx6GP3oKm5nnMbI6QwOZVi8iONmZkYk8dv4uSJi+i+NYTTpy7ggw8uMag6DvmLickpBg2nMD41iVs9PZD9Pffck7j/oa3wlCRIYwVcBuANlOKZ557GF774CdpSlLL4AGdOXUXvnVH87Xefx7/6V/8ax44fob30QkHZhsZKPP7EbvzmP/mHTgC6rrYGXrebfrsHFy5cYJA4SNvPUyajPHSnGXwKAjDQguthUNFl2QxwJ6iXk1Awze22qC8rKC8vYO/eXbjn8H6uA3lcvXYRaR1yGSjK5dL0PZP0XlnH9tvbW9DS2oDm1joEQ17EVxaYJF5hYD2M5pZm4vI9tYIEA8gLi4vkO8f1dANqa2qd5Kjb7eH8F1i2HsFgACkG15uZTN1J+7ctC0Hab1lpOQPcZejvG+GcW9SLUur0PLpvd5MHHyI8FDfW1yLM9n53ARYPMg21DZgcSzm68alPPImvfOkzeOShQ6BRIJPM4Uc/OI4//y/fxisvv8G1YRBzs3P0sXke2GzSDzp6l6ZftZkU3rVnA77GBOnO3euxeXMH5bdIfM4pk8wTk+Pkwcs5GaJdhtDW1sa5C3M8G+j76x2/FCwJ4g4D/fo5+LqaKPbv3Yn1Xa1wmxD0zdzHH38Un/n0p2CMxWCeG+lEgnxmOZ4gmrl+dLRWYXE+xuCXwSx1aLD3DgMhccIiZXIbP/zR3zMQ34/6hko89PBuaC78fjdq6yrh89rkN03/MMOpN9THOXQw+VFD+ft8hmtAgvJ3ca32YtOmTfRBZaioKENtbRUTzXu5Ti4jHApyvVviGK7j5VeO0p/HsWvPZrS21iKdpr9NL2L37t2IRsMYGR2kXYyTZtaZo9Onz+HOnQFcv9oHKg1iiyvUyzD782CAfvb27TvIpPKc3xo89sgz5LECs7MZNDY3Un7VTCREaXdb8PQzT0DJ6wfu38t9TA28HjcT0Uvw2G6s7WzB2nV18JVYKGUAfXomQR9yCw1N7Rhl4jpDHz7MvmZnp9HaUo0t2ztJt5kJUjfeO/IG/d1FvPnma0wI3EIF15I13PNduXSa/HVz/fXSv7lpO360tDcyqTiMA/esITTgM585gG1b2vDkY/fj0YcP4zOffRYHDmynf7yJ0dF5XLrSj9hcnsm5Czhx4hwSyQzXgct44/UTOH7sGpOiM7jEIHF1RQ0M3JSJF4nUNDL5KSQL06ioi2IpBVy+PIEzJ4fwV3/2fUwMjqKquhb+kggKxoWy8jCfXSgJubDv4CYcOLQdv/KrX8RnP/sJ6qXfmfvkchypxCJVP+l8CDDgs/HBmev44Q/fwdJinmvSAuaY1FZwZZn7sdaWFqfd0uIC5ybDPUOS61El3F6vI49167vYp486FUcgGMHmrTuxuJjF0SMn6GfilMlm5DMG+axx9r22lYeSUw8eehSplSS2bV/Hcc1hiWv4LNeU0Ykkfu9//9doa91OWgdhuyO40zdFW/RiZSWDBBOYKHiQTdtwWX4U6PAjkQhlZiHA4GA47EJFBeu5Lxkc6sPQyBB15iF8hTa7EJ/Hy69+H2vX1OB3fvfXcfDANnR1NtHX+GinQY4ngDomJBcXkvRxBfJvw+3y4TR9uSsfwsJUDmff68GrP3kPPdcHkOE6FAqHcP3GGH1lnnLKci4v0f5ieOnlt5j8n0VLWyfeeucd6sAkZTsLr6+E+6MqrpU253cZwXAJoqVhbNy4Hr/2D77q7KUzeYMNm7ZiOZWBxc16tKyUvnMaGcpwfi6OGtpyW2cdIlEP7r1vD/erfTh34TRCYT+SqTh9+Ah2Mune2dXExNU19jtGOQzgG9/8In7lm1+Cy805P30KDfUV1OcEmloq8LVv3IP/7V9+Dg880I7dOztoT/PwMFhdVx1A0FeA2yTR2BDivlI6QF3IrTCpWYKDTJzf98AO7N2/BlmzhMnZUfT03wTPwxxXBfvyI1ewEC0LwxgbBT4P0w5n5mKYX1iE1vSG+mosMenmcftQV1uG291XMbfYj0hZkv4hDgtz+OoXHqZPasJnP/8Yfv/3/wFKS73YuXMt1q1vor/ZSh9VidJwE5LLNmamFmBzT+fxuim3ecxyjzA4MoLlRBxPPfs4du3d5iSju+/cQmtrG9Z0bcDkxDw6OzqwMD/DeV3C+nXt+Pf/7nd4NssiuTKLSZ4JRgbJi/HzzFaN/v5p+o792LhlBxZ4PhkYGMdrTLYfPXoRd3pncfHyHfqHJHWxHrdu3uG+4wwTfyPkdQ90Nsvy3OPi3DY1NdF+AtiwZRv6mRhs43nK7fMjWBLGtWvXoQ8ClpZGsW3rZq5N07hy+QZWEhnq1gheff0N8uem345zDZqkjQCfeO4pysyPtWvXor9vAHH62Hg8S7/Rzz3JDeqqZG7jgQc3oiQYxjT3xvNMcu/esw2f+cynaCubMDY+hjquoX7ugd9/7324LRfb3cT/+ft/jO7BQVznmtPLeyKb4X5nBvoFCsn71VdfxSjbBpikc3t95H0YGe7ZFQy+7D0AABAASURBVDhvbqzD5z77JGa4ZuknqOco5+kZ7o8nxrDnwB587ktfgE0/3tzSChgbHWvW4eKV6zjJ8f77P/tv+KNvfxtDtGmroRbu+jrkS0LO2Ddt3OCsmxrLf/ijPwE8Qbz9/mksMDkwPj0B/VJKPp/Fz3/2M9zhvnB6fJprWBSWMfSteaR4zsnCIG/ZKBAAC3QpyLI850TmLED1DITalEMuX0COCAXW/TLgYxernTcFFhRgEG5ehezXGANjDH02PgRYBtCfc+cDdBlY5MlQHuyS+7cCAItlLt4NbBgSKKA0GgXIV3m0FKFACQJMmOapX7alsRRQyFsIcq4t43J4Fx/x5SUs8pzt9/tAVggGhn3btgWL7bQvLAZijGFftg232+3UGWOcu/CMMU5bP32vxfZq5/W6eNbywWUbyjFLP0cJ2254iROKhJGm3rg51yXhACybPEouvLtcLggoGba12J8Nm77KsgE3915Z5BHkWev//vO/xj//P/4v/G+//+/w4muvk24Akq/49ft82Ldnr6N7JbQj8ePxeKEPTE/y7DDPJLQgGI6goamFidR2lFZWo6q+CX/1ne9SJyz0DYyiu3eQ55wlJtNtyikFjzdIGlnuf6/hW3/9V0gtr3B934dzFy/jyp1eTCcT8JVVYPvuvQiURFFV04qu9Rvp66sRKY0C4DzwX41Ns2iModwKHD/gJAXpa/M8B+bzOQiX/7DeAJQpVU+vHGOeVarPw6ZsLYvVvBs+WB8DY4yD/8v/GBj09vYyPnEb3/rut7k/X0JBuASLdZwJqP+sAscofNi8wPkxhq0J6se2LfJSIG7euRcRrV/iQXom/bdtm/yugnBFT1B8Fp7eBSoTGGMgemoLXrIhgegJr3gnF5D8YMgLzyR61xgKHEOBfLOp86dntReorUBlTiX/McY4/RljULzUv57VJkt7MoazR5rSKbVXvUA4HwdjVvE+Tl/1lm1BCacC5zRH+cqPiI4xBsYYoThgzGp7t9uNUgb+y8vLEQgEYHGuqyoreSYro48vYRuL9sVx5wzSjEco8aBYmW3bqKmp5pobgdvjQjgYdNoES0qcOfNy7xbiOclLWwmHw7Atm358HjoXZ3jGBmUnHB/rxUOQ7V20TTEn+vH4In1RDhbbuVxu2qYHGqsxFny0Ock/xnO3+CmQluQXDAXVnGtXAgmdaaDxGti2xfY2NH8wBdq/TZB+5dkHLZ7tcfeyLAvGGI45y7sFt8vjgAHLYUjL5nqTQZFnm3JQMgW8jFltV+D8+f0+R36il2SMMclkTYaBItWJ1xQT1QX2q3rX3XFr/tPOWkae8pQ56aiN2qqN6gXqU+1UVyzXPNukI3kX2I7scIwuB4Srd7VVvFf1xhhnntRe9DQXuutd+HoW3i/3rXrxK10Rjt5lW+I75XxAJsN5ysMY8wug/kWPSwjyBcM1ArzDkafK1Y/mUvSMMQ7fol9sp3Lxn6PvomTY0ILWchd9vPDyTECpXrSMMeShAO37JBfQFiyX7fQlepKb5JCkHma4TqiNxiwQLd2Nob4zOV9gMs+GgckXnHnXOEXD4/FANERL9iVQnUC8qlyg94/jWaSr9sIRv6oTqEx8qI0x5n8Yv+gLRyA8gcqEr7veLdqGBep1toCCPrmTA7KZLJJMLua41zDGOHrroc2Lf8XLWURdzzj2Ip5E3xijG4z56C6ZqA/1pzit7tID2YGQNZZ8ruC0cbs98FA+xhgIT+2KuHpWmUD9iffivUBCbrfLaVucB9m52rjJcxHEi+qls2yCPOfGGAO9C2QHoinu/dwPSFcBw3FmHX7ytC1jDGVsQ7T0XtQ/jU2+Q+NRncahftWfMaII6laeff4iyAfoS0LLKytYYNwpzn2P9JndQpf6EE+5XJY+J+e017gETh31OkcdJnGh81ZwcFSmevUvXnTXu/hLUz9TqZRDT7yKzyKOiEjGAvUh+Us2qhee8I1ZHY/oCf/DMhYXuNZl8xnkGTe1XRZ89GdqK5wC/YvsRrQF4lFlqhN/AmMMxwDkKWuBcHRXP8YYR+7GsCOAeAXILtROvPm4JohftZEMNVbRVp1wRCdJn1qsM8Y4/eRoqwXqgnj5ZWA3EE3R1jrh8bgdfyB6om2MaBQcXj5qm3fe1fajMmkpYIz5ENQevIQjHsSv5JLnfBpjnLGqTnwLjFktM8Y49DVO4audMQa6ivi6g0W2ZTv827b9YRu1y3HPoHbyIdJb0VEbyUq6r7v4M8Y4fNiWBWMMipfqRFOy0bMxH9UBBsYYp53qBMZ8VKZ2xTL1qbEJwMuYj/As+6M+i3i6a66EL3DeqVe6s/mH/Zq7/BqzSs+YVZlpnEmuqQI9i4baqb2edbdKoxGUlZVCSSKqGR1AmoQLiLJ8E4Mh69etgYLJW7dtxN59OxhE7UJzcx0qKiMMrnpREnAjHPLzYOOjg1yGhL2ytMRD9jAP8fOwLYsH9TI0NDRw81OOEm5+NCmzTKBqMsSEzcFLuDIe8k4euLEgp8YYpBmQisVipJ1wnF45k3YVFRWwbRvx+DA3ZB5ES0tQU13OoHMApZEggxeVaGyqI45huxQnx8UAZR0UZG1mELOpuR6tLU3YumUTGnkgDrNNIOB18F1cBKPRKMfYzGDQRrarp9P0sK8Yrl+/wgPNEPqZLLzAYP6dO3ewsBBDikJeVWSgQGMWbwcPHGIC+h5UV9cwYDDM4OdFJmF6oW+RDgwMYooJiIG+AQwPDmNidIIJgjsYZPkgyyYnphi8HkXvnX4oWJrjYlVbU09+12HL5nVYt3Y9GhuaKSGbC1eK8g8zUNeObdu2Ye26daioqEIFD1M+f4CB1H785CfnMDKygMrKKuzbv5dB2w6OvwU+bhIty8WDyB28+sp7+Iu/+Bv86Ec/YXDjGnqYgNX/L3FmdoGBtFlMTccZRF6kE7HYdyODPnsZRNmH/fsPMFj1IIPwWwlbSLsTJdxkBoIBhCIhuJjAALLwBzzwMxi8Zk09dcUFJS2j0VJ0rWli8KgZNXVV6OysoZ6EqSdRbNu6Afcc2oLNG2tRXmqjPAIsL8zg5o3LOH78A7z5xvt4/8i7WEmsOPO0des2JvVDju7oW9BjTNxqc921pgvV3IS3tbehkUmMMuqPvoEc48Z4hskpbQabGuuxnYGdUNBPnQ5gx/bNaGlpwED/HZw9d5ryucEAzYSjA2qbpUPJMZgRCoXR1NSMrq61WMs5UVKksb6RctmD9vZOymgXvvq1r+ORxx/BvQ8ewCNPPohHn3wIzR1NcHkNpmamcPL0Bwz6vsvk1E3MzM5jnnwFGbjZsHEd9jMg89SzD0A/CdvZ1Yn4UhIrDHYCHtpRlBsVLyoralBeVgklvu/09OEGE6hnzpzF+XPnyfMUee/G1SvX0MMk15UrV2C73KhjcDXNg4qSpErknj51BuPjE/D7gqgor0J8cYnvU9AGPMGN0fz8PHX/Ji5evMgA1zyCoQhyPOzcuHGHdPupFxPoYjD3/ge3MKC1Hu2djVhajmFkdABDw33IFdLYSL3dsHEtKivLoEORDjxLDH7op6lu3LyFyclp2rcXCnhPOIndLPVuGlMMjPXeGcIx5/+Te5K6eZPjmmf/OZQwyFJRVgUUbG7iDFLJDJYoo4tMRM5Mz0Fz4fX4MDo6hf6+CcQWC4jQr83NpzE9m8LkdAFDQ8s4evwCvv/8K/irv/oxfviDt3DxQj9mJpO0yUnysASYEvoGP+kH0NFei9279uCRhx/C4cP3ooHzHY1GARjiFLBpQxeT7PuxmYmbWuqdh4GTDevXYd++Xdi7bzfuf+BeKNB8+coFDA0PMuAdhhJWZ89ewpEj5+lfRrG4uIzZmTgPnWWorW1Ee9tatLR0oqKqmrKrYQB2E/11NQYGxjDGgGgoKL3PcM7GcP78OXTf6SFdH+65Zx927toOyT0Y8jOQMoRYfBTnLr+HwZErqG8KIZWZxeBoN2KLM8460MWAn4sBYCXW9bOydQ2NaGECTX4gk7bg80Rw69YgXnzxBM5+0I1szkJzSxv5XcTY8BQG7wxjfibGDd4M+ffT/n3UOcMkQhgHD7VjeWWeQdAL1Ms+3LmziOMnruP5H7yKM6d7YVslqKmqZLLkS/id/+2b+MM/+i3s3LmOQVg3k2TTtPVl+oc6PPjgAwzoVGKEwWT9v44XYov00V6OOQKtI5qPsdFRzk09fcMm3HfPYWjjv3fPPuiXAw4fPoyOzi7a3zS8fg/AgNbExATudPfB5/U4PmB4eIDzM0D5MKBU4mMgqRqiu3vPHjz04MPYunUHJqmbbrcXgMU2UTQ0tzDZVYWeOwO4dOkqpmdmOScTlEM59b4SBS7e165dQzqdRGtrM9zcNHp5CNDibFsu2t0Ktm/b7oCPvjlAqCwrxcLcNJM0S9i8YT12bdsFjWXzxo14+KFt6GqvYHIyjpDfRl1VFGu7WnDPwXV44tFd8DNYNtg/jxvXBjDCuUmn8zDGsJ84LBh4PTYO7t/BdcCDGfqibDrL4PRJzEyPIxj0UEbN1NvdtDM/nn32GdQ3NqC5rQVJ8j9K+S7Gl7CYXsGhQzvxtS89iscfO8Qx5jkPISZJkojHY7h5s49J83cYRL9GOxzGjevXmIDyYYv+v9kBHyKhElSUBTE9OYnbN25AY1tZWXL6PHXqGPLZFLRGe30e5LjZ7uhopd7cciCTScDrtWnTAcf3ax0u4f5iaWkZ3d3DMMaGh+0qK0th2W7yvcK7zbkowzKDJ3//ve/jxz/6GWILs0yiRHDw4F763A7ng2XR0iD5n4Pf5+IeYgnTXP/q6pppIxVOkry7uxeAF9LZ+EIO6ZQXxlgO//Kx585fpf6MoaW5jfr9I3z72z/C+bP0vzw0xGIZLC5YeObZz+BXvvE17Nq1De++cwwK0NfUlkHfxBkbm4LL9iLCoE+c6145F8C8yTKgHmdCYwkZHiTl73t7h3Dy2BlcPH8N7719jPuBBHUwzOTmESa+Wzl/+xjiAvczbRgaGmHi8wjttxsdHetQXd4Itx1COFiBHA+/77z7Om7cOofq2hL8+j/8BJ566iBi8wNMUM4wMTSOmqoo5LvKyiqo40O0lQhC4Wq8/95FvHfsOoy3AW+9dxuJZBgtzZuwyHFWlNXi9q0BXLnc7STwhgb74fd7GcC9gd/5vT/jerWIn79wFX/8R29jaaEAr8sgl1qkrS+gsjrE5JMHh+9bj8ef2ss25/HB2eO4euMCzvK+Ek9ieTFB/wBEmWyNBn28h+G2gtx/LnJufMgkDYPEafg9XiRXlmGQ4Ro2gXwuA25mqKthFGgTMzPzmJyepY+MQx8Wu3y1l4FmG3d6Rrgv+i7+9u9exImTVyjXa7h0uQfNjRu4Jl2ir1uCxYBxIbuMxMIiPjh5CiOjA0hkV1BeX4YlBk+ylsHzP3yd/sDQF5bxnsQix1rIuxg0ccOCCx7Lx4AE4DI+uN0urjUJVHFPG6cupzNmnE5/AAAQAElEQVQutLW3UvciSHHdPnHyPH7+0kuYmJkAl2Hq9SxefPl57kUn6B8rUVkRZvLuFuchAfm7kdEhPPeJR/HsJx7G3gOd9PsN3AvVI09ah/Yexpc/91U88cgn8aMfvoYe2k08nsP99+3j3jpMGgWQKyRW3AgFq2nfFs58cAmH778fO6m3Ie6BvJ4QVpaz8HH/EAj4YXG8BoY+ZQF//Cd/jlOnr1L/Wh2909gWFuMcTz3+yf/ya6ikTpWWhxzchcUp2mseza3VWLO2CV//+ucRDHuwbl0b97MB2qgHtXVB2mgjYJcgtpRB/8hNdPdeRUdXNZ599kE88sge/NY//QL+2T9/AtV1cWzbUYKH7m/mWMfRVOPFhq5GGAotsbyIhx44hBB97MToFO3vfVy5cotjCCMWS+CVV95Eionfzq5mLC3H4aWf37JhIyZGJlFdWc55BHJWEm6fRVvMoKyinPvbINeTEibfuA4OjqEkGIHN+UyQzslTlzE6Mo/uW+NIJGwmXwxAn+RjEHhqchzTU0Pw+TKU9xRaWis51gCOH72MW9dHEV/IUpc9oNJybxCjHkS5pm/CEhP3NdwfBBk8zlGv33z3NSQzK+jjGWJM/2uPE6eo69Oo4nnpU596FvHYDG5cu4BnuA/dQPnW09fYbjfX6hUmL7P0mUOEYbz22vuwXEF4vCXsq4pzVAftCcYmF2FsF3qZvBDfjfUNqKutI1t5+r8UaSzzXDMJ/W9eZqamuM4l0DfYi58y6ZfNpbHCtUKyvHj5Ih597BHU1lbzPLIV5VU1GJuYhdsTwODgCHrv9NGmAwgFA9xXTHENHUEw6CcPFjZu2oyjx07gxo1e+sco+0ugqbGOPqWEyd5+JtinMDI2i9/93X9AfuYxOjqI9eu6qENdoEqivqGee7h2tDR3YO/+w3iUiegfv/I6fvzq6ygpr8CDjz7GefAhR/9w7Ngx/No/+CaaWlsRjpahf3CASewY7dPPPf5+6CfsT9MWhwYm8dYb5xDwBeByeeh/y7HMffr0zBw++7nP45Of+Swef/JphCOl2LpjN5o61yDvK8EHV2/g7UuX8FevvISLQ8MYmouhjvx97Ve+gX/z7/4A//bf/wesXbeB+riE//xf/wKf/txX8Hv/8l8imVgifyncz33M//V//mtsJg4nHj54kGcw0xgD5+J+wxgDY0zx9e5dNm1g2zbrLBRgaNcGxtjUsQL9EeuMBcuyYAzraM95wyphEoc1MMTiKwTCE4BXLpfjv4AxbADAkEYBvPRKOgXyxDeHtvovgjFCMNC5oLa21pkD390gl4KTsVjMCUymSd92uamzcfrQZWR4Nlby3OcvoUzyYofraJbjyZMHssf+jDHULTds24CjcfoWH4IiL8YYPX4IGk+eZzw/g6Ne7gmNWa33ejzw08cZY8FmrEBJ1Bh5U88K8ivhnuV+Uj/LbWwblssFl8cNF3262+OmTbmoPza83gL9A58DbiQY2Czn3spHv+KinntLvAiEvKirr8ZDDz2A1pYW3Lx+HfcePIQK+hljjCMLP/nQh1RqG1oxz7UwGK1ELeMCHTyLVvNcsmHzVvrRTYgvJ7Fj9z6s3bAFHV3rkYMbvkAYMa6d0bJqtHV0YduWrfjv//2/4TB1SnJ5kfbwwmuvoX9sFMM8j+06eBixlTSa29fhFv1LQkFaUwDF4MgcvAqMfaitgK/On54LlAeIC+59nCQhWxjDuSGAOgHbgnNnoeF7gUkfYwyX5zznNMe5ZD98N8bAmI+AFbD5XlleAbfXgyTXWn0Ygnl2FEgSFnVA9IzDiuOnioEvp4SBUAgcHbGgs4NlWU4fuHsVWFdso2djVollFQOgLqpMbQR6zt4tU/NiO9mEngV6Fp4xxulHz8LVXSAcgco+ggJgCpQaZcHZ0zObO+1x91Kbj9oTl3wbs9qHMeYuFlDEE78C8VMs05gEHyLzQXWrUHD6M2aVVrEvonz4p6oCq3Ocvzzn3NiU5V15GmOc9qKvuF86nXbaeWgTKyvLzrOPa3GAZ3of/aib53ZjLHh4V/+K1UxPTyHDdl437Ym2p19CWFxY4L5nASsrKw6NRDLhvFu2TTv1US9W7d7FOBRZoW9Ic11K8Z6Fn/0Y2FQ9L2znjG/DZjvxqPFZbKC+xa/KgjxbuN1u2i9psn/Ltqif1DHyKTxjDEKhIHn2OPSXl1d4z8Cy4ZxdbN4tnvnSjGkqfpRn4oAzBSMd5XxpDOpLtGwia/yWsWmrPmTpi2z2GQgEyK9x5hG8xJfaqS+dIwukk6NtGmNoHgVYHIN4Vnma+z3hiD6bOn8qN8ZA/elZkGQ8U3yAl9p7uUfRXXUCY4zTvwLqS4z1OklEZ86pI+zPGANjzKqcOA7xqHaK7xZ5IWmIF/WVo80Ys9pG/ajOGOPwXsRZXl52aLooA/biPIOXxpKn/9R6naeMCuRDoPICZUEUh44x4rnA9SILNoaHY3J7PBBPGrt4zJOO+hcYY6BLvImHIoiu1sIC5yxH+jn6POE45XxOUz/1boyB7XZR/zxw8Q5ekleafiPDfnK0ZvFhjHFkrz7BS3TEt97dlJ3LWDJaR96aB2OMg6/nIu8OLvVS7/JhxhjqZY66l0XRHxnDdpwb8NJYNL/qi6/c567ag+bGtiynr1V55CHaolvsT8/GGEe31N6Y1Xn2ca32eX3wuX1w2R7ksnnaWQaa3yzHrDHZHI/68Hi8EJ9qL3lJLsKR3IRnzCr/ehd/xhhHV8S3McZpK7w8fbdwCpxz0XV4IB/qR3zrvYQ2W+xL7UVPY5Edubk2p1Jph0fRUZ0xBuJF+iZ8YwynyTgyEa8ul813OOMvcP7Vl4+6JHrqR3QymdU9kHgQiC5bsA0ceap/8SWeNQaNf9WGeYZMJJz+1Ua0Bcas9p/L5elH8k69+lH/6lN0srQhJVYzlLXaGmPYXwHC0zg0Jj2rjTGGfNgEC4bzrT5ER/ARv3D0TGWqB6/8Xf0Wr9If0TTGOHjCEa4xxulTdcX+1GcRwEvPolWsZ5HDq8pztA0lTrPcfxubPNBfwgAan9qIrsZTBNFQuTEGtm0RbBjDBsCHfDhtKJeP41oct0B9qp7o9FcuR7dET/R1t+/qbHFsKhOu2qobtRddgep0/ziIdpo6JnoF6qltW+zDdvjUM+5eBeoS/xw5qMgifzb71l1gjHHGZczq/aO61XdWyqM47cXHKr3V+Zfeig/R9dDnyS6kM6JhzGp74Ytv4YrXLNcQh45DFQ5d0RCOMUakHJtQmdrIzgWqF7/ScYGb+zIXfZNoqU539SUCxhhHB4VvjNEQULyMMc5jEVcvxhjirILeBar/H2gaC6IpMEb4RqgfQrGN2v0y5GhjWcbCxKsaGGN+gZbaqk4yEuhZZaJjFbigc944wQYubjjSDJR6vS6EIwFu+G0GVNx0NktMaozzkDyGqekxjI4NMDDXx0D+ECYnRhl8ncByPAafx4XSaASRSBhVDIrX19ehtqYG0UiEh+MSeNxuyPFUVlagqakRlTzka4PiIgMFGtHi4iKmp6cJU9AirSTO0NAQBocG6ZjT5McLj8eLLA0jGo2ivb0dDz14GGs627iJCTjfGLrDBJg+SZynZlZVVTHxsJYH0jZUVVfwIFLGIEWUC2oaS0zk+Hxe8hZGZXk5hFtaWooCHcbMzDT6+nsJd1CgAQjk8KR8efIZX+TmjQEW/VThHJPCN25cx+zsLDLcrGgyPFxQKpjQLCkJku8MAwTDWGZQbIVguBJ3tnXy8LINB5iIbGpsdg6OKysJBmnHcIvJsNj8IgM21dixfRf27N5PWbWSvxqOtxMtPFiVlZcinUmitDTEoFQj62vh9liYmpokjVEGY+ch+S1zjGvXNjI4vAHbdzRw0Yzh9u0b6B/oh+FmQMomWY6NjUCJ0+npZfT1TTO5dIkBsEtY5AENxkX+gli7dh32MxF7+PAhJmkOMyCxhvNc5hxoFxeWKdsqbNm6DYcO34fNW7bCw0Wtt+8Og7PXeJhbQNe6Dtx73yF87vOP4dd/46v41//6X+Ab3/gsPvmpJ/HNb36V8Al86UtP4rd+61fwD3/9GWzfXg+/f4lBlBTnsBaPPLQR+/d1oLW1DjU1UQbYy6EFSfxrXjRHSq6cOnWKCakhyicDzVmSi1MsFmNAZpwH8BjC4RDnPOI42gVuxGeZ8JghDAwMcJ4G2KcH0dIwtm7dBI/Xjf7+IYwzMatAvYcb+8nxKdy4fgunT31AWXZjeGiUgeZlJvPyDCgmualP8Z5mECuGGIOrg8ND8IV8iKdjmF4cY/CvD5bboIsJti4mvvfu34d/+Bufxxe+9CwefvRhyng/1m/UfG3Hzp07sG37VoSjYfT192N2bg6Liyl035mjjSSoD2tQy2BWMpnC8MgwA0djmJldZMI1iQkmJ+h5UF5eRtsIoafnDhOi1xkoexU/+tGPnG/2Xb50BWWlFRzrdib/tvLwEaKTd9NWIzCw4KEet7Z2wOXysd8lXLh4lXRn2c8EJp1gWZqJ9Pvwv/7T3+C8Ps2kwFa0dzSzvZ+6GaacS8DIJSqYQA0yQZyjg17mRl0BivXr16O5uYV+ZIS8jzI50gslQft6BzE4MIE+JuWmJuJIJQq0dwupZMaRcXIlg1AwinVMLu9nYmvPrr3oaO9y5tXFhff8+Ss4xQDXnZ5BymsJ1290UxcK8JcEaCflmIutoMCDU0VlHQO1USRTFsbH4/DYUURCdVDg8siRYfz0p+fwt999C8ePXcDg4CiWlxN46qn9tMcuyvImnn/+e/j+9/4er73yCk6dOo+LF/pgjA1tpAr0PZOU/wUmNk+fOukkqJaYePIysZPPp9nfGM6du8qg6hLnr5o6s8yk03XEYqOc82147LGH8Wvf/Aqfd6Gmup4+04/WFvmwKupnwLHvZHLRsYMU/bX0fnJygknKS0z+TmCZBxz5u/KKMgZHDmHHjm3o6urA9j3tOHjvJmzY3Iwde9Zi09Y2dHTVo6o6gouXzlFWN8nDAkJMlociQVRTt8KRMPVxLfRhB48nwGA+6GsCjo6Njhbob+Zw82ofLnxwHcsLGSSW0/iAyfwztA8/D6vbtrThM5+6H5/9zJNobi7H7MwowORDhnwHAwYebk7TySyMseCnP+7pvUnf8y5On3kHV6+eRDhk0NhQ7cgJPCydO3eWNtmPAjfSHm4MDh++FzU1tTh58iQU/ExnMlDQU75tdHQEs/TPi0ycVVfXoqy8hvq5DgHqz9vvvIPjx487B2/5SskwkUhBCap4PI7qmio0NTUh4C9BmEHQZCKDcxeuMYlzhfo/jeHhSXR2rEddbRNyWQsDAyOUexr6ltXSUtoJlpeWVqK2rpH6M4z33juCn/zop5znmwwE32Bi4QbefOs1vPPO2+jtvcO1dJgB5nvpw6f43ofZ6RlcuXQZC7EF5/0Snz0eH31LCtFgGbraOrBhbSfCJV4mqd7DHOXacnCm5QAAEABJREFU3lLHhOtaNDMgG/QHkefGwLYAra95JhBctptBb8qawTT9IsVnPvMUwuEKnDx+ET/6/muor16Lew88Scv3YmykHx6uKQG/C9NTE7T/BY55EC+98ndw+TOobCzFyPQQ3n7zLSZmGtHW1k4ZDGCaAQ+th0p6PvjQfWhpqUQqtcIg/S0UuJbu3bsbVQwadra1wutyw80NYzQSwcJ8Etev9KKUzyUMqAwN90OBwyj3E9u3bcNWQkVlNfsYYh+z+M53foBzZ89Sjjfp40rRyb3Alk1rEI0Gsby8AGPyXOMKfA8htrSA5ZU4fcwA52KM7a4xOGGwc+dO7Nm7BX29Pfhvf/4t2voRrOM61draAh/3GZVllfQ9eSQZGNccDw1N4uVX3sJrDJxfutRHXc/j7Olb+PZf/YQ+MgetQ76AxbU3Dl/AD8vy4tz5iygvq8a6NR2Ynp3DIAPvxoB+bxB/9If/BW++/gZuX7+EQwfWUd8iWLO+GYESN31DBgsLMRQYlNq7b7vjT3fv3oUI5RGOuGFZHobVDAwD6GdOXkdFWSPuv/dR9lVLX9GBCOf1/Lkr0LedrzBJpOe9ew7i3nvvZ8KtAcFABK+/ehmFjMGVy1eh5H5LcwNl1MPxrnCuR6EPsEzRj83Pj7BsgZvnNNav70RzSw0a6io45w2oqqngGv4M1nZt4v4szL2VjVu377DfcYzRRtaxvL62HcODy/jB85fhQgVu3xjlWjQEUD7HTvbQ/y+D4mYic4w+e5y27uJ85TA7P42aWj/mYyOUTRPq6zswMDiNK9dvo7dvEDZ9gNcyqK2Kor21Cl0dtahjgqayotbhJRqqpa8xkD5t2rAOlUyqe2lDCwspjsUL4y5hgHgFsF1IcW1aYtA5Hl9BLLYErzuIy5cG0Ns/QZtOYWxqAbF4GqWVjais6qJ/6sYrL5/lvAfh8bjhDxikklNck+uZaNkF+eCduzeCrgEFTx4/ee0Y/uwvn4fLU+bIpqG+Eh63F7Zlw0MwTAqUhsOKk1J/EhgcnOBaFENbayOTjl/HunVdqG+oRTTqA90ZfdwQn0P47d/6PBOHv4nHnnwAZ86egmUXsI5ztHn7BlTWVuLajSu0zxpYrhTWb2zHJz75FGrp20pCQVy5dhPVTMZ5A1EsLmU5lgBu94zSNly4fmuI8zKFcSamUPCQTxf5DbPOxuR0DJbbx/XiBmWzgORKDi1NHWiob8L87Ap9zArxbQwPjSMUDFInw7hAO5imT9M6WFMdgduVQyoTQzTiQjw+g5oaH33vTbYrIMB1srwszH3VDIIlLsosi2RqDvV1EbS2V+DLX3mO+42D2L6zhinEBNZuaIY3kMf0/ADcniSmZm/j2vX36Cdu4PrVdxD0rOBrX34MGzY1oqmjAm1rovjUZ55AfGkGWzZuQ4KJ7dQSMDwwh+f//nW8/dZZ+tMkTp24hCuXbiKbLmB0ZAKnTp6mbsxhIbbI4KtNv+oHYxiwbbdzd3n8WIwn+GyRZz9mZxZhWRaS3LtMT63wnJRBSUkjXn75HG4zaT07v4D5+RhpjyCbTWFycgipdJzymEUkFMTWrc0oKytDIODhviKJTHqJupbHwkKcZ6Jx2uwGHD1xFT/52euYX0hwjziIc+fOoazcjxCTMVP0xSPDI2zvx7VrV9jXDDKZZepUHZ555mHs2LEGwZCF2royVFSVwe8Lk5cZzMwkUF7aQJ4K8PtdTHjuxvadW/Doo/cz4XyVc1VLPW9HjgGzDu29SkL0VwlE6Ls5XPi5948vznMMXtRVl3Hv0YB8IcnkkY2v/crncevODNxeg3EmkbfTpy0sr3BdXoOJiRnU1tZj/559TDrfRpZruWUbpFLLMEyMxBbmqNtrUELZLHFfP0j9On/uBteqeepmiPpRgf0H7scbrx+h7vWjg3vR2ZkJ7tevc/3p4bl1HFmuievXb8Mf/fGf41vf+zHKG9pQv2YjFrMG3/n+j3HhylXM8izX1tqCcGkEg8PDCJdFuefugc9XAs034IVl+5i4NOhsY3uedasrg6iuaqJ8uvHiC69DH6Ra4P5/eGQU89SXuoZG7Nm3H/c98CCeee7TeJpw8LEn4CqvwEAshisDg7h07TZ++/f+NfqZ3E/nCijXuZTJs8baKnziyUfwpc9+Evft242nnn0Sbp7b25oasHHNGvzdd76L//5f/iv8xkO/5aEs3LAtC7ryPM8WuB81xkC6aHO9Ba9iueo+Xs4q588YA2OM86x/hOeAAoXkjdMBKHNCMAUL7Ibru+He4SPQEwpEY/9qa4wN9a9ngTEGxhi2K7B9HrqSPB8IJrnuCEfgdrvpm1zU4wBKSko4/yGEwhHAskneAl0nUtQVsgGd2QIlfvj9Poem4gAFYmm8xhh2YZw+jWG/LBd9jd8Yw7pVXnP5DM8MSe7LV6jXK+Qvz7n3QXykmQix2K8xhmOxUFFeRr2X/i9D/xuTVHqZuOLXhqHuFihvF/l3kx+3z0W/YOAPWigJ++DxuxEIBZAjXkrdezhvKgt7uZ5YaKirwwP334vd3L9HiRfwuvG//uPfwP/+L38X/+k//zH++tvfwoOPPIkmJjibWru4U7Cp3xbyBRcaW9qwfsNmfOOb/wDPfurTKOP+t6GlHV6u+8YVQEmkAhHuS9I5UFenceniJeh8WV5Rga/92q/ARV6Pnz2PP/jPf4K+mSm4QiXwl0cRz6Xx5pF3MRdf4P4jTwlSZuTdFACXMZz/PEyeRAkFrs/GsBLEuasDkvdqUYHzUGBN3oEC94YQEVYayoOFrP+ord4/DppTN3U8k0o58tc5KEdu0jpbILvKm5pb/Ic0C+pfSnqXiN7vPpI5IM8AWiadRZ667bBiLFikLzDGQPojUBubc+rmnKpOdIrlxrAv9qN3JVlUJxCe2qhtEYwxUJkA/68vys2RVR6WDZBNygoE4wAoB4cHOiv1D142eRYffHT+jFkdk+pzxBN+nvOVp4z+Z5BloloJq4KEQwqiJZp8/FA2in3p3fCfPGmJLvhCF8HzUAbGtqD3bJbzwz5Vn+NzOpOmrSWwuBgnLPGMk6CfzdPuDAEcnwXZs8ttI5lYZsxpgXaZ4Nkl6JSHQiHHPyzFlwE6AX8gSFv1omAM6XBOqRPqM5NNw0Mb8/lYR/8pXojyMRzj2JDlcjtjcrlc7Nuwr2XyUaBN+iH8NBNmbo/NdnmnH8viJFDzk4zDJBJJ4oJrfpJ1bgcKd3VC/YtXm3MhP5JKJSHI01Y0NrfH5dA3xrBfy+EhSX+o9uozthBDhkkGD/dHeXKa51yozuXwaUE4GfpBhwhAvhMOH8YY7oe9ju80xpDvHCQPgdoL8px33f1+P+0pQjl5SAEf8iCejTEcW8Epl/7r/K1yPVtSQtaIpzwK5G4VDMtVJ9rGrLZP0WaXmRxVuW1bbAWHJ/FgjCH7xpGb6HqZqNLdGOOML0s7dbls8sFeKFdjjCMrYwx0WbT3AuWSZnwhkVhx5JuljqlOfRVpFdhWZVnqoRJQeed9lYYx5kPbtDlXlrU6F2ojuxafegbRyQXXH/6rNm7pi3BzH45HOp7mnKxKDeS78CGwFdWVRGwLOfIsesYYGLMK4GWxb9uynXlQn+JfZZpngXjRXaBnY8yHvAtPbcSD/JvuxhhYtu30IXzwsvkuXL3bd3WJxQ6fKsvTlvPUD+H4uLcr4RqseVE7Y4xQHf5EX7qo+mAwxH2IF5ZxIV8wyHLflaLdSEcla40jEAhwrfQ5c22MgfoogoiqP/UhXN1VJ3tYWVmhfPMOvuhJn1SmOuFozJJHgntEzb30VDyJd9ULTyA81Ym+MavjMMZA/QpUn6N+gFfxXfYtusU+FTsqvou2MavjyFJP1VZlAqmX6AlUnr2rkx76I/FgjOGYctTXlGOz4l94oC25qO8av21blKchfwbGGBQvm/On+RAdtSnqs9vjcexe9U459VB0nXrOp3gRb+JFIJziu+QqGanMsiyHjnyD+tEcq61DizT1bIxxfHBRlqKnet013+JVfKitcPSuuiKoX4FoqU+Vq32e47c5/iDPkepf7dVWeMIv4umevStz1RljHDswxnL0WOuM6H0c1F64xTK1N2Z1HOJVdeIFvMSzdCjgDzh0Va8y8aNnyYhoH/6prehr7KoT6D3LeReAHtKir3K7XdBdwK4/bG+M+bAftS2CMQa6RF93gTGrZcVn8VPkyxizOn7qscapeRUfxqyWi44xxulLfRizWi4cQSFfgDGGPFoOgJcxxnlWP8as9i1cjUt9FG1D9zzt3rYsrtP+D+1cfQpfd9kF7l56V3kRVFzkyZjVflQmMGb1XW0EaqO5Eg96N8Z8yGORhu4CY9T2F8eptjnyqrYCvWssuoOXxir7KspVdATGGEc+xhhYc3MzziF7iclBBfptV4EHbB8DRmXweG1uWErQ1FQH/YRudU0ZQsEAbAvI8fCfTScY8IhhZHiAgZdhHsKnMDE+hpmpaSZX48jw4KHNbnIlgdmZGYg527J4CM1iMRZjwCkOzjT/CnzmJopJAAsGAa+X73EGDRZgiF9fz/4VIOamKRgsYZC1EtFIGYMOSfzoJz/F6bMf4PK1q5hiUgyWDX0SnHtiREpLHYcrGjAGElaCvKyscEPGw0BPTzf0bbtLly46AW79v9Ok3D5uVnzccMmAF5g4VbkcphyfAv4N5EU/+9fY2OAceN3cfPX19ePChUu4euU6D+53oE9XD/KAnFxJormhCWWRciwuLOHa1RuYnJiGy/ags2MNdmzficaGFpSXVaCutgHr129EQ3095R6h8vkYEJphgLMfR4+exquvvsZg/inKfJ4JpEZs27YBTc11SCRJl8GSSSZUFpmQTiZXkMkm4fN70NHZiv379zCg0cGAWQbvHzlLWsehgMHWrVvw5S9/GRs2boKPAZulFQPGdzA5FcPA4DhOnTqHkyfO4vz5Swx0DWB2ZoHjGsRbb77PQOI75OcdvPTy63jxpddI9xjOnr1AOd5Cd08v21xk2RGcPfcBEwRjGB0dQjhSgjVMAHR2taGmphKNjdXUq3J4fFnUNYSwcXM9mloCYPwI5eVe1kWxa+dmPPrI/UwufR2f+cyn8Phjj+O+++/D+g2bUFfXgO7u20xIvIXLly+xj1FnA1lVXQ2LjkrfHj558hQPipfx1ltvU3bnyMs0fEzylJWV08BXF/M8lWWJQdTJiSkM9g9ibHScvDVSbgecw2xrazvnywfGW0nXwyB6mnM4i6HBMWe8Vy5fZ7DwMgaYUDnHZN4Pf/wafvbSmzhy6gxmqWcl0Qj0SeXbdwbQ3Us5zsd5+DdIpnIMiHVg58492MDxNDQ2MeC5kTJag3A0hEkGgjSXff13GKS5iv6BURi7gC995Rl8/gufZDC7DTHakRa9utparFnTSblGEY2GsWnTZta3Yt269aS9gbKsd+zPx0O9dFvt6qlnW7duQ1NTM8ZHJ3Dq5Bl8+9vfZbvfFjwAABAASURBVJLwh9TlKxgdmYLb5aeeriWNrdi8aTts6q02FJU8dOubBeJvhnxOT49haLgP3T23CN3cFCRhc2MWDnPsmSw3whkGs6uwspREhif4MBNULreHupxmwHIE585fxtVrd9DHgObiYp7J/QX6kAIPtyVIruThcXnhcwfoF1aQTKbhsr3QRub6tWuIzc+DawWDcTnqeJbB/AXMzafoPxLYvmM37mcSXzrn8rpge3IwrjwPRkHqTx2TFBEsxPK4dWsEt29NYH4uh/raUpaXAFYaY+MTOP3BSVy8fB4tbY1s50Fv7zQDcyNo72jF0888xTYJzEynkcu6Kf8aBhrb8OCDD1J/9iGTyVMWWdTX1cPPhdhH+W/Zuh7V1SHO3Txu377Ng+Qy5/M5HLpnD+3lEq4xWXD16lXogwHnL5zF8RPHmYx71/EF+qCIvkVcRiOp5ZwvMfEnG+jt7cUW2vMzzzyJbds3wuNxsT8fk+ev4YUXXsDAQD/n0gs/h1VbX8qgToH9T2N+fob+N480D7R9xDl/8Rp9Yh99axbhcBRerwdp+nH1ZbndiJRXIRAsxUrCg3Xra/H0088hFCqHz1sC2/JC/8+4wcEhVFdVoYH22dTQQNwlpBgIXruulbrdSn+VQIIJx0LOwuT4Mu0thQATaFXVVewziJm5CXi8wEB/NyYnRxGbn6IepKmDaznncfYXpM42ETcMfdjmjTfecJ5rGXzSYUe0BgZ6ceTIW7h25Rzlv8K1aQYLDG7OzMzhfSY2M9RJnV+6u3s4d7Ok14IgDwD+QJhzO0W77sbUdIzrhwvJRB7hUCVyORu5rAtBPi8sJmkj13lIsNG5ZhP5SiLBRP9SPIXRkUlk0nkeSivohw2SqSzpwDnM6gNAyWQCp+iXhhnoXmGiMcfgz/579mGaiV+bNvP6669z3FPYvHkLxxUhf3NwWS7moAvUzSZUVdQAPKAogdhYV40d1KctG7rQ1lLLtXUFS7E5nP3gPObnYkxGlFD+OVi2y+HBtj2wGazq6R7AD3/4Kr7/96/g3JkBXL82hf/4H/4O//HffwfppE1/cxOXzp+jHsQxPRbDhbNn4PdmUVdTB32TSsH+7du24IEHDsPtdiHHRLcStM0tDbjvvnvQ2dWOgcE+VDBx2trWQlmU0qc2YWpqkrQv4vSpE5zXOSaMFtDZ3obKilLaLPCzn7/g2NChQ/dg996dXLbzlGWOPv445piciC8mUFFRjVom8VZ4IG9qbkJFZZnzQZnOzhZs3bqWetIOD4MdLreX/tIFzXNbRycstw8BHgRzTCzv3LkPzc3t9I+0FeLpQyo3bgxzbLO4eOEKg/ETKAmUYpTJu5NHz3JfM4wAdaO2pgF1tRFcujSGv/iLl3HuXD/HkUZiOc3AapgJmjSy2QR0FfKG452Fx+vDw489hKefeRz1LWGESt08RBPD2CiNRLGms42+pBlt7Y1cm2zs2LkBv/lPvoh/8bu/zvX5aRymbmzZsoH6sI39dsPmISnHxUh+MRSowkBfhsmHacr0GibHFjE1sYjyslqs6dqMLVt24atf+QaeffZZzM3N0xZS5C8FffP2kYe2oKW1Fk8+cRi+gMHWHZvQwiT322+dw7WrfYjTD3u8ZXjv+DX87OX38J2/fZ5JzmW0tTXi8H37MDJ0B+GgBz4/MDraT50+hnsP78bBA/vwwemr6O4epdwWcPz4BTTUtSDDpFI6EUV5tB13+iZRxXV6/eb1+PI3PoUHHt3KIHMO2/fU4bnnHsGm9VE89eRuNDSWc9+0gL/+q5/hzIkJZNPlMFYp6hub4aFOe60CAl4PHrh/P3K5JPkYxBiTNIZ2NDY9DcvjRxoF6OdGo6XlYEwQtu1Dwbidb48lmRyQnuigpk20l4MxlgdjE/NIJnNIM8rt8kQYvC+D7S7FzHwWN7qncad/DvFlC7duD3PN/HusW7MW6zY2o6q2hDxM4Gtf+Sa2b9mM3/mdz2HN5kb4IjaOX+xBL5OkZUySKFFOg0aB6cD169rp35Jwcyw57qn9PjdCITfnKIoUAwIvv/Ai3n77fSzE4tyD5bF/7xrs3rwDM0w+6X8dMTQyznVzCBNTE9wr3qG/zpHfSnh9YfqqCEZGBx3/m82t4ObNqzh79ixcDEw2NrdCcjhy7DQTsn+Ac+fHMTGdwOUrvZidXaBPS2FpOY3F2BI8ngCGBoYo6wASiRReeuVVWCaPaKQEeQp1iHvdmakpbNrchGQqjVwmyeFlabtJWMy8JFbitPU49cUH7SO1bhke6FOpRWTpH31cm7/8xS9RZ9fRb81RT1dQx2TwwuIsxicG8cBDBzA7Pwy3J8uk4XXqcJz+pII26qKf6UcynUGaPn1gqI/ryTDWtq9BQwX3Py3bEQqUYmF+Fg8/ci/Hdhmzcwv41nd+RJ/yAf3sGDzeDEIRt2MDttvAw/385g07EQ1VI8k9cShYTpwAAsESlAQDKDAQW8jlkEmk4XZ5kGQQVYfC4eFR6qBBNgfEuc+ZnJphXzG+Z+GnXsWX8rTVGeh/R3Ca9jE0MoaTpz5AWbQK+ZyB9v6VlVWklyVdP6Ym53H5+nnylcG27W14/PF7KMsCPv2Z58hvBD19o7h0ZRCxRQtvvX0WNbUdOHzvfdy7lMJQr37zn3wda9dvwPtHjvG80IUN69dhYWEWR95/ByvLC9i3b5uz516ztpbzauDzulEaLUWeSdLh4XEMcD8QCbtpp1HoA4ZnmVy5wuRyR+saLMwtYXZ6FvH4EnXJjWry7fV40Md9iILuaa5rmze2Y+eWtWhprMLargYMDXbD48vj3/7Br+D7P/pbbNu1leM/hdr6RvY1xrF5sLy4jGNcnztb26kvi5jmenHz1g3KNY2y8igGhvrJSwTruN6NTQ5jIb6IsspKNDY3kk69E4x/6JEnuK9cRJp6eu3KAB568HGOfwOqKpu4liYxPZPE/GIBr797Hr/yj38Ppy7fwgLX62ruv4M8V27jntjPM+jGjRuxuBRHb98A6bc6yVA/93B9vQP44MxFDA9P4PLFbuQor6GBaRw7eoo+egfa2zvR3NxGuXiZyL1BvGHaZQ8uXLqAK5cvc40uoKWhFQf2HsQ//Wf/H/zz//3/wJPPfgKPPPQYDj70BLo2bUOS+qCA88mj7+LlH34XaxvKcN+Otfgaz0AJyvytV16BpyTE8UzDGwrCxSCnRZ6zDAjksgXyVIAWGWPZMMbmYmMBxsBlu6lbbrhcLuiSz9PdGMNqwzmwnDv+f1zCL4Ix5hewjDG/0JZv5MHAgvsu2NBlWZZuKORZzWBNhrabpdEIlunvdOYWTpKJBAVJFCjVu/qV/PVTghn6bY+Hfpz7IJ3rtadS++yHwSrAti3YFsG2kWdnomXYs+joGRSR7pm7AUGVW3fxPdRlySjFhIfmYXlFem4744vFYhBtN/c9K8tLcNOXaj1NZ1bYTxq2y8DiHkv1Lj7bLps4LoABNJvnt3AkiFaeHSJlYdqDj7gux7/4AyG4mbA3Hjdy9K2RSBS1NbX4Es/o3/rWt/GH//EP8dWvf41n4V/DY489gq3U05ztx8XLN9HLs2dpRS0yeYt7zgLtZh7TPMxfuXINg0zoHz95mvvuLJOq9di0ZQc61m5EPf1/e9cabNu5G1u2bcOXv/o1BMMRfOLTn0Xb2rUIlEUwxfH9hz//c3zhH/wKfvDqC/jc17+MN48fgdvvRY5Or0AhGmMcucCAf/wHvChbo3qCZTh2Y6NQsFnxi3/GGOToS/P5HAQAnefHUIwxMMZ8rASkQ+LUnQyD89FgGM08vw6PjqBAmWfZXj/pm6Os8wIDGMvAugtszfZsTL4038YYh74xwrGcZ/Aq5AvIMy5AtWETA4v8SzfEq0B6o/YfB/ASjoAcsp/ChyB8YwwxSI59612gAmPMh/0W33X//weMMQD/ChprIctnjs3kYAxL7spUKOBljGG5cXjSGMSnwBiWOfWgnCyn3qbNqK4Iehe/Wa718u957vfBPsH5L+IYIzoF0rAJljOvKSbOZJPCYRcgA0jxrLmcWEHW4c+QyioYY0H9yPYs59nl8KL2Kg9y7Q0E/PDSPmR3Ov8Xx6F5yHPOdJe9xnk2MJYFf9CPKPU4GAlAdpnLpxEM+eGhfedyaeS5lktWZJ185JFOp7j3SMKwf7fLAxfB6/UjwSRuir7Ax/N7hrFP+aQc/b7tctO2ffB6S2AZF+SX5I8syw19ADe+uIQVxhwLnHNjbCwtLTtjsm0XfNwTuD0eR06qz2s/xP6TqYTDl/YagZIAjDGQ/FSvsaUoU2MMJU8tswAUwcDBszl3oscah7bw07SVLH2jMYb01EC14LPeDTSPLpfLaW+MgXyXZKs+VS6aAmMMVKY6Y4TnZls4dFQv3CKAV4b6onnO8LwikB9WveSvMVmW7bQVTYEx4gUO3xqDMavvFudS7VxuN4xs2TZgUz5Tz2mk4kf4btZ7uQ76uB666Z8LrMsyiS7IkQfJIUd/A16iJz7cbGNTZnnOUY46meM8ULIOX8JRn+pfOLqz6Yd/ercti3wYggXYAhtgWRFJfXjYhzGmWOToQIH9FQss26b+gf4754B4kDw0Z+JZa5SeVWaRtsMX58sYw67YJ1ZlprEJRLsIrOJY9O8qWGyjJ+GJtkA6IlA/tmVx/t0OXfWVp0yEoxi47uJBshAPuoOXeNN6vcQYfhGPxQ4N3WUTFCvfXVD/oiNQnegIjDEoEClHPRXvqjPmI5mJF+Fpvly0H2MMx2UcfRS+eBGOMQZ6VpnsZWFhgXtq2bShPbsc/NXyGPevcdp7yinD3UvtBJKPxipQlfoOMAEcZGJPOqZ39SdcjV/jznIfozLbthze1M4Yo5vTR5ZjE121EYi26ChO+nG6NvXB4jwIjFltr3Zqn6efcwjyH5Vp3gR5yq7YTs+ajwT3UI4uk5Z0Ks29juZYstdd9ESjeNdzkS89C0e0NTbJTO/iadW+3BCu6tSXQPXGGM6z5dSJD82p8MBLbTVe2YTm0Rjj4KleIHyiOWV61l5PdMWD+FF7Y1blIbzi+2pb2s7d8Wk8ai+/Zoxx+BEueKlc9QI9F8tFX/wLVE5Uhw+9q/8VJvFXuG5Jdjn6kiKOZK4xCfQsero7QLkLT2CMcfRSY7epv8IT37h7GaNxFRw9EX3xl6OvUtsinjHmw7GovQC8VC/go1MvXiRf9SXQuzHGoa3xSC7CVR+r48k57YTrcXsg3o0xjg4bY5w6g1+8iv2BFeJDIAzxK77Vj+Qm+upHdaIrXgTGGPBPxQ6InkDtBXpWhTHCM3okvvkQ1J/AGOPU6R9jzIf1ehcNQfFZd2MMx7OKB16qF/CRbS3dHBAP4lvjKILKhGuMcXCK/xhjoPANHYxBJFKC+oYaNDTW8rAaBhjg9XgshFleU12B8vIIggEfyrkxqeCh1qeEIzfUXgZ+XDxMLCzMMbA9wENxHwPX00jTiHM8JOWpdH7Yvj81AAAQAElEQVQubPW1dYgwWL3Mg2DPnTvo6+vD5MQEYrF5x6EpmbvExMAMA2Bzc3OwYLhB8fCA73Uc4XyMwZ3lJBdZG7mszcTJImlM4+aNSdzu6cclHihu3urGHBMrcnjVNdVYs24ttm7fitaWFgZrK1ASCqCyqgJ1DLo3NjZAP/1aWlYKfZtmeGgQk5OT5H/AOfx2d3ejp6eHZRMMiE5ieGiY/fWx30nnrp9rlBMJh8OkWUXdNOQYzocrdYifYmJubmYeKQYQUbAYHIuQh2oEKQM/Mxq0EfY7B30jdIpBF0GMhzQdCpd4gL954zpOnzyBWzdvMDg0hGx6GeBG0Ks5Cfu5EXMzUDmKJA1cY9nGw1A7g9Jer5vyWkF8cZH0J9Hf34PFeAwtrQ3Yt3cjaut8MDyozc5Nk6cSHrwUqNmGffu3o2tNHaJRC34/uJiCG8s0FhncWF5OYHh4DBeYKLxy5SbOX+jB8RNXmWClzCbiuHixB2c/uISjR08wQPU+Ll26QifE4NCGjQ79S1cuMRn0Nq5evczxDlA/xjA9O8ogU5wHsgXMzPZx3gYJw5hleS6fYBK4BfcyMLSRNNxuN9tehZLaFRWV2L5jB3bv2ct5bUMgEMTc3CLre+gA3Fi7dh1KGDCPRqOoZJAlFAqjoqICCpA0N7cwIFNBfXcxidXDje0KZcB5qayGxtjXO47XXj2BN15/F4N9I2iub8OWjTsRLinjWPtxmsll/eysy+VjYKYOfl8IXk8QlvGikHeRXoobIgtur4cHhgyGR0bQPzjCeZjHmjWbsXEDgyTJAgMxV51Pr7/62rv4/g9+hldffxunTp/FQP8QEznjWGACf5D6OMvkSiK5jLLSCPLcFKbTeZQwoDc/P4fe/l6MjI6iwMPApk0bcOieQwiHQ5yvBaR5WCkvL4V0IUedKa8oRQ3tYcuWLXjqqaewZetWBtY2IM9F+dy58wxUfwvvvnuUAflejI3MYX4+ibHRKZSXVyMcKiXdMizMxx0dSKyk4fX4KWsvxzWLI0eOMql0Af0DfZzPLBqaGvHJT38K2zhHlVU1zgFe/9/fo8dO4ebtXtpcJ9asXY8g7aCtrR0HD+3F/kNrkeYmJJNbQkVlACEG8Jqby/DNbz6FBx/YgWSiwLlf4Byl4LK9WCQvY2PjTGr2YXxyDOlcAlmzgvrGUtp2EC2tNufZi5raKOcog7Nn38Px40dxu3sAbtpPaVkY0zPTDIT30T5mST+LdLoAt9fCzj1b8cij92DHzi7s2NHJIFoQzS0VWL+hFUCGMgnhC194EF//6uexb/cOpBg0DIfz2L69FOVlHic5srK0QhtMoomyeOKJRxlca2AwrRdvv32ESf/rPFwlsWHDBsTo0/RtXH1jZ2JiDG1tLVizppU89XM+TuL7338Zr732Bk6dOksbmaFeB+D1eclHgXJwo4wJVS1Obh4aqqurEI1ESHMeXV0dePChB7Bt21Y00s+VlkaRo8OR/Zw7f5627YXXG+AcT2JsbAppBqbmGHjJMMktf72GfuCZpx/Hls0b6GNGkFxewZqONRhi8u+dd4/h1Ac32bcPa9e3UbbnOaarpOmDZdtMGjfgnoOHnGDmLQZBPVwb1q/vol7OkucC+ZvFNfrqPiaklxlcdhk3Ckw6ZZmkbKE+HDh4wEnGbd60CefPXcN7b59momoZoWAAWR7MXAxM6RunWj9Wv02a4AE2g0sXL+MYdXGovx/Hjx5FbD7GhG414lxTJicnUFFRTv1Zoh6Nc62L8Dnh+IEUE/Na7I+fOIUXX3rFkfVlBoxv3xrA0ffPYCGWxPJSDpZVgvLyevpOD33NbfQzkH35yg2Oycv5XEEzfcvVa7fw+hvv4+VXTlEut3GdSfEsk+nBEH1MRTVlPY0oA+cuu4Q2VUF9bea8TiPLIEj/4CDGJyaoTynogzoHDxxEeWkprnBcVeWVeOiBh9HC5F9VZQ1amzqoZ6Xoam/H008+htJwCXpuX8M7b76Bgd4elPiDXC9yqKyIOgGhfCHvzH+ehyLLMuCSTJ/lhtcTRDyWh9sOITYHDA/MopBz48F7fxXDvW703jT4+2+/QRtOIRIuQzqdpU43QT9xrW/A9fd1oyxawoCu+E4iFKIvtCzM0LbiDHIH6atCoRLKrZw+eh4x6tj4+KRT7/HYaGlpwo5d22krCVh2Bj7uJ/bu3YOpmSkG8Kuc8jYm9zwuF3Zs34NCwU27OE46MTzw0L2O3V+6eg6ptPx4AJcuXcStW7ewspRAaakP25hk9vkD9CdRJgETbA9HVzTfr7z6Dt57930cef8YysuqGci+B3t3b+e+BRgfmYENH+c9g46ODZy3OWToHyanp9DX38eyDtx/32Z0dNbA73XTFsKOXDbRD+/b1wWtJfffdz/HZGFyahajE71w+dNoIf5Tz96L9s46dHRUIRgxyOQKcDMoPDs7jwsXL6G0LIp16zuQL6zgzbdewE9/+kOcOPE+XvjpK/iL//5djsFCnGuyx+vCtWt3kGLie9PmNZieWsTFSz3U4bedDzr99CevOuvY9/7uBfzpn/413njjHXBqsJxY5H6llOO4joOHN8Byx7GSmmMybpDrejc++KAf5eWNtOk+LCey6L4zhInJBZQzOfuNr/0qItTluZlZRCJBPPvcE5Szn3oWwmc/9TQqyfsE/XKOeuKyc+RpAd09I4hG6rgvOI3FeJ72cYpzeAE0T8zFljmXc7Tbt7G4OIb9BzeTtyacOHkVY0Nz0P8GYfPGLvzzf/bb+MQzn+Wa20F/cAs/+dER9PePIMQ1JJ0xtNEEXnjpXXxwoR9xJvE8IRsr2WXML8YRX0kibyz0DQ1haHQMSSbcclz39IGcjJ6zoP0mqWtJeDwe2Lab9wD5qEVNXT08vlIkUzaWV3IYGYtRRr34wY/e4tzVoK6hhb6gl0EtN2C5iJfkCpGiDt7E9777d/ivf/wtnOK6N8l2i8k8EpaF53/yY6zf0AmLO299CODQgZ0YGemjHzGwGAi2FAjloTibKqC/Z5x6GMLCLG2LCcEVJsC+/rVnHJt+7bXTTLbNcR8zQNtaoC7cxo6de3H5ajfeO3IKPd0j6Lszge9853ucg27uq8YQj09hw6YOPP7Ew0gxYDfDfUSkrBKWK4D79C3yzgbEFvIcVx1C4SgyXBfC9LuhEi+QTSCfTaKU9u5mwtHmeGdmlpBOpQgJrqHzKI1Y+MJnH6dP2gGXKw1DaXziEw/SVnZg7ZpGfPlLz6KlqQHNTK4dO3IWb776Fj79yaco/yzX+Qdw9MhJTIzNwjZeDA+NUy4TpOPDxPg0/fYM9P8j7R/u5hq9Frt3rcGhPZvR2dKMhx56nDqwgs7OLs5BhrTuR10N56e6AW6XB0u0l77+AXR39/DdS7ornOMgoYz7llEY+p71G5rwyU89Sl0Ocr1JcQ35AFNjc8hnLBSYoKjiHtGy+VzI0B/GUV9fSV+ZIm4cwZCfso3RD5QiSp8NY9DW2gIFcSg4VFWF4eM5aWF+kXo7zH69kC9epm42co9w5sw17mWGMTQ4hbmZBPdhw7Tjd/Hoo0/hS195GJ/89GN44okHEY2EOK4q3Lx5E/OxGJZTcXj9EQwOz+DKlQG89eY5DA7MY8uW3ZzfNM5xb/fqq+9SR/q5/+h31u9gMII894yRaIg2N4vqSh9qq4NYWp6GZWUwPjaE8vIQGpi8a2qs4L5vAq2NteRrBtFoGeILCcxNx/Hem9fp5/JcO1xcF9LUr1kMMJHa1dUJl2Wjoa4W6aUZZDMxbKXONTdV4df/0VfIw23nA10uTx4u7mUWV5bxyutv4GcvvuR8gCngLUGUPCIPBEtC2Mh9Uh1pNXOt0JllYnLcCWyvJGbxxFP3o2ttM+g+cfXGRYxPDTE5e5zzZbCynEFTYwc2bViHq1d6cOr4FUxNJLgud+Ptdy4iWtEMX7gK/rIqXO+fwJL8yHIaP/7xzzkmGzEuiN09t5gc3YzS8jKeU/Lo5nkwHIlg/4FDLN+EcKgEE2NjWIzF0NXZ6Myrgc09Z5ByW+LaUIIlrkW9d3rJw1X0cG0aoh965ZXX8cHx0/AUXFIPREvLsXXbDmzcuAXrNm/HI09/Evc+9DB+65/9c/z2b/2v3Gt+ASGfQUtNCFEG8i6/+z4aa+rRd/UqcekPACzTl43x3OxjgN4J3DJQm8/nwRukjwXqZI5rjX7WTvcC91yFgmG9AdEc0DnVsiyiG+gqFAq6/QLYts02Bfo8OHdjjINvjO4A/4Ux/JcAXqJn8dmYj8pY/OGfZSw+2yTGescD5umj00jns/SGQIzn2EUGaFPpDNIcY4LJ1iw3MNoHut0eytwHF312TglklpMYtN/J5jLQ+G2XBfHsdrt5t2B+aXwao/DUzssgvPDEs9froc16nDFatqHOJaBgmp/JFI/H6+xF49xbGvrxVDqBcsYRGptqyY+B1+eC223B5YBhvyAUnLJy7kO1V7esPEBf7/EI3+305WOiyOVxg8iwyEtFZQ0Tn9uwdcdO1LW0gATYbxapZBLSo9HxCZy7cAX6/ydzG4tbt/vw3nvH0c1z1iCTqwN3BvDf/+ovuE/KwvJ48Prb7+Lbf/t3XCcvwbi9BDfPTQZe6tTjTz+L9vYu8l4CX0kQv/aP/hEW0klkKYdofQXGmUx+9fj7mEstOx8QTlMDcqbgyAf/kyvHshxxJNtcIc+5KEDzkqdOFZAFGIPA3as4B7qzmjTzhMKHILTVuo/pI2l6LRthJpvCJSXQz71alLcSNmACO0v9IQH+FWBRx2zqrcW5Fy3djQFYLA75UHCewTLcvdSfHnUvgt7VRncQ2RgblmXDJm1jDIxZBb1b7MuY1XdjVu9O2d1y8BJdncuMMc686t0Yw5r/d3/GGPJhOYC7l/TSphwM5ZzNpSiHLCHv8AiNWkZPXGOM0862LGccDo8sA6/ic577pQLlrffi2HQvcLK0joHO2lAXSALiXskQNqcteBzQczabdcao8aqdIE8e8vJBcAOWi+cgIEUbV50xhnwZ8iS+XMjRthOMdQVoF4q5eajP+VyOOlUA2Kvb5SUXwBKTqMvES6s/1qeYAE1nUkQpwO11IxQNgy4aBdpfJpuGaMAUkKe+WLYFl8sFYyzuy3OELIwxlFvB8eW2ccPQb4rvxfgy90cF5Oh35H+8XIRs28X1ju0Yp0HBhmXZACyAY7QtD98tgiFNsL/VuSjnGT7CNSVJm86SZ43LsiykuK/SFyPy+RzxDemAbW243W7Ytu2A5FQE8WQsA9ttO/zmAdgci2iJboZJBp17WMz6PEFy09sqZBl/EQ2B+l7mmV9t9K52WfImWl6vF+JB/apcc63nHGVdxBdFYwxlaUPjscmvcFSfFR7n0tgG4F+xnegLB7zUp4PLPnUXqD7NRPMqpB35FfEpLtjUdU4O0vRZeeqq+AzQLwSY/BIPmlebfJC8o4cao/y5s56wH41N9bbtIt8u2Qoc+AAAEABJREFU6F0S0rf41LfejTFOufCMMTDGOHIUnngWFHmC4RzfBT2DlzHG4bs4HuEK1E70P84jZwiGsQ4X/a/uqicJSF7C17PKNBfFdsas0jfGQDwKhGOMgWUsp0zvRX7wS5d4EW8pJt41txp3mrFEPQtUJ3lJdkVQ2cd5Eg3hCk+gZ5U5/bI/4Rbb6K56lQmH1cjLpwjoG1QuHoqgPtVGYyHKquz5oLbCFS3V690Y4+heyV0dMMZ8KDvJzO/3M3Zc4shEbYq01VexvTGr8lSZcCT3IghH8hUtjU3P0jVDORdxNB5jDFQvEI6g+Cw89Ss5JZik07vqBeBljCF/lqOP6kfzrLbgpf55c2gX7yoTDd2NMU472UGxre6iLRq661009SwolqusCLIdgepFWzKWr0pwH6Z3lavemFX5SlYC8ST6Aj0X50fjFQ2VFdv6mB8Snt6NMR/OaxHH5XJDfamd5kG09K568ezlOcLj8VJWtoocXOGID92LuMYYR15q8/G+hCPcIghfZbqDl/B5c/RH/AuSyZTjo8WP2hXxJXvhGmNgjHF4kl5I30RH/k+yUzvhuuijPVzLdDfGOLzL56vvAv2YQO/qQ210Vx14GWOc8cjPq73oG2Mc+QmnQNswxsBN+Um+AuEJbPo5yUDPAuGKtiNjxln1Dl66a2wCPbPowz9jVscIOkDVFUEIxhjdnPFIXkrEa9x6Vj/iz0H4n/wjOuovyzVLuAK9q/yXwRjjyFljF6heuAI9G7Nar270rnL5GL0LXzKwbIuvBhmugeqLL6tytW3nXmynOoFo6F4EvQvHKvBgHeKhsKqqDG2tTWhubqATsnjQnseK8/9mSdPpeBkoCTEAHIRlA4ESPwMElQzul1BYOfh5wHC7XeShAC+df1lplPVVCPBw4KayuMhUPpeHEnwpKiEbQT87MDE+jhvXr+PMmTO4fOkyE0mjDBLMQ4cUcIZKmHSMRsoQ8IcwMjSBD05fZMDgOBMjV3D5cj8DE3OYmCjgxuUsItEyJlLqUV1dDRggkUg6dKQcBW6zslzAFxlc06RqInN01kluWJSAamdQOsgDxfLyEgPgNxjIGYKXCl5VWYVgMISWllZs2rwZtbX18Hh9MMZCkpsfbeDTHE9bcyse1P9DascutLd1UIYt0KfMN2/agvXrNqC+vhHhSCl8vgBlEuJinndAvCngMjk16fCqydGGsUBZRcJhtDQ3Yi0TI60tDQxuVDHA5UdrWzPHWcP3eiZf2hCNRriBy0Djs7mhyHFTWKARlpR4QbGzPI1gyI/y8ih27tqCrVs3cSwdCIf9dA46cGZQW1eDnTu3M2CzH/feuw2HDu0m3gaUMYEuAMcbX0ojxYDyzOwy4osZVFeVclwNaG9vRk11FG5u8uIMWvXeGcXEeIzzuMhk4hSmphdw/UYPg3w3sMLE4PTsBK5cu4CZWeIx+NHXdwsTk8PUIS/0qfyKiiqUlTJ4wU31zPQMlMC5fPky3nzzLbzx5pt45ZVX8cMf/ARvvvUubjF5PjU1De6FeJhadua8p6cXp6kn5y9cwvT0PDdXGQbDJyj7Emf+FAzR/C0uLjGA1YduJs3PM8GU5mF9PYPYDz24H1s2bcTkxAyOHTvJIMgNDA6OIh5PQoGR7tt3nMPq7MwC3HaACd01TFi1o7KiFgUG3dIMQJYyWbdly0YYWBhlAHeAB9upiQWUltZz3rqoQ6XU30G8/vp1/Oyn5/CjH7+Jn73wJt545x1cvX4DV69dRSwWY9BuGVevXqIMJylfFwM4Tehor+ciCYQZWJudm0KCh9s7vd04cuRdJmHnEAoFOL/rsBCP0Tko+VcONw/otbU1aGlp4RiWUMqDf219A5a4gI9NjDPovAhYhgGhNfjUpz6Jh5mI27RxMxaY7BseGmWQb4TBujvQN6EiTKpEIpWUZwgV5TWob2jBYnyF83sb00wIlJVVIF+wcOniDSagBwEGjGqqGxEKliEcLqUMytHU3Mx7KYOfHQwYPojPfOYT+Po3Po3f/u3fwG/+5lcZdPs0/ulvfQUPPXwIHgZuIyE37y5nDubmEphfSDH4P4vbDBYPjUxhkgG2HdvWkcYjePLJe9HWVoOhgSHycAJrOmqxeWMrx1bFPv2wbJcjyyDt3dDHWCZLP+aBsYHmlnrs2rUZa9ZSzh11uOfwDmxk20CJQXllCUKlXiai12PtmlYGYbuxsDjDYN0aBru+yIDxYSbBtrMsRj6XGEyLYXJiErlsmno2gkEGh70+g8rKMkQow3CY9rhzJ7705c/gt377N7F7z07KJ4ynn3kM27atQYEJtjVravDww/fjgQfuYYB0M/1KI1wem0HHO+y/j/3EGfSvxAEmIOXDlGwM0DdrcRwaHKKfPE6cJeiSb9Hd6w5D3zgL+DkPjWtQX9eGLZt3YeuW7YhSp3xeF/bv34IdO1pRU8MxBz20o0nyFsLnPvtp+ohH6C/KkM9nmOy8hP6+QfT3z6Cuto78NaGuvpoJfx8T19fh9QKGAdr5uXEmQkrh4qLlZyJ+fjYLnnGZ9PNynC7akQtLtK/JyWmcOHma/K1Q1zJ45JFHsX/vXpw+eR6XLl2Cn5umrVs2cy47cc89h9Dc1Ey9CqOpoRlDgxM4drQbr7/2LgO+i5xjLxPT62n7Y3jrrTfpE05zHNOIRqNYR5/c2tqOSGk5UlkgHK0gozb9WwbXrt7G5Yu9SKZs+uoKjDBQPT4eY3CbNvqTl6nTQ7T3VqxbuwGiIVtV8nBJH4BhkPvq1T4nkDs6Msu2Y/jWt57H228eRyRUTRlWweMJ0idMOOvjPYcO4bnnnsOe3Xuxc8cO3HvPYeprJ5a5To2NjDCR9jIGB2awg4FWL4Nf+pWDXLYAHXCSy0noQxURzllHRxsa6+tRy7UvGo3g1//h1/Gnf/YHlNEBeP1u2qoXxvB4zeBdnusDqPcrK2mHz9LSSpq+6i360DT97QL+1b/6P5lEm4R+hjIYKqO+DSG2sMwk/QbqcwHXrlzF1Pg4bt+6iUvnz0IfpNJ6GAyGmdS5jgUGQJXUHBsfBWDod2upU/t5b4CX838vE42bNm9CLp+mP1pkYiqETVu34IGH12Pvvn3Yu3cf17ogKqoqMTM3y8RfH7i04b77DuCee3cxQTaPYNSPdevXorGhEcsMbCQTKczR/9y8NoKrV7oxP7fMtfwWdXMYHtpMMrmEfCHNkec4z0CKe5t0JsF+IijxhpFO5DDQP8YEiU29aqe+1lP2Y8ik8qiraaSeRcnLODZv3YBNhG3bNuLTn34OkYjfCaosryQcP5hN+eFzhZFZzqKO87F92wZEo5XU6RzOn+3Gyy+cxMWzg1iIzeNzn/sEvvjlL6GusQVvvX0UPT1DePvt93HhwkW88+47WGYQORz0IcfDbQl9R1k4zLly0Re6ofnMc72ZmZ6jn7cwPZdisnASPb2j9H+dCNPH3LzZjzKuRQ8/fC/uv/8Qyisi9NPn8JOf/whzTKS99tpLnMPbeOHFN7iWjuLY8csszzGYDfoZP5M2Pc6HfGzLRd1YxvvvHcXE6CRmuS5fPH8OBfqA5eV52HaG8ziLVibKumkD01yTv/TlL6K9vRXP/+A8Brh3a23fiIWlHF5+9Qqe//G7lO0yrl2egceU4PFHHsETjz3ApFwSY+NxXL82Ayvvx8LMCn76o5e43v8UP/jBq/jxj95hAjaHQsFDv+LHUnKRPrkE8WSB/nWBelQCL/dYK9QFfSsgnzPIMLCl/YGBTd0LQGu0ZbmRzxdgWGaMgcVoTI77wzgTO4vcF6j9wmICU1MxzvkSZRFEfCmDZNIgkcwhFA0jxeTL4PAEYvEMLHcJxibmkaTPGBqdxaZN21BXW4mgN4ChnlEmUSbIVxnKaqMYnZ6m36jDN3/lMzC5OMbGBrgmVML2uuHhobKqshwJ9hUuCSDBhNDNm7cxNTONTZtbmYRvwa3b1xCPL6K9oxFJju3GrUF89+9ewTJx33nvJJ5+9tN4+NGnkUq5mMA+h+rqRlRUVCAcKWESsZd4MdhWAVEnmTZHufWjb3AAvf2DqGECcvOWNpSWRgAkUV0VoYwy8HoL1H8LD9y/jeMcQyq5hGwuja1bWrkf+1O0tJQhy0BXf98ELl48ioce3IHPfPpe7NzeijMfvA2PN8GkWAt6e24gTzlHqMfJhIHH44Z+Bn/92lq8+up76B+cx6kzN3GH68mt7lH8lz/9IfdaIwgGKuhL57kvn2FCbAFvvvEu3n//KE5xrVjm3mOEe5TySCm0tkRDQdpygjo6TdtNcm0x2LlnN+obG7F+/QbcuHmHsvBjkbq4EM9RJnF885tfhz5o1tDQwDlfpN/34eD+/ejs6KDfDnFfuQwF6nx+F/KmgO0719OXhenD/Vw/Q9zPVGJ2LomSEjfnLIYq7ptDQTfCYYv+MkPZAQ88uAc5Bqa6OrSuNvC8cC/Xth2YnplCfVM1pmcXME19LyttxJtv3sTAwDguX75GujOUzWs4deIsrtOvLcSWKZNuZy+9Y9dGzMYmEAgGkUwCk+MpfHDqJl556QSuXupHL2VYWlaNxqZ2vPLa2xgenXB++aKBshgYHKT8XYiGfJTpEO49fACV9A/3338ASiqvXVtHeTXiUe4Fz575gDJNIUtf+KnnPoPL529i745NOP9BHyKUe9+dfvqzRcqjiv62D/6AF6XRMAI+Gw21FejpvoZbt67AduUQLS3BtZuX4KYs3+B+vozJJTfPDi3cmzY3NqOqohL13EtIZ0tLSx26ZTzb6YOFrS3N2OvMZS1iixPsp4CWtlrU1ZWxPy9isRjnKQf93P/WLTtx8sQ5zmUZ9dVF3CraeRS2KcXR49wvn7iEnoFJTM4tIcAzZoxJT0M/V1peib/8ix9DeygF7b1+D3U9h2AohLb2dlziWWR4dID7wnV49JEH8Af/7nfwyMP30XbKYawcXG6bY27Cyz9/A9/9m+fRS9n08kyS5oYnz7V3bn4a3BLT797Aj/7+73D6+DFo/1oSCcLyWFyrfdBera29ExnLhcmFOPL0C3vuO4zqzna8/NobePfYCeSMjYqaeifxlaOVvnfsOEorKxCbm3fmqlAABDkGr7MMEli2RT/mdsry+Tz93yoYY1hWcIBkKCMLxasgAsWXu3e11aNtWbBtW48OGGN4NzA8Rxhj+Lz6ZxHPCD5Wtlqz+i/ZdMbs9fp491IHK+HxepEl3yXBIAz7sN1ewHbBzXKHHm3QzTVd63og4OEcB7i39JAfD5YZ5EuspJBOZ6Hgk8afY2LVRxkKLGNBNATGrI7dGIMsF4k011nLtiB8xQKMMXB7XKRLWVNPtb9OkD6H49CwbQMFh/yMfyh5VWAsJcx5DPgDHIOFfCEDD+c0WhpEXX0Vqqor4PW6nTap9BL3yV74Am4Eg16O3QUP994ej9tZ3/25AIzbg1defQPfe/4HePEV+ngauSsQwPR8DJWV1VjT2YWnnhDUy7oAABAASURBVHgChw/fy73R/Thw6B7cw+fNm7fyPL+bsAv/9x//CdoYQzh0+B585evfwKc/+wU0t7VjZHyMfn8QfcODyFHPYHvxyhtvc73+Ef7Tf/lTfHDuHKrr6+CPBEHHimB1FH7uJTJUj0BpBDnupAqUD3NLkE5IVwpcU3WHc+UpIwPLtkE0gPj8h3/SNb5RtwqFvKN3Fvu3bTd0BzgnsLk3zH9It0gfvApOuwIM27r43sSYTJJ7L+mLvgWXQx7GMuAfspx39gRw71sgxznanyH/KjPGoHiJpvSkQJoFtheAOqa7A3f7LHAMambMatsCB689RjZL6rmCQ65AXPHrvNz9R2VF4IDvln50s6hQtiOnVbpqnycdtfkI6398El4RxxgDYyg7tiuW8xWWbcHFGJzGww0HBJYNlgH5Qh66jDG6odhOL3qWTPRsUZgCm/puWeAQ8o5tWXwRbWM+6jefz8G2bYeWbMoYA7fbzf5W7Uj4AmMM7SxHiYJA+VF3QDYKhNUPUhS4x8owBpni+pvkXOYcu2EzeL0eBPwlRDfI0bdlaOsrtMuc+qbNuDxe8mAhT1lYtgWLfIoXm/zrQ2Syc327NMf6DG00S0hTV1Jp9ZPVkGEMadMHyd4VS3QxseXl+VNjCwbCKIuUQx8sT6dzDv0cY3Y56oAxGjug/jQky5KWqqzAcYK4hvJwweNxQX4mxnOAknoexhvFp+ZTdzEhGgLxq/NVimuI6iVPL32h7sYYzkcBxhjS5uSAl62x55GlPMBnQ8jR5xtjHDxiOG2Kd/VhjHF4TqVSLC58RItv+hMPGcbkpBPCl36ovPhszEe0hSP8HGUiHMnORR2U7MS/2qgcBrD0YRc3+eaf827pASiQX+GpH7VTe2MsZLl/VPkqZBw9VH+iZ7Ftnj44mVzhPn3ZkW+BOp4nqL7A+RY9PYumwBhDvJxDRzSFIzrqT/XCVZs824K4BRUQLNuG6ougNsYY1gCi8QvgKIKBi75dOuT2eGDIq/hWn7oL1I/oiKYIFcv0rHJBoVCA2ghUrzrhG2Mcfpw1jrRVL3oah4u8ai0UZKnTBqu4omcM3wjgZczqs3gXbUGBvBuzWm6McfpQvWgLHBzK5uO0is+qV5/SBfFDwTiyVhvVCXD3Ek09GmOcPkRDZQJjVss0FmMMz7tZ5Lheq70xBsI1xkDv6ku2ItAzeMlOZF9qr2djhFsgOwWoTGBbFgrUuTzHqz4FxqyOW8/iP80YscYj0Lsgzzaq15hSqTR7W/1TmeoEwhMIR7XqTzxr3vSsMtGU7aW5BxHearsM9/VJyAepvfBLSkqc/Y7GIxrGUK9oW/IHAtETnjEGRR5Ez7Jsp12Qeyq1VZ/qS/2qvoircouyMMY48pScVSe66lsgGQpPPBXbfryNaBZpaxzFOuEW6+TzkvTZehd94djUU/Wju97VhzGr45NeKylZrC/ehaNvr2pvpme1FX+6G2NU9AtyED8C9alKY8yH+maMgXiUvAUag/BESzQl36L8jFnFFb5AshC+xlMElet5WR/wIejdYjvJ3xjj2LHkoHrhgZf60tiNWeWdRTDGUMcN73Au8S9aAscvsVRtBHz8hfE6fPHcqbvaGWOcevWnd+EbYxwZqG+B6Gjcqs9zDdHdAE67VTo555lFzp8xhrwZ51n/FNvqWfPk4fqvMYuueJaeyz7Fg96F93GQj1WfWrPUn0B4go8/f/xd+KKh/tSPeBDux/uwbMsZp+ZAclO9046bDvlji3qvdoIiLc27eNddUJSP7oJiG9GyhoYHkEqvIJ1JYnC4H1eu8pB557aT2FSAeFWYOeS5IEnBtKBqczEzM4NBHshZzORXOQO5tQwg1SMUikAJwlsMqt3p6WGAYBoxbRioTHkurn4eaqKRKCKRiDMhGTqoMA+qOjwH/H6EgiGU80CbYpR7IRZHfHGFh/FBnD1zCZcvDeDVV67j6JFryDOQuHnzenzhCw8zIfEQNm3qpLPwMJA7z01XgrLIc4FMY5EJUlgGot/U1Oj0K8PTZMowmpqaUc2gZ46L9NDgOINNWWgMXo+PwZEQIuEoFcVCmnyKRk1NLSqrqlFTXQdwM62E3+TkJBOIk5idmUM8voRFBuTcLo9DJxAogc/rZ+A6CZWVlZU7m8EpJlAnxiccR5ljBj6VTGByYgJTk1NYYjA9Q6eqg9e6tWtwmImDxx57BDt2bMcyA6y3b93G/Pw8WlpaeaiqwOzsLG7euIlJtvVywW5srOcBrQSlPPRUV1cxoBqBDnYZzvGGjWtx4OA+NDbWMeFxAzduXGUQeoq4YejnGZ959mkcPLQPnWs6EQwFMc+E2ujoOINMC1x4fFi3Zg0PaeuxlcHvtWvWo6mpFbU81GcYXLxzhwd/BkH9Pj83u37EOX9Bbnr37t3JJMzD8Pu9DNbOcszLDL7GYVs2mpuamJxaT9pe9PcNIJXMIFgSdnSgrKwSJYEgHQk3ntk8+VxkoPkGTp68gjt3Brio5rFl81YnqHHo0B4eQn3IMMC4xOD62GicPC8iHC5lArMZ8wwyDA+PQMnWZSYi2nigNDDgtKOjYw0DhQ/iicefwr59B3DwwL0MCD6G/fsPUy4VdHo5BpPjPI9Y8Lh8vLswPxtjcG8EI0MjkP5uZnJAP2EcDAa4AK5A+r/C4GwwEGICdA38vjADXD04cfwSrjPhMj+7yMM0ECm1OOYUoqVRrOlai+qqGtpThWND+rBBgUk1lztPXjbhE598Al/60mdRywCVZRdQW19L3lLoH+hHd88s0pkMmlsanbZkEs3NTdT7cmjRko4kmDwtYyK1pqaa89aIBx9+EA8wWPbUM09i5+7tjh+Ix2NwcYMrx9Pd3YujR48ziP0Crl0dxMz0EmEZcwz6xWIp4lvsK8E5TTBIalEmixgZnsJPfvwKg0X9tIUU9T5LnBSTZJcwyKTy+Ng4A8jj6O29g9NnTjD4ehbz81OIRANYXJpBU3MN9h/YieracuLcwtBIH9LZDNJpCxMTWcoWTIotM8iYxNquZjz84F584fNPMvAnPYxi/56tnMv92LdnA7Yzwbq8HOMsp9HUWM2kajuCDI55XG50drQjGg0hGvHQlkOoKPNidmYMS/EJ2kYZkzY7yUslDh3ajUcffQAb1nVB33q8du0Sjh57mzY+Q93yA0zGTk2N87mEvCWol704ceIM9fQi5+QOEz7r8ZWvfBpf+vJT+I3f+CZpNkKLpz5ZnuLhSDoi/yhbLyuPUBaztM+9TAx/Dp/5zKfx4IMPwOfz4MaNaxifGGeya4jJ3jYG5FtIqwFPPvk45TFJW76FkdFhynyB9mIcX6APCoToWxVE1ocUGhlELWQ9TDzO49b1IfqjMHVuIzxc7LYx+f/Nb34Zn//8o6itKWFdmn7LxSCVhRw34PJxSp4NDw+guanx/0vXfwBIdlznofBXN3TumZ6c0+acI3YXOYPIYBBBiaRkkrayZT3717P9bL/3fgfJlqycKWaKASRBEDnuYgM25zw55+nJHe/9v+8OBoTDfzGFe2/VqVOnTqqqc7p7aVNNtK8cDwglePTRA2hoqEEdEwgV5XEmRWZJXyPq6yuxYkUDNm9Zw+DjKtpyCE2NtaisiNMlW3yPoopBqlRpKXmSxauvnATgkP4QItEkWlvWcPwE7jx0H+SPf/KTH0E6TiAszC0ERfq0ceMm7Nmznbzair17d/L+APW+CtlsnvX7MD4+gf7+AVy9do3r22UeMj00Njczcb4Xv8ikz+7de+jnS2nHpfRbcc6thToTgW3HcOHidXz7Oz9gkus09XaUvPAxTZ+Y5aEzTlvXWnf16hWuCeV4gInvRx85gI2bVyJZWmCyvwsFHtInJtKU3QD9Whhnz5xAaWkCWsTfeutN6GcRPQYEKsrKya86zjOExYUFJgQvYbB/iDyyyOcx+o8oqhlo1lphSJ0btpHmuiof0dTUiHquSyvaVmDvrt1B/Wuvvozvff9V6mQRWa5dPplm2xY83yN/LTiuz8N9hgmuMcwupuGGbJSVJwF4uHm7Ew8/ci9+5StfwY7d++GbEHp6R3H8xBn0MjFWWVGLZiawH3rgQfK5krbvcf0bxYs/+Slpz5LWGIa4ts1Mz/F9kT5jErU1DeTbHOfYDCKEy2DAhUvnadODtJf36Qeu4vXXz+NP//Lv0dXbjZsdt3nvQU/fIBI8ANTXVyHP9Wvblm2wLRfTU3PUIZf6u562lwqSHlXUpfJSQ50xcHlAn+faX8jnuAcZRDweQioVJq0+Nm6qxjNPP4CDd+wLePree+9TZxkU8amT0QT0gago162GukbKI4a9THbv3bsXd911B0JhQ9s+jTn9swjw0bSiBYNjM+hiYm1gcJxzzGFhvkh/9z7q6mqpd8NM6JThxrUR/Ol//zY2rtuF2upKaF04x4Dla2+8ia6uIa7RDSyN2LXrLmQzHv1QBqnSGHbv3oY1TOpMcr9lUzbRcAhlpXHCJrFiRQViyRB5GWJCtg427XjFmjbEEiW0nyjqaiuxdeu2gN/dfd04fe4o5bkeu/fsIg92YdXabUyw1mPt2q2wnQiqqxtpXx7X/EXAcgi3jzBrsXbNeuQyBSavTuEiEzzzTGC1NDZDetfS2kz9ymCG60ZjQy33DgdgLAubN21G64oV9OvguJdw+dptWNSxeFkKmUKCNphk4snG5XMd+Js//yqTLR9g7YZa2G4eN253Uy/mcPNmGtduzeLspV7cZILNUGfcmIUM9WCBAXMn5CBD3Z6bXYTjhKkfPqYmZzHDPaPHvZltu+RlgTI3iEU5nn6W1Y3Qehy4hDfGYtC2CGMM4vEkXDdEfxbm3F143F/mi0CO+4mu7j4sZotM2heoa5VMzMRpM/MoragAq9HdM4Y+rnuXuEa+9NIHOHPuMhyrgP/jd34JJZEaJNwwIiEPTz1+Hx56YDdWNNWh6/YVRLmuh2wL+hASt8YoqyiH9NWN+Bxvhj4ljPqGFNpW1uDylfOkKc+1MEe/34ymllVYWPAxO1OkruQRj5Wivq4ZtSye76J/cAz19a0YG0+jh3uUCNe91atXYSY9Sf6k4XsFkCzulycoxxqEmfiqrE5hITNNWdyin5tFKFRkQjKLOOmZpi3/4i8+iuc/cwiLi3nYAHlu4fTp1/Gv//Xn8C//j8/gvvtWoKW5Ap2dt1DBwHt5eYL2k0TYrWCi/gITtv3c84Q4n2rcdfd61NSUIRJ20dLSyn3XQcJG0dDYxrVjHXbvugOHDu5huY9r2TTtpQol8UYM9c2jorSNq0QJ9O3bBSaeFynvzRs24YPjJxC2bfTxXKJfuEnEYxjoH4RDuepXRf7P3/t9+q1WrncRlhh6+sYwPZvFd7/zU8q+FN/42vexbk0T9zez5MEFzEwPY5hrrpIzC/Pk2+wU7rxrN+Tvh0d60NhQjn371uHeu3czqbEVsYjHOeSRjPvcB9zArp2r8Dv//JO489AmNNRH8H+0w/CeAAAQAElEQVT9u1/Bl7/yDPcrd6OyKo5jRw9TlvWorkvhwuV+ymoaw9xjxZMOKmo434okfvbTs+jvmcbbr5/FxGiWcotwvzUPBYL33rEJn/2lZyiIAjIMdK5cuRrpySLeev0murumUVfdxn1UI7Zu24XK6jq0tq3iGSmC2x2d6Onp472d+p3DhvUbSO9NzC3MYnpmGn/yp38KkI8N3C8UuEGurq5AlnuVick0bty8iQ1b1+PCtXOY5hnlRtcAIokyxJMpVNbUooI2kclxH0T/nV3IYWBgFA0tq7FqzRbafBjJRCUS4RIMMAHe1NJEfzmJsx+cw6WztzE62I3W1gbYYYd7+yJtyGEeJ4rSRCk6b3ZiYmgMgz1dqKedlMZiqKlMoKE6hDvI5w30w/u370DIilFvk7h28yq2796Fy0yev/rmUfQNzeH1d87htfcuY8229SjluSgSi2J8ZBohJlt+61d/BV/8wi/w3NuLaNJjMukE7r3vTq7Pt9DX204d8rmG90FnztHxESalP8D45CjnW0I/uQUXL1/Hpk3rMTDUh6mpaWjvUsz7yDPQPzMzg+7OTly5cJ5ngPM4d+kc5snreCSMibFRHKYe/MO3v45vfPebePO1VzE2OgqPPtTw3Jh1Y7g5OoMT7YN452I7KtaswX2ffA7NmzaiYeUq+AwETAyP4e6Dh/DrX/5nePbZT8KiX/MZFHQcB4CB5/so8vwE1pugyHotAFbQ3/BujA3DNgUSVIxhLWnQswo+vIwxsG0blm1DlzEGUMHSZQzflx6D/6vvx0tQ+bH/GUP6PI8oDESvyzWssbERNTyTq59AdfcIU+SctBcNM/Fq2xYWGTTXOSfPNb5IB+raUdIVBv8HGJurpXADBc5d52nhXsYlfCrgJZyqz3JPt8Azm6V5czztH1RfKBQo00nSZxNXHp58p0seCI68TafTwR7N9y2EuUYpYRPlWbeqqgy27SMUtuDxHCc78gmfLyyiUMzCDWnOPncR+QDGGI/wNmwmbuyQi8rqahTYOsLz/fFTJ/H7f/BfcezEBwjxfB2JJzDKeIM+TDwxMY65uRmup3OwmAR0HEMW+NA8YvSBHgAuhxwvhObWFkjvq4i7vKICJaky5GEhnqrEjh276YPSOPHBSbz+5hukMQ9OCUXOIUfaZvNZ6D7PpJPtOmSxFcjNGAOjMTw/GMdnvEVjG9uQBgPbtlgMnwHJC5yT+OB/eBc/JQMVj4R6wsc+jmXDoX4b8oxVhFZPBP8zvMVDYdRyTzzB/T18j/uQHMdZGivsOFyjyHdOXngd6muYeyd1tkiXzWKMDxWffaULKj7H+l8KiISw6rtUwH4GxgI0n2W9VT+QTx4TOtqn+54H4dT4y0Xv/sfGUF9jDJYvY5ael/7P0T4G+/F+ghdO1el5uVjUSRXVq126uzymYITeknxs8oa49U3eouavQnrVR30/XtRP78t4hGOJb0XyQTxEME+125YNy7KwPC/1M8YEdcYszUrtssVwOMz+WJIraeHfR3BLdPuwHRewXMYwCshlPe5P8lAM0mOQN8d4h8axKWvZv857PnUZxkKGiQ0lV/VtE/m/WCIOm75FcMYYJBmnLClJBvoiHFagDwaGvDEGpMvAWLYeIJ7kuRnUXYWsom34XIOL0PwUT1LcL8sxNQfxQeP4tAfLOHBsFxZxqRhjsHwZY1hvyLsC1+EM7+InePeCYozBEh+8gJ/imTFWMKbGtW3SBwT08RbAaAw9CzYUCukRlm3D2BZyXMvz5JtHjlt8t1ksy4IxBoI3xnCdzwZj6t22bfI6Tx7ZEC7btqDLGAPrw37GmIBWzdkYE8Cqr9pFu0qeexO1i2bVi9/i41IdqfER0CB/kOd5uUD/WiCdBdFLGaufTVqEV31t2yI8Aj54hBMe8DLGkC77Qz5YbCdu2m4o7HJ+Dov74TzsgGfqZ3EeYeqhTfx6z3FPk8lkKI9cAEOU0KV5qAim+KGdSK9EiCGOJbpsvhqB/w9Fc81zHupPALj07WGu/Rb9vHBobBVjTMBvjaF3FT0Lmeg0xrC70Svn5gf0Ca9gjDEftYkWFeFWu+hzOZ50wCftQiDcKsYsyU9wok+8NmYJl55VBO/SdkSD3o0xH8lZvJNuqGhMwQiv3tUWpg6qTjSC1zIMH4M5aEyV5XZWfqRPGkv14p+ehVc4bcuB5mSMgXCrXnh1VzHGBDqc5Xqusjw34RIe4YjqA1CE0zt08Vk4Ldq/cC7jM8YEc13Ci4Dnolc04cPLGBM8yfZ/3kZPZFlBX+HT2Gpb1i/RZYxBhHKJRqOBbhpjOH0/mL9gVUSfMUv16jvL+P8C40PCZ4wJYFWvOumt6FIfEaS73oUnzz2S2gWres1PfNBduETPx4vgVL+sQ3nqr4rqNB/pg/oujyOcxpiP5gteGlt9NL4xJtgbaczlvku4cxBdGltwwiP8S8WmHeY/aheM2ok6mLfgRY8xJhgXvCQn0aW7cCzDG2MC+xC8imgTPtEnGNEk2iKRCGUSgXAI/zzzVtPT0zzzLgY6pb7CK/wqxizh1bN03hgT0Ca8KsvwwqdxVLfIJLL4q3f10bjGmEC3OIVAp40xegyK4IwxwRwd+gzbtgijdh+yZ4/xWdGqOQn240Xjq17jCkZFdR4XMT2rqF114GWMCfhkzNJdOs3qYOxlWi3Lhsb4eF+9G7PUx5ilu+qEl+6d9FoBDvFBvNZdeDW25C9+6Fl9VE8i8PGieo/ECN/Hi/qoiBYVtYGXZVuBDC3aIHipLcf1WXfB2Jb10VoQjANDKATzUrtwime6q0H0frzYtv3RfJbrrV27d/BgX8nDwhSTFx0MGA8wSLNAxclDSqQg+igPd2NjYwx4z3Nj4MDifwkGnxoYbIyEYsgyATY/v8jAwygPjV0M1vcGwdSenl4MMIHV09WFCzxIXrp0CT3d3cFhUUnBqqrq4NCUZLAUwcbDhseDT/utdly9cg3Xrt5gEPImEyBxNDc3MwgdRVWVwdYtTXjwwUMMwOzk4XYdmlsaGJiq4b0Zd9yxH9t3bEMjE4rV1VVoaKhHLB7nIpWD5jDJJKSYleGCqZ8bvnnrFgNRcezYtgNPPfkYHnrwTqxbtw6psjJM8BDT3t5BngzzsLJAntpktsEigwRXLl9hkH6c72D/BAORNWSuQ74Vg2CyNnGLi1n0MGjRweBFns6sjsFV/VuhOmyNjw8HQaex0UE6UgtJbvZC3DjOMRlr2y5qqmvR3NQSKAQH5lgTPMwPM/DagzSD+TJyy7I5ngctWGt5yK5lMEM6sbA4D5ubw1RpCZoYuCspTSCZTKCFibYNG9ahubmBz41YtboNNTWV5GsCSuQsZOYwNNqPo8cP44NTx6gTafJsnvpQRCwaYhA3SdgyNNQ3wfcM+TKCgf4R8mkGlrEZAFuBZ5+6F5965hPYsWkD9uxYj03rV0pDMTY6TmfhoYLJ5E0MtK5YsYrBvkZUVtagLFXBBGIF35vgOiHYdhi1DL6XcMObY7C0h3o0yED18PAcxyItsQiNM4xQOEb666kTdbjnnvvwzDPPMbi1Dzt3bse2beuwdt1Kvt+BJx5/Cnv27Id+JrOJSYCa2noGkDZhLZPBq1evxaaNm0lHFQPf/bh54xYDS+08HI/AdW3oUDw1NcHgThb9A/3kyRTmpOtMXOsnlAeHenD9xmWcOn0c2ew8ca3hmLuwc9cOJuxWUa194utAZ1cPOjt7kc8Z5IsOSlNVsK0oDwg+bcrG4mKGQcNxllH0M/GjT7KvWNEKfeMwFo0imYiA53OcOPEeywf4u7/9AV555V1ksgvYu3c7/sk/eQz69pF+Es3ihqCpqRGjYyMMdp7CpYsXcOTwu+jv7YWST1evXmXC5DrnMsFERRRNzbU8iM7DN3ksLM4yONyDH/7wFbz22vvsdwEjw1nI4c8xSfC9772Pf/ze60ywvozD750k7g4MD85CcY2OjmG8+upRymgRk+l5dPcOYZCBns6ubuKYZCD+WvDTc91dHXBDFoYYeLp24yJGxvrR29eBZEkEw9S/GwyEjZP2bvqK9lv9yC4WMTOdo47EGKBci6986Un88R/+Gv7l7/4SfvnzTyOViiBkUy8iToDT5yZ8/foVaGtdSZzlaGMQcfeufWhtbkUsEmfAdD30jbb62hrK1yUtHlataiCva7Bt+0rONQ948/R3E7DgM+A1gaOHGTwbS6NY8FHNQGeiJIz5xTRlfwlHj73HAPUUcgw27Nu3B7KvCgYqWppbArnmuRGprKhEjhv1Sh7+wYO5EkQFBmkki8uXL0E+Vgul/MPGjeuxffsW1NRWIj09hSb6slzOx1e/+kNcvdqOfQd3Y8fObdS3RfqXTvrpKeQ59jRh29vbsbCwSJ6kYBkLly9fhv5dVtEwPT0LrkdoZyL71OkT+NrX/46Bwk7kKLyhgV4GrCNwLAtTk2nKawyO7aC8vBx1dfXk4Ups3ryJeOOYn0tjcnISsViR7wbz82km9Gk3HdcwNjbIPgna1wraeoL+aQGzM5T9pbNQECmbmcHuna14/BPbaLdR6Nu96elJ2oKhDJo45yYYE+IcCuwLjE2OYTE/i9KyBPX7XuIsD76ZMzo6hi1bt2L9+o3BnO699wHawX76g1om5i5gcGAQ80y42m4EG7dsgX7uM8SN0tDwKG7fbifvCuSZR9+dxOrVq3HfAw/g3vsf4PgNsDl+V2c/zp69iN7eQcjXNTfXcL3Zz2DpAD44+QGGRkawQP/uGzv41tr4xBR9SAr3P3QI//RXP4kvf+ULeOCB/bRbC08/ez/27N+G3Xu3QD9hfvbcScwz0Sc/eO3qTehnAM+dOYeb128E9WVlJdiyeQsee/Qe3HfvnVjFQHGBOhTmIWzXjh30wyXQoTMUCyHCYgw3cD4g33n16nVozb51+xZa20p5lFyA/Fg4bIFxHhj+R7FSx0Pg8oEs8cJYiHP9yTBJVWT4LsEk3i2uWX/4R3+Gr3/z+7B4kIpGS3Dp0k3cukVbHpnCyz97E/NzOco2A69o0+anqBPT2LhxS+DH163bwMRQkbw6hw8+OEW7v4Ab12/jzKlzuHbtJgaHhiini1xrjmH95s0s65Asi+PqrUEMToyibfUKGBKaod5fuXwVL774Uxw/dpJjzCKZLMPE+BRmZ+fhcd/w2COPMGGwCatXtqKpoYr6tQaxqIOQY1GnHaxsq0eq1EV1VYL1wIZ1q9DGNXDfnt147OGHWV9DO7mEqspK0nQeLvuVlMSpSzU4+v77TAaP48Tx47h4/iyqacdjQ9Okfwqd3YM4fuo27BAAy0NnVz8mpkYwwST39OwsfewN9p3H6EgaVy93oKtzlLrbDn24JZFI4srlTnzrGy/ihR8fxje+dYRzK+Df/ts/ZlL5KJ579ml8+tOfxM4dW8nHLJrqGzHQPY2wU4BtZ7FyRSVWr61HVU0SIcq2wA11T98iSii7NP3AxYtX0dExi5+9Ufpc9AAAEABJREFUdBTf/8HraG1bje1ck9xQlD52hmuYTZncxujYAucxyglEKM8syspLUVlVEdSdpE52dvWif2AIRcohyvW2rraB8m0mTC197Sh+/KMX6T/DqKqqYTJmAStWtmHnnp1QQrylrQ0r19Yixr2Ho8MrD9bzuSI8Nwwr5CBREqIe+njooc3Yvm0159SKRu5XyquADbuiuPPRNvzev/017lW2cYxq0laFMG04wgNoVXU53LBDXUgxeZ0n7RnksgUUiz79Vgg+g7CL3DzPzC2CywF9bxFqM9R1y3Fguw4IggjXVgVHHNYVCkXAAD51ymMjj8NwyK88A/WWE6KuGaSZxC/yPT2dxgxtOBRNoH94mnM+iONHL2BwsIDRiSxe+OkRJsQq8PVv/V/41Gd2Uicr0XHzHC4zGX3s2AlMp+cwSVwTkzNIcJ9jWRbi0Rhyiwtoaolhz771eOiRu7F7z1YMDaexb/8BVFfX4czpm0xo9aEsVQMfLtd/UE8ex+7d+7Fm9XqEQnHatIfLly4jVVaJGsqrbcVK5LluueT7hg0bKcs80pPjCLs+93LluOPAbuzhHqKJPq6hoZxrYCO2bFlJWylyDQH3fGFs3JCivryD9dS5Z57eg3xuHjevdeDWtRv40z+mzr7zU8wsDOONt07jm988jh/84B18cPIy15cJ9A1M0Zaa6S9zGBgcwokTF3D3nXdTZgX6qmG0NtdSdrNo5T7e45qYz+TQR9vikob2m/3YuHEPkol6LM452L/nIYwNZTE5loVfiOHll99gknsBVy9cQmk8gevc20TCIZTwTHH50hVMc83LZRfxiUfvxac/dRdWrajm2HvJuzxl7SPEPcPly334kz/+KmmdCvjU0ppAa2s5/sN/+G1UVBawbn0tZTWPiqoq6FdPSktSWLWyFb/wC49h/bp62uck7r1nNx5+8A784vNP8myyD5/+9CE8+ug+1NdFsHpVNdauqaae9nPur+D8hfeoS/PUsyzxNKOsMo4v/MpjuPPue7iWLFAfkkzUpXHu4kWkUnFweQb8EHXYZnJvBKvXtMFYeYwwqQfbQ2VlBaoqy7iWprGR+94D96zFinVNyKCAaDKEwdE+WITr6OjA5m3bCFuN2fk5LCxkiGMCYfq6TTt34M4HHsF3X/iA+lOG1189g7/8y++il/uCgpchnyz09s3h8LHTmM3O4tNffBq79q/AlRv0zS+9jJm5OfR096O0pBLwQiiS3sWchfqGdTh37jYT6RP44MQ1/OhHb6CL+8Q1KzdgOj1B/rXht3/zc/jlz9/PfdkKvPry6/SLt3Di2DkcOXySa3U3euhXy1PlXH/OY2Cgm3p4NODLTHqc/jiOyrIoqui3unhW67jVwaTtIveal/Huu++S5kG0tDVj/4F9XAtt0hdHd3cvahsbkKOC3X3nDiZscoi4wIb1q/HpzzyN3/4X/xQbN2+A7xe575zA5o1rKON5xBMu4qVhtHd14tTZ8+TdJP7mH/6Wa8Bh3HvfVsrEo6y4T62sQ2NLI+oa6gBj+Gdg0d/AcgBjITc/i+6uds7jJM6dOYWuWzcxl57kGFlMT43j6JF38bWvfhUv/OgnuHCzA1NcXzPRcsxHKzDAPeTJ2zdwpbsbdjyKNBNJ/Z3dGOnoxdHX38EE90Xr16/nGmFDl23bkG8p+B51HsGz6lVUv9ROWO4fPAZaVRS4ULuKMSag3xjeYVRFvvjUX+9jpRjUIxjhw8cPYfHhXThV8D9dqhMN4XCY+70C16NRjDLeEOJaIZ+8fBdMgb5BH2yYmZ5Dlj4iznO9zpPlTK4nS+KwuW4bY4K5G2MCfAqYqd8CA5BKqHo+J2ps2OSLEkIOE48GRcTjEVRx3dOeVwEUwSkZA17xeAx1dXUQPflgv4SAB8YYRLgelZameDapxOREmrN1UFdfC5fnG2MVuL7ZPBtMBKW/vw+hkINUKhXIIRIJoayslH69IoD3mHAFN2l5rpGzXAf0bbkCeRqhL2tubkUyVYZ3j7yP//bHf4LvvfACegcH6DuqUFFdA30g5/S5c7h05Srau7tw+uxZ7kfa0XH7NhYYUyDBEG6igz7srCRanOtySUUFPMuhPy/i8SefwS989rME9eCSP65toZBbRIzzL7Kjkm4+68Qbi3fx0LKsYC6WbUM6rndjqCcWC8gnWp1vPMDyYWyfsIAxhnf1MzAWsNQHweX7HEnw7GeC4rPeZyIoD8/yUCjmYAgTNQ5qyqpQZLwozbOIT7l60nGWYiEPooXOMobvokL7Z8k1gPtQzyXLAnXKIq22bUgHqBeG9PkQ3HIBr6XnIus9csJTDcvSn//hGLrLfqRDEepz2HUpbxcubd+ySRHHWYZZ6onAhkSD+qlOd2OMHknH0l0vPuen4vEuGM3FsizS4wc41KaiesEb8z/2Xe4jGLUXPdLDB2NMMI64bJNOY7OedIpeYwyEz/swYaVn8Uy4LI6doy9aSpQViQMB/zzujZZhjDEcAR/i8NhuEc4E9AqH9l0+IQRmkf8Smp4Ncdu2zRYE8Hq2nRBfXMwvFLjvz3KdNsjnKQvyw3JthLm/1L5skYFq3QEL4qsxhuvcAjKZLOnwuC75WGSSZYb783n6BNFR4N4ZMNAl/mg8PQfz4+ZR7Rn2yedojdwX5qkzCzxjG2PBcWxYpF33SCRMWbsQbxzHCeYpnnmeD8u2qFs2dBljYIzRYyC/ZR+3VEVYC4Q1sMgHFY/6KjwJ+gGNIf4ukHbdwUswolu+zkh2LEXSrX62bQd0CFbvxhhwcK6RHgrknadX2wp4JVhjDHKMuRXJE5f6a4zBPBMKwq06jWOMIX02XM5R81Q/FcFbpFnjCA7/02WMCWrULtmIpgL33MKrOvUJ026EBwQNk59OyEEmm0GG8doC+W5bFjSGw7HFN8HaNhlGq/RphxbnbowJ+LqMV8kGx3EpKyfoKyJs8kXFGANjDIRH+BziNcYEPFP/IvXZsqygnzFGXYMietUumnK0gwz1o0CeqdGYJTif/LVggnGNMQGPNY8s4dVfY2qOBdpXJpeFR/pFg8ZTu2jR+iI6hVf4VPRsjAlkYIyBZCMa1Ef06F13MgG69CxcIfLW4d5YH3bx2c+y7QCH6FgeV/AawxgDYwxR+IHdLNdpDM1Bdib5qSyPJ7qNMUIR8Et43VAImoPKsmxVL3oEL2DhFH4OBkNeG2OCsdVujOH4xUD+GlfzVB/LsoMx1E/lIxxsNMYE8wKvZfry+XzAf/FCOASvOS8Xi+NKnoIXjJ6FV/WiV3C62+SZMYaYEdBojAnuqhesMQagLspnFot50p5nu0/9crgWhIIiX6ExNNaS//Q4dZ9whnBuUMQf4RENRBi06e7TF4h+8UI0ii4Vja0iOowxwVyFX/NUvfAZY6B39dPdmKXxJJsoz8G627YV0KJx2RyMa3POGlt91FdtKnrXbNVukX8qehY9krXuejfGfIRzGUb0iJ+WZQdtRfor8URFdBc/tCXRJFwW8YsGjWuMCegyxgTzkf4t+0P1FQ7RJlj10bPuNuexRJND/bCgOYsOjSV+iq+C03hx7i1jsRj3b2HC2pRjkX4xF+ihxlAf4fVo47ovj6UxhFNFNKttGVbvGl/j6m7Mkpw0rvqrLMPqWbTorqI5LRe9C5fGsG2LdmBg0+/ZFp8NgkswerBYZ3PeNtcpYwzUR2O79IdqE8zHi0/d1bsxJuCxYBz29+ijlmkzxkA4JT/djTEfyrAYyAO8gn70pXz8kHdZrtf5j9qNMaTbCugRv4UHvMRP9VUhBQFe8dBnm/5s4lz2EXpfLoKRT5rlur7AvXOea5jqjCEWFfJBsJqD5CedkczFUw6ipo+KaFBfFbULTmvgso4Jx8eLOop+K1mSYMB/gRuU2YBBtbW1aG1tQ0NDAzf5NTxkJMgAgzkGpocGRzA8NIrFhSxmpxeCgOb8fIZKVoTPzVlmPseEzSDmZheCfjXc5EfCkYBpUS6MWS6I+hRhNptnewlaW9pQx8RWMl7CoGeSm2TDwKwn2lDIF5BmUPLmzet4++03cOH8OXT3DHFjH0d5RQLT0xPo7m7HRQbpbzCZNTTUywNLGu3tt1nfxaBNPw8Tnbh+/TpGRkdQ8BR0qEINE45lZRVoZnL24MGD2L59Ow/8jTxIVaMslUJtTR1qyYNkogQWbCYxJznnER6q53gfxdjoBB2Vh436923WbWKQp5S8m+fYc+SThykma3NcGCPhMBKJGPlYhzVrV2Hz1g0oLU8wyTTKoMc4HNcwKLISK1a0IRaLU9GKKC0pw769B7B79x60trSS53NMhNxiAO0sThw/QX5PQIneO++6Gzt27AyUXXSqbjOD7wqUbdiwAS0tLSgpLSWPpnHlyhVMMCk8MzPNQN8AuhgI6O3tCXAbY2DzADrFoERXdwd6ejtJxyJ5sgV3330IGxhEiEaFB5hV4Jw6MKakOuUfjZTAtiIMFs9S3nlUV9YzIb0bLUwAjzBQPjkxjnDIxtz8DGWZg2iSXtUxMSPjCVMvYtE4okxu2ZaDCAO1JSWlsCyXeEOkdYRBlWt45+2j6OocxKK+DWEDibjHoFQO0+lZXGKQXf+e5JXL18mjc7h65TryOQ/1TPK3MZGmn4i+xmDfiy/+DBcvXA7kVFZWiSjHVVAPMMSboW5dxnvvvo+LDHTeuHEDwyNDGGOyWzpmeIBraKxDKlXCgNoU5dGLK0yATE2PIxp3EIu7DDZ3ob3zBmn3uFja1IEJTDAJlGZQu5cJzM7ODgaeh1CkQ1q3dj0aG5tQ4CZthkGBuTkfff0Z8nERSh5XMGjkFzzkMnncvnkLx94/iq72DigB8/Vv/D3ef/8Igw0jWL++Ap/69EMsn8QnP/0s2phwWViY48FhDo5t4fTJk+QJAzWd7QhzA6VvKMnBDg4Okr4pDPF++cpFnDx5gsmNK6iuqcAdh/ZSTzdh//69ePrpR7Bl6yYGvONM2EQRi5Uw2JjmHMO00xDqa9uY1KlFLFJKm6nh4camDRRh2dFgfhnS39Pdh9u32jE5mWMgvIL3NK5caceJD47j2PEjTMC1I007Hp8YQZTRrBAdfoKLeiltb0VrK4OSd+Ozzz+Ap548gN/8jafwr3/vc/il5x/GHfvXoZCdpL3Nch5dSDP5ssgN//lzF9DVNcD6ENq7RvDiT98h326hqyeNI0fP4fLlW1hcyDMIfAvHjxxj4GoC5eUJ3HXnXnzxC8/i3nt3Ihm3KKd5+pBbtH5QDlnUVNZg1Yp1SETK0FDXQruOw2fgo8gF/wqDF7OzM7jFgFh/Xy+GhwdRGyRpY5ibm6esxtDT08OA+Aj5M8O6OVQw+FNLH6NF1KKTX7VqJTfEi+jv78WpUyeZkH6ZvqudcnOQZ4Jr46b1WL9+JVpbmzA0NMhg+g3qcpr4ptBJ+d5u76XeOeTlLAN0PQF9OxUcvesQtm7dAvmEkpIkYVzUM4jY2FKJVWtaqDNNtMdccG8AABAASURBVKGLQcJ9enqGfjyPavrsVatWc+wIbXCY+rTI+xD0wRpws79501raqo1MbhqrVtdSppMcdwJKxM/PTcIwgBSNuhgZHsDwyABu375J//02ujq6ce7sOfh+Dg8/cggHDmxFImlBHyLI0GZd10Yhl8Fbr73BgPhtXLxwlf6ohwH6KcRKQ2huaaIvbcTszCxAuxW915l8vHrlGvFegBKSiUQS+nm8NWupH/T3Z89fQGdXDxobmvGpTz6H3buo35u3cEOUZVD8JPoG+tHPgJS++WwMUEffFOMGKhKJYSadQ2/vEOn1UChkAQamu3q6MTw8Dpgw3nz7GF586Q0GkYFdew7iytXbSKenAQaAbt28Qf+bwMaNa/HUM4/g3rvvIMUZ1kXw+S8+j/r6GijhOTeXQUV5NXWqCU2NjXCp/7KBfXt34ZlnHmP/1ShJRNFNGc8y4Tw7k+b6M4Kp9BjDf1nML04jQ/2Ymp6mjcZ56M1wro2oralmIP8hpFJNmJz2kffy3NAA0rVQyEE0GoIxHu2kiGQygorKUlJdQCwRQUlJnPyZx+DQAK7dGsPo+DwKDOZOpOepP0mUV9Tjhz98A0ePXcVrr76HF198P3hfyeD43XfdRx0ewuDgMA4dvBNtbSuwdu1K+v42rqMTtL9rmON+wfdsju3gySefxYMPPYmVqzbg+s0eZHJzxF9DustRlqrgvQxaQ2Qv9fX15Nko8YxzfrWIU06ys7raaurQLOGTKGMytm1FA7KLacxSfmGXYzxxP5556lHs3b0Va1a24v57d6O3qwOD/QMI2yGUxEvwla98Ab/6z/4JfdgCYDK4eu0iLjAwOT+XRSJRBdtOQv9+WWf7MDpv9WFupgh9U//w4TPwmbwrTSUR5nrmck2PUV5uxMZ8FrSvFWhk0taDjwceuhctbRVwwwW0tFYhn5tFS3MV9ztAd1c3CgwqDAxOI+zEOF6M41VjkoH1sdEBpDivO/bvJu1rsHnTCjQ3VHAd6oDBPIyTZ5DfQnNzNfRhm+tXLtGHRbF12xbqY5b7oQkGebNcG29hmjyJhCvxys8+YALsa7h2dQq5Qpz3PupUDkMjk5ienkdv3xAcziVNW3NCYQZxU5hl8Gjj5m1BcvGttw/jtdffJWwWsTj9+tQCuntGuM+aJF23oJ/CvHDpIo6eOI6Dd92JhuYmXL3Rgxx5Jf6kaqLYe2gbdTaGybSHP/2Ti/iHv7+IF35wBrYlOaawdt1GPkdw+N3zKObD0J5yoH+Y/nScvCpQ1+eQps9aoD4luW/QN0c9RobyXDsty4Zlu0Dw71Y5WGSgI8dAjMeDD5lGm/ZhjIFhgLfo5SkdH4CB2rU3LRLOcojDcZBhICfMNYmLXrA/W8F9RcgNI5VKYJHJqELWwvOf/hXSVIaRsVnqg831NA3LjeIc15t/+PrX8O4773PPkuV63kd/M4Pv/vBn9CZh5AoGQ6OzWFjM0WZGKacJ6mARCzNh7lczgClSLjP0EQmuCe+wHEZLSwtqqurx7W//EBcu3aCN1aOdCaTv8v34sYt48803oSSizfnfvH0dldUVxOnhrTff4958BBZCkI8rKyvDli1raUc255/BCy+8gFAEXPsKpGuWSd8OHLhjB/bvXYNnnn4Av/Frn6I/qsG9D6zDL37uILZtLsPW9aVoaViJQwe241/+q1/Hr/3a7yCTcVFFH2Fz/vvv3IhmJi+vXT+PW7evwrIs2vAMxw/jxImzGBmaxDgTJwvzo0yaXsTczCRucb+vDxT29QzAtWJcP/rxjW/8ED/58VuYmsziwulbuH65C7FwORrqm7A47+EG938H9t+B5qZGNDTWY8OG9cE6tn/fQRSpDxkerlpbG2C8xeDDWJFQjv59GpadRyhsI8TEx/h4Ds9/7n48/exd6OmfQ2l5GOWVLu69bwe+/KVfRLGYRZp67nkuzwEztP9b3A/1YI5rXmmJQ39yizIeoz3PIJuZgOfNYG5+mLyfhO/N4fXXXkR7x2Xc5P5y44Y1XEMd7N69A+n0JP1/FcqZpEsmQf/Wy732PGLxUu4hF7j+LWCBepI3NnqYiC6tiqOD61COe8lLl3vw2iuHUeT6KV1+/vlnsHptE+KlERw+fhaJslLksgVcu3YTxbxNHZvD4fc+QLFgI58xmJvNoL6hEXkmFYtelmOPIBz2SFOaNEwjEnFYN0QfVouS0hj95JN49pOfQGdvH86cv4hD9+xFQ1MFHnv8PqxZswo1NXWYmpqD6ybR1zeBvqF5HP/gapBIff/weehDd8aPU6/uo96l6McrceXCGczPTaCuthxbt2zA2jXrUFvZhIqyBpQmarhX68FA/yhmpuexcsWKgKaq6lL43EcU8osYGu4DaCcuzzH6Ntjzz/8C1q1ei2efeo4WDTz04EE89NAhznEajz58EL/9G1/BWp7HRkeHKSND3lyHbOrLX/r3ePfdd6gLIfIlizdfP4LMosf1dhr6AFF2sYB6nis8DyjhOe2eex5EOBRDBXXddSPss4BoJEm9aMdPX3wJP3rhp+jt6eU8o+SHDccywd2mbwKD6z542RbpymGaCdHu6zdx/eIl8us4k8ediBigyD3ttUsX8JMXf4I//bO/xFf/7pu4dr0Tth1DlOufRx3QL+CMsb8+PHHi/WPQ2W6e+m7ZNsdzCWvDcRwYYzggYFlWcDfGBM/GmKDNGEPdLZKvYPHhcaI6LxizBGcTn2WsoA28fHoNY0yAXziJhXjAYqB3FWMMli9jTNC2/E4XG4xRKBTIg3zQJxwOB/wXzDT3NMaYoF50KAAlnxUOR1HkOpLLFcjzOXRwbzQzk6ZeuHBc66Mx1EfzVuBIeEW/AiI+dzo+d0+aH3jZloUoF86Cvi3KNdkljtJkCUpojLZlo8h1WcGXDJMxmlOCCQ3hLjBQaihTzUNrU6HgwbIcTE5O0wcukp4QCkz8RSIW9KHI0tIk1+kIYHzyzOG+qxSAoX+fZJkI7E1xg+npdMDjTCGDb3z7m/j9P/h9/Plf/AVefeMN2n0PwvE4UqkyjE9OcQ/6Dv77n/0Z/varX2Ny/xwcOvBEaSnC0Rj3hou4yLPJu0eOYmJqmrT4AMcrFguwjE19JL8sFyHDghCyjLdY1JOHH30E69atBYpFcAmEy/9Jz2BbcMKhj+STZ7BKsisSTskA8dOnTngqPCfoHbyMbWCxcGi1QPM35AFFCxWLPDQWoLulO8cB96YgDl+FvXwyOcT4kXBGuM8qUmdifgj1lXX0a0UoKeaGHNhE6FJPkS/Co9xAO7MdO8BdLOThMwkbDrvwPPKA48aZJDbGcKpFtpF6jqOxwEuwS3Sqvqga+LIJFtDulp7JI8eBTzqL4qttCCfWFYnT47OBjaU6cB4cCpZjYGxQC9luAFbDdV1Ir6SrmiNr/5c/y7I4Dwu2ZQV3Y0xwX64HL5/088axi5wj8fPFGBPAGWNIpx+0FSkzioCUsc1YQb0xIgZBP9FQFC7yyA25sG2OyXabvLU4vvrLJhzO3SKMxmUz9O58CKM68DLGQH3AS32kM3pXASkA2wnA29L4PkQD6SeH1KQCMolSIAyguKC+uLG4mGU3Gz73fFE3jOqKCtTzLOCQvz7l61FGUdrBUkzJpi/PBPu1YM9G/Sgy/qKxLFvyE3YOzD/Rnc3naC8Fjmc4hgXbEQy4ni8EZYH7Ps/32M5+1ClfOgFAfUWvy3OH5qdCjsPzC9TTRSA/H8haclaJRCIIh8Pkrw2HOiB4j7hUjDEQr4iW47BrPg8Fc8V78Vn9jDFB31gsFuABrxzheAvqC9T5POcSoe1EoxHWWcF8jDHQGMIlWPEhT37lqMOyM9XlicenDgi3isZUvepURJuKTXmLFt31nmOiUH2FW+/is8ZSH2NMML5P3qlORXBLxQtoUpBb7y75sTxmjnMoUKaObcGnTVssxhi4lIvgLIv1pFX3pWIA6oyKcOXoqxaZZM+RNr0bY8gLG7pEqz4YLt76H8OhNhVjlnilNtGru+o1jjFLbcv1wl2gbYmfkqf0Rm3iw3If3eW/NK6K2jVPlSJlX6AcLPosOmnq2jzm5uYCvoi/mqvuwrFMh97VV3UaX3fRpnbRYYwJ9Ejz1/onHog7smtjW6D5QMlVNxwKdNAYtQoLqHcmkJeq1E/0GmMC3gm/xtNdNGiOkp3uqhOseBrUiSfkreDVrgJe6ifaLcrPGPKSMOIHm4Jxl9t1X567cPtcv32eoIrUCY/8El7VG2M+6if7WsatNuEVnOYhXoivuqtO+JdsJPrR+ia4gH6u+5qD4MBLtC6XZbzCbdsOlmkkGYHM1EdF8xWdgAeba4RD+YbDLrGB/rgA4dd44plghd917QCfgIRDY6hetOqud8Grn55VJ3rUX3fNX3ZpjAnkrzEEJ3wqehZewepdRe8FrpsaQ/1tzkn1ol3wgjXGqCoo4q8bCn3Ec9GghmU4vQtPlOdn3VVf4NqtcQSn9gAHbd11qX+0Z42tOt017vz8HOa5D9b4qldRP7XLfwq3/JPuahPe5THUR7CqN8Yir4uMceZ4L1A+es4Ed9u2sASzxKsM81QqojfE+Wlt1lgu6RScRX39qHzID42lcdVHbbatfYeKBV2as+SluwpVHYITvmU5CU5FONQOvgiPimBVrzFy9GeSp2jUu+qNMcSnYsGxLYRDLkKuw3nZkJ8MuaFAt4XLGENYC3pWsTgfYwyER25TdxXw+nkbgnbN8+OFIAEu8SZEXmk+xizhEg5jDGlwOHY4gFPfHP2w6Bc/RL/qDBFpLNHDRxjDGv7pWXjEMxX10d0jg3w1Co53jS85SRdsyw7OFLLfZR4JlWBEn8bRmFofc9z35qnzokN4iQqCtSk/FcGqLNMg2gVrjKHueBynEOiUxrFe/tkruMyklG27qOdhsaa6ngf9KBE6PIgXuW+kMvgOGRHmAaCMPt6lg89inoHgudksx3aY4CoNSk1tHYOANbDtEAcpIpPN0VHkoc1PgYcNh2OkmUCaZ2AuR4XQpzLisQQPHlHiATKZRfbLIcaFv6ysBLU1VTygVyKR5OEx6jDgXIVVq+oQi7kMyvSjf6CbE1mA7fiYnZ/GqQ8u44cvvIKXfvYmLly8iNGxUR6UInCpVGKsEklKLGYYIEunZ5iYGMHwyCjSPLg5jku4MOdtURlDiEbiCPFwEmYRzJEj7zORdRQ9Pf0ce5zB8+u4zED+dSbrlKC8dOkybjL5lU6nmSydhkWnGWIwIpmKo6ahErCKUAJOCa8INzf6hlpVVQ0sK4RRJmj1U5CuGybvHB7gJ5gIO8eEwiUmTGaR4AFu565dePjhh3Do0CEGA9YhzEOlQ+ejg1VtTQMcyyGf5wO6lTwIEpV0Ykn2lYHgQ+Er8SMe+NzQDDExo2T1YmYBOlBWV1UE/K6trUJpaYJynqUjXmSADVhcLKK/fxJKbM7N5eGGSxiYuhMbN+5EHRNMpaWVDAam8cKPXsN7EkcMAAAQAElEQVS3vvMmfvDD93CJ/HEci4HeJga3qjg3Czlu0hzy2uOGSEq8wMRshsHENA98ly5exdGjJ5hQOoOb19sZ0LuK4aEp6oWhAzTUJSAcjnHMFbj//nsY1PsCNm3aBh2s33//OAN0pyjLOepHKSzLZWBnGpcuXWUA6TSD/ofxox+9gyNMovV09xNnAX39I0w+XcJPXzqOf/jGEZw4eRFz8xnONYv+gQE+z8N2HaxavQr19Y0cP4JYohT79m/FL//K8/iF5z+FtUxy7dqzFZ/5hWexZdsGzrMc69etIp0uk0FDDDjPoYQH6W3btzDAvYk0jWJooI/4h6knHh0UyJ8Edu1azblsgHSjuakZe5hQf/KJJ/H0U08wcb4ZWzdtxNbNG7Bz+wY898kH8ehj96GuvhYWFzwlbDs6b1OfB6iD7UyOXWay6DwDAmW4iwmOe+95ACE3Ql2aw+LCAsrKUuQhce3YgbXrVlOfVpO2zWhpbUaytAQxBhIqqmoCWiorqrBm1VoGstZg43re2+ph+J8CTH0DQ9weUDaeQ7zg5WLTxjV4+umnKZ+HsHrNWjQ2NuOpJ+/HL3/xU/hX/+q38Mv/5Bdw/wP3Ydu2bQyebYF+Nrrj9m28f/gIpiYmqUOTtMlBzqUfpSUR7N65HvfeuwWPPLKDNDbCmDT6+68xmOSjvCzOe5TzqUQ2Z1HNY4jFqxlgGcOJD67j0tVhvPbWeZYzTJAMsH4EGeru3Mw8Om93Ym5mGo21VeTrOjhOAVWVcQZDBnnwWaAM16C2uhrJeIJnexsLTKxcZEL+zNnzgO8ycLuK/rCUfNwYzLu/fxDxeJT2UuC7zyDkBGpraijX3QHM+NgE5zTM+nHY3ExVVlUGsHNzs9TRi8EHHrQ5lK/L5hbRxYRPd08X9V6Lfx4PkGdf+MLTlOceDA8PMTl8GE7I0N+mEAo7CEdCUMD48cd3Q4nx6fQE+RInnbVI0QdVVpZj3YaNtMEIxkZm0cDk3YoVqxCNxNDY0EReVjLhcp2+aBzXrl3HWSY+z5w5Sz06RdqmkE6nSf8Q8rks9t+xE5/+zJM4cGg3GpsrsWfvDhy4Yw+2bt3M+e7A2rVrgoBMS0srdmzbSdl9Avv2HsCO7TsZ+Jinrx5DY1Mpdu5aS1pL0NpSij17mpDPjmJ+ZgYfHDuOG1ev49TJU0xOeBgfGQ94VeCiNzk1haamJujbpJWVVThIf1jDxHSBB5HOri50dHRCflRj3XnnXZRJEjp4n2Pw9823juPCxevQt0oHh4Yh333+/IVgfplMDvpW71tvXaT9nAfPubj//kOksx61ddWBzFav2YCNm7bRRqgz23ZzzStDeXlZsF5G3Bi6Owfw2stvMmnRh1kmeuRrXdfGQmaW8nGgoFpnZ2fA+9raBowOTzD4OYTL9FG9lHUhn6GfqUYk5GJ+Ns3ky40g4H7gwD60tjTSHpJIM/heWlKCKSbaIrEwfOMjnowjw4SRDoW1DW3UMQ9vvX6Ja8gF6q/hOm4AY9GPe5RfjpuAYqAzZakkVEpK4nAZhCgpSdCvO5ibX8AUE2/19UmUlhM3A5djY9NIllSir2eMge05NDY24fLlbkzPLGDnzj2YTme4V6Aeig9dffjxj36C5uZmVNOG4vEYLjJQHAqFcejA3fC9ENKToiOEXN5HOj3HvkXcdddB3HffFqxcuZp6SJ2bng181okTnfRrndSvLfD53wgD4ZNTE8EcCgw69vZ1YnZ2HK2t9VyTNmP1qpU4uH8t9I1Uh/DXOHaCer5m5Ups0jeZ88Clc5fwt3/190ysDtCvZ5FIRsm3Yaxa2YY+rg+5DDA5No9USTXm5uYpvzD27tuBXMam3gzhwvluXL/aA8tyEI+W0S9FUGCQV3Peum01eWXoT1cinogjPTOBPfs2IpYoYOXaShy8cyvyhVmMjkxQrnW0l7UoK4swgf4cmlqbMM090gs/foHJs7cZXD8Mgyz5NI9YzGHQKI7nnvsE9u9fFdDq5RcwOzOINasr8OADq/CZTz/JPcIeVNfEcfe9q3D/gxuxe+96yA9PTczje9/9CXnto7q6FsNjGfqDFMKxCsp7kXaS53wsBqxyKBR8lJSkAvuxbBcPPvwIevsG8OZb78Nx4xibmMU7751AKJLChYu38cprh4krxjVvAD9lsnZqOk16oyil78lkZyE7kO+YX5hAlAGkC+cuY2Q0DZ8Jz1jMYHhwBmdOXcfRI+dQzLk4/M5FJhVDuHi+Cz954RgmmKgsKSmHbbnIce/okdeO7cBxQpRfgb67CpFoHDZppSuAMTZc16X0feo79Z77jsKHB7kig0YFJlFhAIvBc4uJY4+QajcMDnrcG+mgHY/HYdFXx2JR0lmEPjBy+coNdHUMMBGYxsJsDn1dY1yLP4u3X38flRW1LEns3LEBQ4MZ/PCHL+PU6RuIxkuxMA/E45X0szXoZRKxe2ACOc5dP+WYyRWRKElA+1CX4xkDzMwu4vTZS7h6+TZsuwS2FUdDwwpYVgJ9veOUEZDgfNtvDcLwYNHfl0N6ahA1lZWYpo9sXdGMTG4Gm7duhGVbtK37sWLFGibS38DZ0+fxb/7N7+NHP/4RSktj9GNhOPYCae7ALz7/GP7P/+Of4V/97qfRWJOCQ9yD3R14563Xcbv9Gr7//e8yIdyO//QH/wqPfGI/+bOAU6cu4vyZS0yGv4mb12a4J3BQZABxksnRaMLB6rWrUF5ZhuqaMq6ZCe5vi5AfXLd+Ldqo7/v2bkIiEebeM4XHHn2QtpAK9ivaF/cxsZ/LO7TBPO2uE0cOH0NzYwtSyVJ0d/XT3nfRbp4N/NrqNavw5JOPo4w+OVFSglR5Jf3JQ9S3EGJMmpYzYbl+bR3uv283Nm2uwOrV1VzDNsFlgP7f/d+fQ3VdmDazDf/Xv3uCdOaRnhlCJOzzOUbetVHm02CeClr/s1kHr712BDdv3EI6ncarr30AfYjmhR+8yuT2AI68e5kJ1FPcd76DGfrG7Vt2w0EJ9xrb0dk+gFdfeQvXr9/C5o1b0cd1w7Us4h9AqjTFvWMMs+kCx4nD5Rofizso5R7Ssm2qrIFluZibNbhxvYuJxkmcu9CBjvYpHD3xJn3YOI68d5HreoRJwB4GkYFinvBzBezftx9bNu3G2TNXkIiVI5mowPtHTiIadQHkoQ+SwDjYsnU1gBxSqQjWrW+Dfk1iaKgPN25dxuBwP/oGSGdlLfXhBterKtKcDGzyrbfeRW//MGHG6S+TGJnK4qXXTlEXEvC8OPTNfH2z2jIRpCfmMNA7yL1HA2Znp2hfWfT1dVCm7bjzwEFozb9+/XawFqxZs5527qCuvg76YFhrawtKKN+2tjaUJhM4xrPZ3Ows9M+rvPP2u+jg3k4fvBikv2psqKZ9LNIuY3CYPH/7LcnnGtR3Lffp+lDqBx+c4joO+uNxbNywiTIuYtPG7eTTRTQ1tlF/Sjg/H4s8pywu5HD+3FV8+1s/gOvE8MzTn+I9ji1bduGDE2cpz41oa2nB9q3r0NJch1g0hNKSGKI8C0ZCDsJc20M8wzhOGLbtgq4GthtCSOc5vhvKeGpyEu03b/L8c4HJ2UsYGhqCggjjY+N4550j+No/fA0nj3+A+ZlZ6v92bNq+CSuZiO4cH8H4bBrt3Z0Uo0GukKMcQZ3xyQMPDh2LMQbGGCxfRQY69WxR/yzb4aMPnzav4tGRyhfqWcUmbY7jUP8swi3hUH1QoH6gnL0Pi0+Y//UvgCV+DhI02hxTNMwxaFygfxYdCkzI/6o+y32N6FCbxo7F4kFXz/MpkxxEU5FBVUOSLO6FivTtGsMYQ5+SQIgBnjDXmwg3dIL1lfxg8eifyBTMUm+K5IHwhpwwitxjzjN4p7vjuOSVxbNFgfvWDPJMwHBZRCwSpcwdhEl7hHJTSU/N0MdnWHKMD4xAvz4Vibj0/WGupVnSaRAmHZrbEPeeM9MLtOFF+nEPGl/zU/LOIX8LTNTajB9ob+eGHUxTpqfOnsZ3v/eP+MM/+iP81d/9Hb73gxdwRjEO6soCkw3D42N47e238KMXX8SPfvIi2ru6YTN2Uc992hhhOnt7Mck4xwL372NTaa4NBXi+QY6JpSzjMVevXsHUTBpz8zM8HwwjTNozixmuqREUqAc+ZSY6VSzyVnIyxsCQTmMMYYooEk5CNRbrDVAUnxXsZvDbWIBlszgGxrZYAGNBWgP9H0ygav6gDH0ahYHHauoS+3ps8yhjj7gKDMRVlVdg1YqVcN0QDP/jNGARZzGfATc3rOeujzQUDFCgzIqUr01ZgbDaE1jU9Tx5Jnx8xHIxhPc5T/CybZv1VlBC1KFYLIJQ2OU7qH/SbRbC5rKLIhkcjsUP2i0i8kmrR130yJMC9x6+5wdwgHASt22RGhPUeQzoORYQDjmwyU+OQAp8lqU/0aQ5CJdqLBIs+vSsOrUJxhjiY1H7cpva9WzMUpueVRfYAWnkZEBFCEpAIwGEyyfdgpPstb8wrAfrHI6t+QX9VMcieMGKjiL5zSoYE/RgF4+gPudlB0Vtec43T54s64vqPPJSeIqkyZilvkTCP8N+1kfFp8aor+wFvNTHGMPzzwJtbgFh1wKod4Y6E41GEA6H6TsLLMWg+FQWjxkkqkRge6A8XDdMbfNh2TZs2l+I5xQ70BfqT95DjvszLxjLoED/oESzQ7gIfbvt2Jyfx3kWgkJSSDM+rCsGdxC7x3kp9lXk2R5F+i3qtXybivghnopWl3tWyU9FY+jddUMcHaQjxzE8qE38VjFGvCHdpN2ybfIgG8AZYxCi3hboU+XjAgT8X5E6CfLQJqwxBvyDxhGs6nzCOOEQCrRBUg/JRfVLdLi0LZd9DHmZ/8hvSQaiRWMVxVjhIH+W5uPwDQG8fHqO9qsKY4xuHys+eeUHOIXLmKV2jav4p3DFuQ+PhJbG9ykHn7pmg3Akush5CplFfog/mpOKZRnoXTg1toqe8eFljAnWCWOW5qQ2zUfzkGw0p+U6dVl+NsZAfDHGwBgT0K42FfXROMJjuw4sFo88J5kBrOgxxkCX1gMVwepd/fQuHTekXXNYpkX1gpGsjDGBnEWj+opPokewKsYYWCyiRzgcylu6LVjpodZb4VO76tTmUu4Z+kV9+FR2KDpVtHaqGGMgeGOWdEvj6V1FY6qAl/qoTXfh9qQTvmYPSE6am3ikNsGosFvwpzqVZZyC07MahVN3Y0zAe9u2yFUP+UIWReq1xXfRaVkW36m9HFNctm07gDfGBPxfxi99VF5A9zx9EniJV+KlinTOspdwic+iW7QYY2BxDOFRXY7nUQ4VjBGifqqfinCBV5Hz1zyKpLHo0W5YQJ/g8Nzp0F85XBN92ptHH5En/yWXIvuwa/CnMdXf5yCai+SveQq/it5Vb4wJ5CPYHO1MOESnitp1N8YEvFG75qSxBC/cxphgPPVTUZ0qjLGw3Fe05Om71Ve8S/PsI/4t41Af9VW7qN5IGgAAEABJREFUivBnFhcD+1f9chG8noVPfYwxH41hzBIdojlGm1dcVVXL8OqTp71rnyb84CV5qYgf6meMgTGGLQjutm0Ffk4w1oeyM8awDbx83n3Kz7Borkt8lE5oDpqfxjZG7T/XJeGxbTugW3MQXZqX+KNSpLxVD16CNUa897iGFFjyLIWAL5pD8WPyppjpTzwWH/K/7E667MCfS+7SMWOEqxj011iSp+7L4wunSp56IL0C9Uv7kDz1SzYoWsHLGPHg50X0qm25GMLozxhDHplgrstzAS/B+8Qt+tXHGBPQCl7LdRpfz8aYQAbSV8nBGBPwQPxV/FK0C054fDLBGPO/HU/tHn2/7gE8YcUnFRIJ+TLZXywWC9Yr8Mp/qLOCN8YE9aFQOMD/ER7Pg54JDhj+Ec6mfFWkV5q36BIu0Sx6QQ+kOhUrkynCcaOIRJKwnQhmmTQYG5/G7dvd0M8cvvHG2zw8XuQGWwdeGzUMAkejSRLhwnHCyGULmJ2eh75JV1dTz0DSbmzbuoMHyRUQzoJnwVghGBMi/ihSZRU8WMbJRD84vPb19aG/v58JgmHCR3hITlIYFg/6iSCAsWJFC9ZvWIMDB/dh1641WLO2CWUVpXDCBhWVpaioKoUbsnjgWUA/D/nj40UMDEzjxo2B4FtpJ0+ewblz5xmYOhsUJT07O7vRxcC7fgJzcHAY6fR0ECgcHBwmHSNQkP3SpUsMWE/DdcIIh6IMZDWhrXUFHNvlIWiBwd5xXGQQ/OSpC3j11Q/ws5fex3kG7JWoLNKIsvksnXyB8ywECu/aDlLJFA/WKc4vxAW8hHNNIcsgfoGbtRgDY47jBsmkmzxIjzLJG2GQp6Ghnsm7fXj6macYWN+NZLIEizz8zM9x40i6XG4EJyenMDg4hBkGnycmpniYG0WYfUtLUwHdwqvfi5ZyaWMyzUPVJc6vr68XYS6g4ZCLopejk81CP/N66co5XLlygYmlqYA+7hdB3w8ZZF//NBOeF5iAfBvff+FHeI/JyavXb+Lc+TMMrr6Hzu4uBo0XGDROoq6hCuvWMaHGOUTCLscKc4G3MMDE05tvvo2/+PO/wvf+8QW88/Z7DBxcI/8uQ998zpMf2WyRmwWPfaKYn/MZ1CphgGMlDhzYRT7shYL5kzwk3rh1m8mPcwwa5VBbU4e1a9ahsb6JZyqfyZEetN+eRnraoyznGcSbIO98xOJlWLd+O1as3IhwpBQ6tNqWoY7aGCf/Orp6McwEzgiT3IWCx4B4EhuZzPzVX/0MPve5h6mLOxgYLEck5qK8sgSrVreQf1nyaxRK6o9PjiKTmSftFlzXRog8tm1DufvIF+dRYIlG4li3rgE7djZh1aoahEM2kyfXmUA6iYGBfqRSKdRW15DlHuqYLNq2dStqa+vQ2dHPQN0RjDARow8z3LrVhfn5LINBVShNlVM/o8QVYeBsH7bp38qqqGOQdRaJeAnC4TDt1sY8kwNaiMpSKUSjUQZsruKHPJy//PKrTKRdwxiDNv19w7xPUd9SDAInaOshRJkUmWSg9vK1AQwzEL7AwFI2s4gR6ipMHivaagIblr3JvhQEko453EzOzE7jwoXzyGYzcG0bjmWhtqYWsWgCISeMZCKJDNuGRwaRyczxsD+D8fEBzM6NkscOZuYGYDBL2RlUkuep8hKMMEHJPA91bhgv/ew9vPr6cbz08lGcPt+JgeEFjDMgOZkGunumWSYxOraI2ZkMA3UTWMuEy/o1q9HSVM+EU4i6n2FA8gZ6ezqYVLzIRMnlgPdjoyOBPEL0N80r6jAxNYZr128Q3g/4WVdXiwIjLD4XlJUr2ijLVVi7di2URNKHK1566SXycZyB29VMeKyFEoE+nf+tWzeYYLqKc+fa0dMzACWIbNui3EuwcmUrWloayUsXOQYIRkaGyIdplDFI/OSTT+DLX/4yvvxPv4JHH30EdxzYx4TidiSTUSYnt2LzlrXI52aRYyBdtF+9epW+sAPf/s4L+Ou/+Sb+8fs/oRxu0pZt2lQUgE2byOLq1Wt4m4HIPgYg6+oaAr9RUVGJ4eER4k4iz6BLLJZAdVU1tm/fjD27d+COO/biiSceRXlFClpcbMflWLdpd13IZT0UGc2YmJiGlzcoTZRx3Mv4xjffxV/99bcgG7n73n34yj99iOURfPK5+3DvPXuZbIhi547tTKDfEyTjKiur6StLSWscoVCYfm6AwfvTuHj5EsbGx3Hu/FkMjwxTV8YZPL7NObzDZNQM9TUcHJZXrFyDTVu2UWZX6bPOY3Y2H9jDwMAQlDQ2nP/169egQKVFH7BiZSkTYRHs27eTsqpBVVUK8ucj1IM+rlU0IK4rZ5lIvEL5x2AhhEvnr9JvzzLxcxP9fWPI53w4XCfaWlo59wITbxdw/fp18tzi2jFHHRvE5Hg68P8trW1M8nfRBq8jm1nAdHqc49YhmYhi/brVqKpMIZ9fRHdPJxSgKxTyAQ6XvC5JlSDCgNmLP/0+8l4aq7g2njp1nAHy90hHH+dvYXG+SBtzEWcQciHjAZwjDYk4iWdhjkm0cdrvIINocxgaHma7j4qaMiYuV2LHjs3U7QLbx+g/57gn6KHc5lBV1Uz9chGJliKZLEdTyxpuQsJIzyySxgIGydtJGp58QIo05kh/OZOypaUJvPHGm8E3iWdn57CwkMVPX/wp3nzzHfT2TnANPcF14DZ9di9+/JOf4c03jsIYG48/cQCPPfYg7WiYNjwImALXp4u4cPYU5TaM1ava0FhXx6RmBGWlpfjEo/djw9pVmJ2cwalj53DrWg/ikQQmmLx85aVXmbQvcA71WL92EwpFA4/2azP48i9+67ewaf16lJYkAhucn5tiwuAqffsC9epVfPDBEerbVTz00D2gCXP/skDYUoS41sqm84Ui2jt6YFth8sdmYnEQa9dtoP8qwyuvvoj6xlJkslPIF+ZQxiTjmtV1aGyopPxvI1u0MDQ2BP2aQTKVYEL0IJpbyrhGNWF+cQaVNVXYsnMzsoU0unpuobm5kTLMoIayOnBwJ+67/w7ccXA7KqrjuHTlFDZuXoG21TVYzE0zGN+NM+RV38AgHnnsE/jiL/8SUlUlaFuZwgenLuH6zf5gPvMMaPsMWua5p4OfR2lyyd613xjlmtC2chXqGhowyLXRR5g651CHq+irSfvwDN56+wjWrl+BX/u1J6FkSdhZxFy6C5//7GO45+BWgEn0Qt5HhOtQnPrtc1PhuGHKQPYSw60bC5gYnUdfzwQcK4ozp69h1cq1aOW6YnH99FGgX7gTEQazpXd1tc0oKU3R1l3MMChuU7fr6mthh2x4CpZb4PrrwrL5ziBtgUE2fQI/q8M3nw1x2rbFuXtB/zDpkg/wKVyH+zUaPmwfCFkWLG60s7k5SIc9BuOiDNQlkzGIH4vk2+kzZzE3Nw+/YKG5dRWquHYvZAxl52FweBLbduwN5jnPADXsCIq+hem5DEbHJzCZTpNGh/tkA2MMQm4IE0x8j45MwwklqK9W4LdKk1WYnVlAZ1cffUQT1+4ISpPaM47jm//w7/E7v/WreO2VlxGNhJAibb/w2aegfV2eB88+7rGHRsawccsWNDIZdc8D+3CNe/wTJy+hproezY21OHv8JKbHevH3f/lVjAy0o6khhdOnbuO1N85zfehHf/8MNnJv3907gJ6BbqQqIzh01x7u92KQH3r1Z8e5R2/D/EKa4xbQ1TVNWhK0z1UoZwA85JLe0igTAv8n7r73DvT199CfDDBB9BrWrmnE5MQQ18FB9A/0Uo8rKfdWpMpSmGLiYSFToL+fQDwe5j7pKm7evIqWpgaEuAe+fv0q9SCOw4ffwWJ2AYbySlVU4sq1G/jLv/0B/ugP/xrDpLdMP3nb346SEhvbt63CwTu3YHiwA9t2lqGk1GDN2ia8//4b8LGIT37qcZSkQmhorkCqPI/nnjuAB+7bivn0BDwGQ5MJF6FwAucvTeHajTEokXvl2hj1o5K6Uk49SKCpcQ1tfiUmuD8f51715u0b3ENFMUe/d+jO++kjwtz/vkrfmoNlxemny7gXGILOZOC6xNgKfYVPnfA4lkt7z9Nn5rC4UEA4FEJmwUd2UboB/OZvPcZ+M4E/rChPsb0Ms7MF+qwLuHC+B+FICtevddI3jyNVWkGdN7Svc0jGHQxxv+l5Gcoojv37W8AtIbZtXY/fpj4lyLPGpiro1yT0rF9syXJd7x8eZfJzOFhf9AHLeKwUd99zHxook46u26iur6GOjCIUjWF2nvRGkpznLOJM3P77f/8HnK+Ftau34czJizh54gN0dd5CRUUCe/dupo89Tlm0ormlFitXtUA/iTvCPWZpSQWUiJ2bKaCYt3Dzejv27b0DCe5LZnn2CbkOZtLz3Fc2BnuBz3zmM5jnvvMv/uIv8J1vfx23b13BI4/ch4rKcvI1y33wHHlwBk1Nrdi5cyeOHfsA3/zmt7m2X+JaM8Y1qQ/6aeQ333oT8hMlJaUoKSnB3Xfdw/V1GH/837+BX/vV38NLP30H3/vuy4FcWlpW48qlyxhlwoyuBfU1FSzlqCgrQTIRhuvYcElnmPKLRqPcz8YRpt+xXRc269xQCCEm/pxwGE44DAoK4xMTxHmJtngKN2/dxMjYKC4x+fU7v/vP8V/+8Pdx7MQxbN62GTXkuaEPLCsvo/159IsOPCqRbdsIOS73A3nosmgfxhjoP70XGWjIs+jdhwUYGx6TDmApMpng8QzkF33W+Vj6D2BnLOPxAXiex//7MMbw/r//M8ZAtAT9SAN4sYr8cJd4QDqNMR89C9YYE+h9JpOhf51jmUUiEecaEIbHPXexWMD8/Bz95TgWM4t02cWgLCwsUN+maBOZoATzI65Q2IVFv++zr+iorq4mn0KYmZ5j/wJcJ0QfE4fajDG0hWggc59rwtzsPGkpUM4L8LjWZ0lTged84xVQnipBPBYh93wWBEmyCNc2r+hhKp0mTXlMT6eJLwbL2CDZnMsiAEM/kCMNNmMYWXBIFh+en6Poc3yWHA19Q5h9IzDk2wLP/9293Xj7nbfxt3/3t/hvf/SH+PO//EscPvo+EqkUzvFs3874xm2exT9g7GMsncZrb76J7//4J/iHb30L3/n+P+Jb3/02/v4bX8M3/vE7eOvw23j78Lt48eUX8eOf/QTz5GO+kEeU81nk3bJtkmkCnQoCSNQxQz1e4pEV0GRbDvQeFMJbbAcvrbnSDY9rvbF81viE9wHut8A12RAXLHC+HnJkStGTjhY5dw8+YVQ8wuXZJtA8aaPxYtWKFejt66H9xHh++Ar97xruQ8Q/8o66KN3wyWf4NizjArBAU6D/zNIOhB/Um3mIXiPEhJAu+dwX2LbhmwdjhKvIPW2WJYMo7dE2FmxL7ZqDv0Qn58YZwLFtlJeVBu2G+mWMgeM4UOzHtRziszhl9g26GlIEuLR7i/iyWdLOBJtrc1zuvUIMsItg27JgOB9D/Q43Jz4AABAASURBVONgCHjJd+mjMQY2+exwDItw4KW7MYZjGehZBR9eglMxxhDVh7RzvkUm7zVv1pJ2G7axSJsBRKfnB2MKj4rG1Txti/zkvqJIv0FkIHQwijHEQloFZ4yBTZ7gw0v9Nd8w4yEBHRYbqBMEA/Q/FsFzWAjWmCWsRLf0zjEt2w5wqkm8kD5mc5lAlvPzlCcbLMrPo03mclnaVpbkcQ5CaizoUj+Lz7bt8JXz4AA+5VUgHzzeWQnLtuBQNqLXtm3ywgrwgJzx6BczlJfw2LaBG7JBISFHX5BnKVBXffJVbTbxkKRAzsZyoHmrqK/FPWqO+5UCz/jFQi6ACVPHQlwDRJvgbNuG3kWHMQYWeUBioHoVh/I3xgTvMIAxS/xfDq4v48hTTj7nyUlAl21bxGVQLBZZ5fPZCnAYY4LxNKbaCjQaj3h91hfJG+ETLWrX3SZ9xhCASDUnyUP9pM+6szrArXklEgnili0CgrM4F/XX3RgTjC+88Xic/p2+jnXCIbotPueZCLBtCzH6pUjYhU/a5INlHzYMRUA5az7e0nwcyjegl2ufS1napNXimB8vqlsuHu0qTz5pTPWLcB02xgT0C0Z1uose0S844VVZbjPGQJdg1C6ceobqLQP5TUM6fAN4lIf6qQiv6BIulTBjHSHSbIwJ+CIcGnOZr+KT9g+qF82St/qLd2oTTtGvOsEUOTdwPL2rTeOB1zKNfAz0r7y8HKmyFBzqYIHylk/WHNSufsIlGjSmnpeL2oTbGE5MwCzGLD0LRvCi35D/GlvPoln1yzQYYwJeG2OCORtjoLHVriJYFT2Dl8bUHDVnN+Rwbc5iemYKHu2qSN0QrHhM0ACvQz8Z8JY2Jn2MxWKBPYoWzWmZHp98MubntBuz9Cx8ghU+4VHRXPSu/clikDTMUdQm2MNIPhpH8hBv5Bc0RkA/UQqt1hjHtZBMRrnehmHT7ys5LHyiQzTb1BeNofHVX3cV8Ubvy7Qvw6uPxtM4atNdRbC6ix7xTHB611ial/poLOFW3QL3UMt9NL4xJpib4PRu21agM8t0CFZ4RIcxBrqEf5H7JOETnNpUr7vel4vGXO6vPipqEz4VcDGST5d/1XoF6qZNvhiztH/SPHXOFW7VSzYWdU041KbxNYbaXdcJ6DZmSb8EI3qMMdQ7i20O91phytClftjw6FOEQ3QIVkXwehdO0QpexpiAP8Ys3QWnto/fNQ9jTKCPxizBiV5jPk6LB+Evcu+YZzJUfNE4Gk+4NK8ozw6SofRL74JXm4qeVQQvumcZG5lmzmdxcYFx2aU1sUA/p3n58gv4Xy/1VxE+FT0Lypglmo0xwRw0NmCgSzDLsJqTbVsgGOfCWdOm+H8++0ERvEX5uK5LPofJd5sSRrAeie5lPMaYoE26alPeKuoHDqnxwEt39fk4nwqUmfRB9m+MCXCon2AlE8GLJMdxg7ZlvMaYgL4i9/eCUwEvtS8XYwxEn9p0F06CwMoXfBQYUNTdtiOIMeli2SGMjk6io70bI8PjDFx04fbtLgY5u3Dl8nVuXBbJgBgPGdw42i4PF1kM9A/xgDkEy7hMPpUiEk2gqZkH4uY21Nc3o6WlDbt378HmTVt4eG3mgSgBbVZCXDSUYNi9ezcDmCtRy8RRS0sLn9sYmEhyjBKQdjrJaQY2O3Hyg7MMvhzlQX4AaQY20ulJLCzOcaxGHsR34pPP3o3W1iSTGaVwHI8HpEUKCMGYd911N/bt28+gQQXCDMhFIjHSnkGBh0XXDSHMwIySeX09fdBdAfAbTJxMM9k6MzODEQajurp6cObMJQZ9bzL4MxP0jYQ9tLRUYOuWrQyC3hUkTfLZHMaZjKNfR2k8hUg4jmgkjqXAVStKEyksMJiWWcxCgfFaJpZKS0sxyoPy5NQEt+cFlJQmEI2GAG6yJ5g4kFEoudHZ2QXds9kC8swmZZiQjcUSDIyUwLYcbvzz7GMjnZ6l3Dpw4dyFIAHx+utvQN/ckhHWMfgsRS7lmGVlKRS5Mc5zs5JiAPUTjzyC+++5B/fetR9rV5UhFqYZcPWPMRgQTzg8FE5jgIHZi5duYJiJnkJxgfKZo5wsyq0Bq1c3I8XDpc9ZpHi4kHwrKirg0hjGRkcDGsTXa9dGycsb6O7uwejoWPCTi+VlVVi5gsF5Ht4X5nOYHJ9CLGajtaUejz7yKB5++DG0UJfGGYR86aVXggBIT+8wZTOLwcFRnD1zHkePHeMYHZxTHs3NJdiypRkNDGTrk4SDQ+M4feYCfvDCi7jGYEwoFENZWYI0l6GeiTGNnyotR2NDCxK0hRyTQrOzi7C5EFdWVqCiqhKp8lJE41HEWOIs8/OzmJwax9T0BHK5Rbh01uvXr8N99x3iIa+ZB/1RHDnyLm7dvsr3JvzO7/5T/Jt/+wUmxB7Hb//2F/GlL/8S53UvHnn0ATz00P3kk4WZqUkcP3qcgcN2TKfnMD+Xw/XrnQxAplFW3kZa26hTpQxA1VHmMTpJizo7jb7eSdBPYmpynonXPvT1DTEwNIkQky7r123kop2kXqSDcuniJRw/doJ23YEQD/6uE8bg0AjxjOLylasMcHVTf9oZ3DqH15nwOHbiMrp6p5jUs8H8AW0rjbnFSeqpy6BXDWbnFhmMvECZvM+A1FWWfkySjkHqSibYaOQxPjZGGkqo1wmEwzGWKG3ID3R2bGySelOOPXv2IB6PMamVwJp1K1EoZhCL2fCtPJywg+u3buFHP3mZgegZjE0s4MbNQT4DN2/PM4A6gu6ecSYy5ugUw3CcMGaZbM4ziB9jAHwxU4RjRbCaiYFD+/fxYJ1DX1dnwO8Yg9DhkIvG+gY49GujTCT29fbh+rUr1Pc+7NyxDZuYVLepC7LFLA/2cuDTM3n6pix+/OPDePutd9DPwHVLSzM2b96MLZu3MPlbxTknSQ8orwrU1ddj67atDOzdz3IHfcZ+LJI/165dpT2cxvnz55nYGmTwIke+LDKYNkY+ufSHJZyPA31zubm5hXwvRUlZCrvIr7Xr16K7u5OJkyEsMsk9Pb0I3wsjn3UxN+Njft7gtddOMQ4RxWc++0WsWbOOuMIoFDzMzMyz3wi4/lAucYSpK6tXrWFQsp5BHMqJfnGMvqyjvRO3b7Xj4oWL0M9E6xvR3V29pLHIxNIUg9nH8P6RE5Ddjo+lkZ6YwSyDVFn6p7n5BercLO67dxsDtvvxAYOo779/hH5jEq+//jZ1dBQ7d26Dvp0Yi4cQjbloaKilPWUDv3L9+k3OrwfNLfSdnLP8V5p++dSp87jGoLn8QV9fP9LTM3j51Vdx8syZoLzy6hvUw6vYtm0n/vzPf5v8PkhezCNOfzk9LdwmSBCPTYzQb7xHP1BPGzyATZtXoSQRIv0T0L9j1thQA2N54M4KjUwojTG4+8GJqzh/7jqD1hkcP36BCb52NDWugIMIblxtx+jwFPV9GiP0OX7RwfAg5RhK4Ab9zrET5/CNb/2Q9tyDdUyabt++gXx3MDkxxjXuGOWS4YKdpy71BrqnjYDFg3ttbQ1st4CGmkYUFsMYH59BeUUtg4EL5FWe89xK/NfoB3tIRxFJHRioy5Pjs4hEHFRVl1Mfy2ETV75QRGaRc6KfBmwGglII86ABGMRLkrjJwG0p78lkHAmWeDQR6Nb4xCzGRtOUc5GJ5UF8+1s/wg9+8FNc4XrwAQPj7x/tRG9vmmvOVfqCY7h48TImp6bpI9pgOxaGh8fw8s/exAsv/IiBzhxxTYPxECwseEgkSsivKdy8MYQig/b6qc58vkAezyHJ9XDnru1YT11/5pmncPDgIaRS5XibvunNN95CabIMISeC3u4+hDnnrZu2wSrGkKHuJSKltIM8Im4ZA+wGt28M0I904Txpq6lpgNYZ6VNLSwvtLEl7vopcYQYbN7Zxk5ehH2pDS0sDnnr2CRS8BdqmxeJhKj1KnRtBJGIj5Nr03Q7uufte0hKnPtzAu+8dpl6dZUJtEDU19Rjom8L1q13kY4H7oZ3Ytn0dE6E7kSrz8dLPfoz+gT7qVw39exX0DduW5lUcYxE5bnonZ9JYsaoRjusxKX2EsMNoaKxCfWMlbrVfgRMqoqY2hXXr22jnCwiFPVRXx6CD5sE792Hzlk0IR8OIlURRwkRRvMSG7QLVtaVIlgrORiJOfzmbwZaN6zgXi7o/jZ7uXvr/N3H1+nVkKYuWFath7BAWFvN4lXw/ceIiVq6sR1NTKTVnDFs3tuDZJw9h04ZVWLumGbNMSuvDCb/5W18i/grO/zb1vi/gX4b7pLKyKmRzBuXlYdK4BauJq8Cg1Ph4Hi+9/C5KSetnn38S+iBVd3cH/dUM0lOzwbqYTqcxtzDLtWiBvmQa4xPj9EdZygy0oQJkNw7XY2MMjFHxARj6/QLyXCgL+SIsY6G+tgEVZeWUWwkSsTgDMx5tahqWZegDZlBSUhLYF3jFEzFUVVUxGE4+bdkC/dMHk1yjh0aGMTmdwfe+/wo6e/qZ+AbCsRLqzkacPH0a0USY/HdQZKAtFIugpq4KtmsQoUzyMgAGgVKpFGLxJMZG5rm+J8F4IG6293CPUoUTJ09yD9FB/Szh3KeQSpUiGnHpY8Zw/OhRdLW3o7qyirZ/FSPcT92gXww7IezZvRd2yEHWyyKLPE5fvIixqSxtysKpE2eZN/exf88+3HnHXpQnS1BZHkF9bQXqapP4i7/6D/jyV77MxK+NF1/qQ99gBp5dSrkcpX+9gqMnTuGe+/Zy3W3nGEXazAgqKg0SJRFsZUJubHSBSfI+xCJlmJycQ5Fz/OM/+e/0LZc49zl86tNPYM2aFdi+awuaW5uwYmULdfkmZuan4JkC+TlF+eaYdJ1CnvvMzp5RrFxdh8997hk0NFQhmUyiu68XHvfINbVVOHX6JH7woxeYZPh7/OQnR9DYWIZDB7cjzDUNlP/83DR1ZxAbN7SgpbYEj9x7AM89/Th2btuBVKICc5TfGBOFw6P96OppR6oyQf4fpt8EfuEXHkZ1TRQP3L+PulbA/+f3fgf/4ne/RHw5uE4peV+BLPcX3bSXvNbV2Rn6jDqsXLUKizzIPv7kY7B4Jtm5ayfrV2NsNEtZdTA53oXTZ0+joqoMW7dvwvZt61EszsNxcvTTQJZ7/Fni0lnAtm2OFYZjh7nHW6AOeljRVo458mvP3vX4xc99GoP9aSwy4TowOI5UaRV52oARzimbzQYJAS4s9IEzWLmilT5mFdpamkCL4FowhWeeeRB3HtpD2vrRy/k3NjZA/96qzz3YirYGJJJhjpXmPrEfw/1pnDtzDYWcgwKTm8M8HxERQlGb+zG28yxTYFArk8niKs+Nv/SLv4Df+I2v4FOfuZd61EWa0ti18wD0bdltW3fSxpIIhYGtO1Zhxepq6sRa4unBxs1reW7byzPCBC5dvEHaPbTf7Mba1esxwT3jwQPEwb3Wnl27sWn9Bpw4egIjYxN4n+eA0rIK/NZv/jqzoJotAAAQAElEQVRKS1LcV+5GqiSOrq5Brqm95HsfeRzivHM8u47gn/2zX4cxDiK0qYnJMe7J76fvHed6mUJFRQqTU2OU+xRisQQef/wp+o0CYgy4hkMJzPGMoDXx2pWbXHMT0D4yGrLhMzGSzy/QTg39S4K4SlCeiiMWpRxD4HytYK+jPU8kEUKYa3Q0FkI8HgnoiJHeCM+AkUQUhn5MHxoZT6dx5eY1/PTVV/Anf/WX+I1/8Zv4/Jc+T7ss0icvYpKJewULwCvEoKgO/IHeuC7p8YPCJvpInzcDn3ZhjOHcDfWNawJ1zBgDy7LhuiE4lgPjG4B/nvFQ4H/GBvt5gd2B/7csNhsLxhhYfFHB/5/LGAP9Z/Hu0R8Ui8UlX8wzqMd1znEczj0C6StIot6FT0ELy/gIh13KIIrm5mauGeUoLS2FIa0WS0VFJeSrVSorK6FLfl54bc4rGo3A4R5EH0xbYLBwnOdq1wlRHgn6w1nM8Jw/NzeHxcXFgE8ueWYMecTIi8YvcP0Tb0UzLBPQHaL/Vl0p1wiXuGVfUxNTXOuHMT+Tx+JsEaMjMygWLNrmMPQh1ALjLuFwFCWk3XXDSJWVBXRxKPLPJr+L8It5FIo5bjnz8Lhm+KRB7bZtqDchxOIxlJanYEjH1Mw0LjCJ+gf/7b/ixZ++iD//iz/H//Of/iP+7mv/gP7hYXz9O9/B3/z9V/H3X/8GvvW9f8TXv/sdfO0738J/+7M/wv/9X/8T/vprf4f//hd/jD/80z+B7wLGtpBhIlVywscuhoq4//GgZGuRAU01+bwbrmMW5+5TPj7pBAVn891xHIjfVAkEbRZbCEMFACcJBZPV5oZcyjwEmzZjc2zLBiBYFovvYe5L1S1Gnmkb3ttH2w2H8Oa7b+Mb3/g6lFwmx2CITAHCj2jjulAgHyV/YwwMLDg2x7FdhEJReNS/CHHGGJy0bRuSq/TFEh7Ow+fcIpEQwvQJCnKrPpgT2z3yJ0oaYpS/G7LIkxz9YB5lqQRcx16SW7HAMUG8BYBjUalY71G2HikxvBfh0Ud6pBHwEdY8SWeRNmFTzqlkAhHy0SIeF4BNmmwYsY7gfoDLo82wCaJNd2PY/mFRnTFG1aRBY3kwxsBmCTkOXNuGbVkBLv4PoC1LJmyGpf9xPP/DonH0LJwEhPilIjiNYAin/uA8BCebUNGz5qNnFb3blLexOH/24SwA+hWLiQTpkGWbJVrJexIBwXl8JtcgufrqxwGLnLcxJrBB0SS8kp0xbASCeo0bog80xkKB5x0fNjz6sqAv5748J9m55GrAsYm3WPQIX4Dahdsmrwx1xmc7UUPJmkKhALXpPR6PI5GIw6asfAb9il6efYsUtwfxU/jlk0SP/Es2m6P+RchDh3BeMN+5uVmehzKEN7QxPxg/x2C6+hhjAjj5xMXFDH3IQvBuzFK9YHROi3OdcHgOsWwrwCP6RZ/u4o/PF9EtPulO9gd8yuXypMUO+uQ45seLcGu+ec53dmGetBXhEL9PmeQZMxSsT0S2bUPzFL8/Xizql8ZSERxJ+AhO+h7hGqqiPsaYwO/Pz88HPli48zwLGI5VpA3o2aO9SFaRSDjwGeKvbVtUFQMLoCp58Ck/nzZEQaFIuj0+L/NA9yW8S3MWLo0tGmzOQTSq6Nki7XpWUT/dwUtzyev8QNyqE5zgjTEBD1UneBWCB39F0qB+HudCIFiODelyjn5ECSfppOAl48C/cg7qozrhF526a9wME1S6613j6q73Jd3KBrojGA2sfpKLYIRLcLobYz7SX40pnqtN8LFYDCoRBvoEG9BNuxCeaDT6ka5IfhofvIz5+dyX6RYfDNs0Nm+wbJt6H6KtJCi7CHRpzBx5qfvyOBrTGBOMI9ksj+Owv3AKVjRLjnoXzZKfaNZzKORA+ybZI+iPpDOiSbDgpWfP8ykGE4xhjIHqhFc4RQd4aW6i3RgTwApG42rvIBi1O/QNwpvjYU08VFG78Kjeti249Hei3RhDn+B/rHgct8A9foYyy5IWgwjXG4cJVhgfDnVE8xIP7A/nLhqEW3fw8igXPYt20aY2Y0zAZ8mKIP+Dr1C7dMMYE9jhMm9Fq2VZHNOB7saYoJ/wC7fmq3GW4YyxSK8dwBtjgjkJZrksw0ln9Kx69Rc+vYOXMYb/X/pT/TKMMUv1glNRm+5LkMBSswdwvZJslRzM8Xyju+BEv+QinulZ/TWHRe7rxCPBqH157moXT9QmGoiY87LJHweKfZWUJINn4VI/FT0Lj/qqqI/qNKbaNW8V1ant47CC17sxJuChYIwxWL6MMcEcjTFBlfiW45oh+iU/vRtjoH4qGtOYJVhjLNLuBHsJjS9aBGOMCeSpvkX6UvEtKHpWoV8VTfjwsgivd/mr4oe+S7zRs+qXy4fgwU11elian54MNLZjS6fs4Fnvwm3MEr3gJfpVjFmqU3+VZXzGmIBPggn6U09117vmp7vejfl5f9EZFNkHC5cogO0+qDV88WECneXrz+n6EK/G1VylMyrCI/wh2rF4qmf1U73gdLc2bdqGdWs3cQNYxaDAHK5dvYUzpy6hp2eEi6wFnwH5OR4Gxsem0d3Vh24GKoeGRjA4MMwDwgSKPBTE4klEYkk6BA+zC1lMMtA1xIDprduduHbjFgOJw5icnMItJkH0rTsRp4POunXrGPhbDyXbZPRSlGlm0GcZOJjjos258hAaQQkDJiGXwSAmL9LTaR5oC5iamoMSeT4PGW1tLUGA9Y479jNAuRsbN27gobUUZWXx4MC1YcNGBr9qMM/E5QIP9slEKd9r2dbKQ2uSGxPSPJnG2PgYtInyudnKEi6XXVps5aCrq2phGRuqj4RdJBNJLjZJlJaUo7qqDitWrCa+NtKb4IFsgYGIQfLyBvStm7eYYDl/7iKD3LcZJJvA/NwC+dvHgMUY6mrrGPBphH6681vf+gYDz+eRTMYZiNrEAE45ebqI9PQkRkYHMc25B8rPRQC+BclhgHJwnTAqyqsoK8OgwCCuXrnBQMUonXKU9KU4xwQP8GUQv1fqpw43bWIg+iD0bUeHznomneYW00fUcREyDoqUYXVZOWory1GSqEYpD//xhIVsNgPmoBGNGToYsB7g+ZGGW0BdfQn27t/IgMUm8qGJfIgiRRzZXJHBiizyvIe5MJeVlyPPDVh6uohw2A6SFg8++DDuvPMurF+3AXV1jejtHcDpMxdx82Ynxsc9OFaUsGEmJadw5fI1XDh/kXO8jrGxWfIkq6USCwxW9bHfyNAwA0ZRBnI34ouf/yV87rOfxuOfeAh79+7EypWN8P0ceT0MJaQvXLjCew/p8VBb24hVq9Zh89Yd2LZtF1pbVlIXfC5wRR5YfAZSCyj4ND/bQkdXFxNAr0Hf7u0fGMDU9BR1ZwQLC4sYGRllYGUOEW4QQ6EwdSRG2ZRjy9bN2L1nBx565B6sXddIfpXCWIs4fOR16N8Um5waYqLqGvRvTI4wCHXsxEn0DQwxqTZOml1MpReRSlUzEbWDvHXw6quv42/+5m/x3e/8GF/9hxfwt3/zNSZ2LpPmIjeheSYDupnAfZ/69wba229zjjlEeOhTELittQ1KllVV1mD3rr1QgnrThq3sl8VA/xCOHT+FK1c7YLshuJRRrpAJ+F/fEMPBQy3YsbMNBw5twME7t+Lppx/F7/7LX8dnn38ODz18EPfetw3GhDA+nsHCvEe7L2CIPJmdmyH+RfqNIertKHzPpn3cZrLlDKYYwKypaWFgpA51tU30UQ6SibKAnxMMilkwoJAp63l09w7hjTevs4+Hzu4hvP7mYQwMTzP5U0nf42MqnaHNZFBXl8Qnn3sSjz36IBrqqhkYn8cUg7kuAxcrV6zEXQfvQnNTI+0iSRkcwZHD75H3t6F/v3CUvmuwb5S8/SkXHz/4cITDDZMO3Lt378Kjjz6K8ooKys+i72rAL//yk/j1X3+YibrdOHDHHvbxWIqorq5hovo29K3xLBf6VKoMCvb4tF8drLZu3QJ9I0JBESXfW1tbGDTcA/38XFNTQ7B4yz4rKsqph/ngGyRdHbdx/Oj7DBgeY4D+DDxjIUS70ocRLl26xuDsNRw/dj74dte7b5/H939wGO+8d5p8m0BlVT2u3xjEe+8dw49fOo2R4XHMMpGqhPPqVeuwf98+1o1AP1mcTs8gGo2hlboS5gHf4iJTVVWNLUweNDKZ2NXZjeGhMQhOSdNaJvfKy2ooV4dBz0kcfv8YLjEJnUyVYHBkABkeiPbv349UWQWSyUq0tKzCdSYVp6dnsXZtK+Tzr12/goGhHiRLouRfnnzrpzy6KLdJVFdWQx9wqK6uDXRXPw2e5wY8kYgycT6MZGmKAfwUCoz25JiYeeftY9T7DuraOFpaV+CRhx/FIteUEG1SdITDIdp7A9eBckxNjUJ8vevOA/jSl34Zh+7cj0jEosoV8MTjj+Lzn38eUxOj1KEJ6EMTVxgwLTDRV1NTQh2fg4LI83NZjI8V8dKLR/DOWx/g/JmrWJzLYc+uA3j04adw6I57sKJ1LWwrjPsfuJ++biXtaAPaVtThgYfuwrr1q7F+/Rryu4X67+Odd95mwvk4FhfnUdtQiQYmqiam+qCSoa/zCkVkmDTfvHkXtm/bSwtx6GsSaGqsx+o1bXAdQ/009M0+XNdGWXmSPjsOm3q8SD9ujAHP+0xCIfg2Z31dOWVSH8CGCN/e3oE1a9fQLx/k/mAN5eoxCN3DuY5D3zoNMzmhdSzq0DQzPqyCg8rScqxeu4rJ6A34/BeexD337kIiESP/PoNPfvIp1NXV4sKFS9jGxHGyJMS1o4RzXo8tW9Zh9+51QaI9l/Xw5hvvobWlGQcP3EHfeIty7EJJMoUsk/I6OHd2dlJmM5ianIGC15FwCXm7DvAcDDGBUFvTzHGTDGqX4OGH76eP+gyaGtajrnoNHnnok1wT61Bb14wDdxwi/1eQxwVUVtZRjwZQX9+Ebdu2wpgibTyODRtXUEdK4NEHugyUxBI+Vq2pxrOf3En/V0e4Ahw7T/86jxLq7QzXgm9+/dtcTw1kG2OTo+S5h5GRNEaG58jrBkyO5fDUE5/hfPJ4++238PLLpziXBeIKQXYfj3EeQwOkK09bmmYyKQN9w/21114hL24gHPGxfmM9qmtCyGRnOM4YQjx8RcMuprnP6u/ppe0MQPuIhzj/TVtWYMuWjZT1Ii5dvoLbHR30Az1cx0YBy2O8IUvZlCMe81FdmcTKtgS6Ojs4nyRxpzE8PILy8lLSMoH01AQMg0W53AI8P4uJySGuBevw1FMPc90NMSgdxfTsHCzXJV5gYGAQM7NT6O3vwff+8ftoamxlcruIQs6DdLRQKCBLfVxYyKCktATDI3146LE78O/+w6/g9/71s3jw4bXI5CZw8dJJXL56DoVCDin6UfmN6ekZTM/MUMcduBwvRD9V4KYftFyfQVRj+VAB121tjuXDOGG9wqKECtQ1v+gzmJR0EQAAEABJREFUgVpGGrJIMyCtnyfOcn/iAVz7wpSJBQ8GhocBY/HZ87C8ybdtg0N33Ym33n2X608ENm1ix87NWMP13XbDmGfAY4Fz6+jpxuTMFCbJu1kGzLLZWfqBHMIuqDseE6Y54izCGEM+V3INB+21lHMKoa1tJRhroe6MYG5unnvCCjS3NiKeiKCkRPzKwrLi+NmrZ5j8G0VD82qUVVRSzu2oTFXi1Zd/hvfeewuxeDSYj0O6tmzewaTUJdTWlGHn9q344T9+Dy7/85hYbr/Vi6b6euhDK719Azh+/ATOXbjB/WcOpWVh/Mf/+CP84X97j/uPa/T/BVy6MIgVK7dh196t+MIv34Vf+coTuPPudXiKyXTDvbnlR7kG9nK/O4BspoBhrjljo0V0dA6gsqoC09zrZ3M5dHV3YnomjSomRA/Q/w6PDaFnoBtPPPMJVNVUY24+h2efewq/8ZtPY9fu9Xwfx6ZN65DJUNcsG8dPHqOOXCWPs5iZKTAB7uC5px7C3m27UVPZgoU5GzOzgBtKQIfjNaua0dbchPnZWbzy8pv47d/+9/j6176Ln734PjqYvH77rXfRq6Rorsj1Zh20ZsuvVlW7OHT3dvLHxbvvvUrfkOL6tQ7vvnOMtHhcIxYxS11OM7l+5cot2vY7+Oa3fgzHjWOe/jo9PYefvfIW9Isu12/0oX9wAfr3Tw2TEX3DPbTpUvKznrzIIJmwKeMI4vEQZMtuyIXPQJxt2/A9w2R7DOUVVZgizhwTrteuXqWuLODTn3mE/JnnnHNsSyM9Pc31ZQ2SJXFMMSFYVpHEps3rMDLUR7/mAdqPJKNc8wymJoe5D7qCzZvX87xGuXPv1s9ktWFie1VbPfbt2or77t6DutoK6NvXG9ZtY5953LjZhTLuT8dGJ9HU3AqSR9pL6D83YuvmjYgwoA0UcPbcCSbez6KptQ6r166mjeRQoN8+w/Xyxo0u3Lh1kzSPUd/6aMUZzjvC/dw87T5L3k5zndhLX1sMzkyTOq/RVsfGBqnLpdSxDmSy07QHH6GYi/MXu5lU/x7+7u+/E+wds5k88Q5h//4NhAH3tBYqK6s43x7uy8oxyQTYpz/1GTzz7JOoq68N+PX000+grq4Go2MjKCtLcY99Dul0GlNTaUjPfJ7DwtxThGn7HvcenZ3dMLBgG4s052nbC7Dkh3wP+dwiQiGffC4iVR5GWSqMklIXYfrdcNznuYr6GbFhbJ/8KwC2R72hnCMO92IhtrMkY4ixWEzuVDVUoWVNE+Jc24vIIxylFYdd2nqcvAP9fQZZ7juX/B54hsnBpy/Uwb/gFUlfAb4B6bOC4sEP6uTfjDEwxuDjl8c+gIExBsswwi19NMYAMMS/VJbbVa01W8UnD4LieYTzYOhPta9WMUb9EdABXgmer5PJJCzboh+U3vukLc89nuZWpJwXef4bA3vQl7ooFjzy18MCE6QKZlrELRoIENCayWSg+qmpqeCuemNEq881bIL6MQ3LsrlmFYN23/O5/i5ilv5B/cQz9Skw6LRMr+p88lMJ2bm5Oa51A7B5nvap57FYCCHKosgkWWmqBLFYHBbXkHr9G8Vc8/Ksz3FtyDEmEbZtZOjbHbMkhxz1pIa+samxDknun1LsrySybQEOabYsA5svFtcfnzwVTeyKMIOwMzxnhaIRhJhoNaRFa9l//C//GQMjIxhLT2B0cgwDY8PoGewPynxhARNzU7C43130CpicT2OWe07P+NQGP5gD/qfLGAPDAS3LIh02NGfPKqJoFeBzP+Hx7jE55pkiCMLexEU+8SH44xtxAx7filyn5StUZ9kWtF7rV0IsB7BdwOJe1HIsUMCwmFwI2TYa6+owPjlBu4miyL3IQi4D8dOyLEifYYiY43nksfTOIb8s0mVYPD/PxmKgfz5hfK7/i7PzsHwbUdqx7YOJGFJFOfuk0LatQP/YAUXWsRV5nmU8rm22Y5botQHbGIA6k6H+eVywwyFDPDmSUqQNLsKn7XjamxDGcAyVovSAuHxuxBXHyjK+VWRfl3KzbTIAoM1mkUqVIkJdIikIsc0nHYa0cTqwOILFeRM0+PM1J5bg5cP/qc4LbM6HnqVnJJbPRXikyyZ/bIuY2M+wsIF/HsuS/IzhaOy/jEN3i/DLxRjOnWOpK2/88yG+EyR4BvS+BFOkDOWTFOsTvEf9LX6Iu0B+iMfieVgfIKE+C7USeb7gyL8ii8YH0Vnkhc01McMkxiyTb8LjcB+o4nNkwea4tzAkRM+sgjHsyIc88eXJ9wL1r0Clyec9rp1F8sODRRibeuYTrsDx9GHOAs9bHmUHGBgqp0+lXWScLMszCXhZHCPOhGoJ92TyD+pvOxY86on0Jc91qsD5ad4e5xthQsrYVqBblrGJlfw3hGdbhr5KyVaf7xkmOWfnF6DLGEOZ+FB/zSfP8+8SbFbN0LzD3ANblqGu5sn1ImzS4LoORJOAjGUFz8LhUwDCY4zwetTrfFBEZ4jrtU0egJdgipQbH4Ox89RRje0Qdzjsgt0D3yyceha8noVfd/UzbNC7iup0F5zkI1x6t0ib7saYgC9Lc7FoP1lkyZM8eWiMgW1bnMPPi/ookaUPyHj0YdI92wC2ZQXF5YtNgwvxrn2IaBY/lulQf/CyCO+GQrA5b/FA9arTPU9eEwQRxvVUJGvh0BzUprvgjDGBjPTMB3WBcKgY8/M2Y8xH9ZZtQ7pQoC1SFWE7DrtKzsXgLtwqxpiANo1rzBIu8NI81C6a9ayxVfS+rB96VpsxJsBh8a539dO9QD3P0laW10/pqeZlGQR0GmOwfGkuLu3MGEO5FwKdUJvqVfSs8VWMWepnzBK9BY4hWtQmHFHaQYyJ20igt5a6BvgEs0y7YG3ySI2WbVP2DnWOY9MPLvsS0S2aVfQs2gVv28RJ2RepF/lClv40R9soBjggC+G8NX9jTFAnG7I5hsZUEY7lu56N+XAetGWNnaN9hrhuJBIJ7idDpAtQvWjQvkF3ffhB9FikxaKOaTzNz6O8hVN1kqn0PUT9UxFvfN/j3jeDQjFHmRnahINlfunu036FS/TqXUV99a42FWNMMC9jzEe2rXqNp7IMK3qkC+CleuGRnn8cp8YSjIoxhnM1gayW39UvkCVtRHg15xzlrXa9q2js5bGET+/GmEDH1F+88OmTPa7ruoOyk5z8D+eqOz68hE/F4Tpg0bZl94Gc6Sc0tvAbY8g3N+Cb+GtRoZd8BX0K98aCE07btgM4oRbN2s/pg3XSwaWySL2Rri8Vi2oVCrkQn0Sz+gmP5qqiZ9Uv4XUCOI3/0Rw/nI94IX3RmKJXeNRHxbLtwP5Fo3DCIOCTYKVX0i/1VZuK+i+VYiAX4dJ4GldFOiW8xhg1BTBL8F4wjvYn2n8U6N+lm2rTPGgmH8GK3uWiMVWW4QRrjAlw6fnjpUhd17sGNsZA65DhizHB/2GMCYp4ZoxhC6VOHgm/isbQXUV4VIxZghOw+mmuKpqj7iqqN+ZDuA9vqlPxAp+Qh9Yz8VS4hcsYE/DZGPPRvDU+eFmWTVu0A10RfpsyMsYEc7Z830FmsYB0ep6HgWFcZkD+AoMnvb2jVIAY9uzew0DcBshZzDDwfuXydZw5fYFJv6u4xWRpZ1c/OplkHR4Zh4IvnR1dxDXNQ00muGsjMsuDwvDoGBNOE1RID1EeLMJMAEhhpxlMT7MoMdjX188gwgxCkTB0kCrlxiRVlmLgogUrV69iQGAVVq1swMYNVTQOi/gLDAoOMTDTjU4GWPWzmsM8/G/cuJsH7xmkSsuIp4QHmRga6hvR3NyC8vJKJJKliDP56zhhMiVMxtkMDNQiEo1ToBYamCzYsGED1q1bizVr1qKNCYUknWVSBzyWaCSGGGEd20WBh7jhkbEguXf92k0cPXoc7x85hvGxCbhOCGEeskOhKOkoJZ+z0E+gvv3WYQaBb8CnglXz0FRbU43SZIJza8PKFW3YtGk9yitSFF2R+LM80KWJJwTbslDL5OvGDZt4CC/FGHk6Pj7BxNUkD/czvE9RA22UlVWwnw+DpeeNGzdjA/usWb0GLc3NDBxUsO8o9POhC/NzuHnjKs6e+gD6d5EMD0Bcy8mTIvlVg89//iH8yq88yPuDeOaZO7Ftewuqa0q4KIE0hYl3NRMV90Lfwty+bTPa2lqxbt16rFy1GuUM5oVDMcp0AdMMLmUX80ymDVBuU+R/kQGbJuxmcMZ1Q5gYn6RM4whTL3p7BgJ+Tk4sIBwCioUMaRtlYOo1fP/7L+Lw4SM4e/YCpibn2aZ2C1FmeSuZqOUyixIeJBUQrGIyuIJB4AIDsHISsViU/KtCKOQyEDIL7Y11oItTHzIMJF66cg2XLjIgVfAJ14Atm7czaNOMJurNypWroI2yFou9e/dw3hsh49NPMl+8eJmytJBIlCBKvUiWpNDNQNzZc+cwy0P2auru3r27sXHTBhgeMscnhmHsHMrKI0yebUVbSx2fkwAP4VVV5XiAyZZPPP4J3HnX3XjyqWcY8KlhgmuAwZFFVFFfhoYHIZsbGBinzQ6ipqYcd99zH5577tP45//8N/Erv/J5PPDg3dhB3paVl2AxO0/b7GZwYCGQf1lZGQNIHUxm3cRrr76Fs2cu4I033sLbTALNzC6iuaUeBw9uRU1tirbqoLWtjknmeqxbX4eqmgR8s8CEXxOeefZR3PfgHUiVu3DDWSRTPoxTwGLOxiIDp/F4BK3Nq7F1y05M88Ca44Z07979WL1qPVpb1zD5fjcDVlWU/TyOn7iGF3/6Lj44dRHXb3YzONdJHZ0MkinXrt6E6NI3W4aGJpFIRpj4WMDLr57FqdN9OHBwF3bvXoWa6ihtN4lPfvJR/L//7+9h1871cN0C/MI8CgyK2uT9tm2r8MST9yIUKyA9P4hUVRhPPvcgHnrkPnz2s5/F557/JezffwDbtm3ByhUNsIyNBG0fdOxKnk9NTsLjgUe64NBQIkxQ68McK1euoCz6MTExTt2Oobe3F6+99hqmGch0CadkQV9fH06dPI13GXx/++13cPb8WdrgCPSBinoGsMfGxnD27Hl0dPTTfvO0sRzpdwO5nTtzBmdOncKNa9egn7oqL0vRZ5QwYDqPsbFRlgmOucj+fbh0qR3f/8F7OHWqHdXVdfS7i9TVEIaGJzA2sYh3j1zEqdNn6YsuoqmpOYCpYqI0mUwFc6+pqUN5eQX9RCX1vzHQdS3EExNLQadEPAF9O7apsQW+51LnSwhfQ57tZvLjMerEQ1i7fgNs18HoxBhiiTg3dDb6+gdw61Y75+Xh1AcXMMugdzRSQt2exI9+dIT8Ok7bPor3j76DN996DWfOXmTQLIPrnPPJEyfQ092Nea4lo+RTkfJoWbECLW0rkcsbfPDBWcq+KfA/U1N5ysin74jikUfup/1UUZ9uMSA6SbuuR14bPG6sYww69fZ0U09249Of/kwg54GBPpSWJrF+w2qsWNGIkrpDrnIAABAASURBVNIoaZhFJmNg24Z4szhwYAcO3bkXe/fuQmtrE+6+804m7e/DhvXVSMRAXpRA/y6vvu1YXVFNP1iBFBONlrHZ9xAe/8Qn8InHH8S+/Ztp4/uxbsMK7Ni5lXyMQmtODdeDnfsPoaltNRQUKy8v57g+ed4E13LgWDZcHmRrqqvppyOIRpKks4yJikHayTiqqkvR1BxDW2sV15xFLDKJXOB84/SLkWgMa/Rv0LkhRKOGPq4Jmxjslk9U4FCbihlmHQYH0/TVQ/TDl5kMuY305CzHAte9GMc2XFMNVrQ1MTmYAJDFs5+6F+W1IfK6FDt2bEdNTQ3nsgbPf+7TuM715eLF85iamoS+oVjPQPUzzzyFJ554HD4PDB3tt4jDQxvlOctEXG9vDjoU6QNZbStW01+soz0YZBe94Nv2gwMTUOntGaFNXENtVRP7u+jhumE7ISjIUmDwf2RqBD/52cv4t//uL/FXf/01JnIv4tz5c7jrroP41Geexc3bNzGZnsaJD05RJww6bvfgb/76HzDKtai0tBSJZBSdndcRYYC7qqIcfb39SMQ9bNm6Ek8/eQ+++IVnsWJlHBb9dn1dAvGIxaRvGJvWrcYnHn0MGQZbFrNFRONR6ucF2txNHD9+nT5tGLfae3lkcLmRc+HwwOAV3OADENeuso0JrYH+SfK5BJcv30SOicfPfPYzWLmqDXUN1eR9BA89cBdaaLuFbA6pZAr13BcYOLAtF7YdQS5TpP9aRdsapJ7uof5m6C/K6JvKUMyHmGzKQjYd4kGwtq4cNgOga9e2oVI/tblnO37xF59DjPMpTbicl4tkyMealnJsXNOMhtoy3H3XHfjN3/hnuOfuQ6inrC8xSX7z+m0mTUdx9PgJfPPb38bFy5ephw3YuX0bRgb7QCFCH9KyyTGjf/6BdzfsgPkIwHYYIJ1CJOagsiqB8koX+w9sYf9quFyvu7tHoCuTWaDOkKf0u5YNWLbF9dyhLofhMXiqgKTHfZW+QWQbO/D7fIVlHBhjATD0hR6ymSyKDJAtLCwSn8/1pA95HqyLbIdlwabvKlI3PW4StG5lGOi0XJtNFoyPJb8ecgL/+PY77zHIX4IVq1Zw/j3E1cMEUS7ANzgygTT3zeFoFCEmO1avbaafcUhPFvr2YSRsU0512LNrO3Qwam9v5955gfqYhz5Q+AHXC+P4GB6bQWbRYGXratpJE9euCQwMD+Cxxw9y7dtOv5gO+symZ3HiWAe2bdkR8KWltR4t9FHa+8imargelJWV47777ke15HblIhzq9849+0hfOX7/v76Lv/77o3j7nYs4c74HkXgF9bWDczEYGcvDdiIwBpgaL6K3M4c3Xr+N/+9/+jr6BtI4cOgQGuorqG+bMDzSjb27dxJuDPIrRfI2Sh7YlNfatXXU3QbyMYz0VAZ9/UO4ees2UuXlAe9S5WVYvWYlyqvLEWIiqbGhHoyV4sSJk/RtdWjv6ceb7x3B1775Lfz0pTdQYMCyqWUVyirakM8nceedn0Brcz3OnTmN0+yjhNm1G9dph3Hkubebnc3hLSY/X3z5bSZs0zh9rhth7h8PH+7GP/nSFwAG1qcnZpBl8m2wb5C2skjf0kc+XMD2HWupQnN46tl70dJWCx8ZrFnbhMc+8TD6+8aRzYO+2mayO4XpGYd+LE6ebOK54BpeeeV9HD12Ab5xAx/TxoTuZ55/CsZK0j5ddHVMcR/2Pt59+zhWErdjx2n7ec6pQF3xqBdzge2XlCRQmkqynw+L0X/GlHDk8EVs3rgT+dwCYvRR+sBekQ2W43JuYViOw73oPJ5+5mmudzvQ3XkLVZVlmJ+Zg8O2FHFKF8fGBpCMhUlzNS7wHHj9Rif9RJj7jFncvH4JEbeIJP3C7u1bYGhY8zw/lJSUIpf18d7hk5yHwfDwDNpa1hP3PBLhKF772TvYuH41rl66hCL34s2tDUhVxTA62YPegU7uAcugPd+KlZspH/FmmrybRSFfRJF6I50BzyWWU6RPOYWGpkqON0tfVcq1OoSa6gRaWqvw7LP349DBbfjdf/UVHLjzDtx57y4kSyvoT1pQKIZxgWfb9s4O+v7nMDGZx8zMIvcj3YhRL69e6cQ3qU9HDr9P257B448/wn3UJRw7doL6bnMdvA59G17/bmpLSyNu36I+RQB9mwi8bNumvbmEteABTPL4HLMAY/OFtNtMrlgO6GvyMPS18rc298puyANdMFziciM+tOaUllG+LImSGJywBZs+wg4bhKI2LOKRP0hVlqC6oRoZBtrAZK0SAwoK5LnHVoLCsq1A7oZ3BWlzDJAU6c+Wi2VZ1ENDeg30bKylZ+mC5mKMIa1+UMArgGGd4P537cYYQv38z5j/8X2pRfjIHeND9BkLHN+njPMcpwjRraCuin6yNxR2wR4okHbwsm1De8jAYfAskYizX5E2sYAsjY6qjiJ9tWIKBIX4kGWwTHRrTi6Dv7qDi02RPsCyKAwCqi7CM2c4HCYNPnSPKBjIMZJM5qqfMQaCW/ZfWdIT8JO6SRTwOa7u0tUK7hMqKlJwQxb0IYhUWRwwWaRSUc41B4vnvhDlmWUidYGJt4W5WXAicG0bi3yfnZnC3PwMtNfwiuQLctCa6LiGfQGbPLDJN4oPoZDDcVzS7AbPDveE8g2G7dQ0qNiEmeeaaagjdshGmEmqUCSEcMxFOB6GRf0y1Kki8S8Ws7DYvpDPIOflgzlnuE7if7p87r0lK1UbGOhPY4GXbygxnrN86rxKkXsjP8j6sZ79CAJj1MfnHSwGfqCXReToG0SnEseshRILPun2aVGWZSPCQHPUDaG6sgoZJtD0wSebcs1xbwuNSzjhcsNugJddID7ZFLXuvi8dKwCEs6jvwZ39Cpzv/Ow0X31EoxGE6Q8jLjtRqXzKIE6eRMIODOVsW1bAl0KhAI/nQPCSLOfnF/heBJiszWZnESZ8iDqgTywmE9ElOjgXzatI/SEg/4r0rRZs0UJcHnFafA5xTg7vNvmU4zwL9LOlXBPz2q8sLgKkGT67k59+0eP5VuNa1H8+g/UqamMpUkd93o0xAU/YRH77HxWPuNXDCKeQqgj+w0JAdQmKbdsBDs1bOFXUYIzRDRQjeeAFRW0qavLZIN5rDNs25J8NnWGERwWG3QkoWgukVx/2DGyDc5XtswmWbcOmXGzeCQ2f9MlOo/TdIeqFZVkBzAL7OJRdaWkp7S9O3yE5+bSPkLrBGA0GCN4YwzpKhLg8KptnLKgUPZ8mWYRgLNuGfCiwBKc2yd62XbbbhPNhGQe25QbrFVFB/XSO0n5LumFTAQ3py3M982FQ9ImN78Ys4SxQ9nnOW3NSKfLdcexgjgF/AHjsVyBdDheLBNdbUE6C1Tjz3BzN84ynWMMSbaSZuMXPInUYFmAz8e+4FmmT7D1iBGkvwhgTjCN/mclk2G4F7x/Ho3F8ylCdCA6f9FnUT9d1A7663BcHvoh3wUnOkkmM8TaHMitybuKJ6zoBfps89cko0Z6lj1bJ0M9I5nrW2MYY6okDV2Ow5JkgET8Fo7IMJzyOY9HeXETo1xzyTePJbjwGyy0Qj2XD5ZiGEyAoosQXDbtc98PUjzzllucakmXJIM/YgDHsQ7rzWkuDuVqw2V+y0PoiPot21bnEpblpTBVjTACrNhXwEo3GWsIhWGNMYCOC13s4HA74KJ7ZHNcnoT75zS6wbM6A8EQTyEu8EV26q84YE4xnEdiYn+NVu08eqx68NBZvMGYJRnamdxW1eZIR20Sz5qn+Kj51TjDCJTgV1av45I3eBa92FcEaY4JxjDF6DegWnF480iTeZahrkqH6iEbxUXyQvuhdsKJF9cIv2QteeD7q47iUezjQE2MMVG+MoUwL3IdmgiJeCZdwCp9PS8rl8lCCs0jf+VE96VJ/27ICnRMtxhioXQW81M5bwG/RaczS/HS+kU4YY+hzEigpKaEuRoK+ol00e/Szui/j0N2njMXHHHVOdAq2QDkITuMYYwLeSd9l3wWuRUWuyx4TjSTzo7mrX4CD64f6LdMrPCrSK/nJeDzO9S0a0K9xxVP1Ux/NR7FtPatOOG3LCnghGah9+S784qXexSfhV51PHmo8Pcs3a/+kcQWr8ZbbwEtjSJ7L82ZVoDMgSzW2YFV88sinzMA9BXj3PuTj/wjjB7wWPRq7SJ+nD1ao6Fl9fNKmtlDIpYziwbzAS+OrFMl3Y8xHdihcopsggV6pv8bUPAQv+oXXpc9LJuOQrxO84FQEu1w4NIwxAY3LfBTPNIbeRRc+dqmfXm3LCuT1cT6qXn10F1yRMhftGvPjRXWiVXfBGWOC8UWjisY0hszG0qW+xpgAxuKdk6aPKtKW8tTBAl/9j0qRdiO8KsKtu4pw4MPr4/gFozbdBSe6VLTOqb4gedEG1KZ+mp9oNGbJppf7qX25LNfp/vEifMaYj/gtfMaYYF7GLNULRj7W4xrqSadYCrSpAteLJRsrYvkyxgSP6qNxArqpK6oUbtEqWepuXb58g4G+MwxUnAm+jdbdncYEAyWWsZFOz+D6jdvQp43n5xcZ0MiyLoupyQUMDI7jxo0eHDlyhonVaxgZHkUikUQzk3VCnGACIkiqMQllOyEeEBY5IRup8go6m1IeWKeZIBvGyMgIk4DjyJKZKQZ5UikGUNwIaDM8WBcoUI8KzkMVHXdFRQUDF2vQ0NCMioo67Ni+lcG8/VwUo9BPPZ47f54B+LO4fv06D9kpOlmXyYImHrRbUVNTi/KyCiSSJQx0JKBvjbW1rcCGjRtRX99ApSkEpY6Bm0RJEhFuqhXETqVKAxqmJqcQCoeIp4ZjlyMRHOYKyOazoOQQjkTZJ4aq6lqsXr0WjY3NWLt2HQM7d+HQgYPYuWMHWltbGRDOYG52lgt4Dkk6tywXlfq6GuhbSffecze2bd0EQ+EODQ0wCDVDuDwDon1MlPQESi2BKuC8MJ9lMGAevQwstTOpfZNyymYLiISjCJN/hvIr43xTqTLIsanfAjf82cUsOhmwO3f2NIM3HfC4sW9rbUGyJI65uRkMj/Sz9DHwMgEl/FraarB331bce98ePPHU/ZzPLuzZsxJtbQbbttczYN6C+rpqlhpY1LvhoSEGKG4xADWHGQb2jh87hR//+GV865v/iK9/4zsYGR7jXDfgn//ObzNR+GTgLLQQhXmgdRwXDumW7pSX1fCgDC564L2Anq5hTE7MIxQkp8PUoXLKMQnLlm4ZboIMSihbJZm6Otvx3ntvQ3McHR1GqqwEK1e1MkC3AqtWr0B9Qw154lKGYZSmSkCbok6nKZdFzM4sMHA2gNeZXHz55dcYfL/IBOtlXGJgWAG/a9euU18nUcfk1759d+DRRx9ncGofE8PbsWPHbvKhGYBDunNwnTDKUhV8B86du4CL1E8lvmZmJ7nQz6KCic7ysiQT7TFcYaDpdnsXEsk4k67rYT50pNoo37x1EydPnsHRo2eC4I67wc1uAAAQAElEQVS+5Q0SXVuboE7VctytgV1EGBT1TQawcsQTIo1VcEPA3HwaNbUVqKysIF6D9NQ0rly+htOnz6P9Vg8uX7rKROAwGhrKKc82bNy4lvhWoqKylEnRWWSyM2hurSGOFEfNkpcNqGTAu2/gJi5cPIyTZ95GZ/cVdHXfwG3qovRbm9aaykrk87NMlL2ME8fP4MyZSzhz9gJm5rJMJF5h8uw92m0vuroypGUIly+PkU83cPzoObx/5DTefec4rl1t5ybXZ3BhiPq+wERVLSKxOEZHZ1BTHcIzT+9FfX0Z6e9DNOLj/vs2MXnbgovnDqO3+zL27lqDDetqUZFywbM08d/C//Nf/gB/+Be/j9s9F5GqjDEo3Ye33noTJ058AH0gQ9/MjEYTuO/e+9BMO9Zmqbt7gMn8D/DWm29SFicZ7JvBJBOrOR52swyMzMzMkLYySL5HjhwmH9pJ4zBtdwC9Pb0B3rNnz+Kdd97FlStXkE6noeTkm8SnhHyWSZEpymWOB6O52RnMz+XgujHCzWJwcASWZTMRc4I6cAI3bl5n3zEG1+eZ3InAtoCaqip86rn78MjD++mvQJ7UYhv9Y1V1E2LxMtTWNVGGzYjFLMiGZpTcpr+4wQTI9Ws3UCwYWMbF2OgUptOzpLmPfM8FeqxvW0xMTAZzeuGFF3DxwgUurB7SU2ks/RRpK6hYmF/IwKavn5ldoK2txb3kX4yyGhgYIK+mMMsx62rrSW8IPUyO+EzEzs3nUV1TiQcf2MlA770MYj5A39mI2tpqbNm0BmtWr2YSmLInT27dvEEaLep0BEVu8ru6ulEsenjiifvxmc98KkiGa8wvfelT+NKXvhD483fePoy//Iu/x8s/extXL97G66++Rb5lsGrVGrS1rsKBO+4mb6MYH0uzPs9gXZ7yuYiRkQGuIVH6xShqayqwYmVFECzvuD0Y+JX+vg7Cz0FJ0F27tiHEANnnv/gL2LVnE/3bSnzxl5/H5k3rUGSAaICJ9ZDjQLSOjY5yMxdDTU0Vqqsr0N1zG1euXsLUXD9aGZR34iFESkoQ50G0raUZUa45M+kpSK8mmJguEF95WSlyXDfmZtIYGx0hbJz2Hkc7E3+F4hziJUX86q8+joce3oNI1IFjF5HN+Qgz6AAYTKXT9GHTcNwIBgdGmcTrR5LrtT7QNDY2hTImNdata6G8B3CDwfR4vJoyqScfyvD85x7Grt1tuOueLfjV33wOv/Mvn8Weg82Yyw0xwDWJ9o7rmJwaRzQaZv9bOHvuDPXYhoL+E5Oj1Im7UcGA4/UbVwg3hjYmZFOpOP3MPK4wsTMyMk1YIJEopY7P4GcvvUIfcQPD3F8MDo6iu2sIxYLFucThOjHU1dXBDbsoIY6q+kqUMsgcSYRRXV+B2oYydPcOkwegDbVjcKgDN29fxq3b1/Bf/9t/wclTHxDvEP3tFvq+VqxZswm3bnZQx0KUewnoggNaM4tzWLVyNXbv2I/p8Qy+y7Xs2NFjsBmA+s1f/Qq+/KXnaK8L9LelKE/F0dHegbGRQWzZ3IZDhzbigQfvhEVHXFIeR1l9HKESB6PTEzh38Sr9o0FFeSkcy6I8bOS4nwhFSujPpnHufBf3Mn2AH6Y+jnKvsgq1XGt7u/qg9X92eoEyacTI8AT0oQT9pGd//wj3AHFMjs9ggHMfHBjCmdNn8dMXX8Yf/P638fWvvcS1+FUMDy5gftolH0to4zOYnBzDurUrASuP0lQI3T3XsG59C3bt2ICHH9yP1pZazmc1bTePzo5rWNlWTxmFsIU6fvDAfvrZXUyU70NleRX52IY9u3dh+5at6Ons5Nw8PPfEY/CyCzh5/BgYu6Vex8hfBy6DEQ5LU3Mj/UMOJ4634z//57+nn3wTxgB56q1soUi+LNK/aA8GXtKvAvcuPjfAWQZk5ufmA79nwYLjhOCy2LZsrkg7zbDNJz6DEG0gygCcE3IRiUVhc+wC95ZLe75Y0J6hP1dAr8BNs8eUd5S6HIuHkWWwe2JiKtC5kpIU9T2H29xL1TfUIT09wzWwE9W1tYhFS2ljWeRyBrFECi7XkuGxSSZHFzFDPzY7PYkVXE9dBtYfeuAgtm3bQH9WRDQWg8ZsIq/14YXx8TkUrAJMOATfcpicIkwojvPnLsFwnuAmOc5Ab1fHLfr9Q1xHu8jDWXz6U/diBRM+89zvhTi/eCzJPcwV7N9/AFkGpSbTE5hMjyKaDOHgffuQqi5FemEauyjHX/sXn8KXf/0LQLgO//Ct8/iv//27wTrmMojHnAX7GzhOgkOH4BVi9EMe1/8+fPs7r+GLn/9P+Hf/5qvwcg4euOdejI/24j7i37p1Nee1iIbGKqxevQaFgoeOjj603+7H2TPtuHS1F+FICiHyaXJ6jro3gGMnzjJHZCO7OAub89yxeRX57cOzY1yz63CIa8svfvGz+MxnH+G6M0d8XbAtm3Yxg4H+dvruEJ54/GHidZDJzKO+sRqV3P9cvHIdx0+dx579d+PIsUt46ZXLKBD/7fYRxOIe55rG88//Eu48eDdOHbuCRCSBF3/yCsrLynHh/Fmc+OAM+XyFsk1TD1J4993XcenKMTz86EF89nNPYOVKrYXgDt5wnj7y2RjOnOnB7VuzyOcTqKldibvuvg8LmSLGJ2fQ0dmD4SEfZ04O4LvfPoVL5wZot3NYmAFKE1WorWxDjonKHANAESZ5cgz8h8IWxidGUVlVijz9fUVlitoQxfEjlzn3AfrSYUxM9aJoPExNzdAHD+L1197F0OAw/uiP/pg+tBf19U3UlbnABudm59BJO/XJh3rq79p1qyC7fP7557B6DZPHPHk2NtSjua6WMY0cWhpr0HnrChqaKjE1PYLBwT7cYjL88qUudHNdzy44HO8oKlPVGBpge+8Mbl69yURsGPqnOkpLS8jrEErLHaxc18w55FBd3UTeXiKfhgCToD2EuPejPVU1gWaIszyvDA52Y9XqRiaiu6F9ro9FzM9P0sYMjDWP8qow1qxvog0m0LaqFcMjY/S9D5P/1zEzk0VnVw/eP3aU68o47r9/P37plz7Nccu5l/Fh2wX6wSy+893v48/+7M/Jq1G4ToRrayn277sTp09dpp+dxn33foJn4qv4rX/+6/jFz3+WPjCOcDgMnxKnUcJm0NrYtA1KBMZGKOIiR5ubX5yH5TqQ/3EsG2APBQY8bkoVfFbxUIT8r88EmsU1O8QEaqosjoqKEq5H0aCUlSeQSIYRpt1nixlMz6aJyYPkZXGPYVkWcQO2bcMYQ7/nkX/FoDhsV71g2cg/E8wdRtSAsEXqbAE+91bGGBizVITQV0SID7qr8PGjP72rLFcY8/N+y3W6izYVY5ba1Uf0iCd61gcei/liMG6Bib2Z+TQ5UkCRgQ7btZBIlMBnMnRyMs31agqOY/Pdh2OLr2EOITnawVyFT7iTTIjG6FdVXDdM3DZCvLtuCLZl8RwpXYzCDdlcDyK0B4swP6dP9EpOy0GUUCiEKNePCIsbClG2eZSmUtxzJSH59vR0Y4gxDbXD+Dx7zSASdTA7P0E9n6WvmiR+D4lkAsYC0tNpWLYN+X3Zd5ZrGZdg+psU5+ZR9qVIlce4r4mjSB11EmH4roMSnh2rq6t4viwhHwxcHrgcFo82HItFEVFigTwLh10+hxGmHlq2BSfkwHYNi4UQ6XLZbhMONrjO8H/UXz0Xqc/5Yh62zTr87y/xuFAsUG88TtX6sAh2Sa8YBw3m4HF99fniU4eWizGG82Zh0MAmXcslSKZaFmzLYjsL2z3SYlk+8ftIRONIp6eR4pl+nvuyEOdlOw5ypJUoOZ5PeoqwbUO+UD+oQeDYNuelIjw+E7xFL0v8gEueKXFakozB5hixaASu6yBGXxsLR3hmLGKRCe8K6lE05MIlPSk+J8ljgtM3Z5BlIkhjCzeoq45rIUr7DInPNhDj/mEpQeyRJguaq8Y0FqCAb6GQA2jFlg2Qc3z0kM8J7yJyuRzSjMvMzM/BkFaXcg1HojC2zWKxGIC8MhZ4NyCCoNBlB+uaJ94DMIZtWLp81oGyWHrjcB89+6xS8XhX8YN+xiz1lR0sy0934VbRszEmgGXH4E91KmoPKj78H8EIB3pHD4a6Y0iLSHc4H8dxSJYPi5PRs+PaCObBBUB4hE+djWVAIBTZV77V4vzjjKXZxOG6Ln39DNf8TIBLwxZ5RlTfcChM/rvwWSl8KsYYsDts8tZmf2MMAANj2QGc7F5wnucTH6VDXi096x30NR60n9EYc3MLjCHNU3ZFWMZhsVks5AsFrslZ7p1yxGuxT5Hr1jx9wyLnAOoD4Ti2aFQJxjcWNC+b9eKFnlUkA9XF6AuVlIVlB2uKIU888kNFPipJHZXPs9nfADDGQP1VNNdQ2GG/cFBnjKHOh4LnwP+QIaJDxZif91Nfy7IRdkNw6Hs1lugBL4t9QiGXeJygzdD35RgbAW03FAoF9ZKNiubDLgEf1C8cDpMWV1XIM4G5wBjI1NQU9y5TjP0twKf81E8yXu5rjAn6yz6Wcch/RiLC5XAuQmcoMz8ogrHYJ097UmIqT9pc8iZGeNkiH9nHAp1MAA9emh9vH/0ZY0hnCKJDlR/njzFLY4kfqicS/vkBjZpTgfNSH2N+Dideq225j/qp2CRG9OqZbIV8d4R274Ycju8G+iJcy7qpZ8GLR0u8doO5qL+K4DSO7pqT6lQ0jvqor9pEx3IJ3qm36qc6wSsRqnrV6S77o2LR39JfcX6aj5KkahdNxpiAVod2bYwh6M/fhS9HWSihJ/jlMUSLijFLfBK94CVaQ7Rt9ROsip7ZRN1ygz1YsC7Tb+suPhizpCOCNcbADYUgHQnRD7huCIad1aa5aBzdRY+K3kV3MC77yZbC1FO9G2OCeYW5PoSIS+PJHjR38cAYQzmFgrHUzw3R53ANMsbAGBPIxratD+92ULc0dgbFQjGwAb0bY4JxbOqD6FzGr+c8z76FYg4e1xvprIr8uuhWu3grWnSfpz3pToWkbToIcz6hDwt4qU0J29nZWb4hGFN959hPsrGohKJBdxU9q1580t0YE/Tx6Rv1rnrhFC3SL/GghDEt+STxUO+K8Yu/S/AZ+tACBE9UAV+MMQFfhFMFvIzFOksPHn1zEUWuHxpHONSXLQEdwqtn1edo54Lzuc9WKXItUR/Bay6iT/PRGEvwObLJD/AYYwKa1CbYpWILNccuQuv+3NwcpqenkWXMgOCBLgpOQOq3XDyuHxpb72oTjOiUHKQ/8im6ix61efTlglfRu/R2mX/L/cTLMPVdfTQHy7IgWGPMR3fhkS5pbsKld9GwXMBLz7x99GeMCZ6NMR/h4SNArutOdaBs+EZ5q6+K8Aq/xlq+q46dPsLBHgFv1a4iWNElOOHQs3Qnyz2w6iwOprkaY4J+gvl4EW4V1Qn+f1fUJpiPChd/7Sl4QzAJgDcT0OhzfgXun/WhPhWPNguyosi6ZVpFzBqR7wAAEABJREFUm/RHtGoOy/iNIY40A+cdnd08IN7COAM+5TysrV5dBQV6S0vLAGNhmptJ3xjoZ/8O3bkfO3duRWtLC+rrq7F500rUMihsWzYPoEMMiF7lZjcdKFs6neZBe5DBghFcvXabh9k+Bm8H0dnZxSBCF65evYoRHjz0KRHbppHTWYmZQ0NDPCxNYmx0nAffSQY4bzGA18mNax7JZCl2bN+Gxz9xH+6+Zx9WrWomHfWoq61DfV0DlTmM27c7mOxNc9FLBAfkGzdu4fiJEzyQn2NSpo+brdlgswVe5QwcV1dXo7y8DNqYzXLjWtTG3DKwHRsy+joGEZoZnKqurkRtbQ3xRmDRpkpTSQaHVkE/23jv/fdhxapVWKQiDA4PMQh6g8HQ8wwEX6WxpRnkmUdtTTXuuecuBvB3IxKy0M4k2c3r18i3AdjGkj+EQz6E3BCqKqvo9MI0Zh+uE4IxBpFoFNFIDIl4Mti0UcbI5bQxy3DjMcONG3kYihIPN2x5D5MM/E0yCTzLQB+xAzToqYkJynkUs3QANZx3U2MjNmzYAP18Z21tNXQgULJvMTPNzd4EAxK9pH+EPBtBMT+HtWtacO+9+3D//YeYDI5QJvPs48FjUHNifBzXmWyc4rhK3F6+fIWJ+guc3zj0DbjgW86btzFBsgaG/+UZZIjHY5RfHUBFlkOXPOoYIFdAp7ExwSB3mMH9CNZtaMFDj9yBJ566E8//0tP41d/4HJ565hDrDmD3nvUoKY1Ql4YY/L/G+Y2gu6sDly6dx/kLZxmYfQv6ZtQIA9x9A324zIBakbyYmExDAZbBoVHOcZab3iKM5TBA2onLV2+wrRv6mbuLly6SD8N0+HnIwJQUO3f+IgO/JxlEauciHYFthTA6MoVbt7sZdLuK3u4hLC7kGfi8iK9+9Xt4950P2L+AsrIkSkpilM0ozpw6ibNnzjFQc5q20I+hoTTStBkl15Q40jgjtI+mpgY89tgDeOD+OxCOOLSBCPlShpLSBJ/jlP0kBjivWQaWbndcwc1bF4PS0XUNIQZk7rn3ToRpW1dpb0eOHEeWgby9e+7AV770T7F162bKMI8UAwLVTMiFuPDPzc/QeeVRVZVCS1sdNm9Zjbr6clRVl+DAHbtJx11IJiIMdl2CvmU5PjqBkmQ5tm7Zibvv2kOfUIOa2hSDw0B5Kora6jJUV1Vy7uWU0RTOnL2C3p4x2vQQhodnEU/EEY4apKfzGBqepm/oZ9AhzwBEjoeOLPkyhhEmFI++dwQdt9sRi1h48P51ePiBQ9hG2rKL49TNMTTU2UjGsvjh9/6BCc+3MDc3AN+bZnK4iUHOCHW8ivxYgO1EMEW/V0n9b2hoRoQ2Vd/YBGNsjHAunR09pGWWPmgaoVAYO3bswkMP3k+/00a/kcX6detQS3/T0NDIMeZIbzvtMMvEyUGOs5pJ4T6cPduOEye6MTY2Qd2ahvyabOCRRx/F448/QV6U0TcOoaGxgT6mBI4ToX/dhL377sZjjz+Liqp62twCbcvB+vXr0NLajDvvPog9+7bzeJLHNSajrly5QF0fpmwtFP08SlIl1EUXWQbxo7EETpw6zeDhadxq70SCmxklO1etbsaXv/xp/O6/+G0cvPcpjjGP3t5+nDp1hrI8Sn91LZjjEJNXly5eQRd99cmTJ6FAbJbRdMcJoaG+ATXUlUb6/6rKFBQQGBkZRpT+KU7fdOPGTfzsZ68wwN0Z0N/SvIK67zMJeYF8yKG9vYf8z3AOg/QPF8nnWbR39OPY8RO0tzMBz1w3jK3btuHAgTvwxGOfgD5oUsdAb5ibwJ7u3uAbrJcvXQn430gejo2N4b33DuP119/Ce4eP0w67kCyp4LrTh4sXbiFkhyBZ3r59G5L3/n0Hqafb6JfzOHHsDG5c72TCuwNnTp/DDfqw3u5O3L51HYsLs7SzOLZv24QN6+uxfcdqrFzRRJ9VAwU2R0b7OYcj5PksTp85hmJhkUHyQep1N5JMVlRT92PxEMbHRzi+G/i5IjeB4UiWtPdjOt2LykobCrakp/9/dP0HnCXXdR8I/29VvdwvdM5puifniJkBBjkSAAkQzEkiJVmWbMnatVf2Bn/eXef92bteR4myJFISJQaRIAmAyIPBDGYwOefpnu7pnPt1ePm9qu//r0aDkD9/NX27qm4496R77rnnvNczgyz32oa6WnR1tGLb1s24ce0q12eBgegAqhmEVmJATm+aCZHBwTtI0gZEqyLIMulQzaCb5eS5TiN46NG90Ddfe9Y0UJ5ALlfAwMAQ7pL3Z05dpcMOJnfy3K8qXH9VqOLh22OgskInTn+WO8hD5mYmA3ft3kldjRHGMtZtaGHysxobNjdj1761XEc5tHXX4Ytf/Sw6upoRigbwKSbNNm3agMWleWzbvgX19XW0BfV46aUX0dPTTfvqcm0vcW1cp85R3h8ew8LiDPTnYh0GvA4d2olgAMR1lDZskPt/BlHq8oWLF6nnMcxOL2AxneF9jvYlBFgVtLU1YvO29RgeHSBO4Boeh20ZtLTW4tnnd+EBJnsPPrAFDc0pTE2Psl8f6WiF7FyeTvB16usYA+979h3Ar3zzN9DW2o2dO/dgmcGR5pYm8riaeCwAlSAW54u4emEEF071o5yzUMqVMT4yysRPHlPjo+RzBunFeVy9cYU6PguXEY8QD13bd2ykTB7Dli1bSW8ely5dxygTnwE7QpxjCNMpjkYj3F8sLC2X8bOfX2Qi+RziyVZcutJHv+oObUAXtmzejpbmbkyMzdNG5bgOTqKqqgbcSsHzFWLRBLZv38F9ej1sK0jdaqAMGvHiCy9h46Y2jitjftbAdQMo5MtMdk7AJQ2tjY04dvQc96VZ2oyTOHf2Is6ePQc5nWn6Cs0tjWhqrmFiYScTTXsxMnQbk+ODuHXzMhNGWiMhro81hD+KGOnNZ/I49cEZBLwgfvHTN6m7ccxM5eEWc9CfCA0YBwY27WYRgq8/E+p6NvF3UMp7GB5YwJ0b93Dqw8vo76ONox0uksh8Pku5O6Q5AlQM3JIFt+zBsQOkyaUdFVwDYwxtjwXLtlHSQT+bY98yKkxKqchfla4X+a7DZpQ6VqZDFeQ+WeEaCIQCcAI2OBx79mwjTnl0d7VwD9iKrq4u7mPjaG9vw9Xr1yifKwxcllHgPAO0TR0dXUglqklXjvq2hHQ6TzzCCIWqaPPnCDMIl4e6Rvo5x09/iDHu8X13B7kuyB9a94F7fehqTeDXvvkc2lrqEGBwNp8rwaKuX7lyDXPT88hnCtizeytlm4LLg2IgGMQzn3qO6y7L5N51/N///q/xf/yzl/H665fxh3/4HRSK4Jo7A4996+qqUVsX49pPYz6Xxp2xASwxuPweE90Xrt3FX/zwTYxP52BzIZbJi7lZF8FAGLYF6qoFfYpTvJmdneH8DUjWxjEyUqItqyA94+GD965gfHgG5/RXJq5fwnJmAbPzCxgaHqC889zTi9i85QCccCuu3ZzD7YEyzl4ax5mL93D52jD9pdfpn3o4cvg811YaW7auQ6E0S7tWxXPKZbz2izfx4x//BKdPncNF+mENtU0oZipY09GJoONiG88k69a1wzNFf+9cpD9jaFsWs8sYn5zB1Owifvbqm3jpC59FY3MAjhPlGk/6H5j44Q9fxU9/8lNwMG3AZowMT/q+TSQcQSqVoO+7C0Xa+PHxMfL253j6mcfx2OP3YXr2Lg4e3I18IYMQA/yyKw2NtInhBDJLHu2CRf+wyPNPBt/505dx5fI96tAsfv7KWVw4N4SbN2a4RwIzsy7yDM4vLqYxPjrI/n0I0adXsNalfrpeCfnCEnbu2oQenn3qm6oA20M+Z+Pa1QlkqeftHTVMMj9NvvXwfLSBeltHXe3iWWUzlphUrHDd6C8QPfTg49AZ6/ix49CHosoM6ls26Ddfon2dwq0bN6APiVXXpii7uxibGKbeJHHy9AnCa0M8EfZxaWtvpA++Ffc/yLXBvdGhLat4YfoSfTh18ip27OrCjt27EIknMKmzAdf33f5JTI4uUE+mmSBJYmYyDbcQQGNdN86cvIzZiWW01ndhdnIWEer2wYMHoQ++FosuQqE4Exx5pOcWMD0zh3n6jUeOXcGffvdlvPLaO7RfH+K//uFfsD2NK1cu42tf+xL3gmbKOYRnnvk0dXEW23asQSY/j0TKQQ8TtAXaFgXENm7qpW86gmvXbvBMWIsYg/RwLezbez+U/H/jtSPcm+7hz777XfoabyBJndB+XuGZkQcv6g24Tm3YThB2wEGB9kUHc33TUgfxUqlCOXtchzYcm32sIG0VmW5sGIu2y3bhWWWAdydk4Joy8qUMDN/BZ8/NwWGSplzOUyaDMNznHM7jeSv2zgWgonVb8TyqsYFD/tmBgF9fqVQgm24sC7Zt++Nd9WMxtgUlBD3bEAcD8N0jfBU9245D6CDuggBYFvt/oviN/GWM8dvw31zGGL9+dZwxBoFAkPIMQZdt2WShgcuAomMseOQViK/FxnKhTPuyyMktROivSy4xnh2TqSrS5yKeCMBxPPKyAnCdEEko0CX9le8tuhUQ8ShLkgrDfzbpz2SWAFNBiOcqh3Sr32pQRs/aO4wxlFkZkh+lw/15Geqj8ZFoBNovHPKmuroaVUn6w7kKZmbS3HeEV5LtHuEHEIoEmfgPkbcecVtAkHJxuFcGSc8ckwcr36ojHUGDTG4JQdqR6dkp6vg0LOIWp6/nMKjuhRxklUgvLiHekEKU9SUGVQ37hDmHMcSS7w4TROQm5V0GKH2PSUSiiWDIhuV4ZFEJFiqwLMCifQTtSIXvLmUOFY7yXNen1RPT+K4fYwyMMRzvrbS5nqo/Lka6yHZLBRbYm21/sw8rVn4M64kvOC8oB49jy56HEvGVXoIwbMrJK7u0AyGs713L9TeAFHmdzeegPcrleMVdOHSFFsvi3abqVDjccB7C497sUi8CAYfrupr2PkG9c5CsiqC2thoR+rs253LZz4ZBgf5yhfrnkbalpQz3gXH6VxU4hJ2njx7hekpURYmyB5s0xqNxhENhOI5NX91GiX5OqVSg7IvQGQKkr8Lgd7GQZTLKQplBXhtAjPOGQ0EEg4RC2NKrMm1JJBJGmG2e+GPZyNGOWMEAbAqwQolanMdQvrAMXAb9XO7rPqXkHcGy2kKAfaWXfj3XlJK/FmmTLqhOxX//aAz+fy7Pl7HHdmMMeWp9XIzRaPjt4KU1bTiBZQOGOBljYMxKwUeX4KwW27ahYrHNY9LGo/NqG7DOgsXxrCbvXB+GYIsvKv54NhpjIJuqfbZC+suUrbEtBMgjy7J8vHK5nK8DGgNeTsBBgHJTH58vhGH5c3lwGb+qcP/THdQnUubLUv2Fpx2gzNwSykzsCX6pVCZs4WdBz5lMljA87r952okS8RYdNu+2X+/v3zwLGGPgBIKSIISfbIpH3GDYD+QG7zAWYZdRJk8qPCsqIZDP57xZ54QAABAASURBVAmHq5P2sMgklIaIBpUiZVvMF1HMFbG8sEwcsvSzihDe4XAYAdIcov+suzHUF65p8cS2Lb+PZVmwyAd7VSaWRbwN5y9zTpdtarc0pf/uEocyZSachL9s5GpZgbWCv/B2KZcA/WhH+sq5hW+EcYIgbd9qXz1Ho1H69FVcl0lU8SyqfhXOI1rLXIcFOrB50iheq8i2K4mheX3E+Eu4CCfRZoyBbVkQTRXSWyEemk/vxhifpjztR4FF681mHTkDlzx3uf4s24JwAC+LcFSESzab9flijPF1THOpTXBV9GyM8fnHof6P9FZFfdnAHwPxIBQK+c8V0qnieZ7fX78oDh93Y1bkUKR/UmKpUE8DtBWBgAObPNV86q/iw+eDMcYfK/wDlL3utm37c6nPahE9KuC12s5HX8bCp0wdl5zV3xgDiwW89C56VMQ3wZcMNZcxK/hKDhormZRJHyf/GK7GG7PCP80jOKt3Y4wvG+Ej2owx+Pjis+r0Lhgapzk0V4l2++P1RHslXISTcFNf9atQZytcv3q3LAPZA7Ub88s5jFnFq+yvIcFW+W/5pLlVBNej/QlQHpKpcJOOiG61iy5wtatez8YYXzYecRTOqhOtAcpJRfSpaKxgCL4xxl/DwlJ4CB+NN0Y1EGv9Ytl89m2w8fVLawq62E90F8kjjc0zR6F5jTE+XNlDm/ohfNSuubX3CI8lJlhnmTPQvMYYX4aaW3wTvuorPDVOMNWmIrw1Rv6XYBR4plEfzSGUxKtEIsEYWRwO9Vj1KmWudXAjN7BIk+XrgjGGzytFOAlXFWMBylfIXrtcFxXaSs2tPsJN8tez4Eomwge8NJY3nxbhqSI6VKfxeldfjatQd1VUp7tkaYwhPtxj4Pm2QHRlee7Kk0aNEyzBkd0RDJXKR7ipTfWCV+SerrvqtIdrjPAVb1dxLNLWLy0u0V9cRp57gDGGNFuc30CXxhpjfJ0SzSoaa4zx7ZMx5uO+gq/+K8Xz26mGWL3UvvpsjFl9/Pgu3ARbdxXblnwM8VFZwUkwKh/xbPWu+VS/OpcxK7BVR+R8HRTNKjb10Bjjy0b6Kt1a5ZH6f1zIe/D6+J3AP36mvWfTxz+qX8WlQj/J/aivOhhjiIIhDaLll8XQPlAFYWyDQCjgF78O8HETTYIp3FbkSz+aewxCwQga6hoYGKlFLZOK1dU1/qamw0ogEEQikUQ0EkWQC76Km54OEFV0Qh064HkGI20uBpC4uflZbuQZaJMbGRnB8PAwEz3ziHBDb6ivRTOTdfUMwotBlrGgZESUh1VtIcvZDAMyoywj0J86Gxoa5iFiFuPjk7jHYP9VBpH6++9Cgf9bt+7436bRNxVEjHBbt3a9Hwwx5MACHYpFloGBezj87hG/nD51BsOEM8dDjr7l0s8Eg/6PoamJSTpDRd9x3bRpI2H0MKmxDvv27YX+5GJDYz2DyUn/0FxdnUJjUz127tyBBx+8n332QIkuywIDI+MYHR3B7Vs3cP78WVy+cgm3+Dw7N42JyVG2jzFpMENHK0unO4gInWUF8Vwa9zkGBGRwMsvk3fwig/j9OHn8FK5duYGB/iEGYwqolAwDITkGN5YJa5byqYb+dO/mTVtRFYuzfpHw53wHbWh4iAm6U3jrjddx7fIVBmTGGGzJYXZmGsMjhMd59OeLN27ciEQyTuUoIxgM+A6cx40hEgshwAOdPh2dycxjZnoMkxMjPCBOwOKBZ4lB/9npKdy8fhvTTKLMTjMwwuDS1auXueCzVE6gn4H7kdEpOA4QYfKrtraGAd51qOFdyjfBhPPc3CwDaxkME9+BwQHqyhzGCAc8wOzYsQ2PPvYQNm9dj+raCIN7wyh5y4jXBHl4DDAgPQPXLTLoNoOlpXmEIjbsAFDXUINNmzfgwIF9vqySPGgmElFYPCjOMwHR3z+IVCpOuTUiyEPl3HyewfcFHl6zKNCQz86n6cR7AMhv/1MnywzI3MUdJkn1J5rv3r0DbT6xqhji1IcIeR9lALuvbxBH3/+QyeQBWFaQepyGAmbD9+YYjEswCLsTPWvWUg4FaGNZpIG8d2+EB8N7NGoGjz66BzU1AQawz+KPvv0neOutI7h0+SINjY1mJvPXru2lfEqYnV3yD/MzM/PU2SgTBQ9g79591Nn1SFUnUU/6t+/cgAce3O/Tr/UxyADvNAOwFy9cxdJiDnW1TcguF3Hyw3OU7Tz1K4cMEwfGGKSSSep7Cj293Xjp88/jy1/5NJ548gAOPbAL+hBFkUGNK5fv4PbtEbiVGFKJDtTVdCCVbGAgPo2Ojjb8w3/4u/i93/sqvvDFJ/Bbv/0NPPnEg2isb8T8XAZ3ByZw5tQVP8l1gwHEuXQOTjCGXbv3MAD4HLYziVHf2EIa89SFWZR5AGlsaEIzE2lbmKTpamvEgwf24LOffhrdnY1IRA0ePrQHjz28Ey+9+CDqaqsYPGxmYL8LAacIYBnbt/UwKbcVv/7rL+Hf/pt/jP/h976Er3z5BViUk2Sg/+9z27Y92LljDxNs21FbW++vqVAoxAD0KdqgccqmBpu3bMaOHTtog4YphzkEGWBNp9PIZJYhm+YEHIQjAazpTqC1JYqdO5ugZPXOnbtwYP9+6lw72piAXdu7noHX+7Fv3z4sLufx5tvH8O0/+itcuHSbm2aZgbxbhFdCgPZWDlEwGEA2l6E96iUd+yjvXfj0Z57FA4fu58EjinIphxom6aviUezZuwfPkjeGB+1a2dqyhQUmZy5fu467A5OIRGK+7RjoH6Ds5/DA/Q9hbe86aruFhoZarFu3gevKw8DdQUxMTFAXaohzB827hRQTBJs3bkEykaDOLCNIej1uTNNMFI6NjXIdD2Nqaor4lJkAi4G+K/GqYUCyiu9xH/aO7bto08YwN2txLcCfK5flwY8Hro6ONZTbNjz6yOPk824ADvRtXdt2YNHIVqcSDEQEsJO24fnnn8VLL32WODfg/IXL3CNGoW89zy8sMknbh7fePoF790YpxxgMN9Dbd26jpaWRvNuNwcF7XM991OEBXLp4E2Mjszhz8iJOnziHqYkZ2tIlXLt6HbJP+hPosnFr1nTixRefx//0D34HTz71KJIM4k1MjnCN1TA4O0G7OsC1T/vHQHeIQdBKZZlwpnHq9Ae0m5Mw3JzzmVkYdxkzU3d9OjasX4eHKcPW5gbEoyFcv3yJ9nsJC/OzUHAnYIvncejPVR45chjj5HE6PYfL7FdkoKa5scFf7/linvZwHqVKgfpnyDvKkLayt6cFv/M7v4LqFDlpgfKKURZJ2i/bt5W5nEdbx+A5ab3AxLRL2++EglBQAgziyGG4238HC+lRbNnSTrnch8bGFPm/ifvBmJ/8HqWNHxmZoS2tRiLVDH3Dd5y2XQfV9et7MT09QT0oIRoLo6GxjkHPGJSY27SphbjX01avZ9J3Jyw7QF6m0NHZjN/+7S8jGqmi7POwyYOJqTSTpbtRU9+EGAPyjQ311JsS1+Ak1jB4HwgBxVIWUfJQ89UxGT1K/6OuNoVf+/Uv41e+9RIO3L+DcnuANulZdHW3wOH+Vqo4mJwe5xpM4+yFC4hVJWCsILI8tN+80c/E+gXayyz36ygCTgRzM0s4+t5ZbFm/BRt6N+P86ev4V//yu/jOn75PHbAwv2whVw4hFKvCr37zV0lLO1oaWjB4d4jroA5vvnHMD9RHIw7Xm4NgMIKya3zaG2gfg1zvsViIa28S1TURxJNR5AsWlmird+zax/U1wX1lHFOT88TtCs6ducZE4wj0/9y/d/gI9/praGluQY6BHY86n0qlUKLDPkkfR98+e+D++/E7f/dz+Mf/26/h8cd202Mr0vdzEaStCDMQmKN+is7Z6Qxqa5pIcxWOHz+NKe71OQYBb9+6iempCYB6MsF9uqO1EZXSMq5dO4/59ATmFsaxbdsm4jSA3jUbsHf3Azhx/AoTolcRiaRQXZ1AmWPnuV8XSnk4lG2Qti3B4In+fGZTUxcCVg3W9vQgnQbef/8c7txe4nQObAYQiCJDrEWuaQcKfDU2NtC/sKlfZQQZeLQsi7zkOw8uhs8qtm2jQufeGAPZc+2Hele97KuCTflCgXwuUO4FTDNBaCygwINLOGiBo3FvsI97eABzs6MYZ0Lp7Nkz/n4QoQ/X19cHYwxlVEKeyeksgy1KlKcXstwXKigWXJQKJdTX1iKzuIhq2s5wqJprNYrlbBmGeq/DqnAoMGAUZJApREJ71zVCdmL9hgbuZzVMorcjlYpicSGNrZvWYx0TaadPHsfrb/zC91vOc/0eP3UWV2/1YZZ7/N4Dm/Af/8M/xlNPPIo1XVvx7jsXcefOAKanZ9g/h527t6FnbRfujY6h6Np47+hR6m2IOjyEh7iXnr9wBtkM8fMc6lQ1gk4AxnLJbw+BIOkq5xAKuWilDmRpv2Goz4E4sjkb/+UP3sM/++d/iaMfjDNZmqZtXOLe14aOrk7qdZI8nKQuTyJeVcM1G0NtqhM3ri7g7Ilh3LqywLmqsG/PI5R7ACdPXcRceh61DUnoWl4qo78/w8B6C65dGcWJY/24eW0U/bfvUT7zOHTwPvrKWdrRBZQrJdCVpE2MwqKOW3YA6zZswcVLgxifnCYPdqMqEWW/CulyMMeEb21tDD29vejs6uaarcemTTuwb+99tAOLuHj+Igbpj1+n/zPYP4ht9AeOHnmH+85xJviBm7eukqYopmdmmTRx0NhSjWRNFZywTduYJPwMZqYLmJ0pY37Oo42rR3NzivYnA/05y/33b8BnP38Iz734EKprLSRqLDzz3F7uI3nAsyH9KDHAFaTfauiHX75yARkmiGtqUtRxl+siDO1bhsHg9pYUnnx0N4JWFs11VaBZwdTYGB5//EHKzcHadd1IL0zSx3sWTz/9JELBOCplG1ojmWwawajH+cOke4b76UXEUmE0r2lGOeBhIbeMeE0SHhO7AQaZ4/Q9Wtoa0NXTCCtUwalzp6hTQDxRA1gWxiYnqZML2LxjO/p4Lrh2vR+L6RKOvXceJ96/its3+tBY34zrV29hgT5ilj6RAggXz1yCId0uk7/LixnkaAfnZ5dhEMbIvTGUi2XyxKWPdg0Dg7Po61/kfGHqVALLi7PYuGE9PO6Ji0sztGHj2LJ1K+3UEvfKObz22o94PjuLPfvX4cChTfjSV5/ES194ivvEHvI+hRqeg5t59tu/bzsuXjyGvXs2UR+aMDg4w304g6HhKa7hEvKFDMoM5BgnyD2oDMnR41ljObdIW+XCsi1f/yKRKDxiLpsEPrm0z2XaJRjDNAvIS6JuaG2YcLFtPnOtVYi75xUJowKYEoxVhkXZgqkm2wHCtHk2z+AV+sguS8AKQAEJydAYA+3fsnO6e/TT9Oxwj/Hn5NwVBh2Ekyt8DKD6IO2P+uH/z2WMYTcDi3IFL8FVMcbwbeVH7yorb7/8LTxU1KZizMoYj/PrXXMH6FMmojEEjIW9ODfNAAAQAElEQVQk99EAeUJW+P6S9gvZ7wJjDgXa7FwuR765CJCmCulJJhPcq0Og0qBM/8gmDLfkwnCPrRQrnMWAVT5fxIdQKMJ3C0pa5PNZVJiANKRLtBljoLtwEj+FX4nBSAW3AsEAeR+GZTtYYrBxgXZ9iWfFHPcMlwYnHI7T/pToN2W53he4riwsLORQ4P4wNDSGiktcDJBjcByWwQwTqfFkCg085zQ1N8PYhnqV9e10PBHz9SxL/EBNyXMfdnnu9fic5ZlghslW6Vs4HgHo05TJLBOyYNPHcO0SbXoAQSWKaTOCQYc4AzYDrsZ48Ki3RA4WddFQWy3i4qrNAmDxF4tl25A+iBfigSudoS6xB/S+eveofyvvlqrgkecr74ABLwZI+fu/+6N+xGalzQOUzHVtwqFtMeQFGUYcDWKhKGEZSB429aTExIfnuRDoMm29sQDBKYmvhGaMTVkDWh82ZSU6yrSfi5SX1o7Gzs3NwJD2MsfkGINaXFhAmT6TkqkgnbFwDEHuGxkGSheXstQVzuBZtMlLCNN/q0lVI+yEUMyWUMkBlYJDfYz7/WSvHfKwzDUdDjn0qappm8IIMyGeTMThkf/S54BjQ2TGoxGESVcoEKDfVoQdYH0oCJAwYwxhlmlrKnApL4/yN7bfBD/hSlw9rgG/UEYWQNWySBtg87dNObKKT/xtVeBRT/RSkS6S5+YThT0++jHwBJfFJUwVveuuDsYYWKRPdSWuDd3BS7plfD3yoDvgsXblR31UBMOwSuONWZlHdeorepQgly6CbbZl+fOw+0f4uP5dY13ir3EKNMsGWLYN2QP1Fc025a759J6lb6ZSJK7qa4yB+B4kzwMB8opMMNQn4V+hzKRfoG54rANpCHLdu/QtWcVxXEswvr0FrwrjeJZl06cPwuacxljE0UCXEwjCoQ6RjShznQhf1QdDIajNpQJ7amSlbPJquzEG1se0r/LQQ5Z6ukx7IxtYocyNWeGfMQY26S8yRlOkrckzuSp75Rfqt3RN86jo2XU9GEMc+aM6FXx0CY6K4OdzeazK1+V8BQb4PeIMWKBacITh3YXmEU6CLVgak8lkkGfC0mVH8VN1KkHuMzHGfuV/O44DjdFYtWms2iNMusYYbw44QfIh4K/jctljX5e8tUmrw3hJlvzI+nMLxmoRLOGZLxaIe5GlhCLthYrmcD0PoXCYJFjIk5489xMS4uuOw/XocY3ZjoH0VzomOQjXOM8q4ov6qghX0aZn1Ttcu7qvFoe0BVin8eJlpVyGR16IVxqn8Rqru9pVZ1TxUVG9McaXk55FX577TJH7m3B0uWe5xFX6aYzx5aA+Kh5pFBjhIH4Kj0/ipWdD/VK/1aI6ySXJOGCY+im8jTHkv/VxMcZAl/AtkHdaT8JbY1fn0VzqY8xKX/9Zc/FBOq751F9FzxoveCp6Z7e/MZ/qV2zVis4KLxVjVuCr3RhD3Sj7ulDiGhcMwV/FSe/lUuXj9lUeCY766a4+Htd7mfuJS97SeSDMIs9yy9S1JepR0ZeFMYYWAdRB7TEe+5T9Ihjit0feC77FPVX6pDpjDNdCHgX6L3zkmTgC1Qt32Q/AQJfwla6FyH/hZYzx9TLBs6P0TzpmjIExxucReH2Sf/JnCsUcVDwaK4/0qKiPikfcdNe8uhOSj4fkLrmprsg9kGB9eyZ8xE8VPQtntamfIQ7CUfiqrLRrbVo+buKHMYZbeMXXTc2Zo9+mHFGRuqP+1dXVkL4FuFYEy7Yd0mZBsspmaHvo57u0VcJb86roWUX6qzlgAJfroEy7XaHsQFsuWsRDFc2jfi7XnoqeV4vm1LPgqk1Fzw7xsC0bxlDW5JlwXy0eeWqMgU17K35ovMb9sp16Cvg84M3XDfFP7S5tqPq63Lv0Lj7Ixoov/tomX1zOJ5iCb6hDGltgfEB3j23GGKhdRe+Cp7sxxpelcFLReN1VLEtysT8aZ3y62N2/g5cxhr/x8Xjbtvw2Y4x/V6Pm0N0Y8xEcy7+rr/TcslbejfnlGOH2ySIYKuC1Sr/ufPX5aZOngqO7ijEr/Nd6UhHfXO63etY4wdZd734hf/WuOVSMMT5cwfQAqG618NWnzRjj06E+Ksas4G+MATvAUAZO0EEwEkQoGoKeLduCLgOjG6zFhSU6+ov+ZPV1dWhqaoSCkSJCiNkMQtiWxaTVAoN8/bh+4xqDuRcZvB6ExQnWrOnioTnmK7KIGuOBfXhoCEU6n9U8IHQwebCeiaBNG9ZxM6xgnAH6WSbRRhlwvcEA9ziTcemFtN9m2TbhgAfeRVxhgPf27T4G9CcRphPd3tmFQDCEqalpXGNiQMlRfSp9ZGScB5cCjVSBRqqEHAM7kxOzJN6m0bQxOU765vLILuUQj8bR1dHJQEwIkXAEHhfoDAMf8/NpLDK5tbi44C96MVrfdNJ7gA5tTW011q7tYeCoCalUAk3N9VjT04X2jla4XBD9/X0MzN9ioGoCLa1NeILB9seeeJiBxS2or6/FHOm9cuUSk7pvM7B4AgvpNNav3YAdW3egkUFU2wQQ4wGsvrYJ4WAMS+kM7txm4GtqngmHMuj/I5crM+g/icGBEX9hBgIOsjxMLSzOwzMuGhmoTjBx6NApFM5JHixlRMYZgL/FIOi7776Ls2fPYmxsHHJSZJTVnmXg9d69ISigV6GjGI1FCL/EBMA0A7fDlNcYQINcRx64dP5zDN5EGERsa2vCgQO70dXVjlx+mf0nGXzL4+7dcSzr07509gvcuBYWi7DonOQLOcpuggmHawxi3Gbw4x5OMHnxgx/8BK+//gb6+/oZtLyHCSbPZTSoWujobMOmzeuxb/8u7LtvCze0NI4eOYKf/vhlXL92FWOjw1DQu46Bj0cevh8HH9iPrds388BRwPjUKBLJOJT0b21tRnt7Gw12gskt8n3nZgby6xh8iiJe5YA2HEU6oHnqrA7FJBitba1IppLIZpdAtcP45BiGx+5hjvzmyY4056ANwaNTmWfwPRSO8pAXhXR14O4o9P9Bzk5XsJwOoaN1E0LBBE6fvoJ33jqGo++fpi6cQJoH7MbGVjQ1tSDNQN4C36enMlhaKqHEBInWoDYFyfkO10qJjuH69V1obGhmYLoas9Td8fEJnDx5BkfeO4bZ2QU0N7GN/Lhzp48ySaO2rplzxxm8y0I4VSebsbxc5nwZKHiVz5XIl2osLxUxOTnLdWhQU9uAWFUV13gf7g7cxMWLZ3HhwnVcvtiPt948hT/69s/x1z88yfe7CDEwHI4kqa93GWgaxNBQH6am7yGRsNDWnkAiZdC7tp1wS5Rfkes5h4GBBZw/P4IZBc6yFnFswue+8CU8/alnUMcAeZrJyXEG7deu72Hy4wt4/InH/fL004+jmcnipvoUCvk0pieGUC5mMTo0jBjX9vzMItf7NAqUmcPAU0tzLYPcc6gwILVp8zrSFES5kkEwaOPGjVv46cu/oB6O4NbNOzh77jzm5hcxPj6N23f6oT9taztB1NbWYXJiyndmNm/chDVrejDC+Y4dO07+zvKQFCTPm7Ce9q2KPIvyAKBveves6aK9aEVHRzvmGSyZn5tDKBgm/RNMUJzArVu3cevOXQaaJzDGBF5tXRsP2TH84Ic/hj40snnLVtTU1DBYmoU20N7eNaiKx1BbX42W9hY0tTQiHAnh5s0bvh6W3RJ1NUP6yujo6sKe++5DE/U+GKkgFDbo67uHPA8MV67ewQ+//3MGr2/BMUEYY2j7MkzUbsTDDz9C+tb4dRYPw8lEjLQ1QjS1t3Vg29Yd6FnTS7zqKcscZd5HOcfRyKBjmAeTkZFh4pBDa1s79CfOHTuAMg8/QdIdjUT9YNHo6ATlEEZLa4CBBSBFR2rX7t149NEn8MADD0EfVMkyMBGP1aBA3Tx/+gKGh0Zw7uw5yJmemZ32+Xjj+h1cvHQL585doy5dxzvvnsTA0CTiyVo0Nbdh06ZeNDU2wTJlzlvDJPNuNDJpqT+nfpc26q03j+DnL7/ChNh5lJnwCAejpG8n7VkPbUUXdu/ehwP7HyBtzThP3XjtlV/gB9//If74j/+YtiJPns/ThjRh2/ZNaGyq4z5QxIMP3ocXPvsc1q1bQ7ktY4K2tpQtIFkVR/+dm+TzIgJOAAvzaQb8S8gw8VvgYfPM8RO4cfkKNm9YiyrK1KMs55igXpifoz5PUM9mOM7BqVMn0M/kzTL1u4E8TyRimJmiPeeBU/Jpo4xkyycmRpkYSiOfX8LM9Dgs2AgGDO1djHAC8DyPBQiHLcQTAfat8J5EhkmfInVkYb6A2zfv4uK5fpRoE6PhABNcnZhmAuKdt45g8O4EwoFa1m1nMroPBSb87g2O48a1PiwuLTNYnUYiWUU7s4QO2vChoUGut2u4ffsWbcQAJifH8fynn8XevXvQ0tKMHBPQDz+y3eefEq3bd2xFT08HGrnWp6eLuHNnAm+8eRQnTp5GhoH8to5G7Ni1Cfc/sBfda1qpiwu0X2nutTVop91uqK9Hz5q13DOLnPci1w1pzNEW1lZhy5a1aGfCNlVTRT2J4PB7N/Dqa8e4dxxEHffiUtGlyXWoV5cIs4Af/fCn3NcK+PPv/gX+03/6Lm1sBncHpvz/c/EXb36AbCkHwyBmIBInHTZt2xjKdObrGmqwa/sWzE3P4tSJS7h0/hLGhycwOjyCmuoUYrEw1xlg2cByZhGyN3kGLRaZCLO4IeXzFUzNFpEtVMjLOiaKFvHtP3wVL//kVSZkR6E/6bt/337kMzk4xiGOWejDNAXus1euXiaes4jHq7DIfYXuAdKz86hJxdDaksLBg1uxfkMb/sk/+S38o//5N7Fh41pEGOCr516xzPnrahsxSBpnppfYtoU2px4D9+7RL8vgwtmr+PCD09TpBPV4Djspq6p4iD5IibLJIBxNYNu2vbg7OI0/+pPXceTYFJYLIZS9KlTXJ1EkwZ4CvbTPoF+R48GqwINvKlWNNH3RWX0IbnQO1+5M495IDm1M1iWS1dyjaUvoQNfRn2rgfhmiPZlNz0HfpoFlQVc4HOY6dPlqQYcnm/5kiAfSYCRMXcjRl8r7d4v9LWP5z+pj0z8pMthUov47VoBoGfplXNPlIpS8qIoG0d3ZgP/9//P3mRDNU98LkL+4adNG/znC9ddJnSqVPMqhAM92UCZCTsiBIY3wykjPziKZqKZ/QJksVJjkfA76k+qzMwvcM8cou2qE6JOWy65vQ/uHl7CQnkY1E6gFruPp6Sl49DXDTNSk4gYoz6KhsRpVDHqMz6Rxo28SeSad6po7kcm7OHXmDv75v/hPuHZjEG0dvfj9f/T3KMdG3Lh1ByHyriqRRGcn10LrOtDVQDyWws9+9iq2b+3Fxg3tyDBwTFOEro4m8qKR7xmEuB/SvURTXQ0amXQMkG8x+j1gwkI+mAsPxQrl5HEdDC3DDtiIcF+2rSDtXQVDA/dw4dxVPHBwLxNod3Hr5nks059aUDE4DgAAEABJREFUnFsCShEMcJ1Lks2NzThz+iyiVVHq0TiOHT+ORLwW5VII83MuoqEEJsbL9OnDqIo2YHR0EYlEjW9L0ky8KmmfSMS59y/j4tUbuDc8CSsQIrwUZRvCPM8D0vPM0hwePLSb693F0lKadmmGAYgirl6/gaPHjuLVNw7j3PkrmJtbgJL3Wm/r1m7EU08+g698+Wv+Ptjc3Ih1PBu0tbXh6PvHcZ37UjIZRIjJSCdcwK3+G3BCFSRrYpw/5ifQnUASiWQ9/aQc134Za3qb0N3TiLXrG7kHtWLP7g689LkHWA7Qxm1ChHysSVYhlYzRloWQXlyGvsldKQaRXzIYHByBa5ax7+B69Pb2oKd9Hbq4RnZvacRXP3cQzz+5F5vXNuELLz2G3u5WnvVKGBi8hVIlS96NIByLYZY6NMdE5flzlwhjPUJMNDU2NKJ3XS/aO9qQYPK0ujaFQCiAHbt2oFwucL+9h3WbNpGOeVy8cgez5Gt1bTM+9dynMTs/gyDX464927Bl+3Y89OgjuEk/S2e2jtYOvPjCZ/HlL30ZX/jC8wxm5ni+6kZVVQwW7WETfdhprpf1m7dgbiGLyYkFzM9mubZKxL8Xs9PTSCaTSCQS1IsY6uqqcOUyE9lxYGpqDBtpz7ZuX48DB3dhKTOPn7z8Kr71a7+CW7dv0P+awiht2fNPPYXn6U+ilMW67jY8+djDuMEz59H3juDzn3uJe/havP/+e7QnRcLrwdp1Haipifo+yOjIBOn34DgOguSHMQZg4bYKHgeQqk6gKl6FxaVF+m5lrlsg4ASpZza0N7hMhoJGWd8ONPrGKc9Klp/cqMBYjl+C5L+eAQsegbo8q1q2BYtrTnwFL/mFklMwGEIwECCuHovLc2+R85aIkqGsbQSDQViWhQqDDB7g1xsesDx4cBkUYgUc0sKpYGwLWseq57RQwUeX/IaPHldunsehBhZhqwiGim3b/rzGGL99tc4Y4+OluIKKy8BWmWdOfeBH7/lSgfuE6xfLtn24VdTNEPUowgRrKpVkHeDSDgoX0aP9Q3CMMZwzSF+1CvGqBH2bCN8NAkHCsQ0kJ8eyyQNaZuP5cjSst7i2SkxwxGJx8iAAj9SD7QpIyt/UPFHa9ziD6KJD71X0850g+5J+F6BsA/S18vRDMv69zKCeC4MlJm+Ws3lMzaTZViLtBvAcjnCRoQ8XCAUR5HlhYnoGw6NjPLPSTpGXtbSvLvGYmp4A83YIc/9a0Rvqh6kgHLYB+rWRKHWKeuPxGX59kDYmgnA0jHh1FZrbGlDXVI1wLMB5HNhMshr6gcxz+nx0qEuObRNT4kXK+QBjDGeGf0kXDPiPdcbwTtyM4Z3F78Bf4oeKy73Z5Xm/wiCsy/2gwj3do85KNi7v7ApjjG4fF40zxhAXy28zhA+LLKJOuuSh5FvMFRC2ggiaANZ09eLevRE01Ddhimcyj8opGflyAShj9gtS1zmNS91yKVeRJTwKfiCyAsMJ8tznZ3h2XmYi3GJ8K8tkT57BZ8sxXLcx6NIYooCAHUIoFINjh2CzzNNHyTBJVeHc+vOtttYNaagwSSI9LjJpP8dzaNCJIB6t4ngbsUgYHn3CMufgAypM6qhoXVboY+QYL9G9TP13bDHApa+ShVuuoEi8i/TJxQuPiBmj31zj7EsyYbG/QxpAe8JH2FzXhkR7WuvEySZuHEa69RvU+yxUJTi2bfvjbSfAvYAa56700RR+YUeLMlktxhjaIs0PrkH1XykaZXFecF5jDOGv9PO8lb7wgblsrbDwLvlKPh+1G2MEArI5kpvGkb0+HMVahJYxNoyxOD9nUQUMhL8xBsYY+Pz5CN4qvmoPBIMI0Dau1Nkc7xGHFbw84qFEX4kOkEWtDwZshOizhekLV6dSiPIO8hVs86gMLuNfwaADFfHc43wlxmQqtGGyFy7tkkN9EC9Eh2M7nAuQbSPVMLa1givxL2u9kMgSZax2wbIs62NcVVeRDDkHeAkubz4s9XW4dkO0Hxb5boxa4NOmJ9Ft2Zb/XuSaVJHOZ6VLDNQbY/x5hKPmMDCwLMsvqtO+orsxK/XimPqp3uJ87I4SdatCGa7Ul8FHgA0aV+QcugfId+GSZ/IvQ1tYYH2R+r6aVAUvzZtlm/oIvu4F6vvKvUi/0YUxBrblIMQ4QsAJAlzDgm+xropna4d1Lm2MR34aY/z+guutiBnBUAgOcRHf2IhAMOj7eUXaKK3BCG2w7hojvmtPUbJadDiSp22QL2Tp6+eQzWUhfIWj2oXzJ4vsABlPHFfkoTlVVGGMgT8H5eqSYeKNMYbdPb/eGOPv3Vq7lm1Dl/qJx3oWP1U0TndjVsZWpH+yL0wkGQuwiK8xhjJx/XUh/ERXmfNWPirCQzCC5IvuNuczxnzcv8Kgs3iior6aX3djDHRXUZs/Dvh4nOYSvWq3bSLDNr2vFsuy/PGGd4lHRTRqnPgpvupZeKpe4wjC55HLNSM6VttUvwrPJv4qokV1GrsKT2OMMXDsAPV+xR7w1efPJ+cyxmAFhuPfjTH+vIY679A2ONwfKrQBWueao0I7XuK50bYtSE80p/DX3SJ94KW5ha8xBoFgEFH6M8JR9as6ZozxxxtjOAL+GhcMmzSJx8as6IU+rCVYHnXnk3zRs4rG6G6MoZobnwbbtvjs0Q5V4PIcKvxlqwQHvGzOYRFXjRVOokNzson6XqDPUoLa1Edj9OEI8VXt6qvxeladip5DoTB9FPlfNqRf6ieadT6XL6Vn8BKvVARfdVqnmtt2HJ8fIa7bKvlaTgAGFizjwLYckLoVuZBO8DLGQPipGGPg0q5XuCZKPKOUtSYMIByEq/p4NAwVrgPdjWEjAOHAGzS/cFEbJ4JlW9A4jVdRn9VijPHhrowJ+v2MMf5aEC9X5xAsFb2LRyXandV23TW3McanSX38dvZRveYWH8RTm7ioTmPUT1K1KDsV4aS61TZjDHU98HEJBgOkLeDja9s2jDF+0bjVIhz1LDh6Nsb6uL9tW7A4lzG/HKc+KuC12mZxraiv9ifVqdicT3cVdvV5LTr0rCIYmlN0Sx/EozLlp3pjjD+vxor/KsLLGEN+CycDXcYYGPNLHgqGyio/1AfG/w3B9Z9kfFj0vlpUv/qsu/DUetN9taiPZXNu+l120IahXYAFWGFuJEo0NTEoIIa7dAgCAYdJhGoGJ5r80tbe4jvps3MzTDZMYmZmCfo0QXd3J/vVoipWxUVX9EssFkFDQz1qqqsRovGQItTW1vCwvBYHDx7Ehg0b0dDUhFombkNcdGU6E9q8tEgLvmNC6mBznlksLmYQYp9WJmT1jaYtm7Yy2LMdW3jITiRTDFD3M4DxAd54/W3eT+PY0dOYmZqBgvsKpiwwOWqHwKC1i0LWw0D/XVw4f4GOah4dHR3YsWMnenrWMAhbDx3UYrEonYQi5hnEXliY5wFoCdMMYl2/fh1vvfUWk7hX+T6J5eUlBl8WafRKTAxE0EU+tDGIK+Uuu0XI8NY11KK5tQHRaIh8KVCBPNTVNzCYux09TEh0tHcSz2aUGLwdG5lkoHoOnR1rUFfTiKpoNbLLJeSzFbZ7DKjPMoF9DVeZRNaf/ZmZn/L/n8dFBoMsu0IZJHjY72YCYS3lkkBVVZSBhhgP/ymkqlMATalNgTczcN3B5I6Mmr45fPnKZQzeGyCdy8TPpQEM8+6R9xOY4gFvfi7tvytAruTP3Owc9dFg+7ateOKxR/Hsp57AwQN7GVTvRihoobk5RRlvQjWDtqlECO2tVdi/vxf33bcdDzHZmcku4sbN23j11eM4feo8k6GjmJ1dxMRoDmPDi3CLFrZs3MnDUjPS6UWcPXsely5d9XmwacM2Bq02UW5r0MtA+Z49e/HCZz6N//P//H0Gtl7A7j1b0Up+1zLZ1NrWgl4mn6qrk9CBVYGx944cQZoy1SfOW1paqaON6OruRhMTLPUcU0+d9dwgIpEYtu/YgX179+LZ557Fb//Ob+Obv/ZVfP1Xvoi//Vu/gV//9W+xfRukNy2tzeRPmUHPWejTvrt2bUXv2m5EIwkG/uiAZQ2SqQTbc7hy8Q7ee+cULl3ow7Urg6iKNWLTxl1oauwgv+pQXV1H+nrR29uJXbu24atf/TI+++KLMMbg9u2blGcVHnnkYdL6eXzhi59hgKcXWR40v/e9n+PIeyehw14i0YC+viHc7R/lul2Ddb3beCAL4cPjV/D6Lz5kUmISJz+8iOPHzrLfMI1rHLMzywzmzvOQuozbt8aYoLrDZN9ZHDlygknaK3j5xycZ9ExjeqpM3Adx9eoYZqY9jIwWUFPbgYbGVgbehxicG8DwyCA+OH6MiecRFMtZpBdmWTfMtZLF5z73JXzlK9/Apz/9HKKxGnCvAM/dqDBakGUyfpJJn1df+xl+8Nev+jgkyLet2zegVMnj0tULuHj5AgMQOZ+fYDAqGnbQ3NTAJMM8deksLl28ihwPxSU660q4THHdlvnc2FBHOzLn46L1cqfvBt4/+h6OHbsEfcPr3Xffw8lTpxlUHMPb77yLwcFB7Nt3H7q6uiiTFOrqahnMm8TY2BimpqaQy+bItxDuDQzir/7yR0yqHMMMA3+GaywcDmMr14bs3Pbt2xgY3YJmJocNnZg+BvIWaT89OoSNDU20EVXI5z3KexOefOJp2sdOyvkWl6pNWTpMdF9hYmaQPK6GDi3LTLqFwiHMcg3e8P80+Bj5ugz6Dbh67QYG7g3jZt8AJmfm4QRDtLHNNPJBBtbLYOyAdTZ1LoLqVJwJnSEcP34ZP2Ni5uWXj+Ho0Q9w8cJlDA0O836eMIvo7elCiuvnlr5dzznXrl0HOUJjYxM4dvRDvPvOESaqblM3bjOZeZ48POk7X7LjSj5XSOc5JiHfe+8I2y/4eKv+5z9/nTJbgEEAlh3CXq6zzq4OjDLxeP36LSYBLjCI+SHleZ06N4952oELxK2QL5P/izj6wXn85Kfv4Oa1ccxOZRhUz1C+BdIWRT33lBwDHWu6e7F3936u4QNcS7uQqqE9ZcDibt9t7nkunvvUIZS51+RyDm14hbb9GPrvjnBN9FMnplFmMMixg9AHWIRnb+96PPboo/jcZ1/AFiZQagnv4QcfoH2jjW9oQHd3O5SQevSxx5BZrsK69Q9Tv+Nc2+3YQ/rWrV+PfUx8dXZ2I0ZnOhgIAUx81DDxOzI0hmPvn0CGAfKxwSEmdklLNILlpWXSU0/96EUPE/gJJj/Wrl3LQPUz2Lt/D0zAgr4tOD01iSUGeIRrPF7DIHMNLMuiDF1s2NDLAFQHIuEICsse+TWF6YlJzlFhTMfjPhFAZ3sz9uzeiHA4gNpkFLaxySOgyL2ntTFGm+xinImdw29+iMNvnsHZkwM4c+oG/uLPfox/93//AOfOXMIf/sFf4LXX3kaIa9L18rh56yp1Mw0lCRW02bhpHdsCTNR3IRh0aKdbkc1mYPPQp292tDR3YJ6B/JRShqMAABAASURBVHfePorZ6Tlcv3YDly7dRjwWRyqZIC9KyCyVsH3bZvz2b/8mdXwUN29fxsTUPcCUMDY+hGPHjnHMZbzz9mHcuH4b+r+A56bTcCybejSOHPeewcG7THZcQ3dXJzo7OyC739MTx+LSOH7/H/4T/PzVV7Ceskomq2mzM9S9JTz+xJPwjI1gJIlUTTMWePA3pIHbNhSai0TjCEei7L9EnleQSEaok0u4199HXdlAPpdQZnJrYmQKiSobJQbbGuqqGWQDLLuM/oFh2oECetd2+HuJE7BQoU9U5sIORSwY28Hla/348cuvoLomhPv2PoAdu3aji/7LPdqqJvpSqVSKelyGMYC+uZZI1FO2DbT155ig34SdO3axzWD37p2UyQJyuSXawxkEgx4c+g9rmGCZZ/Kjq7MJPGMgFIyxPso1u4wbN+7Q7uZh80BTKBrcG5rhHBaLy8TEBAYH7/l24fqN2zB2BG8fPomBsTROXezD3ZFFKE927fYc/p//9Be4OzoLQ12cX8rBCQXhMCAUoa7naaByxSxcU4Ad8Thmifk5g8tX72CZwQv5iPPpJRTywMjQFM6fu0E7VodILAIwUBciLAVfykS+TP9V+m/bNuVGfnz0HomEIb4aBlyqU9XQQdYYQ9tYhBx5ja2urkFrcyvCgQDlVkGAh7qN63uQW57DpfPXodjaN3/1Be55jVhaJjLUgHKlgBKDpMuLi0glopRrCHHqbIo+r7EMAnS262iXiAZtS5pycKgrs0yeD1PXc1ybcfIhAH2YyqXNDDhBwqtAdvTCuXFcOncZEfrAyXgQ3V212Lm9A/v3rkVrUwCffv5RbNmygcmuFmzessb/hp5DnC3SmKoKYaBvCpe5ju7cuY2f/+w1vPzyy6Q7Sxt/DX/2nR+x/DU2rtuFwdvjePqxT2HX1vV45smHsWv7Rq7t/xV/97e+TnsxhTu3byFE+a+XfxpLIU9ZOMbCunXrMTWdpt6XuN5nYOwC4vT7olVhJKujsIMOFHQucl8OBWzycRELcwXs3LYRX/7CQzi4fwu+9a3nUXEziMfBxF01k76/gW/86mcAO88k2yy+8c3n8NQzD3GuzeRJnj7hBYxPLHC9X6HsCkgvUg4MeNaS34ffPYzDh49wvc9jkfXBcDUeefxZVNe1YmBwDFev3sZ7R86DxwKu0VncuHoWa7sb8MXPP0IddtHaFqVP1kofdhfXdATptIcjx67iyPtHMc3ERphnpWgkiQ9PnMP3/uJnOP7Bh/4eHWbia2piDi++8ALquB98/Ve+QF/nefrHD6C5xWLi/EHoXKLgXXVtEkU3j1AkQFksIb+cwyyD782NSZT0oQratZMfvI3tlGdNdRj5wgJcBrY8BnEWuSeUuDdZJkgd8TA/v8i7S51zUF0dx4b1a2kHijh39jL9kuP49rf/CoP0Czq6WvDgwwdwh4ndn/z0B7h48Qye+dRT6KGvOjY2iXyuTH0cQX//AHnQhVu3+vDaq2/yfQihaBhnzp+lfOK0AxkAtBmOQWdXO2LxCJT0zOY9zjODmbkifvrKm/jxT19HPBnnGWUC94ZHOO8ALl27ig3cO3ft3I0RJkRuMcmt/XrdurWoYaK2zGB1kcGP5dwyOtZ0oIf11+/c4lprQyRSg5npLGxEcJsJ2bVrOrGGvvv0zCTC3HN2797CPWwL/ahHceDgfZR1H/fMZmKaxYaNHdi1u5tnmiH6z4dI52303xrE1QtXcffmTe5tI/h//81/xB/+h/+Mr3/pG9ixaQ9pfwsnPjwNOxDCu4ffg+E+NUX5/8Ef/QFGxu7CdiziJNtjILvhGvg2xBiDEgNsi7QFZBR1Kooyg85ay7qrTrbJ0RqlbXDhIkTbZdsWLMcmjDIsy+I+4EKBBdklj4OMZZEWzlV24RmHOlGBsUPkfw0KRY/PAZTh0RpVyI+wL6tYLIZQKMTRgG8biYdgK0DgsdZwHmMMDPFQPaugu+ZVHxoqVfmF5gQqLoN4xnAMixps0mHbth6hMWrXfbUYs9LXGPNxn4BsK4NZq33L1G3NqbmzDKIXqeezPH9XuP8tZZdhOIdHXJdzGSxnlhGOhBCiHxygPREfxaMlroscz0KLCxnSWvTn0i/hVmGQ2aa+BgIO9zsHqjNGvCz5spHN9eBhYTmDRZ7rDZOSoZCDZKoKBQbQKzzPK5Du0oe3qAfiq4I02j8UtwiIHo4XPZqziWeSltYGhOlPhViEn+MEYCwbOfqwsXg124KoYrI9xw1tkr51iXa/QPnIF9I5o+yVUNdYjxDtzTL9/mAoAFv0Bh2EqO9KvIeYGI3FgpR1BNGYdCECMDHvJ+eZYC0x2WZZpJPBRNikkHRZvLvEtcJSphK45IvHc7sJGKiPq6Ss5VEr2cN45JUFXR7lpbsxxtcRfOJSm4rkZ4z6G7AbAoEgHMvhmuU7Ex3GmE+Mwsf6Ir5pvDEG+haYxXktG4ThwSKeIa4Ll0mYqlAUqUQKQ7Jn7R2MiUwhRv22CNsBx9J+SBUlu5DqBQTg+dfleiKxVOAyE0tgX4cdi8UySiwuZ9E694wNy3Yol7hvuwLUAZfz57m3i/xAIAzLCgCwfXiqy9AXlMyWqaclbvA2dcwQToF6XOLhNpWq8fuSJCZUI6D6CCE4hOJRv7PL1G/OoVhVMpmETbzkF2ep5zH6KwWeUSzL9usti9zgHLIjHv2cAPvKt3ap38GAjaDDfgawKXPN48ka8PwbJE4Btms+x7ZQZn9wziJhF5hEDAaDACVuE56KxXkMYUgLKCTiX2Fx+Uh5sE3tHADd1V/FGMN29VGhbSLBFmEYY/x+Hpn1y+ICnB+c0yOO4LPHwkoYy4IxRo+E5/nzqklVrvoTjjEW2w1l57KU2c+CMVQYrIwT7yvkj4p4VaYvLR3Te4XrTHePOiN8BNu2Ld/uKmFdZmKkRL645JHhGjL0K1TnMd4gHge4XhyqgEdrq/ZA0ILDvcAWwwmsyDUnfVECOERnUf5piL6bIxtG3IUHb4BoYLFIr0OAWiuG7yXiXSAOLuXsUT9W+q/wocx9Rf0DtDe6g5dHYCUGUgzvqjfGwOUzm2DbNlSnteBwfo0Rf/VBvwL5kMuX1I38W4Gv9tUxJAWa2xhD+hzazaB/Vx+Ldboby9Bvq0gqAJ9dDirSllcqHuGKpx5hA2HGROJ07lQrWagoEVskPQXSKhtY4b6i+QQ3QpunMcJd+IgvRa7bEkuZ+1+FuFd0pwErFsogq2BZDhwnSJopHNic12JdgO+2j7vgii9F8mqBe3Oe6xPCl3ZFe7OSo0U+lxnA1xquSiT8/b1Mm6z2CuUiPoa5JsOUa4A+PagbkpPkon7qo6JnHxbHgpcxhvh41DHy6iM61U+yUxFuKpKjeCC6IdlzTrWvFrWtFmMMIa/8iEfCTUVwhJOahWOI+49F3dS72iw9cJj4rXUiv0DzCh9jjM8vm7pijOE+Sv+bSXC1ad7Vu/CLRqMIUg/ByxgDY4w/1hgDXcJZYz5SReh9dbza7Y90U3qpZ80ZCAZh2ZLdCq80Rn2NMZSt5OtANKhObYK/WlSn51Va1E94qgi+5tZeXSgUfVxs2/Jh2pzP4hrU2F/KrQSX/Fe92lUsy3BuwLIt0mnYXqbul7DCX0C2VHNrvmg0xj42dEmPpWdqE68L5KdH2BHqUYR6LtvrkUmamzd/nGVZGgrhJLx1X+GTw3mKfjHG+HSstquP4GigMeZjOGrX3GoTHZovECAfqRNKqpa4P5S4Bo0xPj+MMShxjYCX8EtwHWhujTfG+HA1l3i5WqTrqgMv3aVX8o1UfLpYb8wKvoKtceonOoWTcFTdwsKCr3N697hOdNd4jTHGQP3Bq8L173EvB+PGnmtYY/w2wRKuAeql6NTz6hjNJ3i6U1n5s4IPPrrUT+NFp2yB+qpO7xWuY90/6uqPNcZ8PKfGWZbtv2tO27Z9PhnDOT6iA7wsytUY4QvfFogu8W61CLdP4u7RYJa5d6ld+Djc3wVfheB8GGXf3lZ8XVCd8CwTX40RT0WL5hFsy1rByyIeghEKhXzbaBNfjVMf3QVHzyqaV0X1wscY49MmGCrGGJ8fate8KuqvsStFuFWoyxXi6LJ4fn/NKRwcymoVD70LJngJXuUj2kWL4KrOmJX52MWH5fr7OH4Jk7QItopgueS/xgqG1l+ZMD3A7w9e3KG4C/A3iRN8FY1Zva/SonuZfBUvV4vq1M8Y4kT7YFisiD5Zzkn1Lb+7dxkAG7gDJUEaGmuwpqcTHZ2tdDAjaG5txI6d23D/A/vwDIMbmzatRygYwNTUBAOjdAoNoAWUzxd8QqviMbS2tkBJLX26gLjT8a/Ceh6SdRBW0HLLls2coxttbW1obGxES0sLWpmU3Mr6++7bhY6ONjQ0NPrEzylhQcTj8QThtjOw1INy2WBocIFBw2kmBG4zSDCEKR26LSpKIIQ0gyH9/ZyZzCoQr7nZeQa0JjHFpIgCTPpGaXohzcDLApRcvHHjJs6eOYu3334Hr7zyCq5cucKA4SQVt0xjY2OS4wYGBnDnzh3c5EFc3wqT86uESzQWwczMNG7fuoV33n0HH548gdsMYumbuGEGEHt6enDffQfQ07MW0WgCmeUC0nMZFHIVcA9H351BBnfu8NnCurWb8MjDjzOp2MQg1TITPaMswxgZv4erNy7gzt3rmF+YhstAciQaJI9qUMMAf4wH6DgPaSUaSClQhEa7i4Hjg/cfxPPPP4+dO3cy8VpLvpV8nkoZRkZGGWC4i3tDQww4SJY5pFLVTCI1oKd3HZMq69DFIFq8KomYryseeTKOPA+CRR409Kd97zBBVWHSa3FhhomnIerBLDZsWIOvff2LeOHFZ9G9pp06soCpmSn09Q8zCFTGwjx56gHV0SgS5EckGEMV7+NMqujAdPfuPVy9fIeB0z68/dYpJmCPYHhoDg11bUwA9CIcrCKvPOQyWZ83Vy9fJk+XEGZwora2lvyoheG/WLQKPWt6sWHDBnR1rkE99SmXy1M30tCCa2FitZEB6bHxGdZlEXCC/oZSX1/PAFU1GpkMk362t7f6+pvhAWhhYc6fE3S6o2EbHe0NTKKtx8bN65nU7kFXVwfa25s4NszE0RyuXL6NoXvjCDoxyhvILDIAZiXR070FiXgdg3s5GBNAJ/n8+GOP44knHuOaaPcDdUOUi2QpHdNBXQeiu3fvMgE6hOmpInUXGBtbxoULN/Czl9/A2dO3sJQG+VvBlUsDeO/ds7h5fRiL83lw76QcyrjLAP4og2gZBtGCkRSC4ThauFa7ezZRhxf8DyZ873vvMWB5jobQUF4ejhy5iKPHLiKdLkH+ckdHCo3NNdi+fQueff4ZfPNbv4L/+X/5h0xu/x/YunkHKhWHON3BG794H6+/dpgJ5H7w7Ib0PHWeTjAMYGwgHA0Qn7v4i7/8c7xz5H3EE2Vs39kOO+ji5Z/9DD95+WUm144x0JFHIFSFRHU4zO9jAAAQAElEQVQjnGAYkWgYjU11aO9owaFDB/D0M0+gpaUR6zesxeOPP4onHn/Ml7k25jyDuZcuXcR77x1moPAm1+4wZe/RYQ7R2Y8iynWzkM7gytUhtt/Cm2++gfMXzmFoeAj6xnY6PYcb12/gxo0b5M0HeOedc6wvQR9aaGioQZHJgCIPUvoGuPrcYLLz/Pnz6GMSfHioD6MjA7jLROef/dmPcPLEGVw4fw2nT15kIuoGA7LC6zjeP3KKet2BRx99ANt3bEcmk2XSI4frV6/j1VdexfHjHzJQR70h7S2tHdwII1z3TVyjG7imW4n3OPG6jB/+9Vv48U/ewGEmw9MLWYTCMchZLTL7k2JyNMz39HwFFoMrDfU1yGeXELSj1KU5DA7cQ1trO+E2EGYtErS1mzdvQSqZpE2XE+Dhww/PMPl42A+05nkgm5icpqxdtLW1YN++feSr8e3r2Og44dB283Bz/lwfLly4yLEnuR6WMTg4S/xDbE/QTh7Hd777HfT13fbtz7nzF1FkwPjEyTN4/Y3DOH/xFhYyLhJ1Xbh4bRhnz08ACOK+fTtp057BU08eQi/tSyaTZ4BlEqP3xlCdqGawfBoffHCc624IXe1tvqxr61PkVyeD5Xvx1NMP4UtffhKxeIj8MUxyOpTpNPStyYnxCdqaccKbgVu2UMpXMDE2RTo9XDh3AUNDw7QRRQxwHf7n//x97iku9fwsfv3X/iX+6I++hx//9c9Jzzhxv4Ybt+4wKFehzQV1uxaTDLqPj03jvcPHfF2YnV7CfbsfwH17HsS+PQ9gZmoOr73yGork7eLCMqpTddi5aw+279yJ5tZWP7k0OjaMuflZnDl3Bv0D/chmikilGjE/l+VziXYqhfR8GgP3+rk+6lBbY7BxQytiPAi2NybxwIGtnHMt2ppqEGKAYHlhljZpFmEGB8DTaTwCNDUk0d3Rir27tuPRhw8BboT2I4CAHcESExXd3Wtw/wPr8cUvvohf+9Zn8Xt/71tY19uOg9y3P/+5z6KpqREzs9O4ePECTp8+xUTGFcr6AwR4EM3ns9SnClLVtdi0aSccu562fhTXrvbjT/7kR/iDP/g+E6hlVNwCRkbT2L9/A7Zv78XGjb1IphJ48cVPo6u7nfIoo6urizR2oYOJ6u7OtT6/bjJpMj0xQ/zXMPk2Dqo69BcsBgYGYXxn0kCJ3u07tuGLX34On3nhcYQjBufIz+vXr/lrr5b2f9O2DShZOVQ31TN8EoZnAtD6+b3f+x/xq9/6depOAhUe7J2AjWg0hPr6WhS5L6aSNj488QHqalN48tEHyZMtqEmG8fynHuLzZu6tMSxwr5yaTCORsJmYaMbNW3dZV4RlHCaRXHgA70XcYzLiiacfwdd/9ZvYvXsP9ekuE0oX6YPc5b66Fj1r16HIwB04QkHlaerPFNdkMpmiPWyhHFpQXV1DXlZoR36OGe7BIe5ZO5jQunL5AtKLU5iaHuG+MMe2SeJfRoTJoWy2gGA4wvkn2VagzY1A/sChBx9DE/20kdExHKG9dgIBSIZre3cwUT2Oy5dZbo7hznAa6byFslWFyXmDH778Fjw7hAqdHce2SVseRa+CAh1cY1u+LZefEGKwuL4h5dv3eNIhDg7KXpk63IiqWA1CwTjWdPXi1p0B2sc8LB4yQuEQqQd0CDbGwFgW7RAL5wnykO6/89kxNpqbm5BKJrkeqV8MWNgMHlQl4tBBZmZmBlMTU2zn/OEwalIpTExOYGpqAZ958RFcvHwR/YPX8exzj2HzllYMj9yllMoIR0KAAW1tGCXSl2FgfpbrE7zCtLdx+k51dQ2ora0hj9P0Xztx9+4w9O3judlF3ku0EWVkmRDI54sI088q8uDf2hRHPFaPpYUcqqJRLKXn8bUvv4DahIVnHz+ImioXTzxyAM88vh9f/tyz+NY3nkEy5KCpugp1sQA++9x2bN7cgqHh24jEDFKpJOSHLhLelct9OHf2Do69f5b60Yh/9+/+HeyAzX3vIm3Zu/j+X7yM//rt70N8qW9McL1kYdlAMBTA1Nwy0kw82AwILGQXUVsfR2t7DeFHGB7NI0D9MpRLiYedmflllJgkS1QFuaYt7N3dRttShd271uKhBzZzjcbxj/7R55FIFfDs8ztxd+AM9XkWO3asR01tHU6ePIfrN/owMjFAXUnj7/y9r2P3fW34zd95HF/6+qP4e7//Atp74giSXiX2Hjz0KK5eu4t8IYDp6WUm9t7Ej378C7TRNtQ3tOPv/Pav4+CBNWhvrkJ9bRwzkwOoqw7i85/9FNu+Rf50Ihi0cOjBQ/j7/+DX8NyzD/IMsxVXr93En/zxy9wj5pjY3cC110H8mnDgwGOcp4A33jiKrTvW4itfux9l9x6mp67BePP45tc+hbpUDFn9X6UMIC7nFpHJZaG/KJOkLWMnJOMBzE1PcW+cgc49++7bw3V+HXPpWehDDk8+fh95VotUPIXlxRL37DLyuSLllqJNztO2JNBUX4/vfOcH1NV5FEs2PvjgEpazHk6evoQr1y4x0Tnt26edtHlbNm9GXoEd12Ddhs0IOGFMTE0jVc19c2IC7Z2dXNNbsH7jJiSSCURjVdy/LxH2NNLUwcXFecQoT5gSHnrkIegDIWU3jKvXB2g7KwADjaPc42pr6+FRaWbSafqSx9l+DTt37sLDDz4E2xgM3hvkfn4WWjM1tJUF8qerZw3X2ACyDG7awTBOnb0Az/B+8hJOHD9LHzqEvtt3EAiGkOI5JRYLw7bKePjhPVwrARjjoUhH88bNS7QVHs+qj+LJJx9Ec0stenmePfTAAQzfS2Oc+/ke+isvvvBpbKOuXbk6jN/+rX+C9987h2SiGQ313bh86Q5taDftio0kbeg//Wf/GO0dHQhwDYA2Rh94KXO/1DlKAWIXHmmpcP4ilGSJcH3UM7ke5doFL/XjDYoFGWOgf+Vy2bdFqnd5Dl8tFdkm2izV27xbnE9txhjoXbDKDDBblg1dxhhoHov9SqWSD1OBLcG3OT5AO23ZFizu9x7trvikYhvAhgfjEXvPg+ZYhaf7f68YY/xqYwzZYMEY448zhvX60R3gHk94hCtaBNeyVvralg2Hdte2bX+s6vUcDAZhaDOIDv2YDG1ejPo/T56WkSdNJeqHgtvGGJ8+YwwCgSD54UA20wbxYIDJJV/0HKW/UxUNI0Ai8/llZJj08mifLY4rMqDukscug3OazyEuoVAIxhjuK1noA9M1NSmEQgHSUYbLBGckEqDsHdjE3cc54JB+m3uaS5sRJE1BLGXSlH8GkahDe59EiAFt6aNiI0qyT0yM085nsLS8SJqKMLYF1zK8O0KDc+e450wjk8vBJm0OS56xC4+tFZ43jeUhEDQA38t89wvta6qaNjDsoFjKQ99UtSlnrasME34u6ZS+GGPggXKmlfaMS5pcVKgLLhNHsAGLY2wHtN8OnJAFwzoT4N0Yv2+ZcCRHwSIC/o8xxr/rl2Wt9K2Qp5VyhXyjXhGIZRGoOvx3imAJpst1VKFsXCbTpQMBWLANecOzYkt9I55/+ikUSUsnY0JtjBFt3rwRkXAYhv8ilJtN2BUecCtMfnumCIu2KUh6wtSBYIjQLMMeIH/ztH0FH7cgE11l2sAi153N9aG1PEUfIEsfLhqPweJ4X+dyyxyToY4FEWQ/z9dpl2eAMvLUI4/rxmOdZdsoEocS+TRD/3txOQtP8ElDhs+y2TYshAnDId/iPHfSXPF8UUSE9ixMOizWi4/Sa88FKrQPHn0kkKeGeBrePa4Rl2uhwKSrTYmWia9H/kF4kIflYgEWyQ2Hgv4ekayqIi+pMWyrq62lXtb69ZwK8h1dwgX1wqVekJ2wONgmLQQBQ5gW5xCeHp9VjDGcykOFdKqoziN3BUeFjz4MyyJUytMivBWaAjDGwLYs+PD57FL/Kr4eFwHOY33UV/2N8THwxzj0J+yADZv66AQcrgHBsjnEhj78Cs8GyYNL3hhjwRhD+ZT8IhvokkZjDCzb9tv07pKXFmzYxoaxLL9eNpHEoSS5kqcx2o94VZTr24HtcDomVkH9CnJ9xGIhxKgnVSzhSJA4OSAYDq/Apc/q0maUySND+I4TgEO7ASOaAJt4qBhDXhrA2Jbf7nASh7SG6VMG6ctpvVMIANiP/C9yX/SoGMJfvBcMj/UqFifXXfVqV5vmVLFsC8YY4mchQP0LCBeOM4aTA9AY8UnF5vzGGNLgkRZJFv5YwRGfwEvwVwtffbiaww6QB5xLcxhj0a+VDCo+vQTpwxOOGqPxmq9MwZVYCoxb6q524e73l72jHlvEyYMhTmBZwdmyHOTpx6yuLe2H5fLKuixzzZS4ZxS5fiqSPXkT5Xqrq6vz6TfETfMIB8M2WAZlykr81b5pjPFxBq9V3qhN8wm3IPeqYCgAlUDQhs2kukMcjfml3mmc4BMELM5hjPHpt23qG0lQ22ofY1jBjhXiq3mEe5nPamf13xivOuGu+lUY6utSL1Svoj4qPljjkbYipEthnpWClL/6aKzGrc4leA5xc2wHuquP2tXPY6PgiX75NnqXPqiIHvURHN3Z1cfXMgbGrNCs+k8W9dH7KnxjjC+XQDAIDqLeFPy1K9jinWWRx8TN+oiPxqzAFY7gJTxCoZA/r+QoGQpf1csPk7wAypg8FZ5qAy/Bsz+CK1jUeAgvyeCXuLHjRz/qw6n9PkpY6Vnyr7glf19fiW14vpzlq1RoQzRU40rU7wzjx3Nzc9yHcqqG8NOD5tNe4s/Jdan+wlHvJeqxZRnfvxMdq/gaYzTUL+rvP/CXMcbnQ4ByFk/UXzQJju6iOcQ1ZdsW9aIExUKKjF961B/wWp1XfQXDsiwfX+Fok1fCQXUe8SwRN+GoMXrncJ921Ys/0hfJQn3UJnqNMT7/VKc5NE7Pgq+iOsFXUZveVfSsomdjzMr6pDMt+18qllHh2ndp/12udxWwj+PI7gZ8fmgskfPHiQaHNlBz6C4didE+xONxv+9qfSAYJJgVPhtj/DZjVvDXHK4/n1YD/H6CJdjim0344tcqrBD1U/Po7reTl8YYouRxHy76Ou8Sd7VpnVqUufgqPkqXxBvRYMzKmDJ1WfxVvW/jWK/5jFnRc7VprJKqy9Q73SUXwRQc8FJ/zSe8jWV9TINwNsb4clJ/wffvtJEaa4zx+ah+KuClehXRoL4rdxd61rxl+iwV2nmXa8KQNtu2YHFOm3zQ/Crine6rRe0E7eMhGBqrdxXNpbIyTwUu9VH9BU9wRJee1VdtkpIxxqfRmJW72j5ZBO+TpUJ6BX+1Tu8q4r3KCk501AjEmpycgf4c0SSDcNQLdHa2Y+OmtejobEOsKszDhMMDZSN2796OHTu3oqtrpX5pOY1pBuZydHAlaNuy0MZg77reXmxcvwGtDLjF41X+Zjc/P4ex0REGb84wAHcECzxc6xNfoWCAAfVGBtKaUM9kakdXF9ZvWI8du3YwIfIY0NGOzQAAEABJREFUg94HGaRvJ8Ntjh/DhfMXOf4DvPH6u0yy3cTkRAHLSy6CDtDIJNn2LTuwd88+rF27HrU1NQzuNjJAncSGnS1IJCK+M2zZFpMgVYRpYWFhAePj4wxwzTDYOoJ794Z8hW7gAXgzAw5tbe2kP+QruhhokcYiDeLw8DCDhpcwxESXAnBS2OamZmzdshX79t2HrVu3MhixCTqst7d3wgmEoD8VdufOXQZlbuHUqfMMtg+irq6JOMUZuJ/Aqz8/jD/77l8zoHwdC+kFn38NDbWUQYiBpjD5U41oLMhATdE3gPFEDLXVKdJVRRfU5aFzDkqyyflvbmlCW3sLqmvYnowjFov6CzabzSDKg/1aBmCVROzt6WUi6hBqGbQaHBjE9PQ0dOAr8UBqYKGmug5NTa0cn8D69Ruhb1gpuRim418s5MClhp3bN+PZZ57EZz79KXzlq5/HQw8dRJDBKGNXiFcZ+jTs1PQETp76EKDDfv/BnXjg/h7ksnkspnPEJ4bOjlrUpCJwaHwU8H7n7SM4fPh94pJn0MjF0GAGly8OM5FxExPjc7h+vR8nPzzLPkepD8dw53Yfg8BFPxB68eIlHHn/fZynrojnDY3N2L37PgTsEJYWM+wzQ3riWLduAxp4SMsw8DnFQFJNTRwbNraxrKcObgQo67n5NM5fuIQTH57Eq6+8gbdeP4yBO4MI0HFvpH4VFRRjwEsb6NLSAqanJlBTk0T3mg4aGh7cGBgNkVeg8VDifH425+vs+EgJkVA1dc3AMFC0tJhDkDoyPz8P/Z9m+n/YRMd7h49C67OFa8nlRidjeIeJ/Pm5WSSTSTz8yDYG39aguzuBNNfYIoOklXIUA/2zePnHh/HTnxz210dPzwbKbz2aWxvQsaYVazeugcvDdNeaNeR/XOc0HuCnmPS9ibv9E8SrgJbmEMKhCKan8gyE3cLtO/eQXqrACtgsgP4c44lTFxmsOw3LZp0VwOzMEuUKvPnGMfzT/+OP8dprp5nkmwSXGd5990P8lz/4EybijlKuizwIG+quje6eOnR0N2KSh9hcoYKNm7vw9DMPYefO9UhWxaBv3QE2hobHcZyJvPMXLjMpP4eFpUVcu34JOQYn7YCHeDyIXbu34oknHkH3mk7iZPnJzxs3b5EHWa7xLNfHLJOhg1yLBdIIrvkChu5lsLC45Nup1rZmbNy0gfzsJF8iTBjewejYKGQT9W13bYINTJ4++eQ+2pl1XLth2sY21Nc34eaNu7h65TaTxrfJsxlMT49jfGKQc6cZhJwi/BzVwEGOibn6+lbqYDV1II5kPAWHurlpYw8eZmDygQP7eXby2NclTVWIRmJ0KssI8eCfTFaT5ptILyyh/+4gZucXoG8GXWSy/sSJftrEKZz4YADvHj6Hn7/yoS+zbLZIPCNQAiFGWEvzi/7hc5lrb4qBnQrtmfRLtFmWzWBojjpcx/Wxjra+C7OzMyjSHkgv33//AwwODjGJsEQb5CHEZIvHTUO43RscgBLI2mC2bNnij91Ce/jQQw/Rlh8gvA3oWbOWtiaOmuoIwsEIlpmUm53NQE7kveFR0jLDdVzmHKOoqW2BYZJ3gfY9HK1hcPgs+XsTWza3ormxFhcunKY9+BDJZAQHDu5FOJTEzHQOTY1NlMF1HP/gQyzQjq5bu5Z2/R6f5zE0MAB9y7ueMmxkIjGdnkFNTQLr1jcx+GXg8KBeKuYIZxr9ff0M6BVob2aIcyMuX+rD9/7i59BB4vKNNP7yh8dgO83Yf+Agbe8i+VZi3wJsK8q9qI1wm6lXJQaLr+K//vGfU17DWM5LrkFklivYsmkP+bENNalWPPP8l5BKNOPWjXsYuTdB5wOUexUWmExdWFymjXDIlxLlnWaS/D3EU3H0DfRhiYnwzu4OdHV3U1+4T+UN6edz2eG+EYcCiB3tDfi//tX/jC9/6WHs2N6Ip57aj9/+W1/C17/yEnq6WzE3M47WZq7BlnpUxRzU1QTx5S8+j717NiAWDdBurMH5s6cwRznpg0zRaBDbd2zEC599Bo8+dj955qK9rYmB7Ci4yUB/ArG/7y76+/s5PkrZPw59U3vbtq2IRMIoMNi3sJT2g/d/9mffw7/5N/8J/+pf/jH6+meRTNWTljrcf383/qff/wr3lCfxu7/zEm3BBnz5y8/CYdBPSYdl2mx9mKlU9jA7t4hUdQP0AaShoTFYxqFdiSOVSvrJ2wKTDh0dvUDFwvTkrM9HYyzei1yfE+BiQyN9j0cePYQ1vZ1MQMwyeZ/GvgN78fBjD0F2ZoqJjs3U6d179uBTn/oM7dthJn3/HJYdRrK6GotcjwpaznD/DPBQHaIDvrCQRjqdFnhUJ4JoaapGokr3Gty+dQ02A7wdHUnyLUT9mYdF59KywLVe8XEC7bOxgamZHPqoi/r2+fVbAxgdX8I1JivHZ/K4cn2I+LoYY/LU8AB86+Ydji+hkf7LIveSEfopy5ks99C8r7eNjQ3o6emiTU1TH2+xXxI11VWoiofpB+yHw/leeOFZyimIZ599CuqvAIVtB3Dq5C1MMTl+/fYVjE2NMti7iCeeehzJZIq2boE6G8b6tfuwvGRw7MR53BuZgwk5yDHQ6xoLdjCGDP0Pw7S0w3fLtlBQYAguxxYxNTVJexKg/V1PGorU3RxS1SnaALLDthFPpMjnLBbSWdy62QeL3oX0Sb5XnsFDzwCWbRNGmIHCahTptMvRlT2ySZgTCMBmuzY7yaWRMo/x8OQy6JJnElP+XSJRBbecR3puEiPDY5iZn8aokvLruhhCs/m+hPHJSRx+713yPYMlBjNd4pFMpaD5NWeFwR+XDjjjF5A/k6OP0N8/iNmZeejPyGeZpM5k8ijQN1hDP6GWvlc1EzVy2C0qQJg2NcwgcRUTsBU3SN7YCIWqaIPq0d3egpPHjqKHfuk2+slx20V+fgT371iHu9fO4X7uf8889gCef/JhHNqzGRvpq7/0wuP4/Eufwto13di9bR9mJkrcczpxp6+AKvL37KWLXOPrsXnLJvqcjTh98gT3qAwuXb4Mw4C05ZQQT1Zh7fpWzKanqCsRPrdjftnDRe6/hjJubk6hraMem7asg7EqyDD4XKBs5fcWyV8naOG+vVvxP/2Dz2Hb1jZcufQhGhtiGBm6iauXj6O7I4GvfeMQ9u/fyPoErl65jFOnruDs6SH6/cs4e+Y2k+fX0bYmhnhtnknUgzj4UCcWs32wnEV8i/asq7cZew7swijXQiRSg4GBadJhwbNC1Mdp3KH/cvNGP44cOYZ4VRSdHe2or02hrrYG169cw/e/fxjvvnsc7x05Q79gEd/9zo9QFa7CpnUt2Lu7C3/nb/82nn5qL9fudcSqwnAZiL3F9bi0VMbPXn6LNieF3//9f4Kbty6hvaMRGzb00IYHEHDA91okayzKfAlwXe7HAQAe/f8UkskY9OGU9eva6OXkMTk+gjCTJTW1STTU16KhifZlaQJTEyPweHh2jA23bLFPFHNzafopIcqzCsNDI2hrqacJtnDq9EVE4/WYSVeQKwUwysRhNBJHlPRYrkP+3wFjP1xH/dB+FmQSZt36XshvKlH/9YGihaV5+r3HeMabRTQWx8bNm7lHxiAfdGZ2invYArZs2YiLFy9gfGoCZy9co57UYvee+/Dgg4+gvq4aCqJ4DJbX1FYjw6Dn4feO+B+O20Jbqr+2kErVYtu27di1axcTZiXa2hz90EkEuAYyTCAVvTJGRkdx8fIVJjx38DxTy/PRNdi0R6Mj45AMZmcmMXyvD8vLc7QZGcqzlnhto62twvUb19inQL/vFtJcy6+88hM899xT2H9oGz74cAT/5dt/jn/2r/4EO3cfwq/9rd8AFywuXZvE5atD9BnmcG9wDv/u3/2M9rmA8TG+c395+LFH6Pu4qNAfD9CmuJSjsSxo/Xu04QqeFehTyd4UGWhSsWh/Vovay5RjmWcCD0CRzx74j4GAQDAAyxiuO8MWQPZANku2QfcQ7YLuKsYYqpLLvmBZeVZQRfJRAS/hp76rRTqnoIDmaeVZXfDZjTqj+V2Avtzqu+bU898sFl8t9jd+qehTlaoh/YJljIH/j3e9s8l/130Vnu4OF4Ux7MmiNmMMbMtClHINkpFBomKXXOYsKmiuq0dVJIpwKOjvC45D3WdAOM6gV546lWGSCryWGSwqke8+fQGHNR7E52AwwLOVgyBlQKRJYgWcDgGeY1zKoMwAj8c1KV0KOOwbDKKKySdjDPUpz74GmitCnRS8IoN2mkO2PcB5KDZ47FvmQ4h9YEC/LIP04gJyPCNXmFAJhm2uoRBgKgiGuH45r0N6xAtDugPBIGAZ2KQ/TBmLrRmejwuFEvKcT39WtpAvcz0VAXgIBB2kUgkO8VCkv1piIHSa66BUKcAOUDaoEB5If8nXIcu2ESAfmNeDzWfLtuFQd41jQNTJFo9QCVo/xuMYsF51ZT64KBNvQ76rv/TXpe6DlzEaz+IZkLEgIOJkI0h6jLG49jxWCZ7l3z3yCB9dxhhIR1YLYIjDSn/BoqsHm9PbXCSZdBp5+nzH338PJSYOr1w6j5bmBhw8eIB7xj5/LdqUb4VyLDN5B9sgQNoiEd0rSFSFkYhH4bA+TN0JBshvwuUPiASWCDtDXSqRrgr9rhx5mitmYdEOJ6oTCFBmSj4XSjnEEzH6R2HSU4Hj2HyOQDBdylT0haUDIL1ktr/PU4/LfC7wXqAs9WEp6ZFLPIOUo/Qun8sjxzhakXfFVqLEMRxyuOdXI1klvLnuSJv4Qrb5dCSq4pwFAOtjjOmIewHqdCwaJv+p/6RFuj1Hn62Qy5AfFsdZvNtQwkY8CIdCpMPF6uWShjITmxUW6aZ8ItGkQvHAGMNiwcCGZVQsGGOIggvbsgjrI/nhl5fF+gp9MUO9ijBBGA4H2b8C6ZDaYvTBqqurEaLegxqgvhXafcAlbMIhfWX6ECXa0jJtpYrG2tJH20ByceEBxoJL+0US4JHfxpAHxNMYA80jGir0yzTWGAN/HXgWpJIq4BgIDOtczUmci1xXlm24tydg068L8HzocH05nDsYtBFgAcpcZ0UIX4trOEjdD5GvrKD9KOhGvFwWzy8GhrAsnsFLnNtDkLKORCI+jpKX+xGOwtnmOl25k8+cv+IWYREfoklYLnSpXfiKNr3bHGOMIU5l2o4C7UMRavNpVIePivAQHLWpCIaadC/Sd9Oz9KT0Ed8/7mMsWIEALCcAY1k+bPXXOBU9FzkmT59c+6BL2cg8rOIlOawWzaFnkCeiwxjjw1NCVfsrxQl9SEn6YNOHDIQCsMnzkHgWq0IwJF0X7xzyY2Ws5G9gkfYiXBLtOA4M8ZTeyB8BrzB1TTIS7+2AA04PYww+eQkvYwyE12oRLNEhWKJVfcBL7Q5tAajjHEK9CEJ9Va/CLr6sNcYY48MEDPSuIjjqJ9i2Rf6ygJcxxu9rjIExK8/qo/4V6ih4SYZ65yWUA+MAABAASURBVCPYSzcYs8ILyUxtxhgfjuaq0O4oqRqgrRDOggde6itZq0gHVS8adDfG+DoboNxVhKt4KVlrHHhJ7+Pck3XXnKyC+G6M8edehaM2jVkdq3fNqSK+6l19gyHaJgA5+oGlMrVISsRiDNeCX0gtYbOLr+saL7j+WOK5iod8BPkGZcLQWLXD4GN5aD4VYwzUFqC+2NaKDFTvUqEE1xgDY1YKYHz5ij+rdFTRZ6iqirHJo+7lKNsyHPJY/PLhBgKIRmOQ3uld+GqsaLYsG8ZQH7j2VV+hndOcK/O7Pn3qK56Dl+b9ZNEcKrZtsxV+f8GVvAl4hS7OL55onDHGX2dqt0irxlq0XdJfcP/z6D94nktY0i5A7VHuMawgXaqHD1OwBFMwVIwx0F14rK4xj2tQ/qhkkMvl/HmNWemnNtErPDSHMcbHXTITvWpXvWAaY0iK8ecFL/FHNKqPMYb1DgCDFbQtPtE2fbRvgNcqjNVxGltmu+bWXJlMhv5lycdfNIkGwRZ+ZcpD/QjG/zHG+P2MMT4/1KY+q0Xv4LU6p+BoXtWrTvDFH/FUtl80GmP8+UW7cFERvNX+uguG8FmFozpO4/N0VWf0rnrNIfiSkeaX7oj/gq9n0SxYmkNFMEFZrc6hu8aJDyqGgPWuehWNUdE4Yww0j+YULer/y2L5vLJsyoT9ZJNl34v01Yv0veVvccsFLE5gQBRWdM6yrI9hrsIVbGMsGGOgdhV8dAmPVbz0rGKM8WFozWmsx71I9aJjtXw0/OObMUSCb8as3Pno46T+el6dU3BW5xMfVaxSqcLDfhsPmY/hqacPYdv2jYjFwpicGMWVKxeYJLiK/ju3MDQ4wLpx3Lp1wz9ADw8P8ZA5i/GJMej/RHNoOLq6OhiQaaGDGUKGgaZZJkhUphiAmpycQJpOcTAQQDAQZGBsgYG3JfbLQAwW84VsgZtwng6zbTtIMkiVoqMVTyTR3tkNOxDmfHO4fmsMp86MYGy8jHhVHe5jAvOhQ/fTsd6FfXv3YMO6dQyU1KK2ugr65tzevTv8gPsTTz6ORx55BI0MKmpxu1x5Yk6MycZ1HPPoo4/SQb8f+gbnhg2beKiKc3FXqORlKqyLrs5O7NixE0oQ6BPWgGEgcRY3rt/y71Fu8LU1dQwud6K5uQ0tze2oilfTqSpjdnaRQSEm+o6cwKmT5/Deex+Qvzfh2CHEaGRTyUZcunQX167d8AMDHQzI6E++7t27Cw89eIgJ2i2E24bNG7Zg88YtaGlq9RWlQF6Jr0psVxghselsNTU1ku7tpLMRShafOXMGV69eRY7OupJxP/vZz/HKK28xSXYCJ45/yED5PBNcWQacBhmsVKIriq6uboSYTJuYmCbu8wy6LJMPJQZA8wjSsQkHHRpZkL4wUtUxPnvkRhFtbY2cezMDmklkGUgcHR8DqJhNTAhu2LgBvb09bKtGM3HcykTs9u1boc1dB5Ur167gytXbdKAqWNvTy75dWLe2AxvWNyBIZ+X2zUmc+fAmLp67hfcOX8S7b59mkuMW5ueWedCEHzRaWMjyEGfBZdAoxeB8ZqnARFoaY2MzDEoPsf9tDN4d9vmsPyN85cpN0pcmijYPVcs4d+4C+w1ganKGAblBJmVO4e03T+DcmX6EnAQigTjmphdx5+ZdyinLQHUZC0x6VBjYV7LB4WYMbkadXc2UWQ9aWquRSkXQ1JhCZ3sLwgEXNp2uNJNa+rbb3EyauBpklnPQpT/jqkTEu+8e5SK2mHALUC63WG6Sn8uIxSLk71Y89vgjlFEHEz5ljIzM+8YlFotDCc33j1xiQmkUyUQ1dpC/1bVVCHGfX7exA+0MetoB+En56dlJ5AsZ5LLLdLrLCIcTUHLJsmzSVqa8y+QLsHtPF+5/cB8ef3oPHn58J37115/F2nVx4lMgv25Rl97AX33/Z/j2t3+A//Qf/xI/+fEZJqRcBJwkaW+GsUMMRM8hEDJobUti3/71eOyJPUzK9HBOm3LuwK5d1ItkGZVCFjcunkN9Iond1I9krAYL8zmEQkHqVitydPRv3ulD/8AgwjyEFHnA0J/WUYDv3cPvMEh8hwmWedi0FTV1TVDiMpMpYeeObXj4of2USQN6e5pIr4Vw2EJDY4xregu++OUX8Xf/7tfx1a9/BQ8/8iDWru8hD5bR19+PSQb6q6tTiNNZ1Ca0Y/s2vPjiC/jWN3+FY7ehs6sXPb3bmKjYgubmVoQiQXR1tpGmXWjv7MRj+rbxk08zQfE4dmzbBQXUFVxvZEC/wiTPjeujmJlNMxl5DqdOn4RsZ4kJzHkmS/OFAp568inatfuYACqjgYnbu/33mFS9DX2b/e7dISgYm8/b1A0bHe1N6GzvpZ45TB4toFKuMHBaQntTE6I8iGzdvI7JssfIi1149rlP4Stf+TJt/6eh9S6HMB6vguxEf/9d6v+AT3OWwfFTZ07DoY1vbmmmHOoZsNzCpNdBrF+/DslkArGqGCo8gHZ0dPh8u3L1GgPUP8A89by5uRkFOsVDDPgODMz5/Nq0aTM6yaOuzjpU3Bw62tqoLyHS7oIkE0aWz3lEGOhNEqcgE+ZbNq/BYjqDWzfvwHZc1NbFkcvOo74uyT2gl7haGGYC6U7fbeI+yX1rErdv38L16yNQ0HhwcJLr/jreeusXeOfdtxAIenjyqQdJyxrqfYz2MoHe3m7qfYG6Eeb8WZw7ex5//aMf4xfv3sal22kcPj6FM2fO4tKF2zhz+gL3tGUsLmQ4dwqRiEEyVYXlTAGLtDtXrg3i1VdP4hdvfIifvfIO/vgP/xw//NGr3C/uYaB/EovpEqqqGnH0nQ/xp9/9awaa32RSaRkPHXoC9DVoa10kErWYo31J1dajhUmUXiaHp2am/UN4z9r1GGLy1SvZlHcE0oOJiTmk5zMIBUJIJuLcv8pIJWJ44pGD+PSzj+L1V97GX/3Fn+PP/uTb6LtxFVPjOe7tQ5jR/zW3rhMP3r8H+/ftxHOfehz3H9xDWw/U1aewYUsrnIiLQNTDrdvX8Pa7r+P1t17D6dNnuP+PwrbCqI41MugFXLvINTizQNshO5KFEpL9A3cxODSIy0zSVDN5tH7tOjRT/4MOwK0Bv/Ebz2Dfvh40cj3qm0/f/sM/wE9+8gOUSsvUzSZs3LAGQdqP0dERZJaLTNJ+GqlUA21kAJYJYmZ6Hgf372e/dVi7rhsvvPAMDh7cTfu8DMeKoCbVhGef+QyeefJTCIeq0ML9uampBV7FIEvbWxWN0A4XEAgYJoLvYODuIL7/V3/NtVpEkP6KHNPFxQzOnr2A2dkFBMJVlP0i93CuER6kZJdralII+cEUm4GweupmibrtoUd7Kffl9T3d6Ghtwf/yD/8BcXmM82ZQKnoYHZ/H0lKFh62ovzd6PDRGY3Hs3LkFDzywkfTmuJbeZ6JmAsNMpg6O5jE4PIPT567DcoIYHhlDe/sa7gPjmBgbBxiF2LB+PddXJ91HD3VMrl6/dh0T4xPs18a1GuZaBrZs3YTGhjp89oUX0NTANb15A+JVQfK0CGOVuVaukffNfsC/izYzyEDh5770GTz25AM49PB+xOMxHD12Ah+cOIM//K/fR6mSx+/+1lexprULjY21XMdZhKMBEEmUmXySQ+oSN5eBAD1bPMDF6HvpQCFnVL7PqZMXaefAxH4KC0ycVjyP66AMJbQDAYe2rQ29nV0o8GA2w+S44zgo0YcVPMGt8ECa4cHIALBtm3QGoHodIkKUjdplC3SYqaurwdrednS1N6CRNqzMcb2dtejknr1tW5dvAyoACmXgBBPER46exiiTKgvLSwgyIMMJeHAuYH5pAWX6knn6ro4TJO88hJwAytyrNI/onJmbh/zNMvFTkImLAxkmutUeiVAeDNDZtkVaypA/sbS0DG7qyNMQBGi3y+Ui0gzQL9EWRANRJh6iWEO7GrcKOPfhEezctBZXz36IwtIUurjHHn3/NI4dexcXTp/AmeMfsM95NDasoU2cwokPrxJfoO/uLBwn6iej1nS2oL2lHl/9youctoCXXnqcCbkgtu/swmdeeIj749NobI6gvbsOazd2oqM3hmgqzOTlKHLcs8fHRon3PDZt2oBqBvorOiixxBg8XVwo4dXXadtmJrBmTRft3w38q3/xbfr/afp2vVwzlCvXxdi9ETTWNmJxIYdeJn+NAe1jChtJG11khEI27g5cx1JmDMFwAcnqIObmp/D222/Didi05w7S/gcbKkgkG9ivhGK+RDsTwnf//DDeOXwS+jCWoU7d6bsDJeRS7GfbMdruCBOlo5R5DS5evI1opAavvvIa/sW/+A4MXMzQ5m5mQnF+Po0rtGGGtUtLGZz88CQef+IxaH+rigVR5r5dLpbQ2tyMCmVmOxWMT95B7zrasE2d2Lq5F5u5NmORCPeIeRRKeXz+cw+ho70eQQbvp6dGuO6u+mNnmNRPVSewb886lMqLlJXHZAL1g+ti06YtTBxWU4fySNNP0NoAcRpmwi9E2xQm/nfujGPw3gzmyf/XXj1MXC/gwrkr1O82lIuGur8FFQbOtW43b10HY5fQ0JyCccrELY0HHzqE23196F27HpeZcG5p7cDQ8CjnraWOgL5ILZLJMP7+3/9d+j+tGOeZ8eTJ0zh65AOMDU+hWMjDsQyWuV4aqVsz6WX0D/bhF2/+guMNEokUZrlPaC0FQiF4Vgk79uzx7c3+gwex/759iMbCCIaAEP2AYjGPnbv3YJa+UjSawjztcDQcxratGwHanhkmlH7281ewQDvd0d4LGw4yTLK1tjQQt2Fs3rIeR4++i4aGavzzf/13sGHjNso7jv/r334HQyOz2LBpJ4zj+Dw7evQcz3R51KaiKGQDuH7jHn2G4/Rxv4MAcXVpWbWObfbPks4g6zwAeteaNsaQtxXuH1nKzYFskM31bfMcY3gH241laGs9aIzGWrYNy14p6q9CkOy60o+d9cqbehv/uUhdUz+b40CcQsRDNlH2UDZVd7WXGRDSAN31Lj9JbarT3aVdFlQ9q86YFfh6Xi2WZeGTRX1pyomP+lqr3fju+fSuVqifnl121vjV+2q97sYQBteqlSshVPLg8J6dnkNhbgkR4yAVjvl6F+G6scg30SY+y2dlvBMGFtdsmGe/IvfdDPdxB7ZlIcd9okQbaozhPm6B2zDi2nOoNy79Ve0HRdrpZepJgY6nnlVnjIEu1Wm/0P5R0R4mPtF+iIYKJ7aZtAvSLlW4jixmAOOpGq5V7lmkocAEWoaJrGDEQTAG1LfEAfqtrKZukNucwxPmlg3L2D7fNLcTDIDTwNgOwjy4eYw2ucywSnZa5zmeq7UWorEI14aDileBTd9cRR+StXg+15m6wsC5TfyMbWjBPHAqwOKNBYZ6Z5MfLBb55BGGxz3MGAP+QJdL+lzWg8lU9Wc32I5F3Fbk65EPnj/GBRiEBWexKRvbWAjYDiwC8thHvMJHl95Xy0cGwYS5AAAQAElEQVRVnI9zEkcY1RjY/MccFaf1ELPDaKtrhkc9jwYCeODgflQxYfjKz3/G/e19nD9/Dun5efK8TD4Y3j3aNpe8NLDsAKLcOCwiXuLebEhLFRMxoQBxI65l7ltKWrqkQf9FjOb3mLRSKVGe4muxnEUobCMQBAzl6zChZmzAIl9BHsYTVWhuaaKPXEOZFmFYZ5N2lUK+iDx1OsvEuGSopECx7BJP6jjPiMYC97cqBAIB0rDIPaTk88yxLPqtS/DKadSlqPtxG9xG2QbQkQIngqYPclyJSWBOiYr2HSaxQqEQqpigDBCGRflVSLdLPVcp5HO0h4vIZbJYSKdpnwuwbQuWZT4qRIjA6H76MvaM5d8r5E+Z/HCpT2V9OE7JTvYzxoaBzX2ZtpuDjDGwLAvGGEjG0uUScTJm5V3PJcrR4nzSTY/y8Ai7pPXJOtkt8cK2behyib/lWNCrZYGwzcewpVOaS32NMZAsLOqQR7m6hOn6a1XVFjgNbNoQm4DYk+yrQGvJo27yBzRLPr4u15jgag/3XA82/xV5bl2YT9NXWYauEOMQwn1xMY10eg4FJt498mMVP/URDBVghW7xQXMZY0GXxwkD3Dcq5E2WdsdoLrY5tgOb9KqPinghGxehzRNvLMuGxgWDDoIhB5FIiCWMYDAIiwjYoo/3lbmMT2eJc/jzc29QHxUD/jPwL/UVrrob81ElW/SuvpaxyH+bcwR8nhVpKxVTAC9j2bADQRjiDWNgkybbZh2LxoKX5i7T53X5HAgG4VBnBVv1q/N6lJdHQRhjoHHGrOARVH/CdNlWpN4Ufd1z6buWkM1nUKwUAOqNx2KMBZc6yK4AxwuPHNeG7Lp4YIyBrmw2i+Vshj5r3uePZYs+i0OMr8chJmgdzineh7iWVnkvXIukXTAs8lh31UmPBF9Fz/78bDTsQ4vLJ/j8Ez7GGL6v1vKRP6J7tfCV8rXJI+qBbfs6KT4JruYyxkBzx7i+a2tqeP6Kw7Ys2pg841lFnwbhLn6pv8aq4KNLdcJTrzb9EJu6ZmjvbBoTy6a+cL3pgx1l6szqnKu4aex/C0t1KuqrfTLHvVbPxhioXmMtPjukRfxUEf6aX2026y1b/LdV5Y/RHMJfFZZlU+cq9KHyXGclyB45gRB54JA3nIPrdQXOCr80p2QkHDRe8lORHlHFCKvM81URLvXRGAPxSsW2bcK0WAzKtJWlj3wlY4zA+HgJrnin+XQXrbqvzikfQTzQXCHqreCUef7ROOGjkqc+am7NF+A60FjBkM5YlKNwUdGkmkdFz2pTMcb4ctY8ajNm5V1z6F1wjVnBefW5QlrUrvnF21V4ahcOmk+wNV74iPfGGHi0o7Jz5Qr5RQPqkYGiTeMEwxPSfNDYVRjGGF8HWe3zTG2yX1WMj2gdqV48UBEuahc8wTLGQPjoXXhoneocr/sn8dc4wVEf8U68ULuK2gRLba7rwTI2twULot2lzdV8msMY4699l/ouWMYY3agbJb+oryqEi2heHaP5NI/Wh+aqcI8BDIwx1B3Lv2us+qho3pV+K/uN6oSv4KgfeK3OIf6oiJespn57ftGz8FY/FWMoG/JedOpd+i381E9zaQ7BV7sxFtRH7So+bJof9VMf4bd6L3NNCCdjDDQfeKmf8FXRszHGXzOWtYLDJ8erXeM5zJ9Tc2luy7JX3m3HHxsIBvx39VeuT/JVnqjIteLKpwhYMLRLHp8FT+WTMI1Z4bfqVIxZebcsS6++3v23eOmDJ9Jr8UTwNLfuev9kEQBjjE+/Mb+8f7KPnsHLmJV5jVnhheBZ9fUp6P83TdApjPGQYdG4jo0O4fy507h98yauMQl36dIFOq5Hmey7iCkmFrLZZQRojFsZANm7Zze+9KUv4cFDh9Dd3YVYVQSFUgHLmSUeatMsC3Q6FnwljUajfE7j7t1+Bg+XIAGW6EjleRjVwpmdnYX+jO7Va9dw8/ZN3BsZgktHfn5pHmcunMPNvn5MTi8RtgfpcTZbhoInfX03CPMOA+c3cObUKZaTxHMCZcIu0WGOhANo7qxBR0cHD/9xMssgw2TvQnoBtBpUWvhC0CJfXs5imcHVxcVlHrSjaGxsRs+aXjz80CM8hDfB8N/o6DjS6UUk4ikGglt9uA0NjWhnsNvQAZscn2bA5Tp59iGmeCAM8UBkTID08pBoBXioC8Lj4p5gorGJQceurjbs2NmFtvYIN455ZLJLDIwOQ5tQB2Hqm75bNm7G/fsfwCMPPoK13WuRrEpSOYMYHR3joX+aSYs5OlYRpFIpBn5m/P8f6/DhwwwM90MKUF9fz2RLjHxfxvTMHDfgEkJ0HHp61qG9vQtKJH/pS19kALab4+f8oPFVJkT0bddxBmFXFdQYQ/4sIZtbItwK5wxCDraCHZFYCDEGWLfv3IH99x9AfWM9nbAgjGV4qIny4BBDQ2MdgzPtTFo9h29886t4+LEH0dXTiTR5fvzkIC5cHsHEdBaLy4uYmprD4OA4BganOGeZ9IJyHmSCfxjLDJjo08Lcn4jrHSY83mDieAFrerdg/cad6F6zkTQCg3fHsLRQQG/PRh62k7hy5R6TKR/gGIONd+8y8GwswrVI8xJ5NUf4c3j3nQ/w4x+/jNdeeQNpffMpmUJtbQJzDIjOzM5jnIlZfQvx3bc/wAcfnEYuW6KuRMgPlzoRJX1dTNqtJa2SUZkHrTjWb+jCwft3Yd9921nWoa21jrj14zSTVP39A+jru4sPP7yMw4ev4M03rxOfDHkWZJBqDZQgPXr0An7609ep9yV0Uo9dLoD5uTmkGFCs5oGryEPTlcu3mOS5hcnxBR6YXMiA3rh1HSdOnGAQeNQPkI2Nj3BNzlBuDnK5BUxMjJNPRTQ3V2Pz1lasX98FBcmbm1tw374D+PRnnsL+A3ugJHlbRzNaWhtx794gD60uN/YyeT+IX7z6Ib7352dx6sNhHD92k3zKg7aTAapl3B0aQrgqiK07NqCtvR4eD90tLbXUt4cZBNuC2lQSNjeH6dFJxJwoNvWuxRdfegm93d1oov4cOLCTm2IZ/QzqvffeB5zvMvViFoWCx2BpnnalQv3zCLsTqVQtzp65iEXqRigU5foH4lU12L51NwOHG/DSZz+P3/u938Vv/K2v4Hd/50V85vn7cPDAZsqrG7X11ei/ews3bl2jvnrUWxvbtm3Cr/zqV7B3316umyWf7qp4FTKFZWTyy+gfuM0g3QgqXhFtbc3Y/8AePPDwARx66AE8+uQTaGaWqKW1DU0trcjxYK2A5J3+PiZ7Z9nWhAAPRMVSFjV1Nmbnx5m4O0N9Ok4dvYyFhXk01jegsaGJujCLwcFh2pMTbLuOK5evY4GBydHRCa79ORjjIJkI8xBd7a+Tgf4hBl0LqIlH0Fxbg4baFPTpZCooHn3kUTz8yCOU83qfnjKT0R0drVi3rhf79t1HvYjQNmbI2yVY3NQs2vluBraztPlyrlKU16c//ST2799LmnKowEU8EefaruG6OoV//++/jddee92XQzKRQnV1NWVVQDMDDpFokHtENdLpSereIpZoay9f6UcskqBzU4YCfAUGH5oba1BPnLdsXoeuzlbivkinqIwiD1C1NVFsZlC6ngnU2bkx1DekoOdEPIz79m3BY48eRCuDp7Eq4HOffwwP3L8Xzz93H2prErjbP4MPqJ/nzp1FKhnhpu5yz7iG+fQUAkEPzc21iMZC6F7TgR07tuGvvv8Wrl6bZhIrjxgDOLLHra0NaGlq93WunwnRP/2TVyHZtLV1wrIcvPvuNbz808P4wY8+wBtv3cHAvQwsO4RTJ6/glVfeZeD/LC5xnb539BSTYNOoitcjnmpk4qIWO/ce5HM9lpn8P37iNKYm55BM1VEvLuP0ae5/N/uRrG5ANmNhQ88+rOvaj+62nRgbTUM2enFpicmKtajQkVSAPbuYxdF33sP//r/9b/jhX/45blw5B4fBvL5bN+GViyBJiAQ8lLI57i1bsX3LWqxd247ZuRHu9adI92XSfx4VL0s8HQbCh7HEvnVMgroendSShcxyhUnla/ir7/2UieLX6DMMo7tzC5obu6m3S9zLSnzuQG/3BuzbfT+S8VrUVteTnzFs37oFHW2NOMR1093dTDuZRIz837hxHeLxGBwGvY4ePYr33n8Xr772ExRLOa6zFqqxoc7VoqamBWkmXuYYVK/nWglFAuRdmkmi65TpOG1QAQ89cj8cJ4Bdu/agvWMN+2fR3t6DffsO4dD9D2P7tu3kWSdl38j+FmpqqzE5NsZ1EEWCtqOzo5u8uIzLly/gzu3buHrpKi6cvY6718e57gzW9rZQV7b6e3qaiX7/AL+Up42awX/94+/g56++yb18DA/dfwgeo6gW/YM//873cOTdI3CsMO2XC8aoiEM7qlPV3EcC5JGNSNjD4N0+zE3P0j7nsWlTB+dzuGYXuHZcDI8tIhAJ4d7wGNo7ewDjYP+B+2l7FxCNxsj7WeIUgmzO7dt9pKsW3T09kPMajVL3LRtD94bA5YscZbprxw488vAhWPS3Nm9eC9fL0+5tRkNTHZLJFEaGx6nn95DNLSKVSiAWrOK6rcXDjzyP7/3wHBaYiDx+4m1EIhU8/sh9CBC+bVkoMkBdoaNMlxOWxd+ex7VT4Xqv0EaVOXeBtizLO+uoTxUGGxeYLNJfoFheKmN2dpkyXWZwMY9yMY/sUpqBwwwqBZdzGBgmw1E25GOZ+lGCfxmDCv0rGL15sDlvJBaGawM5BgUZ56bdnMIck3tKXmXpX9LMMdHdinAkitraeuLoIccsapH7TH//KOkG9BcWMlmDeSbsiuUKZuivlrgPyznXoSYYDPh6axkLOkBGwxF4bI9EIkhVJ5nUrkUz9b3E/WKJPp5H65mnfxqrCqGdNriqKurrqiHiZcJ3wjYCYQuRqjBm5mYwOZnGmbM38Hd++18inwWSVfWYmssw2Wtzf59EFddOogqU4TL+h7//Iv7B7/8WXvr8S2hs78Rz3Pv+7C9/hHvjk4AdoI44qK6uYzKzBwP9t/DeO7/A1PhdjI3c4XrchiNH38KGDQnfT/OsBe7jl+CEizhx5jiu376AkldCGXk0tSeQXkjDmIDvi46PjQBuAb1rmrF2TRPymQWkkjbbbe45G5iUuo1AMML9pgmzU4u4ermP/sPb+Osf/Jj8XYBlWejubuO66kBHVwLJOgsdPTWIhFP0Aca5991CxXOgP2e9uJTD8RNX+W5hcmYJBa6nW8MT+OvX3sVb7x+DRfuxYf1G2pgmbNy4BYz1wK3YGB+bRiFvcO7Cdbz6i3dw4eJ1FOlIXr8+RT0fJa4WE7pLXO8jqKkG5ukvi8a6ulrs3bvH/2DePM8ODx56iDysxeDAMNdaAPv378JjDz/K9wGOvQXbuPTDlrCmpxlPPL4bPF5hdGgQWzeuhSH3itTnFz/3HGXuYpl6vW/vTmjf6WhrQYEBv/17d8Ojnd66aR9NZwAAEABJREFUbQ3W9jThf/1f/x4aGmJgPoD76znKMIoIE/GBQBBpnkd0FppPF6Hzy8T4FBbSFehPHV+8NEbdWULIifo2b9vWHTh16ix1qEi/px4F4pHJLGKOSYlAwCav1uOxJx/DdZ7/auuaMZdewrbtuzFHX7inp5e2aDP30WOIUy9LxQyf38aBg9sJK4HFxSWuaxeFnIfWpkYEGKhau3YNQswG7N2/DVWpOEL0A/qYVL1x4zYuXLjk72199H+dQJj6cRMT47O4yuRtmsHqZz71GMd6cE0W9c3V0Jlxgvui6zqkPY4ME7Xp+VlUJ+KIcdO3rRjGRqdx6+YQ7g1O4ML5y0ilqqlXgD7g0dnVAq9CHPML+OqXP4e//ZvfxLNPP4Xv/unLOH78FPKFIm2Thyx9+smpDNfVPN49/AF1b5hn01GkquthjIUCA44u4NucMoMyBZ41dYcBbSdXNoNPFZYSbZ9KgYHYLBVQ+IP2iXFfaLzuBAOP/1zaLM/zuH6N77urfrXY5KOxLOJW8YsxBo7jwLYtaJz6cSjXgusXw3pYxn/WHHr3OIcxrGPgRPOsFo1V0bvuKsaQED38t8X7mxWaW+WTY/9mD5BcA4u4W1wPnkf8WVwiW6Ft5I1tNoxrEKHfsmv9Jvw///Rf4L/82/8Xf/wf/gs+9dCjCNJgV+grZhhTWKKPs0BDLJurIh6EmRiVvY3Ho+SbTb5Y9JEyyOeycCy+Ww503uYkiMYi1KESEokEIrTPUZYIz8GpRBJaSwpGaY9U0bPmyNM2KHgaCkV8WlSnYpG/gllmkD+RjJEOF0vU/7q6Rjh2kPOX2D+IIM//IRbJIBSNMhFQhGXbiHLtWrQDllVmvzKckA3PT9gF4XBNU61QLJRYijCWBdEZtB3CtmnLCsgxSec4AQQZvHWpTcYCjA1YjuHdwCWf/SAV7wqa+8V47Ony/FYEPtIHwzpfPhYBqJZC8ai7Hu/GGKhNfcErGAzBcWy4RE48UL0dsKACxo5gl1GxSoBdYfE4loMIn7//xo90RvJfuVcIzwWMBQMHhr6lVbHRWtuCr3/hq9jYsx6lTA5rurrR3tKM2elpBB2HtrzCfb9EWkqUKTlA/aFq+3AEe2FhmbYrjQITMcFgGB5seJyjKh4nDx3a0hr6eCE01CdYUpA4HcI15AOhce2UWSocn6HehLinh7DM/cwlP4koSvQllhlH0roOhkKopu8YCgXJnwAsy4ExDiyWIO1adaoWKrU8j+Wol9Iv2YVoVQQh6oG+MOAwwF7g+afExKjF8fqAWyQYQDRoobkhhdpEFHR+4FDI5aKL9pY2/4yY415Rpv0pFQu0h8vILWe4v+WhNeaSIUXW2yQuVR1BOBAEGQzLJq8twOHdsgFYlKRx+eDB1d2vt/1+tm3D5jt7+He+wmMC0aPuiheCb4yBRZxpwlCm71Lm2g5SLz3qkGXbMMZwjIco9V96bIzx7VihkEeeSV6dLT36Q5wdHv8ZQ3jGQon7n0e9cqmPSk64dJY98r/CpIfHOpuwLcoLcKHYpeNY/t0lfiqCKXor5IMSzjYsxhsIW3hZIF4qxI2ks4o4gpeFEuUgOjzqlHxY6WmWfjLVHo4V4BwWHMpG9dBlAEN4ei8zgaE7a6C7CngZw3k4iXDhK3xd4ztIRzBgo8I9wpCBSoCUuL8IjugLUbfEMxWba88YTkYAFmkNs22Vz+qvuYxZafcEm/304/JZtOiZaFKONu1JiHtm1Ld7lm35uBpjfHtikaeCV6DuCBfhHOW5wZhV2IDgr5Yck85lyhyWDRgLujRnmXxXEQw/SWUMbOo5CF/MD9F2iw/Cu0j61U/zVjhOBbyMMTDUXw/kH99hDKXtoUwdqFAHFVOqmAqMzX7kifZd8SRCv1vdM0ygLjFpLVsIwjHGoEJBar6KjzNpp84pDq05V2nSXXipiB8B4q06YzgPi23bEO5qU73Gqq+eRYNoyfP8I7odjg37+BB3ylh9hJsxRjef91qrZCpsy/bhCrYxhlWeb+dW8K1A9zz3JM2huUWn+mp+1XmEb8zKOJe6JZw0icdf6iO81G+1ntWwbYv6EEQoEoT4Jx5blgUVY4y6+GV1jHghHmte9VGj2gRfsDVH4SPayx/JUjSrr4oxxqfZwPhz2OTlaj0J9tv0rjlsyrVMO+DDo200lg0nEITFvc/jXlEqiSfcc+joaIzmEY+ylLvwsNk/zH0+QBlwWh+26tVHuIKXbdvEw5APhM09ALyMMdCYYDAI0Sm4Jc4P4rzS3/Lr1aY51C54xhjfzq2OM8ZAlzG8G4uPBpZlI8S1a9uOL1uN03hjDGwfF4ts8P5GEX/By7IsGGP8IvxEi2gVPWqTDMQrwTTG+DiqXuNVr6I2jVMhyI/nlA5KtwRL+Ai+Q5sjG1os5VGh/bVsy+eLRTzAS/148/ExZgUvzaU51CZ6RKtKOBymnoX9+TRG7Sp6Nsb49eoXi8X8Z8FQUR/BFO4l2kbwMsbwN6B21QvnCm2CKo1ZaQNvipVrjEqFuqh24aT76vsn15DgqKi/5hSdkrH6aP8KBIMa6uuR8PJfPvpl2bbPG/FN44wxlLXlF/ASroItfFX0rDmMMf446YzoVxEMYyx/HvXhcAimip5VJ3i6G2P8NvASTarXvqy72jVG8ALBgD+PMcbXLbWplMnT1XG6iy5jjC8DjVUf4SrdKHN/N2YFX/FFfcvc88Qv3TVe/VeL6lQqtLnGGF/vZQuFj2CDV5kwBV88KVPHuJQB+rFc3vQKXOpdxadPYyQ7YwxH/c0fY4zfxxgDY1boW8XFfGT3YeBfwllFOOquSt31rqJ3Fc0lGlfxVB/VqxhjoPqPi5IAxoLPWDnVLp0QOd1lBtkj0SAsGjIlAqZnsgiFo9i2fSueffZZPP/889i4cSMi3GBnpqegxI4+BaQi5yPL4No4k4VD9+7xEJ5GLlf2BdPU1IQGJva0MYsxxlgQA/Vtm5GRESYnJljGMDM/zaDVLKZnJxCOBtDa0YKGRo5lcK+7qw7NTSEeiCweWAoM4iwyeDGAqYlRLC/OI8KDe0N9Lbq62tFQVw0FNTy3xADnJPuOUDkrDOysxyOPPoz6hnri5cAYGxk67Mt0REM0crW1dbCIG/dYGrsKlPC6wgO+7gUecOpqGxhY2YcvfP6LeOGFF7Fu3ToarQAP4TmMM/nYd2cAJ46fZiD8EmZm0gjYQWxct4GJsDYEuOFnGAg6euQ0AwmnEWFSJRQ0TBJ0kaYo0uk0hoeGMTU5TXoyDCK6KNK5yyxmGPCaRJlBvmg4hsa6JvR09zKIVoWamhokkwk0NTagvr4O27dv9+Wzc+dO3HfffUilUoS7wD5JbN+2FY88coD474H+5FZdXR0UfP/wxCncvtXHAMwclul8TE1Nk54sWpk0byCfnIBDGm0EeK+qiiEYtLGwtAB9ghM0IpFYnM5vBXluotM88Ljc1MXf++8/SP70chEFGaisYTBmA/ley6A99YZJo9b2VgYaY+jqbmTCcRO+8MXH0MEkSiQaQChC2dBoc9+E4T94NgAbkUgVSzXx4ZxFmzJy6GRYDPDWUb4RDAxO4rVfHMapk5fQd/se9Gd2KyWDZCLGQFmR9Bm0tTVhDYN+iWQYdbURdHYF0Npmkb4S4WV4NzwAVfkJmYP7d/vBo3v3BnxdmJ9fJm/K6GKAvp6HZ9loGdo6JuU6GbBpbEohGKrA9ZaZUJhh4q0fH5w4Sn7NsB6YmBzG+QtnqLf9TOjcxKlTZ7gGgQMHNuLznz+IQ4e2YfPmDdBa6u3tpo49jgce2M05s/jZz19mAOsIKjzEt7Y1YOfOTWhvq0MqpcOK5cOvqQ2QlibC24fHHn8IClBu2bIJGzaspQySaGqpQ3VNDJu39pDnW7B792b09nSxLoWtWzfjueee4HwPoKuzi2s3h1NnTuHK1StMrlzHwN1h8jBLnTZobY6jkHcQpg7HKP8sg2jxRAjVtUm0tIbR0JxAS0cNdt+3AR1rahGJldC7thsjo6M+zZcu3cQHRy9jcnQZe3dvw7reHgzeG+SGGyJN7ahnQrWzu502Ic2g5x0G2YZw5tQAXnv1A/zJH7+HH/7wF7h3bxz9feTn+Ts4/N5lvPHGYbzy88P4/l+9xQTkSQwyEXn61Dm8/PJPMTw8jBiD1us39qKzqxmplJKHC/jg+FF88MFR/0+DnrtwlmMGkEglqB/dtDsN6O7pxpNPP46qZBWTTDcZZBuBgucBi3rHA2HFy3EJlFAsZ1Cu5JkEmMbhI+/jzLlLXE+LOHP2CgPUl/Hq66epB6cJ4yqGR/sQi7toaKiiniXI0xKqqxPYs3sXtmzehGQy6SfCb9y4hYsXL+P8+YtcQ1Guny3g3gUFH4OBCGSjDA/AywsZHhQ91CbjvNvkXwuSiTjkTBTpBM4wKPzmW2/he9/7Kyb63mZwQPOmMDR8Dyc+PIHX3/wFAz15JDhvCxPBCY6tpf0sl/PYsmUj8ozg3xsewI3b1/D+8SM4d/EM+hiIn5mbpI2fop6DdOe5thbRxqRBZ1cnHDqLCgj13+lnEHkj16eD9PwUTKCM5ewMqlNhzEwv0sYVceC+PfjG1z6Dz3zmGezZuRUHD+xGB9doVSzExNtG8mQ9HmWyuioaot1fRiv3knR6mvBmEGHiwSOefXeu84AIPPnEbu5Th/D4E4fw3PNP006/iF07O8jb9fjGN76Gl156EWvX9qC5pR77ubbXru3FRq63xqZm3Lf/ISxlgd7eNb4eWqaMzo4mdHd1QInjkbFRxKLgvmTDdZch3k5OjcMOlrB+Yy2+9OXH8T/+g5fwa7/xDL7w5Sexe99+MK6DUiUMh+vECkRx6coQfvCTt/Ef//APcXd4BNtop3s3bEAvg4lvv3uM7TfInxIGBsZw+fJN2ohxLKYN3n3jPA6/eR4nPriCY0dP4sKFC7QROeSLWZw9dwYXL15EVSyJoFOFqmg1du7Yg9/8jd8k7t3YSp36u7/1ApMxz+F3f+dz+Pxnn2ZwvZd7pIUtm9YhErHJ7wbue2WkuC727NmGYNgwmFTgnjaO1tYU5ZzGL14/znIK168Pcp/OYWxiDkNjU3CYJDl34TKuXb/BtXQKg/0T6Ls5iv/6h3+J9949gULWRUt9O4xrIZfJMvC4QH6GqCMVWHaJyfU5Ji4vca1PwqVSNzQ0QSZ/ZnYagXAAEcq9uiaJKIPm+sR/c3MrlpaWUWAgaWp6giPKMAxMFktLOH3uOM5fOoMyEzvFShFFHprHJiZRLLuYnJpiQmQEiwtpjIwMI8kAf2dXK/Yf2ItKpYRt2zbjkYcfxtTEFI68e5T7cwQtLU20vUtQUsx2ymioD/k0TE1MILOYRh1taTIR4Fqu5RweJqaXMD+f4RqrI+/mUBVJ4tb1PnS20MbGq/Hp517EoQceRKXsUZei7DPOtZfheo3SD6lw38/SrpZo26ZpW2NMjCyS1jz30TY0NScpFz+D5qQAABAASURBVBuwqxBL1nBPyZHuIO4NjUJ/EjAYjJJvNu1RAOvXbyCMYQQCYdy8eYt2o0x/ZI4ytn27Lv4N0ddY+TZ6HwqFDOlcwPTMGFwmzCLRMEo0NpFwGGkm9N5+5S288/N34bhRtDV1o4o2/5/+02/iN3/r83jxpU8BVgHZ5SmkaCctAAEexCqlAizLwBhWeID8AsAgyCBiIVshLgF4TIgW8y5tlUOeWCjkK8hli8gtl8jfCigW8rgaFkpobEiitjpM2GC9S0gWbMuB7Ti0UXnkC+SH8eDqAJ5dpr+UR8h2sJzPcE3lUGDQhuqACn9FQlEo4BCPV5HuLGGEkF7Mcn+eo753UjequS8HMDufQ7kSRCCU5HwOynT+XddDjgmSGPVRzzpMzEzPocwD3fzcHMd5UL8S9VN6tbi4gGDIQiIRRrmS5/wF8HzP/WESjm347MAikxw7gJbGFibykrDIr/T0Ahbmi+RXHeJcP/c//gBOMqF/+Vof6iiDTNajPs+gvbUTLQw2t3c20CdbwvjUHdwbG8TP3nof//Cf/FPcvDuCoZFp3Lp9HemFCqqThuOu48EHduCZpx/Ctu3rSG8QN25dwIH716OlrYp60A87VEKhlMb++3dgzdomgGu1e009futvfwNPPfkgeWDRX6IcLZD3i7ADZWQz01i/tpZ6vgNtrVHE4kH863/9bSa65slnG3f7JpCeq8Cx4hgdmcdzzz5NfKKYmR2l/9HNZN5efPXrz+LcmbvYtWMn3j92FzdvZ7hGn0IoUI2qWAP5G8Qu+gwd3Wsxv+Tip68ewe2+GSSr69DVuR7wgjj54Vn2TaGnq4eB8wT1JITpqWW4roNPPfc57uub6Gv2oItnhbVra/CFL3yee1EFWSZv6ObSbrbi4oWLnMvFsWPHUGRgvshEfjaTx5Ejx/Hhics4e/YmJscmuWft4VqNwDYBJOIJSAdqmY09dfIYebsGv/L1z+B//B9+DQ11VcQD0OHyPO33tRs3aCdifiLy3NkLMDxB1iarEYCFdWu6aX/K3Isa6dvHuF+l0L2mFYce3Mm9YQiOsdHQ1IZUdS0yTACuW9/BvXqL77t105/W+szmCtiydSe2bdvh4zQ7M41cdhF3B24jnV5ATW0jDOFIT/XBizQTswEnjMGBcQwNj2GQ/tNPf8pkO5OYJ46fxKmTp7m/t5OP4+RVFmHuEUMjtwGTB7g+Z2dm0drQiub6BnS0t5CHHeDyQ4F7lBUw3AvTmJqdwdtvHabfNoDh4VGcv3AR+tbylSu3scgz2B36CzO06dlMmntqB9o767Fn3w4MjY5Qxztw/dptlEsutL4cy+LeEOUe3YFnnnkc4WCc+jWJ/fc9jI0btmJ0dJx2swdXr15mwvQoDh3chqa6CP7D//2v8S//93+D13/2Fjat60SMe3N1MgT5UnNMLMMAhrAvXb5K/C6gyKAdjEGBdqVMm5hnoNmFR9ocAAZlHgLKtAtltpUYnPALn1XPZrgMaJdoGzzejTHUKQ/GGH+vgy7OpZuKMcZv07MO6xqjonfdPZ6tXBa16bBvjAH4o7bVAAJ42bbNeQD1VTDZpo00xrDO8+vUn90A1ZEW8DKGgHj/7/147LM6xpiVfqvvmkNF7yrCbbUIRxgLejfGAjg0wuByPBZHdjEHp0Ics0vobW7Czt51cJby6G5sxT//5/8C27dvAzjEcWzo0hxF2nDxd3FxGdLXnAKn9P+kZ7FYFCn67upbqXhQ0Zk0xCBYmLGBMuWXYWJWMFQKPK+CCIXDYcRiMa7FKvpCEep1GNFolPY64T+HQiEEAkHokoxt20JNTRKJZIyyz1M/cty7l+gjzZG/QLnsosJ9bXho3N+7Pe4fiXgtxAvtGwp2OYwFJLlXRmIhKAHpch+QXYgn44jEI7ADNn2YMmGVKS9w/yAOwQCMMZQEWO/CWDb3aNd/doJh2GRCIOjAUQlYMDbY1wUNC2Dxh3g7QVZK8zwyHqyzDCwWGHAe9vUAY/jCkbp5fl/xsgSbOAa4cRljSCdbGCTzGLS3CNsY1nGMEmAWYxquNjBOZTjGUz1132MxxhA+/EvvVGXCYh1YXBtWxSC/nEdncwdqE9Xo7erFv/rn/5JnhAO0h2HEKadkIgHHdmCxEF3yv4xikYXxkSJtg+0ESAtQYt0S/c0K9+s0E/GKdWiNlMsVnlWyKDCeA2MhFA5R3jFiaQDjwKUdLlbIdwso864/TcepUKE/aVkGLule+a95pml7l+CSl0rsOEELdmAFL5Dh0oMsE9/G2NSvCOLEu0KHJh6P+3omXgr/PPFYZsJuaTnn6/TQ8AR94Vmej9LQflOdSqK+tg6JWBxl+kdTY7OsL0HnO8GwLZvnohxxLSFCWnT2i0Yj5KsHYwwCQRsWZR8gblHqusU6TzhTdkQT0jWbfZyPZCs99DwPIEcsy4JDXUpQ1+OJKJ8NLCX+HbW7Pk9Ek8tAqMsxLsfoG/uuAfW3ggwTpgWuM9u2yCePYy0fJ8E3xvg4al27wkW6xhCqIXxOyzYXws/i/Do/CU9jgXOWWUpQH1uBV44DC8Gt1HEuQz9Q690jPOFvOC5I+gOyJTzXqd6l3TbQP4u/LX9PtSwbFuVlYHMOj9RY8EhMiXrlMtJr2OYRLUOAwrvE87Vt29zTy9TBIlTnuuINYBFB0Smdc6no/21RgLpEv8K2DceVEbAt+n0uytxfikyaZWkXi0xWFvisvrJZsn3FQpG6XQKEHecACRdsVsB2iL/q+GKM4Lq0ESXSUoFgabxwCgaDkN0L8W5Zhr09OBwboq1zHOdj3AVX+KtN8wlX27ahor6Coz6CW9TeR98axiJmIE2uP2+Ze6HaBYcTwaWeVMiPAOeK0M4GgyGSYPzCJqhvkXxZ7S/8LIu8YQkKX86v8TqfKOlepF2veGVYxD+v/YHzibYI10AgGIBgCpbotmwbxra4VsoQXsLHsm1/TulpiT676v2+lgWLRX1ErzErOOrdGEN+OQgEAgg4QYgHGqe7xqqP3mXvVaQRRrA4zm/n3RijbvDIC/VV0XhV2pSB81EBCVC9iujQu/igon1Ke5fwNMb4cvFxhWE3zQrYluXTsdoHn7hWYdq2g5BsA3lINcdqEZ9X8RLeml/vuguM5hIeIcpyFV/VqU2w1VdFY1fnN8b8DXyMMTDGYPUq0z6rv+CouLS3BZ7tVDSvz3PqjEPeGysAbvXkP/WtsgrB8N317XuR+rAKS3gKR/UqUVclbxXLtvz5ha9KRTafa7BC+6D+cdprfWhL81rk5eq9TD2TrRQ8Y1bm1HyCIbw1n4qe1cejXaAo+aj5VmTCl4/XiObTu/prHmOM32bMCm+kR+l0GrobY5DgfiI9Fw2K239yrGgWflojqhcdKsYYXy/8NvJA99X2VVyFh+YQLRojHQuFghxXQY5n6WIxT5tCG8S1oj7ipeBonPDWGGN+OY/4oXbZMPXVfOqnYoyB6DXG+DIT3hH6h6LLGNatMIxze347eIn/ikuEPtI5janQ7mh+zbU6RyAY8GGrTjxSvfqs9K9A+CwuLn7MY+Ghwil8W6520acxwlXzhsMR6G7MikzU1y/EU3A1l+7GGF+nNE4wxRPdjSFNXO/CRbBXi+ZYHSt4Fm2yMSsw9C6YKsas1AnuajHG+LZI8tM8qlffVZiCqzq1fbKPMcbnjzEGutRfRf1VBEPjhLfGqo/kqKJ2Y4xPo/ppnOpVPG6QHvmh/i6fpYOq17vgBYJBf+9ZwcX2bYExBhSyL2PB0jiVIv2lhcwi45x56N2mfRIugiN4q/MYY3w4wlVFaxo+yBUbaPhiDH+zrI7RfbXgo2v1XTh4nufD1HyCacwvx6ufMcZvt8JhB/F4lCWGWFUESQbQ9ae6XvrsCwwsvMRD+X4mZPbgc597ikm5Xeho70AqmYAuTaQJRNzY2BgP3wMM+t7GpYsXMToyxjKF8+f7GIS4hYmJeQrMgpybcCSEZDLJOeN0XqMMrhQwMT6DwXsjGBkdwwIVW/AGBu8y4TCM5cwy9H8W7ty1Ca2ttSiWslDAhiA4Hn7xGPiLx2MMNLQzaLAZnR1tqOaBqiaVQoyKn2NycGTsBm7cuE5cJmhgC5hmwk/KLIZIKM3Nzairq2f9DN584y28//4HPIBfx9279zDDRIScYiXxamvqeOCKMzCRZvtVnDt3jgHvKzh16jTpvcCEQpoOSwm2sdHK4PyOLVvQyYShxY3eoIxoJIhgsIKqhMHFS5dxp7+Pz3Hs3rMXjzzyKBMGj2LTxs1oaW4hr1OQEzWjP7c7OYsiA4xz07NYSi/h7p27WJhbRLwqjnAozKDpPdwdGGDCJYz29nY0NDT4tL7yyit+UCk9v8jARg9hb0FTYzMd7yIDMvdQKlbYtwm9Pet4OKwn32rQzABNd9carF+33k9o0Y9kkGMRM3PTNKQ5BhdnMTY5AQUdphk8uXz5CuV8FO8dOcyk13kG2q9hcHAA6fQchkeGKNeVcp6Jqr6+23RgSqit5TzNDdi8dSMOHNyLL375AXzmxfuZ5D6APXt34OFHDuKZpx+mLJtR4aE0FLaQzVVgLIf8i6BScRgQL1A/ysSrTNpn8aff/RH+6q9exZkz1zE3W6DclnH75l2cPX2RB4wqPPLwA2huqWLArgGHDm3Fr/7qZ/H884ewc1cHg35J1DLIsnv3ety3dyf50YXW1iZYdLrhFcibGLZsWY8kg+9ZBjCvXV0m/0ZJ81G8//5R6sJl0tyHoaE+4jOOmroo1m/sxK49G7BxUytgihgZmeOYO7h06Qbm5nK0GxVEY2Hsu28Xnnzyfjz66CE88fjjTAQ9i5Uk9Drq8yYGg3ppeEI04A7Wre1FU1Md/ATpprXs/yD59CQPVRHUN1STlz146fOPYvOWXh7cogiFbezdtxPr1veQvmrO8SD+1t/6NXzt61/GV776WXzjV76EBx7YhwcfOoCHWPbt24UgA0uXL19iAP4mbjA5MjedwRCTI9MTS3BLATz9xKfxW7/5t/Howw9j+7YN2Ld3A3bsWE+5rcO2HRtwgIHX5198DBs3r6HM0ohGg+jp6cD27Ztw7vxZJvPepLxGkaU+l2ko9923Bs8+9yTaO7qwbt0mru8wrt28w7V1iTKcRxUd4upUkEFKg1QqgsamdnR11zOIVk2bM4yz56+D+6gPv6Zaa3geLa01DGJkGED7kMn1QR54lzGfnuWBNsj6OZw59wGcoIuOzibs2r2VuK6jTlZTTi7yTADcvHMbswtp8EyNEA/vGQYl6+sasGv7Lh5oEwgzaRGPJxFwAr6eLyzMIptbgi6LjjVMmPKexZtvve///4aZnMH0rMvNIIDunnY8/sSDnLMXvQzk6f9sfO65B6FvVaYJ5x6T9vPzswxatvp2pr9vkPqcxuVLV3GNQfRcvoQKEzGLDPwXeMBbZtIhwINtdSJOHd1EHelicDrl24ZW2hEDC8sMKFylLC9cvMZkoee9HSq6AAAQAElEQVTTeO3WDZQYHNh/4D7a2EYkEwnYtkXdnMPQ8BCuXruMkbFh3B3qR2tHM+5jwslhQHT9hh709nbRVs9Qjn2URy2+9rUH8dJLD3P+zWhraUNLYxsGbg9jhjq/tmMt5qZn4PLAc9/+nQwGH8RnX/w0vv6Nr+Czn30CTzDpuZY8GRnuR9/ta3ACLterhftpFw49cB/WdLfRRtXg7t3buHP7BlwK+zzt7nvvnER6fhrV1XFUxYPwkEU8bqN3bQtpnMHY+F2cPPk+aU/jm9/6Er721Re5jmvh0ZGpr6/D/v370dXdjccef5RrqhlKRty7d48B8nO+LFvbmtDe2Ywd1NtKmYEKllSyColkFNr/mpqr0dPbwX0N6Oxqoh6tRVdvKx54aDe++qufwee+8CIOPfIgE01P4ItfeRatTHQU3Syef/Eh7Ni9FvHqBBORQ/jPf/Tn+MnPfkKd78fO3Qe4/r+AyfEM/s2//QM4TjWDJoZ70vsYH/v/MvYf4JVkyXko+Eea6x2894VCee+7q6va2zE9PdPjDYcckkPK60lvRXntfo9Pq9Vb8kkiRVmSM5whOaa972pTXd77AlBAwRS8vTAX12bm/pEoNFt82v02C6cy85g44U6cOBH3AnMI2GG8++6H+OM//m8YnxzGSi6NtW9zKiLztPORcALLDEjaRgDVFbXYvWsPvvrii6tJi/IKX+Y2D+97d2/CU08eZUD7LvL5Zbzx5kuYnRtH391urOQXceiBA9jC9T0ytoxAOIqa+iaYVoTrSDAz76B/YBIz6WUEIyEsZua5ngy+T+HUqV4MDy7DcCKYmchieaGAd9/+0P/m19UrV3Dj+lWEwyYO7N+FqakRjI4NIVWeQtemzThw8EHyez8YW4IdDOPQg4dp8w3CX8Lb772D/rsD1FGbe4iDslQZx0+SD2NYYcCmrrEBdY2t2LnvEI48+iRhuBifGCe+aVRVVXFMCXoISCSinC/OxNJNzMxO4O7AHe77E2hpbcIKgxegftRyjywvq8CO7duhstdfpV9yshxfZFDLBHjYyzMZmFmcw2OPHEGEvlQz993162nzGDwLReNYYtLl1Jle/N7/+d9x4fxF7Ni1jcmqEfzkJ3+B4x+fxvx8jv7CCh16l4ejAmVQpA8SoRg9JHh4K6deT03NY2EhAwGoB1m213BvKUO2sIgTZ84ykbSMGfoB+aKHIvfJU2fOQQNyaiMy2QJyDEgMUKcrKirpow3jbv8g7UwTemhfT548DafgIWiFsJnJ9oqKMn/9plIplEjfxx+fZb9ulJVFadt3cJ94kGuxE7eZAPI0cObkaeMGcKv7Kj4+fgzxshj3t9tQn8UwXTqZHtdbkj5GFqt+FqngCT0UCsHjodIlVepvxxLsw/lKDEBrYMpjMNWj01EiTR6T7/qr10IM9FWWx7kXmGhtLMPjj3ENbd8C0zAZQnMZtCsCpodCPucHpAKWjVAoDItOe8l1ofNbpgUQbpZ8SaczmJ1JU54lrORXoB/om19YxiTrcgzI9t8dpC7kYEiA8heEIwnKa4V7WZJYc04XSCZT7LNCPyRDOAXoYa6QzXEOIEvZO6RJ6dND6dLyEjSgnc2tUB9nIAaIXxBNTY24dLkbi0tz9K3m4TkZ6AdiZqdmmLQ2URYtQzvtJ0jntVv3EGDgCQzCa6A6EIjBsqNYWswhyPU5Sv/Z9QpYv6EF23duwO69O9DauYEkR9huEcc0mptTTOztpS/Uge9/92k0t1Th5q3rXI8h2tgqyivh+z+lUh7H3v+IS6EAl5b1o49PIciDaUd7B3bt2IHTJ08SV4djQsgwaS1GCU3NVfjWN55BbY1FFOeZxIxj29ZWrvOj0IPv3buT3AcWyRsgnxfCNlFbV48TJy5y/S1DRFBylml/38P6dbX44a8/g5f+/FVs39aKzs46nGRC8+b1G9wj7qC6sp56ZePmtSFcu9KHirIGpJIV6L41iV/8/CP8t//2S7z9zg2cO38VJz7+mOszAoObeWtLG6KROH7285dxnMnBz3/pebR3tED9Yz0gb9q0CQE7iM51XUjEEjz/HKTtqIRtW1D+/vCH38eGDZvQ2dlJHXwYf/O3fx2HDh3E6/Sz/+N/+I9Qm1ti4m1+Ls21WokD+/ZhlD5wqZQh3TP0Vy7jmWeOYJ7J5Lt3hzE3vwyLdq6aCXTFP8i5i7kCPnr/GIb77tJPn8e+fZuwkB7CP/4nv8597Fm88KVnuA5C1L08+vqHMUX/LM91bHJsS0szfvyjn2F6agpNDY2ob6jBBe6VV65cwhD38dvd19HaSl6VRxion8Oli9fRfbuPPEniocNHMU98/uIvXoKuvWAoRl/6Opp57isUS/jiF79EP8ulnJuge+Xi0ix279mKvXs3kaaH8dijh3huqSCvPIR5JpmdmULAAtI8NywuUvdamrBp61Ym+qcAy0KeEbClxbyPpwa9O9c1ck3YmJycgVMCE+g9fA8gX1jG9Mwoujasw9YdW/Diiy9QIz3qSBdu3epBjkG26alJ+jwJfPD+h5jkealEW1LB81yUPto4z5eHDz9E//YIrl28gCvnTmF2PI3O1kq0N9UiweRDlMH6WNBAjH6EzaRbdXXcXwtB2nX9VdaBkMn1ueLbEcM0ib5FfTVg8tng4V7oNxks4CWGrNYbxqf9bdIrIli7DLb5z6zyPlOvdSJC2H9VtM6lvRQR6LjPBjdLDOapbdNS8lzA5Jyc36HhcfjucfXqGd0wTdpIh2kFz++j/WgK/XeP3BQRf07wUli8+e+s9e8G8fWLafg4GHxf6wMI6YR/6Vgt+uLS7qqfpDjCMOFyDgjHswRMG0sLiyhPJnFw9z78q3/8z7Fzyw7MUvaz03OYnpjE4EAfijx/mdEAbU8YGsxU2CLEimUVBQ+ZpUX6O4tIxOO0H0WYpDXBPUXvRIE23KS9yfklHA6hyABikfZNYZF01ueZCF2VrQbPFF9tU/z1vjavBr20jVP7MNSuq02M0P9JpeL++SsUDsDlWV/7Fbj3CkzSuYL52SUsMvmr/PAoG9V3tSmFQhZgXMB/p12nUUVmeRE5+jMhxkrChG1SNwvFnL9Hqa4p7zUw6DDArLIlN5QM6Jy633twobwRExBNaBqAJx70n8ZgRASKh5Y1GrF2icvRJcrT9Qs4SsdYlgDaRoZ61Cuwl8u4S7FUJCzt70Fhwb+EYz0I54VwnNbxpji4Oo7FI1ywTmmB9qPqiiu00SaLhYbqRuzZvod7XzuW5hdQXVWPrVt20l99FgE7BIPADdOgz5NXSDBM0797hElQKHDvzdNmZZl00oSpUA6ABbVjDvm/lMlC/bOlpRWu6zwKjIMsUT7KQ5VbnuNdAjOppx6ZaXLvS5alAJ+PDmy+q34pD1e4/y0vp6F2SHngEb6uUZf3Ig2Zyb0jRzlPUKcXqKsueTJOezXJM5Fh2KQnwDONB8sMIBKOE3aE+BjUlxyWs0Wk6ZdMMP6TXlii3pUgYrC9iAzPdHnqWJ64l3gOjNIHqKB/r3hFo1GkkgkkohFYnI8/IGtQpH9UZAC8xHO3SzlqPcmDFTAhplCGDkSEOFgwiLfy0qU+g5bCcQpwuG5M00MsHkJ5BXG1yFWOi1JPg8EAxAQMA7w8QODbHKW/RJnPLy3QH81C/1aarHaC3td4pjrhkWfgZbBdaMeU36Yl0AJKWHE2uE7skA2D60J1yrJM2Cwm61Xf9R5ieywWQZhryKWv6lAOin+RZ1B9L1G+Cs8kbMXZJWzH9ZCjPkMEhmnCNC2YhgWDhTkV7sVFkGVspq6RPIcw1F7kmXTR9eix0SP+lmXhs5fSp0XrRAQOgem70qj9VR5r71qn44P0WwPELWTbNAkFytCjn27AIk9MwtBx+iHIPPVbx5icU+8Kp3Qfvs5DNGGSFovtpmFwPw3570XaQMVZ79pPx2ofvZumgQD1e62ICPXCJd3ilxL3HJe2xyAuDvmq/W3iqeO1GIZBnhkQ868V1kMAkVV4yrtMJgPFN8A9N8BzAQdCYa0Wy382iT94KW1alHaDsLRPUJMpnNsl3/NMmjm0T1qv75ksdY2xAsMwOdrz5y2wj86rdGvRdx8mfRER8fuUKFdtU/5oe4n0Ovd5SkD+j8hqX+++zIPBEHkWIPoGPOKinYz7OJrEX+dYg6HwlGadQ+/a16XuucTdIb5+vc7Jom0KRwjLNE3qc9gvKm+Fq2V1nOPLVefWeXScyCqO+qz1IqKPn+KnY7WsysykDXJ93WQHrgZAeaj8dDnMU1kTP/BZgegcPh3EUfFd45PWrc2lOItwAIuIEKwHxVXHax/lrxatUzx8OtkPnESE/YmFiEDxU5mKiL9XL9GGZpgXcGjDDOKl69/kWhWDa9WyYVoBmCaLYfvzKW66n+pdcdW5RYR9zPvycrGmE+BlUl4inJ9y1P7apolKxVXbtCidhmFA7azip/xQOrROC8H4c2u9Fn3XeuWJ9lNcFK7W63gR8Xmv82mb3rXNH8M2fz7ipfMl6TNpm34jVX2QAG1FeXm5j4v21zYR8elTXE3DgF467xoudiDAsyz3BtoFbdP5Pm3jelKctCiv1vDRZ60LcZ0GaOsN8p4S5XCXa7jIvan4Kc2KrxadU0Sg4xQXdubeVfi/9F2bW0R8mYj81Zgi1yx46by63kWoU3w3TBP6HuGZWIvC1/kUluKq8tIiIn6/cDjs8wS8tK+O1cJXX68UXx2rMERW51e812AtLS0xTqM2xSGOpg9LRCCyWpT3WizVQeKmcBWejl+tX7VnKq81fdZ25f1aURyU31qv40SEcxmfziEi+OuXiPh9tD946Vw6h9Km87DKl4vStQZX65QHIuKP1TH6blEf9C6yqv8KUwvuX9pPZLVN4Wm53+Tf9F3nUDumFQprzVZpW47+R57+R5H7rNKqsEXkUxyAVfpEVu/gJbIqC92jC1zzOcbnCy51Te0DdXANJ3b99EdExwvUhum8Os9ao9/it6/WrLVrHy2rtYCI9sSndmutTWtF9P+/ajNqassZfA7TiBZgGybKUymkuFBTvGuSrrW1FesZNNBDeTKeYNBmCX19/QwI9GJqcgpjI6MYuDvoGyIVXHNzM/YyeLBhYxfa21uxc+c6PP30Nt470NHRBv2VkfF4jIsph56ebgY6LjIYN+kHo5YZ/C0wiGUHQmhtb0fn+vVUVgtTdDoHeKia44G8rq6SAevN2NDVhgYG1FrbyuB/A64mgFQqjDIeaDwG+AJ0QlKJBBoaGlDDpGKYG52W8fFxztuDS5cu4eKFS+jtuYOe7l4mt67h1o3bTOpOILuSh20Hudhd0jiLu0ofg2+GmAy+zflJ02PHjuHd997Da6+9gffeO4YPP/wEly/dRJqBiBId28rySuzYug11NdXI0dEuFnKoq6tBMwNnu/fsgn4rdtu2baoKGCVOgwx2Dg8P4yqTki+9/CouXrzEpMktBrM+wAfvfYQPPziH7xNXdgAAEABJREFUN17/CH/+05fw7jvvoOd2N1Qe7W0d2Ni1iYeMrX7ic81YTExM+IHr/r4BBkomcO6c0ngdV65cI9xuXL1ynUGIWz49IhbyuRLUUdcFEInEyMsylhRisRg8bqAuHadYLErnuQJiGgxuFKBGSo2LHiAs24Rhih9Uu3XrBvl7kQHXmzh+/CO8+eZruM7guX6iKJlkgJkHxfTCPJboWC9nFhAIGJTpDgaeyjAzM47Tp4+jrDyGRx89jNa2Bs4Z41weeeuAext55iLA4FOh4DKYVGKA2YFTMpg4znCeSdy8PcZDSIkH2wZYdpj6lYFpp1BTV4vHn3wMTz/zGI4cPYQNGzug9s4wwLvBjSiOh488gs9/7vP4xje+cZ+nnWhtaURrcyN2MRC+cWMnkqkYIlEDVTUlzDFZPD8/h1g8imw+w2TIDfzsF3+BT058hNq6Cnzr21/Fd7/3dfzGb34Lf+/vfZ9BoEPYuq0D7R1lvDfii88/jl/7tV/BY0zm2LbFoOIJ6sBVpNNpOkwRfwPwyH/dTGoZ3N+4YQNamptQXpZEgIefdgb/lUca0Po7f/eb+O2/8VX82g++xTX3KOyAiytXz3KtZVBVXY7mlgasW9cGpXdo6C7Gx+9Rz87h3PlTlGeGPF5GNreEfDEDTS7otwWOHfsYt2/dxdhoBuOjK8hnXGzdtJM6txUl8n9ychJ3+u6QD7PkdYmJ1PVcty0oL09AN7emphZs37YL169S5y7fZiJsCMPDI7ACNhqaamBwnVbXRKGB4JOnTuPM2fO0L4PUUerrlVsMis1zjU5SL1YYJBcspi2UimEeCBKIRWtpyWLkfQ12bD+AA/sPk+f1pLMDu3dvpxF1GLSehR5CB4amcefOHbz99us4f+E0dW8WTUwOptOTOHvmOO4N9SMYsFDJZEIzbVgymYQeSpeXlmGZNvSQn6NdUPsUZoAxFIwQDxfhUBTr2jv9PhfOX+A6/YhrII/29g3Yvn0fXDcEy06hubkVHZ312LwpiUce3Y+Hjh5GGwO4e/ftwcFD+5FiUujhRx7Bzl07UFVVgWYGHVOppJ9M9TyT9rUA3XhcJhlA572+tsa3Tz29/dTbFHZzXCQShE2+1lXXYPu2bYRZzkOYR/tJHoxPwGNgIJcrooV68MAD26k/NkIcc40J01ffeBk3btygLXsfJ06ewtnz5zFLvbaDNnbv3YUf/OD7eOLJR7Gednf3nu1Yv34dbfo2PPDAQV+3WpjsrGJyUtv0NxbMMAH0wTuf4F7/KNyCYHZqFp8cv8p1apNnAczNTEI/FFNBPWlmMDMU9BAMCm1vGoNMmN68cRnnzpzAhQunoAnUvr5uBhmClE8KGzatxx7icJRJyhe+9AQePHgQleVJgEG3fGEJdtClfpUwM3sPZ88d9xO+ly6fp224ysDwObz15rtIp1cwPjYJ/cT36VNnmWAaoA2wkWXC/BT18OTJa+zfB9fLo66+HL13biCZDKC6MkE7sBE7dm7GgQObsGVrG4IhQVtnHb77Ky/iuS88iVR5CIsrsxibGEDP3asIhQWPP3UE0VQAqYowtu/ayOcQAhEDdVwDE9PjXD9j3Adm8L//7k/wT//Jn+Ls2btobd/EQP4RlJVVoK21gzQfQEdHJyoqqqjLo4gn4hgdHcDY2CCmCeNhJvRaW9pI9wJ1RVDN4NOrr7yFb37jH+D//q/+CLeYhB8anuC4SszOMSjDQ/DY6D1MT44TXjd5fYZBHYM6V0MatxJvk8GmNPQDELt3NdGu3kaOCdfWtmZUVpVjdMxBbd167D/wIHHtwMLyChN8LtLpEvUO/oeY6DNh945dGLs3jQUmDtWn2LihC6GgRdu9xETnGLo2rEcqmUQwHEFzWzvePXYcP/7pJzh7fph8ybNkkGaQa2Z2hnuPCaHz9Pbbb+ONN94k7ePc3+sZTC0wYV7k/AbmFrPk/TQuc6/rHxiCroloNErZZqljAcoxwbWTZ/9F2oB6JkXakWCCvJ8+hkl7lExGuHcOQPe+aQZ2C9y76xuqyJN2bNjQjJ1Mgjc316CaslzfUU++TuDMqY+RXckwOTHJ+SxYhDM0OEk+xbF+YxVa1wdR3RTGG2/9DPqBg+rqJuI+x/XggeTAMAy4roeBwREITJSlKim/OiZQMlhcyHLNRBDmQWCBwbR0epG4Z5EqKwdgIRpLYmJqGoFQ1Lc9N5kYefW1t3BvfJLJiD6u8QjlGkADEyu1tXVobW3DOO1BNf0iAuD+OIK7AwOcF6iorESBwbnmplZEwzEkEiHYPBg0tdShsakabR2t3EMoa+7fK9zHJyeGcZGJiWQswqBmEZNTc1C/bXlpBuAJfNu2Lnz5K1+k7fFgaVCXNigQDCC/UvDlaOu3V+gcd65vw/Ydm2Hb4pcAExfRWJg0JlFOOxgKhkh/lIG4Au6NjWNgZJx7bQ/yDIyFIybXrgErEECYhyqTNtABUHAduLx7YqDIPVQdYbooMFhnmwEErBB1sEgfb47rZwZR+qUTk9NIp5eZMPJgmwYTQgGATnt5WQqL6QUEOUeOvmCemf4sg5wuEzYrDAYl41EEDAu2CPEtQw1tYTQSJc0mAvSNOta10k+tRnphDg0NtZrzJZ0W5hcX0UsbvnlTExrrKujTBRAh7UH6RHt3H0CINlFtzu3blzE3u8S1a+LKjSsYHBvCBG2o/raC3/zN38Lnv/g89+4c2jvaCTfIvbJIfQLScwvcuwyY4oIqicce3ovHju7BV55/DM31MQTtApN5M+juHkZ3zz2MjS9geiqDaKQSsXAZ5mYK1MEcPj7RS/xb8PRTzyMWKccH755igHsZE/fGUcrlIVTisvI413GYe3Y/Nqyvwde/9hy+8sJT+M7Xv0h6Z/DAwS40NyVQzgBsNX0Z0wrSnuSpf6Pc4+/h4w/Po793kPa/H1s2b6BvOoaWpips5J6zY8t6GC5xmZ1FlMmtBu5/DfXNmBhbovxK6L45QTu2jP4748Q97K/xo0cO4nvffxaHeQ9zjOvkyKMV+gNT0A8bJKlXJn2u6+RnsZjFho0t+Pf/7k9wiXtfnvvACvf+AoOkkUgIHoOxTU0Nvp+ma3CASdDysiqum2H8h3//n/He2++iv/cOWlpaMMO9bnoyTby34vKFa9Qfg7hNMdmzQLu8hN20/6lkCGAiIp32MD65gFdffQ9AAOVl1TwvFOhn5ZGensfi3Dws04V++PL02WO4duM0/aOr+Cf/7H9DJBJEkDZhjvZAfXEPDm14L6anJ7BzRwca66vpo+SoTyHCTdJW19JOTEF91VmepVRnp2YWcPFyL2bnV8jvRYyNzHIvbUAuA8q9gPmZOTTw3BIMBpFKJZigyKGjswOjE2M49vEnUHckljTp97wBtzTLPaoNv/HDL6J5XRC9d25h9/ZtCFpFbNvYhkM893R2bMBZJm/DZZWwEjEUPA/bt21BWSyGow/sRDYzhQr6/hs2bkbf3TncvHUPFy/cQG1VDabGR6jLS9TJu5ibHYFlmHjt9fcwNDRJ3mZRUVlGG7yARDyCKG3ilZsXMbM4ixXas9feOME1EEEiUobdWx/A/EQG3//Wi9i4roOJrmmMjgygtqYcRQZtggEHjz++E6nKAAIxA/pBuniyAi5tl2kZYEwVJf5ncP4ik+ae68EQIXzDt6FqZ4RPBm26bdsQ0TeAnWinTP/ON79e74ZwHPvoOB0jIlrtFxGB1pNN/ru2azF5cBFZ7aftLu2bS79Qn0VW68UQGKYJYTEsy59PRP5/3nW8FvASud+XcETW8PCg9Pp9BFBc2BX+O7TPXxWixCbDLx55Rzbx7GaSj6xyAbVN5ZTTDP2w//Qf/iN2bd2FAZ5XJ8cm6F/tpJ6tR0V1PS5xH9eEmOt5/nwWaVF6CQx6tyyT68NCJBBBlokx27CwtLiEPOXuAbTxWfi/ipX7mG2YcFhPA4847XMoEPBx14Ck+tcKm0OgzwsLC9Bgp55xV1ZWaDuynM/x+zsMeGufPBMZaSaEiRrbXLhegXtmGGXU4WgsSJ1MIlUWR5CJnUAwAA2YKXwRgeJeoN1Jcy8tMFFqB0x43GvUefK4d+WYCFihT6H9DdIkpo0cHaql5WXoNyZ1XysxAVAqUSaeAY+lxISayb4lJhFVNgHS59MkCkX7OZy35BdtF8rWbyEBIgKyx9dRv41jNFFFqgCK0f/1r7zL/RIIWAiSJuW/aVLPOJ4zEA+P8F3eBXqt6YuIQOFqX71TXShCD47qLfEQrhfDs2jnPe4Xgj3bdmNdSweeeuRJ2pAg/uLHP8Hi/CL0Q98RJg1DDOhqsTi3ZRvc/03qAfEwBQpL4Zu27fNKTAOqPyQTBvkoYtL+mny2iCe4X5Z4F5hsCwcj/h4apX6EafdUxqvyz4FqjGgiCpdnDTtsIpaK8j1CGhxoYrvIBJUG7UsMFAbJnxATeeDlcv8o0VfJca/0SKOA6xEGMkzozlN/iq6HAG25y74Fyi4aLaffEINwT/Bcgz6ZS/wBg7qf5xxZJmY1GGmQLpN6ra6VbQc52mCy1IHFfgUa8VIhA9PiWDdLtfJII3jOz6NE+yVCHSTvC9SpYjHPNpf8MFhYD45hIQLkqwGT87gck6HuaRLDpc9mq0PhOfRJorDIf5PvhgmYTDZblgGL69LgHIYhADg3Cw049wzC5rgSiqA20jcrsZ09KBy1I1q0wiVuHmFpIauguHjESZOlLpO7DteKy3XiKizi46AEj36O9tF6vefpuxsGuOdFSAPgUg4WcTNNi7obgmlYtOcedA0Z7GiYJgwSUVSY7OsSpvISYnIs+eIK+wNEDR6VweD4aDTGvTgMIZkiwnqH8Epc6wXKrQC9Pt0H2K7vnuexn8cx2t/z+2qTiBC+o12gum0oTqwLh0MI04ZEmHA0SaMWj3rikn7trP0I0odnkgbXdT99LrGP6qXaqxJ1p0g99EiAQ3nmcjmo7Stw39MxCkv7abvSHaD9UNhh6qa+a7vC16L1HicVIeEQ8m21AB60nRRyHdmsNz4torrA/mQdTOqoiPj0Fn1aXIgoDAM54lMkDWQ3wDEmaRJZ61skv6g7xF/nVzyUv4qr9gOvAO1SNBaDZdv3ZVEkThaUjiDthtKiffWu4xWO8gO89F3rtV1EKHfXhyEibIX/rn2VT1oc7gWA+PIELx2rRccrLFb5bTqHiEBEiIvqmeE/a73y3qMNcEgwyeYcHn031+eNzqVF+6i8Mjxv6F19PrVLelc8tKz1075rZa0evBQfnU/rVCd0bJG2SvuKrOLmt5O3WqfPIkIRrLYZXNMlIpjXMZSzYZqwA6syVpiqR+ClYxUXp1Tyead3rVN4a3cRwRqfdKzqoeLE4f6P9hWI/2ywr8pY5adFZa3wdT4d4zCW4XHNgjhpIYqrTxyu4yzibZp/xW8do3NqcUir6qXBtaaT6bu2O4QpQhxJo7ZR1al3pVX7SbpExJeP4qBzKE76rPJxCAscLcgAABAASURBVFNhiQh0rEkYWsBrjX59X1vjrP6UF/qstGs/lY/C1L4KX/c6bde2tT7arrzT+xoe2l/bHWUEB+j7Gq8VH1ZRv4q+f6M8EBHunQFfLxX2ml7ps/bXu8LXeZQ3Ol7nCtI+6F0M8kl5zD1A7bMYAEH6el8ir5QOHad4xONxVFRU0P4GobB9PMkvbVdctOhzkfuStumYiJ7ryUN9V94qPkXaMsVT14LWiSgOls9H5ZUWpVnbdH6Fq7C0Xu9Kj47X9iD3eS3gpe86z1rRd1b7uCq+Ltep2iuFp20ueax3fdei70TF56XOFQqF/bEKT9u0KDxtU14obcpDxVXvWhQ/7a9wtazBVR0UEfL2fywKT0Q+nWeNNyovHavwFC4H+jqrPFOeaD+dRwt4iYgPQ2T1rjjpWKUbvLSfFj76stVnLUqT3rWIiDbThrmrhXuNyKpsFJbioP1LJYfradWWl6gjJa43pVXbFM5ni4j4/NTxWhQfEaE3wDnoI7j3i+eveqziBl5ERUQ4pfBltV4fPP4nIn69yOpd5/vs3Ozyf/kR1ojwfxYR+XQ8q+m3lnI81ExjkgHVCZap6WkmO+4xuMokY28vA0iLcB3X33BnZmZ8QxKNxhFjydMxNMRAF5Oeu3fvwYaujWhubkWcByTt09hU5we+N27eiEomCNKLaQyNDGKSQSD9dL5DZ6VIZ0cP6Z3ru7Bl+w5s37kH6zo3oKamnostzM04yANJFTZt3uQH8DXotpmBlcNH9uORRx6E/h3K3Xu24IFDexgUbUU8HkQiGUUyEUeEDoAqjH5CXPGprqrFc88+RiclDIeCHBsdw8DAIObn0xAY4BqhcSnSqASxadNmBj32EGYX9NtoKytZBn3GMDg4xGD13KoTPL+E/v4xdHf3M/g6Cv3kiip7TW09GhuboPw5/vHHOP7JcVy9fgWfnDqBKQaEY8kE1m/agMNHD+Lhxw6iqbURmvy8ev0arrEMDDII39NLntPR4bwTE7MM9o9hfCyN0dEF3qcxNzfDQFMTqhn8dHigH7g7gHQ6TX4FqDGCYCCMWgZOFY/q6kosLWVJ6wTeeusEPvnkLAMdfaRnAiDd8XgSXV0a6GpGNRMxVVVV5GOcm6DDoNMS9WEAw0MDTMpMQZU9yaBKW1sr5bEezUw0ppJJRKMR31ERsTA1vUQZJBCLRajUjm/ciBSDHgMM9pzHvXvDuHjxAi5eukBeTmN2VnXuLmbnppBiorKzs5VzZ5iQPYX+u7fpqBaxdVsZWlqjpA/kc5F8mKEMViCGjXiyDBEGy03TQjhkIM4gbL7g4ubtuxgdn/GDKb13xnDx8jUG2K9gB4P7dUyy37zVjYuXrqCGB/Znnvk8vvzlr1LeG2GbQczPppnAaENLcwsPJ0UGzG/i3bfewisv/xK9d24imYqQ9gY0M7HZsa4dGzasI9ztaGhsQCQSgiaNo+SJ4xRQ4EE5l1sG0cNOJmRf+PIX8b3vfRNf+/rnGaDfimDA9HW1r6+PMhrAxQsXcezYB0zm3PB1M0pn3TJtODQ4Nh1Q0xSUlSUZQEozSLBM/k1haLgPcQa+13W2QL8B60kBzS01aG1v8JNJ8/PTuNPbjTt9PT7P7w0Pko5uBu/7MMP12NN7gwnMy0xmfoKPPn4fo1ynca6lZCpEOZqoKDPR1VmLVgYLSzywv/HGG3iDSfKpqTHKIEAYcz6ufXeGMDg4jtHReVy6cBtvvv4B/vynL+PkyctcA4MMfK6wXxYzDBS6gJ/MKCuvwL2RCc5/B3YgzoMtkErWYmmxiNmZDDrXMWGz9wE8+MBjaG1t4loVdN8exLVrd3D79jDhFfzkeSRchniMJZHEeiZs6utrUFdfDdOOYeOmVmxhYP/AgT1+sK2Nyb+nmBx88rFH8ThLS1MTaWtCiEH72elZBvvz1APb14MpJlQWeODNMYgesEMwDAt1dQ3Uj3XUwRzeeft9Bk2v0jkR4tfJQ3AUJ46fp668h8uXeqjzt7lm02hqXIf9Bx/E7HyavHsbw/dGIWLg6tXr0G8a3r07CrUzNVzTJudIxstQVV6D7Zs3Y+vGDdjQ2YUHDu6D/vrZ8vIqiBnAw488gYcffgL1DfWoqq3iuinglVdf53odQlVFJedshgETIjbxCpA/Ud+eql3QT4GeO3cRP/3zTzA4tIRbPVO4drMXywwcff7zn8cDDz6ApqZG9FJvhu/dhQZHHR5abduElkXyJERHoaOlHdu2bkOiPAqXQYby8jLf/q1b1wn9YM2mTZuIcyc0MTM1OYWXfnmGSe038cuX3sDv/5//Ae+88xbmufYL+UVs2dLF7bCI27duIZmIoSyVhMd9QgPAI6ND6GFStb2jjbrdjGauzVruE1NMJGWJc0NNNR58YB8efHAPk6RpXL58GSYD0XV11aiv70CJB5V1tHO19XXQhD48G6MjkxgbnUJRv9VjBLgeRpi8y4FqgLb2KkTjAfJjHvpt4Tt3+hlQSxPXcdLTRN2qZJ8mJJJRzgPaql4moj9iQmsRCwsziCeD2LCxFaaVQyRuIJa0EIwCmcICevtuwgp4CIY9rOtswK/+6jehv/Z1x44WyieAt958Bb/45V9Cv60WDoWgvAwGQrQBHhOt3SgWPThOlvA7Cd+DJgRqmKCIJZJ0VKu5hlwGdywmuAR1DWU4caoXv/u7/wf+7b/9A7z1zidYXHaRLK+mLV0m7HY88fhjTA7vxzPPPUVYV3H79g3arQIauC6OnziJnp5exENBJgVyuHplCIuLHgw6MCOjk1zbF3DrxiB5kKCvEEEgUEubVonmpk7Mzczi1q2bxMXBQw/tQXVNFffMPkzTl7ACAZw5cxYlx8DLr5zivD20q1VYzJSgn8bvWNeGRx59FnX1rSijvmdW8kinl6BrI0a9u3z+Cm5cvY3Z6QW0tneB5hHXrt+A8kH5I7CIj9C3mUE4HEEqVYYV6sn8/Dzt5QCqqyswNUW7c+sG1we49sPUPQ81rP/kxMcoZ4K+vb2dtm2CMg7hG9/6Mr73q19HeiENGAX87v/+L7ket6C2ysTUxLSfBLl5bRTdxOnIwYN47ukDePjILvzwt5/H3/q7v4kvfPFZyu40FplQ+9XvfQkvfPFRfOVLTyMWDUIYXShyz7LNIGWS4948hxs3emDQDtjcy03TprzBdRdEZjnDdZygHqYpX/orPAjot1D7meDZRv/pyKNPcM9zEYqlkKqspk+TR6q8HKdOn6H+5nHt6jWUkxfVtA+NdfVoaWqkf9EH5Ys6tTdv3IImi7pvD6G/L0M7Y6KxsQapshBm02NMVk/j+7/2LergMkAdPHRwL5566knor9RcWMihrq6ZuvY7+P3f/yf4O3/712hvbSSTYfIwRhpKzE068Hj4KjBRFU8EUFYZRSIVQDRmo6wixoSoBTsg4NkMth7OPHoP1Pfl5QJmFwpMImZRUdPMvX2KNqkHyyvLlJtL+RfJLwNB8sODASLOYlC2Bts93qGA4PAQ5jIAbUrAl3koGIZ+gC6TWSZNDjRBpbg5DDrlGMxORMPU40kICgTgwmVwKsZgboRBhPnZOSYdY0gm4ghzfcTjEX9vm5ychEtnUPmezecwy+RVR0crUjxIzjHZ5tLZ1KBrHW32hg3tMCwHgbDBPaiO6zeJRCKK9PwMujp0v1vB9m3rsGVrDZ5+9jCuMcF0gz5I19ZNaGiq4dr5S9hBIEmfIMckbypVhe6eQdqgov8hhk3t67B3+1asa62DJQ6u0PcyRFBeUYfT57pRXd+Fj09MUzcSXMu96Lszj9//vR9j3+6jWN+xDq/+4jTC1EG3FMIf/sGf4O3XTzPZlseVCz1YSeewNFtCe1M7rJJgfPAu6ioT6GitxvEP3sZP/vRPcW+wl7Da6EdbeOKJAzhwaCci1HmelXGnZ4T6EGT/9dizYweD5gGMDI0wOXqTyd5aDN69iSMPbcem9U2EPYOOlloc2rcTccoku5zHgX0PY3aqgMcfexpf//q38Du/8zt4+NFHoOuzqqYSkVgAW7ZtxLe/93W88JUvoLa2kvtACRrAX1xMYz49j0uXz9F23yaMB/GNbz6O8YlFiOHSx55FlHZjYLAfV65c5vo5RR92GKdPX8aJE7e5v1xBWaqCMOuoG0AtfeflhWU8ePAISnkP1y7dRENts2+DamsbuW4X+ZxDTU0CTmkFe3ZzH2sqI44xxBMpvPnW+ygvq2Yf+PCefeppbN+yg2s9jp//7Bew7QAaeK4oukHs3NXFJAFIZ9DX+xxtR1NTCv/yX/wK1q+rRn1dHG0t9SiLh/Hk4QMY5N41MDyCyrompKobUVXdhI+OnaZermBgeIx20eWeQXBGkH5lnv488Yok0N7WhnLaDsu0ace76UPeRWVlFddoGAcOHuIe3Ip7w8NoaqqlLT/J5wFkMvOoqoph/foWNDVWYQvPf6Zh4Db97empOdq3FfJ4HJrgqqR9ymRW0NPdg5mpeTz++FNoa+tEJBRDR0cHdu/chYAdpj8zhlgkSV0xUFNVzzUeQEtrM9e7iS1bNtOWVxPvRdrWBe5bWTQ0lcMOmHj55Zdw4vhptLfU4PiHH+Hs6dM4deocopEynDxxBnPcC5LJOBrraxFkwr2lpQ71tRXo7++B6+bgMRDgeQZyeZfMNqGJFdMM0DYF4NGfsEyLshKUCiXiVqLfmPPPC6VCEXA9jnEh4kF/7akL9qGd13FamEmg3Td4CDdgeSZMwjPEghaBAREDNCF+AS/TMGGyzq8gaINr2GCdiLCKFeyjPx4HadGzmhaXwR59h/YTgCj8T4uOXSuGYfiPOtZ/4H8iQhDCJ0DrNS7g3wlf78AqDiIC0zT9IrLaX0TgcmLX9SBMDoG0RgJBzExM4cvPPY9jr72F29e7sY36/ic/+gmWcwVwCeHE2bOYnpvD0lKG9inPUoBwTwyHo5RvAArP5JnIpgHMKc/ZVii5bAtRZnksUbcKNDQOYxgZwsyyT4HPQvxIDEKhEJK0ySHuGeDlw2NbgL6J6n1ZWRnibC9qcJ/7RoF313FgkD8BzgnSpPu2FhGD+pFDmvs74CIUtqlTJmL+OSqKEvdKTZDqHisi0H86T21tDcLhEKLREAyP+sKxLn1ewPP39yL3G/3Qgqd40TH1OCdZrs2E6VD2wsJXBxxvopgroUB9zJLeAvcD1QGVv4hA8YYhkPvF4N20qIMGdY0Kqf084mCwngiCwvKLy0C1x3otMACD+zJMD5yVcjYgIn7xazwPOqcWxdOjzEkShHizFwxZnU9xEWEN59K+RcpGKBtki2ikHfzKF74El7KMJ5P0j38AlZlwbHtbB1KpFEqMeygMl8DFFIBJJpcFwmfiJsTRZJLPDtgwbQvCebiU2dvz7b8nQr4JTCvg31VHNEgqIghSN8Pktc1xQepGIpGgfCKUb96XSSAYII9pHwz6X2EDAe4TJseYQRuuKPwSigwOWuRtkHUFxrlMyi9EvzWHRa7SAAAQAElEQVTIvdQwLPoaLmw7wLk9+PRTT03qsrJrgX4uxY4IbTAxhMf1Uiw4tIVB6rwLlYNB2EVNguoAGMSngHR6Efob10pMTmWzKzz7LyDPpKphOrANEwZp079vqXbMo5w8z4VhCAKkJxCwIQZQYp3SoG0u9dClEEUEruPBIg0mi8olS9/I5Xkwn88in2csBi75ZpImE6ZpwLJNFt4pG33XIiI+DiJCMQmosICAI10IZcVG0uYB1P21eUU4N3FwiZcoLMJV2sUQGHzXQhAcJ/DIC49jDcreYcJV+2ucUWmL0GfQviUmgjyl3QVEDFiWDW3XZ3x6edSREkqkv8SkL2i7beKna9Q0La47FyXqpkNb4HJOwzBIt4VYLEI/NsbnAILUH4vy9OfifCb5Bl561/5ar7bAJW0i4stV7Us+nyc/85Tn6n1hgXsa7Q6HwjQNVFaU+/OIcIyuFzb4cKhvCtPkPAbxYTX7m9BnLYqLSZ4pb8UADBNwua59vhKW0qJwtKh+6N0j3gonm1UZr+Kj9SLiw7Zt278bhCsiEGExDOp2AUXiXMoXoJfSqPDX4PnvVHBPQNl7xMNFyeeli/tTQvtoKfJgpx8egWnA8nXUgME5REg/eaf4KGwRId9tHweHfNG5FD+LOGoBrxxj1lQPBKwAZHVy6HuRtp3N/pwKS+fV8TqP8k3vHvXPI3Lapn206LPW6XOOiWmRVZz0XesVpt61rMLw/Dk8wtI2EfHxNcB/KhAI0RG4xM3hXCQDJBFql0qMWStc1Q+dS+fWUiJ/SpS9tum7wgXh6l1kFb7Wa7v2ExGYn9ERl5Mo/SXaU49zKp5awEvH8eb3D5CPys9AIAC1iYZp+rIrKYKUv/LYti2/7xp8EdHhRIc0sZ/ioBU6zxpsQ8dynegYkdV+vHGMR7tYIu0FFCgfxVHHK26Kg8pFYSkcrdfiqk75vHXJNwceaVMMFC8dIyKEK1zzlq8rCkvHF3gWVT6KiI+/xcOnRfpEiA95on0AgV46j/bVovVKi65bvauvoHuFiEDrMkx8q7x0jM5lk4ch+hxruKzRrO3aX+FpnfbVufSuddqmMtdfR6trUetUBgpL+2j7CmMbWpRP2q5Fn7VNcdCiOCtcbRNZ5cMaHxV/nVtxW4Or/bToGG3X5zV4enfJGx2jdOldRCgzx+c9Fxj9MBOmpb6FB8Vb+aF3pUVpVtxtW3XGgMgqf3UubVOd1/lMykHnUloUBx2j9VpExLcFDvVf4Wo/pVFtpvJC++h4Haf06/wKR+vC4bCvx9pH63Sc9tOifRWWtul8Iqu4aZs+etQx51N75dFmeT7dCkfHai5I8dF37bsGwyO/dJzWaz/lg9Ypz1WeKgvFTe82dcU0LZAxPnzFxSGdiqdzf27wEhF2ET6t/oiI/y5C3eWa07kUF+WHfphGRHy6dU6dR8RYHcj/V+dQ+bmUoevPK7IKT/HSorSs3UWEo+D3Uzr0Ze2uz4rn2tpV2IZpQu2EP55jRUS7+eNp+Pxn/U9h6FgtSq8WfdZ6EcHaeMVF61zKQ0uJ+1mJfqxDy+SyiGlAadT+IgIRwWcvEfHrDMPAWtF2HyZ5pzjrsxa/3v9P/ROAIyHC/1n8sYtL85hlMmtsdBRXLl3GOR5eBgcGuJkXUVZWDsM0GZRZxOjouH+gsSybTmWUB+pK/wBrUtj6NyjG2F6kM5xl8m9ufhaLywtYpjOXXlxgAnUIg/cG/cCFOm3lFWWIJWLQBOlXv/pV7N+/D52d69HS0srDeRvh1kIMCw4dyGgsweBSBUzOs5LNoMgAVyBgIhA0Uc6gTVNzHRoaaxiQCCKZjBDnBKqrKoh/loGCGZS4ARkcOze3QMdyBaYdwiYmSuvqGziHSVpinLMVTU0tfI4zEJDFCoO2AfYL0DkOMUAWpqPs0JHUxS0iaKivQ4qBKw3SlzOBEI0G0d7eisOHH4AmIR5kEmLjpo3YygDWvgP7sHXHNjz59FN44cUvY8PmDbDDAQYk5zA+MwGHzn+qshw79uzCrr17sHXndrR1tDNQUoQdDKCtvY341aK+sRx2AKivj2DXri04evQh8qfIYMAM9G/KqdA1uaG/psZ1PdhciOAGbZOOhoYKBrH2sBzBU08+hIMH92AnE4q7du5GVWUtZmfmGAg5hzt3+jA+PuEHVcfGxjDMIIl+207r1bDo4TLKpGUum6fTnob2UafLojEscUMPcJPduLGLQa3nsXv3TuzctRNHjh4hvjvR2NhI+SRRzkRLZ2cHcdiHjUwQJXlIKXAjW1xIU1Z5dHffwPvvv4m3mbj82c9eQW/3LfZrw7PPPYTdezdix84O8qOSCYsVyjONNMdl6XxGo3E6mHFEeHdI/+TMPAwacVdMeOLRKdaDS5iyLeDevQm88/ZJJrl6OaacwZsuBmLyOH3yPN587R18/NFJP8FSWVGDFBNak+PTTJaPoa9vAEU6iErbd777Nfz6D76NZ5mc37J1A5QHGR4umkjn3r1K20Ye9kqkyYFpmJRHgPQneGgOIxIJoqm5ns8hJjd7kaNeR6gTWxkU2sTEUyMDZo7j4tq1a1x3YzTSLotDg+MivTDPwFuc/N2Fx594FDUM/IQjAepCniXH9bHCtWHA9fJsK0NDQzUSDGSfOn2cyZlf4Ec/+gV+9rOf4ey5Cwyq3yQ/MvBodG7cuIqTJ08xaHidwa4MduzaigcPH0RtXbUvs7q6chpgCxPjo/jwg48ZTDzPgD91Jb2ASNginByToYO0H93k3yUmg07g2PtXcP3aNKanspieztPwpEhHjPcEDCMMh8HX8vJKwo1Tng5u3hjEBwzw/fjHv8Rbbx3nWq4nf7+Co0eeok5mceH8DR7mgpR/GwyxkVspoaG+lYc8G++8dxy/+6//HX7y07/wg362beLRxx5mwvor+MEPvoCHDu/A+s5W7Nm7Ddu2dvo4z8/OQHW2sqwCZYkkxkfGkM1kEQyEKKMo6a5isD3KOQNMzuVw8eJlBlCvQu3d0mKG62OEQTfqBJ3QDes3Yc+u/aitaiBdBpMmVxiUHsHgwCzXVwZzcyu4dqMXU0z8ZLIuk3ajDCjOkD+3GaAdx9Jijnp/HBfOXsepT87j8tkbGB+aY7wiwqBoFx44dBT79x1kELQO1bUNmFvI4OKFq5ieWsDiUh5Ly0Vs3rLdt6OxSJiJmBs4fvwk7t69iwBtwWHapi2bt6C2tglVVVVMcKQo52XayRUcObKegdHNaGiK4cknHya/j7C+iBkmwnSDb2ioRyIRh00Hc5Y8W9ZvCTIoOj+zAK9gIhSIY35uHnkeVDK0+SWnxANlhGv5No59cIx6MsIg5yI6O5rxzDNH8fzz+5icT5DHgM1AaZiH3IGBu1xjw1wrwrZybKJtaGpqgpgGHG6UqbIUIPB1/8r1q3jtzdfxe7/3n/HKK69hjIn4CupRO23lgf17sMAA+c/+4izOnhrCveEc+buA2923Mc99SQPnCwtpzjWGixevsG6JPNuIef8bf0tcVztos/ZQd/biiacfRmVVignhHfgn/+zv4td+8GU8+uiDiEQ1CXiS8h+kHhu8D0OdXP31wN09t/HhR8dw9epl8r6f8h7DQmYawyN9hL2NCcWHKM82HDywH08/8zjWdTYz0b8OtXWV2LZ9I4IhwUpuHqGoYD49QR2MY9fuHX7A+PHHH8eBA4dos+K0K+Dc4sOrqq6EfghGYGLw7ihmJhfhODZ1I4333v+YbfWgiUZFdQsaWzbgg49u4ucvfQw7FOd8YV8PJ6dmmCidwXD/AHZu3YqO9g7Ks0g+jWPbtu3c2x6ijppw3QgWlxzCN4hzk4/LwMAM9400BvqnmVQdxcjwHOlewrvvHqOe92Hb9k343Ocex/oN6+B6DvftSnSs68KZ05ewsFAijQ0oS6Vo7+7gl6+8TlmNIxKxcePmAE6xzx/8wY9w4VwPqso6gGIQQQb8yxJliEeisM0A7vT2YfTeKPTXdAa4dhcYiJqbTdNOtDOgv5F05HHh/EWojnp0ZpOpOMbGx2jP74CmGaAFrKmpJR4VxA8wbeCN11/BytICkwmtaGXQfmZmlAngYdrXZeJeh9/87V9DLLmMF198Bn/v734bjXUJFDJAfVUQwsjnJu6D32eC3LZdroMbpCeAbds2cx+s516Txkn9+8ynTuD82dNM7uXhcv80xUAgGEZ2pejLKx6Pkc8O4rEg0rSzK7R3i4sr9IfK4Wh/ro1AwKT8JnCdSeQYfaUZ7nvDw6PYvGUb96Qg5+5lULnI9V6GhfklBo7LWFLoaG/nvroRrS0tsCwLtbW1ePPNNzn3Cm38BNf+PPeee9yjgMcfewiHHzqEjvWtaGqrwsHDOzCXHqWcLjPxn0BleQoDfXfJpw40NbXj3r1xnPj4bWRz05TpGe45/wWPPXYQzzz9CJNTIRiGAZeBQTNgobmlFuvW13MfvImhe3dQX1eFGupzZUUKyUSYfMkjzH4BOwD9tbs5BohtHkYnpib9Pd0wqZM0DKZh0k6bCAaDMC2bNBcoS0GJtsOhzoEyNuhrRcImeeshErJhcJznCX2qBp/+aDQCw4R/CA7Rl3EY3NSA6pZNHZQRfJ7ncwscG0BHWwcsw0Y0FOW6WPT9Ag36xGJRRLkft7Y0wwwaTP7O0IaJz2P9sFSRMDPZJdrTKBqaqrCSncX+g9vw0JF9OHhoN7bt2ML1UQabcq1hkN02izj60D7s378F3/3uV7B7zyb8P373t2mbnsbJc2dgBAuoaYzj40/e4R66iMtXr1LfPeiHkbT09Q5inn5mS0MtHjy4H8ODQ5RbGv/1v7+K3/93L+N/+9cn8M//xU9pc0xEoutw+dIo3nv3Fm1BicmtAvezVrQ1N5OmKuSyBiorapl0MxBiYLEqFcO+nQdRV1aD7EIWUSYEGhorceDQTuw/sJv2JoGF5QWcu3geizwH7Nu3m7xwoB/MuX37Fm3EBJlqY352BeXJCtRV1yI9k8bY8DxsMfHB+++yrgyZpSk01iTx9//WV7F7+3ru00PUjRg0gXX8gxNYTGdpS87iv/7n/0If5y+h548qJlLfeOs1/OjPfomz58/i6vUruDc+jFRFCmkGJ2tq6qiTj+Kb3/gKGphIi3GNXb5yDrU1Fdi+rZlrZZ7nhC4Ifcea6mru/0vUrRhOnjxNu3EbDs8D3d3j+NM/fR0uD135nMO1EiKdGdrCCepTPTZ0bca5c1dx+2YfdYT8nMngz35yDPdGdO8fxaOPH6Rdr8WeHZtoE4pYXFhBhkHLlnWtaOlowemz53HlUg8GBibQ2rYRjc3ruQbGUOJBemRsBpYdRInnIQ8OyspM6N98NgyBHtJXMsuYmLjH/aUdIep6ZXUZpmgbYIRw9VoPBoenUSxaWExn0NXZhRs3bmFubhGvvfY+bvfexib6tJ441IkwkskkslkHleWNuDc0TT+t1/d7QqEwcaN+MSG5bfsW7NuzE5s2d5If9iwo7wAAEABJREFUOWzetI7++QjlP0l72Yzvfe/7eO7Z59HR3uXvGf39/YjHo1wHMZw5d5Y6XwX9lvVKJo+gFcX1azfR23OLvsM9n1/T03M8zy1BPwAQCiWxxCCV63mooX/a1tZGvvRhx7atPj+WFtPcV+bQtb4D3/rGV5Hh+wP79jLJtILvfPMbOH/uEmZmF3Hl2hD67g76a63oFZBjYsKkj6NBh03+b4BpodyWkFlehgYcDRGYYtAP90gjI/EA9UP8YhgGTNOESVuqe0yRwT/w0mctImv9TNYaHE/Vpw5RdMwnGKChgm1HOI8HmiwI2I9JR497iSk2tETIb1uTB+xg0ZYRCvs5LC4M8bB26Xyqk2vvn94FEJH/vwr+J5fI/3ys0m4YxFczVbSnYHF4finx7O3xLCbkmYDtJUDo84M0FfMlZNLLaKiux94du7B/735MT89ibHwK5y9fxQcnT6BAnv7b3/s9noUdyihAfS1BCEvn8iAIR2JIpsrhcd4cfXBNwK4weL+wnIHJtSHcByAmNMkVIO90bzAI0+F6dRh0zfLcmGGiaaWwAoKDV7LgFJT/Asu0kVN/lnpm2zbbWUcnyjRNKAxyAuAg/WCpQ5py3LOz2RI8l+2Ul0v10GCd8GyVp2MQjQVg2YKy8jLakSBEBIqDnqtnZ+doT1xfJxTHJM/E5X4/G0J8lVYXxIsFpgVDLIA084c6Y8NQnTAN9iVGAmgQE7xEOLvr8QkQYYPw2QBMv6+AQFhWf0S0r0scXHjUL5f8caljfuG8q7N7hMNRnsM+Dvs6HKz92Xp/jMcagLAJz+P6VD3073z2g2HEx9Oiuk8ekT3QYhiCYCAIg/8sw8KhAwfQzBhNMV8ESHMwmcDmXTsxv7QIjwOqGONJpuLUiQI0aelxfiG+Hm0WFxQ8PitghWtyTQvhqwoSPNs8iAgikQg0puERtzx1Qe+K7wpjWJr0LlKXwtzTfPkDnKtE++IgQN9AbV84HPZx1sS1YRg+HjywwaaPsUKZF9wcl3UJVtBCgf6a+gcl0l1gojOVoh+WTJGPHuVhQuWu84NXMBhAifxXurLcD8gA9rF9WUejUT4bxKPIseS/AAZpsambNvXUtgOwqPsO53FJcKqsgvY2QVlZ/r4QDIVox6vYxwKZQBge+QGEGeeK8NxoEY6I4dcDHggaHpVZ17KIcC6L6iU+L6gGbPNgmYY/3qNcivRvCoUsDDigRoFsYREfZ0MIlzE9zy+E7mlZpV9EICLkQwB2KAAdZ3O9BAMmQLgOk7bKnxL56HD/02fXc6G+nUe9dtnLU72i7fEIn+wjzZ7PpxITogtLaWTzxIu4BgI2LMOE4h0MBBCwbX9ul4MUrohAyDuqBVRWWSbJTEsQCtsA9apQzHC9FigP0sNOhil8tqFjVY9czqe2Q9e2oYQA7O8QH8WS1JCfrPr0R8eJiN+uz9b9PSSXy/oyU3qVrwp7mXuR6kSBsVaiC3AcxeSPdckXywA8R+1Qkf4RC/kmgI+f6nsiHiePgxwm0HlsytviIKXPMMF6jidNOqcWxUeL9jVp+8BL67UUGAvTou0iwrFCOZs+P0PUMxGBo7RSLrZpIWCt8khkta/CtMl7vfuyZN8SiRLTQIB+vK4DbddisE7n4STQdodEU8zQd12zWsBL+yhuyivFTfVF20QEdiAAi/O5pK/A/Znq5/MlGAgizHOX0E4YWjgXQcH1qF/kqY5XuBxGvTR8Gg3KVUQ4vfh1lmlD6dD5tE15peP0vahzcbCI+GNFhLoCrLUrviICvXQevRuGyb4WYVuklHoGk88mAoHwqvy4wrSvFp3D0b2Wc+D+tQrt/gtvIgIxBIYY0EuE7ywG6VC8lQci4uupwlO42k+Lvue4Bnz7xfWnbSJC/Ey/KAwhHDFJF9eq61H/eAcx94iTiED7mKbp30UEein9SnuJuOtd+362aB9DcWbxaGwc6nWJ8zv3ZbIG87NwRWRVJrzrWO3rUK8UlvZTvQxQD/Rd51LaAwGbfA1oFVRnlNZSqQilSXVP+2vRZ+2vcLSz4r+Gj86jcs4yoal37RekDus47adrVn/DhcLWd4Wh86+NX4OncNbadT6t135adIziLyI+niv359J5ysrKfN7qeJ1fYYgIbMuCjhMRX9+0XYvC0z5rRd8VF6Vf23WM2gu9Kw7Ka6Vp7V37Ki2Kg641HbPWbw1v7aNtHteRbZsI8hwC2mr9It3i4iJts/pzxNEOEEfLx1/hm1yDn50LvJRurdN5FKbC1melVd8BgfbRubWf7pMBytmj/qkertXru+K9Oga+D6D7uI5RGnV+fQ7QTui78kfnEZFP8VMYSodhwK8T0Talw4aOFRGub8+Xkcpd51IY4CUiEBE+wZeH0qE0KN+1rL4XaPezHJ9jnxKo/j5cxUcHKk7aT4uO1bvWA6twRcTvH6T+qQyVPn1WHogIYbrcv4v+WldaTNOAthkkSER83HUOxVlh+3PcX3PgJSIQEcrM9IuOWysiq20i9+/3YSo8tbl55nqUTn3H/5drDdZnebmGi+KjRfc6td9CGNrfNEwfJ776dLnUOS26jgs81zm0HaA90nYtSrfioEWftc6H8xkbJSKrMKlD2metr7v2zjm0Xos/Xv9+5TQDU8t0UnM8PLAdAgMFBq0W5heRY2LRMCwGU2LQT67MMvF2j4HLnp47DIqM8tC6SMGrY2EjT0dqgUGTDJNDs/NzGBkdQR8PzcPD96CG2KSC6q9RzGRyXEief3i6ev0aA2l30NvXi56eXty4eRs9vf0M5E1gigHepaUMMis5gFiZJHR5eQn6DdrxiTGMjAxzzE0e7q8wiXMCN29e5fttfPjhBzxc9/u43RsewfUbtxlwnGHyIIdc3kE8lWQgcROOHn0EXV0baUiDDACO4MaNG9BEYZRBWhEDgFAwHgMJOX+uzMoSD/GLTBQvMgBXi5aWRug33JqbGxi07cC6da1oaKwGUMLs/DQi8QgePPIgDj5wAHWN9f67BhCnZqewmFmCzQRaeVUlauvr0cUka3N7K4MKFYgmYv7Bfnh0mAGpctTUV2PLtg50dFZi0+Z1DKo0kNc5LNBBBA8PMzOTOH36FK5cueLTcJcBgjv691QXFlFXV4cD+w9gHxN8m5lEXrduPRrrm0lzCHfu9DPh8gmTT7ehf+N2hYeIgB3gYgIXcoHGKUyaOtG5rgvlPLROTkyQtx+yfOCP8Q0F9WSUiXTVm9raOkQZkJyiPk1NTTGJMUSZ3IQuoIrKCgaTt6GDiWI1pL29vZicnIQqZjKZRHV1NdaxbT0TrZ0dbTjApNe3vvk0vvcrX8LevVuwY+dGPP74A/jyV57Ei199Aq2tKRoAAei0B2moAwGTCZwwItEQVHRBHmisgI1QNIwiD7iNzRVoaGqgIxKhrMdQ4mHfoJUaHZtjsPcv8cd//Of4+PhZ3LzRh+Mfn2Fg+Rh6uwfIlymk03n0dM+StjJs2rQdLU2t0KRSenEGdsjw5aqO+hx1XvV7Xcd6BpO2o2v9NjrsYcwwgba0mEU8lkKSSYBSyaM+jRLGLDXMg0lnFlzo+s2VA0yybN68mUHlBmjgeJgJ7QXKMRqNMVDdBOUVlwGGhokb19fMzBT8D0TMTWFkdIg6cJHBvHsolbKwyZNNDG49++yTePSxo3jgwf14+unD1NX1CPOQqDxLp9O4ebOXuOQRCkcp70Y0NlWgmcne9vYm6s0ubNu+GVu2biK/PUxOzSPDwCHZx3lLtAFcj1NL0DOvIMB5Ta4hA6ZhQ+1XgettYdHF/HyRJY/FZYfr2WHwsIDJ8VkmdLnmrw2i+9Y07QHwyfG7DKrN4NqVAUxNLiGZqMbkxDyDmOeYGBhAhsG2RSbzyDgkypNcJ0VcuNjD4NsQ16mHeSZn0gvL1AsXMeqikK81DJD29d7EpYsnOecQQiELs9PTuMvk+HvvfIDXX3sbly/fYECyCm3tHWhv6/T1JByK+etkhTYwxKD5+s6NCAYiSDNZk88VEQqE0bVuA1qbW4nrFJPHH+PVV95kIo3Jk2gcLr19nptpHz2o3clkSpTNPKan0lhi8vPDD05Q585hnDp4584oLlzoxTtvXceJj27h5IcX8c6bH+HYe5/g9dffwTvE8913P8bPf/E639/HJ59cwMJiHm+9/Ql+/KNXGYSaZWKDdoRrfPeuXQxIRrCQXiTP+hAMhiiTAkaYLL7Te4fzXMbxTz7BwUMP4m/9rb+Nz3/hOXz1q1/Et779AnQDGx0dQ54HpTzX9gCTsS4dy76eHiRIU0tDC/0Ik/DDTHo0ABREdU01A1sh3Lx1i0nk8/jkxHnorwrWXz2qa+InP3kT5RUVDFJvo9xXoMGSLUzYfeHzT+Hr33gaR48egTp91dVV0OT6ho0bscQglgaT9ZuLQ9w/7jDJ19HZifVdG7Bz507ai1p4TDR0rt9AnchhkEmC2ewyrty8i947M2hsLEd7ewPtRAcqKqq5xmzq+CxGx0awuDiHufkZ2r8+3L7VC11f42PjyDKwJqaBzs52lnXUw/PcO65CHZGBuwMMIPfh+PET0A+RrF/fhY72TtzpvYvsCnV5ctbfr6oqa0jnbq7VFiSTKeR4CIlx7a5wHwtaYdRW1TOp3wW1lf39fdAPLjk8fE9MjGA5M88jSIZ7QICJOpa4zeBbFJXVSYyNj5DODOq5V3z3ey/ga197GP/od/4R4dSgqbEZlmlhfm6Jid+HsLiQJ5+LGBocZyClDBs2dSEaN/D+sXN45eVPMD6ZxY4dezE6sYgbfdNYKoRRVbuedq0Ty7RTBa7vAPVcxIZlh1Fd08x9fBR9d5YwNDRBXgKG7ZCH45hngjoYEMzPZZBZXuHh2UGqPIVnP/cI9j+wAx3rG7F73xZU1qRQ4sG+RKcsEk2itr6FtNWjVApibHQBTz/5Ofz6r/4W+ZHj+mtg0jyIcNhAfUMdE+tbsXHDPowMzTLxkkGaScEtm7YhkUj5MhUxuOau4fKlK74801yfmzZtgWHq4V3Q1bWJa7sMywyyVlZWIhAI4NChQzBo/zdv3uLbqqXFDO1ClPIqorq6Ag8/fAh79uyGy4Pe6L17iMejSKbCGBjqxfMvPAGaBixnZ7i/FNG1sZG8q0YiCa4zF9W1EcSTNvXnLEyzhC9/6TlaoQJ+8Yu/xCuvnCeOtwAG7zvbm5mErUZNVRkCPEAUqCsZ6omI0GYUoftxqeRienqeOluA4+S5BwX5vEAZLyASCSFgh5DP5oh7hA5yyX+/eaObdnw9rl++BpsynBydwtTEDNdDB/7oj/4zdI2Pj4+jh2va1eCFeKinXj322COYm52lDWxDZmkFrS3t0ORSPJ7EG0y0vvzKy1hicuyTk8cwtzAN3VsaamowNzOD5qYWny6De9kjjx5l0m8zioV5jI/fwTPPPIZtTII1tzSgqaUORQbSw9yXS7Qxg0ODlP8YQnYQlalKH9bSYpoBIYeyyJHvMZdwMyAAABAASURBVKzkVzC7OA+aUzBWBg0yVtOviTCwqIlVkF8ON6SQbdNHLZJPLvkRRkmdEgiEATDLcGi3CigysFFXl0KRAfQUg7EmDKQS5QjSlquzr2u2mr4KxQGP6/LQgS348gvP4d/8639AXXUh9O1Ub8bHxqCXRd+jkom7ost54WKFAbASx83RF7ADAZiGgRDtb577hUPdd7gpplIJ5PIZ8mYSJfL/6rWL/q8rfe/dd/Hqa29C9/SjR48ilUwiGrGQSpA3ZWGcP3scm7esRzAY8P268opqrsFZDI/0oKquDJevXCbOpp80Kyur5L5+m/woIUs/cTE9jfGxUcwz8djKPe75r/wWLlxZVu8JK8Uk120Mf/LHr1K3BLZh4cjhB9HS2ATDtRCOluHeyBx96iEM3O2D55XwKGX84OGDGBzoR5A4zjLZPz45DpVJmknBn//yLVy63M81UwsXMczMZzDHdRmLRdC1oYU2qRGpVBD5YhpVVXEUKGO1hWMj49i7i34TbIzfmyAuBgbu9GBu6h4mRu+iuiKJKeruVSZciuSpbVv00YbIzzyKpSztwC1c55lieHgMFfStLdvjeWESJ8+cxS9eepdnjWGUUc+6b9/D6RMXASZCGmoaUFNTjs99/mmYpoPO9e20PWG0tDRjfVcnbSuQTs+T5sM4cGAP9EMR//Sf/QC/849/E9/57rOEP4aW1mrSHqSPdRDZQh6WFcbrb31ImdzxfaQPPunG+SsjcGmT3jl2kQnEmxga7EEs7OBzzz2FJiYOAoE4fvKTl6Afkrp9u4f8KUd3TzdtPGGHA0jFI7h4/hpe/uVJ3Lg6jDHyZ3J8Bol4gPhX0r68j3//B39KfZhDU2sXBkeW8NGJD/Hm2+9ggj5obUMzVvIebvXc4159D0888yLXdzPCgShqK2u5Z9bjyWcexufoD0zNT2Hn/h3Uizz1LYyHDj+Kudks7RLQ1tpJe7zZT2C3tXZwj0kgkUhAv+Fpcz1Ypoea6nL8+m9+HXaggMGhPvrTbyISjtP+/DcMcz//4Q9/gP37d1IX2nD06GHuSeMwOfb82XPQT48/fPQQvviFJ/D5zz9JW3wYQSYu7t0b8eU8wzPo4MAQ9BvpBw8eRMEpYInn1ytXL/FsU4e62iryrBz9vbfwe//Hf8L2TRsQCYTQ3tiK9956h/tODQbvjfFslYDBYFM0FuPdQNgPljuw6QOco77o3z5uaGiAzT5BOwBhUFgPzq7r0sY41BWTNqEEvUw65YZhEEYYAa57rdO17fcXfQP3GwOuHsSF77RZYhowqb80KjBMk+vKYwN/eNM5tDi0GXpnrT+nRztns6/u96YpMGm7hatYi84FXiI6ASAiPkwR8XEFLw1E+P04B1//hx+tN0iDyOo4bdR3vYuswtQ++q5F8dKizwLRm1/8PoQvrCO5cLiHqikWx0Ap5yC7nMUSE/fL3HP37toNkMZkWQVeePGr2M3zz94HDuHzX/8afv8P/z2G6PeUM3FGUBAR5LhHKk/UjquerNwPKOZp11USK0wylLhJzDFYl6N98EgPWEqUmfJe+Kw0iQirxeePwtOiMHVMIVeCx83GY0LK81wsLy2Qf4Igz5N2wODatqjXNopM4Oa4l4lYKBRo+5lQzWU9GBJCLutgij7h3PwC5lk0bhGjnoV57tK1EmSgKxyOcm+IEm4YpmGTDR7ENAEW9b8VX8M24Ok/EeoK5+TewgnYxyA/WOjDmNxzOQQWEz4GE1BiEI7SaRowTMChEMQAoQAqL93zHdLlsIZkQu86ByAQWSsGDIXBIpyDDVidVwBToIlcARQC/1/98TjP6pP+LxAQhphcN3x2oZ3vz++SVgeO81elwMRlifIq8W6IgQcfOEx6LCjMgcFBLNJ366TvP0t/07QslCVTWFlYAkkGyYdJPhm0H7ofE+XVyfi/8pDg4BeTeJiAwbtHzB3qRI76ZJoGzwgV7O3BUFq1jUH7HM8D+iEglZ3GOtRvMgyDtmaZsi+SFo/r34FF5hviIR4NI84EbSwSRjXPnEHa7AL9Av1msSfUffKnxN3QoQ+wks0jQB0wTBMq6zT3F60vlQqkdZH4unAo6xLHm7YJh8mELHHN0r+wA6SfZ99ojPPFY9zjC1C8AvQFXdookPM58rFQKMGwAqSGc/CArk0a31JaPL44XHcgvUJdWFlaQoY+lkP4JteP8hUc6QEwDROmaVFmHlYYuysSboj+kgETJcJQOEUGLF0+R0i7+jsaMC3x8OuSxwqHGkOsBCJ8Ih8IGh7Xl8CAZRISS4lrV31Zg+0B24TyNBi0EKfPYFsmtHjEVeXmsY8WnVuL4ukStgNQn1k4b4nr0ylRpmLBJP4ex7osiptDGQSDAYQpI8W9yGS6IQbnFOg/k3Kx7SB1MADDMAgVEBEoLYGATf8yAKJE/ywA26RsGfssEEaRe7/J9yjPfBrItiyLY0BdcX1d1hcR8Z+9+zR4xMnTZzLFIQ8NykTHCTsHuJcYhgGFW6C/LCIo+bqZZ2+l2vPvOl55rW2+v8t+Aa4J3R9AHSoxkZzPrkBtnMJT+EHVP8LOK960n5wOoB5DXLj08Uo89+ucHnFTvMBLx+m7zsNXrM2pcLVO2xS+bdtQ3G074PNtrZ/H/UvlDOqfy31BcVCYIkot/L46V4nyKej8LCXyRMcrbBGBwv50DHkF04DHu3JDSI/BIiK+3EzKUfvq2DUcRQRa79eRlzouz/lc0ukCvv74c0L8fmB/fOZS+Dpe7yLiy1J5uNZF+aBtISaUtZ+I+HzXei06r7ZrmxbVO/g6QEvs311OKT7+2k+L0iyGRbZ59HM95LgGc1zjPD74OIqIP4b/8WcVJ/DSuUSEa9ehnSj5d+WvFuWpFsUpT1haxyHQOpW78ktEoPzTovXaV+v1rv21Tos/Dwcb5L3SxGHUSxeqS959m6f9tZ/yW+Q+vgC0zqU+rN6pe1y72tflXetE5D6NgEs7WCjkOGa131of3L88ytB/5Bj+kIeA2lG181oUd21fxVGwOh4Q2rIA7WeQfqLqrILJc12s+Rci7HFfl1QWWtZg6JxrRfVGx+k8yosA168W5Z++63zarvyzuEa0bq2s9VNYSr/W6xw6l7bps9atFe2nclpeXmasYIV+eAy6nrSftmkREfLA8GWo+qhFx4sI9NI+ipPOp3ZV74q7wtUiIj7vFa4WHa+4KD06j8LS8dpX6dLx4LXWzkffXmkf7R8KBYljAEEmVlUuBe4bygsdp3ctVBwfZ5FV+RRpmxRPHR+kzVIc9K546F3fdR7d1xQHfdb+OufqM3y9FxEoL3WMtqtsF+kn6twKW+HpXYvKRt+VDqVR4YgI+WjAol2lmhNN1UF6nczBsAlaTFP8ORQnnUdhKR5Kg86j8yo8LdqmRUSoz1wl1HdXFzQhf1rPOoe2qUS/gNrv80XbtIjIff31/Hq+Qi+H9lKLziUiUBoUnzDPUEqTjtX5FS/lt+Km8tMxOl7btYiswtd6h3ZS+2l/Haewta/C+WwREfJhtfj1puHjpv0d0qbrw4dHHBWOwtA2LWv1etd3YaNBRiv+WvRZ67W9QJ3w8SEcrQM7i4g/l+KufbXg/rU6N+0ffSpXbSx5rPMrDC0l3WdIo9Lnw+M4EYGIgP/xh3fAl5O269i/XozJyXkiYKO5sRX79x5g8uQgKsprEKCzFAlHEaIAHG6AWQbsNIkxOTmNu/13GbC4joGBAViBIFrb29G5oQt64J1fmGfQfpQJkEl/A9GDQ01NLVKpci72OAVr80BeQJbOZI7J25npWfT39eEGAyDnL1zA2XPncOHiZdzlYVl/Ne30zDznG+R8N3Dq1Bner+Mmk54X2O/evUEeYrJMmoQRCoVx8VIPPvjwJO4ysD43n4YGJC5cusLgVBpFR0BfjYHJBSbTpkhfkDil6EyF2T5DHAYY0CkhyoRBMBgm2wwECVNxP3BoPx574jHs278XTz75OBMPX8H2HVvZro6C598tHrJ047h16wYDNj0M0M/xEDUNTfoOM+l7/dZ1XLxyEX0DfbjHA6IZslDH5F55VTk80/XrLjEYcPbCORw/eYbBpznc7L6Nd4+9x83dwZ79u/Ct736dgemd8BgYvDtIOKRfg5seSuTpCmkJMlBUBv1GV3NzC+8tqK9rIK0hthcpD+1XwODgMM6du+DzZ2joHmkV7Nq9G21tHQyIpMiDqC8rVZoVJlhV/ss8zAyRr9euXcPExCRhDFEWDAgNDWOBSRv9dO0UdUMPmNVVNVC+tbe1MxG6j3iFfX3Qv1N79uxZXLx4ncnfy7h58yY0WfIJEzsLCwtYZECuPJnErh3bsGfXVnS01sM2XI4dxuTkMI265xf9u6rhoIkKBiX37twOmwZsZXmROmBRd5PsY/PAU2CgkpzhAmloKGcyegsD+E0YGZtmIKsXJ07cZeJnFK+8dAIv/fICrl6ZovxNGn4LvT3jOHvmCl5+6Q18cOwTBuzTKC+PYUPXJlRV19NYhsiDCepZP67duIIxJmh0MTYy+NjIgFUyUUE5VHIBmgxgzqD7dj+yPGg7PDyo0ZqbncMt6vD0xDgCtsng0SImJkeZmOmhw1PgXOWUXROfHSate/DWW+9S908zUXoV589fwKVLl0nfEuyAhUDQJj4m5RVGIGDCIrxiKc+g6Sz1b4Z8m6DZcNDBBPXu3btw+PADDFA9h2efeRoPH30YXUwKNTZWY+OmRtTXJ3lwCZOHKSadhtE/0ItKBvqPHHkA+utKAxELJa+IWCKM5rZarOtqYGAqzo28CMOzEODBp6oqTv0xkV4ogEscYprEjzCr6sgPm7SuQH+9W4k2hWctJjiK1M0SLMvmhgeEQx5SKQsCg/hn8O67H+Dtt9/DEhOHpmEinZ6l3RkknCVs3bqZQbwoVpjsdDToGwkhyGCCIZyT8Capp8PU2fHRUXR1rWcyoR0BOkua3I5TRk888SweOHSUct2KSDjJIL+L61dvcs73MD01S57GIYSlNurkidO4NzyK2uo6dLSto81JIBqJUedCDA4Ocy3dJo6LSCbiTKR3MWHWCnCdgleOjmqewZaxsVlcuXyb/acwO72M3IpNnQfm5ooIBFPQRE8sGUIqVYn5hRwTrddw7sJlJunSSDPJlS8ZTNJUM2hbjjADk/F4JSan8xhmUPXsuUv4T//5T5lc/QCmbfvfAju4dyfC3PhnpqZ83BJMiji0g/eGZ9B7Z5C6/QGGmCiamprGNBMilUwiiAgCHG/zcBIjP5d4yO+/04dELI47TL6sZFaQoS04feYMbvfcZrLxOm7cvM6AQI5JmFbuJUHot/7uDpB/xO/oI0ewZ287NyGHCcpO3wbFaWMT8QQPoxZtwQU/qbPAANsUk0bz84u0046vC5u2bEPXxi10hgXLTK7qB3OmZ2fw4OHDePqZp/Ar3/8mZhYmMTTbj/nCIm34EK5cukX9GEdL0zqYZojBN+VtCBUVlQgKKypxAAAQAElEQVSFuVe1tqClpQkW9eSrX/8qdu7ehnAkgE1bNjAg3sT1n2ffCjQ0NjBpuxspJiXGaNf6+ofR030PZ08Po//OPG5c6cGFc1yPZ28gnwMmJ9Jcrx51PYT169dzjjb2v4Nstkj5pqE6dPt2N4JMrKicTcuEBiU6OzsxNT2JaCwEoEjZWtxbNrBsRDgaxPjUEGZmJ4m7jVRZAkGusYe4hr/0pS8iEY9jcnIKCwwquQxUTk3MYXR4loHvp3H48c/TpnWTl8LAeTcsRpxsC+S5i3DAI5/O4WdMzN/sm8JPf/ER985bmJlZQl1dCzR5d/fuCO1zH5MoU0ykHcPV60Ooqw/CDjlYv7kRdtCFR3wNKaGsLEKehfHww7vx23/jy/hf/29fx9e/9RDIOuzcuwnCBMW//8NXce0meVVwcOfOEH76k5e5119HjsH9y5du4uOPTqL7Rg92b+vA8uICctkC20q0ed3QD1Vpe2NjG2muwolPzuP1V9/m3taIbVu3kTYTYR5cVcaeC5w6eZp28zaGh0foi4yz3UYymYIGX4V2RfegRe43gKCSeqFtEfo6sUgSIhZ5UI/a2grq3Dxx99DIvbS2thldG7bCsDyMTQ7BDljsazL5NEd6bmNsYhDPPXOQerkbBdJ4/fp5/MWf/wxDQ3dwu/saPvnkAzQ21XMMqNtMfM+mkV2ex73BASwysOzRaXZ5oNRDbbEoXEcmddGhs+yhWASStAuGYVJGK9APppWVlUM8wHPzuMf1nyorY18Xs+k05zC470xix45d5OUSamrrfNvS0dGBVCqJMSbVBhmgFK7xRSYhKioqmNCqogwrsX37VjQRz451rZR3LefK4OWX3/P3wFi0nMmdftqcaXzw0XHoB1Dy1O+N6zZglH7Au+++j4uXT+OlV3+KeNzEjp0b8OijD5CXYUxPTeB1Jgq7bw0hEklgZXEFpoD4lVAqeMiu5KC/dUFxaWlpIe+XYVFhlzK8k9ehaAAUHflvIkeG9PYNQv+mUoYBokAwAAFgkj8u9xWb9qvA4JZHZShxL/SYhC6uLKO4UsLnPncQzz53lHStYH5uGiHqTU9PLwI89JbRR42EI7TJaSbtF/w6t5TDtSun0VAXw9/8rRdgcY5NG3cSvwxMRhyDkSCGR8cwt7BIP83lnpcDDJOJnhUmn2YRj8X9oKEe9DSIVKI/kk6nsbCYpi8RR0N9Bdd0EMGAAxEDG7vWoba6DmMjI9i7eycefPAAZVygPalHU0M1Ll86D+jKKwHru7ZC12qYdvr06TOUP7Bnz34spJe5J2a4bsZx6/Y17tFR1DXUIBKPY13XZly6chv/9J/+PxGPBX1bH6HeLy2Qz0YAB3cfQEUygdPHP8Cf/Ml/RclZwr59W1Eiz9XHC4UtPPPsTtrHetKwgGR5HPF4hLQkkCuEcPrMIF555RPqZI4yjeGXL93AqRNDeP3VT7jm38KJU6eR4pj/5R/+Fr70lcfp167Dxi01aGmvoO0UyiOOJdqzG1dv4eGHjqKNaw88hM3OTWLr9g24dv0yWtrauPabOW8CrW0N9Ecs7Nm9GeU8t0SI39zsEmlOwbRCqKuv536QxsRUAbV8djwblhljMD6G69e68R//4M/x2ivHMEYf4b/8lz+GaRpoaKqGZ+Xx4fH3cYpJtZu3BojnYSwz0Hzwof1Yt7Ee8coSbvZ9gH2H2vDQw7swPj2GmvoahGMRmAygOlRWOxTGc198HvWNLRganEDvnRHuZQHivAGNft0M7t6dwEsvvQI9DxWZmNlMGxMKJrkeG9BE2p/93JMoL0vhyccewfp1zfjuN56kHj6Ml3/xL/B7/+8f4l//7q8hmQxSTi4qq6owP+/h5y+dwKWrfVwfQNExsX3PHuJWj6GRCQwOT9K3KFAX6vHaax9B/ZEurt8tW7YjYHOdTs/Q77vLvsN4/4P3MTQ0jIG7wygVQJsyjT27DlCOL8NhEnpoaBJ6Juvt6YN++CJNvZ4YHYcq4l/+xZ/jk5MfUK7Uu6iF5uZG7lWT+JVf+Z5vs0+dPo1SMYN4IoSlzCxydAbjyQB5X4ViYYlrv0g//UMAOagtrqhMYffu3XA9h9rvoqqmCupza6JDbdrmzRu5hiz2d/yE9yEmandu24zvvPg4pkan0EQbWEcfdHFumfuKhyB1nu44DNvAUjbDtevwWSA8b1iUXxP9+FyuAIeHRqof6VuGbdLOiEDbdR3rmtaiz57nEZ+SX0QEgVDQ78e8BHHijwD67MLjP77T9oph+M8Oxwr1zuC7whZtIwy1Y/47nx3H4Z6YJe45FMkrxynBYR3YpuN0fsM0+MqJFDxhmaYJg3cRgbaz2sdJ6+9joVV+ERG/r8t9SGT1GbzWxvHxUxgiqzxQ2NquY7RdZHVufdY6xU/btbhFFw71u0ieFngwKNIn3rxxE178yov4wue/gEmuvyXa8inGD/7Bv/jHmFmcw6tvv4FEeQoZJkwLVMACAx5F0r28kqFel/yidcpXM2DDsGxwAcPkflCk7ReehVyQx4aFMJOYSvearMQwYJgm7EAAul71nRKCq8EWCtzhPMp/QwyCNGlrovB83gBiAg6TDaQIBp/1m3EqP4eIlLh361klmynBNIKI658diSWRTi8hy3hHnkmNHJNiOT6rfi0v5yjXEpaW8pidWcQy4ywr3Asd+gKeCJR3OofuNSUmRQzqhsfgtEV/zqLu6jcxPWqvR73VIoYH0zSIl1AXPF+/wMuhrigsn0auIVb5P1qnpcT2EvdOz9U5DbYRBgRKv84pItCxVFUfJ7276oD4tY5fx0f/rvBWC8cQnogQEosnIKo8KxoQ1nsOMee8Gqiz2Mdk8Uh3a0sbNm3eDD1nmJTRGdqKn/zZn0FjEKW8gzADqps2bEQqmSQcFwHKXSl1iI+3igQICioXaB2LGIBhCmzbQiBowwrZ0N9yph/8dz2XeLu+jpQY3HWoayCPHeqAntdFRKFC/celpWU+C9e569tsp+RCP3wUMExO5aHAw0CGPpVL/8OirKhQUPoM04TCA+GuFLK0zQU+ueAg4gXaCxtiwr/HmSAFPM6RJ14OTMrTpi7nFDb9mAL3YtV7g/QEgibxDnIaF3nqFnipbCAGCkUHae7rFCvCkShytGXKmBj9AC3RSAQm+3EIOBEIBB77mNR/izyxyTevmEOJ87r0W8rLKujrlxNlE0WeZwua0OFaNgwTthWEw+RYhudDTWIaMCD6T+RT8KoTIgLDYBvvJtttPlumwfEmArbJu0G6i8hzjYCXSb7Ztg2bcrMsA2Ha1SD70amiW1BiD/5Q6EQX8Aj3/rychK+Gqhv5rH2E/dmFLA/RPoh4PLNmsbCQplyXYJiAISBGAtVBl0lYuAaUrmg4znNHChGeEUziA/YqUgYudVVpIgmI0r5EeL70qDN5+glgTE7xNUmbwQ5awEtEIPLXC8h6FxZhW5bFZw8Wz4fRaNTva7J+7TnPBM/qnuNAFGHC1B+Dzyb1waWNUrmYpsX90CabinCpiwHyzqBO5Sgv1eMc+au6rXgpfL0rnLWidSbHqD1xuEYVrtKq7Wt9tV7fAYFe2qdEPVHeFDino0Jhk4hAx/gwTRMiQhpdv+QYX/SooKZQdqwHL19/edcfnbNEnhbI7xwT1QXCLZaK2oTPwtN+al5K1F398IJDIAWOURq1LRgMwqYeKX7KQ+VzLBaD4qUxTr1rP6VJRKD7CYh7iXAMysIwTYD12q70Ka0iwirx9QW8dLzC4SN1uOTTJyL+HDqftmsREaxdSoNN2CLi91M58hEebbRH/rmkR2FqERHCpKWjvosI+1CivFt2wOcFkYFC9ogzeK3d+QgR4VjXx0t5oHRouxZtNwzTb9d6fRcR6LPyT+8iChmc0/u0KA+0aLvCdCknfdfxJmnyC/XZNClbg2O5Gt37+6v2MQwDhmnCvxvi42iYBlTnPL+v4+P0WZi6RmzK0eFc4MpWPumzc19Hta8+ayGi3N9tBAI2LO6VLvfsAu272lGH4737fBK5PzfxMU32ZRExiZcFk89cUsjTXylSnxS+4m6aJrSoXPVucKyIQN/12SE+yjvli86jdSJClCg8AlAdzDAJqu0KU/toERG2AjqXrlNtV1j6rndtVPo/W3R+nStN/1v7KRyFqWO1XudaK1qnMBQfLSKr8+kYj4TqOC06lxZ91jFqcxSWvousjtHxAfpPurb0ru/arv31ru/KDxHx9U7HK35aF+K5O0yb6VK/V7LL3KtycKnzDuWy1k/7epSRQ16u0AfUos8K17Zsn/8iqzxVHuiHVxSuiPhtOo/WiwhEVvspXgpTYWibzpHNZqFzKt6czpeRzqNt2l+LtpXU7gioTwHflpimAYgLbXeJO6iPuq9wKoC2lirh91NbbvBF+ylcheXpROyl9VrM+/r02bvib5gGhGNFVvHH/TlM2nqTbaZp+utU7fln4eo8KnPlWY57xhp9igOnpW4bvq7qeJFV2C5x0nFaFD9tU7lqMYgDSfLnKnGf1z7u/f1PRHz+ivyPdwggIn4xLdOfE7wU9mcLqz79camDpft7yBreOpd2UBy0iKzCVBjapnLSomNFBMo3xV37ahHR/gqB3CN815eVB5P7WyBo+3ePtCsMLTq/wtKi9TpSRHz8RRSWYO3Sdi2Kh3Fw/wEmEzYjTIdhcnwW16/cwt07wxgbmUJ//yDu9PZjmsH2Ep3GMANNpmlRmYIMvFX5337QTX743jA+/PBDfPTRx7h1qxdpJsXCdNRaWlrR0bGOpQMNDQ0MCpQjGo35TkkhX/QDzHeZmO3vG2DCdAR9d2Y55yJGR+Zx+XI/k0gnmWy7xGDwbXR39zI4NMW5A6hk0L+5uQk11dV0cuJ0FMMIBpNwXJuHzSJ6ekaY3OjD2PgU7g3PYXR0DiOjE7hw6SrefOs9Bnwu4t/94R/jBhNaV67cwLVrdxnwznDBA+nFDHp676K7p5+J0CmQgzwE5RgADDPgHYEGvt97/x1cv3GVzmkGtXXV2LChk/wLYpbBOY+CSiRi0KIM129/nPUTv/coNAvxVILBoGa0d7SCpwos0Tm26Nzpr0PL5DJIVSawYXMbWtubsJ0JxY1bNyLBIPpceg4Dw4MM2s0hV8wixOBibVONf6+pq8Sjjx1FS2sTbG4caRpVwzARYuB+ZGQUJ0+ewrnzFxk8eRN/9uOf4dixswySrPIyQid7ksmCD459wCTdJczOzhP3JA93yxhkwPWTEydw/fp16N+WdXj4iUUTEBgwqQeJeAqAycBdDiIWLCuAaCTGOgMLTLBq4u/tt97B8NAI203yKEqjVWLQK4kHHthLvm1EExOQ6qQLR01NTlDfejh2ngaqRNYLNPA7psFKJrfSTEIGTJvB5wUszC3AZaDzTt9NBrTTWFjIEIKHAjfLaNRGbU3Sd86JMuLJJMLUu3NMOP3s5+8wiH8LC0tLiMRsJJJxbN7agg0bG6hLKb5XCdyKigAAEABJREFUoFCw6GB76O0bwbgmK3g4CkeCfJ5mMHseJg15S3sbUmUpXx/m0rMACSjy8DJHvIaGRtF/9x76+oYY3FpAU1MzkskEN8gCeRBmADkNdTx03Vy5chm9vb08KC6hrDzp86aDQe8tW7Zg//79aG5u82XS39/PdXCTCYIhrpM+8jxDQ20hkYgjzsNRY2Mj12QFdbiA8fExzjtPeViYmppiEGuKa2DU56k6mCIGWlvbUFdXT1qLGBkZwwTXPmBxrbYjRX719fVBP+SQ02+M3OvF9NwImltTOHykBV958UF881ufw/NffAqfe+4odu1qQzJlQphcWVpaIMwSogygVVaFwanoiOQYEFn2Dy+OV6DOcgPgOslk8sTJ4/oq+veq6gqUV9TQYJu02xYc2hzVuywDDCU63LNzBcxTr3I83Fk0hNnsIhOqXfj2t5/EN79xGJu3VKG2NsQSx4fHjuHkiZOYovwySxl0tK9D1/pN5I/QtlzHlcu32H4ei0xadq7bhHXtGzA9ncY4k+2ahLlx/RY0iDg8OMKk2SX09Q7QXs2Q57bP22nyVTfhsbExONzs9+3bhxee/wJ+/dd+lbq0DgcO7kBFZQS5giAUMhkAMLH6q9kE4liwEGMyBdTRGOpqG9HMBEYkEkZrWzuKVNpc3kIl7dvcfBY9d0bJ/yzmF1jSGSY+F8lLj4muWY4HwhGb9i9CHmdwq/sWbfBN2qsINjLgcOTIEWxjUnLnjt2oqaplgD9HeRCnYADl5ZVcJ3XYuHEz5T9Bfe1DeWWUwexZ0nyWibkhFMj7mqpq1NU3wLKDWGZSM646xzIxOYmBoSGMT00SnwLtewqP0Q49/6UvcG1YiEQd2uQCUhVJ6uAEbfxdlhH8/Gdv4tWX38ZHH3zEdZZFA3V34+at2LBpG9dkEpVVtdi3/xDSDECNjU2gk8nJVFk56YyisrIKf/Jf/wR3bvWh50Y/Dh04zKTDEYyPLuHiuV7f3uezBoPU40glqvDcs1/E4cNH8PAjj2Dnrt1oqG/iHhKmviZQLGURZzB3997t2LChA2qPJylXh06Cw6TzjWs96O25h7feOMFyEhNjaQRMwb492ymvTozeW8HUhIMrlwYYnI9yvgj5dhFnTp1iwu8UxsenaVPKGXRxcOrkGYQZXB9hkmR0dASpVIqBiTKu7xa0UeZbtm7B+g3t2LK1C489cRjPv/AM/v7/8pvYtGk997ObtCe9sAPCdVHCAgONJaeAFQaBo7Rr1dW1aKhvIf9rMDu1wP21DMtTaaxb14n9+3biH/z9v4W/8cNvYNf2djz04A5UlZvI5wpI02aGwzHazhI+/Og8Pj5xHmfPXuP6NWiHxxgov0UdbMJOJlg2bFiHxsYa6psFDdoUCnnSkMBKpki6o9yLg6hvCKHojKN/8BwGhy9R7hZGxgZ4LCqiulqYaLuDN956Fxcv3eA8N1HJ5IcBG80NLZgYH8f7776DIg8tDfV1aG+vgmE4tHfjuDswTQfXQA99kV/88n0+29BfeasyqqgoJw+bUWRg5/bt274NBK9XX3mN+/p1roVb7JuD/uYG/cb13Nw8WppbUaLTPkW/5tat22zPkqfLUB9nYGAIs/PzGJkcxOXu0xie7KVeGAx4Asfe/wTHPz6NiYlZ2oI05Zmg/sRogyP4/q9+m3vaHmzf2Ul+ZjE4OIDOzhqfZ1XVZTjMpFgiGcHzz2/GP/yH38f3vvc8KspjhFvgbur6JWABQdukjYGvM4lEAh0dLXjkkf3kXwpFOrFVlUHamwITSAHfDrUx8JhKxVBdUw0NkKnTLHR85+Zmce7cOeJAPeX+qbTOzs6ipaWZdJZomyq4DmyUnCLS6TSKPChmeWB55ZVfoO9OD25cv0EfqgclBhbzhTRGmYjJrri4eP42Ll28h/raTtpOB8FAkomGLJqbGvGVrzyDRNLGuvUNaG2v4/jr+KM/+q/ovn0H2aUSblwZ4NnDRn4lj2QiiCMP7UDnujruX2HMzC5Trg5GGVSfmJhiXZwlhtq6Ohi2BYPMcXhwEfInp5/QNz0sL2fJCwcOAywhBkctHiwEYADJIV42bMuEzfVq8QDP6CUePbwZrS1V3L/zWNdZx/lK0N/Iov366IcuMok3ST3MUrcTFVHypICb1+/AwBLG793C5g1t3LeFMgpy7iXyxkE9dbXI5EaQQT7Hc1HS+bk3eYbJdVTA8uIyMssZBrRcaJAxGAwS5yJtqQkRiza5DivLBaxkHCZs63y8n332SdJdgf/+x38IXeObtmyir3odKfoHb77xOo7Tzz576ixOnzgL8QLcY4M4cOBBlBigPnXqHO14P1YYLCuvLmdyL8jjl4cbt26iu68bg6P3uMYcPH5kP77/7afh8YBYzC3DtgXr1jVhdm4MDzy4G1XVMfTQf6msDXOfuYmvf+1RymsTXO7fQhoTySQmp+Zx4+Yt0hLF9NQK+WUiveDSb8jg3lAON29OE39gcrqAnTuP4NnnnqUvs4yrV6/RFz+D9OI46hvi2LuvE10bG7Bhcwe+9Z2vIBiKoLVtPWGm8cf//ce0a1VoaW2GFTKYUN1BvShDd/cdlm5cuXKe87u4eeMy7ZLSEeaaa0E+59FWxfDQ4Ue5v1ZS1036GQXf355JzyNeVomCZxGmDSMYgWWlYNkh7rHL+OD4MUTiNjo3tTCBmsHeAw9hbp403ZvGtRs9OP7JKdxlgvHAPvK8BNrlENf9HuQYgG1btwELSzmeM96GHQz6vvMIeZ5MVSBEWxuKJOiv5lFT20T520gmq8mvAeKbQ1VFDYoFAxfOX+favYxz58/h5u0btAUZ3L51A923rqOqPIJd29pQyE2hogxoboxC6HetcC0U8iYW0y51qg1Dg3OEHcX6ri7kSy6aWltphy2QWMq4QHpWcP1WP/20JP7rf/lz7nP93GOGMTe3hNu3exFjoLGqtgb6Ycxg0Pb3b/3Vo2n6X2VlKfK7lzp3gP7XdogYMA2bNnwSH3/0EW3jDLIMqtfXV0K/6TszO4YLF0/hz37yI/zylz+HHlIjoSg2b96ARCKCMa657//al7CuqwWf/+ITaGqu4Pqaol9QgUIpQ79mAalUHNW1fOdaD3Kth8Ih6kkIS8uLOHP2NDXSpY9Si+npcczNTKC2KoXOlgbMErbJff5nP/05rl6+wXPDMnL00wuOAztEGOEwXPqiRdo5/dbXChN6i/QX9UNb+jzOs5HHg3aI56QM2wqabKCdUf5YloUQYYBXiQEAfRcGBT3u0iJC38cFeIeAc7CWcAzDgF7KA/UbdZzCL9L+5rhm9V3btI+I0EZ50DYNjLgc79I3LBJ3h0GBIucscU/Q8TANiIhfdKzBebTos7Zr0ee1urW71mnRdi0ioq/+vP7D/f+0TYu+6l1x12eTvBAROAxUeuIAHK7tCt8wqG+s0L76m67U7uv+7qm9tAOY5v57kufLq9evofduH+JV5dh7+CC27d6FH/7tvwnXEizxTByMBP2zUYCJo0DQIs8DsGhjtdgBC0HaXptFbBNalDceAD3rlMijInWmQDuneGhxeZZgM5TP+q64mtwrTI63qVt2KABNxBW5Nyoc9RU0kacwdIzIqlwsyt/m2jAZqBXiatoWTNIFw4TecwxiKQ/UzzYNi2siT71e9kuJcivSZ8lli1z7Lm0yeEZIoEAWrtAH0qSq7ieKp0W8yGbQWMNjQlW49zlekfa+BJtzGmw3TDKeCSKPq9zksyYWXA7Wuxh8IM78H/qs9Iqwv1awKE0edYuP8O8cpM0edYybBwgSCsKECdA3Zif+EDrbXSiHwP8d1q0+r8IR/135+1n42qbvIgKDyChM0zBImguXdsqlbm/q2kB1NsmnDG1fFk89+SQeffgR7o1B+kPrUCB/OunbJmij9Fkp8VSmxMckTIM659eRJtXLEuVYdAvcd0v0ofLQd8MQWJS5kGf6nM0uwQ4YtJlxJBMxhDUxRsKVH0WuzUKhgBJ1yVX6YRA/m7wPIE9c9AOmmvzLLC6RQ0I8bSbXwkhEwwhRNjbniVKnwqGQj1koEIJlkGb6M6VSHopDMGTB4h4ci0XoU8YJ20CIY0zTYLvLd+v+uwnFv6T6TF0oMtkZCgcQ5LpwfWGB/QUF8pIS4f6b577kwOScLpONmUyWMbI8dXHFtyumYRAX04cfZJ9IJAqVpsH/XcKu4jmvuiwGHjGRWZz1cUgmUrCsAAzD0q6URxHqOxuGiYAVBMVAXnu8Ux+oz0K/RFFT3nmsAnkYCZIHlgWbxRTyEwJhvUv5O+SpwfdirojF+UXMz81BbaPaQJWBiMAg3rxBv71q0H6D6wHqfVGewjZDLMrIIh6ufzbNUYYlTi4ilFmO8gmiurKce2gSEfLPJS89jnd4B2Go3hYYoyzmS9TBHPQDDhwO5ZHafDsQgMkYWJG2bIUJQcWnorwcCeqOYXjEr8S+ZI+bh0vds1UPbMtfE6pTIqs06DgtfPXbRIQ4O/QVSzBNE6lUimfIuF8HXi6ZW6LtsG0b7MoxDuE7/vMqHGEvsH8JAeIYZ2woGAzQvhQopwLrXRjkjVBTi9wHuXDpA0QJx4N/KZH+A0iDAYs0iojfrnNrWcMfvEpcEw7PUh5lx1e/n6MyZAHHueoTM2FSYlF7JpSN4q62U4uI4Y9RmB7X8GpxoLRo+1rftXfDNBVlruMiijov35RP2lf7rD2LQZwFuoLp/xSxzLiF4h4Mqn669MEWKdMVf26iqaj7/BYR6nLJr9fKItdZjnbcIzy17y7vJdKm9CjOIgKD60DnXbMTWr/GA61X3HD/UhyUZ1r0Wfu5pMMgXO2n/bWrtrnkmZYSfROXZxgxAO2zVkSE8ixxbeShOCksh/ohQsJZFA8tCk/h6jgRtrFC67Ws8syC3rVd71ovIv5c+rzCc6HSps8cChHCYBHhXStYhHLQ9lW8Xeqk6/NQeyhMnV/v0AoaA4frzKXPAOoHh3/6YxCm9tVimAqV+s1+DnmkxaN+ioiPLz69PM6nMlO9EbDZfy9y31c+i4i/FiKRCO82x4LYuuyn4xxoH4cy1aItiqdpWBAYEDGhOshpfXtZpB3RfkoneIkIRAT+GOqm6pcWXXsiApdw1+CLiA9L+aw2JBwO+2NFBFqnMMBL59N2vZuEqfUihEXZ6vxZJv/y1El2JT0B2uTQp3CVP1p0nBbto+O1KM6Ki961j7aJrOKvfbWPFq3Xon3WaNUx+qzj9a7teld8tE3HK81617a1fiLi46i0aL3uo4q7jtV3pVuLjjNNg3sw94SACbXBrq//LvQyDAMmeaFzKV4m91QdJyK+XBSm8kX3CYWtfXSMFh2n82vRZ4Wh+CncaDTq80+ftV5EfFkqbO0vIli7dIwmuBcXF7nmctQx18fJNA128VDkOi1Q5xzG5kBfmNrFPqu22SK+BmlQvHQexdEvtJ/6rsXjWtC7FtVDEfFx0TWhY0UEHhVR27Ws9vHYh7a1xd8AABAASURBVE/cAx2uEY8wtK8WkdX+Jeqsykl5rzQ41EktHmGJ6BwmlF6dR0Swdmm7PosI221Y9qqd4Gw+Hh7n8ghDi/ZbK/quxb3fpriY3EdM7vX+POSDyF/No+NEhHQYfhER8s39tCjOirsWxRu8RMRfO3z0cVF+aFuJ9lpp1Wet03YR7Wv4/UUEHvcqbVe4WhRXk/IJ0eezAzZxEH9ubdOicLRovzV4SpOIwhWt8mEboSADerkSRu5N8RDfjQ8/uMiD8h0sMGifSlagsqIawWAYHh1syooJughqa+tQUVGBNIMS3d39OHnyGks3gxujrFvwF3YqmYLwXz6XZ0JnmgfsWSwsLHKeEVy8yDkYhBkeHsXY2Cwmp9JEyGNAOIpNG8rR3tGKlpYmHtQ70N7WCP323MNHH2Fg/PNobGginCUGFvpx/uwNPxAR4cH66994Dl//+sMsn8M/+Ac/wLPPPo5DDxzAo08cRhcD5aZB55zJm+mZIubneaDOZXHu7GUGO+5gjImkpeUiBgcnGcybZiCqiCATxx6Z5QlobIukax6LC2kEgwGYpkEaLbS2tjCBsxGRSIgJqWHo38u709eH/v4BDA3zvbubQZe7DCDNQjf+uYU53Oq5hWs3r+HYRx/g8tXLmJ6fxmJmAeU8SHZ2dWLrNg2qM/GzsRPbd2yF/g3SqpoKiOUyaTGC7t7buDvQ7xf9lH7PndvQcvP2ddzuvonRsXuYnp7CAhPad+8Okr4bGBgYxNUrvTh9api4rdCJKKGiPAEN4u/duwf79+9DfX09LCr8xMQkbt28jWUGFIKBMB3NCLhmOCaPmak5FKgrRIbjq1BdXcODRxnisSSdvnJK28S9e2OcY5A4zJFvHgJ00Ofm0hhi0uXmzZs0Qnkqq0mnM8VkQjmaGdzVb3LFmBTQRMnOnbto3KJMMN5l0uVVfHDsNPWxH0ODY+i/M4g3Xn8dVy5fI34FgPLRYEzXxhYmXGqJ4yLpn8A8A8kawFxYyGN2Ju8Hvz/44AT17jbm03nK0EBZKoh6BosaGhohTG0Vix7AzfPuwDgCDNoVCi4GBhdwd3AYKtO7DI73DwwwuHUbZy9cZGJ1EmkenjJ0NNTZUKc1nkj4B3g9dE9MTDAANQaTcgtHTBimyyTYpF+iPAQ2NTWRh+WoqqrivOAamaL+DVJW/eTdhF/X0dGBBw4dxIH9u9HKYFhZWQVqamoxx2B/P4O/d+70QY27LnKTG43ioWtMNxbDMMj/EuVShrGxcWhydGTkHvRX6al+DFM/c9kCDux7APrp8EOHDqG1pQWKWzgSQypZTvnWwjAEDQ0N2M0Ax+7dO6B/53HXnk3UyxYmetqwaXMramvKUMYDVzl1qqoqhfVdzXjwgX3o7Gxjwi7OwGQYkCIDLiuIJ20mskJIJAOIJyKUtbbZsKwgxDAYHFvBCgMMOQYaxADq6mtRWVWOUNiGHeRa5MGMtpB8LiCzPIWNXY148okDeO65h/C9730FTzz5CJNYo4SzjEYm6fYdOAD9QMcS9bmv7y5u3+6hfizxgFT09WJ0ZBKfHD+Dl19+g+vjAuUwy4NWDFWVNaipqoH+auwnn3wKn//853D06FGovNQQTzHpNsrEWIFOTWZ5GTXV1aS1HPOUTXp+hjom+N53vop//bs/xNeYZDiwZws2dDaiqjwG/TVnCwzO1tXVkEft8HjYDwZM8nSDb1dc8mHXvh3Yf2gfqmrrEQhHeRjIUi8W/FLIu8Q9DXXyAzT+lhWAQWbFY3Fs3rwFm1guX7qEN954DalkArq+g4EA7dcC12uY+u5hcGDMX8ujoxNMRI7zYFlDuqM8xLmoq6mCfuOvtW0dOtZvJu/juHrtFpLUiSI34tn5tK/7GnSMx8sQDETQ3zfItT/OROwScZvAxk2deOHLX0RdXTVlHeUa6sErr7yBudk5pFIRlJiwWFrMoJxB5lSyjMHbBGZnF5hUWcDE5Bw0cVZeUYkDBw/5NiSViMIUQXNjC9o61uPilevovTOEDz88i1deOobrV4Z4YAxiaRG0fS5u3BglTjM4e+YcPvroOK4xgH/23AXuU6d9XXv++ReYPGhFPBnG4vI83nj7NXz88ce4wLX9/nsf4Y/+8Kf42V9ew8w0bf+cy3nXkc4yfOlLL+DLL3wV3/7Wi/jN3/gSjjzUhJZmC/BWkM+toKmBMmVAfce2PRgZnsRlJg7ffvNDjE/MIc1A9PHjx3mQW2KwJswkxT30c6+orKzmvjPOvlco0wx1wOAetER9t0GSff1vbKznBl9kKVD3MwgGDepbivowTbkuca27Pp+SiRQGh4aRYuKlfV0L1+02tDRV44nHj+D5LzBJU1uBpUyJuSWB7nmLyzkeyFzaqhKTjyOYmF4krADnLyEWj2GQe+Lp01cwm87Sdi0iw6TY4MAE4ARwb3ARmza2YteOLuzZ3UU7EEEqZTFhfgNp7msCg/vZDkTosB58YAe4deLUiQkmgXqxvADa81Ee5ONoaGrAwQcPYs++3VhPm7Fnzy7s2bsbra3V2LChlmukARMT03j33bOk1YXnmcgz4LLCIMbw8BD0G436N/si3IdnuPclk0k8yQDcQw89RBmvw8zsNPWwjnI30dvbw+R0L/kfQXNzM5O1I9S7ORQZxfS40e3csQWuATz42ENYyi6imvb27LnLTBTMor/vHlpaOrgnJml7ijCNINdlGg2NNchk5im7BSZvr5NvJuFbePKpI/SXTKjNVTmu62zFr/3ge6hvqOZZoQDRo74DtDWnEGNAxzQNFBisV4czVRainj1P/6cZI/f6MDw0gdaGOOfMo7mpnHwzadcaqUuLUD5oEjLLYDxPibTXdZTnBIJBGzdu3kArE1H6CfxPPjmOpaVlhHw+TZOPHvHOoK29FcvLS+RpHi+88Dz1TuiDVSEYLmLHro3cW9tJdxvyOcGNazM4uP8Izp+7w/UWZrCwjHZtC+LROFJlKdiBAGKJCHk6gxjtkX64QhPxJ06eoBxrcPBAF2nIEec8Wpsr8du/9R36Ic3E1aK9bsAKD4qAR510iB+QXliAo4cqHqjDsSgMOuSJZMrXqZAGGz0DYd5XmLA0TO7gZLQGbVzaKY8BCJOBZ9twwTgpupiY3tDVipWVWSzSPzIYNPPEwiL3QcMOI7viwJYwed6ORLKMsrO5vpaZ/C3Aon0t5VdQXW6RVgPRSBjf/vbXmKBb9terw8OMB6BAJ1ltpMd9M0IfssQgbGV5GWXWBIcBzjkm84PBEMfYWGEC7OKFG0xeD8LjQbm1tY37bwD67d7u7ouoqYthhHv3e++/T/ksY4xJ8fUMIq9r78COHTsxP7eIBfrp27bupbxnMUgfK8vA3bYDe5AXwSfnL2DL7j1ooR0XCaC2voaBRQObt2xiArrI/a0SNZUJPhdIj4GW5mr69gk0tVTi29/7Ep56ugvZ4jwCwSL1cpZ8FrS01OMMk33/4l/9Pi5d6kV//zBmZmaoGw7q65uwZfM2mHaEPscy12ye+gm4UkIPfZUf/+krsIwYTp+6hrff/ATJRBl9zRv4kz/5Ke3jMKyAh0tXLiC9tIStW3YQpzJs37YPra2dTFBmkGHAe4DrfWDoHm7fGoGI4BvfeAF/8298A9/93osI8zCkv653nrJdZtB4isneibEZFFc8aADbo4xcJoOLXh76TWKRIEqORV3N4Pq1MbQ17sXxD69jXft2fOXLX8XOHXt8u7GwOI/FpSzt2gTx/ggTYytcv1HiMIwV6kwuW8KxD0/RNx9mGcDla90QK0C70MS1WE+fcx6RaJB8DMChfsTjUQxRVouLC7TnHu1JmOtiH0I8Z01PpSnnWdQx2RoKhX1fj6qMEgOopXwOxewyyzxuXTtNm3ADyTiwZcM62o8w90cbJcemD5zGUsbF8L15rrUQ7fY8E46XiEMCbR1dTFpvRJ5BYMYu/Xszk47Xb3STlhIM2jT9Zl0iXoZUPEU8R+jblUN9tVQqhikmK2/dGoOuFT0/TU3P0EZvJF0u7cIhbNm0BbmVArZs3o5x6u77x94lPgM4xAT9dyijESaWx+kb53MOfvmz14hfEGfPzVI/eqk3Bq5dv4TKygQ2b1rPdRaD/np9rmqozU8vZKgHyxig71ri2p6mXV9ikHT37l00ew6DzlE08hyzlWOlmMHMxAg265lqw2bYCOOjD0+SD9egiYYCiS/CRYE6USAsPefpGdczTNhMzDkwqCNLyCrP2TdHu2yYNmp49tX9xeV6dSgYLTYD22qzwUsMA4ZpwuBdg6+e54GKyh+BQdvFN2gfLRbH6V3nZgf+CMz7YxWejlU4WrQevFwCcGhHiBLnsFAifKVF3x39j+0iQr1yyTO+cMzaj8IrMXijOIvIWvWndxHxcdB+n1Z+5kHrlW4t+qxFn13iANpYhwEkhzYVhhA3mwvfhFey6e863F8Fnmtw3Zik0UKefvPI6Aj+/R/8IV588UV85Ztfw9e+8w38+Us/x2/8nd/GwPgwMqUcNEFrELZL+28QpBkg7ACgz/pNTA1aGbTxJpOZFhOspinQ54BtQeViByxYDJQonnouU14L++ke4cGDENcg5Z1g0igQ5ASsc6kPyifwWe8e+CQCMgdq14VzGYQpnMuyLQQCNucwOC+7GACEvKdu2axfSKfp242s4mLZtLeVXOdBmJzXpD4oHDsQ5ExC8Bb3OgCG6b+vBoWKUJpCPB+Emeg1eI5Umm2+C+dyOI/jlDjOgUdd9jh3yXXg6jPbPPo0EBCGAYKF0q/y4SwQEb8YhsF20y/6rG3KL49yXbs71HV95yQgWBgKSAw+GmB+Hy5lCwh0Ao9nNO2rY3Uf1rH6DF4KX5+1fa241FsRAcXMvagEl/Pq3llWVgYNXGpsoJlnufJEGcLcO4NWAG0tbfQ7dzJhGYPB8QEYCHoGFBmVlwjhkS7DtBQlqKw9YksEGeAu0F7lOU+Jd650E9zfCjy7pCHkXywaQiIWppwC9GFiiDAIr3h7pFlgosQklPpc+i0/h2vRc8FLoDoUp4/ikf8g/wOUtz6r3dZ7yA4gSH3RRKrqv0FEAwFiLh738TRtagbZLEtuGWaQSFGvlSkG9UyLQ73M5bNwXZd4khKuiZKTR4lBXJt6blN/hbrpEp7H+UGecApkNSlJ/6jEta8lYFm+zqpv4lJ3TMOAQVlm6U8vce9Vf6qysgzJeIx6a8A2tQBcNpidmUCBcxYYMF6ir6b77ArvJcJROa8wHuK65LTqgAPyyuPad8Fm8h1wdd+hLlnEwbZtthd5pliG6lWUyYXyRIp+QQLBYJA0ChzKluRwSfGZMQGXvC/Q91c6AIFeCssgM4XJUJBHooW+tcE1ZohJ2iz2NKFyMg0DZdw0w5EQCsWsX8JhGwELyGYW2acI5Z3BsaqfSosmHZUvS/Sdl8nH7EqO8AzyvQSXslgh3+bm0vTRMhDOF6bfB2rcCvdqh/4YKCeXPBPi5LG/Xzy79F3qAAAQAElEQVSVDCAiftH5lCad0yJvNDCvsQTlaYB2RPXENE2fLwblAQh0jGkY5FGJxfGLwtAxOZ4FFug7r2RWcTUMExQLFF9t11LknpbN5pFdyfs8IsoQwtP5TZN847Oiqc8qK5t46LOIYO0SEeJhwLRM6KXza3Hu0ykifjt4+XNzbbiciEsJ0DbTgMm51gpgQK8iZazFobx1nNoIvWub9jVMUx9Roi4VqVxaHMKGwIenNGgxSIN2VHu/wr1c94Aw13OYuqY8UH57lLXCVrhKp/ZXGkSE6yQAEVnlG2nSNu3vaR2Z41A/dayO0/EKT2R1nNYX6P+LiI+Ttq/ho/10fofBf5d454lblmu/xHePiuoRNniJ3J+bdLosqpugHWM1YRo+biA/RYTvqzxR3osI7EAAhmli7dK5P8sTxU+L6kGe+7E+67xa1p61v/JKYShPtGgbFwl/PJ8v2t/gfEJe6xzaV/t8tmidiPg4ioiPt7Y7XKuOn1h1CIsGg7SAl4hAYWkREYBGQPuWaHc4K9/hX8r3aDSKUCjk45PNrqDIhJZpGBwvUH5m6CNmaaOKTCqJCOsN6OWQ767aSdp85atDPXLIY21bndeAQ7+7kC+ySv5qHPus8UFp8CgrLTpW59E28FLeGab5Ka1av1ZULxQfHa91a/znMKy1iYj/rO1ar7QqTNMwfFq1XsfpWlc42kdE/DbFRd9V5/SuffWu9Z8tOk5x1zalWYuO0bvWaVlr12ctIpSHPrAoLJ1fcVZYOk6LiED1UNtFxLdbuo+qXecwaL3C1b5a9HmtmKbJfcei/lpwaTtVP0qUjc7j00tdVT7rnCIClb/qqIhAcVBaFb7yV5+1rD3r3MpHtace5aZwFK72135Z6o/C1TbFS3mhPLe5bweCtq+/2qbwfFxoZ3WcwtV+FuXtUYdV78A7qFuKf7GYp1yo33zXeoXhcZ27xEFx9qiHDmksUndLjAc799eF1oO6T9J8PRJZ5b13f5yI+Dgprh7h+ePpD+gcpmlAcTKJk4j4+isiPu8V57Xi6jq4b9vAS0T+h7lEBOCPwrG5ZytMkVU4DtfCKv6kmjh594tLXLT+08J6EfFxUDgiBMii/XH/EhGfFpN7ic6jRefS/loM6j146ZyKu8Lmqw9zrc3lJqdtRa51LfrskjadR0T+Wl/3U16ozLV4xNswDV/37IBFfFbXms6pxSMdn4UnIj5M5Y8xN7sITShoYFwMIJ4MoaqmGpVV1XQOUwxwNTOA0gZN/uin8OuZWGlra2MgshFxOlsunabp6QUqShFJjm1vb4EG5wxD/EDdMhMNGTog+o2cnp5eHs6HMTU1w7YVX/EjkQCqq+LYsb0Ln/vc4/jBr38f3/zGF6B/2/HZZ55kUOPLOHrkCDZt2gSDiJtE0hITnhtgEEedygAsOq2zDNK3traivb2VeCegz5u3bMG2bdug3/Lbtn0bHjpyCF/84lEcPrwb2xkA7tjYTN/Lgjrr4UgMGxkIaqGT7nCDHGTy7OLFy37w/ToDkvMMhC8xoKKLdseOHdi//wBaWlqxtLyCa9euk64R9PYMM2HXh/PnmTC9ehM3btxEmgnkVKoMlAHGx8eh3+a6eauHAYYxLK8soliiM8wNIhaPIBQNQP8+mH6KMpaM0WktMIC0DNM2UF6Rgn4jt8SNZ4njxiZHMTU7iQADiS0MwlUwKZcsqyA8B4Zh+/Nev3aDQbZp2FYAYW42jiOUWQBdXU348pdfwJNPPMEEjibGNpFHW9HIBF8jDy2anNGyfv1GPP/FL2Pr1h3UFYsbk4cGBsw2sD4cZmCFcrSsIKqr68hHcBPzGBhKUA/KUcUEQVVVLaKROIaHyZvePsqlDI8+8hiOHDnqG9dsNufjFolEOaaMcGqIXzksO4rB4SlMTK2Qv3kI5d3Y2EQFN9U88R6jjkZRWRXFU08dxueee5R0tNMpzNChzWNhociDUYnOv4FE3EaaAcfRe7PIFzyE6DiHw1EmMmuRSlUiS2dSE/7JRIxBxvV4+tkD2HtgPfYd6sCuPRXYsXsDvv3dr+Kf/at/jC+/+DyOPHIYO/fugMGTxfjkuC9X1b009UP1Gry6GMB58olHsIOB+aqqCl/PgzwcBOncrPCwEY3F0EpdraisYG8Q52XfaVNDvrKSIU4ZiIjPo1Ym7A8wobRt2w7UMHk9yMR4NBpDMpHyg1zK24+YLDp58jRxMdBCuF1dGykLx+d7kUmC2dl5f73p3aHBztL5TyQSqG+oRVNzHbo2dGLHzi1Y19mOAg87K3SuY7EETNOE6lyWjsidO3cYIB2jPlGHJwZx6/Zl9N+9iXPnP2EAsY+J53mMjM4x2LVAPcmiUMogGDIIvwqd65qovwnKzuPBNEjco2hqrEY0Yvm0F5lYAzeZhYV5LC4vMtDiYmomB88w0NzWjI1burB3/xZ0dtWgta0aneuT2LGjEbt2bWDgs5ZyTaNQWGKwsx/6LeqqqkpUVVeh904vNMlw6vQZvPbaG7h5swfTU4u0P7MYYnJ++N4ocjxoDgwM4QqTcbOzywgxMdjU2EqcOzHA5Lkm2O7eHeCYKagN03WU4aFK72rsJycnKa+sn6weHRlFlvZgOb2CMSahpu9NYZHBxhADIM31FdBvS+/atRkdHXV47LEH8cTjhzE7PYaJiTHogau35zZlNgiDhykxbfT0DWDo3jjmGUScnk5jngmtXL4EXecmN5xiUXw9UXmqjc3nsj6Og0ym6eEuHI5Af8XvH/3RH+GXP38Js7SRiXiEtgA81AJXLt3GyNA40vPLTLLwkK7f1LFDDOCuwA7GqU9ByjCJqppmiBHCJyfP489+8hLefe84PvrwMvTXJA4PjeHWDdq8s5dx984gaZmERfxTZSksLqWRKIti/8E9qK+vRkVlDIcO7qYu5kl3ARqQ9bh/qA4rvpOTM77t0rVeLOQwNHAXN2lDe25306Ze47gSslmXejeKq1dG0D84xSRvH+7cmWCQpQL6Gw0U5vTUEsbGSxxzF//m3/wUZ86cwV3KkgqIaDSBkyfO4NLFqyDzoIGBm7euo6amFvv27UdjfQsunL/GgHAW27fVQZi4W5jPY+DuKHETNLdWcQ30Ip+bxCMP7+H+9Cz3k72wbRNDQ7OU3xT+7Mev4sMPjuPu3Wno2GSiGvBCTIpN4OmnnmXweQP1tQg9ACwuLvlJkarqOlRUVOPRRx/nvnEDly9f5B4xSn5OMMidJQ2nuc9c85PS9+4Ncr31oaw8QVu+HtW1Ncgx0JCkPfMYgAlGTBhMaIV4YLzT14933/8Ip85cwMDQCHr7B8HzNebSBa4vGzR/XK9AImWjk0H5zVt2YznjQL+xPTaxhB/92Zt49fUzuH5zGIPDaTglQW7ZRSFXYjCrA48+fBBbtrQTjybafoNBCY96/QTaWjtpn6phBwK+PhiGgc2bNuIbX38Q+w904sjDO6nHEWQZODpx5qT/IRX95tzlaxdx5cp57pUjqKquIF9t7gvVaGxqQce6elRU2j7fauvqkIhF+RzE+NgIMszO6jedktw3HTqjyr9jH7xH3LZQZ1bQRr8kk1mBSd3M0WGe9f98wDAWFrNoaGzDDNepfnPz/ffex49+9Ge4NzyBBa5jTRZVVzfAMkNMntxB9+1eqMwqKyupDyYcJ0heTiNOfje21KCzsx6/+cOnUFltY4XBmbJUClnOm1lcwUkmM4eG+5GIB9HTTZ2rjnJ/3Yf9+3eioSEFiwGhcDgAPbwtM8l95szH9LOSOHJ4Ox440ITmpgoEbQNL1JkI999EooK8qaE9aYdemqQYGx/jXhJEkPuNbQcwOTWJRCKFhx9+GDuYgAtQHg3c41taWyifMmQyy0xkjePkqZPEdwULC2lUViSpg71Y39XAdTSGL3/l8z7MqclZ6L5/+XI3ebFIHe3m2Cncpl/3z//l/wtnzl7Chs1b/QSb/kaTRu4vra01TJDX4Td+4xn8o9/5Du1AGM0tVXjocCuyK3NwaLf37tmO7dvaoGu+ob4KdfU1DGLGYdJxV2e4yAADDRDUOdaAVi5XQHY5z2Ruies5xIBcgbyp8oNyjuPAYdBQ7wIPZCnCDJZHQgInt4LSwiy++rlH8e2vPUOaLGQJO8+ATZ4wMyvLKDpLGB68i1wmjyh9pq51SRS5/w3093HPqkRlWRjF3AyWF9P42c/+nOtzjLrVSF8izhCHC8s0YYjQbjiIR8Kc2/bxURtXKrmsF5SXl2Prlu2Us0M4OepeAR4j0rnckp9MHRnpIebLqG+MI5JIIJ5KUU8XuSfOYHR8ggnH65idnUEyaaGlMYVj7x9D27p2PP/iF/DsF5/B7Nwc5heWsWP7Hso3Tzt4mXywaE+HWNeOUycvcG8cQHtrE3ZsXYdELED9DeLKlbN48smjSKcnkVlOU+5fJB5F7Ny5FdWVSWSpKxVl5YiEopw7ybVYjqqqBsAThCO0IWUWLl+9jmx+Fk997hD+7e/9r/jdf/23mOh8AWIKkqkkhoYnEQ2X4Xvf/Q3a2AAa6zfCMgKU3QpSFTHU1FUgk1nCiVNncPzEafQPDHPN3eEe082E5QfoWr+e9nCBtqce7S1RmN4EA+rL3PvPYeeedqSqQuhY34TMSpF6OIFrV28jEIzCK1nEn7pREAS5lm3DZrJtDuFACCYs7kc5/OLn7+DypSFcONeNbNYg3275H9J5562zOPbOFRz/+AZsK4yAHcb05BJm6Eu8+tIbGOZ+u7RSRKqiDv/tT35Je7CI4XtjGJ+cwjwTu2nqCvOiqK6JU45z6L97G42NlQgFDZSXRdDSWo87vTcxONiPpUwa69e3AfCQSKbQ09OHubkF+sUpdDCJHgkHEeXaPnxoP9qb6jA7M4Jvff0LeOLRw8hlF+HxEK5rpkSdbmluIdxBrtU+xGMp+j6zlHsvZqankWfwLhwJ0McYRu/dIZSVV9NWR0lXmjpqY+juONdAEe3tyu8VTNFPefjRQ8QpglQqyDVncs3uxvx8GmH67/F4nPvdIPTDeTu4hwSNMPt49NF2UxZLpOM694ESyiui0G+7RiMJVFW0YLh/Brt3VQOuTdvQhAThnDt32teHWJT6VdHot93pGeR68XyYDQ0t1IEspmjbRIDZ2VmfX5NT4/R/hpGnnrIjUlx/+aUVVJVVYTG9BC5/hMPlCIbjoNuhoW0EQ0G45LXaRcOyyT9hvcAOBmAwgGIyeZMrFkFjDx2jfw5B+ZtKpaBnW9d1OTfoR+agNkeLYRjQXzVomibENKAHcPWJXB70RcTvr/9pvfaxOa/etY/WKQwtBQZiXcLXOoMwtU6E4w0hxmAi1SVahoKCp/3Y5LFFRKBjdKyWtWe96zwiq+3+wLX/vLWH//l9DY6I+HMqPloUnmkarDOhl5BGvQOCAvmWY7DJo30Q+lEiFrRADNjk+2balXhNAuUdtWjfswGnb13GP/yX/wQvvfUKAvEwPPGQo57m6Qsu0ya4OzEkxQAAEABJREFUtO0eg05COk2evyxbIJzWZRLFYdLCY+BNOMYUgOyCxQeLDwHLxCqOBvRSPogIiAxU9nnyOZPNwmAiSjhGi0XZqzxEBKob4XCY/VdlDV4mZQuCcAnB5dkFBuAafDNKrHEYSCzB4z/18cI0jrFonHt3ACXSYIgBkzjBBIRzlswShPtT3sxBda7E+IPjauDN8M+OmvQqMU4QjQRRV1cFTRwVGXTzyAtdx0qPx1nJZuhlUB5iECEiqGJVWA554xEf5Y/2134iQliGX/CZS9u1gONFSCQAkVWd0Xot4LU2H7A6l6sLhDEGLiDAvwvtswlxDdpfVumvemZwGrzW9EnvDnni8Zyq50zTMKHr6+bNW7QrEVy7chXpuXmE7SBGhodRpC+VYxzGK7jYs2MPtm7cgrJYEjbnszi/7vdUfv3hLMSMeJuGAUtMmIYBm8XQYgo0GW8xaalr1WYcxaS/scJE2Vw67Z9DbeqA9g3ReMdicdqOsO+DAOLLxaU6lEhTkWdmzkQ+EnfSEuP5vkjdL1JGiXgUUdqhEhNXJdYpvZ4OZBEKJ8A5E4QdjUTod1USrgf9UJzjlEDG+R9Ms0O0SyQsFAlB9dI0TdLnwSQNWlQPVK4kC8J+gaDt2y/X86D6pvqtPpSjekX88gxGWyJI0tYGLRuGGNTxEKKhCEKBAG3rMvfDKZiGARHSSjhEhvKIQlinCV1PBJ5pUcwBeGLTb3I5V4nF8e2g5wIeBCICvRzaBZ92j28sWmuZBjgDIsEg/RMPRcYBcox/LDJmFgwEEQyGSCegfpNDvEUE+s/wDFj8FzBs/m/Bpe9EZGBZIdhWgGtPcSjBpW9nwIUpYJsJg7jrGTlDv1yE9eRVvpAhz4v0TeL03dtRXVXOszHtPddfkLzglP44zxPf71f9yDO54tCXc6jLIgZsylDx03NBJpMlPPKd7QXK3DQshGjrtF2Lrl2HeHmkx/N54rC/Szo9/16kjiiewYDt1+nepj651kWoIzqXxTOMwlJ+Wpw7QDwLtGEl+r3aT9enaZI3VoAwPah+Cmm3KC9tFxGICBSOvissHas0grz1uI60r9q8NZ3RPhQoVPd0viBlprjoO3gpLgrLDgRgBWy4nuvvT47n6TCfFnZb/RH484N3vx95rXftaRgChSMiENFnFrDw2RQD4gFKq84nwnrDgF5Ks8M15RfODbaJCBSWFsVT71pPbkNofy3u8RQr9FKYan+UThGBwldZKFwxVt+1Tvv6cPhQ4jwu6RMR6mgJWi8i5HfRXwPaX/mqcBWWiPj8W+snwncW8BJZpdcjTC1CQlnF/oYPV2Epbqt36jZ5BnJW++jdu4+HwiY4f36dU+dXnpBtUNp9PaD+rMlexxmGyXlM6GWQn6Zpfjqnjtc+Wqdy13H6rnhom/JN5/GIN4WsIDiNfHr3iJcW7b9210bFR0T8vjqnQR6LAazaKcfnv/YXEWi7yF/dXdLuqp/LuHme/oHGVJVG1ccQz2zKJ60vcZ1xGNenyXk8yqVAvzfvwwYvEfHXgNImnN+jrdB4fIGJL5dziCh+8O2Jvq/hIyIkVeEVCXNV1tqmeOpdeaKlyDXJaXzeKm6f5d0aP7RdROcRffSL4qNwtCg9utYUdpG2QXlOYmivA375LEztrwC0rxZ91qLwFI6IQOtFVvFfW9s6Tgt4iQjBi99P+2oREXz2+mxfha34iYivcz5+7KzjDNYpnYq3+oLKQ61XXui4v14UrvZfg6H6pjZI77ZtwrIN6P7mML6TZQwnwyS5yl6Lylx5oX0VLlHwfz4LU/FQ2Fq0XvspLjpOO4uIT7fCUr9VZaj9RMTnifZXPkajUcaxI9Qr2++vfT4tgC9v07T8NtM0oPDtgAXTEtYJYVH7xeHqdfkMmOwjhkAvTkXdcj/lpfpuyjeXvh64Z4kB+GuFHUVW5ajjDMMgHNOfS59B6FpYzf5gEZbVPms8Elkdr/QqT/Su/F8rHtcueOndo21V/mnRdp1D4ehd3z87frW/RzpWS4l73SodtLz3YaodMji/jhcRzkJs2aZjBfzHOhH5FGfrvs0y1W7ffxYR6KXz++P47sMj0fqu9Ci+WvRZ+2l/EfF5ZdLOiZAHgM/vLM8AWlTu2l9hEBUYdCCEfPdoH1zaBZe2TmFp0T4u8XY9D0b/3RFMz6SxxOCdYZoo0eEiyTxcl6OayZsmJtjamKBZx2DN+q51aG1tRm1tFQ++dejqWo9Dh3bjuecO45lnH8TjTzyAnbu2YevWLdAkZivHhWjc0nROx8bGMc2ApUP4SQYJahi81r8X9+CDDzCA8yTWE1YqmUSBh688T70rPDx1d9/ELSYyx0dHGejLoK62Dg89eBjPPfssvvWt5/Gd7zzM4PMD2LtvD5qbm1Cic6OH+4XFRSZYijzsZhjgHmTSchmpsiQ617Xi4MGdxLuFtKWQTEaRKq9AJBr3BT/GoKwe0GdmpjhuGN3dfTh1+ipeeukC/uzP3sWxYx8ziH+dQY8hBhEWMDkxA/IWESYME4kkGhvq0NRQ5Rs56h5FZDBYUkFnKoxYNIYqBmC1T1kqTqO+QvyWGGyZx8JSmqrvoqwsxcBKE1rbWlFdU4kQA6uaWDVpSBwKUB3/PA29vldWV2Hv/oPYvHU7mls7mBDbiu07d/N9G5pbmukUB2HZNspS5aSzjPKqRHt7kriaVJw8+vp7MTU9BU0YffTRR7h8+RoWF5YYRMohxMODYZikvxevv/427jGhU8Fgy5ZN25FKVjJ4Pc0AVz/0mzrnGEC9cvkGpqbmkGdiKkpepBLlPBjUYn3nRqxfv4kJlAfxrW9+B48/9jg6OtahpaUFmzZuRktzm8/HWze7MTE+DU2E5PIOmlva8fAjj+Loww/gkUcf4vNDiDEALUYBppXBF57fjR/+1ov4rd/+Nnbt2YLaunI0NtUyGZFkMCZIWQKWZSAYsGAzORRh4DlEmuKUQSwSoxxqUFtTj/m5RfR03/XlaVoeDy5BaKAokTBRVRPG0cf24cEju5BIBbCwOI0Uk0GNLfWoqa0mHR14+MjDOPzgUbS1rqeD5zGZM8Hg6hRUB4t0bGtqaxGg/oMrcmJikn0cf+6uDRsQSyZQw4RAdU0NautqUddQT/ntQGtHGxwefCenxrgml0iHhRgPZ9XV1X7CZ+/e/djCpL9tB3D8+HHq5mtMDN1ELpdHKBhGbXU9kokyxpJc6ucUkslytJDPoJOsycDb3beZgLqCuflpGJYDM+Ahl1/CxYtn8dZbb+L82XN+0mZmZpqHh0U/yH7u3FkGqUYwxyCtro+NG7vQ3FwHlcnmTZ2UZSsKPFTmCxaDsgk4bp6J8FH2n2Rgd4rB0UV4DHaEghby+QKGmGjs7eEamluG+htqc/KlApYzJWUVIjGgqipAPbSxtLSAhsY6vPDiF/E3/vZ38PwLR/Di1z6HIw/vZ+DZwscn3qfunmGS78d46eXXyP9R9PffZSD0Jnp6BvDKK6/g2vWbGGOit7dnHNevD+H8hWHee3HrVj/X91mugUE0NMTR2FjtH2T1G79vv/22z9/u7m70MSk7MTaKEA94Y0yYLi0tko4811IYyqfTp0/jpV++gt6efgbegUSgApdOXcd7bx3DpQsXqNcZnDxzAo0ttaQvj90MHP3qr30Z9fUpxOMmDlPHyivi1KMmfPWrX0Fn5zomQaYQZBBm0+Yt1I8aWLbFREcRFBp534impgZUVqaoE9VoIn+aGmt5aPSwtJhmFxNNLU0+vAoG7jO0pdXV5diwvgtN9RzH4KIwwNHfP+0nFl977W3yYBSWGeE6XkBeglzjaaTTRczOZHHy5FUGZUcpyywSiUbaaEFVZTlsMwbbiqK+thnr2jciyXVfV1VLfdiEvfv2QgyhDG7jytWLTOT143Offwb6TfiVFZP64KGuuhYV5VVc+1M4c+Ys5TYKDaK89+57uH6tFy+/dA2fHL+I02dukd8mneAQXn7lGI59cBnZgkdZO7QHSZhGGNO0P3XcH2oZbDJtF80tQXR22dBvV33pS5/H/gP78PQzT+Oxxx8jDntRUVHJMTOIxeI49MADiNI2dHf3Ynh4lDazCisrJczMLnLfcShniyVAfU4zudRNuZRQKC5TrxfQSDl897vfZmL1KMrKwrT9cezYvgmTk2kG74uYnFjAQjqHxSWHelCEfjP6Rz/6MX7605+SrjN4mTp78eJlaKJqdmYBcC3Mzy1QjstMnPZx3Y0jzmDR+s71KPHw8LOf/3/4+g8wW7LjPBD8IzOvv7fqlvfm1avnvbftu9HdaKAbQMOQIEGCEkmRnCG1mtHuzOxoZs1oR/t9q52VRGkk0YgkQIDw3TDdaLT33c9778p7767P3P/P6mo0Ie3mq6jMPCZOnIg4ceJE1L3vO5yzg9q6GiZJX8H80iISTBBXZetwt7+fa7lI+hKYZuKrisnVltZu6lwUt+4M4d0PrjJ4PoJCyYUPF/UNDdyrd9LW1dC++ZSJghcxTM4sYmpmmesrg571ndi5dzPtVQrmAtyoEOe+FI1VsH1HJzwvh5nZYeRz8yjxYNPS1EY5GfTNBn5QCm2NPtm1Y8cWPPzwMTzw8FG0tjfg4UeP8bDtMPHRgzbuV0vc95dyJdIVsH+F8s6T5wkO52OEaw9OhWO5iMUd3Lx9HTduXcHA0F3EGAwbHx/G8Mgg96sr1M8051XLNdNM2abxws9/hu9+77u0Az8kX8cxQh713enDMPe0IgNymXQNzjFgt8ggyDXK/+VX38CNm/1c+ycwN5vDp594OuT/nTt3wj82efrpp1BVnaKdWCTPppBMRdDYWA/HDZDJJLB5Sy/27duJp558HOvpMxUKZfKmDH2rwvDgMER3obBAOS1Dn7762te+hEkmN27dnCBvHQAO55TA7p2buKa6kEklaCcaMD09QZ3LIaAfMDvDe8XhmuzjnPtw8eIt8quEtvYOmBnfL8FxHLS2tbCsHaNMsHZ0tDMYGCetDSgyaKVAUDqdJI9SXKPXUV2d4T4/yLaj1NU5JghrkKmKIVttTIDd4frZR72r4Itfps/FfXF9T4rJtEQ4rkcbMDE+zzmy/8AUbl6/xyRVmsmYFerBNFx3BYcObUIysYz77luP/9M//RJ2MAEfi4BlHudcpM2PhnOJxaLo7V0PHYT1l/krec7VQJ0IYOSN58X42wnfPddBIbfCOSTxhS88Q5+jinPLh3poDFS5xqBOyUGxEDABFsMF2qEffufvMDc1iJ7uevzxn3wNbU1pMFaJJPfpro4mKIiRWy5hYmQS87PL8JwkaT7C8hLyK1PYu6cTtTUV/NqXHqHt85BkkD23skKfqgIFRel3wygjT5pbyiOTjtOGLKKqKoXqqgziDFiO0W8cGhqh/SihubkVx47ugvbTNtrwkdF72LFjA/Yf3IZsbZJJ+Sy37hL6RiaQLwO3+8dw4fJt3GPC99ixA/j0k4+gh/6UT79aPsbUxLr9FKEAABAASURBVFQ416sMRt++dQfX6FspAbll0ya2/RQ2bOzEnn2baefvcV3doV/2FDraapFbymF5aQ63bt3AjWvXIX13HA+em0A224g2+jLdHa344N3L5CeoS1n61QXaiZkw8FzxlyBbsG9fB8ZGlvH+u+9xzf0If0d+P/f885iYHEM8kUQbE2F+EMd//Pffxpuvnw3xzc+WsLzs4/qNqxgaGUAmk4Y+bZ6n7K9cuQf5vslUEp9/+svkdxzHD+3F4YM76OPMY2lhlvrl8f0wZmg3I5Ekbtwcpl46yBcNl6/1YWZ2EQgiSEQThDiqiMtjAqaxLonO9iY8+fhD6OioQSxRQXdPDeczi1dffQvvvXMRS4se+m7Po7OtG4cObMHBA/vwhc9/FolYEjVVDXCoY9XVxEs9+NEP3yYtQGNTM77+O/8Qg0Nj6N20Fc9+8cv41Kfu4xrYgX17esjjfrz7zgfU81b09DTj8KFd6GJCtaOznonrzchUR9HYUsc1uA47d+7FLSaUz128AuZHUWbSYXFxifcSIhEX+fwyEtEybt04BdfJ0S7lMcX5Dg+P4sqlPiZOp3Dn9gTbFQEYSnS4ErTf6XQUpVIOTz71MOKpOFKZLLT/TE3NcU5RpOJpDNwdxvmzV7C0tIwx2tgbty7hKHWutjYb7lcXLlyB67pQwPfVV19H370hnDxxGvqjqNnpeUxOzGJ5aYVngA3Yur0Xy7k5PHD/ce7x17C4mEc/6fr2t37EZPQE+gfHcP36LfT3D2Owfzz8St7bN+7hnTffx+nTV4inRNlX4+yZqxgepq2kfWtvb6ecC0iS/nkmrXNLS+Eai9BXitL3GOcaq+e+GGVg+e7tcThuFDpfBOBF2yGfKhKNwGN74wE9YGQ1MBcVHt7ypSLSmQz7uNxfk5AOOmwT4ZlqamoKc3Nz9BlS4fgVBgs81gVBAAWN9On0Mv1/nzZAd9UX+a5njkwbHlIQ3tVHZT7H1F1tVSYQbx3O08ygu+NFYK7HZ4+YHQS+gWYOFf7iD9RnDcL27CscZgYjP1SGjy61++gxvAXEqAcz0+0/A/UVmBnMOC7pFc0hHk7HzJgQcbB2lenP69lYpH5KjAYOGyqgRF4Zz2d9wwMoBmV41MexhSmkmjOo66pHvDaFeDoONxqBy3OOOZyz68Lh3D3yIEJ5KahhZnBdB8a5GekPUAEYdNJd7wh8OCpjHdgmEJiFPobkFAZZGDMQzxWg8xmg9UhXLBZFJEoeG8K2OsuZGTzKnjeA+MwBHJePDHCBgTF99S6sBHN86Fl1juuiTJy5fBHzTOrnue/qW4XKChqQFtfjvMgPbhjsQ1z8ET993isBKSfkywF93QqWl/NY5jpcYTLR4Sbjh2MaXM8N5cEnCFwnApjxx3gHQPoCC6gnfkhLhXILOCsz1gNhO4d6Eo7LOskUvD75rmcWQXV6XgO9r4HKfCqh4jsUAUC6Q9ZTJCQVQclQKfgo5wm5Cu8EnvV9JsIc0qJ7IhKDEo4JJp/6+u5xnyng5o0bYRL1zddfx6m338XdG7e4/2YRJW83925AB/fPrmb6nPkSojzTuOZQ1Ab9A9djwDk5fHM5hue48NjPdUkL90slQkWzaGdTStWF9M2hnfDZxyeflDjM0zcVHrWNRqP0z6ibbgQu9TEg3gJxgTwsc6yFxUXMzy8iEo2GPkGZ+pXifiMA24I8Er+No5WoD7FIFMKdpw8R0I5oDMeNIMJyM5c2ugzRK72ULM0FSn6J7K0gR9/ScUgH9cjn2GXaGMflHCMetEYqXFtFJhRKpCGgrXCpvw2MQaWSCSRiUaSTyfBMm6dOzTFhrbN5oZBDU4P8WUDzVl/Nq8DNZ2FhEeViGQjIJ3MQj8VokxOI06eJxRIok/5oTOODV5lLkRwkb4LASDohYFeCT3oKuXz4X8gUmdhd5hmmoPmzPEbaU8kUfOqFz4RkwP4OHBjH0/zKbFPmPLVmw/XL+rLacYyIJ9nEQv8HfA84FgnhT4AKExE+52BkIFnCPWqc+9YM+eTS30iiVM6T/iLnEqNdT4Z9CpR7meOJd47jsm0MZgafMixyH61w7CLjGXp3qQtrNGlch/pgprY+2wNl0mxmcInHpYzUt8Iy8SK/koPKopEIPMqyTAKFUzikm5KDT/nGYjHoyjPWY47Dx4D7Tw4BF5zaqo2Zhbg0XoG8VX/RtcJAcZH6pjYqE+9UrzrwMjP+Bmn1qXMl5HIF6JujfM5V81GlcKqfQP3MLBxLNIsenzSqDXhJfzUnEC1FAaOdcgg+kZWYZFZ/NoPoFqhc4jKuTcd1IHxm7MxGDucqXLqbGSKuB7ZY1S+OySZYq9fchNsPyHcE0NjCFwLxmBn5xXLSIXrB9yjXapz+v3BobsKhsVQvAAnTPcTL8VRvZuxqUJ3mrDrREaEMhUdluqfT6VCm6i8ws3DOwqGxiIF48PGlcsFqgej0aUdKIQSck+M47O/yvYISdVBlGrtAnVhmckl6qb4aW3PQ3cxCuWr8QPMmcEqwkB9OWGdmxOtAl5mFz+or2aqfQPjEK81Rzx7nGqffG6FcNReBaBGE43zEKz2Dl5lxrqu0SPfFI7VlVTieZKQxzSyUkeoEGtvMwjbgpTmqLx/hUF8CbjTFYg5lJtkC2uxolPrhmKrDufmaL8Fhmav2XC9ByMvVNgHrwsb8pbG0/lZxVeDSH3DdVb6oncBxnFDfPM8L7yoTuK5LGxEJwcygcUX/J+vUR/1DYBvdzSzkC4f/+Ee4RIvWqBI8ehbfxX8zg3gtPqhcbQVmq3jWcKpOfBLoWTouEA1mRh77ULnoE6w9f0zERw9mq3j1qnYCn3bB/0i+uqtO4wpULzAz6F31BdrSHG2+6BaIJtEvEI/AS23VT+8qF7AYmrNA89c8PepbPBFDIhmDQ3mWK2VIZuqr9mamG+cXhKAX13VCubiUEXhpfNHFx5D3DmWqZ4HZan+Nnyfdwg0LwnaqXwPRI7oE6m9mH7fRHCU34dA4ZhbqimiXTjnURRmPCnW2yDhBQH106Quu1jkhHjPJKAhlJBzii9qxBEZfWvfwnfobEPD/5wqIv0yfXHjM7D/jqZmFvVWvcT4JAXGbWUi/5ql38U+6qXZmFvJWeiX+mtkq/eAM2denkVQfgfDrbqwzMwifmYXt+QufvMxWy83s42KDhX3UT2MJNK7eBZJFjPZcsnGpJyoz+/t81PjgpTr1dx0n5IfWht41J8ld89M89a4+Ap989Om/+x/ZEL2XuV+rnXP12hiDkyPQX7LHkkn0MJDf0taGeCKO6ppqmiYfUlbwKZ1OoLm5nonWLBU5jiYmlfbs2Y5H9Cmr8JN4uxlkSXCDLyDPjVybf0trC4MGvdi+fTu0sWhQ4aunU5fNZul4zqOvrw/DQ4O4eOEcXvjZT3Dm1AkGB67i6pVLPJx/wOdrGGX94vwsyjzkZquq0Mng4H3HGaA4eJBOYQqjTNaucDOp0MFxHY94F0hHCfX1DajKVDGoMMlg2gX86Ec/wqXLV+A4EaQztbjvkW0olwuYm1uCEi23GWiVIW1kMrOjvQmbN3Xg+PFeHD7ai23bNzEY1I4MA7C3bt7D+++dxBtvvI2pqTn0rt/EQMthHD5ymIH1Y3ji8cfxD/7BP8SGDRs49hQDDfewMLeAqOehrraaimnhwb+9tRUbmWBUoM2l8M0MqXSKwfJaBkNboU8Jz8zO4MrVywz0D6I6m0VX1zps3LSFMkqhwODKCg9rrhdFOp2B4zp0snNQgu7hhx9iAPuhkIbOzk7e1zEwVoW6ujpEeXDRp+r0icPTp88xmXEely9fx/jYJHkckH9LYcBkgMGN/r5hHuQKmGNw8dLFO3jj1St4713KbHiWAdgh9j1J2V2B2lXoBOd5sBkeGWfC9RbGRsfJ3wqTNX0M2t7CeX095427GB2dwkDfEIYZHBxnIvX2zdtMWt3G0GA/6ThPvPeoX/XoWd+FKgarmhlc2rd/J7705c9j9+5tSKQcLK/MkM6pELI1KXR1tcDhyS0SAWpr02iob0IynqExMh6iPM7Lx8L8EmanZrDMhFgzE0x1NTFsYoAxlfaYXDvNoBGDmbt78Rtf+wI2benE6HgffvbScwzK/5iBnNMMsM4BFUMmmcW2LbvQWN+KZKIaM0y8XL1yg/p6Brdu3kWRcjHzwvGmp2cZ/OxnoHAYWqQ6EMsA9PSsZ/B9C3bs3IlayiTJhM4Eg6EFOkbRaARzc7PUycs4efIUJKs0HbN2BpC6uro4126s6+7F1i1bsXv3Tuzfd4CyrWESKEd+LLAvdS0ap1O8Qp1txb4D+6E/cKipyXKsaoDJiQQ3o0Jhhfo7SR5VwqDZ7dvD3IDAA0UKS8tLTFKMYGp6igePaepbHN096zAwOMjyIfTdu4sYI9Hm5BmMdPHAg+uxb/8W1NTXcv4FVNdUoaamBprr5OQKeVGGgyga6xoYeInARQQpboq0RQwIgfLOoiab4PrysH5dI+ndgupsmvbpKl5/42UG+afhRgIGSReRYnI9x6RE38Bt1DVkmTR7CA8xwSpeFItx6lzAeTcyYbEjTJ798R//Ib7+9S/iT/7k6/id3/kMvvilz7L9cazr6WKQcz8+zwCpvir0yNHDaG9vRV1NLTra2nH86DHydh/n10GeJEhnGasGtIIR6vbg0Cj55dLG1DAIfQsffHCCwb8zpLsGjTzoF+jwDjHRE4ka17yPzVvXYc/eLcSxAv1xwPr1rYhHgfa2phD/Sy+9gpOnTjJR1I/h0SEmVceQZLCwhsmzptYMjJv6AhPMtbTN7a31aGPysCqTpJyXkKI8aeuhrzMepL08d/4ck81v4tjxo+TDVuiriSs8HCbiCTS1NFLv2xGLZWgLUtRLYGh4Gi+88Cb+3b99Dn/2Z8/jxRff5vu7+MVL77HexWOPPo1PP/EkDh26D7FoBrt378f9xx7Cgb2HsHPbbnS1dVO+3Cl4SCzzYK0AegMTTV3dbdh/cC/tU4KB5jrcd3wH9ktPasizy+exQLuSW/aQzmRJSwajIwu0UZ04eHAz7XcHlhYctHVspA2ZwN27I3C4riq+Rx5GwPgp9bIOx+9/AFu3r+feFMPe/evxX//xr+H//s//R+rjLrz2+i9w8+ZNRKIeeXsKZ8+d4f1DyukU+u7ewzTtwdTkNO4yCa8/Ujl6/BD0hxwbN66HkrPRGG0HnZ7GxigG+m9idHSAduwMZmensbQ4R37fQlVVFfe5dfi1r3wG/+j3f4/7xmZwy8Spkxe5j91gcADouzeKHz//CsI/wqEjqnV8gMF52YEKbco4g8/6w5SWlk7qUy3t7ySamHDO54pcg3P45t9+C02trVi3vhf1zc3YuGVL+P/BDFO/piYnsGXTBuRWlvA3f/0N/OA7PyQvU2hionv33sNobV+H4bEJJhZyqK6J0350YIJJnTkGfjq4n7iuixkGpO/S1p88cQ7T00XuLUYbm6dejFHUUO41AAAQAElEQVRXIyiUgHRVGr/3u1/B//R/+wM0tUQwtzBMPepCc3Mz2lq7KKNhztVQobNRTzuwfn03qquTmJkZw9z8JFrb6rkG1of/Z2KxNIefvPAeFhnMmWIipFRxuXcFuHZtmLzqZ59pJsjqqLezuMH9YSW3hBXyYnZukn1mMTk5hDfefIU6Uss94zrOnr1BWgdhdN4aOXYiFmVibZl01SCRDGh30thCmcYZlPjgg/dx4uQJvP/hh5hmIGl0bBzZunokmLiurqljcms9dWuZ494M5QwrIxYzRGMOPNqg5ZU5VPw8VlYWQp8nEiH/pidw/cYVvPf+u5DeZzIZ8sLHg8cfxOlTl7lW21FbW4MZ6s1/9Ue/h0cefRByzHJM5PLMBoeUG38neEDVXvvjH7+JH//4Ja7B15HJJKhfXdhOHyTC8SNekgcqlwGPeaTTMSZuZrhGCyyrwJFzGIthnvKsrc0iEvG4bu5hjHPU17sr0U0fN2zf09ODdCYd6q9kmOYes7K8HOrHyPAg9Ece+pT16PhdtLTV0He6yETTO+RDlHK6h9ff/AAtLT34b/7xP8b+PUdw6sR5fOkLv45NvZu5xQQo5ldw+8ZljI3cYmD0NBOS45TVSQwO3MW9u3dxkvzvoX148IHjTD7XQbb34vkr5P0i97MsAh8MHPhQMsLMhYJXi4vL8GljivQzAgYJSxyjt6cRe3e0wBjc2r9zM3cWoMSAEFUBzS1N6F5fh3W9rYgnI0xkvUF+BohGZ/H0M4cRcYDlhQXMUy50e/Ef/vd/jD/5499CMuFhYGAcA4O3sWXbOtqZEr78lU+hqzuDfft7qZfz0Le6FKmTBsA1oKYqjWTUQWtjLeqYoE6lIli3rg29PZ3w6PsBFvoh83OLiFA/J7luh+nzrF/HNVRfhSNMxPuFJdRz76zNVnEfpf1PJ7DvwHZs2LiBSblHiK8VMfoHjjmU/wLWc0++79hhHKaN7e+7jVb65c9+/gvcQ7sh/k+Nj2BqfAiLcxOYGO/H/gMbufcdxGMPH0VueQQP3b8Nn3rsIP3jQXzw3jvoYxLt7779Pu3+69iwfjvmZgtoqKvFht4e2uUM96MkJqemMbtQQFtnC/e5LLq72pBJpcjLKGqzMdQxAXvz2iDGR+cRi2QoQ4frbJJrJU3dWo9r1/sxRZsQSQCPPvEgAh4uu7o6UU8/KMYNMck9r72zFQ8+uB937t6mPixhmQnfgAHzDz48i3ffO0t92QMnWovlXAyvvHaSum8YGJiAT1saKODrevDJo1kGgcdp33V+qJRzpCePZe6hdfUxbNhQj67uKvzm1z+NZ569D8fu38351KPAwOPySgmOG6Ht7EB7VxtmaXfMLdAWj9AfeQtvv/0ubf9d6lc9XCYttmxuxMF9e3juNjz/3E9DO3+ZPuHQ8Bg62htx9/YNHDuyj3Yggk8/sQ9Pf+YxXGGS9Nrlczw77MK6nhbuYV3cy/aSN8P4xauvYZT+YFvnOvqOk/hf/vl/on0bR9SLhWsXtBVjY2OUTz/1Yh/27e/GP/0/fgl/9IdP4dNPHUFrSwxx+meZTJT7QoE+l6Ga+9Ti4hzPMpsp8wegpPWuPXvACWBschKAh2nuQzny2uPcR4aHUWFSemJ0BrMTy7h6/jZaaluQTWSwY+NGzIxOoylbj51bdlFnGzExOYtSALTQR92//3CYNMktzKOpLo3W5gR5mUKpsojxqTG60Tn4TgENzdUIAiaHozEkUhn0Eu/+g4e45jZiE9fdlq2d2L6zl20qGBkZ4VlwEhdOX8TKQp7rrZr+wxxcnp2UXJhdWIHjxDjvarhIYYW+hcfkw+/9w8+ikfyIpitwI0YeRonPOP8l5HIl7uM57j1F+KQd5CsZgRXajyjtaCXwYdwfQR3NUy8CGk8dtM2MOleG/OQSnVglqip+hb5nWd2p85XwDtpj9fF4MBEumgCY6yAwcLyA+0gFAf/5vk+aArgcy2Ef2WLdZTd0F5ixE7EK32o7l+hd9vHCvqz6+K4ggHCqjIX8CaB39Q3LfuWXygVmBrNV0JgCjWVmH+Mw8kLla8AKrD0LR4nJi4A+ABGxqkI5Czg/BYFcwItF0Eg7FU3GmGicJyUB96kI76BdjqJcqQDGH47D3zBziQcEFsKF60bCZ7IMruMiwnfd1TaQvMhPswBmBlIN9iTwxwQGL8r+xF1mW30ysUj/rkQoU37im+IUIR7i0PNKbgWqIzrysELZliD8rmucNwgcy+XdCzgPB5pfhXriUuaO66HE/cpcN5yXyz7RaJT0V9gPkO6KPtd1+e6wPCD+CnWrxGKH47kwJ4lCycXcYhHyk8whj5hEkjwrZELAsfgDn79UpneYD+mY6DTOVcASiC61EUhORZ5RwMvM+JtDEkf4AHKOz2rnc2EI5ydBfBIEPFP4jLv4a/eP6EEA2uIK9ztCkfPJ+Sit+CjnAhSXyyjSvpbzZRRWCiCboWRA1IvS961CwPH0h6zNTU1QEnl2YhKnuDeNDfRhvH8AxvHKXLf1tD33H3kAW9dvgce9QXg8x4VrDpcrgQygyvHZ4HF+HhzunQnEEyk4XgTineZfpHOrNV1mEliqx2lTji79ohRi9Bn0hwCuZ6htqEGSyUjxoUL+g/h8+iAr7L+4kkexxDkSwSJ9OipmqDOLPKSY6yDF/THOvmXqwhJ9rCUmXgUu5R4lLRQe+RVAXx9cIr+kI8Z55BkPUB8zg0s8kagHj/auWAyI3yMYdcJHmTaoxMBsPp+DQx1LJpNs50gMRB1giXTMzs6hmMtxnAqWaJfnZ2eheMPK0gr93DnKweirjSK3ksP8/DzkK+r8kWEMLc6EaTSaQMQjFx0X8VgcDmkyAA0NDWiirCqUS4V64JDpEfLLcwwRB1zTDnFXUGH8TnPJM0gNMjmdSiLDuEeE7dgcy8tLpCePFSZXJQ+PY3nkjWsuIm4Uge/D9I/jsjvfA+LlHH2gyERvkXwLAgdsBtFSpoz0DPUBEHGiiMWSiESSSCarkEhmkKnK8DnJWuol7XvFL8NxHLZx4VI2krXPuJbuZi7MHATUqyCgfnPcgPL3OYjjuAAoC9JhcBChLnuk3yGuRCKJOBN2juuATWBmkHzT6RTPL3XkZYzyK4dyMVhIu/TSsHppnQr0Jv4FqMDIY9GkMULcHEd0uK4LgZ59P+A4MbZ14Qc+9Z02hXbBo/64BK1f4dVYejYzCJ/6ayyHOM0MwiN+6q4xfc5XdAhU7rCN+gmv+pE9IQ0qW8OltaZ1YByXLKPOllHmWlF7tRPOkAbHQBYj/CMQ+Aj4T2007tp97VnrPeC8itQrM6NcAtLqk3+V8C6cPgVFUUE0CZvoUDnZHLYPx2TfGPd6ySRQe0JEtpvzV1uVaexPgkMiA/JXPJB9Fw/1rDaas/BKj9Vf7yrXs3ga4f4Tj0XIIweOKzA4nLdoUhuf60hjmhnbrMoTCDinMoyTZjE0psYQbpc8Nfvl/EWHQPXCA14hXsqNjxyLYzoOcTvwIg587tXioXRB/QTqC15rslmbn8N+ZhyLuFzH4TkpwTUVIy6XrUkleae+Ae8CPWst61l9I5EIhNPMQjmtjSleqn51Pl5Io/qIbt1Vp77yi9Rf5cKt9olEgnoeYR8LaVBbh/w0MxhLzAxmxqfVn4A6I3tZDhNMFeqBz74OcUQ/nkeFMlAX6bTrGjv6pLcc7ss+/QSVaGzRIjpk00QTG378E5AHKhM/BXpfpc2B47ohTXpXB9XpLlCZ8Aqkk2YG9dcY4pfaqE7jqt8aaCyBmUE4wEv9JDv1Uzv1Ex9Fu5l9TIPe2Tx8Fw611fuvgsoD8m+tPOAcBeqjMTSenlVmZvBoA7W2RI/K12hR2zVQn7X2ZhaiVt0y98lF7pN6Fn2Ss2hXA5UFpEProVgqoEz/rcLEaom+Z4V2xefa9Kmjei6VVuWmZzMLeWO2ehde8USgZ9GpZ/Fdd+ETzYIK927wUrnaBZy76oVXY7Eq5J/wmBn1pRLqi/pqjqpXneYQiXhwPYftwXa0/aTVzPhuIX3CLzAzrF0aQ2PqDtoDbn78Tf2lnfS5hivUS40jegQB6TOzEJ9LfQMvlYse0a16jRHhmtRdYLY6nuo0jkDPAnYP6TOzEKfK1vBpXL2LNyHvQpwuqOUic5VcrF5qp6e1u5nBdZwQNzi86BCY8YU/arcGomcNVAZeZmzEu2hRnfpG6DdI7zQ30aT5mxnMjC1JDnmjB5WLXumW9lGBntXPzCB8wvurY4FoWA2PcvRof525hQCRSAoKusXi3NC5KRULOUxMjDFoPEynZhmLS/MMIExhdGwkDO7LAMViERrQCMDklUcvyKcDoix7NOrBaOxdGp+q6jS6u7uwdesW7Nu3N7xvZEBoK4PA2Ww1BE1NDXRk6JTR8FUzeLRvL4MK3R3o6e7Eow8/gM889TgDHj2I0uBPTY4x4XWJwenL6L93D6NMoC4wCCaG7dyxA00M6BqdmBEGLwb6BjHPgNXc7CKDGpO4dasPZ89dw/JKhXNtQktLFx3AFiRS1YjGXLS01tOpSjBIUWT7GQbJxhBjUKehoT4M8CiBWsiDwZN+Jv36EHHjaGnuIJ2bSVsKJTq2RTpy1VVZ8iWO4eERBu3ehT75OT4+huGhYTqoy5idnsb01CTSdHRdxyGNczh79iyuX7+GsdERJuWmGSSewAKTfbNMpl24cB7nmWQeYlAjTadvO+e5afMWBgOzmGaSrq+vn32vM9l6hbTdwszMNFwu0NAR4eJ0HI/0xBgImuOCzaGjswZ5ButOnzmJ8fFxeJ5HJ7RIfFHMMfj69tuXoGDV2OgEFLRMkz+eE+MBp5a6UKKjX+JzFIcP9uLI4QM4evR+bNq4jbiNdM9yvoMYHh5F370B9l9CgYeMoaExBlL7cebMNZw4cRbf+bvnGfD/ARPR7+D2ndthkG1ucQaLy9NwIj6qsimsW9+Jjq5WtLQ0oJvB1vaOFrS1NaG9vZmyasDGjT0Mpq2jDGtY3sJxcgy4lrC8VIHrOCGdswySL/BAUMjlkf/oQBKLeiGOAwf34De++kX883/+P+MP/uC38Nu//SU88ekH8djjx7Fr90a4kSJgRXR0NKNn3TpMT85jZHAS1y7fxsjQJIPBI3jt5Tfx4s9+gZ+/+DLefvNdjlEir1PkA/WHOjjMeWd52GtiUs11ozQ+Lg0foMOsvlYqEokCMBR4mE0mktShMp3pAPPzCzh16hSDzpfC9RZww9CmkmCbYrHEtTmJHOd07NgxPPXUp/HYY4+SD01I8VDiOBForC1cY7t274LP9TkzPwGfwapSpQgZ2/r6Oij5I0MQ5aE+SV1sa2vjvHfh/ocOIp6IhkErBdKmpuaR4yExGosSxyptw1x30r2Ojg4ewObR0tKKzzAwuHffLiabBinn29zYwEN0gMaGZmTSNVwvUb67PDjVwUEClUIU+aUAheUKGuozeOrxI/jarz+Oh47vtCY50AAAEABJREFUQdzz0dSYxVUGGV9//TW8/MqHOH/hQpg4mZga5TqvhzllBti24qFHHoI+vRnjQa+GCdBoNIb9B3rxwAN78Ru/+Zv49Kefwhe+8EWu+xWYOQwG10K8+dTjj+Hzn38Gx+87ioOH9oc4e3u7GehtpW71YvuO7di8eRPb16Cbge4jTKpG4wny08H6TZuxZ/9+JJksqWtoxP79B0L71trawjWyxIBxHNmaGib2ajFL/ZvhAbappRHtDDxv3tyDOQa1T5x4h4Hf2+hj8LuuPst16DC5c4Y2dpxOcgXzCznc7RvD0NgQlvOL2LJtAw9dKUS9MhbnZxCPe1xzRR6Q58nXHOSY19bVoKEpi+psGvWtjfBDG1zN8WZxhjZGepVIpuBQFwMGm5tbOpBMVmNqahlXqNc/+fHLGBqagssxxscKePP1uzh/bgCZTDPGxxbx5psf4vnnf87kzmvYuH4jjh46CqomZmfmcPfOHQz238PN61cwyeC9zwBmTW0NtItmqtOYYSLt/Q/exTomFbZv60UrE8O1tR4efvhB7BSvN61HKp2BYymukTQd9EYmbvqgP3DheRjXr/UxwTyB5pZu4iS+mTLnH3BueVy+co/B+Ru4ev0iebdIeqNYyc3jO9/9LhYYMNiyZTtt0jDef/8E95JePPDgA5TZHiYluuD7AXIMLtQ31KG1vYHJQof4VzA8cofrcILBhEkc2L8VX3z2MTz7xceoOz0MCCyjn3PVXldTW0251IT4fvd3/wE6Ojtpz89Ae9yDDx0nf6PUp41obGzCBQbOR0aWyV+PurWZtnqW9GyA67j4yY9/Cn07wK1b91AslGlLymx/De99eBpvvvM+fvjc85iYnmNQfRyvcE1cuXyZuuCiwATj3NwUbe0ME8ZXMTc7hd/49a/ikYc/habODaipacb45Dy+9XcvMFich0f7N0oaBvuHOUaRNm2YejgQBmTu9I/g/Q9OY2JymXXA3Nwy5phsLTHA5EWicCMe9a2IH37/Bdy+dhVtzQ144PgxBuiruYbrAQMy6RTX2iKTNqPE24fBwUHMcR8rV/IolnLU91tY193N+W+h/d7A+bczyTeN6uoGTE7M4/KlUcqkgH17dzOh2cWkzSTlswSgBPkdkXiAuYUK18cck4AxruHP4InHH8XRY3tw8OC2cB/IrSzj1s3r3GvHAb+Izo7WUAb6lOPVG9exe88u6mEP1q1bh4OH9iHHwE5gxv0/i57eDWhp66CfcRW3bt3keujHlq291IsEammnvGjAdnG0ci/S15Ir0RMhX6amJqDEhE9nfmF+DpcpH/0Vfw1tkhuJ4SATXe2dHehZt4WJnBK+873vMxnzFhTcamxs4Pp1oGBkmf7X/Nw0+u4OIea6XFPz9HUmydckZpnMyWTSlEGAN986yT2ugAiDWxmum/q6DPePCvV9GeY4XEMBXnnlTfKWa6a1mWve8Cb3KMdx0dbejiSDWGfOnKEPMR3anqmpKfzlX/wtx5vAwvwyy6Joa23jXtmBAwe3IxpN8b0X9x3/FPbvO4yahjaks02oZmLl3r1hXL10i0kOJqSrsuHe8e47bzFRegKb1m9A7/oeqkYFnhsgW5OmnIeRY1C1ob4h3C/OnT0J1/XpV6Rpiya4Lqah/U1BQX26N5VKIUm7FYvGufZ82hyf70mkuG+BAdRE1MXo4GXKOYYH7u/F4586isNHdnLObJeOUy4z2Ez72bm+GQ89cgRL3F+rqx3qRJbttzAB9XVs39bDteSjsd5Io4cnnziEvfs70dUdwZlzF3Cv7youXz2FfGGae0IMGfbPpI1rvx7hQS1fRFJrhAaxsFTC+OAE97ZF0lpGhQf2PtoLnwe8bLaGOlqmfKKYnylgdjKHqdE57Ny6Hi736EwyTt47tLvnUJOtJf870b1uHWX5Du3Zj3Dy5EksLS9wbkb7cJ68mmG7JAr5BdK2gBvXL9EfvEB/ZRDzs2PYvWsTHnnkKJqbM1hcGOWelITnVPC333yN+/T7CMrz6O7KQvtld2cEmzeux1d/4/Po6Unh7u17XI/XoG8M+Z/+x3/LJDGIbz2eeOIx1NZlkalyMUFftrWjjvKLYmpiBXduj8Jx4tTrFco8CvgeqtLVSNB/2EyfZGFpAbnCMuKpKhw+uhNf+eozaGjMwou48NwIent78eADD+D4sWPYsX0713wJDdxjOzo6iddox8doY3tRXdeKgeF5/OC5V/Cv/vRv8YtXLtH2LWGYvpnrRVHLPulsFRzqVSThIJXx4NOGHDq0Hl/5ymP4X//F7+IP/tHTcCMLiCXyhAA5JuUHBgeQSHjIUk6z80WkqgLcvncB1VkfqZSP+toEXnvlfRxk0ruloRl1NVkmrTvwmU8/hq62ZjgMck6Oz+L27UHiK+O1Vz+E1urpEyfRyL0i4IF/785tWNfZgYmxYXztN56hjJu5TofQ1t5AeorIZD36YluQzaa51g4iFk/hkUef4HNvKAudaRScGh+fQGNDSyjTnt5m7NrVhZ6eauze2YJD9IEWlwqgyoV8rXATLRN0/gAP3Rcvncd5QoR7fXt7bcinY/cdwsOPPsjngPY4Tdt+FF/6wjPYs2MnJsnrjR170JztQplnqDTlWZ+tRpZr8871u7hx9TaaGlq51lZo80fRPziC6akZXDx3lXptuHfnFoKgwLk2kJeZ0OddXCHvYxGkaL+am1qpwyXSmuC5bop7RYUJ5WmsX78+1IFZBv31zSjrezZiZblIW9SFO3f6aO8WUV/XgL6+PtTW1lJ2CUzPzaGfZxD9cZa+dWmCiZjbd26iu6cLeSbTS+UCjL5RLB6nTKupFy7genB4+Fbg1XOjMOO7uWRVAI8+teewDRDid3hwBs+rkXgU6eoMXJ6bA5c2l+dgPTOXD3gufDOo3OVzAHDNB3DVjk96YzVgeuLNcaB3M2Ob1bEclhV5NgCvgAd/vbvcExzXDduo7JOgejPD2h2fvDiOmYV1qsevXGZswDLh442yEsV8Wi3mw9//Ceg3+TxfKsgg4GTJK5+T8cN5RLgnGnmkWIDDte1EAYsAiBAvE46xdAwF7s05Ji+MPgk4jsbW/ITXzLBGp/CrTHdBmQEtn+NDnQhlBj190mJ8dhyXvImIHPigTIwkCcA7ecgbzIxtXEQikfAOXiwKz0bmAE7Egb66twIfbAAvGkXgsILtHMrS+eh8XeE6qgRlStOH2sPxufp9+lI+SlznLvVBn1KWTkWiUVTYHgbWlcEeiMUiXJ9l6neB/GYJcYlfHseIRDx4PJtzyPBHpHOKbGfgdOkj6e6wP9i/wj2oxLIKYRVPQErEz7AzfwUcN+DdSC2RhO3W6nVfAzbhj1oCZhaCw7nzKXxmKXSpvQsD8znQJX0QaoHqVGZE4zqeWkH1PhNSPn3JStHn+c+Hn/cR5Cv0c2JwfIftDK30OSLROFaYzLt04SImJycxQ9+kOp7ABu4Bi4yf/N03vgHFGALirqXfuImJ1HWt66haEUQocxODaOuMOuI6pJzzEE18ElkgGRA/Xa4jj3uF58XgMTFo5qLCfmVCiQmxfL7E9g6ipEfnGKM8l1aWsMTzWMCJB+RxmJjhpHXPFYooMJGoxOoKfcox2p08z+t5ruEZ2qRF+qU6+8eZUM3w7Fhdk0UmkyYtAfJcBys8hxQ5rpkTyodxUY5N3SOxJfqFoNa4rgOPkKL/lqlKhTrkSD6cY5L+kOs4cMxHKhFHOhVnfQySeYVrJkp9zzNuoFhCkfEQQZlB5ojjwiMvo14ESZ6jiQHRSBz6Y3TFTRYWlsgXzpZ8lT3KMVFcJL0VJm8TTGIEJHR5cRmBb2STy/FdjulyDgF84pffE496aGluREd7G/2VKtazjv1cxwl9OZ/POSZQ5UsRAcAWruvB8zxUuImVSb9kqJiJx3IHTmhvXMcD9Myxy4y/6Q/syuShyzk55sHghnRJ9ygmCIfA2EfnLP3XXcOjk9CHSWZ51lmgjPzA55haTz40vks9Aa+AOgpiNHNgZgBxCHzfh/ALb5m0hjyiLEsM6rNROKbWc0C8mqfDvp7nELfARTwRg2S4No7mS5FzDBc+F27AcUqlSujvV/wA7kc8EX6BxlN/AXiZGXFH4LqR0DYUqYNr8xCt6lOmfXIcIJGMIc79K0LdCDhokbqqerXzORbRkQ4L6RN+M4PK2RSAcW4gr8qh/RHdRqRG+wVePvmiMuFVX5d8/OSz2lbIE/0xi0/hKJnnU8fUxsyIAcQfQPIoM77sU/855Me0OK4Dh2MJrxfxoD+IYR6dOh/l/F3S9ZE9JB3CuQbCxxqAY8TpA6hc/pQAvMQLAR/JvzKbGcIxyHfHcUKa1MeBwWwVWBi2Ff80bzNjEWn/aGyVqY/uZa4brTvNVfMHL+F1w7lwTi77cg2LTvXR2AIzg/oLXNehLxIL6XIcg+gVOA6pYjv1UzvxX2tHsPYu+YpOlale5eQ05xJQChXSXeEzQtyrdQh5Lpxr7X0qgHCEa5bz4RTCNq7rQrq2Rssnn9VeMhYelUe5Jwr0rDLRJdAYJOJjfMKpepWLZuExs3AcletdoHrNP0pdiBDUj81IGudFevkQ4tR4amdm4RxdVzwjB7g/Gzmgvg55GvBd6zWgjjqOE/ZlK8qgTH0vosyzfoUAXsIpfRa/Ao5lZjCW6100Cyq0DXoXqI2ATYjPR/Bf0JO1dmt30RCLxajfMXWD5uyS33pZw7X2rD6qk33WvmBm3FNX6Dsv8wyxEvZVW7URXjPOnHT7AtKiMoHagDPR8xqYaWb4eH2pfE2OIR9Yr7lKlqJRz+Dl0cZECFpzaq9nwVof0bw2D5ULRB+7kt8l5LmnKlanNqpL8eyhu+rNRFMAh2snFo/Ai7h8BoRboDaiRThEj8bSXaA6zcElLwV6VpmZUT8od9cJx5d9KNKmiwYleIULvDQXh/ohXGqjZ/FdSX/NVTg1nvghUDt2I2433N/X+quN6swMwmGmOQFm9vcAvFQvMFurYyF1N5DO0o+syF5yTxVO8cvMUGAuRjxQmZmFY+hZuvmr5WYGXWYWthMO0bYG6idQOVUGuvSseuHSH3qozKNNk4w88tZhQSD7Th9Jd/8T60G41qDCeuERCKfBQl6tzVdlH7cljjWeqlwAXmt3Pob0SwbSA93X8KhuDcQD4VE/M4Paqb1gbc3pWX3VR210Fx2iU+/Oho312LGrB23trVykEchZHGcidZ4B+8mJUYwMD9ChHWNwZAqLi/NYUjAkt0IldagILpWMDiSzjD6Fl0oloORjQ0MDD7i1oYEXkSkGWDdv2YT7H7gP+5hU3blzO/bs2cmA6gboq4IV1GxqakQzE6vtpGPXzh0QbN60kYfmFrS3rUI3A9W11VnirkHPuk4o0eZ6oGHIYWCoj8GUGcTp3DW3tCGeTJNWljNA/NZbHzDAdBfZ6joGaPYwYLMVNTVNDIq10pmtw5EHj8KszOBtNYPi27B792f3P+cAABAASURBVA7StQHt7R2IMVh57eqN8JMldxjgzDGQEItmGBxvI54t2LFjLwMPdUxm3sDLL7+G733vh3j11Tdx5co13L13mwZsgXhboYDsli0beN+MXbt2MejRA891yNtxBh0mmKwYZXDgdhg8TtFIJLjJx+lkBXQg0pkUdu7aiQMHDmDbtm0crxoBDbzruEinq8i3VkR4KChTCX06QBUq7NLSMpMsZRTphEsZopEIA5VTGGXCNkn8DzBg1U7HVs78PibBDh7ch2PHDuGLX3wE27dtJI8b0d21nsHCJkxMzOD119+GPnnpOh42bdyEnu5NDF72sF0TedHMeeYZEJrAzRt3UciX0dHZje51G5CprqeOOEx2jODChXs4f34Qd+4uYGBwDEOjgzyYLKClrREHD+/Dw489gA2b1jGYFKMcHercBG7cuo6p6UlcvHgebzNAe+36VYwzOb1IPVxeXmQwZY7vw3RmS/CYhKvOJlDkYa1YyiMajYSgBV2iU6+Dan19NRobahjQnqM+z6J3g+hsY1DFoz6uQ3NzPWUwCiW/Z5msvnH1Fq4T5mdznNsAA5DnWDfKxMVdvPHWuzh95iKGh8cZ0GpCMlVNWueQyxVx4fzl8FOKF85fxMz0HOW2A7t37WXgKI3p6RmAXt8SHXcd1KM8yA0NjTIAf43JtAnqosd1N8ag9gIkHyX10uk0+TuG6zdu4MMPT3D827hx4yb6+gYwMDDEpM8KlPRIJtNwKesVHnZqmFxz6bSPkl8Dw4PwyI+NmzZBh7jhkWHq2x14dBAVhGppaWHgqoewnvxpRLa2LkzCzM3OI5vNwnEiHJdzZYJ4oH+QyaRB9DEhU9/YjPaObjh03B03ioXlZVRn0+RDjvSNkc67uHTxOgOHs/DMRTkPzE0vgXYf1TUpZGs9HD+6GY8w+YnKAhMY5xFhwuLmrau4R/yTkwvo7KrCIwyCP/Tw/ejtXY879/pw+dpN6FMQTc2dmJvPU+Yu13QzdXcX10NTSPOHH57Eq6+9zuTfixgcGqI+zWJiYhxzTO7ojxeu37jKgOcykz8L7L/MOfi4eesaXnrlJfz85z/lHPsBcxCLJzE6Po6R0THkqUceD9fib09vD/bs3Q2Xh+xSpcik5xJ6NqzD1u2bGRRoRJFtL15eZN9p1Dc20t7UcJ0sIhrzcO3qJXzw3vvo7VmPCgMML/3iVYyNz/BwkyBrHDiUWzQW8DlAJh1HjgH0MpNR+jqThsZa7GRANs5gnv6YZH5hhUHtGQYwB7C0sohYOooJrpmR8UXMzM1D9EdJc5kbz9TsHKcUgeNG0d7ehdGxaYxy3Bu3htDXN4dCwUiPi4a2KtqoVnTR5gYVj/qVx41rNzDDAGkiFuE6Pku5nsOdm9dQzC9jA3lx+PBB9DLxPD87CSVXq6k3Pu1Uf/8AXvnxJdy6Ms3Deh1amluYOD6LF1+8jBd/8RKu3bhIGoYZgL6FqzduMUGwhIuXb1BORfKtnkmNvehZ30unM2CScxQLiwuoqo4jU1UFrZ1sdRX55GJ6ZoJJtnls2LgR6Uw1Nm3eGM6xtqaWdqwer732Pq5du05+RBkETSNbm0V3zzo0NjfhwKEDeOozT6G5qRk7tm9DNXU4zQD8/Q/sw/H7dqNnfRPa2urxxGMP477jx9HZ2Y5bDNAuLS3SvuVpA4YQpzxeeukFjHBtzc5M4+yZWxifyOHW7X7WTzM4nEMsZlheyuPChUvU5Q3UkRJt8hju3h3E++9fDQ/1V27cwcnTl6mXhrmFIsYmpth3jnqQCpMSKe4LxsPWHY7/yss/x9tvvs7E7xTKXFwvvfQz/Pf/3X8LfWXt8koRXbTV+uraqelxNDS1kE9GHEZe+lyLRRQYwAi4XyiJV+aBXbpU4rvrgc5rBREvwvkVMcTgNDjm4nIBoyOz+Nnzb+D1V1/lvAbDcZXgidKJbe1oCXnTwAShvip0794D1KkKVpbzGBocwtTkTGhD9QnuZeJaWSkgk8qiihCPZpBNGaqr0tSBeeIewezMPPF1YMOGXrR1tGED94cHHtyNX/u1Z3Dk6EG00GfoH+qDEpndPe3YvXsnHn/sMWzbuoU67qJvYASnTp3DmdMX0djcjmRVBiO0h17EQzPlXkUdcrkP/9Vfv4L/+Gd/Tds8jRkG7qW7G5lYunX7BiYmx7Bt+yauG58JuPVIMgCh/QcWcK0EtL8DDFylaLeB7nXdoQ80OTaBZdpC7UG54jKqm9LIMaHsVxwMjozhpz99hzJdxNDQBOX3AXJMLhqAKAO5saiDqkwKnhMNZdXRXo0vf/krOHbkGN55+wwY74BDSVZXZ2m/46EszRyk0xmuiwyM/8bGxpFKxUK+OY6L3Xv24Nlnn0E2m8XY2Cj09XV79uxAkYmtwC9hfm4GdbVVxGfIVldjA5Na8n/STIRVVzVQ1u/j3/7pt/FX/+nvoK9BPn/xGq7c7MOV67fwH//8z3Hh0kXs3LGDMmolP25jbHKYa66a9Cfov3VgcGAQddyPXvjZC2hobCKPMqQvzfUbhXT52pXz2NjbRXlPYIn7enV1FWkrwqX+5RhYDXSIWVri3mDsA94drqU455yEgoLaCzdsWI+Dhzbj1OlXuY81YcvmbuhrgAeHFjE+OY5d9Osq9KeUoK2UV3Du7NtcdxcwM92HLiaympsypL2E737n+zh3/m36WIto76xCIlVBhTxKpuL4sz//JpSYcZmQPHR4P2VRof77iJLO9rY2ynEZDvf2rZs7sW3zBsxMzWJ8YhoFrq0q8n5qfh5FHlbrG5pQTV2MRA330b5cpr17/4MTmGF9Z2c3crkCk6ffR5H9vvW336aq+SjSNre3N+N3vv5bqOIa2bBhI5aXVnDr5lXKrQi/vEha5pHJuND/Y7x1yzqOEUEhP4tHHzlEHXVRU52hLduARDzAh++d4VoeQCbho5q27tlnn6TMUuwfw1NPPUwN8/Dcj94kP36AffvaqPeGo0f3orYuTRnNkj8+lnPLmOCe0Mfk2R3usX40QDEgD5g0kZ+ZTqUxR1vYTJs/PDSMSQaY7929h46OCNrp6xcKK+jvu4eTJ87g+9//IWVygXtyDgkmlX0eCnt6utmunSsDWFiYo49TgGKad+kbvP7OKfzkhQHML/pYv7GZ/ZZw9L7dKFdyfF5AvriE+qYaRDnXSKyCmnofnd01yNYCk5O3kK3x8KUvfhrmlnHp0jW8/dY1nD09jNOn7/H8EMGf/B8+h08/fQz/8//y+2jvyuIx+qcHDu7G08/cH9rXSCSFB+9/iHakBeu72zAx0kfZF1FXG0d3dwvy+QBeLEr/dA7f+saLqKmqRk9XD44eOhz6WC9yLZw+fQrr1vWwbQHRaIRrwTA5Nka5VWHv3j1YXFnAGP3Ly2evobgUwdkTt9B3bwzZmlrOpRONLe2Y5bpYWJxBc0ManC4TFcP48XPfR4bJ/pXlEpoamokvS52phscxHNfheHTEqId3795BuVyE+mvf+tkLP8GWrZvw2KMPobGpFtn6DO3VXQYqVzA8cQ//4S++geXiLHbt38K9sxubtmzHzj0HKK8qJFLVOHjwCPfZUzhz9hLHKBJHPeQPB77DtT1Hvs9QH+YwxT2ts209pqeK6ODdr7hcy7X46U9eQyQSw43rd1BksuW73/kp6QP9jxXq6jhtnaG6uoa652Dnjj2IRZO0R7fYJ0KfcxLxRAR5+kkO7ftl+sqT8wtwEhkcOv4QutZtQpw0FnlGytOIzszN0U5Ncm2WmAQpocigYInBMd0VIHAcBxQIwsvAMYMwURYw0GYMEpQqFUi+4qfK4Lq0LgH1if3YRr6PmcGIx/Tu+8Thcw6VEK3PYIdxDwmCCsvKkL7DKqjQlwx4d+hXOtwP/DBpU2Y5QW1FHIky14Ej3GYIHCPu4GNgNclxOY7pET7HXoPgo/5hxX/hl9p9XBysPn2yj5mFeM0+cWc7M70DDu9uxIVL2uEGCD9BZZw3k41uxBBNeIjEyCvOBQ7bew50DtFcIjy7KDihZzODLs5Kt4/HDF/4y8xWy/gs+jQtM+ObflbvPh8FvIW80dwE5Y+SMy5lFo1GufaixAWChTxdo8enrpTpD/n0Y1fH8MM2GsYsYFvAOAcl13xIRwCj3GKJGFzqiEeQnHxaU+M8wTrVg/xIphOI0T741Du9O0zQgXIXv1zXwRoNZpQvJ+dThqJBtAvAS+9m9rGsqQ4wFyEEHMNnXEb9VqEMzQNM0Jit8sfM4LCT8AjCduFcSTHHVJmgQh5UqO9BWEeJfFSnvo45cD7C44D4CGQNmQH47FNhctInH1VnHBsBwosooLoC9zqwT4VZzpmFBbx/8iTS2SxWmMy8c/seikwG7d+zm/7PQbTRZxsaGMArL/wcl86cw6OfehLHj9xHuB9N9U2Icx+OcIwY78YxSwwgVijrCmMjZd1Jv85qPgc3MygxF43GyOsIHNcLSSuLZuJYyZWwwLNVIV+EPrlaIQ989hd/3QjgxV3EUuxHf63CNepTn80xKEGSylQhQz8qT9qNjc11EVhA+1EJbU2FzyXamjzjMwVCFds6ngdzHTjEUaZOFMK4mk/7V2KZQ12JIcJ1VSoXGLuYx1IYA1miXvsoFPMo0254XHOOC/IsD59zNs7ToVWKRDg38iOTSSOZSGJpYTGMD0U4pmIGqVQVqnlmikViqGHMJs33NOeQSKZpUxPQH/0VaTNd47xJo5EPS4wHLvMsVuE5Vz5annEPj3MNmNgMyD8zB4CRrgrmaYenpqaheVVXZRCLkh/kF4mH5lnLeEOGtNlHfcRrgUt81eRNFWlzObEyxxIdkqXelXwOggAu+es4nCnXiMYMfP02uI6zCpStGWmhDiwvLfMcvsL9Kc+9KQfJV+2pfvQvyvApG5f8AtdrJbTRxMH+ruvAIb7VdemFz3oHDNLvCs/xLun1vAh0ibYcdTvPJMAKz1k6D5Q5fgAfgkKhgOWVJejuk+5IJBLi1LNA8xKwCmUSl2eS2KcM44xxaly1d2lfSuSJ+OqSB2biAWC8651P1I0iwAlGoxHqTwRmFCIQjquxK7QRjgtEYx6iUQ/C7XNQ4axQR7WGRYeZhX1Vr3eQ72Yq05hByLsCdaTM9UODADbmPMHzYykcq0QfvsI68UD4wcvMwvHU1otGoXVRJs9lIsyE26DLzNiEwLVhVMIQWKY6tYchxBOEdK8mQB229cnvMmlSO4HoDsfmAGvPsVgMiY94qjK1M7MQn+ZqZjAz6DKz8FnzkE1Re5d8lyzUVu+q0xh6Vh+9C1Smd7ItxOFwLVdEL3miu9qb2cfjUmjknxQ5YJlBl/CIj+Kh3jW2mUNRBH8PRIvHtS26dNe72gun2S9xiSbxTGOv1qsFcYU6WgntSIn2SXVmq/307HHOccaoxeMi9bj0kWxFn3CZGTSm8OsuHkcpX4NBtGsNq62ZQfSt0QleKlcb3YVLwGKYWYhT+MwMmrtwqr+lDHFzAAAQAElEQVTaSpcLXGvqC15qpza6g5yUPhc5F93VRn0EotHMQnwwcC2v+meu6/DZD+kVDY7jhLS6nLueQZy+dJV2zHUdRMhvM/tYDuCz+3FbtqbgNd6vgsb3WacxwEt3lem+BuKveBbOkfxms5BetTMzDrU6rt6Ff62t+om3VVVVyHJPTSSTYONwTapObc1W+zucH4kP56w62RWNT8pZzAUDsKuFMjCzsJ34uNq2BMCgsbSWJG/JBbzUJk+a12SjMYXXzEJ+qo9A46/Rr4Sl5qB2qhOYGdR3jQeqJ/qQHpf22WyVJtEjGVdou7QnBqjAi7gQTZJHhetNbdRftnmJ5yeBnlVeoUzX2gS0m7FYlGffJFKpVDg/zUuyDigz0SJaRbdwaw6y9cIlHHpXuejXXX3W9jAlHPUuHY7RBgkveKmfyvWuOt2F55PAZv/Zj+o1htq7rkO+sAl9QGgtcx5ar8JnZiEfJRe2YDsH6mO2yj/NBbzMLNR9zVG2zszY1oXZajv1F61aA+ojEN26i7faC3QPeUqeqw68VK89xad/EgjkVxFWcfkf69UafslDfdg1HFu0ulxXZqaiEIRbbT5517MqdRd8Er+ZcS5OCMIlcKj/aqdxNWfdhXOtH3ipjXgoGkgMLQAL+aN+jv6voA0buqkkDje8FTTUZ7GXQbbt27egjYEbxwUdjiUy23gYT6GlpRFJBpVCh47O3ByTrgoszjPQMb8wz3YuD8VJtuGi5VA5Jl4nJydx69YtOmRMInFgKZYEG6HDImXPMRhfLBZEGxbooA0x8bOwOAcEJfilAhaY/NBXip46dYLB9EEeevNYyi1ibmGGia9xTE5PkMY8PDrF6XSGB/gWNDW1cT4VDDEQsbxcZHCyDh0d69He3kvDEAMsDj+I8jC/yCDvOOTIdXV1Y+vWbTh08AA++9mnsW/vQQblNjKocRDbmcRsZEJEB/l4PAX9/z7vvvseEwIvMtF3HffujWBmZpF0rIRQW1eFz3z2CRw7fgiHDu/F/gO70NLawEBLFTZv6sUBJpV3bN+B3vW9NGwVOnZFFPIF1tdCC3V0dJQBhevElYccTS02JU7GRsfD9vV1jZRHFp4bQV1dPYMzzfRfIgxMDeHDD07hyrVrTEb1YYHBOTnaNTVZdK/rphO+jHEGWs+dO4u+vrtMQFVjFxO1ClbvZcD1yJEj6GASORKJkjfT4SdH8jxMVGWy3FgdLi4P2eoGOuoeLl24jldffgPvvXcSQ0PTDH4vYHySPGAyc2ZuGR+evIB33jmJ9z+4wsBxDtU1SWRrPeze1wr9H7ufffopPPDgfTjIoGRHVyvyRfKOwV2PDqISJjMzM5iamqLu3OHiD3gISDN4mGOi+ipeeOEFvP7Ga9AnbM+fP8P6Ari+6AxWQLtBXvrQX1SWy3kaUQf1DRkeClwmOibwyqvv4d13T+D8+VPou3uL7ebY3+ecHNRlm9DauA6JaDWibhJRL4Gaqjo0MzmQTEThVww3btxm38tM3iwCTgwZBpuXGLTq7x+lji9jdHSawbY7OHHqPAYHR0PZGgzTTM7eunmHejKH5eUceTvEpFMfk9TXcenyVfQzKapPA9+4fhu0MTSB6jNNnDM05Elw/SNHp3yEwfjbTNC89Is3GYD8EV57/S2cPnsRJ06exY1bd1Dm4TWZTEN/KZvg5rlhwyZ0dnQTRxVcbvgybgvzc5iYmKBMi2xf5iHPZyJngWthhOu3CiU6oPpE0ZYtm7Gcy+PuvX7EY15IeyZTgwMMmjU2t5KnGUzNzmGWSTt9VeY26vTWrT2orkpingfR23cnyYM5joHwLyv7mIgt0/nYd3g7tu3qRnNbFRqaq5BMOujtbcPjT9yHT3/mPuzeu5POeYAMg7yHDu3gem6k3k4zATxIftK5tBRu3xzFn/37b+Hf/Ou/wUsvfYgTJ66RV3m0tnahujrL+aYZHB+iPMYQiUQgA5jihtjc3Mw5JtHW3oJNXIuZ6hSSqTh1eIDr5y4yqST27NmP2roGjteP8fFp8i3GZGkeuXyO6/0czp47w8DgOFqaG7Bv/x6u773YvnMrZVbCpauXMc5k5uWrI6jOuihVAsp+Hj/96esMGl8EDQ/SlI+SfJ4X43MG1VX1yGaruO07KAcOHB7IOEt0djajgRHSfGEJPg898WSctixDPU+gta2L622Zich5mOPBcaOcZzSU6cTkNGAlZBR4NJdBWa2tEqJMqk4zmT87twDpWE1tAxobWgEefmtrqtFQ14L13ZvQ0b4OcSaRS8UKCoUiZmaXKYM6JrD2IEEnenZ2AZevnMXS8jznNo6f/vhHeP21VzA6Moj333sLP/y7tzE9kkd5sQrn3h/FHA/vy7kKXnv1FWieW7f0UN4ZtDOJkWPAuKC1n5vHBJMeY+MLGB2dJO+inFMZkWgQzmVwaJA2Ioe2jibU1deQH0XOIcf9YBlKFlaRhwvzOQb/f4433/yAyd8+/PRnr5GeUzjFtXH//Qfw61/9MnmSIs9GcG+gD3cY2O+7N4wzJy9jYnQBpTw4j7cwzMRAkTzv6WlBtiaKeMJw9/Z1fOtvv4WXXnyVMshikEGdt956MwxM/PjHP2YC/kXy10VAKS4uTmOMCfhdu5qxfcd60umjqTmDnnWtuO/4A9i6ZRt1uwqvvv46fvjccwyKN2LHnl4Mjo0gxcDBgcNHsWf3PtTX1aFUyGHTxg3UhXYcOXII+/ftRheTuXV11dyfurFlywbU1WbwJu3hmTOnue6K+Lf/5k/xnW/+LYNAFfLJUMfkTT8TEDl9tVqJFBYDeGZw/ArmmOAs8N3h4TPCIGe2Js15GNePE+4fiws5OA6QziSwcVMb9TFBejN46JEHsMxkyPDoMMeo4MMTHzKRdQZjTCRWSj7X0jCGBsagrzce6B9DbW0TCvkKZrlPNjW04eK5fpz+sA9XLt7EEBPuDdkMOtvbUFuVxcLcEu7QxsWpg0u0lR7XQxuTL420w8eOH0SmqgpvvPYafvzj53H73m0G/Me5TifDveL8hbOoq69FQ0MtedaKfQcOcg/IhAnVvr5+7o1XEWXi26cd2r9/H/RVY81NATo7GjAyOsS5BoiwvrYuy329D1e5nheZNNee+Mbrb4S2m2dg8rwRDz/8KLLVTaBfDTBh4BeAqfEZVDEJOTI0AiWUFSiNxqIMKM2Rr1Hq/Wb0buzG8PA0gzo+stxzqtLJsD90+C9UEDBgFnCvCSpR0CDghZ/8HBNjk9ixfT3aW9LQJ+7y+RXkeEgpM4gzOjrLvX0Jc3OLMApriuu/vr6ONm2I++8HuHTlCq5eu8rxFql7G7m+BrhHXUaRiYfGpkbsYBJ609b1LLtCPPPcS05yzZzGcz98GT/64ZsYGVnExo29OH78furXPKqyNahtrMWe/XtRW1dLn6ueMujHq6+8htPnbmPbzk1MQDWRVwvUjTL0B22pTBodXd3klY8CA4X3+u5gamoCjc31uO/+o2hubuD0S7SFSepInuu/EXNTi+hsbadOVKGK/cHNPRaJhPtTpVKi/Vni+ge2bt3OtVKP7Tu6UCnN0j87x2BhHvNzK1xnDmZmFkjXBUzT7u3aux8JBhR37tzBNkvQV9/u2r0F+/Zt5fw24p137+Iv//L7CKyA5vZmxLjvp5kIW2TiUmPWcU2OjgwjkYxhZnYREforc7NLOHBwd8jbHbt6wn2gs70Bx47cj1gkjkK+jIHhYdRkq+EyaL68NIl4qoy6hhQmp6excdNG7u8u18og9XgaBw4dw8aNW5FJZ+mP78cf/uE/ZEL9MXR0tGKE/vEY7cTrtKUjIyPUwywc0trV1YgvfuEzoOpicX4C63vasHVTD65cOo/rV89jz67t2EhfYHYmh2IuivGRBSzOLGNhZhIdbbVYWplAMuMgkfKwk3vZs88+hQMHe+nDHsUkk8Kv0b400Y+6fu0MDAV0djUgXRXDEv3WdFWWvAyYvC5Qx2OUeUDZL9OGpCB/Y5y2cGx8IpzPP/6TP4F4ePXqFfp0Sdy+dY82tEzd3guH+9ji4iJu3rzG5wBV1Rnu6ye5zl/H22+/ykB1AQ6DnLuYaGxua8JTn12PHbva8fkvPInaeo9zbkSAIiIRH5lMDKl0FForBe5jn3v2CQwNc3+nHaurzaK/vx+37vbjG998Ga+9dokJ58exa892HD+2n/5gAJd6duvmbSjQoYB3X/8dzM5OYxN5urxUwYXzt/DXf/U8fvjDnyJH+1BbXYseJlW/9ptfxLPPfgZf/tJn8NCDR0lfDxaXK/QZ+vE696VL+qMkzvGJpz+HmcUCRifm8MKLb+CH3/8pE9wnMcD96BYTgVVVCZw/fxLvvv0a55Kkjm9FIpFicLQE7S3nzl3g+i1hgvZWtiLCIGOBZ6nOrjZ89aufxeefeZL9MljJrUBB+mkmtfWHRocPH0HETWCOe3hdXT19uz40NjZTl6fYPk2f+hLo/hMC1FLeB47uxpH79uDdD97BsYd6sfvgJsyujOHS9Yvo4z75ne//EBaN4Pzli/jhj55HZ1cT94p0+Knmhx95HF3relBLP6OpqRVKSgSU0Daesx577NOkwbBrxz6M0Wf+xUuvcX2kaTPvcb0UMTMzh46OFly8cAktLS300xfI+w30//I0A4ZoNIG+viFs2LgF+w8cIFYf8zyPOp5hiOen6voGDE/OYbHg49zVW/jhj1/C7PwKFuhD5xlUo3lFlP6UEq/Gvc8cB17Egy7RaGYwM5S5RypArMM13SSEwEbGde8QwH4qg7GQPw7fzQw6iAfcGARmq5VmxuZOWAdeasMbzAwBbZugQj+vzGRKmUlucwHf/BBAFKJL+0lAH4M1xFMO6+Qb+iz7JfgI4EN9BMb5iS6BGRHhv3wFH9G7dlertWfdzf5/913DrXYB5+K6kpHLvTSCKP2KeNxDhPcYE40gPcy5QHMztjMmMIKgwnVXRjQa0bAhuK7L9yg8z4OZYe1SgKPCYJn4F3xUGHxEe/i6VviJF7Nf9jcTvwOOpzErjDOUxVbajQj3oHLYK+SZ64Rjiw7wqjAo5FMfHNLvUDbmALoH5DbgwqP+uNQJM4MbcQkO4FQQGHGyj48A0qUi9W+WcY1EMsqzaS3XI+B6hI94YUw8O8S/BkTH+YM6wpE4T3x0ac5mBsdxWG9YvRzOS+3UHmG5wySMS/oiTgSrrVQfUH/8EIRHgPAKOA7LKUOVCVzKYXUMB2ZG8RFATOQzf8OM7wS1VTufwTGqLSgilHkeDQh+JeBY7EDBGxeMBYD6BiwvMOmUiCUxMTFJP+Ua96IVeLEYCvQj5Qc6jofbd+5yX7iBTDJJWVXoF5fw+ksv0x/JYe+eg2hrbUOSfYxja74RlwwFOKaPCsuKXFMCzixc05JlmWtNsigy/lSmbNk8/HGMfQOPtqaMIuMZAd8LhTL3snKIz+Ue5MUicCnjWCKCOOUovXZjDiLUAfk3PuWUTKXAVch2kVLXMAAAEABJREFUERQ5Vo5+j/aSApMPqaoM0tzfllaWea4pcm1EoXUg/Y/FKScHKNC/c8l7UG9gQCweQ5Lzj3BvSiRi4Vgl6pJLvanQHyoUctC1kltmjwrixJOgn1Lm3L1oBNF4AvF0FXw3Ajgez6akjnKLUGfztIvz9LsXF5c4bpnn21nei8jlcjD6LPV1NWigT2nmQ19rH6OdLRZzkL1SQqVAPyCQXM0hvwPqEODR741GY9D6LXHOOcYS9OlY6YSZC82tQJ6sEJIZ0gU37Kdy6ZL6SJ/07jguBK5oh9avcd14cPishG6FvrOZafocvxJC+MJfDsvNDJ7rIiI+EBzHIT6HtaCMi5RtibINCD4Uo/Bpj3zO1ThPcP4Bnz/WYfYyW+3vuh7MXHCJkfZANTC+C7+Z6FQZJRgECO0V7wZjO3BtlLHEYL54rPYClzTqLp5JzgK9a/9RgNqnHsXp5HnUwQiT5x5lx2GoCxGYWThvjaP+sVgcxnmWuRADrmcv7OPCdVdp1xoISI/DNnoucB34QRku57w2bkBNCthXIKLVVsDB9MqbEZ8L0z9O1edYJcYMKqGddOCIPsc+njs+uswsfBKtwh2JeMTjcDSgwvFoNbl2iJDtXPJEjUWjQH18tvE5hubHKUA0uY4Tzl9tYrEYBBGuFZ+6IXB4cNOoATvkV3L0F+axvLwcyt/MOL4LXeqvu3CaqQdC+jWuaImTr57rqQnMbHVs0qg69RF+3fUu0LPKhFcguoXL2IcrEGUqT5k0lWmDBGoLXmojAElwKTsvsio7VoX6WmScTnoRcF4aQ6C+GkPl6qsy8UB0cIiQPyonSqEBSL+Z8bYK6q968Iol4pSHj5LOo5SGzzUhXS3QLlEykN2QngnMLMStOoHWrugQBBqY+MyMv1d/VKZxRKeZ/Wc8NFttqza/Cmt9wUvz09zMjHNwuKYqtFuFUKbqZ2YhbrXjAg3l6LoO2xrA2Yk+0SDQMwvD9mrjUT66B9Q1lWue4qXAZZ1DfdNcC7RfFdpfkEcCjStQH7UTHrU1M5IgzgHCpbrgV3gjOtRX5WYW6qT0WCAconFN7noWrLUFLz0LhEe2RTF05Q6EM87YXYp7UiKRCOeovpKT6tRH9GgMAYcOaVWdQPW6c4iwr3CJDypX8jDHc4buwqc2mp/GiUZ5BiMyjSWaVF/kXqB7gXqkPirXmMInGtTXzEJZrc1VOFWndqJDfVVmZtS7crgeNIaZhTwzW+0v3AHl58qmRbm+LQhlLzxmq200hugQzlKxRHwVVGhbFO9VuWgtcZ8V/oDyUl/RItC7+pc4J71rDnqWXRHoeW19mlHn+CP6y2wv3Dnur8IrnALVCd9aUlbvZhbSjI8ujenTp1Gdns0slIn4JhANrueFZRba3tX+wq966ZJA9IKXeCRcfITamJkeQ99b8jPi0DwKoZ5XQv6qv3CZif/kF22X5uGTP2B3zVnv6if8Ar2L3jUIx2R7I3CLhcNRjZ3N+Jug+kq5Esp2rb/K2AyiU+NrDmYW6qrwq/6TEHCNazz10V11okmw1l7lArURTs15Da/aq53GX5PL6j4syw2YrdLqFPILTE6dx+DgXaToEK7v6cau3TvCAG1nZxs2b+xhEGYbA42tqKmthhSyzENejs7a4uIcA4KDPNDe5aY0h0jERSIZ58SLdBAWuUkt0Rld4XshrFfgZ2ZmCvpUxNLyIqkAD+8ZBo02oHdDD+J0Dmd44Feg6M6dOzyMXwk/SdTHAOgUEwBJBtMSqSTmFxdw6/ZNBm5PMlnST8X30dHRiTSdxAkGhi9cuMy+16GE0+JSAelMLcyJEddtfPD+aZw5c4nJlzfw3I9eYP8xxOMZdG/cgYaGxhDX3PwChhgILYcHAGByYg7vvHMWN28MMsh4Fd/77o/xi1+8wQDMWSb1LuPSpVH2Cxj4iUOB6KbmLGJxFysri0il4ojGXG5GOczMTjCIOcgAcx/Gx8ZQ4kaovxh54P4HcPTIMej/lVWiR0K+e+8O6b1GuQyESaja2nreizxM3GZy4AOOeYUBzgncvdOPQQasy2WHQdACZqYXoU85KdkxMTHNxM9FjjkCj05Xc3MjFGAdHJykzMcxv7CEwaEBnDt3GjdvXcf7H77PhM9P8d777+Py5cu4ycTf8nKe88gx8DTEoNcorlzux3tMRL7xxtuk4Rr6B4d58Ckjwk03lnbR1dOJCpNBA4NjOHnqFi5fHUJ1TQJPPHkEn//C0/j93/99/PZvfx2fevJxPPDQA6ihc3723Dn81V/9NX72ws9xnrK7cesuebWA6uo6HDxwFBt6t6KxoQUKnszOSueG6SRF0dOzDk888Sni+00G56qQrU6CZwXUN8TYFlihcz+/sIyJyXkGwRYogwKXlU/lB3k3heefewP/6l/9OX7205cxMjSLcsHBYP84phmASSczDOzUIp3KcJGCidMZBuYyqKtvQrliSCSyDPB0YfOWHaitayK9i0yOjmB6ah5KoE4x+JjPlRiEnMPk9ByTN9MhP/X/Wd6928fxR0Idu8MD4okTp6BPqsVJfGNjExS4jTNoVpOtp9GKEt8w6Z/hnKJobWunrm/A2Ng87jGQNDm5gAITIVPTcww2rWBsfBLXmeyV/g4PjUJB3HQ6yzk4XI8rXKNRKLna3tHB5wiuMMh+89YtLNKhb2FydMOGjdi9Zx9+53d+F5///Oexbt06JpCBRDxJHtfznuI8h/DW2++hf2AYH3x4guPdwnI+zwRHhrypYIUbZFtnK7LZJAI6iXABqgR0MCn5RazkyZOpEbgMeGZrUpicGsfI2BA617Xgvgf240tf+Swee+wAHnxwEwNz1bh7uw/PPfcifvKT1/HKy6dw9vQN3LszjR/+6DSef/42Tp8ax89fvMK1eBJvvHma+lqmfiQQY7CtqakZCQbOlbxepvN89+5dvP/+e5z3Zbz44gu0BadQVZVBOp3Bjm078cRjn8Hnnn4W27buAGjaAxhGGbge5jqpVMrYu2c3OjrasTA/S1vyLgYG73Gte4jGPPKnDo1NTdAnVmtqa/DYp/YRjqJnfRfX2DWu51uYYrJwemoBmVQtk/WpUN8W5gpYoZ2KekkUCgEGmGTpH1qCPuH69a//Jh7/1MPYtWsbcuTxPNfsL159F889/yKDyyeZ6C6S/hSUdJKTpE+BjDER2dDQxED4QcokizEGW4eGxzAyOkZ6h6gvJSZGmzDE4H49A47aOCJeDKlkmgGJDup9PeYZaM3lljA7N0P5jDCREeCRR47hyNE9ePiRvXjk0T0MgM9yTpdpD97jHjACP0hibjGKtpadePrph1CdzSCTTeHAoT1cOzEmLsegT780tzQy+LkHX/rSo3j4oePYvWs7Muk49bPIdVZEMlXCkeOb0LupEe2dWXSva+A8pxCjI1hbm8DC4iR8f5mH/CUmUpZQ35hCsbSMSdr+rs5N6Oropo2dws3r/VheKlJ/XdrGHG20jxs3b3H+RdTXt2BpsYhsVSPyK8bATAQvv/QuE/Pf4BpegJIjX/jCM3iE9G3ZtJ5zasbxY/fhwP4j2Lf3CLZt2Y0HHngYe7hWsjW1OHDwADZv2gQl1qtoh+bmp7F5S5Z72zocOrwbO3a2gBEg9G5cD/1F+utvvx0mdnbu3o9YsgrxVAp1TP4F1LfOjjYmhPIYHR2k7kaoVzUoM9kc4WHqyuUL1JE8amuq2dLHiy+8hv/4H/6Sa+EH+PkvXkGcTvLGTU3UnY2oqs7S7kewc/deju1Aaz6TSaKmJok69nfNEUnwACSiHjZv3oTO9i600g7U11Yh6kRQX5tGXW0KWcqyjkkkj+0WFvJM6t5HemvQ1tbK3g5mmKSanl7A4MAIRoYn8OGH55Bn8vytN95DDZOF3V2bmPx8D7du9IUJz1Mnz9NHANcoMD8zRxo8Jn7WI6gUKbchymYJCQbXxsdn2W6JiYjLePe9DyDbqj1vZaVAnu7FFO1eNJJEdVU19AdOA4PjuHDxEs6cPYMoAya96zfg+rVBJvkuo1QGRkbH0ch98Ny5q9zjriLJYNPhg3vw2197Fh1MfmltJpMRwC9xrCEmMDaDcSjoD1zisQS0D2cyWcpmAknuER988CHxXMT87DLmmZiiz467TALTN8TU1DQymQyisRj0lbbre3ro+xQxPjHLvXEYr79xGf/yf/sedXIs1M9yqYJMMolsOopE3CVtcegTYk1NHdTTerQ0deLO7XHaihyDSC5IJFKpBOaZQE2lIhhjsqquvh7d3T1wHI92tsD9zkGeeEsMYB46dBj7mDzuY+L65q072LV3L7p7e1FLuV67eR0Vq+CJJ5/E0WPHsWXTNoyMzFPvO7iGltHduQV1dfXYu28vvv4Pvoa6+gzqG+rw/E+eh9Hv20mf8ZlnPoPf+0e/hX/0R8+ioakBr7/5Or757W8yOfk2nv3yk6SrHQcO7MTGzRu5J09wb+lGdU0G9+7e5Bbhc2630NTYiAIT7q2tzSjzUKOvrZ6aHAGCHOdbYbA0Rb+pDDOHPp0hTvlp/3v55XcxMTHBxNt72LylB57nI52MI5FwIPt288YI5hdKiCaqkWNizWegtMD9Pp/3UaaAxyf6cenKJfT1TxEnmKDp4Xpp4RgOdu/dzwDvbb6vx333H8HoyDjXXwbZjIOWhgwKi3l85lPb4fgLKJTyTO4P0QcbZbsx7Ny+nXtFHu2traQ9iTKVsL6+Bsv5GXR01pCnSdrkcVy8dAX9gyOYnJ6F48VDf+vS5WvhuPFIAt20acPDQ7QLRe77NyEcjhOFDhR9d+5hTn710jKaGurhmsM1l+V4cRTzRXzmM5/melqgzkTw7//0z5iwO4+qdA3X2Qj3wPPUvxtck5dosx/lHGvpvy3hyq1zaGirxe6Du3G3/x5+/w9+D0899Sl4sSg66Gsfl45s24ot2zZh567doZ47cGGBC4f3gAc9z3ExPz9HH8bhvIu0sRWsMHD1L/7Fv8K1q3fw9lvX8Td/8120tHRgXVc7bUGaNqPEufejzMDED+mf9zHhvocJzs9+9kHc/8Bx8ncF63lWAE9eGdrZx598mL5hBrFIAdu3duPhBw9z3USQSkaQoe9tAMcs4sEHD1EXyJNUDW3TWe7/t5BO1aGU93D08AFs2dLNJOJp2swY9eACfYgVXL18GydP3MQrL51EMtFIvhjefPt96usg+ZzGM88cwR/+4edQKXh4/50zePLJ+yn70yhWhrCutxr54jRGRm9jaKSP+1gzzl+6gR/86BW88+F12uo38I2//QEqiON/+9ffxJHjR1HX1IgE94FYMgofJSwszFLOWRy77wD7N3CPMBx/8AhSmQzLm9HRtQ5pBqA7O9eHe9/kxBQWeK5aWVlCa1sLdaAG2aoq+naLnHucOAPIL3z7rXeQ4trYx71rQ+9mrpUozzdX0LN+PZqa69HWkcVPX/wxTp89iStXz9Mv/xEeevQY2tZV4ezl02jvbp2OvgwAABAASURBVEZLZyPfm7B7304cJX3JVARz8znEkh73ghnSGMPWbVuwsLjMM+I4Tnx4kjqYw9zsPDZv3ESbeYU0j6OrqwofnviQ+0g7DuzfC5+B3N27d2DDpvVYXllAPOGhs6uFvC9AnzBOJF3s0B9qtHXSt3SQrW2gb7xAWz2MppZmVNdWs10UzdxDu5lkHZ9bxk9feROvv30Sg2Oz1IYozHXgK/lAYx2wJEAALxKhj2oocX26DJKxiLSw1jGYGRSYEIQHawYuFexlLZg7gPAJ2BCO44RgZgi4CQgqDDLorvZmq/jAS2XCx8ewrfq6HFt3lenwrrvaKLATjkmcKlPfNTAjTtKpcjPTjRCQfh/8DS5KfPJSv7V3MyPZq/DJsrXnT7ZdKzNbbW/2K3dNkI3M1spptkmXki9RBrGi9JE9BtZBTfSZEDAL4LgOx1/t6JB3IMXsDj0KELatECtoR1y2NUA/asQH9XHCZ4SX6BWEL5/4ZcZOfDdbvfMx/FFbyUc81nOJAS49C29IFWmUralQ5j6fA4f9iUN1AfdU9QnnQlrAciFVMMkn3QH3UwGMb4FPm1aB8ISyZKDOdQElv0rcMzxvlQ9KWokvmnfAwLXoEISo+UvjmRmHMg31MahcdPvkn55XAeQjB6FFJqfh8yxWLpMG6mOF/A9ofUTbL8cMQj1c60tUH7/7nP9q+Udt+K4yn7jUjtQTv8+REPYhq/jswA1/OzA+mTkgRQQjqJ3AuDf49NERrj2yCfv378dF+rmLjPM4jovG5ib84vVXUcf7pUuXsLw8D32d/eULZzA7PYVLZ8+js7MX1bSFGfqMyWgcPudJghDxInBcF470jnff0dABTDIhgHIqkv9lJluMdQHtgrFtmfPymeQt0nfK8TzL6RJdQBn6BPKQBQGJNTM4jgOHd5f4PTeKZDJBXTXKusA+BdpeFy4T6qVCnqyiJChrn+t4krGuufl5yIZQleAxQeZGjGcZ2tFYlHtqCjHe5b8USEORCaol2lMFYD3PI7/oz0Q9yAfMZqtQVZWBx3KXcwhC3QHPPGXiiJCGOFzXQY40TM3OoRQ4KNIHqiDCsgp9oyXuvUXyK8r5RDA3M08+L7OPB13RaAR0zlEp55CmjXe9Cn2IBFKM2SXiMZhjKJPnCgwX6bepT4lrSQHhYqFEfjukLcI2ZejdcVwE5OFq+zLLfZ415wEYfPoORcbGHPK1QpxTk1P0I+bD+ZJtMDM47O9wTFB+AHnKZ/7Qx3FCcPliUkKwlnKq0J8wjue6DhRoFp98louX4CW80ueAa8TMgeM4cKkHknGxRDmijAr3pgrvPu/UAvYymDkwc2FGutm3Qp0JhIy1az9r4+nuug5UXyY9FZ4xXHetLzHSDy2RZ2v9RI9sk9qbGdS2zBiEyh3SB14B5xCNuYjGPNJQIfjE71PvKoSAfRzuoZK9C+ESjng8DskzQr8d5J9PWyScoi/B82NA+gMqpdrFYjF4XoR4NVcDyGvVOyF/9c6SIEDAuZNEgEUO2zjEa8QbkF4HCHkeJS4uFKzZQBZD8xAEnIf8cJ99fNomn3diBohU+57Wh7kO9CweaS7gpXc9q6zMNew6bjiW5iPZBqTNcRzOwUOEa8MTEKdDXUjw7KQ5an2pnXROePQMXsIrPGZGMowlpIj4NI6S92pntloeVvKXyngLea3+ApWt0eBS3noOyB+VmxkclzpAfnIQOKTPCBXys0QbVKQ+CIQHvNTfi3hYo9vMwrH0KbdPttEY4KUyzUnzCPsSN4vDPrqvgZlBfcxW5yPaoIvzBeUpPJKPqiPcy32ugUJ+heu2/DGYGfXNDWENl8YVXwWiI+Qd5xUQr5mFY4KXZLVWrzYsCvFIXqJb+NRHoDrd10DvaiP9dT7CaY7L4tU1KXyinwWhHgiXnh3HwvE9rnOVCZ/aqb0gfKceag4Czb9YLJB3ZQTUVzOjyCykM+B8BGar745DrtEGBwQ+heOYGXSZGfRPONfe9bwGwqM+un+yzMy4bqO09ykkGCdwqTeiWzjUVmBm4Vjim0A8MTPGynKhDZ2bo+2nTqmf6s2M86mEtlX8F1S4NtZwgZeZhTjBy8w49yDss8Yj4RIt4p32KSUQZdf1LHwaR/qa4tlGa01tjbj0o3EEwqX2mu8aPtGuvgKVqZ3GEKiv6gXCt9ZG/dd0TX1kvzS269IiUUbq51Du8nl86rDDvTLG/Ut2T7jMVuendqLRjPwhPzSmzzUZEIee89yPNTe10xjq7zhOuGdqz1O5GftS1zUvJd80R5WrnUvZma3WS/cFqtc8hEu0qK3KNI5PGvRuZjCzUOcc1wmfRY/mrLaiT7gd0iIwM+hSeUjHR3SrrXCaWbgmNAf1W2unMYV37a46yS+dTkO0qZ3qdFedeKxyI28D2guNaWYQDaoHL7XVmLqbWTgH9fl79dz7A/IM4d2HqBeAl/qKbs1VY4s+gZnB7Jcg/GqrOoFPXHpXOdGEP2YW3oVvjS96VjvdBWogeWjeSa436a7mIzw+aRRuPQvU1slUJZFloLShsZaBlBZUZRJYmJvC+PgwpqfHUdZX01HpyuUCcjykLyzMY2FhDnNzsxgYGMDo6CgX6RydsTmMMUF4585tBnvuYnhkmAHCBQrKJfM9juWjWMzTYZrhvUBHMcM6jwx1wjoZNBGczxVw6eI13Lp5DwqM5osBMkyqbdy0hYftg9iydSsd506s793AgO4xPq9jgLKE6zdvMyh0BzeZiLt46SrOnrvI4Nos5nmYvnd3GDdv9uH6jXt48+0PGUB6ncHVd5mEuYq+vhEMMAA8zGRDW2sHSsUyHPNQW1MPJdLEvMbGegiWOX+fQb10VQTpdATNzSk6/nU4eKiFsAX3P3CUQfW92LFjKxQQEF9LpRwTnJO4df067jA52XdnAMVcEfoawL67fQwgklfDI4AhVLyrV68yEHw2DA4s0nHOMWh8714fA9SjXKg5uAygmUUxNDjBA8Vdlk/yeRwzU4sM4g7g1KnzTHYN48L5W/j5SyeYnJglr9OoYfC8pjaDXbu34NHHDuGzTx8gnRvR3d2BSMyDnJdo1GNgYob4BnmfpYyLmJnJI58vwHU91DCREU/SKPGQaBEgVZ1Cd+96dK7rQEd3J7rW9WJpuYgr1+7htddvEodPvjUzGfRpPPzwY0zEHEdzaxuyNTUwLvZbDOiePn0OZ89fxq07Ywx2OwywzOHUyQs4e/YKPmRA/sUXX+EcFhCPZRgwr0XEi6GxoRk9PevJ/0aIv+MTQxynGp96/H586ctP4rHH9zJo3Ik9e7tw+PA2HDiwnvKMIfxryggYeAPPBQGWFwNcPDeI737rHfzdN5/HT3/8M8JP8Yufv4SBvkGUixW0trTh0MEj+K/+6I/xO1//XRw7+gCTN22kP4ocg74T43NM3N/G9evD6BuYC3VuhMmw2dkV8q2Ee/cGmLA7j3fffR8KYM8vrjDYNA8Fvmtraxn43Yq29g5UV2cRjyfRs24Dx2zHJgaC2pnYSDLRMsjE/iATo+q/uJhjMLoXDY01PCAlkanOUk4LuHHjFuEmrl69Rt0ZxPJSDotMJBt1+eqV63j3nfchfi8sLnHNjpGPUTQx8RfQaR4ZHuXaziPHtRfhQbTEA+TExCSmGNjNMRjruhGqp4OG+kb0btiEPfsO0k7UMLneh9dfO4FTp6/j8rUrDCTewyB1eYRraW52Ea3tLWhoqglNa4SHxGjMQX1DFYOn9VxzY7h65R5lXgR4QLl4+Tz+6q//E77N4PtzP/o+E5jD2LlzO3nRhampJczP80AWVFGXmxnojHLdTFCGJfIAoL8ebvDzs2Wc/PAqvvudH+Mbf/M8/uzPvk++n2Ai8wKuXbuBKR68Za/u3r0HJUGGydd50jnUP4L8cgk11Q3o6d6AwkoJ589fxNTUDNZTz+677z6unxrqXQMDg4Noa2vGwYP7cPDQftqyPOWcgwxrjs5lY2MTacwiDHJ2daO9vY066jNRT8iXce1yPyZH5+CXPfT3TZIHd3Hu7DXuHVFwmfGgWYHrGPUrQJLOx/TMJGBl2tN+OlBVtBGGzo4WrssZjp1DXU2G4xGYDC7mS7QtFXQw0Nje3k0cLvXyBgYGh+F6UfZ1EE/E0dTcEAZxJsZHw2BEZ0c7HnrgfvQymJpbXqGtuoE89Wd5ZQYNDSk887lP4Z/9T/8tE7pbuI5SlMsmPPDgUfzar38R9z1yAD2bu7Fj73ak0ynqcguUPG5va4T+31I4ZTS11ONrv/Vr+D//s99B78Z1GBi4hzgDB9FYBNnqDPWwAfFoFHEmPrI1hobmDKZnR5CpctHd3YiJyX4szI9j27ZWZNIewP0oGq1AScMdO7rRRDtcXRNBS2sD5plYyq0UUVwpY2WphNrqWhTyPqYmSrh+9R5+8vzLOHPqKjwnifa29Th/7jpu3ujHh+9fxLe++SZKxQjpm8GBA3swyuSF/minj/ZXehNjoKaGOmIWQ7nskKYc959uNDe1YsP6DTAz8mgXNm7sZSC4gMXFAvWiyCDFPLZt34D/9V/8Mxw+vgsjk3dRz3XRP9hP/ffxyKOPYvfOndSJPHZs7aHdWaH9uc3EyQrGRgZod6vRva4TvT3dcBggWFle4h57B+cunKUtGcfDjx0hr1I4dHgXHn7kPqSrEhgYuoPqbBo0szhw7CBl0s3gfp7jleiMZ7B960bi60BPTwcauPfrD6cKhTJtxziDMlXkj8vxC0gzMNTR3oQ4ZdXHffLOnX4GZ6K4dfsex78a/sHSEtfO6VOXceXyMGLRWoyNzqJInqcS1Ugm06iva4bnJoi3Bq3cY5PxFGXZi//qD5/Ck0/sxrFj27lOarB311Z85qlHWdeC3/767+DBRx6BPn02wyD9SiHAFJOV9/qneV9iInoF94bGMbtQwc2bA5hmXWNTO44cOgiH9qq5uQWRaCycaz63gk2b26FP9F+5Osv7CMs97N+3AwEDGoPUx0sXz5Dnt/Df/3e/j6NHDzAZdpO+wQDnk4L+OEs6lYinMUw7bHAQ5XoapPwW6A9tZHJASftUuor7qOG3f/u3UKazJRgYHCQfSeONm1zXHnXEwXsfnMTx+3YhEg8QJ9Q31XJf3sWEzhbStB8P3nccq4mgMhM5r+Ct16/g8sXreP5HL3LPKmBpCdSvCvW6gGXqQiwRhReNcj9sQTyRwg36QBXa9RztwZWr17mnzmCMAalCBbh85QbbpNm/AJjHfWiatvsq5uZnUVVdjQ9OnmTSo4RiwUVTQwfa2jYySFmP7p4u7ueL+Na3voV//v/4F0xq5TnXCrrXdePAvn04eeIM986fc6wpzh34xreew2/+9u9gz/5tmFschh8UcOv2dcq5Ca+8+Ap2b+tFY10GTY3VXGs7kGfiJOrR5iVcJiwP0Pccgedy/dbE8MgjR5kYrmB2Zo784/LnoSbCoACXG4qlIlrbqpignqD+XccD9z9IWW/J0JD9AAAQAElEQVTk/pTGxg29SMYT1OEMent7cf1aPy7QL/rmt77LhNlNzM0Wudbi3AuT6KcvOzS8iIHBafI1SroacP78bSbm73HACo4fO8LEWwFN9S1ob2mBX1lCa3MMkxPT2LOnCb0bWrlGDEuL83Bdlzg8zM8u0O6M4L7je7C8tEidcagLJZRJc3VVFdsUyNd1+NwXnsGnnvw0deIhNLd0okBBzTA5X/Hj2LBxa7gvr6zk0K9968P3w/l1dLbh/vuO0H7PcN+qxezkAvcYYG56ATWZOoyNTLFfkbqSw8LsErZv34lbN27jwN4jOH/mGgAXy1xTvgvsPbKLenGCtA7QvqdR99EenUrHoE/FD9M/+PO/+Bvc7RvHd7/3As6dv4KXXnkDP3/pNdy6dw8/f+UVjIyNk+dZuOZibmaB+pvkXtDK/amaMguoT3lk0llMTCyizEDp5g3buZ/G8Ye/94dYmMnh0L7jcCyOStmgw8mhQwfw1a8+zT1kCcPD1B/KfGp6Er29G6izk/QjGtHd3YU+JuKPHtmN+myMe9hhXL5wkvmBPArcTOW/jQ5PwC8H3AuK+NnPXkc+7+KFFy7h3fcu4MTJi/R1p1Aserh86R5tyADeeO09ZKtroDPDK6+cob524P0PLuN7P/gF7nLtt3dsxbUrwxgdmeWcJihz4Jmnn6TfNURbeI/4i/jOd35A32iQfMhTj3oQj9TCdWPYtWcPsvT54tyD+wcXce3mEq7fGMOBQ4fgxGLYsm0nkulqTExNo6u7G9lsNXX/YazraYUbLaOlrQ5Rro8iE35/++2f4O23T2Bubok8GKKeZ5h0aENdXQNyPDBfuXKVdH+AqclZ+l8VLC8vkw9llBmcbqFPG+e6WKAveunydfpGt/ClLz2BdfTf25koLzD4HSM9K7SbPvleW1cP/QHagQP7qKMHsLgyj1NnTlEfboc2rL2rAZ3dTbQfZe5DEXzuc4/i0IEdmFuYZiJ3gfwtIpOpxiJ9T62NaNRDjAHg7//g25TvPPSNQ/qGh57169DS0ojJqVHMz09i06Ye+h/V2Lipm/YjD9croyrr8XkFU7OzTFKPYZ7zd9wIrl67jnyhiL6+PpQrZe5pzUhTjlPzywjcJAqBC/2RYpG6UOLhusLgROAYygyWyc/SfF3XhRuJcI8sc4wAVFzyDtxPuEgMACGg0XFpewTqC71HPHjsZ67DVwv1VzrscPM1YydgtZxjyk9cq3M1HiHCvioDLzOjrrhQX9Xrbmbh+1pf8DLhJmgOPvEGIbm/HMvMwjHZNKTHbPXdbPWu8k/CJ8c3+y+18dncJ64KfAa7g0DvLProx8xY7sNIh2jmDRW2UTtWgayGy0qHQWT5MA4565eLdOVK7KPWAelFOHcz4/MvAfbRILyZGV+NTwjb6kFj6A7W4OPLPn5aezBbLTNbvYtOj7IUmNnHPMavXCF/Sftasc+HSgD45sAHbTp1y+Gzy7dVGVWgOXJiEEkekxYedcQoLyMjHAZvPQKHhE9fVhAwsal3geMaBMYxBdBFkl0m4VzXgSM8bGhmMDPKhL3pb2hsn/ocSBnYx2y1TvQLVOxzPate4Id6EyC8Ux6r9Pqg2GiHEd4Bg66wjRDo5VfAJ85V8MO1XsznUaKNUhCLZBGtwczl3YH+qbsFDm8GxzzuWz5ikQTKpYCDgmv5Kr7/gx9ikmefw8cPY+v2LTh39TKmmHhM1GYxwrVf39qKl197Ff/pL/8Sb77yMpYnJ2EFSqZgANxQ9xzXhYnfrgPjcyiDiAMlx/UpQ2MyNUAAycJx+BQGvolDfBevoxFEGWh1XA/C43kRuMRjtspX8XuVj2XOt4RyuUxeVqByn7xFYDAzaMj66hRaG7JIRh0Y149R3gHbLNPGFphEky1Rn2xNFgHrFulHLDKZnM/nuI/nEBBXhUoXicRCnqmtR93VPZ1Oh+PkiMsj3VVVadrbFHzqQom+Rpn4wZhNuVIkrhXSV4JPvQuor8a5RZhcq6mtQ0L+K1wUuUckU2k4jktegnfj3IqEHAq5ZRRLK9z3XPqRUcTjEQScT7mQJw0BIeyCgErkc35mDnzqR4mxFOlEPpcnr8pgNfkegZkLYxsD2wXg3EmVKoPwBa7jwMCLZa7jgD/EV1YB9YV4WG4OECFfPTKavYnXQSIRRSzqEaHaVuBSDq7rss5DQNwOETmu2iVgZjC+E2lYp7vDd5/6YNQLI+/0Hol4bBcgcHxyLkDJL3D/KEF/MMFSCF+UfniUMRSXfA04jnDpbmZwXdHPsSwA0ROMsqjw7oTxhUymCmv7kPq4rhvW6dknLwWcLufN8clToVcZEBC3IRrzQj64THQDJfKpRFnlAVIrXGYa20IesDD8WS1nC8qwwgQvm4Q0sCWK9NOkyypzRDB7iJZKpRzSDY6rOuPdJ69C/eddNAUkLiDNEMHUw4B9HNIRod3TmGQ6eVdBmQaiQjDjiAQOwSrjvFfBoz4b+eUTh3EtR6JROBEPcB24nsc5+mF7l7wSnhITReAViUTgmBPSKXoEIU2ky8zgOE44dkDcZc5d8jOzv9defQTCq75mFo5lZuBUQv5oPLURPo0p4BBhO5WBl/qLN7oLj8N5eKTdjHhYrx+Vh/V8MTOsJo9duJEobVkAJWPy9OsKBOHi6oDLOWs84VobS3jWwMxCOogynJfwq0+Mvl2U/Flr98m72WofM9JAuWhuZg6EX88aW/iEw6McKpS9UaZsQL+pFI6jerUXiDaBxtW7GfFSL0q0lcJVkVxZFqcNilK2n2wnesVf0WdmHGKVDuFZA/BSvcD4bGZhO+8TvPG8CHU+AsBInw+11VyEX3e9sxv7GXmqMQzhO39pHHx0mancwjf1LdDmVajXHmUp2lUhXLqbGXFovAr1pEDelDl2RVWrYAjpqJDH6qNxNHeBZCodWitXnegsUPZ57q1al67jQO00tsCMCLGKk7dw7DVc4q3kpXfhFB6BcKpM/dVH7yGQJtEl+ayB5KBn1YuetbHNLBxL79qHNJZwahzhEK0aS89mFtKsthrTzMhzBx51UWXqtzY/jaN3lautxjQz6DKzj3m3sLAA4dd4aqf26qd30Su6BT7tpes44XiqV7tUMklbF0U06iHO/SKRjCPGuKTqwvEchJf/ET+E08w+xqH3tTF86nSM6yqbzUJ8UH/hqWZMJcU4rt5F5yotH9ks6o3aeLyrv3il+auN2guf9ErjqEygerUTP9VGfYVDcxIOjaE2okvv6utXVuctXGoLXsKRy3E/p06ttRU+1UuGa22Fl81D3VUftVU70ZZIJLhe3I9loXaO64b6YOC/j3il9sKju9mq7NZoC/tQLqrXs+gVhPXkKSg3h7hcc6C7sdFavWgRH8K2WjCsC384hu5r7dRGsNZe5apXMzNhBIRjDVSnNmqvOYuf6i9eS5aZTCbUWbVTH7XV3ensbEEPA7Ube3sYFK5Hkcm/y5cvMrhyERcvnMM7b7+FN15/FefOnWGA4AYWmERdXlyEmVEJoyEzNQBtKubp7CrovMyAfIYOXldXV9iur+8eA543wyDmxMQE7ty5w8DDTQZJGHAgvmKxBMc8FOlwAR6mmTyZnFhA4HsM0NShq7MHHZ3rUJ2tg0vDWPHBg/ky9CnFaCyOZKqKGyMwyOSIPp1ylwmswDwusgqDPIsYn8xhZcXnO/st5Nl3hQ5dAH267/33zuPN18/inXdO4X/9f/8pLly4gNtMCF++chHvvf8O3n7nXbz0i9cxNjHKhRcg4gVIJCNobm1Ee3s9D+216Opqx+bNG7B793YmKh/G4SMHGMjrQUtTI6IeN3xu8Mbd0S/6DBwtgL4ykokkstVZtPFQ0NLaDI8bkktFlIJLaFkuykgkSp6UGaDLM+gzgfm5HJaWigyUTVM213D3zhDKZZc4eqCvlh1hEo+xVSqGx/ku0UFz0NzSBJ+O8917t8MkeDMTKd3d7WjvaEZdfRaNTfVMGK3j+A75skCjX6IoA94DlrlIZ5JIJhOorctg56712LK9HfXNGRgdtkUGQMcpzwLlFvFS5KlL2Y4xODMJrYPudQ04fv9hbN66HewAJeeWV1aYqJ9ksLoPktP09BzHqMaO7VvJ3zTrFtB/b4IBq3u4fXsAVek6VGVqQ9k3MWmhYHxbW3uod0rwUx2QqYojEguQTLnYuXMDnvrsQ0zefBG/93tfxj/5b/4Bfvd3fw2HD25Ea2McbY0JpGIOUnFDHQMz2UyUwWIjT4cwcHcAyUgcm3s3o6GmHh2t7chmsqhOZxHzEti2dRdaGeyMRVIYHJjGe+/eZmDuAvoY4C+VCgxEJtHLpMoeBs1aGMyvqqpBU3MbE18LuHTpevipgChl6nlROkdlBr1KWFrOhQHCPXv2QonO69dvUpZj5L8PGUEuDSwxOTQ0Ms62BSRSGUSp841MhLYwqNvMcSI8YFV40FpYWOTamUM+Vwr5PzMzh/ffO4HXX/+AcJEBwiEm38eRzxcZ+KrBhk2bUMNA2dzCEpOLJ3HixOkwIXvq1Bm8/fb7DDBeRcBDnOfGGIzLo79/KGzz4YenoETjynIBCkwpqVwuxzA/X8DM9DKmphehT9hQ9Rn0rKJcoigxiBVhQrVUXsYMD8OpVIQBzgUM3hvF+nXr8PRnPovdu/ciHk/RLnCtRRPYsnkHD0FRrCyXAT+B5sYOeJbG9EQeE+PCUyFeQyIRgZnBXEN7ZzcPko2orsrQrjVxHW7AV77yVRw7ehzZbB1qauu5MfgwOPCcKOaZfLtz615oOz5gkuNf/n/+FV59403OYTZMjOmvpOt40Fzfux5KjN64cR0rzGbUVmd5qCngCg/5hWKBOn8Nb77xFq4xYH2T+O7cHsRlBio/+PAkAm4Iu3ZugpKgES+GwkoFU2MLcBFDJlnHgCflNjmPhYUCujq5xiiXbVvaUZuNsmyaNiDPQOc6jl+DaDSG2bkVlLnB19TUMJBeDf1xxuL8IvTpt+3bNqO5qZnlWaSSKc63Dkrwbtq4gfcG+DxYl4p5JOIR9PXdZQLiKnViEAkGeCOuB0GcTkGEOopyHIcPb8fBAztpG6ZpF0pYYlJghQ5diQev5eI8Ymz70EP3Y/OWTahlgj9GWSwtz1EWPvW9H0vLs4hEDY0tdYgnY5higCQgJjkc2qRu376D53/8E4yNz+HIkSN4gPYiEgG6mUQ9dEgJpg3Y0LOOyYyjrN9H3V0BmADr7e3EF579DB548BCikQrqauKo5lresaOXQdguVGUSDHaXyXvqD23/nt178PinnsGjj3yGerEZA/3jOH/uCtfECEaZePDcCPbuJY/b6qkbRUxMznDdFaBPEQ4MjyGXL8MhT+qYLJ+dm0cqXUX7GMPiwgrlU6IulLlHnsOd27fx7rvv8vkK17iDY/cdRYK6Pjh0G7PzY2jtqGfC837KJs4k7i1kUtLnCSwuzuE3fv0rOHbkEJYYhN62dQN1dx3tbjVa25q4OkVhVwAAEABJREFU/hZx4+YNVGhYT5w6gTNnT6OtrQW/9tXP08Y04fDRw8TdhjffeZtJqztYzi3g3/y7f4PzF89j49bNSGVScBwg4sU530kGrG5Qx6cxOTWDHA/N+qr8q9duY4G6LZtuANeJoUzdNskrlYTnVCC9WV7JY5LJm/7+CXxw4gKDLxHahhwSiTpkq+tpw2c5n2U888wz2L9/H/GUIN/g4MFDGGQCsro6jVQ6gebmOiYL7sODDxxCe1sN4BRxr/8uZhaW8e3vfR9/+dc/5r67iEg0gg0buhCL12B+MY9p2qszF6/h4rUhjE0VMDyygAz3iaVF9h8YRguTBeMTU+Hcslzv+pTTsaP7KcMY7r9/F2k6QFnv5pit1I8KZqYmuCdEmWDeBOlWbU0G9913GPcfP0p6B/D5Zz6LRx++nwGkKCEO1zxkMhlks7W0mx/Str4JrfOLly6HnzC81zfIdXOUPJpCNBaFT17GmbzwaBBT6RT54eHDk+dpg+tw9L6D2LV7GwqlPBYWZ2i3y9SLm6Qj4L7cBdmM+vooykzeF/MV7NH/S9rSgCSDfCu5ImbnFrBM3Uxk0mhqa2VCaAb6RCwYrHz4wYepX9WQnvTd68P585dw4dI1DDAJ/enPPoM52oyBYa590lRXX0+dOkN7keXcavGzn76D2ZkCk0snuK/H8IuX3sLpszc4vz5MT5cxPjqNaiYrFhdzTFK9jfNnr+G5H71J+l3aoRbaq3acu3AFX/7Kb+GJTz+L1lbqcnU1Zsb78du/8SjXdCP30iq0tVTD9QqIxn0cOrwT+/ZuYpItgRJ1sr9vCKkEcPDQdtrw+/H7f/As+R/B8lIJRSbLAh7EYwyi1TP59wd/+JsY5Dq9dPkGorSRk+MTYKQejz/xcLhmBpkI0x6qZGkTE/r9fK9UEsivuNzHr+ACE6fcVvHM5+7D13/nKa7pKerAQRw71oNMNqAElxDQ8Zzn/vbhh+epq0kcO34I23bUc4+LoXtdMxNHU5RTEZLLoSNbKN8UdmzrwD/4nS/gvmPbqWezTKYWUKG/VMxVqGoefvHzkzhz7hq+8c1v4fadexgdm6S+OFxxLrZs3YIPmaS+wn3kzOlzcN0InnzyU7RJI5TzJNf5DQRBQHlVI1vViFgkg2SsmrzuxBL3CEME+sOhe/S/nagL86KYYTJzYnQe41PD2EFe/7P/659wnYiugOumnQmyAbiOx72hH5Pj4+T1PJrqUpx7Gd977k288sZlnL14A2Yu4nGPNn6CvlkaqVSce0uR8ttFX2sX9wUXN65dw00m9nMrZTS31mOJtqWjtY2yLaN3wzo88tBD1KuXaTvkx4L60Il0mvrHhOLFS1ofKezfv5c2MIubN2/Stg7SjhRQZBL4L/78m+G6m5uZwa1rV1HOLyJK33wD8cYYVG1vacY861YWfRj3+kuXbmBibBFvvnkRsZSDr/3u78NJpHGK/n4vk+5tbQ348ue/hG2bN3J/p2wqUepmDfrujSEoR3DvzhTu3p7Btas32b+IjZubcPv2OIr5CJaWF5Gn/3evbwKzs8Y5tODMqRsY53g3rg5hY89OtHd10U6WKYMEhsj/+qZ1lJ2H6dky9acbbZ0bADeJYsnBzMwipqcWce7MJdy6fgdLtHkruTlcv3WR67OK/ncz2jq6ME1dXOZ54M6tfvpl53H16l3cuUvdmM0hGq+CG4kT1wz27NpJOS7QN+1FY10disUyz0UzOHP+Am6ybxd9jvffP4G33nwX775zAqPjU2jneWvz5u30TRZwmfJOEF9tbQOqq2oxTPtRTTtfV1uHgYHbWGFylaYNR4/sx+FDe5CtSqKpoQZHjx1FbX0tsvRTkvJFamoxMjSMPXt3AQz23r49TNmm8dRTT6C9vQWzM7OoqqqiD7+L+pRAuZJHPBnF5PQw6uoz6N3YSXs3jkX6FDpjDg4OIlOdxR2um/W9m+DxMOASbnEPLpZK+NmLv4BDf9KPRLnHlWmbAriOUTdjHB/w6O/UZmugQ7N0s8RkbMD9VZUBV6D22iLtkFa/DtMq9z+q190xgwIcAtUHDByv3gM43GzXwMxo8yswlqlfwDWrdsJnZrqF7cOHT/wyM8qqSLp96koAMwvvokvgE4/oNCMO/fBuZmE7M/sEpr//aPaf163Runb/+z04CsdSmZmF+EH+gJZqDfSprbUkFXjAtRACeI7R53Bg6kz+OOznEJcRVOqE+MB5aY6CCp9XwVeQO+Cz+n4CxEOB+Cj4RNV/8ZHUEyd/c0w1MDOYmR7Du+YsvZNPGqHzqXfJZw23mYXtzH55V53aSB0cxyUuyQfwXM6Z4AcF9qnA4TNMZQ7i0QgiIbjwIi7ryA3ypFIpkz7OnTwDearkgUNdMTPiBfFYCOBljvE32D74e3qh9gKfZw010LPuolOgZzODyxhDxIuRzih0DnW5BtTWzCDcena5mCNcM47jwQ1BdLvwaFddfVUeaTf7CJcbgWMOwRBlH/FPY4BXJfxmL59PLgwEcwE+GRxOwMgWJ9wLI04UBfoyWkcBgL7+ftrKAt7+4G0Ero9hxl6WeGY5eekiDvAc17tlK1K1tTh0332op8+z7/BhpGhndu/YjYgTg28RWCwKhkYQmMbncCC/THe+MzlG8jkSf5gs8zgfL+ogEvXgeQ7BVoHnVYekcnrsTa2mrHwKnEdi2EdyAHyIZwLNPflRUsBMsgVcx4XxuZAvwTUXmVQSVekUnwEQXzRMvEWY5MxjmbGRZQZwUtxLRYuSJ0UGACo82xv7FgsVLNA3zhNXLleg3fIZ0yrSBpX5XIbGJ9bQZiSTSb57SKUT9A9SMPIhrXFdh21LtEeEcH2t6l6F57lUMo5IzAvrFQdkSAqZdBL6et9EIgrHMWRrqiC/va62GuVKAbmVJcJyOJb0mJMCVQzRmIsk8TkOyCvyPlgdJyD/irSzknWpxPVB/sRicQCGCpO44onrOHBZDq5X6W4tZZ2hfwutD9oDzzVAd8osSQcxkYiRNg5EKQUs1zff+fQNHdLrsDgaiSAWixJdAGPXVCqFbDbLvbQGLomVTH2OJRrMjO1An7HCOkM06kI6X+GZ0yduh2MHYVviIn7j+nZcQPpTU1ONZCKOBMHjGjIzjmfQVeF5vcwEksbSu3C4rsexAsqwgHD/4Z4lGZoZ9c9TM7ikT+BwIrp7nuZh5BV5WiGdjKvkGBRfZhypVCqzvUNeGHzxG0UoGawxA9Ks8QVF7mm6q2wNrwarkL4Sk+8+9cJn//BOPop24VAbQUBcnyxbtRcR0uyyOgjnpDZ/Dyh3X/IlH+gowqXuO2ZwQvYEXEUB9OJ6Lufgfsw38NK8fdIh2rQ+4zz7iO4S7aZH2epZfEvwjKUxNT/Ra+wrOai/w7FIGH+CEEocnw/hOGYGY1vHsVBPhN/MQjqEG7yEVzh1d82lXkSp8xHoEi81pu5mxnJPxVyXXGOcr3CIBhWKb2XSrbYlylvvql+jU/j1HIvFKEeHctS+AGk+ecQ7eS855ynzwkeJEPURbtEnWHtXmZnBzDjVABpLY/of0SSeaSwzg/oJPtlXa0Lvoj1Gu7ZGk/CIfpU7rhPihQEuZcEwNyrkbYE6JvrU38zCuWi8aDRK/kTgOpwbdaJE+yb9FV1mBtd1Q1rFT9GzRp/wCFSm8XXXu5lBl559ns90F6iNYK3d2t3huJFINKRBz2qruk+2XcMnH0vPaicwM5itgujUfMy4FinPCgG0P8Il3vz9fk44J9Wp3HXckB96rlAWaq+76s0s5MEabvFFvAAv8cJ1nFBW6iPazSzE5ZJvZgZdKhcu4RToXX2j5L1AbVUuvMJvZuG81NfMQnya7xqov8ZTe8l0eXkZkpnGED7hVps1XCoTqL/aqN8aCI/acrVDl56lj7qLro90DGq3wv1Q46md+CGcaqO2KtO4iY8Semvz0Xhr5eqjdhpbtAmn2q2BzghrZbqXQttXgWymGWiO3FBPNK7mIlo09xLXrfCKFjML17nKBWojGlSvdvPMiZUZcxUO7TtkdLg/q11A/Rde0Rnn+hI+0aF55/P5kAdUHHYx3oLVdyJWG9VLBnpWP/FNeFzHCdejxtY8xSuf+5YgoO345HgaU+/CIXrUR7SrTCC8wil+6p1Dh7onvGorUJnqzAzgj+s4tKExRKKRUI/NDGarIHwCtRct6i/ZaHzwUvkamK32YXE4Zqgj4hcMUe6bEYLrOCFfRI9AtAtYqG4fg8ZSuaBCG1HmmtOzmUMaHayNqQ5rbXUXCK94I14LJBvRrT5rc1nr59Tz0KsAxJ69O7Fhw3p0d3fxMLsd7S2tKNJYTzAoeY5B55s3bmF6apKCKqGurhb19XVYv349tm7dii4GCtrb2xn83Yj9+w5ifU8vD8XVmJubY7BlCH19fQzq3MWtW7d48NZCXGHAbyo86OcZFCvSoM7PL0H2qJqH9fr6ZvabZ/DvBl597U2cOXseJ0+exttvv4c33ngbd+/1Y2FxBSsMIi4s5TEzO88DdR8uXrxOuIux0Tke2sehQPHKchHzcwDXPwp5UDAOYnRgq6vSDPolUVOTRCzmIZ/LExxoIS0vL+DatcvEdQ59/TdRKC6xTRIbNvbisccfxK//xpehT6F2dbeFAaWFhRnipeNChzVKBzwZj8Lh1lfm4kxyg29paMGOLduxl0m2TUyUzDMYPDo2Hi4qCctgSNLB692wAZ96/AkcPXof9u07hEcfeQLHjz/EcbchR0f6yrU7OHPmMu7dG4HnJeE6Cc5zClev3MZg/yh5m6fjW40Yg4ntTDjed9/97LshTKJs27YFTU117GdYWp4n/ydoBIpYWJgjnyagrxvy6bA0NtQj/Av04wdx9Pg2fObp43j2K0/h6S88gd37tzM4kka+sETe5yCn3jjT2el59PcNQ8ncqakVlEs+EskYXB68BgeH8BYT0i+++HM899xzeOFnL+DVV1/HX//1DxmEfQuuG6XDXkO+x0lbEqWikaYiA9FLcJ04tyeXAZ1ZXL50lYGeD3DlyhWMjo1gJbeExaV5zM1PsW8F2ZoUMpkI0hmPPEijZ30T2tuqkIwXkVsewfp1TejpbkWcznFjbQq7tm5Cc30t6rJxZBIuHC6w2YkZJupmcJsBrJ//9Oc4+cFp9N3px9XL1/DKy6/hXSYYX3jhJbz4s1dw/Xo/DW2ZYySoR1XYxIDc9m070MQEpxeJ0pjEmVDIMzl5F/MMWnd0dOLIsWPoXtcDJbuk8wMDA9TbO9TfOfK1gYnBCt5+73288vrb+MGPnsd3f/A83v/gFPvnOFYc9/r6qJfXqN9jDGBmkc1mCdVci/XQgSOZZNCTjozLjdV1PFQr2M0A5gINenNzMtwA+/r6Kf8V+DwRLjMZymkjFkuQ3zPk6zgcJ4pEPE17ZIhynTTUN2H9+l50dHRTLsvo6x8mvUsMai2SnimuWYcA8rkWzY3r2HYz6hiwC8LDRwnretqYMHMr0RgAABAASURBVDmAbdtbSGeKcmjHuq4GHDq4lYHhI0x8tSLmRVBbU8+A8/347GeeDp/fefsD/MWffRNXr9xBueiiKtVAHzyG0eFZDA7MQn9UYObCozxlB3wzBjjX4QATNps2bUMvg2uVsmGGid0rV24yaCje3WHQ8Rzu3h1GpWJoa+/CAw8+ikYmvE+eOosf/+xFmEUZ7NuPL//ar8NxXSZEL+MUbU8/+Xbu7FksUZbjY2PQV5F7rF+/rhfGNdDa0oaedRuwMLdE/X4b77x3Cn19o+i/O4SF2WU01jdgz67dOHzgAIYHJ/Dee1dI2wr5HOUhusLg5gImphYZ4LyCifFJHDm8H12dnZT9IvruDZKOa7hwrp8B7gKmaJMXZks0ZgEKTIxPTc2ijgfOupoa6I80tm7ZgjgPqNev38Dw8AgDrP1cN9dCe+5TLm2tTehe18GEawqlwjLp6Wfg+wr0bQT6GuLZ6RmOOcT2ZepJEX/zjb/Fn//FN/Cj515kQq8P+prQs7TJc0zkuK4X8qm2Nsu5VHD23ElMzo7BnDKOP3AEtQ01GB0fYtB4ElcZ9H7vgw/w1lvvUO/7yDcX0UgC9bWNePThB2kfD1Fum/Hbv/0P8cjDjzFx7qK7oxtbN+/E/j0Hwuff+tpv4p/+0z/BU59+EjW04e+8+QbbAZp7Y0MDeTqDESZKPDcO1zyeuaOIR7JoaV6H6cll/OD7P8FLP3+Ntr5Aea1nAPgg6fCh4P0i7WKxXECUjs3lSzdx+sw1/OLlD2hXGtHc0sU1fxuXaH+KDPI+/7Mf4ic/+wmmySvJoKqqGi4P0P0Dg6ijvf/Xf/r/wv/8f/kT7h15dHZ2YPv27QATXLdu3mUidxBnacddx8V3v/1tXL54EVs39SJJXW5trsfDTE7Pz82E/NzE8goDHfrkYM/6Hhxh0nTv3j3IM8l5r78PbR0d8KIRJkcmsZ4J89b2VvgWIJlOkN+X8OJLL6C4vIId23bha1/9XVSna8gX2tTpBdqnZczMLZPGAuI8vLW21NFhAwPkw0jSfm/Z3I4IdRzcF4ocD3BRW1fLthFMjM5wDSzTJgRMeC7hQdL8uc89g1SmBo8++ik89thjGBzso/2u0EZPMol3Fj6dungqhjnulyuLs9TlIWLMU0ev4cq103jp1Z9ghXtL4ERpN/vQ1SVcx2hTurB123a0ttUhkfLw/oeXmVgYQJ7Bgwj3V5eHuHNnb3OcJXzw/iXukddwm3a7taWT6xyoq2uAMQjyG197HEq6HTl0mInTbcikM0hy3l3k2fZtm9Dc3MC21VzD49i/eyMq5Um0NGXw7juvopbBI3A28nmWaFPjHFcgGzLJ9ffoY09ix4692LxlG/ewcqjjGreOui0d0TcGDA+Popp6cuf2BK7dKGGBScGh0WG8f/Ic368DVsa5s6epv+OIUDcuUS/6uK86tOmzU8uYnV3ifnAOo2MzTA74lJUPx4A8kyPzpElfzZ9Jp8NERDZbRR9qmPOphRy/s6cv4vKVa5xHI5PP4yiVAqSZtNq2bSsUfMpUpfDUU5+GdO3cuQvouzeFixf6KIdZjnkbN29OI8F9QgE9jRn10oDvoam+FYcP7WNdDE8+fpDB0QKqknE8cPxhtLZsxD/5J/+e+/6HuHzpFn2wRe6LFe5z8/CxhMmJu/QTXdLLqdsK/cML2L27F7t2duK//qPPIpU0VFd7WF4cQ3NLFXbu7EbEK6G9tZrzDpDngSPJNteuD1GnZvHII4/hzOlL9DFewsMPP4APP3wLk5MDtOdMkK3kQh1q4z5c8V1cZDL+/MXzGBy5i8ef2o9jD25mcC1OHvfRr7hJOpqwaeN6+g45DDJBX0s5trWvw45d+7H/wP34zndfxFX6CeYWEYn7mJsbw4ULp7B33xZ0dNZQthMYnbyLn//iO9wP/g4PPbQTX3r2Pup7hftbFtFICn13J1EpaY+5gZu3R3D2fB88L47X3/gAZ89e5LoYwyX6PWdO3aS9OI+21hYkEnG4ZlyfidBv27x1M3XmLNKZLPTp4/mlAsqVCG3BdkRjSVRVZ9G1rhOyHxs3bsKnnngA/+S/+Rye/dIefP4Lh4kzixT3+67OzXA4tvbVInXjwP5DmJ+dw9tvvIuVxXls3LCRyeOHsL63nXJtp/9RhUjERVtzLTrbm7lGOxGPgvvdTcr6Gu37BDZsbMH/8D/8Mf7wj34T8bjLORu8CPWuKko5vY9de7ahrYN9e7rwF3/xPXzn2z/A1OR0aFP1LTfaY6emJ0Md/vznP48vf+mr1MMBTE0s0QdZxOuvnEWFwcSJ8RHSAhRWJtBY5+NP//Wf4F/+P/8I+3a1oaMthvU9rajj+q2prkFnRyvbJvG9771Ant7E1PgyvvmN79N/nsTLv3ifMhmnzH1U0Y4l4rWAH4ODGOqq6zE9XsT1azexZ/9WyN5lq5rQ0tqNb//dT+F6wPxCEc3N3fQHezA7s8xxPESjAffec6T7CuvnqPcOlpZ9XLrUTx0po8yI/99956f43//t3+CtN0/iJz95j+Y2iptX+zE0MIGh/imM0OdpbGrAvcF+PPfTnzFYFeHe7HFO7fj5i6/AnBh1tsQERJz4qzE2kcPLr76Hu/dGka5KMyF7Ha2NjbTXY7h+4wYWeBhKpBIwN0qb7PAsMIc8E9TDo1NwvQTSqSpco9/13I9+jtmJItLxRkxPLOPKpbv46798BbFIBuWC0YY4aGNyPFtdRb7dxQrxRr0o7cYFJu2n6btdwvXrV6mrcVSRjtqaLOrqs9CniQ/Tv9m0uRkRts/zDHjv3jBOfHiOa20CC/M58uwmWls7uTc7HKMDEdr4WCzKvSoPBc9r6qrDT7bU0OeB49HGRQF41Ls+rOtez/PIIFQ+x3NlgAgK3CsqDBKDYclypYxoNArHDLLlFQZ5Ax7UPe51RiwBgw7mOODgcFw3vINXkf1MdQK+KzjssBG3W+pJAIf/zISBlfwxM8j2CkS/50XCd/ByhZd3/ehgrzZmxj0/QHgmNCc8H6qdR7/CSM9acFPtNQcFk9XfjWj+jh5h9vfHV6HmI/jVZ72vgXB+EtbKded0Q7r0LDAzmLNKq/CqXuVrEHC/Yi08kuSSOUbweTb2eeexgzoaAOzvUaae6611w9r4HxfwIfhV5Cxb+1Gd4FffVSZQ+eqd4+mFYEbKiFNjqU7g+xXqMv1p1qt8lf+r7Vj093iqd4Hkpbv6C/T8S9B4Ap98q8Cn3+MHJU7ZR4xMEU+CsMwnbmoNZcsftmV76ifIIdDXMDPW/xLWaAtIv5nBIQ/NfklnqCtuBAY3hMA3jumyHd/ZDuFFfCTNYQsHDlyuHdeJwDGPyU0Xa300hkBdNI6eV8HnfMrQ/M0csCMclzSoIWlWeTweRywSJS4ORBqMQjfwH/1fA/vwHbzr2fSpXtJbKfsA21R89iE+fR3vzTu3cHfgDs8TE2hpb4MXjWB8Zhou8S8yXtPEvfxf/pt/jW1792KS+8Ts4gKWCzlonRbLJa6jMm1pBQ7XvQeNGMDMJWtdhBRbwFIBx9YzdZSVMN5dL4A5Pp8DtvFDCCgXke6T/xVCeK9UOE4FZQZYFXQr0c4EbOQ4LhzH4RouIcZ4DIuwnFtBke2IFBGWOWyTSqWQSWdpywy5vM8zuo9YLIWabA0oXriOA9f1aO8r1NEy7wT6ezRXxO9ihX7NzMws+3HfJw998k9yKjMxJtAnW+OJWGjvQPqNyeNozIPrOuwfwHE5NeqcvhlkcWGW/CohQv6ruMyEiHgRjUUAA/22cng38srnmcTI16qqDJTojEQ4X5BXTFQHxBePR9HYVE//rYr2Oh5CNEqby/l4bGtGhIEf2t88/bgix9I6lFyitGeRsE0AjSW+mhkc9oXGIJgDgCjyRcq7VEDA9aQ6R0zj+CWWlctFqH+M9MeoOzH6+i7tboUyW1xcZJ8A+gMKlZsZfZQ4IpEINI7okK2PkpYE9c3juvXJdPHWjLVBAL0DDsxxyU+XsslxPy8it0LcPGebgZdP/ShTdqVwPI0lmScSCdYhHEsPJerFGh/WxhB+zV306tlXUp2K5HKtuhZBxIuR5iQcPoPlNGMcv8JxLKTHdZ3wXf2F0+XcpRMCM4OZhXMQbjO+O074XmQ8VmU+5RNQZxwXMIdgCC+XePSgNhXuiaJdzw7Hc4jD7KOGavQRaPwAkqeRXiONfCbBDsuobgCD3BWOq/8Go8JxfZZXWF+kXlQoLzPjXMrk7UrIz4Btylzj4BVQFmpDpFw7MTiOG7atUF6sDufpkC6Bx71UMjZbpdHMPuIVJwmE/TSfWMRDxHXgkA6Hfc1W27MJtO+LhyqPUqeFU/OXrCRDlavMdd1wbNWpfUgjEayhEt0q13h6ZhWnwDXJ8dRXdAqESzh9zZNgwuu51PKAbPPVLQSNozF0N/slvXpUf+E0MwiP2qy1VXmMa0NjqZ2QrY2pNqEMaE8c1w3tiNqrv+g2GHTpWWUhDrZzyb9oIg5zqYOUX47JX4Haqb3aCTSueLg2jvghXgRspGfxU3j5SrlXdIPeRZPq1S9sT1nrOWzw0S+9q43qRbPGU5XKyUaunwj1JR7qi8qFV3UV6nSZ9q1C+6a+ZsY2DswslI/KBGar5Q7lhY8uFrEdqEelkE6NqTmutVE/kGV6F4guMwvbaq4C8Ujt1urV5iP0cFyXbSsoMh6zxgPRrfZmBjMLm+pd5T55XyGID3pXuRqs4dZd/q+ZQc9mq/31rHFFv+Sju97Ba+1Z4y8sLGCZsYc1moV/DYTDbHVuGlt0qJ1AdK210131otHMIN3TGALhULn4ovHMVu202qifmUHtxGPRSfLI+zIKtBvC6XK9y9aardoP4VI/tfskPSpXe91z9C2KtMdlngtoguCYy7NrLNwrZLvBS3Moc02YGXUoxv0tEfJeNArM7GO6pGtqL/zRSATio/pqTrIZqqsQl+aqech/MrNQ32XDVK4+mucaaP4q1xyERyD8juuG9Ki9eFyiT1DhJARl7knSa597JdGHdAif+KZx1/Ap7yf6BMIfaAIA5+cQDJ+8fK67X8KqPVrrY2b/WXvRJdrXQLjW+q+NIzrW6vWsNqpbayf8xkLVmVm4JlWncoGeBWwS/phZSIeZ7izifNRO8/PpL5mp3FiBj3H5nJfGNLNQH80s1CvphuyY+mp80am7mcHp7u6gM5RgUD1PpQETHnVQMqShoQ6bN2/Gnj278PinHsI+Jls3b9oY1ldobMhWZOnwtbV18NDbjlQqTcNeQYEZS31SS8JdWVlBnAZ148aNeOCB+xmse5KBjXUM+MfgE0eJCj87O8tDeI79U9DBWIrIeVAR4xDRA/0DeJtJ1HeYkLt95w7geDz4VzDEwOSJE6cYdDqPCSYX5uYWEY2lOV4GLttUmCyJ0mGtzqZ4mI8AMCpZlM8xPoHOb5GLI8n5bcPTn70fv/1bn8PTTx/GMp2zCoPlEQZ9mlrhWlHAAAAQAElEQVSyaGmpYWKunrTvx6c+dRQ7dm7Bup5O7Nq1jbA1hM7OZgYTXRTzS1iYm0KlnCcNhnQyycBKI53KFjQyOd1O53/jps3E2YY6Jo8iXpQ0xWHmMOg3zSRpP2EAg4NjGBmZwuj4DGZmVzA4NMFEynXMzeS4aLPYunUP2tt7kc7UIU8H/EMm3K5fv4VZJpWXlpbBUxGUHD969BCyDKrq60fv8GCywKBYmZtEjEGJaNSDHN6ennXoZNJm06YtDIA/jqNHj2Ejg2779u3h+yPYs283Dh0+gHXr15G/cpCb0dm9jjJvQYTJUn36cWx8GiOjk5icmqMR82nogfm5PIPyE0yCn2Pi6B0G08/j7p3bTOzchoK++jTZju29aGYiq6W5nQG6TrQ0tSMZTyG3UoDxn8tDxCSDa++++x6+9a3vMrHxKk6dOo1LFy/RCV8I9TaVjjNINc2g/gzHXkY0aqSrjNmZIdIwwvJxZKsSKHPzGWcCYJqBJnohDORPgOcKpJgwrGJgvJPyaWlowtTYNC6eu4QP3ruJV14+gfPnLzI4dIkJkBH85Mc/ZQDuPBRQrq/LUr5x4q5CJsn1Q0dQn1i8e+cu9fUk53iNejlJJxrUuRSDj9U8+OQxwflU6Dh2dXUz+L6T6+JBbN+xnbKsQi8Dlt3dPXAcF7OzRblx2MzE2P33P4iOji54XhR37zIZw4QNK5HNZkP9kUGsqqpCd3d3KD/9gUPvhvXQJylV9uyzn8Pjj38K65kU1ZpQsPzUqTNh4AlwsZnJx02btlJvA1w4f4lBt3E0NDahqamZQcDblOEZBnZHeQBMkM5qtDFRn0xlUd9YDzhx2osGLC0WmGCdQ4SHoCj1S8l/fQLVi/h44omHsH//DuL3Kbd5OgMlBiWvhjp959YM3nzzg1DmFQaWlxZLmBhbIJ9HcObMHYyMzHNtpZn8KkHrXcmqUikPXWXycXm5DOMG0tnVhC3bNjIgnsX45BQTAGcwNj4HP4hwzBL6B8bQ1zcC141zbi2cRy1yuTK+8Y1v4yc/fYlrbByM6WGRujc5M4dLV6/jO9/7If78P/0VXn75FTz//I8xNDjMBNQig8WXqQ+D8NwomptaUMyVcPvWXdI6Qf0eghdJUhab0NTYgTLtULlU5HzO4ub1m4hFYpxLnoHqZXjRKIMD85hbKaFQcWFejPpiTHZMYY5JruHhcUxNzjNQWqCOr6C+KYODh7fgi89+lsHeGHI8SNdmq9HAwOJAfx9ld576eo6B4QEGhFeQpP2J8VBbX5fGZ556DJ/97Kcp6w20PRmOz8ApgwbrGGjuYWI14jkM7Je4dguo0DY75FO+FMO167eJJ825NHPeffiLPxcfJrBr515s27qTa6GM6ZkZ6vUk5ucp/6gLxzWMTY5gYPAeLl46H34l4MjoCNo62mhbNjNBc4vyv4XXXnsb3/nOiwg490sXr+A73/oebly/ix/+4EX8h3/3LXzrG8/j3/2bv8TPX3gVz/3oZwyyLyG/UuFehTDw/vxzP4MxoZNO1GBlIcDCTAXwU+jt2YZ13ZsR+BGMjU7TZlzC8z96AefPXeSaTWPv7j2oY/K5mcmzVDrBpP5jePqZJ/F7v/91fJo86uQajDCgMT4+T7lOU++uMinyJpMcb0NJCc1raWUW27kXZKqrqTN5RBIpHL3vIdrJzVx3XVqelMV56tc3oQ04kUjj9Knz+P53X8Dffet5VJjoX9fRjpbmVvR0d6FC+1RTU4XTJ09gYnyYumXYtn0L9bYPWq9LTIguLC0iMMMG2oRkKoNFlt2iXY/EY9i6fSuampvwu//oH+GLX/kStjDJsm/fTpw5fRa3b/bj2S/8Bl596W3qF1lEZ6Jc8VGmo9VInepZ380gN9dDPkdZu0inYli3rgfzTOj6DA7NTU9hZmo6lHXfvXGYGcpk9Y1rQ5iaXsKVy7cxOjGLK1dv4MKFi+jvv4cPPnwf5lTQ0lJLvyCH3fQjxscnMDo0hkQkgagTweTYGIPtl6iTG/HMM59l2xZka2rx1V//PLZvW89ESDMunD3LRP89nPjwAyZI7zJZm0F7ZxNq6+qoZxEwPoflXIHJY482ahI1tUms5Fw6vynKKkc7cJpJujvUwwvIc39+6Rc/gz5drj9YkC3Mc9Gfp80bHB3HmfMXMDU7QT05gZWlCTz+2INob2vG/PwCxsbGOZ4Dl4fYTHUVAhi8SBR79+7D5555FisMoOiTva+8Ij15FyukaWklj76+Ps7xOu32AN54/S3ayf8vaf8BZVlynAfCX1zzvCvvfVd3tfe+e7p7vMMAM/CGAEhAkKG4lHa1u2e12pWOpP+s9Iui1h4tJVGkSBCEGQAzwHjfY9t7V13e+6pX5vn37v2/uNVv0ICoX9qzrysq782MjIyMjIyMjKiqXqNtX4BtAXMLaWQZ9ClJGu3drWjrbOL8K3i+91CHO1FZEUIo7KKmMYFJJjMmmERivoC2ooQAL7+GyT1L+2JyH+c4ljrMQ6OTPAdz6Nm8kbZqhftyGqPDI2hl0kqd9gcffAihUAS6FiKCtrZ2yspGBe0IqBebNnTjc88+zXNpF3nx80yK0eezUV0VoC+SRyZtIOSvRiFvobGhCfrbaJNTAzh0dBP13o+pkatYnhlHkYHDMMe5cXMIN26OIJVewUJylnJj0NrI8CzJ4cjR7aitCcFvFNHcWIGtm9thm1nqfgYPHNuBh042Y1N3DQL+Es5+8h7mZkewgcm87g0tMBjk6epqQE1dBZqa/UgmlxBg0GsH7ZKeoafffZu4LdjQ1QTHyaCmJk6bmYDuxYWFJMAES76UQmM77cXmeso6hrWVLMKhBFc2jCuX+vG//a9/htPv3sV7b1/DX3z/5/j+93+M/+Wf/SF+yiRTOFKHt97+AKtrK5RF3lvjhvpa6G8XpzOrYD4Kx0/tRlVVFAf2t9PGkT9/Fg89fACukwMYZFY+u7va0d7RhGryF4kGcOjIMTz99FM4dPgoKiurqdOT5NVEgWdIBdeoxP3Y07Pd050tO/Zhfn4e4aDAFZdgIhZPUPcylIUf8ViE63MAtdWVaKSfFWJyNRx08OBDm/G1bxxBR2cQVy6f9va2zwzj3/7b/4DrXC8XAe+HZhza1ra2FvJWi0AwhFA0gYceeZRB3zXPXmWZuO3uqEJ1hQ/p1TmsLM9659W+vZvw9//+1/HQQ8dx+vQbePOtV2gvcuQrz3NsFseP7cE3vvl5LCxNcH1aPN+grj6KBx88CcPwYTPtW01NDX0bGwadtPn5OSbGP8HLr70KDbQtU9d/+7u/i85NnZhPrqGGcg8EbZRyy1heGMXCXC/1oRcbN1XioQf3UHYZzM0kEfQFoT/IlEsDd2/PYnRwmftcsLqch49tvb1jxDWoL9QO00e5LKGjrZM8AGOj80DRRTAYx3vvvYcUbcnMwiTXYQJ1dWGsruYhRgjDTH7+9KfvI5VaRVsbbV9pBpa1jM09TRgdGcPS4gI2bOhCZXUF/Dz/kwyE53iOp1eztHGDWF50ELAiSC6uYeOGbZgcn6Md7CRfJRw/fhQ9W7cgGK5EcrkIy4hCfYyV1RRoxtA/PIfevgUmUi9hZc2B7bfQ1tEG4VlTnahgYnSONryAEoOysxw3D2ADfX39Tdiuzk1oamhHbU0zjh99lONZqIg3YNumAyikfbh2aQCp5RL27urB9Sv9TKwO4MqFW/RrrsAh/USsknvSRiwcR3W8imd0kXZzGSLAhx99AJ/fj/mFWejdqKdnI+qYHE7yzhYMRulf30E+G6TurEH9v5Eh2omSjbffeh/6A5WLCyso5B3Mzi5gY/dmhJmAuHrtMjSQPzU5DZ8vACo/9+BdVFfXwmfa2LFtG4Zp9/zU23QuB5APDdZzI+ojSqUS19khfRMuDzNLTJhsMQ2DfpgJwzThwEXJKXm4JX1mH/CjwVSLeLZlcS9TzqbFuQtKDIiICESEWOtfxWLBG0cv5yANEfHaDfZXEBHopV3b13niPqYdZjX0XdsU2As2AzEWwVTg2Nrf5TCKx8Kjq6WC9lEQESieAvjROgU+/pVf2qZwfyNJ/Bptr00H9h702zrPv9lPWz6FdSJwDQFNnwdFOCiKC33XerFMaOlQTh559inz/SkdPmhdGfj66ZeOr+BVUIafPnsVv/omIp7MNSBSKHA/cP3T6TTWUmtevcm154T5tY6nOiDCFbgPlJryoKWnV/pwH5TblAcFfXfgcGYOSPhTUH/OgaAkBus4fz4rvstkgVclrBYXIgKlYVB+7r25iQiUV7lXp3pQbtNn1Sm4AqF2mobN0gRZ8PRR21Vf9TyBBpRcsF1xBfoREfBLHwEBdGwRYSnQdx1H6Su4cGFYBoTkDfr/JQbrdKYuEfVcAj8u+dA+wjoRw9tr7MHSIncW4BpwaZdU1i7xhVVZxmFeeOUXePSxR/C7f+tv4cCBA9ixcyd6ejaje2MP6ul/mLwzhaIx+EMBXL5xFdxtKDpF+GhvSBSmiFKDrpHD/evS7wVHdHQ8li554bAqFgjlqHPQP+MKJgVhcNcTwFaHPhbROVNARKAfh7RKDFaVqD+s5BgOMjybVlfXsLKyyrtUETZ9xJIjPP9cgoM8z2+VfYAxB5N7eGkpSdwVGJRPPlek71bE0tIqkgvLOhztaZDneJS+cT1M2jWwtsBkarFQ4rlikw2DMbcCz5sM1LcplTgG20VM2skofDxjskxWRiIRKL82HU99tmlDDM4XnJvBuUbCPvj9FkJBH3y8w5eYiCwxVrTM+Nza8jKC/gBKrotZ+htpJiJNAwjxbhmLBBEh6F3Tx5jSOk2XZ30Ky6uLLFdRoO9SoJ8LlBAI2AiGAjxHfTBJRPFVL3QvulwfoYR91CWDfLmUrbYpj2C9YbCWdRoj1KS1vqscDa5HjnHHklOgdErQP7EtXC+X/BcYK8gxwb7K9Vhj0F/3ufKT430rlUpRZhmum0twKMcclI9SqUi5Ag73oI6l4/htH2zTIG2BQT5M2ghDTJToExS5pkXKPMdzRpPXWuZJ36Uelngm2JyPaQjpZ0i/AFImCJ+Lnr0xSI8V3rPOV4RSoKz1Weu1XcdzuE8dzr9EOek80rz/GTBhig1H+Sg6cPWnEKhLJd4LHOqd7VM5067cR0/pKogIRAQ6xwLtoNbpWLanGwb0Xccqcg4uZQFxmVDPocR5GZyP4hoGx6cslC/d64ZheDRJWVn3aLgcW+t95EXBvIevtLWNgoZwbqYY0HPV4DOH8uhwRihxbDEEFvlySEt5NfiudJS3Mqis9dklPtUFAngy1rryHJVPEW2Bx5vy4JRKxASUR30oUhaKr/1cjueqPtAPsLSRUOJ+1zbty1evn/KiIIbhjanjaNtvgkveFE/Bsiyvr+KWx1Oaqpe6Z3UM7a/r4ac9U3wRgeJ8ik96RQIoD4t7W3G0j0u+y2WJNkHH0DoRgY6tICLrMuD66liKozKwfT7oR3F0r2HdYAAAEABJREFUbBHx5qRJFsXRMbReS11P5U1xlScF5U/p6Tq5JOQPBhDhndkkf7rvNK6vbWzy5q/9FUTW+RHhWlM2Ad7ngsGgonl8Km86vpaKr6W+l+el74osIrS7tjdPfdd2g3XKq/KseFrn2W6uvb6LqN4qCLsITMMkGDBMgWEA7M5v/OKD9sV9H4F4b+V6EYFlWqxzuedztDFZKJ+sQKlUoj0seKB1OnaZLxHx1lZlp3LUUnE8ulxPLRUMQ8dzKZMSwSHtEsHhswsRIb+GB7pGtm99/4Of8rpoyddPcR3qj9JV2SiIrPOheFovIp48dT1U7lqn/Gmp+D7qpj7ruqpdUr51bJP7XOem/RRPRDy+wI/SVh3QUvuKrK+90lU62qb1Kh+lo6DPKg/F0VLbdSyPBje8tiuQPErUacUrMMek7Vovsj6G9tN35Uv1S3nTd+VZ56dnmZ+5I6WjtjxFO5vN5kiT8oXBtbWh/Cid8vjgR+sUdLwy/zp/BR1D8RX0XccREW/dlM8szw4ttS9JeXJiM/Rdx9B+Oc5F+dE6EbmHo7oAj47WK66OrfIRw/DWWGQdR2noWhdpz/I833M8k4s8I7VO20TEm5f20/5lelquQ9EbR9sUtA/ufUR1ksNo3TpuyeNd30XE40OftU27qJxUDipzEfHsi56jSldBcQCBroviaqkgItCP8uxwT4gIRNbBq3ccb1yloeNpnYh48yrT+avmp7giv6Kj70pD+VUQWd8DoXAIts/nyUHXQtdMccGPEQn76eD4GKQMwk9Hp0ThBmn82hlQ7mHir7OjE+1t7aipqqGT5edF1QL9HM9AzDDAqH9qaWJiAqsra3QK1xhIHcVVBiX7+/t4wc/wwhuBBiQbG2oRDdMh4yKuMQA1NTmBmZlpqPPhcjNrOcWA+9T0FB3DRdTX+1FbG6fRCWB8PM0k4yIuXOjH6fc+xMWLlxjk7/WCqxMTk+Q/xMDzNjxw/BB27dzAMQNoaq5l8CxMR6OEaKSIutoQ6usqUBmPwzQAiw5OTXUVNnQymNXWhIa6anS1tzKgUAPTdhCK2GhorMaxBw7hy19+FqceOsYgSBtiET8TFUkkGXTNZlfgOlkkYiEU8nTM0stYZgB6bm4OiwxWpFIZLqwDkwcD153iNkmzCZsYwNDEVn19A0Cnfmp6Fnd7B3Dm7GXO7Tr6+kcom0UM9I8zwHKFwYa7oG9GcDHDhOCtmwOYYIJ1dSWN1VWFVU/pKioSlFk19E9c9t65jjfeegmXr5zDzOwkKplwqaqq4Ph1DCxWMaAawtJiEpcuXMH4yBRKBcFKMo2hAV2/60yAnmES5BI++fgc/v0f/xleefk13LnbxwtnGm1t7di3fx829XRTZyJMohWQTBa4/lkUC5RdCKirD6CxqQJdG5rQ3Fzn8eQ4eWR4aS1SB3J0fmdmZnCRSb3T776Pgb4BJlsHvPmwiY56EBY36CID+XNzsxzHhv4flV/4whe4Hl9CV+d6gGlifAqLDI4ahklZlxj0GsH161eg+jVH+h+efh+vkfdrl68iSbx0qgSnaMFv+uAz/Ni5bSe+9qWv4ovPfQHPPPUZnDx+Atu3bUdHRy3mZ6dx8cIIrl6d4XqmmORi4Mb2M0B5EF949rNMsD+JEw+cwKmTp7CJiVCbB2/QZ0IDw5ZpgD4ZaC4ZBFrBW29doAzfZFB9iBemHBOSjdD/hy7Ei4gaBcs2sWvXLhx/4BgTp028oJgMDMU9PA0aqa5s3ryVfHWxLQqTBxX4STEAoPIMBHzUAUATWpos0ATgyMgog+DV1HWLdJqwfft2dJPPpqYm1tlYW0vTKAAlOt2W5fee9SKYTmXR19vPJOLbTELcwigTIOlsET5/hP1CWEsVsLySw+TUPPdvjv0czimDq9euMuH9JgaHJkmzRMc7xX16nbgLTDrswLe+9Xk89NAD2L9vL4KBGMdYwuRYinvU4HM/k2VLAC8DUSaKGutD4PJTLwsMsC2zbZo66/cufP6gTRNkwOWm8jF5XlFh8eJoIrk4w0TUOPXGQmNjBw4fOUn924JRJlKHBsfQ2tqJ7Qy2Nza28+j1YWRsBgPD87h6fY48J9HS1obqmlqMjk1QjivYs3cvduzYyURTNSKhCAI8YA8dOIxTJx5ETWUNLnPvXLl0FTdu3ERbSyc6O7uxccNmtDR1ch+N4803P6QOCBxebMKBMJbmk0w83cbi0gqqGqLIkf+ZpTXvtwPrGuqxecvm9aR71sULL76Nnzx/mgmqcRhmEA8//CR27dxDW5agft9GOp2HZdrYvXs3Dh3cD59lIej3QVxgcnLK2+MWHTr9jfvKygrykKftGEd9bRXAS22Jl8xWJjdbmxp5WY+wn4Nifo17KE8Abagf0ajJ5JfFvqDOxdHZ0czxuqD6cfNmL+3TCOXcipbmDupXC5paWtDDQHiWl9fr12/CtAz4eZZwApT1GEaGxzEzvUjdsGEYAQT9CWzbugXLyQzefXeQdiTFxP1VXLnYxz2TwvxckcHvJC6cv009HML773MPvfoB/sW/+FPOcQXNTRtgIIqPPujjPh3G8OA8/GYFdSjAxPcU1tYytA2LTHanYZuCCA/CaDQC/RPut25f55z88PtM0hpFf99tvPTqS0yChKE/CDA+uYaxsSJtZxovvXQWK8sFDDNRtbiyggmee3MLOXR2bYcdjGF2aQGzC4uwbBu1+qfd/RauXruEbds3w7JsJu96UVVZzWTQImzLT1m145vf+DI+99nP4aFTJxChjLK0ix+cfg8To8No5f587LGHyfsCEokKnHrwFJ5+5hm0tLfjzLnz6L17Fw3EGR4b8+Qar0wgVyyif5BB7lvXyPc47vb10+ZXYfuWLTx3Qyjw0kB14H5Nw+VlNWAL9wB4BqRw69YAeRxEOpOnXTG4/g71pwa7qW/1nM/qUo4JmxBCDLQYdCqSyRyTiynqto3FxQLOnBnE88+/gR/85ftMLq3hvdMf4W7/BM6dv8Bk8g/x/vuXcfr9i0zG94FHAFZ4zmRpT9roYzQ3d6L3zhAGuD8ruKdmZubxyqtvkA8L+qeMfLaPMvBRBwtMyBV48c8ilkiQv1pUUK9trl80EsYeJo4fevgIbfIT2LVro3cWvc1k1/WrdzE5NYslJtvWmOBIZ1K0SXdw7cYNzC6uYDnnonHjNlQ2dcBmBmyJyZnW9g4mSVYxv7iMOSaRb92e4Hpe57o1w/b5wG1Ln2QCal/9/iD0hzxuMZF8/sJVLK9mUF1bT9lanl28yzNzfn7RsyGJeCXX30Ai3uDRqK2rogxLqKgIoHtjPSAFMKKILVs66Ys04du/9Ry++73P4x/8z38Xn3l2DzZvraefZiMWt2nvLNpDi3Jy6YgaiNEH8fksnjcF0swjySBYU1Md0uk1uE4Jeva3NjchTFlpMqO6por6kUCRTnwnEy4N9fUoMuhVEY+jqiKMxeUZ7NzTQd6C6GJC0jRMdLS3IhQIwcezLb2yjAtnPoAY83j8qX2IxIoIh0wEgzbpxjA+Mcy9mcO+fRX45jdPefIL8Ixqoa9lc83q6ys82s1NtagjLyZK3GujlNkaujvqYBlpbN3cQttkomdjGxobqpmgWaGt60FlpR8NjXHup2nOt8iEUBN9kzu4cPEi7cBl3LjRx723BTyqMb80gyHanWi8juf4AEaGJrw1bW7uApg0PH/2Gs6fuYotm3ejqbEaVy8O4MPTN3Ho0MP44ucfA6eKE/QBn3ziM9i1ex927NqJjg1t6B8aoD8wSztmkt4SL80Fnq/bEI8HuU7NqG2oQHNbDU6c3IJIyMJg/3XaU4tzDWPPns1ckxRqKuOkb2JmZo5tCbS0NvLMfRevvf4B/vjf/ZzzuItV+itNG+vQtamVPlUlbtC3/vM/+xHm59boJzu0BUPsP48sE3IFXrY08VgsZJDNrHBvzyK9toR8NoWlhQWOV4XKRBCrK+McN02bmEdrcyOhCUeOHeX5HsPk9BI+/OACrlztxfsfXEQ0XouCw7Xf0EOZbsOZT95HbVUUzXVh/KN/8F389e98Ga0NMTx0Yj8s2thjx7o4vw7ah2Hc6b1M/oah94PPf+Fz+K1vPY7DR7cjVuFDOjNP2zGJ5ZVZ5EsZHDq2HZbfRFVtBUoM7ra2N6OJ51Mg5GPStx099DVNLsY0E6sfnTmH5194EcWSQxmksco9a4sfs5M6zzQa6jnPCoPJxx6Pl6BVQkXEh1K+gPaWVpQKFrJrLvsJZaT4zVheTlP/HRSKObhuHsnlOcwvLjIpOYt/9I/+DuLk+Zvfeg6PPnqEeCZ+9sIv0Mek38TsHRw+sodr14CPP7lKm51ES2Mlk7A12LSpCv/1f/NVfOlLh/DcM8fwja8+iMOHtmFgoJc85KE/4ODjXSMScinTBnz760/j6195lPa/hfreSJwiTpw4QXs+hts371IX0rCZODx77iplO0Y/ZYH+dAlTs/NoaG7Hnr0n8fMXP+CZkCKugAJFkcm89GoOe3buRD5n0W5Wc8+abArCJK3F5RVUVtTgyuUbtOO3aMtu4kc//hnGRqaRThdw5eJNbNuyGzVVjbh66SZmqB/xSBUS8Rr6AxvR072ZyetF1FbXQcRGgAn7ysparkuOd65a2uEk9AdyXSmis6uV9juN11/+JeamJ8lPGiEGYh5jgv7xx06ie8MG7ukljI9PopW+Wk1FHfp5L3Jdk7gOopEE+u4OYJV+69bt23D6g6uYmJny5NM/0Iea2mraxADW0imkudZJrukKk9R5dcRN0GckUJfVlpmGAYdnot47fbTppmFAAzB6NuoFmcaBe9uAaZpwDfFKffbbPjgMppYYPDcgMEToO7lweYk3hDX6TgA/6p8K6/gIfS5xPH02dCw+6znisJ+CBkEUx+Vd2GWDguIrrgjHIOg9QYGjAXwXY72esXOPvvYpA+77iKzjiQiUnoLIeh3u+4jIp/MUEdz/EVl/V/rKr7aJCNkQb2x9V9B2Lf/fgMvODk9QhRJL4fmlwAWCJYBQZgb4oZxEWOE9ai94vCgP62/r72z+j75E5NO5Wub6OnMyn/ZnT9z/0bXQeSsofW0TEfp3lifT38TXdsVTfH0ukucC56F+mK6XUAfA9VPQd6Wv+CKc2b02XWdXHEA4G5aKU6anpb4rUEQw2EehSN0sMLmj7fpe4phKVwH8ePQ5oOO4uB+0XcD5UN+L9CWJ+ilNfVYQIQbBgAERXXeuENdA2zxgHYRPnJfBM94I0AcyXBT5T79rM1s9FPC7kI4pJp8UDE7D9SDD86uoCRvbwPDEMP7o3/4RwtEITp48ieHBIVRX1qDvTj+mJqbh8AyIRCIYGx/DSmYNBSZyYQIaMPTExkEN04RhmhDKSOfpso/XpmIFV448F731ccDrJ3kAbYXjlS7puTyPiMYv7UAeiU9iUPlSYfjFOsqBJPjMvszOCpmg6JHiHUTPkSTtrP6AXYFJ0BztUSabgdssrY0AABAASURBVH5isSiCIb+nRz7aIZ9tQ8/xNSb+TDFYb/K8ySCdWYYvYDIu5Ucg6IM/wJK+p8u7e5E0TZOy5poWmVDTuNPaWor3rAJs20fbWeBdaI3+cxoaaFW+q6urEQ6HqQMl3gkycHhOmAboN6Tpw/npY1XwfubnGVTg/XuVPsMq4tEo7Tz9MNrW1Moa65Z5hs95/IWjPgQjfvh4hmsc0eLaFYgHStFxCwiFAwhxnkWerw6TnqIyRAlFxoKKHJtLA5v3xRB9RN2PLoWnNlXXK8tksAbpdY6xWAw+3sMFBnL6A4uUU4nrGfQHELBt6H4oUb4uaUYjIcTp73KSlKPF8YNcH5fzzUKTOikmU9fYX88Hh4tX5L5RWqBGCkFLh2uZoiwzmQzPrjxK3F8OQfWnbO8VxyEPZBmuwxl7uuBCaemZoTJ3qM8+20Qhn0GOa19gQE/npuMqlJ+1VBARaF8FET5TQAG/TRmZMPisONovT59PRFhn8urgUiomcfwEm4wIhDphiQHTWO8nItCP0rAsGwEmrCLcPzZlp/XrdF2ICEzuGQWBcC4l6Dy0n8tJOtwXJa5jsZSHy3fFU34UFJ9dUP5onfKpoM+Kq+NpqTgiogVICCC/nmwpQ5oO+MmjlnnqUpF2iaaLKC5RyaNheP2Upsv10xcRgfII6p3I+rOIwMf5WZZFfSsiz4XSsUXEo6NrqnoDfhSHld58XfIgIhAROFzfPGXNBhg8hNQ+iQhRyQvHVh5EiEsaSqv8rryI3MMjvRITGarPKkvFIbpHQ4Q8cv8rX1pXon+gODqmloqrtHy2j/rvg/Kp74qr4JC2Sxrqq3jA+Sv/2qagzyo/pVXk/lD6Wi9C3vig7wqKo+0Ox9c+Oo7qiK6X8qD7IMc7o7Ypvs5F67Xd7/d7OqN9dB5KS3F1Dopr+3wI0ub4Q0GOCG8/6R5UHKWnfZSO9hdiKK9KW0SgpeKU56zPiq+g4wj4j3j6rKDjaZthGt6al5NVIut4JO/RVLoKhmF4MrUsGyIG1wRsB+ASn21cZdaV4LhFuDwdXMpbx9C+EEBEPNB6BTHEo+fjnFV+FnWvDNquMlFQGiLiyc3DpQwVT/lRPKWvUKKOKa7LvaZ4KifFcajLCvB4csijg/JH+ymOJwfOQZ/LbSLr/Oq7iFCtS55dVNkpno4hIt4a6RrrWqyP73rz0oSj8qD9tV55DnNttd6lbMrrqnPUvkpX60UESl9B+2gJfrRUegpar7jaT/VNS30XEa8v+NF3nZ/SVf3J5/Ier8oLm709Eg6FPF4V17JMKG2VRblfGVfH1jodS+m4tEFapzJQ0D6Kq3LIZnOUFWXsGgCBywGH+A7XR8cREW9s7aO8qRxUBuV2nYvSUl6CwSB0z+gY+q5jKp7205Ji1KmQvuPNW+ejfRRP6ei8FVeRVGY6pohQB1wPDNP29ErxFUTE01GRcgk4nECJZ1OBdrxYKsDx9Mnx+itdBZeM6Nzuf1b+dB5arret01QcEdHCo6E4Coqj/OlctVQErVe+9F2Effil9BS0rcyL4pbxdJ4qKxFDqwH207YyeLQgnIfj6YPKSWmBHxGB4pmG4emFPoMf5U2Bj167jqF07m/3eOIal2kpjscH97m2eX1tHvDC00oD4PpntZIMOi4vLyOZTIJyRoGXRk2w9N6+i9s3bvMyPes5Z2leaJNLSSzML/G9yCBSApFwxGNGlafAwBy4SJm1VczPz2JifBTjE6PQBYvH4tjOxI7+Bl2cwbt0Js3gyxQD6DNweUjbPgtzc8t8X6bhyjMQaCISDcHnN2CY3OA8DEzTRD2TkfUMAips3NiNlpZmHDt+FA8/8hA2bOikMHOco4Oqijiam+pRmYhB56pB9RCd0aWFWbz5+qv44P33MEHetM/hwwfw3Oe/gEcePYUjRw4wkNOCegbyKuIRmOLANErIZ1cphzEMD/eh/+4tjDEAfuPmTej/mzY0NIJ0Ko0AN0qMcwMXdp6B9jEGCKYZNMvnS7wYxNkehs8XgojFwNgyAyPTDDbfpXOa4hhBTE0lmWAdYZAnR0cgQrmZmJtNMviUpmOdo7xmMDk5vW4AS6DjDDrHfmzd2o39B3ajobGGfeeh/2eh4+YYFAtRwYqYIw/FvAPDtaB/qnF2conJ1Bl8+P4Z/PiHP2Uw8ipmZhboKKextpKFzxdmgqCJwehVZBhsDwbDLLPeOiQo19raKNraE4Qgg8CNhGbs2tOOHTtbsWljA7o66xkEsZFJr9BJ96G9vQXd3V0MzLahrqbGM3AL82vovd2Hq5dveUlV7XP06F4cO3YI25mQePzxR/Dd7/42nnzyMQZkOrDIQHEuV4DfF+S6dhDascYg9icfnUUfgy85BoE0uHPo4BEcPXwcXe1dTCjEoGtYXRHB8lLKC+jHwgns37Ufjz78OPbt2Y+HTj2KA/sOUV9q6ZQaqKmuxN69W/Hbv/Ms9eFB7Nq1h7AbTU3NnEc7jh46iv1MuMV5yRgeGkJyaZl0kwz6ZtFQX0veN2Lfvp3YsWMjg90lBv+rUVtTiWgswEDdNIYYkF1cXMAa94j+9KTFvbi8suQFi9KZEqaZDH79jVeZULvOtVzmxSyFIh35FSZ0RkdHMTo6wsDcAPSiEQwG0NragsqqCui66G+W02Z48g2FQ0gkEtwfLVyDoPesl6ksnaKhoWGu9xzrKihfBvO+8Vs4fuIBBqg3Is+x9LerUmmBRV2NJapw4OBhHDx0hGu4EYlEjBcUP5K8KKYYwHJ5qKylXOqkC/rniMeCqK+txeTEGC++Y7zMUQf8PswykDbLhBTtEHkKor21CfXVtYhSt0K8IDZrgo+Xs2jEQDxhI5vPYjG5Cg0sWLxwCfzcEy4PNddbJ5RyWF2axGBfL95/5zTOnb3IoNsoLjP4d/s2L93T80xwNKOquhExBtVtXwQLC2sM8A9Rl9bg85cQjVegiUnBzVu2IhyJcbwk7dUUhkcmcOnSVURjCXR1dXPNRrg3UpibW0R9fSPX/wC6GWhWGYyPTeIDBqL/4i/UppznnixgjYnptdU8Olo24OSxB2Hyn9pch7LSn0B2eEEIBk2uwSSTWjfJzyKiUQtVVRHwnoOpyRX03hnEpcvXGey8glde+Yg8jcHlRUb/JOM0E6dViQpSBVaWM7ANk3vgDn7x859hZHjQWx+HDvzVK5dpZ6ZhW4YXWJ9gwvjateuc4yiqq4I8XIpQO9HcUoNDR3ZwjbchFBEUnWX09w1gdGSc/RfR0NCM2bkl/OIX7+DcuUsYHhqnnRrEEhNTmXQOhpjkvZpJ81MMtnahvq6B+nTKk/crr3+C0++fhWFFceDAA3jkkaewZ9cBFPMWeIfmPJcwzfnm8i4sOwjen5CobmYoJsAE2CLOnL1Kuc9x3XOor23CMpOw58/dxdxsinMvYnx8AS+//DbeevNd2pNB2uks7foc1yDHfRHFamoRff23aDdH4PcL3nnrNXz04bu01yu0NUewbds29A2M4ByTuatrJcCwud8EW7dtge0Lo7KyicHyLKqru9DVsYV0lnGL+vXSS2/g0qVLgLjcsxO0lXNoaa2HiwKOHd+PeDzm/Ynk+YUMPvvZZyEAkwx9GOEeDkfCMOjoLTM5lUmtcX8G2HYHNbSNc/PU25o6MFbCAHEBe/bux6mHHsbM3AImaRsSFRW43XsLt5lAHRm6jerKCMKRADZv6UFldQLP/+wtfPDhh+RzDA3NdbRDW6C/SSdkQG1NKGSjtjaG5uYa2nMTmWyedrqAhcUsE0/XaVNTXJNh0k1QlkXk0g7lZsHlBQOcnZ/ndJG6tXlbMw4e2oEdu2u8vRpkUMVkMO2996cxNJKEaScACeLazSmMTc6Sfgqm5acsdb5s437u7xvFW2+9z7nNE+aQSqWhPwmbZKK6QEdZk4Fbelq4N0K0d6v0Kaa9ddNEXF1NBbo62wAG7G/eusG9NEUblIWIzdKlfJbQs3krE7zDuHRlAL2DkyiZfrzw8us4wwToe++foS24zbVbRInn4u69R2gnqmlfJzA9O43WVs6fF+lbt+5gemoalmVxjZOUTZ8HV6/c4D5LcL9UoFA0EY1Xo2wvPvvs5/H0Zz6Dz3zmaTz08CkmEONoqI+BS0D5ZuAaJoNkIeqd/vbsHbR1VqORyZhozIdiKYst2zYjxcTYF774NI49sAOtbfXYuasLsYQF4Xx9fht+BrD0BxxSqQz3sEu7EaAeBJGgfT54YB/27dtNvbIpgw3o2dQFqhs++fhDXLt8iet8EW++9rpnM1w60/rXFTT59oUvPIRjR3ZyP6fRXB9FXbUfsRBQoO+TWZtDhBfipsY62oCzmBifQCyawNzcHFw648vJRbS21ME0i0xIfgbqMx09ugddTJbkckW0t3VAA2ijIyMQXtoHeGYP9w3j/feuYnDgDt5+82UszY9jI5O4n3vqUYwM9uKZpx5HF5Mx7e21iMf9tC3N0P9Ht0QHt7WlAY8xGTPEpOnS8ioi0Tj1bAa3+8bh47kYpj2f4RmQpR6VXJd6XoDfF8Fg/zh56YE4Ady6fhehYJzzqKSPlMY//sc/on7Oo44J76GhUXR0bqSOH8Gzz34Wpx48jo0bO9Da0YrKimrag3rMzi6Qbho7dm7F1PQ4+9Xik7Nncfrdj2Az0be1ZxuTZI0YGryNfHYZKpvB4X7qSxZf/9pvcS0tTE3xvBkdx/jEPELhOPr6k+jo7MHi8hr1bRlXqGdOyUBzYxvmZpe839zTH1xyuX8unL/A4KeNyngURQajZ6YnPDvp42V+eHgYC0xCzs3PwOGlqaO1DUHaYFvCENjYsrUHQdoCmzIpFQ3AjGJpuYjZ+TXq/yqCkWr8L//iL/DCC89Dk38orTFwl8SVC+8jszKDZx4/hScfOY7NPZX4vd/7Dpp4hly/fhF1tVWUaRD6W5QXL1xEA31S/T+4F+ZGUZUIo7mhHps2beJez+DqjWtYWFlAXVMtKuh32b4g9Ie15hfTMO0IVtMlPPrE53Ho8MN47MlncOrUKZR4Bp44foS60EW/cRRLC1naqBJWl5eo47w3VPgRChSxZ08Xjh2jHBemkVpdQn1NNbhR0MC17WzvoF8Wo075EIkZWEymMDm9CsOX4j70obJKYFpJ/P7feZA4GXz/z39BX2YRHe3t+M5fO4Gjx3ajrq4Sf5vzrq2LI7mUxqlTB9DeXs11CtHHvo3kwjAqEi727+7E+U/OoZLne4L+TS6TRGNdhPtsG373e19Hcm4K0+OD1Pc++qjzXOMZvPPOW+v8JWrpd2QwMDiKd969jkn67cmlDO8eU6jjPWhkdALnzl/nWRKjXAKYmV3G/MIy1uiX1ZOvs2fOcu8WGSzPIUPfuYbnso93lDUGihd5dhuWjfrGCnRsaIA/5Pf+Qs9yag6OP4X+MdK1XXR1b6T+gLYkANMo8Mx2aD+uYnZ2Frd67yAQDuAq7e/561ewlElRX6+gtroalZUWmwomAAAQAElEQVQR5HPLPKNnuFbN0DVra6hDRdjAw6cO4qP33oZTXMPxY3tw5OgO6nwTsuQ7xUB3A/lcnJvnfCdh2RZa2tp48hhcp0XEKkG/rgInTx1BNreKGPmOBG2MTYzjZu8Qtmw/RHlEGGYCYLoQw4eSG4AeX0XqjhgG4pVx+Mh3lnfVEu/BRbgeftoL4GdgUS4mjHv/BBChPvAM5KPaHpvtDm0QaFds3klF2ID1j8s6EWGT64HFdq1TfBGD+5OjEccgH5Zte53K7SXaRQWt1NIhX8q3B6wUOs8iHIul9mfVr32JCETEqyvT1HH1WcFr+M98E1nvr4WIQMdREFmfE+59yvTK5b3qXxXEFxGPHxH5Vf1/4dP9Y6osXA1MKPCsEYKKH1whEfF4BD8uV9HDo9z4+mtfxeK63EUEJtfEYCkiIIP4zY8I58pKEbaz/M2vsky1VHC5noojwn73nrXOWz82aOmw3jEAhyRL5G99TR22giyIB9rHZZuIwHFLKNJuG4aADoMHhpgQz+sX6hHbeVdzSVfnI6J1DuuVJvvzrsEm6MfgYAbbDfYWF/AA+iFtFg5xRcrPDhwKt0Qfb70see9ki5iAiBDgydzh/lEcl/2VDxGBYQEmk2pailkCjCLxWUL54uAQkhKAuKbOR9iBryXqPkdGkUk4k77ND370fZw9/wlC8QgOHjmMAH2PAwcP8txIIRqJcA4O9Acki5xMjj5MppCFQ/1QPlzln6DPDkcD6YvwGwARgf5TWXjAd9bCNQyCRS65R4nhUGZeE5+1HdQ1LVUvTeqPaRowTQsmn0UEIiZlwndO3OE0S/qNdablgxgmQHp5xrDWaN9WV1eh+miyr8ovxzu5AUE8FoPe2bUtwIugiNBXyMGREiyVKecnDOwH/RZs+qNVldXsZfJchjd2honG2ZlZnvuLpO/A5/NDbVmOPpD+lqaOE6HsotEY1C4tr64huZykTNcQZGwsTJto866obYYYWFtZ9X5oRv03sYKwA1HSjBA/gyLXK88EoeifRTYFht+CxXu+FwOEA2HczKF+hMNBxqhCyOUynEsWpiX0VX0waJsdJlWVht6HXW9POzBJyyVtl+un/KbTGei8Ckx6GobpzdtlsjPDROca45H5XAlaz+4w2S4iEMreT14M26Ltd8iNy31Rgmla5IvtxDEtC7bt43zIC/uBnxKT0iixnc8GcURLwyB9eOBwEId84d7GIgofXQIRGWSnAsEQEyXuS0DYx+BcgzwLK1HDu10iHkOYvqllCPXBhYh4OKqnRdonpS3CNgDefuBYLu0AkWEagGUKBC4UV0FxVC767DDxp6iKoe8F6prKVWUh5NelTJS+c28OBuelOha+lwwhWfqQJW9cDg/TMikf+1NQfOVT25SOBuNL1EV91jbhnEQE+qx4WlqUsfKia6VrCX5smzRZLyIQEdZwduRP6azPgbpDXv1cmygTIz6La+YSh7IoEZSmaZpeXx1H+2mp46nc9VlEPm0XWX9WeWiMWgcs99e+HlDf1usMriUHI5K+W5QBHykT8kQ6+q4JCJ23mmHtq/NTnDKs97OgpYiulgvLtjy5lHFExHtXXrP0OZSGzitI30zlA360TnlWcMifjqVztElLcfVZhPQpO8VR0HuOd76wDgKPB8UV0lNdUZoKSotVEFnvX65z2E/b9F3xFcfv91OHAx6/+q7jKt8qS8VV+jbXVOfr471DQUSg/OjcFE/7KY7acKXns31wucbapnqhpdIUEY8nxffdR0tEoOPo2NpmmCYCfvp05FdEvD2s4ys/Chb3ueLrHMqg9TqGllqnpYLWKU0FEQNCKHEvFRiz51aBQz4LDMbo3dXxNpjDrULg2MpPGVy+q9wUtI9DXV2nuc67zl951DptUzwFfRfuReW3DEpT6Sme8prLZWk/c9A6bVPQNpVxgTmXEs/qEs9ABYdMa11B9z/1RvuIrMtVZH29tU7HUhmrDVC+SsTN8RzSNuVVdbE8jtYpn4qj42q94mip7zqW4ig9rVd6Wq/z0z7aprhaX6ajdbru5b4iv+JR8VQXtb/iaKn4IoIyHS3Bj9brWDqO4ma4n7RO+6QYT1L6Sk/nKSJQHAXtI7I+pq53jmek6qvSUdloglj76Hx0LAWl4+kvz1VDTFDUHrjUER1TcbSv9tF3HUPrVC5KV3m5v05lrPQUX/spLqdEnVu3N/qsfbRveWzFVzyt0/XSeYqItweUjr7rGNpX+E1Ev/Phvi8RgYh4soTQtgptlM+EaRlgNcofEeH7r0DHVRAReOvj6V3J08tyn3KpPCiPyk9Z3tpXZaF8mtzDOmcttV5EPDrlPuV5qxxF1nmgC8W9xxG41/jd41/7Kx21sUpXQURos0v0GzLIeYnwkjcPHacM2l9pl/lUHdA6bVcelaY+a7vyovPQZ+1Dbjxetd5YYrBydXWFBi9PoTg8RAsMVqa9oOHE5CSydMr8vgCaW9pQUVEJQ//Rkcvwsru4sIA1OoMpOoWWYaKCDmBNVTUD5DvRs3EjQsEQsnSyCgxE2j7bC5x0d2/goWzxcjzBIOdNjI6MIplM0smKMADRzuBuLWwrgfl5FYKguamKgat27NzRyWBaI5qbW5mAaWHZwvpubN26FT7SzqTTDGpV4cD+vdi1ixfydsVrRGVFFHUMmvhsA9FokJf5Vmze3M26avgDNtKZNW6qDDdCngE2Ex1trYgxatjSVI9ELAIflWqNge6JsVEsLMwBXEKfz0J1VQV2bN+GB06exLbtO7Br124cOnTIm2N7Rweam5sZ0IwAYlC2RQocsG0fZSysM0lrGYMM0k1NzTGBssIA8xrxE+A+xvzCKlZW0gyoxRCPVzGQH4Jp+REIRWCapMENa9k2gkE/LJ/Ax8OkuaURD5w46iVS29obKatW8rWZNPyktYSPPvgIb7z2Hl75xdt4/i9/yaDOFcxNJ6lkJaTW8piZXiNk6JyR37ygWLKRYvD8k0+u4qfPv8Hk1DATBnfxJ3/yC7zx5ps4f55BVCagt+/swn/1X30D//yf/U/469/7Cr7y1UfxyMOH4GPwZWJyFFeuXmKwZRx+v2BzTxcee+QUPvfZp/Gd3/kWvvaVL+GZpx/HY48eQjRi0UEsYNvWDhw7uotrXMt18LNPJ5qaqjlXwfz8JOWYRzQaolziXMNGBANhjI9O4t23TmNyfBZNDa04dPAobDOIXKYITbo8eOoRfPe3v4u/9jvfxaMPneA4DtJrnCuTyqtMwlZX1aGmuh6RcIxrsYZbt/q9pDUMH+VQggabNEjb0bkBGzdtxtDQMN599z28+OIv8MorL+Pll15C/91hjj8Nh5eCCC8NGzZ04IknHsFjjz+IJ548id/729/F17/2BIOtPZibm4X+NuP8/DxMGhLTNDgvB4ODfXRWbPZ5AE8+dRS7d29BU2Mt9+IEPvzwA/a5gd7ePuhvg9cySdne3o7Ozg6scg+eO3eV7bcQjYSYAN6Njo42OLzA6A8w3Llzm/y+g48++gCffPIx+vr6cPv2LSbOL7G8wwDdINQ59Qd9WE2tYGR8FGcvXECSF6wcLwP+oOGN4VDvNMikSbhr165xb+dAywSDznM6k8XSUh5VFVHU1/lg0fF16M2prctx/68xUdTPcTVhcu3aLcA1wa3FC0Uc7W0tqGfyeaDvLm4yqAomob705WfxP/6Dv02d3o09e7uwdXMjdaIOf+f3fxv/w3/3dfzBP/99/PN/+k08dLITTfUhjlkNlwbd8RyBEnx2kDoXJd9ZXtwEc/PL+PCj8/h3f/x9nLtwhcmTcayuCfQ3rP+bv/d38I1vfB5BXm7eevtd/PLl9/DSy2/hzJkLaG1txnPPPQe9dI6PT3EvrWF8fJL6V0GbtAuNDU0QWvY5JrgymTxlXiCdIgOSAjGLlCsQDNnUtxTOMpA6OzvPtQamud+SSwXoQay/pec6dMoIeSYbRMQ7AIKhgEfv1q0B7r0bcMRkYDVCHQnTVoSZJExTN6Y49xravgTiUT8eeOAQjh7dT71oJ9/PEJ6F6onPZ1OPF6gDH1J/B7FrxxacZKJvNxP9d3t7YdqCRx8/hhMn9zIpVGIy4hbtTRYldxlzszmMjy0wIJrH0vwSVhjg9lshtDJBPD42Td6uUQ1sJjdTtHud2L3nAIOcDRgcGsPly9fwh//y/6QdGKXscnCYrNq4oZs2ETAlgJrqBuj/L1cqCnZsq8eunW0M7tcjxoSJxUt938Aolhkcb20LIxbz80DMQp3bS0x49veOoVYvprEggraJAs+q7g3tOPXgCezeuxFbeWbs3N2K2gY/GpoS2LSpBa6TRUUiSls35q3L8eNHPRnpOpriQ3+/JtiX2Uaa4QCCkQDml2bx0mtv4aNPbsPnq8DG7h2cZxv1Z5FybqHsK7mPbqP3zh0m09/nCVGkfZ+l7i2hpqYSPr9N/bG5J+tZRtDW1orDh48weB+jbpaI7+Kjj88iyyDBdp4pExPj+Ij7fXR0jHZoDQMDQ0gymLGYXEVFVS2amtp5TjYwOL2MRDRC+71M20V7xyBFJYPDa2tLeIB68Hu/91kkKmycPfc+HCeHns0bYXPTuQxuhEJBgCNXVCQQiYQp2wACPgv+gMl68FwoYG2FNpL6aBsmosEI91cJoVAUPZs24sjh/TxLWzinZmiyLpYII0T9q29uZDKkHlu27cZDj+zBgw8/wj3UxLMkCdWxQ4cP4eSDD2Dbzr1Yyzj42U9fQ1VNK27cHMda2sXg8CKKtDkjY+Necqmuvor6HmTCbpz2Zo26uIzk0hzS6RVUVcbgFnOYYFJ6cmyIa3AHKdqvNtqTeCyOYMDGkUPbsH9vPRLxCq5HiTahEgtMeIQicVh2AC+/8i7OnRvH+Qs3Oa6JS5dvYXEpBQd+3LhxF82NrTxLu2HbfswxWdjcTB2iUdvQ1cWExQxe/OVbSNDnmZicwS3OYWholvVc97oG1NM2hMJhz74aYqChoZE6k8GTT55ES3s9CrTPC0sr3GsL6O1bYGC/AgcPH4T+v71/9oNf4u333uOYM9yvAxhkEq6ByY7f/b0vU2+AeIWfuuSjnShwTUz4uXZcTupbDde65O3VW0xsLK/MY3pmHLU1FdT/Tnzw0bu4zjN5ZnIMZ8+cw7Ytm1Gg3oRpawKUV1VNAjPz4zCQQp7JlJ4NjdynaRR5oWxtqcTe3W344hcfx66dDfj8c6dIe9bbC4FAmPLv4xzrKSuD/IDrtUTfahWWKTyra3Cb8hzoH6MtmUPf3WHSLPIMugif6cMikz9bNtZ5v6X9EM/oxoZq+OlDzM9OIMokyUB/L3VgjOONYXR8gONUYZI26eCeDbh7/Sy626tp97by7NtFnDSWV7PcI3H09Q0hwMCEC9C3yiNKPbDsENc+xGQpMD46h8sXb+HN19/B+Ngk1phc4nFKObpooh6dfHgfUrTrH354Fm+++Q4GR4bQ2FIP/RO2I0zehiNB7sdGrYSB5AAAEABJREFUNDCxfObseTilIu1BLWZmlvDWWzNob9tEHQ1gdGgS8zNzaGlsRFdHO5fKxFJyGYvLi5TBZfYzqbt5yrIWJ5mM+853vwqRAhboIzRSb9KpIupqm2lzu5gwrSDvadTU1tP/89PWNqKqooqyzjEB2ws9j0OhgKcHt2/fBtUVFRWVmF+YwgJ9dlMiiPjqYJRiXAOOy7M7zwRsR8cm9gngIuVx5fIwxieXMc7E4rsfXEG6kMYLL1zA9m2deOrxB9DGhOmta3cw1H8dr7/6c5z75DRWkhn8m3/9b/DCT97A9EQO/dTpJ554DJFQGBqYHB0ZxOUrZ3Dy5FHKegx5jmtwYeKJKHUmguHhAdzpvcWz208fbBC2vxI3b41jei6HlYyBF156H//yX/0Qv+Se+9GPXkQsEsJyMgnLsDn/WvoONzE0PIjZmQXMz62gvqaRugV89SuP4e/+/pfx27/zJJLE37a1E91dLaivr0A2t4LrN64zUdiCr3z1GXz5awfxz/7F1/C9v/Esnx+HII1333sRq6lRhKNF/O3f/TwauK+rq5t4h1li4nyedg08Lwr47/77r+OJJ/YgHBC4pQxSawvYurkLu7f3YGasj7pdxNe+dIx3qhTWlmdRVxNFd2cjNnU14U//3b/GnZvXEY34sX//Ts8Or6RWaV/b6G+MIUj7Gw5XoVQQNNQGEfT7aBum0Ej7NDq0iC1btnINLtDndcizn2tuU+9DtDHAxHwapumnr7QH7a3t1JkQ5nmW5PIF6nYGcwuLPOdduALkGJDxBQxUVoc5JxvV9TUwGcyfmptG70AvErS5BoPg9Y0N3l9DMCwTGzZ2QwPis7OT2NyzARYTJ1u3dGLfnt20/c1YXl5GVVUVUrwz1tfVwebdpampCY/wLmCz/8JCinp7nXLMY9eeHhw6vAcbuts4t2qedxG4yMNPHzSbS1HeI5yXybY67vXtqKyIeeeE/iDU0tISz7II7bjD9V/Cyy+/7tnBAoNJLs8UkJLjlGgzizDEgo9BOg2aLC0u0d7TQBg8+ygDkz658mhZFrRd+1OgsC0bRe5vsQzqpg+2zwYMULamBxDwVWCKAYM+nFC3QZ/ZYIPJOh3fYKWLEoSJB9cQCOdPN5njCwBD0WEYpg6HEvs69AmLXnBdiYGUBCIC/eh66YVegw6GwVFYLyKftisOp0xa7qd1iq/gtf0V37RNodwkIuXHT0sR+TV6IuvvJuUmIuR/nRf8P/iIyH8SW2WgjSLrOPpeBuVVofyupeKqrOmYQ0HX3NXgJ6XsMnZhmlyfe/JyKV9XDSR+/ePe98qd8embCPc28bWPjqXlp433HkTW+fzNfoaOaRqAIdQAagF5KRIK1EnDkHu9tXApQ6GM15+972To18cTVpMXx+D6GuA06Es6PEe0rwHVXdz3UT4dT5/g4QMGS+FecFBkgNjh/vBACWk/AccXD0yuq0HeFVzy61KphO/levAjIvzOL/qWLuUMzhAsLdoKg+BQ70XEo8eCJXE5J34BAoCVhmGCKwO/3wcwwVbQBA3p5VDE3/0f/h5u8Gxo6WynnxlGQ3M9Ojd00KasMulaxEfnPsQC7wl5rrOpe4rzMEgT3kfIiXAIgaljGIb3DH5E7tVzjiJ81joyJd7mgs6UfbXkngTbhX3JJdG8LxHxaJqmBYtgGBYM0td3BYM2w+WYDvvqfnZZ6jqAnwDtquLq/tXkKqu4JuAaOjBNSoJ0FDfDZGGa8S2wL8iXSygBWKGvolXRSJBnaRp+9qmIxxCPRGEQxzJtyjJA3XCQY2BJxODZGmRPw7PJq6trEBEEAyGEeEablg8KC7SHih+Nxuhz1CMcjJAp8fRkYnKW4+YoExsG8S3Tj2yugJTyyPNcIPD7/Z4druS5bhKTyw+D+lAqFhAI+OAnBDn3cDiEWDyKBHmurq5ChL6ywIVlmLTrCUKc8nBIPwfDMLx5iAhECBCA+iwES0zOy0aROlxictXlaICJEt8NysAQi1QBCL+UDssS9cPkWrmu6+E5fNcxDI7N7QiHRtlxOEQJ0M4iAos6YhrkUPcAoVTKk78SzwW22SYM+rkG6StNBYe8KT9KDxw8z/NWZb60lOT9JQ1dd8W3TAOmuDB5JpA664so8Bwu0u4rHYNjrjPhwDBcWHr+2AbIEquLEMrYz7MowPsy+FG6LKDtJnnWZ6WjoHPh5Kgf7MpYSZE86RmXY/LE4YQpDhimyS4Ukmtwzj4I5al9la7iKE09H23bR14s8luCkEe1OSJCmbhenfZRXPCjZbldaejc8owLFXjndSgnokBE1sHQua3TUTyNHyufnDr9OQsRJlaDPLtBwZqUnW1b5JNrTOYLPOsLnFN5LOXBoRyVjj6bnJtB+lrqu86pPLY+O54MXFbRivFZ+2mdIQZs+i0i63wpDQUO6c3X9pkwqeglp+C9O2xQejoG+BH2N00Dxr2xtbwfRATmPd50TF0P7a84Oq7OR9u1TudYll2ZfrlUHO2jPCtukf6K/jWELPUpz2fh+ErPNAzop9xPRDzeDJbaV0HbtFR+fjUmY1bsK/IrOSiO2ijVI+VLQccWEU8/lCfwozR0XlpqH1MMb9/6uZZ+6lLA54cQr0xHRGi3ctB3pccmqq7DvXFPxro+XO8i7Yq2l0FpK24ZVHZh2hblQ2Sdb21TOSnos/bVeWqp7+W567OIQPFMwya/fpiGRT4NiBjQD7UdDs8q9TUMQ/CrccB94NAuFXk3y3ul0hdZx9F1ULrKr4K2OdyT+kwlgohA25WelkpbRDw6yqtLHdM2nZ9F3dFSRLx+Ws9HPoM0wG3vkJcS9CMiJK86Dq9O5atrcj895U1EoLzoemqb0vfTbmtbgGWQ92rlS/srkB3P9vu4nlqveH6eBYqrdSLr9JSWiJAvwwMR+VRmOp6CiJD3e/hc53IfLRXAj46h81S+tCy/i6z30zmpnLRdedH3VCrF2FbGo634qo8KSjMQCPJO4Ifii6zT8NaE4yuu0tB56LPIOn8i4s1B27SfYZgUtqGmiaXiGN7cwI/KUeWkNJUXHVdL5VFBeTAMwxtfaZUB/JTbFUflo8Bqj7biab/76aYZC9U+ZdDzTvEVlIaC0lDQZ61XUBrKY4F7yuWZZNCmiSlQ3VZchTK+iEDtiUGdFxHoR9uVhpb34wHi6ZzWKU8qizXmDdNcD32H9xFPliZ1Wecjst5HaSlNBcUtco+o9hpsF1kfV+mCH33VvioTXRNdLwXVQ8M0PuVBRLyxDMPwSvCjNNbHKn66x3R9tI7NKNMUEW9fKL7WKw2P5yQd0OnpSdy4fh0D/QPeptefXBsaGsYwQS+oKWb1I5EIgze1DIiv4Bpxb968yeDJMi//EWzo7PYOM4uOS11NDdpaW1FRUQFVTpN1IR5+IsJg2ISXPF1hcrJA467JpOmpSTppBW5Cn+eARaMRbNzUgKPHWlBfH0QsFmbiIo5EPI4wA8AWF7a+vg49PZvQ1t7OCZp0TNbIVxJzM9NIJhfR0FCLXbu24+iRA6itqWQQNcngzQjbFhjgWMbqSpLPi1hZTlLhuSx0jIJMTM7Nz9DJXGTAIs+AR5F85ahDDhMWE5gkn4uLC1haWqRhAioqK8lfPZqbm7CZAck9DBxsZWK3rr7eM/YaCB8a4pgMJASCIVRW1cDyBZhYXMDlS1fR29uPu3cHGewbxtpqDsW8y6DAMs6d78Xg8CT8wSgCdGKXkiusn8UqI3wFHhwKJQZhNVgWDAW4+S20MpC4/8BWyi/AIN4U8ScwxkSn/qbD3OwiBvsnMDE2h2UGbrPpHOZm14izCNMIYM+eg2hv34AWBokj0QBSbB8fn2Mw/xo++fgipqenyYsFiIlg0EJtnR/qAIfDQRw7dpjr0E3FyqD37mUkl8exuDiC/oFrECOHgN8k3yWWPmza2IEtW7tJw6ZMi1igrCeZbNUyl01j65aN+PKXP8vE40No72hBNBqk4ufhCwJLyxO4dfsSRkb7Kf/5dcff9GE5uYY7t+9ibGTCk+HG7q1obuhgkHUOZz66ij/8g3+PN15/GwZsBtWP4uEHH8YTjz+Gh06dRCwWwVoqg7m5JN47/THefPsD/Ls/+Qv8xQ9fwrWbkxgeX8btuzO4dPUmbugYTKB568n1SPPSoIm2N988Df0zr4vzC9RfAwkGduKVVahionN5dQmvvf4C99MyNjOgtpnzq66pwiL1M8BDSPXl4MGD5CNK/Y4SL4sUg2cNDXXYurUHu3fvQDwW5GGXRzweIX3bw9Hf6v3Od38bnZ3tDHb5EQoH2GYhl8/C4UXSMAFNPt1gUrK/vw/9/Xc90ATNEoNNYV5glpYWsLA4D13DRQbVrt64hRdeeg0/+PH3cafvDs6cO8M+g1AjkkgkPGMzO7vEQOg1vP3We7h69Qb3WworKxnMzaYRCkVx8MBBfOYzD+LUqaPo3rCRlwMf19lkoLkV+/buRX1tHcdcgv52dpwXqAcf2sfg5sP4+tcfwbEjB7kPi4gzIbNn7w4cO34QtbVxrOlvQEUtJp52MbjWwuB6CtOTtxCLulhdnkJdTQUOH9qFBtqDAB2xQs6BBp1XGNRdXFihji0zqLbMgJqDYsFlQiLJPQ/YdohBylq0tyV4YUtQxi6DdFP45JNP6LhlsKm7CT3drdi5czOamhuRK+QwPT2DVV5eU2tZ6nQGmpzRPzMUDkexaVMPnSwfmlsb8fVvfgmf+/yjePqZh/DAif3Yt38bjp88xHBAiXSyqEhUcLwSOtqr8ejDe7FlczsSsQD3hQ8VTEQ31FfyOUC9iKG6qpoyicG0ggCTO6WiQdviUk8yyPMS4uOFyqB9jVGex48dwb4927BpQycO7NvLfb2L81+gXb+J+flZbNu+Hfm8H7t2HMJTT30WPZs349FHH4ImrR84sZflw14S/8DBzThxag8+88wD+OrXn8TGjQ0IJxxUJeJoqKujfNOeg1tXV4nbt3px7eod3LoxhH//xz/x/szhuQvX8Prr7+H0ex/D4WXs+IlTHO8Z6msrclkBc4IMeE/gvffeZyLql/h3//7PMDC8gB07O6EJiZraCjzy8CmoDWhsrEGiIohEZRidXe0MyFZC5R9i0jsasZjM60ZHWzt8lolAwEIgZCKbm2dA/hyqaoKk2QV/oMBzYAu6u5tQV5fAN7/1JXz9G8/hc597Glu29KCtrZV2xqUezzOh8iauXxvGyoqLdKaIBe6NSMLPq6oD17EIwKULvZhjoF4DDtl8GuMTw57uaBJNz0ihA3L27Fnq2gBsn4X29g40NTUimy2gvaMNkWiQ+2AO8zxL6plYaWdS7gATjE3NDQyGFdDS2sb9HudziUnbjXB5NiluB+k4DJAsJ3OePhQZVO/u6sbuXXtx7OgDTP40IMoEYS2D1kvJedoGEwcP7URNXRTvf/A2z95+NDTXYCeT6NFIBCurKToMQJCBlGXatELeQRd56ejsRntbAy7zGBcAABAASURBVNtKAC0nj2mMMuE0P7fo2YFl2tyV5RTuMHFsGILurlYU86sYHx2gfGvZx/TOkCtXhrzfoPrkk7PUuwLoM5FmATkGXgQW9xD3QmUdpudXsLxSRGNzK6Zm8mwvekHktrYmFBkYWeFZHQyaqKyMwrZc2u9DOHJoD3Zu34SAT9DaXI+mhmq6aiW0t9dDpIRq4na2VWPfrg1oZQKwqiqOmzdvYYoJz4GBaSwtrOHcuWtYYNK0uaUFDU0hxBMVqK1vwexcEq+/8S72HziK2roWnosdaG1t596sQpHBmWLJoZ6FiFuPUCRCuccQoQ2IxRL0CSLUsw6okzg/t0RaC0zszJCfKqytpKA/NPD8j1/FwMAE9h3YiZb2VkzOLCOTcxGM+PC5557EamYNvpAfW3c1wRcQ5LNZ7vkcQiEf6uoT9L3OYo1JznxhjUm7BG24n3wVKft6ngNR4kUo2yL0vz944MQJxOhPhYM226tx9dpFVCQisG3B1772FSaZt6O6qhKVVbRJUkRTax0GRu6gf/gOQkEfNEGye892VFXH8Y3fehpDg73ch/WorQngy196BOIuwxA/PvjgI+rTGhoa63n+L2CAic90im20elt6OmAxChKPxWHxzE6t5LluUepdBIV8kc9+jPQPYWF6Abu274BpGhgbHcbk+CgMalM2k2JS+zqfheu27NmOUw89Tn1axYMnelBXEUQsbDDIUsLWzRtQZFKwMh5kcnYFxZyB2elF+ln9lHEaQoKLS0nKZw2z83Po6KjlHuvm+dyNTFqwzHOjsbkKe/e3Yn6hiJ+/8DJ+8tO3GTzM4L0PruBnP/sEf/ofvo8//Jf/l2fDK3heaQKpUEph1+4tOHBgG65cuYTeOyPci5V44Fg7baAPdwcGcePqdYzcvYv2umac+4jrUFGLTbTB8wur+Jh+1sjoOBaXslzbNbS1t+HMJx/zDAhheXmFsl2BYfhIM+7Zq717d+PRR47Q9wV20e+soV2uZ3JLz/f6+npoWSgWOYclNDa1IhypotymMD07gzu9A7ThJc4X9HEdrFAv9fKUKziIRCpp9wT6V1GqaxqQygiW14po6+pB18aNqG+w0d7WDPXZ9b9ECNJ29PfPIJXOY3C4n/tyK9dwMz7z9BOorKwGqFOXrryDvQdq8NTn9mPr9hbeFbrwyZmzyNOXbWxuwvTcDKZnprivH8Djjz+M5eQcfe1pxBK1uHFzGHRZcfqjK/jFq+/jA/p0fl7iZ6aT8NkmqiorqOcTuHHjNnXJgcmgmi8IJnx3IhyoxjtvncPI4DhGqM9zC3dRV+PHk0x2Tozf4Zj9iEZNBIgfCRnkt4J6scI9VUEbXEceRvDqy+8iT3u1RhtUVxPneFHs53keDgc55jB9yxv4/vdfwT/5p3/CM2IZ/UPn0dAQwoULH2FmcgIT+pdDeu9inP5pIZuCU1j11u1/+1d/H9/+9pcRCNhI8MxfWBjFWnYVO/d1wbFT6OhpRnVTBbp7WhGiT37w4AH09vXj5o1eXDp/Dd/6xufx3d/5LLo66zA+No7GetqdzlZs2tiGFH2UNdp2H23j1OQS1zNDnUpzT41jbHgUS/RV9R5gic31z3FfGbQhEeilxnWF9reAgD8MHwXZ2bkJXV1bMUsbJZaNFG2TP2yhsaUOy6srmOXdYufuvQgyUKV/pSLEtYlFg2htqSVffbSfVdS1NO2NDb08j4yMIhAMIs2k6i9/+UvEK6oxMT2Flo4YYBZw/jLtSHoJ2WIGYjqoqk2gsiqBTD7De80k/f8B+PwmxCggnghC7XoyucCzNUWffxzNzc1IRBOoqaqlTFo4D5v7tAjlq0S7bTIw4KKAcIjzBZDioZTN5mhzTBhieHY0y6ByljZXfV+fzwctFYoMRGppGAYU2N1rU7nps9YJhOOV9NWjZ5qmN3fbtrlXLdo/k2MZniwUv8A9UNLAgOtyTjq+y/PegGn5ScOEYfpIT7wSYgIwADFgGhZtr0AY8DcIlpjQj9Isg4hoFdlzvbJcry8ux9PyfhARjq3j/wrK7SICkV9BmZaWJucost5Wxr+fPlUKEPzaR/v9WsV/5qVMT0Twm33Lbbjv86t1Wh/YoJ+i/UQE/CINLVUuDkB/jd+hwW8RrRf8l3zK42qpICKky/UBPDmygOqUN66xXq98KWibZVlaQN91bMWDOHAYlHW5PlpfpA3P3/tzoKpDIK8KHIrzkE/B4PoLTBiw2ExdKBkAQVyTQT1dT8BxWBJU3xwmIXQMDkMahgcuF4oxQ+qbs86/igfw5qS4uPfOKrAD7V2R4BBIl42qB6YpWC+VpgsxuBcMhzRcgDiaIBXho5BHD/jCtRERGGLAJvgsH2dCvosuDNMCTAOOT9A7Mojv/u7fwB9//z+gb2wEF29cxeZdW5Fz8vi3f/JvcHugD0n9C0/cUypP0yAP+NXH5B1B37RWwH8cU99FBIbisgQ/3lxZlr9U5Aa0FyBS7qelAZe8U2xQEBGPzvr8LbJt3gM+cx5imADxSQQKLvetjqt6oKWIQdlzzooDQYH3O/0hFNWBREUl9Dx1VYxsK+k6OqAdzaHEwYt8ZzVta4h+EMeFC4t09C+66A8s5RjTyWeL5MdeX1si61qnWV9gIt3Pc9zleQCxYNDOO6SZ5bln8tmg3CKxKEK08Zlsnu0BrrlF+5/B9OwS77QuaBqR4/3GoQ9RIt8Znj9r9FtK1N8wz0pHk468SBQY50nz3CgxVsHDkPwIRDgp1+E9fYa8OTBNA2vEKZBOKBT23sGPp78UgJ4jRSbhhH1UNqZpkoawLzXMBUzDRoj2PcK7kOsavEc5ME0LAkBECID28fv9sHUPlkCZCUzKTADWmRAYBAugHFROpZLL/UOBw+U4Dgwi+uh/+H0WTPq2PpZ+vw3LMmDxTm5yDuDHIv0Az0TTtOmXOpRRnlCkT0Gg76sJKJ2Pw0Ecxm609Pst8kDd0qQcQUn5/T7yAxiGAcMUAjiOiUDAgso3FPLT9/d5/YSr43BBNMGk54vD88U0DJiGAf2U+K7jaFuRMnY5NqcAl3ebDBP2aZ7NIA2dh8sEeI72x3Fcjm/CZwc4f3gfEQG/YFL+Cj6elSIcnfRcrpMiiYjX7rBOx9OxDdaJCOmQOnlRHXHu2SPwIyKUL4H8iqzj6TprX4UC1z5NHyevfJUKtHcl2JbA5nrYtu2NZ1FnlSeVl4gAEIgIyh/lR2lpCc5N60XE60vG4NUDXh+dio6v/DvEVZoO56N1WrrUQ5fvIgJdb+VBaMcNylAIiqegeDp3lwR17DKAH+VV+yltvkLbtI+WCjq2y3FMMThPG4rnko7iaJuWygv4UToKyouIzlm8eWgfg+/ar0R+XT5rnYhwyqrXLnuDGk4gbcVTmlp6Dfym7wo6nvLFKq+v0tHx9F2ftczRj1JQ/pSGzlFB27Qun8uj6Olpkbau4M1Z8WzLRtAfgJYkDv89vdI27W9yT+kY+q6ln/vYNExv7UREyXugs1E+yzzos/KujSZ1VvlVOaneaqnvSu/+Z8XVeZah3B8wUOR+KRUduLTjJdqHAu2o7qcSY/PQ9TcMdle5qt3g431fSoctnp7ps4h4a6QoyrfOTc8wLUXEW2/lOci4V5D+s/IMfjw5cj8of+V+rPa+lK6CtmkpomO4lDXPjGIBZdo6b52zvqus1CdWm6TvOmYZ9N1rZwJMyyJtu4hA+5Z5cl2HcilC9Ut5UzwdvyxXpeVSt7RN+yuj2qZ1CiLKo2i1Jxt9KPOneEpLQfsqDQV91/kpKL6IeLqgfGkfxVHaOrbW6XOW/r2C1oV5rokI7xBZaNxG8cGPjisinl7qPFQmOq6Otw5FylL1tujxWrpnw0QM6LhKGxDP/2ITDDEpKx9UX3X9lJd1HHhjKH0duww6BvjxcMiH8q3ja7u26Xy1jihQHD1nFPRZ20REmzze9L0M5T73l2V62lfnrSCyPncdz9EJkJxBOysmH2gldL7Kj9IV6rr21XkriCgOPB3TdgW+efzc/037qN7qGOtnYc7TH8VXOtquIPLr9HRs5V/hfnr67tBG695x1MZR17RdaemclJa+K986Z8Uvt+l6KI6WCoqr7YqncH8fEfHmpnwraJviGnNzs1haXMQikys3b17HdSZKJ5g4SjIJOD45yaDDDNSpy9NJLfLwM+ksVNdWMeDQCP0t01Ym4UiZNJawtJSkUuagB6TLSSUSCeJ0M5jcDE20avvo6CiDs6MYHh7BKiPr+tNoPp+N+YU5zMxOe8oWCgW9gLL2jzIYyLWjgxRigmAPnn32WQapjkN/M6SyIoFoJOwFBGuqKxFkAHBpcY4KnGUgKoieTV1oaWmAj864QY9henKOQZAB6G/GTYxPIZnMwjQDaGioQnNTHTrbmxl8DHHdHSSXF5FjgLmyogrtbZ0MELSikcHvhoZ6BlBrEKJRK28M0zQoApcyXMTIyAgGh4bRzwCal4BlAiudzmCOQQwdU3/jZmZ+CRaDFdU19eQzwct1CZbl55xj6OhsYlArwrELmJiaxszcPIMYaaQzGS8gSHPF4IXfA8sWBnDjdLTjdKx8iMaiaGMwft/u/fjis1/CA0ceYIBxKw4fPoiTJ4/h0KEDOMDAzP4DexhI7KZcIkinCyjy4pVK5QDDh2UG1/TX4+NMIoQjQfjooOjaAT4vyLdv3z4cOngI8VgMvb23cfr0O3jllRdw/vyHXP9JdHY24OTJA3jqiQfwN773FfzNv/4ZPPOZR/DgyeOoZvBremoCH3/0Pp7/8Q/x6isv4TZ1LkqHW3l74NgxtLW1obqmGlVMlIWjYRSLeehPLXZ2dDAgXA+h0z84MOwl9X760xepr3eoA1UMkn0OWzbvQmqtgIsXruPC+eu4dO4uzn9yk0Gx1/DuO6fx4i9+iZ88/xNcunIZS0xOO4ZgZHwCP33xJfzv//rf4j/85U9w/sptLK7lkSkASysl+MPVqK5vRCxRhRh1oX9wiIG2KRimi+qaKIQGxvTb6NjYidYNHahubEI4kUCW+0X/H0w/nekCLxKq+7rBGxua0N3djerqGso+TWe/AIeHkAaiO7s6UF9fC6HCx6JhBqNqoP+fXUUihoa6KmxnkrWHOr3IRMzE5Lgnf5/PxP4De/HNb36e67ubQaYoinQyG5saGHyvRTwex7ZtW/HUU09Ak7Q7dmzH3/xbfwtf++rX8ehjj2L3ni2IJfxo76rB0ePHsXnLFmzatBkiJhbn09yjKcRjldzvrdRTh2u8hiIdiRwvT8vLDvwMCDY1NTIgvQWt3CfLy2n0940z2ZnF/PwyLxEl2gOHdmQKi7QzhYKJigo/Wlvr8MxnH8fRo/s42zz3twX9M44ByvLixfPcQ/2YTy4hUVlJ/V9jIG2UidA8eF9BdUUClfEqCIMFe3buwWeYHDxx4iS2b9+CAi8pmpzP8sBcWV5FKpWBYZje/oxGbT67uHlzFGIAjeQbInj5pV8LsXb0AAAQAElEQVTixRdeA3il2rN3Dw4fOcD90Y58IYskE1N19TVQva9kojwSiXKc7bSJqwzIzyPDi2EwFkLbhjY00IZASrBoIzUR+PBDJ7kPjqCayZxsPgWXF8ciD6YinbAGrnN1TQ33ehg11VW0A2HyWEKButLIpESYSW+Vs16WMpkc+ViDTZuhf6IvlclzXpSFDSb2ptHX1wvLFLS2NNNuZPHeu+9wb72MC+fO4/SZS7hysxc/fP51zFJvLL+JhYUZDI30AQx2l9wsdu3ejGDIpI0a4xpN8IIGxOI2bLtEfWjj2gTwGSbKVS5Dw4Ns99F22CjkC1yzDdiwoQsJrsfQwCx++vybeOuNSxgZmqWewNOf+oY6PPnkY2hpjVIPCrh9dwBnzt/AlWt3kGaAtr0zTDkE0dDQQFnUQu3k+NgUTNOgLTnMvVLJZRLO0YZl+ThuCZlUEZcvX2WQdQqrvLwvJNNIrubgSAZNLVHq6QjOnHkPuVwSYmSppy5t2xxi8TDbFjnXec950oNZf0jiyrWb8PuiWF4qgAcA92QBiYSPOFn03+UYy4DhxqmDDl742av4wV/8jOfINfzkJz/GxMQYEwEPoKWljWtoYXx8msm6i9Dgt2GYuMlEntqxUlHXcZZrtIY8E7El7nu1D1nK8cixo9jQvQFFOgHNLe3w+0OIV1Zj2/bd2LJ1O+d6CT//+c/Jm3C+a8jmsmhqaoVDZz5Fe1XB5Ewkqjb5Ljb3bMTE+DCGhm7jyLG9iCci5HuetqQVf/Av/7/eOenNkWe06lgkHGVgugpJ7t2x8RmvnGMysLamFlWVCRR5WSgRDM9pcpg4GUeK+2tkfAxDtIcXL1xBjony3tujOHv2Fu72jmJoaJ57qB4t9A/i1I2nn34Mjz12Ai732IcffYzBwWG89toZXL42j//73/0I5y8NIMLEgSYMwXHEsDz7cPDAfmzY0MK9WkV7Vk29MzE0eBctLfU4dvQgDOpwc2stCqU0VlfW4Lf9PP8L2Lx5E8fvoA75UM1zdnYuhWLRoi3KM4FUwMpqnnaoHqYVBCSA4ZEFjNLv8TGR0Ht30EsU+Pmcpv2Ym11AIwP1bZ1dWPMCDmn8+Z//OT755CLXMg/vzKqqhsOksmn50d7aiXAohFI2g+uXLxGuebbq9ddO49VXP8C//FfP44UXX8e1G/2cU4K+gAk7AEzMzMBP5z5F3VhlckX/7CkYjDxwcB95LNF+b+R5H8HS4hL3aQaRSAg9XOvDhw+ihj5ZiZfTJBPEAkFVVQ2DUqso5LLEnUckHKC+1NNv8eHEA8chImhhgr5vcADRioh31iwmF6l/tF+cwzXq7J2+Abzx9lvUtQwTYB9i9+5t6L1zF5nsIsZH72DTxhZ0b2iEzx+kHrpIJBIcowlVtM/BoJ86t4BXX/kFBvt7kWcyaWZ6momZedqeUTTynOzoaEMPz7OOjhZs5XpF/BGYhumtW2tLMypoN5tZNjU2g0cahvuGoYHBV19/DefPXcS5T65xPgH47TCuM1GcTS1hgkHXh5hE7mzvBkom11sQjyS41lGAyd1qnifVVfUYGx/xfrDp9PufMME4gmPHurF9WxP5qqJNWsKmnkoUXeqLK4jGG7CWMhEK+2BKmLz2eHw8+vAjlHMC+WIayWQSgWCIZ2UCzUzu37hyhbZuGkI/cXBsFF3d7VigLzfPhGYiFuZ6BLmnb8GmPXO5K5aTyyhyL1eSv8rKBI7zLI7FEqS7jMGBUeToT+ie1z8hPMykdizq59m9FZqMyzsFjNGvmqR8s7xcz8zPY5CJq4mpOWiydmx8HgND05hfXEM8Xk2ZuFhZoX9bWEVjcy2C1DnD8OHP/+wv2QZwa2N2bhnRaBVSa1kEfSGszicxP17AL3/6HgpZk2fmaTRwXWZm13hWxLFhYzu+/NVHEYql4Ast4X/8h9/At7/7EP7m730RTz5zBEvLQzhz9m3OWW1FHjt27YLavxST5V0bOmFaQl/wBmprqynTKty+NQj9DdlM1sB7H97AtVtT9KlMzM+nkKTfnmewt5B3aedm6U+O4pcvv4Xahgpo4HduaRm3bg+x/hIT6WMYpU4YRgHHjuzCwQM7kMstI8wE/FJyAjMzSayulnDp/BX87IW3vB8E0rPnyKFjqKuJIRGr5JnUiGyqwATpAs6e+RBZ9t+1cwey6QpcvZhFLCIYGhqhfUnTJnwMgYNoOIbG+k5UVjcgQTqV1ZxXZRUuXHoHE9PX0TdwFVn69KFgGM8+9xl89tkjiFXYtC9JDI324/CxQ9xL9VyvMLWjQPkUcfTITjz44G6k0jN8z+CrX3saf/e//hbtgA2nkMLa8gK29CTwvb/2ND77zEP0l4NIMhutAV+HyUSDnEU4XsC0YXO9Tep3HW28+kqlokM5rFI2Rcp3FQHavtmZJfzoh7/gnWmE4/kRrwihtaMBt3tvwKC/EeJ5c/bMFcAJ4IlHn8JNnucfn/4Yw/1D6GxtZb9r0PtkIlGBALPWG5mQLzCAqwHbaDSCc2eu8hwYg/5gYVt7C/2DJszyDnj1yhXee+aQpS93+eo1+hjdsGkgt2zZRjoB2nyhrHN8tlBJGxEJBbg3g7jBu+sgz6OqRCWam5q5BiFUVsRpn/wwTYt98rD9AlCi/MYvA4ZhstQ6gYjA5/N5oJdjBX0P0IdnK22cw71epN66DDMDelaTAJ9dmLbt7VESow/gagGLgT/vgd9EBH4N/DGQFyQ9pRuiTLQUEbiOAwi/+Kz3BJelvislx+F4pRL5L34KxGQzO/A73QiPN4c0lGfwIyJkzYDJ8RRcJURclMF7x3/08frf1yaiY/w6mohA5FdgGIb3/utY62/E+lTa6zV/9Xdv3HtNSk9BRLya8rPilCgHEfnVeHz2kO77JiL33sTDE1kvlY7CvcZPCzEof1l/1TEUhDJQUOYZOlhvvPddRKB0RMSjr8+476P9dS20yuXauVwXSohq58Lh3UnnUKCdVjzFWV+fkkdLRFjlkr54a2eYBlkoweUim3w2yKsYgChTDNp6JTFExOsPfnStHY4Ll3W8I4H3e2oCTMOGy/48xLQJLv8R3fsSERgGCQP3dEnHJIYSYx2fyAOFwmf9EhHQqeGYIBWXFs8Bh4M+efXkT5Q/3pOFtsKyDYg3NmmwjZsY4HhC0HFF2wgixCOY5NUimDwfnYABf00YU2uz+Pv/n3+I/+Gf/k/4H1l+7stfwNd+57fwpz/8D5hfmkeeToL+pi8ZIwscB4CI8BtQ4r1Lh+UkvDZ9NiF8hk4AIsKHv/pLRNiN9FQWBOHjp9jaRr7hEXSh4lb5gnVEA4io8zNMEwbtgUk7ZJgmLNvy7EEwGCS6QTSDXbjWFKLBvkUGqxU3x6RDJpOFZdnQT5420SGOyx4wDBTpl2d4F1+jn5qjTq2w1GeXOBWxOCK0MUHeqW2ugVCHbPKgNlj1Q3Uqm83zPuWiUBTaWxd6vyzwLNB789zCkvcDxHneTyzaxVAkihLpahI2q8lZrk0oFIFt+SlDgWVYCPj8BB8sztF1XJ5NEVR49j+AcCiIRCxKfyxCubtIM2lapLNhWyZqa2vgcG+HQ2Ek6EcWeQ/WGGSec/LTbhqmSR4L1C9ARCDUuBJlVGIf13WhH5M4KjftU+R5V6I/VWCCN0MaOfrBerdWPBHRgueHzzs3RAQuaRnUEZvraJkO+XchBjgOp8axHO5hpe0y6WlaLgJBG+GID8GQzXU0yVsOpmkgEPDDR3mX6JMpvsra4DqZpq6fCYvrKCLQj23bMMmzPuscCvTxMvQJtFnrdSx2RcDv4xg+lDhXBW9+5FeoJ2IAiu/St1V8kRIMrecQSrNIe1MkrvLPKq6VRT0T9pF7+9whAbCPsa6H1BHhHC3qi89nE8/huHk4bpF31jzlwjqYFAp1jwkkFb1FXVbeRYT4sk6L83LZqPxaluXNU0Q+XT9PJobp1ZvEBT+Kz8KjISIeHQ+P7VoqHS2VZoH6ofMq8c7jcm107g55dMi7y1F0viXKS8t1eRge3RzxRdb5dMmftpfuyaiMr/UiwrWyCCaIDcVTwH0f5UVB8ZUXbRIRynd9LBGBaYD9Hep2HqZlwrw3F+1TBhHx5gp+DMP4FEdxFVgN1SPF12eVg9aLiL5+CspDgTqkeCLi0WQB/YgI+SBoeQ/A0mWjQzmU5646qaB8sAlKS0sR8fgSkU9lcX+bPqt8dHzlTwH8aJ2C0ucrRL8RRASGaUKoq9pXeVe9zjEJq/imYRCXY5Won7QjusaKoyX40Wf1WxUUn1UQKVMH9Ell9CkfnCP4UVztq6DjansZT+ctIhAR6PwVtE2EfFDHtK/OQ0Q8WQDr9dwyUCiR11LRZczT8WS0PuSv0yvTNMRA+SOyjiOyXpbrdbwi966CywG01DblU/kWEe7NEnWjAG1T3sql9lVwyYSCQVzto31d7o8Sz8pCIUc+7/c7lDo8WipXtUVKT2tVDtpf+dc6bddf8FIcHVdEoG06lgAQWedN8XRdlRdtVxoK+qy42lfbFPRdRDw6Oh740bHy93TCou20TB/AM0j1TOlqqTS0r9LQZy1FDKhvrUAy3nqpHx/mXVdLEfHsmdK37tkntQNlmlqv/UQEIkI5OZ6cy+26H9fHcr02vV/pu/bTUkF5EhHoXAGBvitv4Efnp7xpqe0i4tHRfkpDQZ+1rXxfKPPJ7h4tbVd6CvosIt6cw5EY1K/QtTZNAyKiXbw+yoO+iIhXL7Jear3SERGUxzG4BxVX65W+lmyGmAKTgXgFEZd0Vd9L4MJ4NE3ua+0r7C+yTp+NxFPcXwfFUz51Xfw850XW10X1SmWgtEKMpWmb8qW2qki7XuK+UJ4UlK8y//qsddq3DPquoDyIiBafylr1R/G0n9fAb0pLRHiW02ehvih/nJjXR9uIAuVLQZ+Vdi6bg7F162a0tDRj+/bteOjhh5jM62DwsQqbN/dg//69SFQkVHfhZ3Cspa0ZLW0MoG3agKNHj6KBQf+11BoDFnd5KR7EJJOvd+/exYWLF3Hr1i2Mj40zcL/IYN4iNNikPzG/tpZCiA5TT0+PN95OBlVaGXDVgGR9fR0CHCcajTJItwE7dm5nomgfAwgnvWTG1i2b0dhQj3A4iEI+y2DhCi//aSwzCDjJ4PFA/21MjA0zaDWNNQaLZqbGkUmvQX9LzW8H0dHRhK1bGpnwqyXU48SJbfjaVx/Bg6eOop7JqlKJjiWTd9FomAHcLtQz4WEYpucQKk+q/PqTdy4XUxdBk0M655WVFaytrXmGLRAIMAAS8/oo/vLKKoZHxxionUCajmM8XoEd23dS6f2eo1p2fBsaGrFv73627YCPSjXDwOr09CxWmCDI5lw6uiVvHYIRPyor4wzgNuEAk6KPPHIKNVXVnGcW8WgFXAYQdb6ffHweExMzlFcztm7dhu6NPdi2YycOHDqCni3b6RRbGB6ZxFtvnsbNW3cZ4JnB8vIKecogdohbDgAAEABJREFUT0U1uGFKPBxWGExLLmeoPDY2dW/E448+ikcefsTjs7qqigGLMGo5fgsTU3W1VaitTjDRFaU8klyDJJqZIGlva4M6ZksLCxgdHkaaskrEY+jq7EA3EwgVVZVYZPL+FgO140xElEqCeKyGh5IwcJzCIgNoN64P4pcvvovnf/JzTE3OoqW5Dbu370V35yY+t6O9dQPvMz4GVO7g1o27SDKJTTFienoRf/mXbzOB+E/wL/7gj/DaGx9hZIJBYx5OC0uzOMPE3ftnLzJxt4Ysx7VCPtTUVyAcj6K1qwFNLU0wGcjRBHj/4CAGmUxaYwDQ9JtI5TJYYCLHCvmRd0pY4rxm5hYYEMvDsAKwfGEMDY/i+9//AWU9grr6BnR1bUA1E6mGYdCYF6CLatGYZzJpJsZm8NrrrzBB8yMMDPSjo72NunkCjz36CA4yCd7FZKulDpkBtJCvkydPYCeDes0tjdA/5Xvt2hXcvn2Tm77AxFQdnnvuc/jsZ5/m3tmNPBODDh3uYDiAFMcKR8KoZtJakw6HmWTfu3sfCjkHly5exbWrN7GUTCPLi0iBLBbpIGSY0OO5jHAoCJ/toz5YqK0Loro6wbVOQf9f0ZmZOeRzRWQyDizLz6BoNdewiCHKLVfIMDHUgZY2EzZl19nVhEQiRF5zcPXiwYN9emqSlwYbFRWVDP5y7/LCtkJ7MT42htbWWuifop6cmCR/1z0d0D9T+cLPX8AcA3CxcIgBtAZs6G7Bls2diPKi4zg56p0J8DJUoPPNOwl4HlN3m9DIve1nInpmehzBoA+HD+/E3j3b4DLhNTU5xmD6Rpw4cRwbGOjNs2+INufggQP4rd/6OudcgeaWBugPlSRpZ1ZWkhzHwksvvYg/+qP/CxcunGFCbYjzypPPEdq+WV5SV2HbFmyfD3NzWcooC9vyUc8ZjOcFWQOrC/NLTPitUmcnGTSeQ5qJm/r6JrS3dbFfAAKb8hLQtyS4SGdKGJ+Yx/vvf8gg8Ft44Rcv4gqTNzfHhjG9lkOaB11NdQhhXevqCPnJUQ/7MDI2xERdFI2UadHNIZ6IoLamgmuVRjweZkKhDjt3bMam7k6eAXvw0EM7sXvvdlRVR5mUfwhVlVFM07Zms2mM0ca3M4ne2dGO+tpK5Khb4Gd4ZAlzs4uco582Oouqqih++ztfxe/93Qfxxa88hFOPbkNdQ5QB4c+ja0OHF0S9dOkaPvzwEoaHxxAMhJFOZ9HfN4hwMAKaZgz0TWJ4KMUzJUv55ZHNrjIAvMT96ZK+yYTtRvzP//Bv4Xf+2hexoacBxx/YhY2bGlEs5dCzuZtr2YX2dibJGRyo4R5sb9+Ad9/7GH/+/R/j8tUbDP6OMsnhR01NnOvp4/glJJdyyOYE2axDnQ/BMG0EggFs2bIRlRXVvFz68fTTn8Hu3XsgYuCRRx7CE48/TjpV1NdFLCdTWFxIYmRkGmxGRWUMDz/yAPbu34G+wX4Mjg6jrq4BbR2dCISjWEnnkSlZePv0OXxy9grPjkk00G5U0caePHESw8MDuH7zKvQHGNrbO1FP/TAMP8dawE3avbsDQ7B9PuhvuU9NjcKULBoaqnDl8nm0d7Z4SaT9+/fB4kYo8jI8MDCGvv4xDA1NeGs5Tx1cSq4iycRqlnrZRD33BwXic7mLityHddiwsRYtrfWo51ns80dgmzHytUAfYB7plE0deRJ/5/e/gUNMAk6OL+DsJzdx/ux1TE8mMTo2CYM27AqD5KupBcRiJlwI2juYGGbp84fRykB8iXt3kgmi2blZ2vReDA4MYpFJojEmRor5HPp5Vty5eRN5+gF79+9i0vgIqiqrCfVYmF/hWWzi7Xc+9OCNNz9CJp3xxinQlqVTBkZHknjzzfeZ3LnJPbqIdvo2ExMLGOgfpR1pxQDH271rN0o8C9VRiscr2WecejrHBMENnq0T3Ce1qOLZNUGbZNk2duzYhtbmVur9HGqragEmKy5fHsO/+aMzPMdd7tkQz9kUz5cgYAhtQhGLS6s4SPvbwXNhZHwcN3vv4C4TnIvLS/AzSTA9O4W3336T9mAWL/3yl1BbtHVLN1qaKrC0lPTW/MzZc1hcnMf01BImmTjTtV2gzgUCISwtr2Lnzj1QGxzkgXjrxhUmfM7g3NkLGB4epi1lcosBu3Q6Rf02sblnC3V7KyABLDIpVVNbDzEt1FMH5+fnMMUxEgzSrSwv4uqlc9i/j3rcP4Mf/OAsLNq3eCwGh2dhLr1G3Z9HK8+p6uoKvPvO69i3fycam+toD3Ie2D4LDgMguoYtLXWwmDiORSK0wSX09vdS30rQv/BQQXszOtSHh04dQ1drHYNwC6iviyIedTE5NoLHHjmEVvqit67dwPHDuxGwBOOj09SRUZR4pq3SP7Mp70jITztXiW1bNkHPssHhJTz77NP45je+hKXFJBYXp3Dr1k3aLIvru4zOji5s3r4Vd/snobbW50tgciKFyfEZ/PSnbzB5dBvZtRKGB5P42c/O4KfPnybvfvLSDD9l3djQzH13A8lkBhVV9dhOf3ZqZhydG1qRpe9QoiGvrKxCS3MT96uLTZsaEGRC9tKlK7SDH2Fubg6mEURNdS3b13D1+mVoElT57Lt7AxfOf4KV1WWuD/eQmBifnKJO5fluUb9szC0s48q1XvQP6LlaRZlt4B7wY5rn5dDoHaykZzEzO+bplJ9B163btiHEJKAGSjPpPOamF5BbyWLoTh+Clh8bNzRgZGgM127cxtxiFktMAOtfUuja0IZEPEjf6DaaW6t5dt+iH3INmcwa3njzNVw4dwErtIOhQJx1WfquHbhztxdnzp1nsrEKFu1BjsHOpqYm7Nixk3qzig0bumgTOuib3kY8FkUkGqYcU3AYIG1va+HaV0JcA7/9rW/jD/7wv8Zf/93fwTPPPoeNvCMsLC7D4n40fUK7sNtLTPOoQn//IOqYrD14cBf3RA/P98P49refxaOPHsXych65rMW7QxH/5t+8gFdfOY2hkTksc/62L4p02qVcTbz19id4+JGjsHwpVNUAf/NvP4K+AeC9d0axuFBENBrD17/+NWgStsBkbzgUgyYRS9Tzc+fOcpwFVFfHkEgEeCbQ3gwM4IMPT5OHR7j2QdqbAmLxCFJrSaymFrnfRlgv2LNrC3p7ryK5PIVicYn9DepYnrboI2ze1Ir25hpEQga+/MVT2L2rBb13zlLmBU/PDcNCY2MD9u7ZA7WhFCIWmdhfmlvE0sIiLF6Mq6oqIGKQ/yiCoQj3wgrXYBOy2RL27NvHs8mPlVQSm7Z0orGlFucv3uR9Jocw/fQ/+td/AcMJIZUsUk9iOHrwOGapOz3dm0ljA+3SLAo8a4K0R37u+U28P7pcu8uX73A9WrlvXkc4nEBjQxuGePaL4cObb31EGzwKET/3bAs6OzcjtVrEFM+Qy5dv4oMP3keEfk0/hV+gk9pN+7mb9tpv28gzeD42MkT5gHvZge5/gcGAdxGmKSg5DgBBgHc1vQg7JZdyWodyvYhAP1478V0aDAWt09IplaBtOraQlpbq02vpEinDoHgqlfJw9LKufYrFgsebQfwcA0RCPK0vg03eDdPg8ih/gGGYXBuLPJves2ma954N9vx/9kX2OUftIxAx4EL4onQMiJgQgmFY0DHFEOj0NVACxRR479xw0HeXdyeXBMsgImwXtq1/ab0+ibCOX/r8nwOXCM59cv6UButFhLy7MAzlVT4dS2T9Wet/E7S/grD/f8lXub+IfEpf+7vkSURgkEEFccgHiMN3EZYEg/ICP4qvdETE41XXS9gmAM82A8a9fgaDgXTNYYkBTTqZhoH1D4lS3uty1hpHv0GEFNjBNEmDqLouCq63DsRhm+ul9EuAOKRwD+6tEfgRHZ3jGdR/bxQlyX1fYl/9E7xeD50r203qGfhx2d/hWa4lXz0+RLgWBvcK+2kdIDDIvwgJwtMOOOSLjxCPVwdUK5gcy1XeWKe/ocrtD+FYChQEnw2IysoDg/gWbNsP22/DDFiQgIG8r4hAXQC5YB5mlY1VSWFkfgzpYpZnWQr6Q0VQvsiKkHcOR1mAkgF5cpWl/wiIykYHLhMqurbCfmWk8rzBOf7qGZ4ugnPUOgXw45JvHk0oMZlVkiJv2gWUjBK8ObPdmxvXgI+eTaAEYVLOfr8fPiYg8/rDQYUiSAYiwrnbjPNUoY5+1xrtiMaaXBgwTIt+Eblmqe9FxmgAgZY59i9RP8H+0VgQEZ6b0USczcJ7eQFqs3yWiYa6GhU5SAUlzjvJpGaad+0S9TKXd5Dh/agIlZvLGEABScawVghZ2izTMGDx7qCxoRzv+guLSxARMIdF3z+FVcaQ1hjLyTIukuH9bZ5nTGot7dn/JP0FlZef95Mo/bwc42Eri4u82xVhWpQDfZCV1TXoOICgRBurshEhp4QAE88Ok2GViSjPvyjlB9pyzsvTUYdjFKD0TcpV7WuO9xdddaUDfrRNwSRtl3692md24BclyXkFAj7uR47lFOFjwjTEOIX+IJLA1d7Ec+DpF98N7gE/dTMSCdFnCoDduQY5tjtcT5vrZxHfhdo0HV/H1X1SpLyLHDvPM0pLrTNMA+WPnknhcJhnl480DfYv0S/JIpvNEbLec4H+usqu3J/T8fBKjKO45M22DY8Hi3ElgwpV5kFLBeXFx7NGgUzCpc4oj7pvTfKiMs6rf8q4h4ESiIAizy5ICfrDGy41UHFFyB/1z2F/l/tBBDAMzkXFpRNi6dGlXdFXbRMRiIi+ergi4q2zcw/Ha7j3TUQoR9sDnYtNnoPUgSDv3+A+VdoK2lfH1xKcv0NlLHINHT67hCJxtU3/WosIV5PvLsHgs2maMExjfUTW6YO2Kb7SFhGYhuHx7LBd2wzDhME68KM0WHhz0LPfoTwUR/sraJtpmjC5FnneWz0c6qv2VzxdQ63Tsoyr8zTZR0S8cXTuIuL5DsqT9iuDjiGyPid91nYFfVYckXVZ67PWKegzfuPDpYLOr8g9p006vo6rpfKqICKeHEREUTzQesVR0GelrXErnZO+Kw2RdXwdW+mXqP8F6r/uAR3X9vsQCAVh2RZAVO2rbeV5gB9hg2fa2UGfVUYKZJq6WfTkr/SJStVwvTqlU64r0kcsvyuPSltthPKqstc65VV5VhoqC60rg9aXQeeqY5dB60V0Dah9yp/37HLtVH9NT38VR3nRcbUUEbYbHnhjUE/Bjz6z8OagpYLWlWj3Slwb7at1yquOr6Xyo/RFxKOnz1qnbSIC/ZAtLSAivwYu963L/aLqzCYofR3Hpa6L6JxcT7ZaJyK4n67Ierv2UXwdV0GfRQQ6vo+2XkQ8uuBH2++noXS1v4I+K2h/xdP+Okfb5/N4Jqve/Hw+P2yeFy4P3JK33+DVax+dp9IoUV4czvsqUW5qP1WnRMTz+/08dxVfx1WwTJv1Qeh4Or7qhPZTAsqv1useFhGt8kDxtK+WFJdXpxIagzsAABAASURBVN+0TvsqjTLou4h4fIIfxdE2LrQ3N5Ff0WWz96V9VEcVdAyLNsRHWXi80D4oXyLsx8G1XWmWaEf1WWRd/pa1bj8VV4kqjoLi6LuIeOPrWLo/VEYKDmVWblfc+9v1WdtcngMl2tl1/XFJZ722RNm75OP+uYmIN3eVuYLIuk6UOE4ZRMSTv66NxbmqfHR/rjB+ozzpABbPAO0Pfsr9tCzPSXnVcbXUOgWdl9LSOnbz+BARoq3rtraVQWkpaB/1D9aY09F3lZ/KXcdW0Hddi0+BNszQw7uqmk5bXS3q6uqYTG1HZ1c7qmsqsbq2zMRalsH4IA15lgG9eTosdFrocN29288EymUGYMc8w6WT18Gnp6e8wOfoyKiXZL106RKuMnA6NTVNQfmhib0DTEps3NjNpEkFL9EhxOj0JWIxROhgZZhA0P/XaY1JWtM0GMRIYY5BvBU6aFNM1o6PDjOgM4iB/j4mza4SriO5NE86AeglXZMBY2PDTDC8gxsMOtfWVuDZzz2E5z5/ioHu/Tj14H48/vhRPPWZ43j0sWPYy2BgPBFGksHLiclxJoTHMcIx7jLYM8BARx+TWtPT05iamsLq6qquBVS5Z2fnvABcOpVl4CONHA8Hi4qr8lRnKBgOgnsdUzPTDCzdwZ3bvRgbn2Dw9gp+9JPncenKVQZTxtHHZIEhJjo6NqCtox3xigQdxCJKDL4EQhYDGzaCYZPB62ps7G5Da3MDy040M3i4wKDYj3/wY1w4ex6n334fP/izv8T7733A4PMtBuIWYYgPNTX1qKyo4foVvaTX4NAIebiOK1f6cLdvhvwtYZ4OcZFKneeBo0512vtt1RzypSz8AWFwu4py2oJ6JrsBwfJSkgncGmzdvA07tu7CLgZrQ/4gFmbnGTg/izs3b2GVjnPf3bt45803cfqdd/HuW+9AE2Gq0Jo81QDy3gN70MaE6tj4FF55+W382Z8/j9deexvvvfsxfvqTX+Ldtz9iAmWcicIRyn8RDfWNOHjgOINTW6lHOxj03YbqqnoGPqdx+r0PcfHCZTqhIXR1bkRbaztqa+Po7m6GT51kv9DppTx4GWttj0P/D8WSWcTU0iKWGSRaXFnGWiaPHBOqJdPPi5nBwPcSevuGcIHBzRsM3Pf13WUgcoprkwcY+PUHLVTWRODyJJpjEmJmeg4zMwuYYEI4yeDh3bvD+Mnz72BoZN4LPK6srEED76srKSauXBrvAPeETX3K01HOYY0XllH9jW1ebqanJ9lmwOe3ucdGMMN9ledlRp3cqsoEqqsrOR/299kI0RGpb6iF7bO47jMYHx/jXp3BhYvnGAxchCt58hmjDjWivaMFJnmfn5+CyUtfPYOLPZs2cV+XuG9HGJzv5VjzPAhNJsoDsC0/g1Aulplc1Z/y1KCYo4othtdWLLge/uTkDPTP7U0ygW+ZgqWlDPusYXhkBK+9/poXpB4eYjCzrgJPPHUCm7d2YYHB6zUGDS2fySBwFpF4HAUejps3b8Hnn/sCnnj8STz91JMsH8epE4cZKNyPtdUcnv/Rm/jJj17E+++eR5EyETjU7zW0ttbiM0+fQlVViIYyz8BtnrYpx0tpGK0t9QiHTFRXmqiqjFAv2nDs2EF0tLcgFLAxPTmPj5jIu3rtKvfzGgpM0lRWaKIzj2Rykes3h5WVWSwsTNIxyLFuAXPcf3k6yEW9dPDmvn/vbpw4fgR7GTRvrK/hhUywfftWjuunPF0U3TzyTCobtonpmUXuwyvo7+un/OaYyC7B4N7iPYj7NY7DRw7i859/Du3tbZ5skktrWKH9CUeiAGXPey9LwDBBnhaRgok09baXOqg29sknH8Qzn3kSzUzuFIsu0gzu5ZiwjlWGsXvfNgZL5/CjH/+Y630Ti9zPAe7fnk2bKQvKruRCdXRMfwiE9iLGAPGd/kuUySoaGipQyzWsq6+Czr25qYnnRiNM00ZTUxsiTAhWVVZRrpWoqa5GjkmsEscNBBwEgg5a2qph+YuIxQN4lHbYx30pvLCNjS3RRk7izp1Z2vYh72JeW1MHtV/xWDUWF1c5Xgm7d3bS9iRg8Wxw3QL3zSr2H9iIz3/hJL757S+itb0WqfQCExfd+OKXn0FtfSUy2RXqQgqBQIDB5xvIFxxkmGR58Zev4iXaHf2Nrd6788StwOaeTmzd1g2DwR9QryKRIIK8wEVozwulFO38Chw3wyTEBPXfRjxehZmpBegPv9y9e4drsUC7tBUVFXEGsJu5J3rx4fvXEeEe/eCDDzA41A8/g0NDLLOZFJ8DWFpO4jITQXcHRmEHoth38Bi2bt/p2WU9ay5fvkJ9BjYwuaP8KGtB2rQsdW+A6/ODv/wxz9gbyPKSffjQYYB6tHFTN/bs2U1eC9i1Zxv2UjfFNkmnxLVd5VoWqTsmVlfTjA+UOBdBwB+gDhqco8MgCjDHpKpDp3ON+lMCIKaLSf0hH9r5VQZIJidnMTQ0jvGxGczNpLk3XTQ1JuDzBaHO68svv8WkXR8uXBjF3d5pDA/N0C4tc/9V4ciRw2hiEkmD+D6OW6L+trZ3IZaohDqENbW1GKYtvM1EzpZtHdD/D/ypJx/FhvYOlDIFhH0hZFJ5ynoHE5zLGB6ZRA/Pow8/uogbtwaZOBmj31LNFQygprYBwXAChaJBvQkgHLYJAepUFsFABPXcq+pM1dVWora2gknTIehvd48MDcEwDKSpw3/wB/+SNrcaLS0t3ty+853vwmUQoa93lHoVZp8JXLl8F2+99RHe/6APL/7yHdwdmEPRMWAHgau3xvD+x9eQzguTEgWEwhEYArhcq8tXb+FO712ex/20Ezaf74ADwxe0kSvmsGu3rt8uJiY6sXPHLpiGD5ownhxf5tgB8lekvV1CNBLgxcflew5DwzOEKWTSgsmpRYyOTqLA4JXu2d7eW2hmklPtfnVNDfRM1h+CW1hYoq/Si2vUxVOnTkLllqWvNze3ivm5Zc5xBuGQgStX7nIdkzhLv2N+dhx/4298Cd/+7aPcv3dx7swn9ONCCDMgJAD7zXCSDv3KFjhOBqGQD9FYDBWJKibYryCbcmlvM0zwnkYV/bAV+g36Q0FB6l02tcozyIcG7uED+7ajp6cFbc1VeODIPu88OHH8IA4d3MskSxKtTMbu38PEDc++O9cuoKmuCt2drWhpaITD4OAs/bfGhiomk2YwOT6Cr33pS3j66SMYHBzFL3/xGlZXMtTdZtqdHH2dXQw8ukxo3sAVJnyWkjkEg2GEohFs2NhF253iuQLoDxz4rDDn0kDdElgMBtyhz6N6u8wk9hr1c2hoytOzCxdv0ber4twjCEX8mCCfQt2a4V5aWU5TXgbPkwXKcJhjXsfVKzcQDsXQRPuqZSyWQAtt+eTElKoGbW4V95kPyww+3rx9F8FQHLv37seN2/Q17/bxzH0bKfqmfn8Uti+C4ZEp2qp6vP3OaVy8ctH784hi+lBT1wbbDgEM/wqDv5PTXONoAslklnayBNsfQtG1sHX7Huw7cADBcABHjx/DM597GJ3dHaisTdCvHWGi9yJll6H/dwtuIYarl4aQzwapcyFMMQH953/6MTZv2kf7ug2NTa1ILmcww4TeIPf4GvfXm/QPh4eGaUfnqVtzqKxJ4Mz5M2hpraNf34WVpTRqKqtx9PBBJuqo2/1DuHm9H9///o/xxtvv4PrtG/jg47MwzQR9tAUkV+fwwKl96Ou/hmLJ4ZkyAcsIwRQDiVgIx47uxMFDO7B120bs3b8b9c0J7sQSfZYiOto24eKlYVTXNaOls4262w2TfcPRALZsb6adFPqg9fid7xzHvv2bcfRIK+3NKBoaGmiPNnK95ym7LFa5NhUVlXj5pdepM7NoYGB8544dtL1pNDVUYs+uGpw/38e9OYTVtSREBE8++SRcXlAXF2ZRVRXD0WMHyH+aezuIHds34+TxQ+jZ1EmcNPfWGA7s34k2+jbjowP4yhePQ3/A4O6dM3j2sw/h2PGNtMk57jsH07zDLC0t0x6kkVrLQGgZDeGyuw7n1067UUQ4HKIeF9De3s4x81hYmsP0zBJu3b5JOz8KkwfPx5+8x3kt4bO8U7388lmc/egSfacl/Ov/43n03hin/1CFS+dvIxKuBminrl69gWEmSPWHolQeU/Rr11JL6NzQAIP+ytWr1z0bmEmDPn6SQXkbsWgVKipreD+awfT0Cn74ly/h6uV+JOlTFmk/DQSwdfNW7qEprmWUep3gfACLAYYsbVyR/sbC/CSSyVlkskn62gVYVgA+24887ekqA/0l6oSwl/q3BvehaVqUk0uBAHoWiAjULjqOA20v8X5kmKbX7pBjwzQACrDAIHOJwdEiwTBN+BjsMA2D9iJIeYY9GuDHEMN7Vh5LpOlyfKXJw4720fXaHK67w3Up0R9yCCW+u3x3xQVZxf+/j/KqQNY8Wvp8P/xmX4M8luvKePouIloQOCa/kzmQdYIL7WJQBBpQ18A66PMqf6JdFDz8X/8m8p9ouA9NeTENAyblJ7Iud+VJZa9ork6KD1rH4te+XApG6xUUX8sygj67fNGShScXLX8TtF8ZFFf5ERGIyG+irr8zeKUtzKfAuofj9YHWgnrEVdQ1Jp7Sc/msLbqMBvFNw4BtWJ4tMunIi+NCRDFcoDxXrj9fKBMDFgNLJvXT5V41DIFpUveIJySodY7qCQOiWjrUQ1BnwHbDBHStXNJy2F5y8gDbXAW+67MHHJpswNEJsc0whf3ggUs6+Ks+ArjCtWKfElwUOccig2iq0ypLIZ+GaUJL5dOwAJOXG7FJzATEdFjB+XqlAF4d58XSME3i2lC/kAKmbADDMKDnq+EzULJKKPpKyPryKARKKPBeUfA7KHCerunC4V4VCBzKy6FsXa4D+JH7gI/el0O+9UFEIKIAGKywOJ4pfGJ/vnpfSudT4P719i5LV4F0yrQglA3l4vCe7ZIHGjVWlDxwyYsIeSOPOdqqAuNGPp8fIfUHDYHBMQ3DhHbLZLJQHO2zwrufw3EKRYf2yeEcKTsOZFm2N0/DMiGmAb2aa8si42XLa6uMY5RASaNEgtlclnejFPFdBEIB2kuBj/cvBzlYPsCknsGw+OUnLYtnQQnpbAa5UgGmz4bF9gJtqybWXOqPyzkH6B+sraVg8F8kFIZtmvD7/AB5yzCZmmdMJc9EcZpxvTz9sMXFJJJMuJqmhYqKCriGgSTjHisEy/Z5vKkcS7SrBvUqHo+iMhGDaRgIhyKorEhwJBeGCUQiQQR8FrEc+uRZUMCchIEC9TDHuECR8nLZaooBH/k3yFORdyTdE/qep+z1h5hdrkVI5WGp3F2ovgaYsIvFojDEBThPn2nDcMVblwKT1hkeWNlcmtRL8PltmKbwDC2AbIJTIw1hKSzZnysgArYZHoiwzTS9Z50rSMXku4JFGWspIrBtGwHeWV2OC34MJc56PkLZyjLJrqC6GgmHKZ+QR7NQzJOWy40HAAAQAElEQVSiYv0KVIfuBw0WlzhvrTMNgyw40DXlA/s63lyKPCuVP7LmydnkoA7XRetL1AmbcRvLNqHyNAxhn6LXV0hORzZMA6ZBmbou20oeaH0ZRED5iAc6jvKka6KlvoustxkGNeEeDfDjyYV3Rou0DRCHYFLoPp69iqt9iQ59lnt9PRGSR5t4lmmyh66lyznr+gAm60zDXC/57PXl+EpLQbG0TuUFzpJscB8WUWBicL2OtRxURNbHZan9yjLmSNAPq70x9NnlniwwdlRg3FV9jjK+tiloX63Tcf3cUyb5cjmG1umz1uuzykxEPH3ROhHR7r8OOgH2LffXfoqg+GXQNh1T55QnTznuD8Xz2k3Dm1d5XBHKj/QcnjeKU6al7Qoi2u5w6ziejEXEsx/363eJstN9qvzruIZpci/54efeM0wTXCSUP4ZheON77xwXtMu6/qoLSlPrlX8tFVfrtFS6Wq/vIsqTCkKx1kHlrj6j8qClvosIPB1hqX3LoD30WddLQWlrndJWPlT/9FnEgMj6GqitzNFOOE6BdaojjrcPdBylpf21dDkfr+TcyvLUNhGBQb1VmWq7jqu8agl+tF7nqW185Rjr44oI+xkegB/ltQyKq2NoySZvffRZx/H5LPj9NunA02/lU9dJ8USE9aKPXql9vHbaERH5VK9F1nG0XccBPyK/qlM+lH8R8XRC+SeKx4e2KU2do5Zab9Em2rbPo1+mp3YxwnyRaVgo8UwsMUblMG6pW1PH1X5F6peOs17mUdY1rVMcEfHGVHuuOq+0RQTKj7YrnoLyon0dzlPbbNuG8qSyFynPa13PtZ+IePIBP/quc3L0vOR+d7m+rPa+RAREhH6U7v30ynXaV8dWUD6UnzKf7K1oOmWv1G8lykBxtJ/iaZ2OKSKeffAzrqLjaH0ZR0Tgu2c7tV776R1FS4F48lD+lI72Ufq6VxTyjEGuQwElngngWWfbBkzeFfUc1boSz2Olpf3Bj8m9reMpL0pX1yerfoae2VwzxRURb71Vzgpal+NYJdobEXJFUDoGS/BTpi3yqzZtFxG2wtNl5dtRn+A314AY2l/B4T7kK0TEG19EOC+eXeSrSJvo0BdQUJ4VtI+OozphXGGgtr+vjxfiaSSZVFtZSvICvgJN3Kiz09LcgliMl1Wx4NBT09946GcgY6B/GKtMDqkzsrAwz4DmrMdwIBD08BOJCh7uES6gj4thMvhTz2BYD/SiHmBwOu85VkuYmZ5FkmOu0MEaHxuH6zhoamokjQj0tz4HBwcZ3LsK/anuMwzUnT9/ATdvXkehkGWQpRsnThxDd3cXDYCPPGewSF7mZmdgQNDQUIfNWzZgx64eNLXUoLo2xsRKlEnLBuifFI3Hw5ibm/HoX7l6CUpff8NvdHTEm8/MzCxWGRCZn5/3BCqkqb9lNDoyjlw2zzEDnhKqcDUJrEms3t5eaD8hB7VMBuj/rRhPJBior0MkGoWPytzU2IhIJIrKqirs2r2HZS0GGbh95+138OEHHzOAMItA0Mf5bcAjDx/GF597Ap//3JMMpBzEwb3bsKGtAShmsbayhIp4CJoQq6qs4OIbUAfcpeeQiFcyeZrBrZu9uHD+Ei5dvMJ53mBQZIjJ4lEEQ370bOlgcLCd8/DRwV2l4+yA5ycsnyDBQE5XdwsDaDu8xE5HWxuSi4t4/ZW38R/+5Kf493/8fbz71seYGptDfU0rIsEK5FJF+G0/WpvbcHDfQezbsx91tY28SwjgGkil0rB9Nnbt3anXHvIxhlEmbEYIc3MrTCwt4dzZQfz8Zx/i3XcvcLws9cGPpoYO7NqxD7t27uO7iSuXrpGPN4l7Ea+9+ob326rvvvs+A1pDXK8UIkz+bNy4CTt27kQwEkai0kBrexQbtzahtasZVUyyxqvCiCUCqKuPoKqGzrqfTp9lIlMoMYk6h0UGnpaXswxMZxCLhrwAVigcoHxylOsaHMoYhgXbCiLgj1BfK7lmUTpXLpP/iwxur3Id54mb4hwX8fEnZ/HiL37prYEGrQ3DxOzcImUwjkK+iGAgjMbGZjz44EN47LHHcIiBy6rKSq5nxoNZ6nR/fz+mp6YZbJynni+Q1jUsLy+hvr4Wjz/+GJ544gn2f4RBuGryn+Q+ucGg4HkkmQzUxM0Eg8gjw32wLBc8D3ixSiKbWeW6rSGfLcA0/AiHecGBj/MuQpOnum5Z6nqRRtrTZepVngH2xcUM+VhmQGuBwctVrDJwq3pnMqCsDgRtM8cRJnbnkcq4XJckmlvJ5xMPIBKx8MZrL+HnP/0xfvjDH+Bd6v3gwBDHc7HMJPTt2wO4wmDyq6+8il+88CLnPI6O1lY89+zn8J1vfxV//XvP4TkGc//hP/x9HD16EKGQzX08wWDcIJLL0whFhGuR5/gu6uri6OpsZBC3DSdOHMBjjz6APbu30BZ1oKmxBoV8igmvIa5TGh3t1djJ5GdHexscBihu3LyBazeuIVfIwscEWCQaYkDOYIA/QJvmcI0XkOOlSm1IiZcM/S3/nTu2cb8cwIH9e9Da0oBELIwo+0ViMdQ3ViNWEaENECZUUlhZWyGPFsdtRpAOpNqj6uoYlnkRvnr1Kl597W28+OKrGBocJz8u8rki1ycKw7Roa4EwD6U46YYSNQyotqKxoYkymGOS9hqTIneIG+H8axlMzLGvw3F91JV6bOjuRHNLMxIVlRxrjbJbxDKT5bdu9uOTjxlozxSZqMoxAD3k0RkaGIAeWtGIje3bNqClrZY8FFDDxJMemC+//CpOv38O+oMzzc3V2NhdC9B57KMtTPPCNzoyiA8+fNf7zaVCcY17sR4dnc1wpYA09U9t+KFDW8hbEBUJcC0cjI1N4/adXly5cpU8XcACkzmhQIh22EFlZZwQJF4RgWAITz/zCO18B3rv3sDAUC/lHeQaBTEw0Av9DaeHHnoQMSbq9aekG+pbaFe3Ud5RtDEx973vfQdNzfXcO8exZes2zM7MIZGIo72zAbV1Cc4xAdN2EAw72LqjGY2tIdQ1hfDcF5/AocP70dzUzHOmkXKfwp/86Q9x9eoV0g7jqSc/S1ntQXvrRib5GyGGYHJiHoP9g97/XXf9yjWEmRAN8EJq8iIeTySg54MGAlZWkjh+4hj0Mzw8TH57UFtbx2TkMJNPKe5dgwmMYegPd4QYwOjeuBFXmABLM/himAZ6e2+jrroGzbQnTTxrJifHMDc/w/06g7379uCBE8dx6NBB8hlE94Z2tLW3Ur8EuXyJQRc/eTUZbBEsLC9iZGyMbYBJupFohPrUgCYmePSvHywurVIPS55uNDSGsXlzI9o7mhgEH8YH73+M5aUsmptrUVURpFxXOR2T+24L1tJrmJgaw8XLQxidWIZp+xj0LmKIQfdpyn92fhFDPA/T3FtNTBQ0tNagoirq8TA/v4B4rBILi0y0RSvR3t7D5wxefvkdfPTRZZ7LwN3eZSRXC9i0eSdyBcEnZ4eoe9MwLR/3XJb2NM/9UEQiFuL+pQ4yuXDt6iRauJa2bVJOa5TLBty5dRN5Brx2bN6MLT2bKPs098kyn7cgykRXXU09VpZt2oFFBnPSSDJBNDm9zARXHh9+fBP/9o9/ybMkjXQOGBpdgOmPg7El+KjHDVyXMANoAfoDNu1xnkkCxmiYiL2AbTt2or2jDfv27YX+8M0777xN2Qygob4efl8AI8OTMI0YfDxLY5EIqitjsAwfHDp8oaDN+gDnmMb4xDR1m4mr5DLW1rI8h8aga/e5Z5+B7tvbd25z/YqYmpzmuVaEwKDNCFHfNnJOKxCxQD8YXH3cujPMOofr5CKdThIvDP0/l02ziHMXPqZOmkxOPsn9Uod4LA6XflwtE7V+8thQ30i+fVzTEWzdsp19o2y3MTu5jOnJBTQ3NDM4ZOAuk4JzTOYN0B8do96bcFEZjyA5P8k9bSCzOofa6iAqoj7cuXEZ169e4Pn/EmLUS6eURyjsw8hIP32iMJ589BRqKxOYoi8X9lvY2NXIBEwnvvaVz5EXC9e5X27d6mUCsIgQz+/xsTU0MfG6b+9W0ouioSFBaQhWkxmW4P6Zwk0mKgcGRxCOxmHaAYyOzWJxmfuRh92WLV3YtWsHE+GLiMcT8NlBWGYIdXUtGB1P4czZYSY4T6OxuZm2KILGxmps29oNk/tKLwsxymxiPE2Z+7gvw9jcs5VncxEjw1NMYk8ilyvxPB/kWdHFpORWHDt8HBu6urFKnbtzZxCvv/4e7twdQA+TTHWcx4aN3fAFgkyRuvAFLSyuTpAnF7t29tAG7ISf/obLpBQQxMzUMv6P//VPMTQ4jQXO1+GKNzTVUfrA5EzS+6GOjz75mDo4jKaWRp71K4hVJDj3ZXRzX8zTL1R+29s3IhrpoF92l2fqGG5cG0ZlogWxUB3P7xoM3h33ZLKykqGMK1DUH1zjYB+fOefxneZGmWVy2aAfNjE1hH/yj/8evvnN5/D4Y8fR3FjBvZdEsZjherhc4ypUVdagRBpFXqSHRoeh/lg83oCOjo2YmJxCQ2MdDh/dj5KThp8yCAQNyjdNGzCOM+deRza/RF304Uc//gGCIRNf/foJfOUrD3l1D546hjH6pSkm/n76s+cRiQRRX5fA8SN7cefONdRUR7kPFlgP2tPt2L+/HVO0aZlMCv0D/aiuqmaycwk/ff4lHDv6IBjHhga0fbYPftsg7yF0dtXhsUc7uFdXcP7sGTilEnVqBGr/xSghl0vB4P4Kh22YsLwfmrxFn2RuZpo6MYyF+TnoX/MwTIHlE8pmjXoVR01VCFcun0Fbcz18FlBdXYP5hQWMT47ynOxBZRXtBXlIVISxY+dmUAXpt+Y4loNCwcWFi2cov2Wev9exdVsNmpvC9GVXuQ4PoLWlAbFICBs6W/D4I1tpByvgMwLY0F6HzRt6MDk6R58mipGRWeRzLudk8N3POaWgNn15ZREh7tMt27rw3BdOouRkeOZX4swnF/H6a6eJs8BzexibqccO5zw9swiIn/JuwkDfGGLRCkRCcd4pTKxx78XjVXwGbt26g3gsRjuWRywW9tb5859/BJ//whOe7cvS8DqOAfVRbQZn9GKd5nlZosxFDBQKBQACm+uDex+9KOujiHAOFvu6MNlX6xzXhcF6fddnrXO5Y7SP0tSyfNkOBALw+X1cz5xHwzJMrlWRzw71t8Q1skFBQBfCMAwoiAj4BTFYKohA6w1RHRb8pz4uefhPtd1fr/wp6N3VAwYZtFS7fT+ePiueywev5Lz5eO9Lax3QeJNXF15Q3QQ5KP0KGETSmnXAf/QRTkVE2F/gzY/zFxH82sf9tbffePlVo4h4dMoIyq9zL/hSpl1uK5eKcz+oDBRE5FN+8BsfxVccLRX0WUFlr6WIeH3Bj47riAODfoXLQJMnB5cyU3BcGC4IQkx4vIuIV4IfEX1mD8pQz2uVr4LK26BOKG22enqkJdHZiwQpfQ9fXNLiGB4upIutAwAAEABJREFUVYyHucs22zJgmoaHKyL3SsWFx3eRyRivmriu8kkMEeF3/SqX+vwrcIhXpKyL5NWljhSLJfqNpGkYEI5l2gZs3qF8vGfbfgOGDwATqZpwdJgGheFAE6HcVCzF62Mon5SbZVmwea/0+WzuQ5M8sl2EBDgnyrTIaIJHhzZTfSBxKQ0xKBcDFDFAHkwxPPzyN+HD/cBXGMTTUvdvjkk3tceKo2vk7U8lprQ5P0DpGRyDY7He5f4RlgoGRMnoMrHdheqgQ9mX6J8pbQ146g8hZ7NF2qYM8nT8dI4G51TIq2+ao30o8XxJYWU1RRrCMynC1QCUvoIBeDKJx2MI8u7IV+K5KHKcIn0vmII8n/W/bMoxyGlQdsFIGCWOsZxaZfK7BIPnbIZBzBKT7K6UKMkSxDDAacChrRTTgj8YRCAUgi/oR6IywXOrgueXCZdrLcoR11tEUHIdfSNPNgJM/ARsP8/+Cu/dIUGfHUA0EodBmiW+rzEWRJF59zef30+/MosFnlElVmoMK5vNocDgqsNkk/5wTJh6Y9CbKeazUP3MM7Aa5jkUjUZ4BocQDPkBLnyB+Fm2FcmPYYLzcIhfgMP7uU0dDPMcty0bDu0+G2FTv3zULdMgda5PngFT27Zpl4v06bNcG/alPHPkxfXW1YIp9KsKluc7pnh3mJmZIW4ahiHQfQdPPxxvj5nUYRFKivzo2oNSElE8gX50r5S4Tnmuu+qfj76kn/LQUttSvD/nybtwPbXdIS8lyl77KujZYvAhz7tSnkkbThkmJ+7ewzE8nnR8l3MqeeAoDc5fRGCa5r06V8UHlYnf9sFHGfioMzofh7GQEnVI+QwEbMQpc5f+tsY+DANwuZ5KU/kF506ypCueLExLKGOL7ybfBeWPCHlivxL50DrlQ/eAliJCP6RA/yEPlUsZR0t9ZzNlbXxK0+V8XManuPwwoHQdb05FrmeB66m2SUwDLm1SiXW6n23O2yLo2Mq7Qz4cykznICIQWQdT1scxOFFtU3wtRYTzsmGw1HcFEYFpGNA5KIgIxelQ/4oUi4v7P5ZlwndvrSlBzjdPyHl4Opa2KYAf5c8mr/quMmKVN0aQe1NB9VXl4s2V+0d50fEVFFffSZhfrseP0lNcBZWp4iiuaRjQsfVdcbRNk0xFysYwTBimAQi/OC8RPgCk55LvgrdOKm9WwSAd5dM0Le9Z65SWtosIhO2uwdI0ARFPPlnes7PcY2WeDNOAYZoA8cqSM9hPQeej9HTOZZo6nrZpvdJQHJWXykafFUzSK+Ppcxm0n85X+2X0lw7IR5mutimeiEA/5WfFVxzto6XSV1ylL7KOq+9l0L5kHwHGfHRfmdzP2kfpuLQNWirvWrrcQ38VKC2lr7R0XJWZjq08qR3QUvtpnYLSU1wFrVfQZwURoejF0wnFK8tS23QMP/1V2zbZ7qBI+6RyUVBclanKVvFE1tdPf1hmbW3N0wWdg9IRWR9Dn7VOeVJQPgzThM5H6fhp75Sm0tNS5yEi1C3Ho6fzLNCul8hHgbZQbbHWKS3to3SU/xJ1HxqXdw1oKWKgTEvxlLbi6vjKj4hA63V809C5upyv+kuGt7eVNxHx6kTWSx1H5VDurzjmvbkoXQVt0xL8iAgM6rDWFWiLyqC8K2g9+BER4hkev0oP9z66ruFw2ONHq7RPifvRA9o97a/gvbP+N5+VDxHRrp/aRH3RMcq867OIfDp2+R38UCIeXyon5UVlpc86J9M0ICIe3QLXR9clx4tujvunxPOCTZ/qu2GAeAVCkVCCzkN5FRFvDXz0GUzKkUN66658l0HrwCnoHJV2gXIsJ0Ud7hWv/d43EfH4VVoK5TUXEW8d9exUOkpbZB1XxIAIBwBYwvuICAwyLbJer/gKDmWsZ4iCzkETrKoTypORXKSzVjSYnFniBX0M/f0DSC6tcII+Xk4r4feHafSDfPdjbTWDsdFJ6G85LDGQahg26hko6+npwe7du9HYqIHWRvQwwNLU1ERBBkgjzgDaVl7oq5lMSzHgME2naYlOZIqMCwMJaYwyYHv+/HkMMmjPSuifNLl9+zZWVpYZwFviBXsIdxgg7u29gyQTQ5o4bCb9xoZ6VFYkGHTK4CKTrK++8hov8aOoqqphAnUXGsiPGi+LDk2iIoZoNIhEZQQhOl6p9Cr6+nvx0ccf4Oat6wxaatC46PGzxETaPAO6gIGG+iZs2boTTSwz+v9R0GCocsd4cY9QyYM80AK8LKtgk8kkA7uLTB5ldC/DR4OksvniF7+Ib3/rW3j44Ydx9OgxbGbQfn5hDddvDOKdd98jDx8z4XkVp9+9g9s3h5BLpxicaMORA3txeN9ubN3UgTAvIPn0ClIrSehv5+pv5mZp+Fuamxl42Iz29nbOKwKfL0gnL4fLTDi+f/pjL6h943ovZmeX6PAVmMToxNFjR3Dk6AEcPnyQAZ0ObNm2ERt7mtHd3YpdezqwbXsjtjNp8ugjJ3D86EE0NdRSP+bxztvv4s03Psbpt2/g0rlRfPDeVfzs+ffwgz/7Bfp7xzE1vgCfhIGSjXxWMDe7An8ghnhFLULRBMTwMUgzjRd+/jKTNH1wHYsBBpcBkioGn6oQCfvZr8TkXh7VFTVMymzFQ6cex55dB9FY30y5ZDHYN0gnu8h1r6Gym0y4LzNolcfS4gr1agGrK6tobm7CiVMncPT4UTS3NHHOLdi4uQPCoPVCchbBmA+heBChRBDRiiCa2+pQU18FwzRpvIsIBizYpqCm0kRXRyN2bN2KingFDKGTzb0S9McZsKkCXAsz04vI5xzOxUAmXSAPKSwvp6Ebr6KiAtU1FQxUOdTpFHpv9+P69dtYSq7idm8/xsenqONrhDTXLEv9jEMDX6p/N2/ehv42cyadRo6ORiOD73v37uEadUN/wEDXf5SB4g8++BDnzl1EPFYFk/INBiJobm5HU2MrZTPDPZv2IEW91eTL4OAA93gvZqcnMDo8hJvXr3tJ2QUmdvN5l5eakrdO1dxDNnVpjUnSNEEAzmsFM0x2pFI52gODuuZDIGTRRpgQtmdzBc5/gfMt8M1APYP/v/07X8J3v/sF/IN/8N/ie3/t2+QziOTCFMsQ9u7djYMHD2L79l3o3sgky0oab775Lv7vf/1D/J//+8/w8+ffYU4uT9lHsbq6hGtXL1L3B4m/Bbt2bUOpmKNOr3LvDiBfWKVNmeXFSrB7zyY887kH8dRnDuLrX3sSX/7SZ3D8+F489dQpBpK38eJlkN8CbNvBvr078O1vfxbf+c5z+N3f/ev4Avfqw488giwv05NTkxxnF/bs2Q2XB9fqSpJjrML7KRruvXw+A5eXydraagYEYwCvowUmXgUlhOg05XIZrKWW0d7egm3cT5Aig9WL1MMSD4wSL8gh2qpqJjsLpOMgGgnD9vlArx/DAzNcm0HiWGhuqvHws5kcavxFtEZs1IZsbzw/8S3qrdofvViGwwEsLaWY2LyFt995B8PDg5RJzEuQfPnLX0UwGMEUExYVVTWYW0hiZnaJNnkRs3y+zSR2MBCFARstLe04eeIUA/c9iEaj3GNz1I1l2qr3aKOuYO+endi6dSNWVucxPjUF27eMA4e6YdlF7vFJBmm3YsOGDmR5wdM/Ib9z53ZUMOmTqAgDlM+U6t/oOHV5GIlYwjs/TAadGDchvxbtAfngBT/HdfDTvpYYMFcdHh4exdz8NG1KGBs31jE5UUl9LVI+BR7QBZw/dwEvvfwKZmcWMDY2iTt37nCMfkyMj6OuoYGJkBh1eJY2/w7nPYfzFy9jU88WnlUhb7/Mz63inTfPUPZDyPCCqjpgUtSf++JJPPbkfvz+3/0Wfutbz2HP3i2c4xYcPXaI+p7jnIrQ5KuIUK98UL7fe/cDnH7vA9y9M4MVnpdViRhWk2swXR8O7z8Gh8nLTz76kDJcYmL0NkZHh6B/PmopucAzb5B7Yz/XoQV6FvYy8VNZWY0dO3Zh765d2NDVha3btnLeJVy9dhXguKu8eFfXVlLOCQyPjHDPrKKGgfQNnW08B96jjb4Dk5fkudlZqM789//t38PJkw8wUD5BO217ARYxwNJFXH9DtORAL6GhsM35OAA1I0+nSeWayxe8y3ciEcV2BuTrG6q4Hm2oqIgjl8/CMA2emxuweUsPbVY7NmyoZdK2DmOTg9DfanZ4QW9vj8JHfZmdm6MtnKCuuFyDBTQyuZZOFZiEjaOd9rfvbi9lM8I94mKYCVfXtXlubcLo2AL3F69aEsDyUoln6E3qd5g8+NDLBNMbb51mEnUcVTUh+EMBznMJqXQJwUiAtkvnVMDU5BIs3sJPPbAZ+n/NttCviEYMjHAt6hrqKN8Cllbm0drciO3btmH7lm1oa233dO2JJx7GH/7h38GBg3uwj+c07+mcu4VQOAI7kIBBB3F6LoWVTAmfnL+GO30DHNuPNSZchkeGof/3UkEDabx0iltALlvA3FyGutePTd09GOgfgv6pzLa2NupDP1588efU6xk88shJ1NbYqKnyYZZ7eWFmGWNDXFPDhskApZ6BOs/JiTGUHD3z26mvOyiHGu7hHBKJOEKhIH2lYfTd7eOYc5jiHs7REX733Xc51hCTYdcQiYaZCDqEjvZ67NuzEd/4rSegCaWjR47QJsQo22F0MKly89YoJibG8eFHH6CruwuXrl7FJ2fOYpjJqJXUGkJhC5FwAn29w/jgg4/h8EI0zf0fiQZRpA3N0ZZaYiEarEBnG/2Tw0dw9MghBGlD52YmEOEZk1pZwMLcOKp5Zm/b3EmaJnU0hqrKOH2bGcTjET7H8PCDR7FjWw8un/8AbiGFeDiIPH0RtcehoEUZvonJsRH6KhOsL+LShZvQH+g7eXw3k4rTGBsewYfvfwi/z8KpEwfhMyzUMpGvSUhxBF/84tNMRsWR5ZnsD4SpJwvI89xs4PmsZ/6hgxtRXVuLgD/Cczfn/QBFQ2Mt9h7choqqWuqwSR+jBL345Rj0q6dNKhRyULt85MhO1HL/phig079YEgrG0NTQiuRSimdgLZqa2jE0OInZqUXyOYnKRA0effQxxBJV1NEUdu7cj6rqep4127F582aMjY9hy+ZNyJcy2LVrK4ZG7nDPDGJ4ZIDmwkBqLYfe20P45Yunmcy6hY8/vIKKmI2nnzjJdY566/SZpw5zHmnqySQy6TnMzk3Th7mCa9evweYlWP88+oHDD6CPfP3FX76EN994HwvzWfoKDs5fuIzLFy+w/zJ5jSEWjWBxfgWvvPSGd+7U0qcLhKKoolzisQps3LgFgI/+ST8Tx1eZ1PsAfX1XYJkFJsI3ILmYxcfUHzD4oOtTV9eINc7h9s1BDPVO4ZWfvYef/fT7yDNJ1ljbgeH+Ka5DEC7yiMYCsBiQTWWW6R810j75KcsBruMa1I/b2N2MJ588iM9+bh/5zODAgW48+OBW5HPz2NBRi/a2Zrz1xqsYGx1Ez4Z2rDEp2Kz6F9UAABAASURBVNPdSbszjc6OBvLcC8sOoLq6Fju278bd3iFEwpXw2wlcOn8HFYkGjtuC2uo6+l0j9G1bcfTwTnz2mYfxW1/7Eu15K+rq6qiL09AfCO29cwuVPC+HeScKBwN8rsGWLdvR2trGcgv8lH1TUzP0Tqa/rdTU1oIc99Wbb7wO2zSwfetmBj3D6Opqw9ziAjK5Irp7NvN+Mg8f7xJilFDTkKAcCjy39yBFP6VIf6rkpvDZZ5/Ad7/3DL79O1/FU08/gN17O/G9753gOpRgWyZ27tiGxfkZ3o2qcOzwVvw2E97/P8r+A0ySJUkPA3+LiJSlsrQWrbUWr5/Wcmbe6JkdsTO7WGB3QYDfAeCBON4deSSI40fiiDsSIIkFBlgCi+Xu6Jk34mktWmtd1d2ltcyqLJEy4v4/qrNfz2APR0aXlXu4MDc3Nzc3N8us3r9nF/duD6oqq7kmq5iYmkVlZQoPHnsMVdz7tbX10P6YmZmCvpnqB6to66oCvCKtgQLltjncA4cO7+F5spu60YHHPehz9Roa63GbfDh06DD5GSMPOpCqaaA+3o8k76dJ2jRd7Z2QM172WKGwim28z7S1VaKHuquxIYlIJIaA+/fTC3wU0WgUyWSS9CxjaWmJOr3EvZyH6BTAwH1aQo7OAV2ii1TwZizE+hMwcRyHv4OwDzPQe9iXL8q7rsv9Tt1OHI46sFw/EdeD67iUvSAcQ2UmVATHdaBh5Bfy6SwQvhDofOZIahqCmcFx1PZTmnD3Cdvf1/du8b1E9Xoxu9uXico0nsp/GwzGsdwQwDzue8J+tI+VClxX7Zywhd6DwGeekzcfxrM2oM2sVEAGhLwLSKvWRqkZRyOEc4Ox73/oZ73ezGBm9xqa2d33gGe4H/K4REeIGpiZknBcM4PneWFbjS3QOqut8lhvGrYv/zL7tDDg3D59A8wsBNx9AspvojLJvZnlvTMBL+bCXMAnL3xKPigU+lDh3eZ3Ez+k+e7L3cRnKiAfiVPGlwKrDnG5nsHhfVX8cl0HZRBt4KO0REekF1Ud2BZsY6DoQH0FyjuOQXhdrh/4aD2YhHxSPuAa8QfGfSRwzeAQ2Iu4hNslXheO65IHDsqPw6y5AdwI4MUMbtzgxR04fHcjAYw2i+8UESigSvCpm+CSR+rDuYGPmYV0yGnFV/4EfPfvpsyTJ6KPBRzboBrfIWXmgChJc6Cq3wAzC9uq0PRLk+Mec1QOI/4AZhbKjqpZAKieL57jwvSP+I0AOKw21hiMv1XLApjZOsBYChYFcByH4IJbhrqlSN2zDN2TWAs5/ySPahPOld1ytAuLtMUDjh1QhkVfiQ5FQY7BUMcc6s448QeIRclU8qLIwJDWjGQhIA052u0lBADHLhJHlGdKS1sr4gySgrSxCas0ZyNdhhKbmuNB40aIM0l70XMdpHiGp2qqofbq67DMJVRWVyJVm0JdQ8O6TqW/QQ52zaeiIkl7OIYq9hOL13iPXcvmOecCKqtqaJ+QMgOciEcZMFRUVoY4HMeFbNnlxSX6flawurSAUj6LMADMgL9jgB8UEaFcx5IxxDinOO+KsXgMjueENOo+VaJjVzqczOf5ESGPotTzWbjqT16UqNcFDsAmlCUSqTv+CoPOLLlXVuKC+VyDfL6IQt6nH8qg//5BdlQQsDf7aT182vLamz7vOCXuOwpfyFvhEvghHj+UK+UD9uPQbOOEZav0/6ncdV2WuaQ1jyLXr9zOZ3utoXirMkGEvCMzkMuuwij9xruz5u55LgTCpTGEV6n6iBblBZK5EmXM86KIxeJwjLTwbhL1ImEzzUN8FCQoM9XVVTw/XXYN4DoOx+SonJd0p6BEvmosybBPWWQtJDNCpnKN76gfC82MdRbyWX1VH9JrgPIqEz718Yl3hT4+rVf4zjHLbTSW2hkc2kAe15d70g9CHGoDPuqvNhwspDtCHruOw5pPf8p41U550QkYzAx6VCZ8gnJe5WqnMoHKzQwqM/u0n8pVL9zgo3mK92bGtfe51jlo/ZeXM+RvNAQHhjz3e7mf+JHl/UNfeCKKUGdEeK/XWGxKPCWE9QzQm9k6DVh/zAxm6yB84pn2hnAa+SAcZZqUil7V5YlLgayAOkR/KUOp2mpcgdrqvTwX8Vn4zQyqMzMIj8Yzu1vmOgA3sQ8gMIA/XJYgbCf+qL9AARB9yLxIOdK4wicwW5cZtRWAj8YX6F0fRNCYmoPGVV4gnAK1UZ3DeZfLlVed2ouH5XKiDvmo1MxgZuG81B581Edt1a/EPe/TLijjFj0Ch33UxqdeYJb70iFOduZPwPbCcT8E3Odq5zjGFuQR38v1ZhaODz4l7gmtD7MhXVoP9RUtSkWjxncdjeeEbcyM9rxLGrzwXe1EWxmESzyORDy2cSmHSh3KVpF3hWWs8c4OPgnGPwSRu/Jn9ptrIrxmFo5hZuyBcD8WKc+iT6AxzSycj5mRJw7H9DhmNExFh5nBHCAWiyBOv4DZOh7VSedX0UcZi8XCPhHS4nPfS6hcJ0IfUwyO45L20j3QmOWxS8US9JjZOm08D0S3Q36JbwLlBVHeGTSOT70jnkvGlKq9S12iNsKl+nvAdQOCELfGFKhPGUSL1lA4zIy0cqJASKv2pkB1wq/xNYbefxuovtkLIa/xW4+Zhfwt9xUNkm/RCD4qvwdsa0YGs1xjqI1SvoY4xF/xXCBeCMo8UlvRK9w5+pMkJ0XeSx3KsM6NCOVJvAh4Bwgo88IpCMgjjS88kqcyTjML+cZqcpA9mdEYRe4xzUF6RrwTiI8C4RJO4TOzUIYilAnhLpepXmBm5LeFPDOzUP+Aj3AIzFTn3KtnVfijuoAyIFrKNDh3+vpx6uQZ3LjexwM74EV9Hzo6emCIYH5ukZDG5MQ0BgdG6UiY5CYqwKWANjY08vLfQqOnAq7rocDDnuNCAjI+Po7h4WGImQoEjY+PYYQBU30yuZfO7fTCAhLxJNpa29DY2Mx2+VBwRNgag0clCrPwSHA6OjrovOymM6GOzqR2tm9CJS/sC/NpXLp4Be+9+yEdsNNYXSvC9ZKoq29BRUU1F4CGZSzKfJI0xrgBPRppCTqrGlBXV4d0eoE0DdPpswiX9GvRx8cnMTu7gEgkxrG66FSppaMxjeOfnMH5Cxegb6k6jguX7aPRGBmPUPGLuy43ki7mW7ZuhaCbDlCVLTIgfObcGfz5//bnePvtt/Hee+/itdd+TafJNMdeoLMmj4CCUUWHdXdXhI6aRhzcsx2buzqRmZvHuZMn8MqPf4wf/sVf4OL581yn6zh16hSDc/NIJJIc2oGZE9KylFnG9PQMHdPjuH69n0GVZTQ1tqKrayMdry3o7OhGc1MLFICemZ7E2MQwWlo5HgNK3/7dr+Nb334JL750DM+/8CTn0E0+x8jHPPk0SGfbOdy8Pgqf61xNH0jUBZbTa5iZXMLtm+OIelV0mjRCjrSbN0Y5z7N0hvViLp2nA9uHWZJO9C4cPfoonUhPwBDD2OgMRoZmcP3aBK5cnoBfMgbk69HUXEPeV5P+NF5/9XX8gsHXTz4+joGBQZSo+MKN4TqYoFx5nk86k3TGpNDW3oyt2zajWMrj9u0+jI2PYCmTxjID59FEBJu3bcIjjz1EZ80uGv01WFlbRnoxjVHKa4EGch0DA21NFYi5JTryE9C3ttpa21EqOQyArlH2S+SHh6qqOkTdCiyms1hczCPDIODMzEK4JiWOHdOF2XzU1dehe0MHDhzchA0bNsBxYygWDYvpFc4/iumpeVy6dI1O80FkMmvsv8h1dCh7HUgkK9B78xYWeZG4ebMXA/2DcByP5VW4fWcCFy/3ca8F5FMtVpYLuMlAWCxahUQihWikEi0tXXjssWfx0ENPYMPGLXQYrZH2AFL+C/PzIa4kHZkGDyuZHNIMRg8OjZCn0wycLZH3y3CdCA+nGA2zIueehT7db2aIxSPcV3EkK8ireAK5bJG0pzE1NUVeBdAlq6IiRgd3VSjfEdKd56Vv/ZsUY6isqKQDchO6OjdAf5JZfyL5T//1v8O//N6f46OPz6KqqhbPPnMMf/yHv4OtmzdiKT2L/ls3qZ+y0DdmKqsSlKVGVFVXYOvWTXjpM8/jpZeew+9+5xvYsXMTqis9rl0n9uzp5Hxn6ZC9jCtXTuPUyQ8YtJ7H9q0bEIsa0gtzcChH+w7sx74DB8F4HZ3SGbz9zrsMzJxFXaoWPV09DIQtce5ZmONSnhYxMNAfBiJkEGQySzTcHfJnhWvqo7OrnbyYwfjEGHk5Sn0yhemZCQb1rqO6rgJPPfMounoasHlrB9t2wPGMNHio5Vh5BqgKDB4qf/Tobnz960/j0UceZBD4MLZtrkdNMoea2iquZw/iNBxoQ8FxwH1T4h4dpeN+HBFehjzPBX13uNU3gBUa5U2NNWhra0Rvb28oZ0tLWdI0hy7qhRQd8rRr2K6AJ598DoePHMOy/oTryBiaqOOl06q4zi0tzejo3oqjDH5/5Wtfw+NPPIkHHjyKL375c9C3ef7wj77LvXWMtHXi5ZefRypVA/2Z9ASNrebmllAuotE4z5LZcA/s23sEO7bvQWdHDyKRBA27CGU3wXUBqunQr+badnV1kO5W1FRXUg4dypuH9o4Uduzq4XrtQFt7Cnf6R/Hm66/h/fffZ7D9KvoYHLhy/hbefusD6pVe8n8Ws3OzaG5rYZCjITyXzpw9Tyf0KpaW1ri/VvDJJ+fwk5+9y301hsmpZSwtrsKljp+by3Fcl3JWQr6Y4bhdaOuoC7/Z7tMgHhsfRS0d3m1tDbjIQP9TTx3DJgaQ0+l5vPrqq5iZmsQ4g7jxaB7dHV10COSwZdM2HDhwGHv37WcQoRGZpTT1wASyq0uQ87yhoZbyn8RSZhFygMgQ2bhxI/VCANd1kZ5Pkx8pREifPrk9wnO2uaUR8+kpGhtrKPp5eHQu1NMBXeBl+KOPPqS83qY8ZBmIqkNdTR2+9fVv4vOf+Rw+JM9OHP8YDfW1xF+AQ+deKcjB8QJklpeo8xaQSCY4bpR4gVgsgqjnwaOjoljwuZeAhtoUeWSYnZ3Ae++fxMTEONfaD/f4xUs38eZbH3PflMinSniREiqqXOxlYKe7u506oDsMItTQEA7ooGugI6ahsQkjDLLXplLo6enGW6+dxMx0kUG9h8mXaqytJqgzh/GD77+Fc1znS5duUH+VsHXLDu6JOBKxKqxmA8wv5ZCqa0IsUYUoHeZeJIbKVALJqgiiMc6HBl484mFjdxP1CiC9qIA7+DS3tJBfeZw+exq9d3p5fiwiGo3g9q0BBk8ylN8i5bybvImQ51l097RC35z9kz/5L/Gf/ScvYoWOohz5wxWDdEq8Ik7nlI84nUoxOnyiMQ9mRQQMXjQ11DFIuIDWliZQpFCRcPHkE4+SB+PUj10MlF/Gpk2b8eTTTyFCR1GRgbFcYRpdPUk8/cxufPnLR3Hk0GbSi9DJFKdT6fDRrWjKG+xRAAAQAElEQVRtq0DJX0VXdyse5D5dTC9ihkFr/bm4ecqn/puFF194CRs3buY58Th+7/d+DzE6obbSftGHkerqUyCbeI6/jtraGPfJJGm6zTWI4Mz5s5iam6ETy4P+MsnXvvI02jo7GbRZwJkLZxHhnu/evBUDI+Mo0sI/f+EiopEYPvu5LyGVSsExQ2ZxHmt0VsUiLh1keWzfspP8MESdKM/eegS8DMkxpIBqS3M9dXEllFqQx8Dta+zrY+/erdC3mDdt3YwPP/yI+yXHeTdTN/djbnoMN68Pwejk+r1vfY4B0RSOHNzP82gJd0YyuHRzBFPjizi0dw9loIvjekgwMOMHLnbv2sWxmmjTFkCKyIcq/O63von/5v/596kb01ihPTFD2/gOdU8u54Qf4Hj11Q9w8VIfOjrb0N29gbSUMDWTRg316759hxnIHKfspTA4PI433/iYfHGwqj+DR6dgZVUCawwAjo9N8+xN0wbfg3R6mePGEfHiKBUd/OjnJ3D79ig++PgWBsdn8fq7b6OyKkpb7zYaqN/zfgn/6l/+GV791ev483/35+hhcO1B6mrZel96+eVwj+/buwsvvvg0g607ob/mMj0zy7PuY7zz3kUG1A7jiccP4T/7P/8Rfuerz+PKhV48cKQdX/ni4/i//YOv4ltfO4z/09/+Fv7mH32b8t4GOQz7GOwfGJnB/+d//D5+9ouT6Ojajhc/8wL+8I+/hf/ob/0O26yiUFyjPdeInu4epCmDI0PjtBHXeBYNUMdk0cf7RzJZyXmMUiYy0D1jbHQKkUgEowx699+6jZvXeqFvLHe2RPGtrzyCv/VHX8KLLz2GgHsoWVlFW6QaiWgSLz77MA5St0xOjVIXnSa/bqO/fwCDg6Ohvr9EOSzR0bljz07kGcB+771TuHn9Kp5/di/P+H7qgWnuwRnU1PjIpIfRQ12fXSlgYT5DO3UUmzdu5ZnYDJ27Q7wP6S/0yG6sqqrGnt27wsD0zNQSrlDvLVH/6E9xr64Uuaar3CeGW5zrJ5+cwK7tO7GaWcBA/1UMDdxEjPogQ30vfSR9oA8SxHi+L8zOQ3txcHAwlMWKimSoX7N0mB44sJ/6NAJ90ObCpUu42nsT0g83b05gbGyScm+Y5V1gY08XKqurEKtIIKCTtaG5EU0t9YgmHOq1DCIxUHdPc43qKasVbJOnXj1J3eZx/dZg7hoamyLYtrUDMZ4rTbw7nTp5nPrQwcaedtqZ2s85VFXE0E2drm8MpWpr2acJf/kXP0Sc9mFbWwe2btmOAwcOUN/QnqJNXsng9uT0bdKSoH7rJs9rcLN3knLRi2xuGZPcv5tp25ljnON10mGkKU4dt0Je5NDe3oU8HdpDgyPo7euDmVG/zZJfHSgWs9D/BVydivMcnWf7Ast8tnHgUr9o/YIgCMv1oacYnceVldXweLYVaAz5agBADmWduT4vzY7rwlimX2YGs3VQkeO4cFmv/o7jhHXCr36CPB2RZnfbUx+qzMxCHWdmcB0H0UgUQeCvA9dJDkuf53HRJ+0E6DH9WoeA9K/n1n8b+I+4zNZTnzSv1wDlvPqUQXVmBtErukW/8g75jd96SuSHQHjUf73amJSB2bs/AVMzlQNm6ynKDys/7V8uXE9Vfj+sl4LySPgtNOU6pUZ6RbfyAuFQysH5Y/dAZeW6u2lYd3+58uKDQHm1EyhfBjMLsxrTzIjDBYw/zJfLyqn6BlyHwt3196mjA85IawuuMXhHFPj0JJvjEYkLnzyCOdxfUbi8G5gZzAxl3gehjJQQ9icOxwEc/nLIBwVwHJKjfh7PVY/3gDJE+O66DgQQDZQtxzX2BcsIHMtxET4uZTmgfJXlwszCcv0yW8+b3U1ZSLQMXAQh6M+ieiyIRDzidUPa1TScN8cMGCg13tndaIBYwkMk7sCjLnJjDpxIAOO9zIs4cAlgoLmEIswFZ+qTVifEJ9oEZha+mxnKj+M4AF/FLzNm9MK5KKc+ZfhUnsE9F0CP6tTcdVzuxwg88sFYZSw0s3B8omIHYx+wFHD0m4u23o5lxhIRzJqA6yo6BCFutQW7BwHMDKLVzKCnWMgjQrva5ZqViMxcJ7wPcakoC5HQtpXDOOJ5iLIdlxsl2rBGXCX6HHwGDAOC0UlZol2pOXhaA7Z3XBdx2p36sI0bjcBheZF7enl1hfZcFe9b67qPqEiXaAOM/0LHJAnIk7ZcYY3jrSGznIbrGupqahCnvdjI88TlGHnqzenZufCvWBSKPsD+ed5nZdesMXgqPTs1PS0JgGjI5nPU8znMzS2wpRtCMlGBCPXgEu+sCvZW8NxSACUSjdIGrYPLdSlRf3puREzk/WMJ+gBuQv4IAg9v6vQsxNI4beU4z1Cf7cH10Vo6rFjlnBd47y+S3gLnVSAdjgP4NL6L9MOZGc+KIlyXNDGveWj9XK4HDCiRb1pLl/UOy0rE7yvyzH1exfO5gn4m7mLUkfbqyiSiMQ9q73Pfgrx0OJiZrZexT4njCn/Yhu9mFsrFKv2geeqNPO9wqityXLWLRCLkESEaod1TEbbVOqlO7UrEERDCvrk1uJxbnDTEoi6iUY99PabRu/1K4XzKfcEJBpTZIADLwcchnYD4BvLQNYc8X+WazbK8RPmMI8K1j0ajiBE8x4PaaXx2Dn8czlcZ0cWpQTxzHEOpWOKdJRfyWvXip5lx/QphmeZiZjAzVUN8Fwi3xzEdGLhCVJ8BAq4B+KhPCKTVbL2ffrvmQO1FS3kcNg9/zAySjSj56nkReMRtZpxfEI5ZoJzkKcfCqw5mwoiwnr9gZhBelqBULIa0K5CgfuCjOkf71SEFbMuiez/iu+akMWOUVfHRzEKcWmcFVJfoP15ZW4HoVpn4LZyiR98azVNGhEd1KheorUB5DeaTP2pvto7bjHPmPDWm+qmt2kmOBOW2KheYGauDkC7VhUBZ9qmVS9Q3Rn0gXGwUzl/1PoVIe+x++jQ/0aT6MqiPOeQ3M6UQJzN8F/8EmpvaKtV7jvNVYJViCo96rEy/GWnkD3uHdIpu1amf2fp8VSdcAjML26nMzMI9YWYh/WUeCIeZQWuUo0NNqfqqTxnUpgxmnAfnrbqAMqj2AvXRvM3W6zUPlfu0B8A5u65DXao9FIHDuQfUFQHxULIh+pV3XReSkzI4jhPWCY/q9W62vn8kf+qnNZBfQ21Ek0BtBWFevwjqK14JzCzkgeYrPpgZNLbaCFzXQYR8d7nmRZ4/wq/xzCzkp9mnKfhobM1X9JjZPVxmFvJVY6heqdqCj9oqrzLR6nCuZp+298kfh+P7QZH35hXeA3IhL9iEvYOQTzE6L1zXDWlyHJd7PIJoJA7X8dhmfR0C8rjEvZHn/tZ4rAjbqzxPOZMOFm2iR6A2SlVvZmFbh7TpXe3EB9FsZlC5mQFcXyVmdq89C6k6gt+Yv/qrr8ZQfeyuPnA5B42pOrUR6F1tlKq9UtHw26By1auvUr2bWUhbWY7URzjL6613l7pB45bnoDL1VzvhktyWeFYKn+O64d5JJBIQzWVQ3xLPLOHN0ve/DlnOuQhQbwgCrqNg/UOVPutKoexpHOEWjcIX1VqSJuUFKr9HH/lvZsS5/qN+WjuthdIiaQi4zmYWztt1PaivmQOzT/uZrefNyrKB8DEzONyTmo85DvOfgpl9ioNjOMvLAS/1Czwgl+koWoO+DdHXeztM9S2699//GLduDWBldQ2aVCMd7K0MgibooNRGmp+fY78MnW1pTE9PYWFhngdiHvV00DY2NqC7uwttbe0AjIS4DHo10DBMcgMUGHyZDvtmMpnwYAWZu7i4iMWlJV6W23kxbkcqVQN9A0ffbqqrqycNcejP1/XdHsLVa7dx9eptKJhUV9uE2lQDFzSOIhd6aWkBPjdbnEZWjFBBQyfGRcnnsxgZHYIOvurqGl7uN2LL5i3YuWM3du3cg62bd6CjrRtyyk4z2CXnz+pKnpf4KDwettFoDMlkBYo0BvRnohYXMyhxQ7a3t+PQoUMhrjo6HLSoIIO18Zc4n76+W7hw8SKDNYuoq2/AgYPb8fBD+7Fj20Y0NlSzXweee+ZBPPPkg2iuT+HqxQt4/50PcOrEBToxpzieT8WRpQGTQCcdl/v378NXvvJlfOWrXw7nUF1dDf1Z2CIP9Fk6YWJRj3jrSYKDcTpX8vkSKitruE6LuNF7HQuLs1ynNTpQKlFVnYDj+qisitOpkeRaL7LdHPsNYWiwn7LQxwDDLB29Hjpam9DZ1owkHRCe6yARjyJBA9JzKulc2U3n+gZcvzqJj96/gbHRNG71juKjj87h5z9/E2+/fRy//vV7ePfdE3SaTaGfQcHhoUn4NEbbWmtIa4mOnUXS5VMe5/HWm2fxr/716/j5Kx/izTfP4P33zwBUTps2dqGrqw3PPvsU/s7f/SN89atPkwdtSKUq4Dg+Bgbu4O133qKcDGPrti343e9+C0888Ri279gCfUsknoihlg6fCI3ylUwJK0seDbMoIk4ECTp/5IB0zKUDLk8n2hSDNDcx2D9BOiNoaepC4EcgR9nc3DLEgxUavksMZEvGdu3agsNH9uPQkX1o72qlk6qR612PWV4aorEEEskqBj6WKeMr3CsZ7oooXC+GdDpDp+x5XLt6g463PJpbWpGjQj9+/CSG6IA9e+EqfvCTV/HDH7+FuYUSLyJxOstWMTw0TfmYxOXLtxgomuVajdJJq8tMHBXJWu6rgHweId5bGBgc4zquUX5rebBUYmYqjd6bA8QxhfHRaUzSmbtGB28gA4mKwnFdZBkYWF31UaJD1+F6O67Lgz+OEtds3ZgrIEpDOsp9AVo4Po0IQYlRhDbuo2UGpq5f72MgYhCxSBIvvfgFbNywHUN0qr762pv48z//C/zlX/4AmUwemzdvwte/9hV885ufZ/DgEa7fOAMaZ3Dx4nksZtJ00NXTeT6NT06ewOUrV7HKy8Jseo4BsCks0uicmpogLwbw8cfv4+aNK0hSLh999CGkairR3dnKPdbDda8mn4Zx6coVOqaP4/s/fA0/+OFPQzrefPNN/OAv/xInPjmOHTt24uiRB+DzYihjfXF+Efr/6s6dOcdgziWuV5pBjyeoJ6IMtBWQXlzAwNAATp06SafgTfzoxz/EX3z/x/jZz36JX/7qDVBdoKO9jXsrg527d2L/wX0IeKgM0NmbWVqmI7fItcohz4O9gvrlqWcOU6YbqQOrwjVw3ADSv7FEJdo7u1CdqkRFZYKyQ6OKB8Yig+5GjN3ddHrGAupBUF+VuM8X6WQcR76wir7eG9x775LGs7hx8zbSdNi3d/ZQ1tpDWbxK2RtiQL2SjsV4PEEZiZAHR7CJ69JNp2xdQz3y+Qj19hLSiyvcS23YsmUj9u7bSR0inVjAwYMHqe/bsH37dgaBP4O9e/cioF5vaqQ8r4Jr0oDLF+/gg/dPUxYLuHa9HydPnMGGno08K7ZR9sH5+oQCeR9ganKWIW9QnwAAEABJREFUaz7HPZNGQ3MlamqjcN0CFuYnoW+3NjfFmE5zTcdAdU+d14QIg7YbN27C/v178TSDUJ/53EvkR4yO/QIDB+/jzp1BDA5PYm5+hbgSWFpeQSV5OTWV4f6MUIe4vDSW2CdC8FBVmWTQ9g7eeec9ruevGLB4G8ePn2U7Dysry+jgPj94aDcd97dQU1OFgf47OHhgD4wE9fXO49lnHsc3vvlNHDh0BEnu/2sMDvzyV6+hf3AolPmx4UHuDYdzX8aNa1cZcJ7gubiMsbExNDQ1QR9y6OQ5WlVVRX7M4IMPPkZVVYrtpsL1qa1NkU4XclTpT0329HSi99ZNGI2AGTo4MtRNt24M4cyJK0DJDWXtv/8n/4QBqPcxNTVD+UiT3yXwuCIeH5GIMe9D33TV2VXJoE1lZYRt55BZSqMqGcVDx/bg8y8fQ0tjivpzAUtLBfIwAn2w4sqVXvT29gHUIx2d9VCAOF9YoR4bxcjIBN5640OUcoaDe/ZjbHgMCvhHow516gz7+Jz7CvWwB89xcHD/JnztK89SV81w/03iD/7g69jPs7NIPVNbV4P33v0ElxlQzSxl6XtzKVMZ0lEBXe7z3Lsu9ZJvhrmFRQb7VuB4oHy4yCzn0dTUgMpkHAvU4xFzsMp9uLKyhobGlpDvB44cZNDmeZ41rSFtPd3byJsK5hcYqLmFpcwcZWoFUToGxycGoW9d72XAqqIiCi9CfjpFgAGffCHLne5zfbPIUWclqJcidJol4x4y1BttPFMdgDQ7nDeovz5BNpeFLtKOW8IQ5WRicp50NWMbzzD9P4pf+PyzlO2HqEvbsG17K3bvqcOu3S1ob0ti3/4tDH60IhrzSOc1XLp8Ds88+ySee+5Z7Nu3j3iXKL8nkEgkw72aTqdx7do11NVRjmgrVVVVwPOAo0f30iZqRVtLBW2OBu6VAp1lBQyNTKOWQeCzF2/i57/8AOfPX6K9kEGU86moqsZyNod52kXJZDXtqn2U4xnqxH688/ZH1Fl1WFlZpb6oxLZtPVzrNGW5EmOjY7hAPCc+OY1+Bul8nh9rK1nyJMbzaRizDASniPsWAydrq0t47tmjnPcWjE1kqf/JGzr1irT7RhiAK9Gp+NKLT+Lv/b2v4b/5b/4O1lYncfXSNawyYKUPLHzjW19CJwM/NZUxVNfEQd8TdUAGV3lOjY7OEd80jPLgigm88A4wiPmP/ut/jAWeNZ8c/yi0c5ub6tDU3BzqYTguNmxuxxLtWAWsr5KXt2+Pcb8s8KwYxBtvfYA7g4s4dfYqcacxNLSAmek0g4VT0If4VlYXoQ8uOo6HYtFw/sIVTM+t4QaDb+euXIdPu3Pj9s1wvVrUUmZXuYc7qC8HBgdJewnHjj2IZuqJDRu6Q50gG6b/zm20t7UCpD+UMdbXp6p4bufJU496KEF52YG6hko8+sQWHH5gD772taexbXMDpkev4R/9V1/Gk4/sQH1Vjuk2PPXoRtTVBMiuznKf5aDzribVjJt9o8gVi1jJRvCLX36CH/3kpzwH+3GVeiyTWeN5UUQiXoWV5QKqKhqRqmlCa0sLHn/0CTxw+Cham9uQqqqFgwhy2RJqqlrZrglukMTOLYdx/dICfvqj9zBKO+fRR46gvj7ONfNQV5+gjI1THscRiQG/99e+hD17N4fn0dGjB/Dtb76E2lQ1bdZqtDR2YHJ8Glcuk6+zk7jTfwtPPPUEnn72Gfzql2/AL67gK19+GjWVwK2+y2zbzz0+jKgLPHBkJ/fAdmzctANdnVtx6cJNjAzOwLVKFHIuzp6+gh//6Bc4dfIKaqobcOL4JYyPz1BPrnJ9J7GZ/R5/7Enqwzt4/6NTLF+jjloGTSk8+MBB6CxbWpxHbU0N2ttbKDOT3LO3aWc2M8i4GfF4kvqsGlnqz4K/hp17tpLfq5z7DHwGhp9/6Xm+F5CoTmFiegEbNm6k3ZrjOKtYpk105vQZ1PI+MjG9jFdffx9z87M8G25gNZuhHVGHazdu4MSJT6BvjKZoU9TXVVIG85idncGp0+fxr773OpK0BbTv9AEnGNBMuV9ZWUE/7ewqBsJlK5doD46NT2FhYQmz1FVDd0bZNAj3SoIXbY2ry3XPhi40NdViaWmawdXt+O7vfRNTc3PIrGXR1lmDLTu2Y4z8Sy/mMD+/yq0VCWW1SKeybO3GukY017fhypXL6L1zFXUtlWhqb8ad0RnEkw3w3BjpjVOuOjA7t8I5vwuLRYGIizWeGXmeBeC5GNyFSDQCLiZ4WAMOqMOitKICgL+NbWJ0ajiOw3Vy4UUiKFLHcGIw1wHNXYBtBD4C3lsK8KlMHLYXuLSVPeqQgAerygt0zIoHunsq75iFeEslHz5tOP9uu/BPZhoA1uPuY6aC9RfhU05pGcDqcl6pGQvYyMxQpoGv937URqAC0Sbgoa/Xe6B6lXNKnFdAGn3qj9K9+nLGzKD5mpnIIBrxjxzkfMBHeEK4P3+3jkXk3Hp75X8bgru1vhGfY1BahoDjwWePu7g0Bt/CHzaHmd0D0Se4v40a6l1g9mlblQvMTMm9+ZhZmBdP1EeVok/8CQLVGcejHRZOx1TN9qQ7UIFB515Y+Fu/hOtTUKVBslCkTBQZSC9S5oKA8nZ3DN8PwnVQHzMj78FxNYZPbpXu5X3aXzAfCrIqXyIen8QGIT3gE7CvERz2AZ8gxFviuJJd8cvMWLcOruPey7Nx+GO2Xqe2LuXdddZx+VwYgQLHGk98Chyf9PmQTQTmPW3LmIto3EVMgVXaKxEGUyMs8whujLgdwLjusABF6rsQB4OsegcfjSswM/Kao3BuPoFVd3/Wy0IaWK65iQfqs94gCOdUrueIIR7VmRkcx+X2Zop14AS0oOSTD5+C6HM6gAOw3gjg2gTcz0QCx5xwfzvkierBJxxHbUiLmYV70yPfPI4To66J8i7tcL7SNZW0d4zzZiwGUdqLnmmORRgHTcSi1ItxllMueP4mYxEkoh5c8iZWEedZVE0/Wxyaq8/xiuzj3dVFRa5vkXeyLH1hInn9rke9xzKSDJISAriGa2urkCN0aTGNJdpPWQZ2VhiQ5ECU5zVMT80iShu7xDln6a9Y1TeWzEWcgVHPi4bnv0MHpviuu21meZl34FXemYvEHhBAvck5mYNisYRCvkgoYZH+EJf9Kior4XDuWQY+l2mbm+OF4xlcSIeG9K0swbUiamuSiEeMPAFKbF8kNDU20maoQ5S6O+D8As7dmCbiMaRSNeRhIuRRhPXy52Wzq1y6Ete3xDSAeFZRIXvY47sfgvZTgQFrfVPPJbMc1wW4Nw2Az3OqkF1BqbhGyMF1gFgsApcZTpEtADPju8t5RHmfiMBx2AgIbcEMbUjxSuMqNVNdAOUDtlFbgYKTee5n8cCnjVekDChf4jmcJw/VT+u+xvVQALlQyCGZ4Jxp5MRo2EiuSEZIR0BZXKff5d3Q57pmydsi5wquiU/+cGBY+K45ljjHLP3BK7z7rvLurHHVIpyjkIpQylyOZ7pPuQjxs4HmUAzPwCIcuIB0GvdQkfc00RrhGsTjcbZEOF+1V98y+JRhQwAz+w1wzCU2C3mvfSR5dLUmxKQ+wlPiuMqzKOyrVHiVmlm4DolEHOV+ZutjqI14KxzKl0H9tA5ap2g0SjmJIOCc1VblwmNmUN7s07Tcn9jv1cnxX+ahmQO18YnLcz0kEgkIxyrlUpDn3UZ80pjilXRGkftGQYs856i8Lz5xTNGm+gh5YWa4/1Gb8pjCVaZX5feD+ogesLuZwWwdRJNAdcKTL+bhUFFJ3xcpl8LBxtD656kXRJ/K1P4eTmUI5TIz4qbuk/52oxF4BHOdcP6O47AlQrkQPkGRe5niA7Ux1ju23kbjqr1AvDIzyrAf8lVjiQ6BmXHdvBCveCBeK1U/tSuvuXgjPEXuMY2ruShfBrU1I+0hhOjCsdRfbcQfgc81ddhG6yLQOGbGtj73WRGwgHLoUi94mgL3RwmOYyHtkhGBcKqv6FFqZmFf4QcfrbfmoDTO80Rz8ikPIXCfK9V81JfNw77CqbxwClRnZqQrAH+RFiMdTpji7mMm3rmI0/8v/VagrhV94k0Zn9k6T8QflRUonwKh0Biiw8z0ymECSKeJX2orOtVPqfooL36pTmOoXO9g9zx12xp1rtIiZa/IIG+JekeIy+OorZlxHi4iPJciXgyOebwWRMI9pnmLHvGuvK9UBj4aW3Uez0/hEZgZzNZB76pXe6VmxnGcUJc4rsP8+rvjKO+E5WonMFvns+ajuRfII/FReltlapNkrE24zSxcL7URH8zW8UKPuXAdJ6RJ9ArUX+0E6iO+CbfGURfhFk3Kq73K8/kc4wer1P8FFYf7ozxvFQQ8OwX3cHNPqJ/4LVxl/knuynzUOGovGsK14froPaB9GtBH6vtFoSYElPUCx84TlBZQ5B6XXPjhuJRHttI4okk8EW69Ky2D3tks1BWle/SV1t8pH+KH5hBwP6idUkGY168QRIsfymW5zlgu3IL7x9K7mcEp8iBrakqhmoabnBkD/cNQ8GOKRlJVZRWd4fvQ3NyEGl72m5tb0NraSmF0yfAMDaUsFy9AhkbW+DidKnQARqkAFUStr6+HJiuhWEyn6SxK02E3gLfeOk6H/oe8qJ+Gvqn5BgMYJU6wo6ODhk0FBRx0ZK/wsnwFJ0+dwpmz5/D+h+/j4+MfY3hshEZYCRV0viwurWGKzgNd3vsHhqFFqqBzLBpz6DyoZBBtEx2ArVhdy9CBO4SxsVHIAbRK4zDiRWlgNdJ50YGO9i50d2/E/v2H6Gx8gQ6+nTQei8QXoKa6jsIUp7OvBrW19XTYj0CfBD937hwmJiZY57G8lgtfRDq9SMfBNBYYXM6TDzLAJAT5XC7kU1dXB44cPoRnn3kSzz/7BB59+AgefeQwHn/iCMsexsMPHsS2Ld1cPDosZ2Zx9eooluigTjKwEot55HsbHnroQXzhC1/At7/9bTzx5ONoaWkK+ZWsiIcGmxa1mY6OdgZtamvrABorQ0OjdJTMo6KiBuNjU9D/napgwgoDgF10KEbpxF6jgTw3N811XEAs6iEWiaCyIoFUqhqNjfV0iG7DZz/zHL7x9S+Fc9CfGosn45DyD3jBGR+fx82b/dwIxkDCMB1RaSgorkDd1cu90DdQo9FKysAKBgem6SxJYylTQLIiRUVWHc5hkkGTlZUiHShrDB4shbzMrqVRXRXBth3teO75g/jOd17C5z//XBisTNVWQms9MTES/tnPkZFBOsJuMkh0FQk6+1taGjifNM6ePcU5n0Z6YZaOwBUUqSzSM3OYp3z7uRLvdAFWGMCfnpyBjL9aOsT27NJa7IFriZDmmekMltJZzM8u07E7jtHRSTpfV0lbBWWjEms0LBWwyNFo0KbvosNoF53qe/ftRkVlEiprb++EOVEMDo6jl7w6c/oCevsGKC9LaGnuIL9reJgAfbf64bpRrp2LRuh8UncAABAASURBVDoaR8nbqzenMTWTw+3+KfTdHsfw6ALSiwVCns7ZRfT2DuH4J+fx0YdncPrMFTrP+8jHZQbPBsj7aczNZVCRTGHL5t0cq5trXI21HCjPs8Q5wbZrpGMV8B0aP6A8ByhyT8pwyDMIH40GiPHCm+SlIpcroESdIaM4l83zoHC5z6NhvwSdbh1tbXSGVlIvODh35gIDxBfDb2zcoXP5xInzdJ4XyIcYEvFqzrk6lOsXXngO3/3uV/G3/9bfwLMMkLd3tjHYQRmYnQ1ld4VO1nMXr+OVX75O5/3b+Gf/8yv49esf4K23P8C77x0nfIQ333ib6zLOPd/JYOw38PmXP4etWzZzXjNcnxU6KWfQe+s2PmSgdJaB0cnpOV4E6fSk7jp14hzefP1jnD55CpmlDJKcRwMdkJPjE3jjtdfxp//qfyWeRXhuBLrgSqdFolHMLaTR2bMB8wsLlOcl1lWis6sLh7jPj3Gv7mRgfffe3Thw6CAOHdsPh8bmzNwUevuuY3C4H0OjI5hPzzMYOE8a1+C7BawW1lDXWI2BgRGMMbjt03G+wsDP6kqBl9ACbvYOwosmsGP7Nq5lHRapW5d5qamuqkBDQyP19d5w3jHSp6NHNoXjRcnzPJ3u+3H06CHKl4ObN+/ggw8/wquvvob33nsfFy5c5CVqBdeuX4e+GfjRx5/g+z/+ERR0rm9sgi7jK5Tzy1euYZqBjcWlBSwszHGdMohyrMbGxrB/e3s7UqkU19+ow65genqK8lJi3RrSC6v48L3z+PlPztABfQ7/0z/7CV555QSDep8gGnHR1laLTRtb0NhQDfDSNDY2Q77kwfMQDz68F0eO7uPeP0C9keQ6rRDfCnE7lO0K7N69B5u3bGHgqx3f+MaX8PLLn8F+BjSrqpNo4vmV4YV7bHwcPRs2o1CKIpGoIV7j2i1j2/Y94bd3HA/IMpgdUG/GIhGeC108+1pIex43bwzjxPGreOet0zj5yTVcON9HPk3hHANAUZ55jz/+OGpqqhGLxSjTrZiensYyN9nRBzeivbMH5kZx6MiDOHPhMn76yq/xq1+/gVvc612sU5C9i+ffpg09WFxKI/zGfcRDJ4Pmg4PD5ONt3GRw8saNm6S5iLmZNNYoE20tndi5azcOUb6efPoJnl1bKCPL3I8edu3YiSgvpo88/hiaWprR3z8YflBgamYK3T3dlJ1GlEoOlhhArK0lj5qSqG+M0PnfzDPNQffGVgYsuI+dErwIuCdckCTMTK+gtqYC7W2NOLB3B50Wa7h1c4hrATiIkifTXJt8qEPq61PYs2c7Yokoy3LIpHMMolbgxCe9DEJcxcjIKHVeEWvZIpI8T1boaJmemuaaA88+8zR17TADFiXMTMxS16ZQyAfou9NPfJQPN0a9toYo98L8fJr6eRG11TWkJ4d0egn6cIHWoEDhWeGZH41HyIcaVNdWUZaLXKsIdXccTz/+EA7s7sLAnQn03uylThyjPjkB4yXmwQcfQIRyMDI6zr04ju/9i3+DeKQKtalG9q0m/4pwXON+BLZs6SGfAtwZuIGV5SWsMuCnT+S7ng+jy8hzHMjJVqSjY5FO/qBYQpEXkBwDjzu2b8DExDxStTWAeVjNZzA+3Y9owqc8ZrgnrzIQ+T7q6xrxi1+8gf/qv/onWM4skR9Z7ud9qGdgadeODp7RT2Djxibq4kWkUi5ytEMefvgotm7uCfdqkUasnDWyXTZt2owZnoOLDHpWVlZxnlHSMIEKnvu37zAQTpoX0tPYsrWd56mHI0f2QR8Y+L/+59/BkWMbkaacHj76CPfsBrS1d6O5tQ0bNm1DqrYRjkW4hnnU1dZjcGiMaTN1ThLG87SvbxCXL/dhmHK9b89eBtUeRQ/l/vT5a9iwbROeef45BpMG8Itf/orrXIk7dwbYN4LWlnYGqSaJq4GyGKfMLGNoeAhNlFvtl/GJSSToLFpamuOZ6yAXLKKluxKLywN49Vef4JEHurEwOYKDO7fgPINaBxicjEXi1H3nMUZb7s7gCCQjDY2VoVzOzS/gl7+8gB0M7vyNv/4tRKmf/tk//TOumU9ZrMGWLdtBFUUHZoLvdUjp/240B0MjI7h95w5a2xtIWz3Xo53z5vmZADZt3oC1tQKaG2pRYtA0RifkKoNSq9QTsYRLOqYwNb+M4cklKOizVCihwEHMdblPM7QB5qlvV7G8ksOHH51EL4POd24PoZAt4A+++wfYu3sfTTIfe/fsoQxIvnKksYSbV6+hjXah9lsyUcn1cShnoH5rx0uffRp/7W98C8dPv8PA04+5fxZ5jiSwobuJ9mUFPG+N+OfQUBdFqtolUBYO7URjHfdjMcvA/REEVg1zK7C44tAWy2GSsnzo0DH8td//LlIMnn5y/CLPmvP4yx/8mnQVsWPzRgxwr3kFIBWrQipZiwhlI5Be5tk7MHCbeqgLXT3NeODBDWhpddHeUYOVtTmMUz9cv3kLMc7jTv8gYgzgL2fSeP+9D3Hx/EXaQR9Tjkd4B6jCE088wfHruV+baGukUFlJHKsZ1tWivr6R5+FhrmM3HMdQyq9iYnyYtkofIm4CWzdvgb7d29PVjVR1PfEfx7/+0x9wn1Qi4lXjjddPUZ++g47O7di+dR+isSTOnhlGW1sLXNdBT08nvvilzyESBVaoCwrk1aaNm3Dk8IMo5HwMDwxhZWkeu3dug09H1MWLF2gHjHM/H4HO0mQyiQLXX2tWU5XCtZtXGDRdA1wfUwwIV6Wq0NHdxaBoHvv2HaAt9C7thiY00O5dyOTQ1LoRawVDkZfVIvfyngNbceDILqzlMqhJeTh2ZBt+75tfwP/l7/4hHjh8mDQAS5R5FHyg6JEPkxgZKmCZduarr5zH1UsDeO21NxCn86S1pQ0tDIhHYxHytp4ynYXDw+GDjz5EPJFEIl6BqJcMz04FZRdpX/Niw301wsQnPzLcE8Dt23d4rhF4fly+dgfmxWkPreHmrWHMTC9xv89RVqNweSdp72ikzT2Pac799TdfxSneDeN0iMcrYkgzaFykTfreBx9jcJhr2NcH/enujd2bMUz9o30Wof43x+FaR0hDAOV1P8tRJ+aph2PUHXGeQeaC47m8OgXkWok0cat4BifioCRe0v5lBqBhZT7bcI0cGGjkI3QQgI8Z9wSLELCZDy/iwaMjJnDYkuAQ1EXjigafjgIfHIv9HHOIYP2nfIl3XRdmFsJ6DcI5lPP3p+ojOszW2+u9RIdEuY2ZhVkzgzGn+jL4dC6oL4t/48fY0uDAyByDC/ruobQMuPuYWZgTDuHUSzlVnkSHSfmX6gRkE6uCvxLKbf/KVMORZnAdGEMiZRaC8iGQSvDRGAJmwzGUCswMZuugd0G5nRnXkLhJVdhGdfeD2gl8rp3S+wEwIATxbD1forzEYnGIN/itR/JQ7q8qtdG7ykNwPWIT343nBmU3nKXHps5dMEhuzDhWAGi9A9IlMQOlWOA4xrmDwBlpXndBbcugcTUe7j4qV1lwty173q0BzCwE8FE9kxD3eoqwTrgE5jrhO4L1PkYZJzl8pa6hfelQp7mRAF7M4NEfQROIddRaQQlmBsdhf3ZQivAhJUZgQLZIYSyPr6owzz7Kl+hEDt/5otTMQlzgU343K9NE/rCcogSB+vIV2nv3xmVbh2Ak29jIiB8E4fL5HnB+AsDI6PA3zCzEUcYjXGasx/pjZnAdJ9QPRdqqunMLXzabxTLtYa1BgT6L1UwaPgN4Edfg0+cSIZ94neS6g/ZHJcfzEY16xGVwzQnBJ20aKUoDXvvBSCP4CH9BTlvah6sMjMpODCgnCrCBKcmhD4xnDTvX1NTQjuG5Ut8AULbyxLlC39EC77wGh76tIpYY5PQ5d4/jmLm0y+dAYeBPwC4B7ywlcJmYd2g316CadrraFqizfeIsMQCYpR0sezlLn4KR/lwuTxt3JexXKhIH9WycAVrXjaHoO7zD+eQDKXC4LxhRKfLcKnJO1ZUVqOK9J07mlBj0WyWtgMGlDnXIa/AJuDei0QjvHElEI1GQUIhXPvWkmYVtxfcY8bjU/bqbVFZXIXE3sCVcAiOd4LwFWtdoNI5IJMb+UYILL+LCJb4Czxc4xOu5KHHtpDPMjG0j0BnmeR7M1t9FQ5ZrX+BcyjIIB3BcF3ryKiedJDqkWe2KYi7xR3kPT9BuCIhLRcaOQRDAcdTXeCdZ5VoUSJuBpMAl3nW0AVkgMKYIbdyAPEXgcn0LLGND4jJzYOYCMJaxfQlwXQ8o+SjQ9yWegY+Z8TfC+RlzAesd9nFJR0D5yfOOrbZmBsdRjbF/ETnasSxBhHIUlrNe9IOPmREDZ835aK3UX6mZreMwByEf2Uo8J3N43yrBdRwIF/gIl/ooNSM+gvLioeQkF/pq8+RRMZyf8Lk8ux3XUW+ipMyRfvURsJAEIWzvcBzXdWFmYbGZhe1z3LtF7msVhvjYRjQUS8VQT6ufylUvnOwW0hsEPgq0TTRP4Q3uzlt9cwweZfNZ2n6rUJ1kKEa/QzQSIQ/csMyMPJX8r6yGczGzEK/Zeqpx1Vd4Ne/7aRQ9qhOAj9qIRwK1E02iQ+Vmdg8v+JgZItEIYrSnlMYTccRIm5mhSLlVP+G4v69oEbA7eVYK+RKOxfZkKALKtsTRXOfe3ESDZC4E7gntqRJ5JvAp/KoXPoGZhf3K83K4VhpftOQpt1muu3x6We478ImQj4L725XxqR+bhDxVmehUqnLxS31Ub2Yk3cJ2mq94nKce8LmOqtfaanyz9XblfgEVotr7DDAJJxCEeMyMvPG5H/O0t9egcYVHcxKtZhbyTWVmWvtC+C4cok84XeoZ1YsO9Ved3kWH2ghUZmbhmqpc/hOVK686gfIC5QXgE+E+iUY99jPO2YfGUz9WscwJ56C2KlOq/mZ2b100fwPYN7gHfGXe57yLxJcP81HJFuVJdeJ3RUUFz71oiF84A8pAwDPMl63O/ZMNvxWZvcuvIBzPddflyONeNDOUuD9DoLyV6XNZJ33q3eWZytfxBxo6nJNDORKYiXKQvvU6MwvrXSpZ1Qdcc4Hywiuc94PKVGcm3gWca5HnbzZcZ8mkZFNjq12cZ1KE8il8kl2B6pTmKMuiE3xUprxSvoY/RB+mKg/lke1Vb2YQPcJv5oRttH7CqfGVV6HGLdNZbq9y4ZNvSTIl0LuZQe11j9W5KbrFT/UH60S/QOOvAw8TrpvDve4SAq6jz/UIyDvHddnFKAc+hHu9vf8b/BYdAjOD47jhOputrwv4CA+Tez96Fy7BvUJlOJ6SMmgstS2nypfrzIxjOeFY4oezkF7D/DwdNQwmTU/N0IBbV75iyvDIMM6dO0tHbD/LM1iiQdc/eJtnZwEdHe3Yvm0rurs70cPg0Z49u+ik7UJNqjqExqZ6OuES0DMwMIBZBgjb25vx+OMPYP+BnXRmViGVSuGJx5/Ao48+xiDAPjz00EN44Ngx7Nm7BztjwCK/AAAQAElEQVR2bUecl9uJ6XGs5JZRVVcFjwGdgeFBfPgxA6vDI6HTdGIyTQfoBBYYlMjRIZJOz2KGDuPR0WEGV4aR46FTUckLfjJGB+silug8BuhEp+NgcmKGcxui8ZdGemEZp06ex/HjpxmAu4CLF65wA/qoq2ugUMTojEyjprYLzQwot7d3QMFKHRKZTAZDQ0N0xIyzzULoRB/o76cjYCzcEHW1dTh04BC++IXPc66PYENPB50lKeKtREtTLev2YPeubXQwLOGdd97GGf3fsXS0JJM+tm/vwJNPPoxvf/tbePlzL2PP7r3r49KJ4PPAmJ6Zhv5Pv8nJcToQk9AatLW1oqenBwog1NbWYv/+A3jm6WeQoJOjt/cWg8G3UVVRhWeffgpyFo3TgfTBB+/iHIPWVy5fpuP+CqanJxHQaMhTEflUSDUMtPs0iBYZePJ56Z9dmKBBuwpImCjo8WQEfbf78d77xzFBZ1eazpPl5RzyOaPyB2amfTpmVrC2WkQrAwBtrd2IRpLk+SqDB6shfzeQ5s2bu7BzZxcePNaDDRvasGtXK17+/H585qWjeOrJB7BxUxfGxofwox/+JYMx38d7775JB/gVRLwAchrv3r2NTvt5pOho2kkn1UbKZWdHa+gom58aw+zYMBo4l+2bt6CWaVVFJThFBIHoLGJ5aRUKmOnPzPXfGaWsZGn81yFFR2mERjLYzmAocJNL0Uh1CrijEIm6XO9VytJMmK4x8NTLAMjFS5dx9vwFnGc6Pj6FLJ0xcwzmjTFQllnkXoPHNZyCPhBw+9YQNO7wyDTSi3nMzK0x2DmJltZmbNy8CXX19TA3oEJxKJsFROm0isWqMEsH7IVLffj1ayfotLwWftPvV796Hb0M1oxTxkdHpzDHQLDnJlGTaoJLR1d9fSuDtR2Ui1qYxTiFGLI0Zmkz87KTQAf3d1dXJx3AnXQQNqK6ppJGUYRK12W7Na59ANdx2NxB1I0gwYtES1MLWhi4idFxtbK2xv2QwSCDx8vLWQairuMH3/8I/8V//j/g3/6bn6C/fwAbNm6kfD9BB+JhBiHbKDsjGJ8c5j6d454eIF/GsZRZxdT0IgOXS1jJgjKwFc+/8AC8aALXb4xioH8OGzfswBe++DUcOnSUgbGd0PjpxVlkMvO8GGRRw4tQQ10jg007cejgEc6nnX028H0rtm3ppPw4lJk6vPD883jwgQcYKGpnsOwCTp86izkGXbdu3gp9e30z054Nm/DiZ17GY088iQidI47nkR85rkEaGTrGb9MRPMwgaWVNBb793W/hr//R7+OZZx/DY489jr3793L/1vCwzDPofRO3bk/B92KIVjlIZ5eQTufD/fLJJ1fx2q9P4OOPLuDnP3sdH31wAZPjGSyyfnxiDqfOnMcyjeQ1BolK3Ke1qWps2rQhXKNr165ggcGlSLSIzk4GzAogziwmJweRKyyjtbWOclSDL37xJTz33DOgNGGRgRl9c2RgsJ/r62F0cgIUEiT1AYzJaTo8e1HWmx3UX0ePHqEzup4yY3C5/82MMmToYZAu4CFYw6DiwEA/entvQt8Qf+31XzN/g7IwDAQJAuA6Rnqj2LKlGhVVcZw5e5zy0I4e7vu2libuyYBrlyevAiR5ia2rbcDczBJu0/E6cGucjtgRKAjUzHPmP/6P/za+851v4ff/4Lt48qnH0N7RwjOKfUsFBiz7qDPGcYZ7cGp6AT09m6lTvgA/iIYwMjqLjz8+T/2b5Xp68GIeKNSAIbzobtiwEZFIHPTBY7B/iXpsGcuZAJMTixgYmsDc3BIuXryK5eVV9HRvJE8cyugmzmUz9ClNrdOJU2fwo5/8HD/7+avQn/l03EqsZSNI1dbj+vVeBkAM169eCefZRif1ju3bsWvnbp6Je3H7zjD6bs3ixz/5CKdPn2KfFI4ePsr9MxSu8yIDh7Ozs2hsaMDZ06fxyYefMFh5Ejdv9jFQ/irlLQX9Cd7G5hryYQC9Ny8jyotOT89GxKIx8tfB6kqe+70NTzz2INe1Cg2NtXjxxWfQ2dWGDINt+WyGOidHljik0TBO3XX29Dm88tOfYnpyFKkaD831UbYtopjnXqqqoayWeCamMTk2jlu9d7jeCQa5v4vWlg0gyZhLLzNQ1g99a7WpqZoyuhaOrXNmy+aWUL9NTKzi2rVRznMZvTfu4PS5izzTpxiwHAQQIEY9s0xHTtSLIkkDO6Czaef2LRyjHsnKOPk2hKXMMnJ0zJDJKORzyKQzrG9CZVUC+nDVWdo3fX1TSKdL1DHLmJtPw3Hi2LvvIHzf41mYRno+h8pEA5LJFMziPM8WcOf2IDJLK8Sdw6lTJ1Es5TAxOYTrN29jz64Gnu2VcEllMuagVAgIpfBsiTgxVOkDUh73AYPZ1dQTfQyKZXXxzebhO34oh3v37UFrewviiRgeYlD3c5/5LO20RfzsJ6cYyGqCvoW/sDCFc+eOY3ikD6fP3uCeWcELLz6O+rokfvc7X8N3v/sZnDr9Mc6eO8MA5kXaNsexRr08Pz9PPo5zbrO0y+YxMTGFN994F+++exwKSA6PDEIX4dWVAnXvCtvO4s233yM/e6E/G11fX8dzaRQ3+64hRbusRNvgNs/LS5dv4eKlG5TpG6itacDc7AIO7DvMQFYt+TUCmEtdWeJ408Q5gzv9wzhz7gKGh0exYXMrMtllxLjXF8nXA/uP8JIUZx+PMnCT4/WjpbWDuqsJsjuHhwZ4VvZhmW0dGOIRD0PUvUeO7keyIsYgSj/27+E5Xx3Fd37nADoaU9hN++LLLz2N7sYInnnoAbzw9OOob04gStvo0OEjXMsCmpvbGEDdhZHhNNpakizL4/jHJ9HS3Irnn3+c/EkR9wLOnb0E/RnVOPWF9MPgwDjbtJBel7yL4ciRw9zjWa6JT5obGeiqxPximjKlJi42b9rI9vWUhQR1boyFDiggMC/KK4WLgLzyPBcFOgrS6TTXewZrlONlvo/xTErVNZNvkzxTDmN0ZAK//uWr0J86LnItWpqb0UR9UMF56QNB0sl5Ok5ruC8nuHcrktVQgGuENvKb77yOU2e47hVx6E8F36HtWZ2qxa9eews/e+UtnseTWGHfVF0tZhl8r67w0NqcwsEDe/DEE09gemaBe2eVdDqorm7kGeMy8DeIlfwKKsn7ZuqzfMFDZtVHTUMj2lo7kWXecyrw/b98hTKyhg8/OoM33vgIwyOTGBu6Q9v0GNZWZ7iqK/id33kJzz73EL7w5ScYTFxCdaoF/+JfnuTZ3IuXP/M7aKzfAMeqsDBbwKXzg9Q1I6SlwIBpNfTfifzg+7/Exx+eRGZxjXrzCObn5jA7PU1RdHhGlHCjbwQDnLPjxJFbKSEeq8DTPENSDLwuLy2hkns1s7yCi1dpN1en0NG5AXMLS8gyIJqsTOKttz7Cx8fPYZl7ZceONvhBHtGYYet2fbiihGvXz+HM2Y/w2ONHsWvnLuSyBUyNT2N+dp72cY7nToa61cexow/h5o1bGB4cxdx0Gj4DoSuZNcQjcfQz6NjSUI9m7rscncNrhNXVHO4MTOCVX7xL/l1CqqIFb7/9PqbTi6hsaMWv3z6F0xcH0NLZhZIZVml3Do9PwqGTubO9mU7qNQZIL2KIgf/RkTE4CHjGraGnq4ewkTZdHFcuDYIiRx5UI0K5fODoMZziGSMHVn//HbS2tuLO0C20dTYzkL6Ark3tWOUe3rR9K1ayq4jHk3DdCHSp7ujowKZNmygradTV1YVrlEjUYHZumbq4Ao7jUSbzOHfuGpaW8sjo/kAH+eT0PDza3gnyup+yce7SGXhx4OFHHkZHezd56NNGr4H0WnZ1GTGeCU1NDUgkY1heXgQ3IHSXKdBZbwDkcM/fdSLwNXyPJ+IcczGUB8/zYGakxwlTORJc10EqVYNYLEqIhXUBnV4C13FQlHOY+jtBezAgH0u8m+nybcYR+UNE3LtZGNuWwIf43GgEOiByPLNKdPwEjHYEvoHmHBw6scGGDt8F5rNPEP5CEHAEAkt+I693QbledIsGlZk5YVvlBWamBLibmhkc0lYG/P94yrhV/Wk+0Os9EA73rk2oNmbGYexevcr0Uk7vz/8mJtX8+2D2m7jMLMQvfGVQL+WNGdEiEF0C5c1Uw0r+mK3n1b4MZhbiZHX4Y7b+Ln6aWVh2f1vhNdPa+dzLJa6hH4Iaqk5tlS9QRrS+gMPXT8HM+I57a6D2Jd4xNZ76u44b0qM8YCgWJQsO97ChxECTX9LYBjPhNOhRX+FRWqSzUOeIzmn1LZUCmAmnQ7kAymMVi6VwX6qPcJit41JeIHwCs/Vys09TM4PoMzPiDML5C49AfcDHTO0NxvmbkVYDmOWOAUE0geefEQDfiIObIGAfzRZhe4Pjim62MYMeJQEzGsPMYHZ3fO4RlQnMjC3Wf8w+zatuvRRhP9x9zCx8F958MQ8/pENvAVzXIQ0EZx3YkvsVIRh1AskmFmN/l+ndH9JClHDu9lHKopBHRa5Nlk580SIoMchSTb9ELBqF/oyvy/nKCVldXR3akBHqJ9exsC7Hc3mNejZBP1lmOUO5KMDnnccnzuWlDFZ5bmX17UCuK0hbibaBmdGGT6AimaQPJgLfL0HjyxkKzjSgnhFNyWQirNf4a8TheRHU1NaFa1uk/BQod3n6hlSOwFBiWUC9pWCG/jqYH+RQURFHHc8tN+LBE92ci+ate3OM56pP9pQouzDKIQVBeH0/4BjGGuN5kEGO55b2zTLvV0UGVAucW4FBiXye+4zjBuZimWehPpC2sryGEumKkNY0/Xvaa7lskWdDPsSTXSsQdxDq8CjbrPIOrbNMel30xeNRRKmXlY9GPUQIcTqvi1wTBZB9IvRok5VKJZTES4pEibxVeZHjrq5mkSVdsUQFipxXLlfk1Dy4HKvAM0K+SJ/8LTGgWuQ6BVaCS578BnheSKOZkWcRkBvkBeDclR0zu/eucUtsIX7kGBAKYDz3ktC56xGP63qUB6BAmnzyVeuc44GuNYhGYzw3K5DgnB0KregxnkGOZItzK3E9QXwIHJSKnG8RlBWQNgdmAg+AYZ0XJfhsExB4iIKNoKdMs/IBB3UdhzIVRcyNIiAvi1xLn6nqym1AnGYucTghGNb3s9owB6Xqo3GVEm1YFpCvAV+EUyCeRhh0cB0HHgF3H7VRP4HyolFtxS+9C8wsbK18WM/+ruOArIGrX6xVf0GRsiFaAvJX4wmPylXmsI+ZhTwSTcJXblOgHS+bRW1VJlB7ooaZQXmB+pgZRKPe11M3bKO+y7R51nJryDHAGuMdWPXgo7aSVddxuG5+yCO1Z1X4o3pB2D4A7995iCaNp3ai38wQpR6K3N0Taq/5qUz91E7tVa53pQKVCVdoB1GnOLQ5Y/RZJ7iXItEoXMqmz7XSGAIRpH4u94KZE87VjKvNNgHlw8zCPat+AfnPbQ/jvATqKzoEGlcg3GrjuC7bra+lkTMC0AAAEABJREFU2qlOqZmtj0FcjuciloxDOgosV1/RdL+NCD5m63jMLOzrErdAdGtsrW+5j9l6W9WV24CP2okGtdWeEo/UR6nGVB3YVX0E6r/ex4dDWiMRL0yF3owNiVP91DZCWVde+Nb7UHOQf1ovgcpyPGfYBVQZ92RC/SQ3n4613k/tzNbXQHjvB+G6/110C4/kInKXRtc18slAFAQj3Q71mReC2osHAuHCfY/qPn0NSGfpnuwWed4UqPuDoER8gN6X737gSH2Er8B9Jdo4KOTzIQaqpAJyjAOtUN+rfZ66GHw0ZybE5YTAgXifyCNLH0me+lRrZGZhnegUXoHGEYhW4SgD+JTrRYfuGmJ2uV7t2STEpzUrl/92XuuRoB9E66Y+wpXnnUWgvGhRn3V+R7g3ElB7vQu/+qivQPlyHzMnvIupXGMLj8/zfz31YWZcM/e+NgY9qte8NH6J+k7z0lmy/q61cMK+aqexdBYJlBcIh8YUfRHKqWjX+CoXfSWep1pLgfI+1xfUGz7trpJfCGVA8u9xr6qv+mksQUAZ13sZVFYijUrNLKTLbD1VG7P1vJlBNJgZ9EiX6F1gZvf6qU5jCISzRFoFyqtM9Wbr7R19gy8W9yhHAWpqqrFjx1Zs3bIZjY31qKtNhc5Y5WVoeBEndLAqULWDwapde3bQcd3GhYzD52GmCQuWlhZ5kV2GDLIGGlMHDhxg0ORRPHjsEINl2wk7sWf3biho2t3dxYtqSvubTv0VBumAKjpzcmTIWmENiaoolV2EgZ96tLa1oInO857uDuzatSN0nL/8+WexcWMzFpfm6DC8wMDmII3DVW40GsFcFNdxUeQlZoYOqNGRcVy+dBWvvfYmzp29SIfeBBbTq3RgjLP8Os6cvoArl6/RWToXQp6brqmpCfpTlfv370F9fQrt7e10ADeIh1hcpLOlspJ8q0Ga+XPnztOJ3YsJOi1mp2dpYASoSFTSsdWElsZmxCIRFBi9y61l4PCGHItFyKfMeiCYhnFtbYoGaJKLXGIgpAWHDx9Ca2tLuFkqK6vC8d577x384hev4JVXfoF/+k//Z3zvX/1b/OjHr+FHP/oRg5nv0gmRRktLIwOxW9DANdQBtraWo4LIQsqkhYGKnTt3IPCL6GOw42wYRL2N3t4RpBcW4Tke6lJ18NwYFPwcHJzAxYs3iPskfv3qOzh34TzkVMtmS8gXjQ7CIhYzBaysFXHpyk1cZwAxTSdUTW1VOL7ncf3oUHZpUFZV1aGtvYvyUsU1CZDJrJCPDg3uRjQ0NYfGq4JCBw8ewCOPPYSXPvscdu/Zjtr6KqysLmFw8A4DAsPIF7JoaW2kLLYziHoM27ZuxOLCDEaHh7Bv7y401VfDpTHf0VKLZ+nEevGZR7Gppx2bNnTTWebB4UY9eGAfHZ4HGFzbhJ7uerS11uPBhw6RrgJu9d2iY28spG+RwQQZoGXl6VNS4zRaYrEo18mofBxUViZpJLp0Hlahh05ShzycZBBqaGiY67GCHC8BXiQKmIc1GvRpBhIq6NDs7NqAfN7HJ5+coWN6iGvfSFl7iOtcoJPuA7z7zkc0ZjwaY6uc/zxKxWXS76OrM4kaOir1J7YDWg0FOiuXVwMGeXOAs0bH5Qpu0Uk2MDDMtVrgfiiwLsDo2CQG6Ky7dOk6A/cf4cLFa8hyb6xSzgPHQYwXqErKc3tHG/XANuzatR0dzFfVVHF/F7FGR1kkEpADAelySUuU845yDnlClo73CY57k3NcxEufeRxf+tJnIF2xsECaGNQwXh58Gun1DbVcsx3YzABxD9eEthXu9N+kY3YCNakK7Ni1lYZ+EqrbtGUbOrp6sGvvYVTXNiNeUYf2zu1I1XZg955DOMjA0u69D2BoeByfnDiBX/76Jzh74WO8+e7P6IQ/h+HhAeTpSCvki7xcriFVnUIqVU1eFhHQUFtcSKO5KYVNG+s5hzz3Z56ylObe9XGMgdWv/87v4PnnX8Du3XsxPTVLp/YsHW8rDNZUgXoVaV5aM7zoVdfWormlFQ7lXd+OgLkYYSDp2o3rmFmYZ7B1DjU1NXjowWOYnV4lL0twIi5lp4LrXoXcmg/e2xEwwOK5UaxwTw0NLpD+JczOLmL9cZDlBW18charPOwDrkRHRxv3UxwKDI0MD+PipWtIVkTxd//eH+FzLz+LXbtrceTYBo63gouXz+DK1XPo6W7HUwwktLQ1IhJ1GaSZwTSdzFdv3oFvQHUqha6eHmzbvoMyHsHVqzdw/JNT+NlPX8HZM+egTyXrE0clXroKNG6ktxQ8vXr1alh38+Z1OqjvIOCZUEV5itIY96mLv/GNr+FrX38ZX/zSU/jjv/ky/sF/9tfwzW99Ebv29GDDpjasrs5Tp6zg1u1byNJJ0LOxDTt2dqG5oxqr+VXuxzUGOSaR58VBF/VYLILauhoMjwzh0uXzuNl7FYPUEb291zE4NIClzGI4B13EpXsW0it448338dOfvsb5XMWtW2PQnyIfHs5gfHwWmRXKBB0CEfIE1M8KyN/svYZlBvQffPAI9u7fiYcePYqeLd08lyroJL+IN988jRN0pq/QAaxv/f/zf/6n0P+vPTkzjUgsgd4705il852rjRGeCznu94WlecpKI9KMKo7xTGpr6UAylsQtOtMP7DmAxoZmBLycNTOA88d//Af41reexlNPUf4YBLh+4wb67/QjTbmN8oLiUYZaW5tRX1uPBx94CF/64pfQ1dXFvbUZn/nMSyjy0t7EAPrW7a2oqk1SrhZRmarBCy+8hEcefQJHDh3iXtwennenT5/B4NAkz+XtXPcCtm/rYYAkhl07t+KJxw/isUe28TwL0NRYg8oKw/btPdi8qQvHju7DNgaqNjOgX5uqRDXlr6k+BtcB12aOZ/Ik9u/fh7cZeHj/g/OgTYRa2gXLlOEiZQShXigiwktXU1Mt8TfwrHmNPFhBz4YWXL5yC7/45ccYGZnG/MIKg5Zz4d6JxhOYmZ3jPizCp73wyEPH6NQqoK9vmkGaDLSMDvkY5ErILq7A5FSgse25AW2GbqrjKApwkKpPYsv2FrhelEZUFOnFPM+SGfTfnmCg/TKCYg26OvZiy6ZdGBmeQHfnJu7bFHlTh0sMpHsWoc5exJ/9+V9gZqYf3/7Wywz0PIiGWg+zU0VYAOrJCIz/4FgYaFiiA8i3JPMFjE5O0QkSpfznOOcAszNp1HI9HXNpJ+1BhGucSqXQQv2ya0cd4tECFtNpVFUm0NpShx1cB8eJULbfxMULp7CywrOCttN2novjo5MAjdLZuRnybpY6dhrPPfcc2jva2bcdO3bs4VgN6Oxqw2defoq68wzgBVigPdN3i+fXUg6Xrl7DAoM0K2t5BpIygHnYuGk7EpVJ7tdVqTqcOHWNNsQCbaQmxOMV+MUvPsLQ4BA+eP9j8B7AuZXg0qbYtXsfz4bPopKBPZ2F7e0b0NrRhQcefRhLuQxautsYPHsRk1OzOHnyLO2jVRw8dBhpBsF/9vNfYHJyEoMD/fjsC89gQ1cr2por0NLQyKD9HBbn1zA+Oo3LXJN33+rFP/+nf4KAjoa2xlq01tfirV//Au++/gY6WpvQR111mjqtyIBNlEGQc+evkJ81SFXV8rwoYuf2LtRUubhyoQ9DDPJJP3zy0TkM9c9QtrJYJl+qq6iXltOY4VmvwPMKA0BNtPPiDM6UKI/S1eLbndv9qK+qRDPpbGprRb6Upc6PIBY1BJR/g0NNzjyVr5nBcz1E6XQwc1kfkJ9JQhzFIIDjxbgGy7g1OIbF5SJ1zVXUN7ZiYmIa7e2dePGFz3LPg+f8MM+qKcpVAqOjY4gnksRl6OnZjJXlLFyLck0zOHlijPbHOeq/RTQ0bMSPX/kYb39wgYFtoGvTZnzvT3+By9dv4X/5F3+KybkFBsqvcg/0Yyk9j4He20hS7rpa29HOwNoyeRGrqKZNmMHFixe5b69w7Q6iLlXFvVADj3J49WovVqhnW6nzdu/ag2nqtDvUZ1u3dWNufpJ109jGs+DAXukaB4MDvdjQ04Kmphrs27cDzc0bkaqJ4vVXP6YNf5XntQ/Hd7juU/j2t7+Nr37pK1iYW8Tpk6cg50FFIsbgbw8yXK8C1zoRSSJNOze7usJA5M/JjyaMUq/03xpHIlZHm/sYrly5AdnTBZ5tc/PTaOtowaHDO7GFQcLzly4jVVdP2U9gcGgVmzZvQ1VNHfKFgDZSAfVN1di0pYvnbZq64xPi9HDsgQO4fesm60vcB6u0A6oJKSwywHvr5ihmp5cxNjKFQeqb4f5pfPTeacCPYJxy59Neaude7e7oRG51DVxEtLY0Y2RkFBHPw3vv9ePcuYvUVWPo6d4OoAK1Nd345OPrtHcCDNwZxwz30ujYCBY57zU6FOZnF6iTorSPbpOuUeqFBfK3FfogZoZ22hqdwgHtyoa6BHbt2A4e3UjEE1zjdp4fq5SvEscBRkZHkC2tYDm/iKq6GHbv34F9R/bizIUzaCHN7R09cN0onXQl6sV56ukSqqqqKGvj5PtG2vztHH8IE1ML5A0wPrGIXN5Bd/dWvnu0eVeY70TPxk2YmZvHgw8/gqeffw7dGzdijU7hPM/SIe6Dhbkl2h1z2LJ1A6ZnpO986A4akHAuM4MQee7pHDzXOG8fkUiUbAzCOehXM+8ex449SJp67taxnbmwu1DiGkxPz3AeRTW/B47jwMwQ5V51XTcs92lTBkEQ4i/nVWcmnOughmoTiUQgJ4PjuuSpQe0FJRmWJI+tEQLXwojTiNuhvrgfQD2j94C2WMB6DoyAZ55o0xjCVWIbjVkGM2IlqF7w2+Xl93JqZmFWbQU+8SsNgZorTElfOQ0b85doMDOY/SawKvxRe2XMTEko2yq7H9YrPv1tZiE+lahdOVVeUH4vp1wJZf89UNsS+eyTZ8qX4d9r+FsF5fZmFtZw2gi4PgHXKywgP5Rq7krJKibGNusNVK6xzGx9HixWmZnR5nLCMsmLytRONJYYPFXezHD/Y2Zs77BI+BHmHcdlKlCdQOUEh3m48Ll1i8RX4L0PpFvtHcfj2B7WZdFhf+Ej5zgpjZ/nAV6g3aS85i8QPfenygvAx+G+KIPZOi4W/8aPZNSnLAsPbL2qyP0a4mAf13NZSBp4ZgQh+NAbWBcQfNYaxzE4YbnwlAF8hFLvzCLgGgtvkcEbgcp/G1SvPgL1MTMOtQ5698m4Im3pgPeCwPVh1CWu68AjnS73r5lBj34bF51xKZTHIIGqCiEsY70CDaJFPPXYP1VTQ71dw/MiRpwejP/kkCQShG28CJIMQCZ5jkdop5boUzAgrMvznIrT5shzjdxoDLFkDKWgCNEl31eB61cet0i9KXAdh3Z6ErrvJytiTGlj8KwE58cqDutDNK7yzFkjzNLOdklDc0sbYgyKeDx7YC7b+JB8ZGln+fQpuY7DvkUYbXrHLfLsT6K6MsZ7WnU4RoE8zNABnsvn2GSHupoAABAASURBVMYjGFzaO2aSOweO8g7lNDDqQ1AvlpgGxCn1YCjwHi/59cgDz42xDjybkuwX4ZlcjRX6V5Z4X4snq0LerOqDRzzzuHxwjPjNJR2V1PMecZJOLlSU/hytY4nyGK4xF6ysm80snJ/WQuslPrKI/SNwSCf4OI6HPPeUPgQoX0CW940ADmlzsEI7P5crIBaLhueEzgrxjmTApexEYsTjOoBxrpTPEnW1xiiGKecMAvchOQCyhG/8YdvSXd0V51pEeI5IfvP04+S41goYrKyswMxCOs0MnBoMLvlX4t06jxzlQFCgHLmUPzZhfcD1LHBeVErwQ/4ZCQ0CByQBJImgcnBu4GMwM9YFIbCAfR3O3EBEIZSoZ3yeTaoTzXLER0lvjGdm1PPgsj9bh3jMjHh9qJ2ZQXzSOjvmsZy08RwWHg6GMgS+ykthn7AOxqogBIeyaLb+bqZRELYTfq2ldJrAzGBmKDIYLD6qnyBsR/rX8a7/DusNvM+Rdtchf9f1ZolrF9ZxTKV5rkORZR7nqvUBH40lcNgmmUwikUhwHXJcj2xIL5uEdCgtg3Aprz4CrYNDXa68mYXz0TiCpeUlZBk0ytORVB6fpKp7iF+4NCeB2itVZZSyKV4rrzLVqX9Z5s0s7F+uk3xqfIHK1FbBFfUTDpWvy9Q6farL0r+tYIlPIRJN2geO68LnhNSvQF4Jl2gUDjMLeVGu1xgqj8VivMsk4HDvaD8E5IU5TthW9Wbr/ZSX/pIkm8t6tlNe+AX6EoJw+9oYMAifEafPy7rwybeiOagt+Ig/AschLo7BIphZKO9m6/zR/DQX9VHfclvl1VeAu4/KVK9XtZdcaI5Ky/xVnfKqL4PZ+lh56k+1Vxutk9oJfxkkc2brbcVrjXc/jvLYoldjqk44BGYGtZduEb+F08ygx8zuzVvvaq/+okE4VCZQXrh9KV7qEoRArUj+lcdW398GM1P3cAzVqa3Z+jwkH8KpeSt1uKbRqPahhesgWkW32ikgqjbg40nPuA4cF6C2QJ7+w7W1Vd418hCdbBLOV+1i3AvincrC9eSZqrx4KHAps6JLY5RB9WYW4lA9+KiuvEYF4hCIHqXilVLhMft0vmYWzpvdw/3mOA71SwRaB9EGPsJbBtFe4LmTy+epu4qcS4ktOEfuKbVxHSc863TnUn+ViXcaV3SqzEy6PWBfHwF1qeqExMzgOG6ogx3iMTPwB+FzN6PxhVPzUrnwqa1wqEzzDPc+g/jKa2yVq5+ZEb9zj2fqZ2YoPw7X1gjasyXqDIFPWTLuz7CObYVHoPHMjPQZynhUVq5TXgA+Ssug+ntw9zxVHZtBqUD5+0Fl5T4l9imDypwHHtiPow8cxjPPPY1DRw5gOx0GD9Bx/MCxw3Sq7sK27ZvR0dm2DnTc19fXUwhzdNRM4tKlSyFco7NNn+5eWV5DxIshmaggMWBQZRVSVjo09Mm6CJVVgYdMgcafz80lmOAl9ebt26GjeY0Hez5wkOFlHo6HKA0FOfTl+H3huRcZjH0QR48eprPtKRw4sBctTY2or6ujM7AGKTqIN27cgM2bNyJVm+KGKdKBskLn2xQd+0MMCFzD0uIy8jR0cgwETk/PIz2fwSKddPpEWZ5GWpIGWGNDE51KDXDp2J2hQ3xyapx9L+Da9ct01l/Da2++h3/xJ9/DpYuXkMlk6Oxb5gK6dI7UYPfuPYR9oaOxoaEdsUiSku2EY8zRGVDiYe2YG/KnoiKJbG41DEAt8xCM05DtZmD58OEDeOGFp/H4E48ANGyXlzPcTFEMM1Dy3vsfhp8+1/9RdoOO9+HhJYyNrTIoMMN5ZrBGoa2traGTt4KGm4c5BkguX7nMPu/h9Olz4YZzqQyyDOgqIJKnQdVOB+2jDx3Gk48dRVtLB9Lzy7h6ZZCBvEv4+c8/ZtDhGuc+RCdXHqlUNWQcxGisNzbXobWtDnJsVVRGuVYuZMCXdMJxjJW1LJZo0EV4+G2kw33L1na008HSQacQJ4ZUbT0i0TgylJlTp6/h56+cwuDgFCSUqVQNaS1gcHgQM7NTzOfZ1kN1TRUUYHvm2adx7NgxOg/bQqOmhuUd7a3hNwq62luwtDDNSwlQV5NEPOahIhnHhu7uUFZWVpaRXkwT7wweeOAI/tbf/iN0Ur7b25qgP7fZ3taCPPloAOe8SofRKCanpui4XMJybjmUWscFZIDE4lHKWR5SEj4VkedGMDebxsT4DKYZvC8WQOM1gMGD58WpyA0yXqVgItFIuEfm5xdxq2+YDrUV1Ne3M5DQhvq6RmzbspUBlIfx6KNHaHQZalNJ7Nu3Lfzz0G2ttejpbsJTTxzDfgZ4ejY0o72zAj0b6rlPG0i5T+M9gsxKDrfuDFL+x1AqBohFEyF9AwyyDjDQu0jZ0ifi9W3Xor5REffgRV34vNQ6roWOvzSdpkvpWfIkgwIDWgqaB1RoPo2QAo22bH6NDtsYIQ79SW19U1r4Whmo27ZjA77whc9yLj3gUEhRfl5++WkGeV5EY3Mj5uZm8eGH7+GDD9/F5OQYqqqTdIItcG+dh3H8zZu2wHPjOHvuGoO/p3Hu4i389Gdv4V//m1fwlz98D+99cA7HT57H//In/wL61kLg5pCgA3zTlk4cOXKIvGjHJgZ4lji4/kTqjWs3oT8F+MZrb0AXygcOH8EzzzyDgwcOoLa6BtMTkzh//hwWKR+7du2ic7Et3N9yXL7yyq8gZ6wuR1E6FvM8xJQ2NLagm86+GjpUczS8m5qbsf/gQWzeupW8jFBX5mEGbOnqQSX3wjSdoKnKCKoIkoXxMTo2GYyJRhOUB4NPmamIV3ENXbgOwPMEFEc4lC3jS0BkWR7OYxNTUH6JAcPJqUnqgXEGXWcQcYFOBkbq6qrx0MNH8Ud/8/e5Vw7huRcexUMPHURdbRWiEQfzs9NYTM8w74d838rAy5EjuzE0PBw6wc+fv0AHaxOSNPq3bduOaDQWyrTrxijLLmU+B5+HSZFGcJ6G3Z07t5CmrFy5conBrD5eErKoqEwgvTgPUF4ymSWcOXeCl85FHD22EwcPb0NdQ5yBlBrs2ruRMvAm5WGCDuAM9WqReyCOfGEV/YO3Ief37MwsceahvdbAMygWi9IJvEidt0IH/2WuTQ4uGTY0MkB578cQg6mTDF7qwyFpBuBmppdwnnJ0+cptnDzFQAQDZmNjS1hcCkgff1wPqZokYgnuAZ5TtdRB89TZ+pOV8VgEyytpbNzYQd62UlYnQeYjyj29kiliZGge+ksGKwxSeJTXyppq3Ojtg8sL45EHdkGO4NNnL2NyZpE60uHcGrlWU2hpbmW6gMGBUcyz7u3X3kbfzdu4eb0PyUQl12ieTvETePOtU2jn2fvZl19GY1MDEpVJtFHPTUyNIaBGikQ88m6OcpJFbW0t+eCigueL/nx7jpeYFjrfd+3fjp6edmjPlqib9+w7QJmZwOXL1zBGPk1Nphl0WUM8VsSVS+cxMTFEQ8yl7vG5B3Msd6iPHsGjj+7BY4/uA1mNc2fvcG/ewulzgxhiwMa1LKhuqWuKiFC/VVDvLqbTqGLg7Gtf/Tr27t0NhzLMoxbTMwvI8ryXDDc3t2Db1i2UzVpkVzOkY4x6sBWp+kbKTxaBxVHfUAcgiguXblKGjFDC1Ow8dY7PuWcQjUXouFiFHD97d3UwALORe9yFy+C4nw+QYLB6/8Hd6Opu5tzGceHiZVy4NIrJ2UVMzGaQWStyvRJwIwl0dzXi9dc+wCs/ewfnOcerV8bwb/7Nz/Fn//Yn7DvBvb0dly5chV90qDuOoad7M/ldiS2bN+ALX3wedXVL6G5vwuOPbMfWLbWgqiSdRQYeCsj7a3BjAZaWCzxf1lCgA8RzHPI3hq7OLmzcsAmGSp7BN3geDuHW7TvkpYd43IW+bVhTXRXyMLuSwYlPPsDw0B3s37cT//i//S7+4T/8e+R1knRwP73/DnXpIr72tZdJTy0D8t/E7t270dbawkDMMAI6KGfnZ9DR08YgXREjDFIuLC2irbOVPMwhl83z3C2Rz3msZVeQqqul7JQQY6A0gMuzP0VbaxOqaqrQpjMz56C5KYGKZCUOH9iP/+iPv4SXXnyBQfcK2lNNlHsXiwzUvPX2GxgeGUEj9aZkTt+o7b09CLgumjtb8OHJD/HWu++glwHIGIOcmaUVRCyGVEUKyWiCshjB6soaZe8c1+AW92ASly/14dbNifAM7b05iG9+43fxwnN7wgDTyNAQYtRdxhlPTU3jlZ+/gxzl/9r1m9i2bRdW6ezq6x3GVspfNlvA4MBI+KGGXp4VmfkVvPyZ5xEERaSXVnkuRhCUonQOVlGeqlFTVcO1KnE9QDwFTE0thrRQHWKYQd0o9b2Zg1gkhqnhCYwODqP/zh2sra3hwoVrkB4rcA/kcnIsUqZpGwcMqJZKAWSkmxmitJECXo4idMqssB2Iz4snkS+5yFH+BoYn8YMf/AyDIxPUoSdx+sxZ/Omf/hnpzbC+iA8/+BgPHHsIrhPhXq5EH/VSic6tJfK1kNW+8CnHCQackohHW/DJ6Sn89NcfIL3iMMi1gi99/WvoYJDu6edfxnwmh3S2iCI8/OKXb+DmtRsokJc5OiwzS0s8qzxEuH9WKdsffnAJZ8704X/6Z9/D8tI8amuS2L9nJ+UY3PtDlP9ZbNnWBX2Q5smnD+L5lx7E73zrOWze0k4dsIJBnidry4vks8v1cynrHzH4dwU/+OFfIh5zKZt5nDtzkXJwg4G0aezY2Ya13Cz0jUnX4tR1m5FK1eJzn/sibvUNMrh6Ae+/9z5aqXNpVqOpsQGlYo79dtDu24if/Ogsfvbzd6gPr2P79l3QN8MdF+i7fYM24AC1bBG3+vuRrEqiEPjo6OrEH/9HX0cVz/Gjh7bhP/m738bePRvQ2dGEiooS5TuOXaTp4L69GLozhseOPY6aympEebakeLZUcJ9k6PTNcp9tpa0wMNiPBHmXiCXwyCOP0ga6jBrq8gCGZEUVMkvL+Oij46FujFK37tm9k+NE8e3vHMVf/4Nvo7G+GYO3x/H6r07iV7/4gDIeUJ82kndxFGkv5HnncR0HRw4dRU11A8/HcURj1bh4pZdrkoQ++KVvqJu5mKNe1dm5e+ce6PzsaOvEFG3a27fucE67qJeGqZcXsUG21eoCLFLC8EQ/xmeH4MSAzp5ODPI88Lhf52eXcO3qTeoc7qtbt9DbexO3ed+7cfMGaYvga7/zWTraY6itr0RldQK1qXrqxVVU11Sga0Mb5WSRMn2BOqQd779/BteuDRHHOM/GRdy8cRvxaDVK1O957o2du7Zhz549cCJRmBntj0qeWYfhM5ginvmFEqI851kFx3FC8LmWoufkyZMhXYuLi9zvAfuUoKdA3nmeR3xOCCpzqau0HwV6V70cHlkZaizQu5kxh/UxOL76iA7ta+HUnleqd+1v0WNmHGMdws7/gV9m6+3M1lPPHLgcktjhAAAQAElEQVSOyz3oEIz0+yGYy3fPJSb/HvgMegS08eWYAPWixheIPgEb3vdjzDvkid0DFjAf3AP1UX+B8pqTUoHa/u8BM4PjOPfmb/bpO/4Dj8bQuOUm5Xw55fTu0amycnszC8dSP5WXQfW6p8uuFZiZmoSgNqoPX/hL9BIJc2Ai2l2mHvkO6ifxW321g1kHFw71pmOUJeYoEgh4ZyQXw9SMbQkuZUt4BWaGcMy754HoEYgGAe571ttxNXlW3FcMh/col74Mx+H4LmAOAYCRhhLxmugSTeZCchvxInC4DsIHPmYWvqvMzGDGd3PCFHxEh5kxtz623gXqLzCze23DRnd/lfHdfaV+DaAyvYsnPvelS14Y6QTIB/8ufsqtz/M4YA8INwDDbz4BeSBcYX+2gYBNVM4kHMdsvZfKyvSqLgT2J+Ox3iIsCX+pbZGXerUv8RQs6huGpMVn/q/aS2En/SI+/hBlANEk2vhCOeEe5R1Kjt9V+kqWeIbGqLt0r1K91tooIyDITszTVpSfSv19IvSoy+K0kdYYLCxRt8V5dpgZKlMViCWjgEPZcwzG9RQZzIErx3OvyDN5Cel0Gtqrwie6pMOiUcov5yTdVKCfrkRbwXFdeNE4Fuk/W0gvIc87XzafhwISRtxJ3hErKyt5HlXwzlAJfbCzgmdWifKlO36hkIWDAus9yA4wXnKpUXjuRMP2CQaVRAP4mDlwHDcEmJG+gHYnOUxcmnOxWApt5hzvNcob95TrRuCXDPlcETn6tPIFn5gcOK4L4/w1R98vQRDn3T3Hs8LnHGtSlXA9n/hXuV8LKFDXFzk38brIdVmjw11lJfLADIjyPicgcvhs54d6NOBSBXA5VmAueQLauSvhB9XoIoBL2lzX4zxKhEI4TsC1K4ND/nm8v4nOSIx7j7o64FhaW9U5pF/jldsrLZI2x3WgMV2mcBziph3KvObqEUecvlOfcqP5mFnYNkIb0kx7KQA4SOAb6SFdTB3i4EzCuYD3ddcjEQyIg/vMdcEhHILLJXGhfiVOTuvvS5FBT0D++hB9xtcg8PmbP5or6S1yXQK2dRyXhSAukCYjOHBIkwO+302ZDedTJI8D9ndJQIw2vMN5cVhQFABjDzOAUwHnKTAY8ZE+9tG6CYRDNAqPmcHhPM0M5Uf8ytFgV7sSnfblPkQBM4OxofozuddXuNReoPa+ZIt8ynO/qK3oNbNwDgWWqb3GFQ71kfwVKGvlcsdxWaWREPKPL7SjI/dA78JbEh+pf4RDZVpPyaNL/uhd+NQuTElPibpyjcFV1X8K5Bsbq53wCKfAzML5ua4T8lB4Pdo9pIjzKBJK4f4Q3Wu8v+S5/8HHvW9s4VN9GZ9wxGKxcN94d9upLk9+57l/KYmIcAyXQFSQPIF0iP4yOHfXS7g1rninOo1rrNM89CGIEgWB0geKNVEYVC5aBOor3AEoLI5B/ZQP28NQ5LrnuR4KvkrHlHFJ3rxYNGzv35XnMj1KBaJb9CgVTUo1tuapcjOOR1C56BAob2bheSseC8q4yn3FX+Ews3A9VP/bEJAmyZ7DOamtUvBRPqAAayzhUaq1UH/VCVRvtk6bmYVyp3LxS/aPUgHRhXRqbmZsrwKCw3yZbvXTGGovvBpHYGynd82JWf4EKNJnHFAupaMEZutjq11A/cBGlEMjAKwiGPPOPR6Aj/CVx1Oq8UF5FzgU70jE4103EdItvGW6NAfpRdUb25V4DhVL6zpZeNRWdGteArXXu8oD0qZzWXNSnedFQtrKtCgly6H26udRV0WikfAdfMwsbM9sKJuiWWOKNvW9HzSe8JiZmoftlVnH64W80Lv6mNm9vVnk2agygfBLpst7Ru097jPhVZ3GMLOQJjMD+ONTnlSu/mUot1U5+JhZOKcIz5IoQTSBT7k+GoshzvNc9RpLeIrU45qnZFFpGVRnZlyndV0n+oRPYMYFwrpsqJ3oKAO4jyMRF7FYhLxwKLs+5ap4j09m6/1Ek/oK7s/rvYxLaZk+0aW8ytSmDOV34TAjo0AKuNh6V5tyvePS2M4xILKYmScxBSxlFuhkHcb4xCiNjCyNnSSaGfiIM3A0MTGODz54D6++9hqDIB/j9KkzdB5dRZoBSdfxkExWUnHGw7Q2VQcxZ0XBKzrZxyfG0D9wh5f2ISwtLWB6dgLjk6O43nsNN/r6MDO/QGdIgQrbx/j4NEaHp9HW0kNn5C60t3Xzcl1Lp0CRdeN0EL1HZ+MlXvqnQ5p7NvSgs7MTURqW43QMz0zPYmE+TUf1HALfoXNkN154/mUcPfowdu/ej+10olVXpWDmckESiERiqKqqQldXB7Zt34bNmzdhw4YuCoUHfdp+dGwIFy+exeTkCKp54X/ooYfo3G2A63p0jGVDYfZ42Ov/cXK8OJ3aBZbnOP8okolkuLELDLQsLKSxxkDmMh2hAwMDuEPHmoIMruvQiVCDGjpZGpubUEPHZR+dSSdOnWMg9H0Gb/8lHepv0okvB0gcKfJ2584teOrpnYQt+MIXj+LLX32K89tLh38XkpXx0Hlx584ILl3SWqYZ1CkgynnKcNUBt337DnR196C6pjbkUcmPUB0lOUaWDqVxOhamkJ7PIuJV0Tm7EwcOMDjV0UWZkEIE59+MHXTOtrS3wVwPicok6hobEacMyJkBx6WA+2xfgv4MRZ4G9fTsJJ3DfYhEOJbvA3AQ8WKIRg1VlTHMzq3h16+eoGydhNbk4YcfRUtre+hAeocO1hIPvR2kW0HPZCKOWDRCmciR/gBtLW2orqxEdm2FzqIqVHM9ZST1k8/6k7O+GQLHQhr37mPAe+NGXGJA/N/92z/DzMwUAzCD+OlPfs5g2kUUaa15pD+gkRShUgzofdNlyXNdrm2WAZ0CHOLyvChpSITrXKAxPzwyQ2flICYn5rCSyWN+PkP5ycJz4zT0S3QSrSFHPgROCWnut8zKIvfEFA3vLOV6DleuXsMVBr9v3LiG1bVldHa04JFHjmLf3p3o6mqlHG/C008/iueeewwvvPAENm/q4Bjj5HEGTc3VqKzyON486c+iZ0M79u/bjJqaBOIMktbUpLCwsESH7wzmKYdLDG5FWB44PiJxBxbxsZpb4n7KY4ZO5zt9d3DlwmVcp6M6Pbsc0s87CANBVQw2NJCeNq51nHRmaQSVsLCUId4M5T7ADNsfP36cwYrT3OODdEKOYu++VnzmpYe41g4G6TjUn9ubp9NO35auZ3Bs566dMCrJFV4qK5IVlONNnE81FulEzOcCRKJV1CuNyNGZPT6R5joUkOblbnUtj+npRXT3bMKuXXvR1t7D9VymXHjIZLIYG5tGU1MztjA4rQ99XCWPS7TIfa6xPgCiNd2/dx/07XPHcUIH3FEG2UdGhvH+Bx/gjbfewn/7j3+EV18/GQbI6uoZrHY8iq6HCGUwwktmLFHBPVeFVF0dOru60dzSCjPDwvwSGLNAO2Uzs7pC3VagczCNtrYGHGQQfDedf01NdUhV15GvzZSlOPtFSPcqHHMoNx6qqiq515LgK/KUf+PQJe7UPC8Qxn3nOEae5wkBYtTR0biL1TAgNUqZvsOWRSQromhpaaDzvgZd3R1YSi/g8oVzDEqk8fLnX8Q3v/U1fOMbX6VsPU3n82dx+PBhgGvxve99D5cuXYb2qHTdzh270dzUgsEhyuzCAuWsAMcBL7BZ8ncLDh46gA0be7Bpy0Zs2boZumQ3NTWSt7vR2dnOdmvw6HiNxguYXxzGwuIEA/5zGBsdpWN0hLonTT6k4LouPC+CDGWqkHNw59Yc5XaB65qhrLukDZTzNehM0odd0gz2TzKw+MGH76OltRVf+tKX8NKLn8WOHXtwlY7cAerBqYnFUL9EIzXYvLGNAaZmtLS0kx+d6GAQJ5GogBf1UORlRfveZ5pbLaKmIkE6ljE8OIqhwRFcu9KHtVXye6UAz4nj4IEdDC4+zDNtBdUV1eThIwwm38IIncmRiAfJiwLvq7xMShjiDIQs8Lw8cuQBHNh/EFs3b2XAoAIPP/Q4Wpra8b1//q/w7tvvIs3zK03HhZkLg4vTZ8+iQOPvDs/QzPISIrEozIz7IIdTp85yHRzKVTvX6xL3wzS0fnFeqPWBIOV15lbWJPGjH72C4ydOYPfe/WhvbUM2t4YhBmKqqiMMumzA1+nc/s53v4rO9noGIa6imsGCa1fvYHF+ig6EVezYvgm9vVcwM7eExZUsSqSvaOQTz5EFnuGieYXBrrraBjq2t2MXzynHAp4p16Bv7cUigchBdrXA8yjBfb4ZchzMz89jhfNyHBc+nRdraznyNMug2iwDmGkGfLn+86tIkscFyn6uEPBcKSJREeO+8EN6zl3uxWyaZYkayno9906E8lVAdSqGz37uaRw8uB87d26nnBVC3jU1JnCnf4o6xZCqq8c2yrdoN0SQZ6BpanIRU5NFXLl8h3uZezISRx8DApPjo6iuriUfBmgDXURLSydtip34DANvjY1NOM9Aa3phDIcP7UVnR0e4Nq4bhSbuaL8S96GD3Xjm6T0cxycfPBj3W3qecj45i/raJI4cPkqcO3D44AHu/zpEXEMs4nIv+ti0qYtlKcrdQ3j80Qfh0ukRofOjhrqisrKCZ/8QljOLOH78Y0jP3qEt8eabb1JOToXyXSiscbRVVNUnGCBbwEJ6Gfv3Hcag/t/YG8M4/lEv5z2JqYmJcO/Ok6e3bk/i0pXbDGb04cTJs1yPCdTSTpljQHZ5aRGJSBHDA1m4xLx5YzeK+WUUeIZVhn/toAp1ddTdeZ/6sRPRaBStbR3Uhxaepf3cV/rAwdT0DO2gFB5/7CE8+MAhjA8PY2xoFOdPn8XC7BzlYwUz03PkZ4J7vxq7d+0g3yI8/+P48pe+QRtgExbmVnHqxGnspJ3w2KOHsGXbHuqMgEHfWuzZv5+wBRPT0zj8wIO4MzAG3qV4nnEfrOQoh1HMM8gf+IbWxhY8//QzmJ6YYt8UmpqaGKwvIF904VkS9KMhzf1ZYEBTH7KZm1pFfaoRrlNN3q0yWHqd45a45qDMVqCzuwvN1E01tXXYuHEzqN4oh1PwPI88yEN/jk+NzQwy0gVrd50WuVyB5zIQpX6vqE4hw6CmH0RRCCKIJ2uR4RlYyfL9hw6jrasHHd0bkOL+e5+B1Jb2TtIchN9U1Rg93Z1I0vn58ccf0y6txGHqoemZDHXGGobHMlzTKq5hElcvj1BWPLzyyrv4wY9exa9eO4u33rlKPCswtxb79z/A+XTh6LFjAO2jFcpbNXVlfW0dg2Ip8BjHZ198Bgf2bkV9XQ0K+RVITpeWJsn7bYCTwSu//N9QUeViLZ/GSjaNy9cuYC27is7WTmzbvANu4KCOeiXgJTEejeDRh47hwQd24W/84Wfw6KOt+E//wUv4O3/nUfzBHzyLvju9mJ4bovyQH4s5TI3OYJx6zYOHoGCo5X7t7ujB5OgU17aZQfESNlJOK6sqcJTnBPWO/AAAEABJREFUfXtHNc/DEudseP/9D7Bt6zbUN9aRvirqjN14963TuHZpFH39I+TTBDzasAvpifBPY9+4/jEunHkLWzZ1Is27TmdnB/J0oiXiVUilWuhEbsSrr32IibEF7sdl5PMlns3D3MtR9PT0IJGMcIytePDBo2hsqEeSDt/0YoZ7bJLn5CJepw0iGXvyiacQo8N8YWERBdqRt25dx2bagJ2dDcjwTC/wjDmwdzvWeDZ1d3ZxL0xTBpdpn62huTkFz3GoQ+KU+YDy66KvbxS1DZ2orKxCR0cr5WoVjXXNWEyvoEAaZ7hPFtOL4V/kiEUS1FUFJOJJ4mrmHWkr57qI3fv2UP6WsPfgLuw/vAeNLXVopa1aUV2Jmzdvo0A9nUxU8j61gfzuoU6uRHd3N1qam5Gs8MhfF//5/+NvIxrzWVaDpUwa+/fvoE6axsufewY7dm7CE48/Eq7L5GQGFYlWwE/hNtdhZGwc1ZX11FcXsIn3tRzPshIvuT49ahPUJTd6b2Hv/gPwVcb7RixGWaB+MoD4iohwDSPciBXUmYlEAmZG3eIi8AMCh2Hqsb5EJyb4aE8W6HQr0jlQZJmcAz7x6ttPZgaXdovAzEJc4KM+aiMcHve66stgtt7ObD11uD5lYNf/4I/Zeh+z9bTc2OzTdzODxhaU65WamRKINogfd99VaMb5k38B9x7gsMiFmQMjAAY9AevBujANVEIsAXlG0JuZ4X/vPERDGfBbj8rN7DdK75/L/Xkzg5mFbdVPGaUC5e8HlQn+qjKV+4EfVpmJfwF5GJBXgJkDxxF/wHSdJy7X3OG6qV8ZRJdkpFAo0jfgs28AtTOe/SFiGCRjFB0yzuEKBBzDh5x1wiFZUWpm7OfBTGMp7/LdhR6NIVC7+1NeWWFG/FwXlZffI9EoPMqyx/us4xqkswXFUp5jl0J6Ap57d5cQwlumQ/MTmFmIG4Z7j5nGukt/OKH1KvUX+ESodL30N3+bGczWgRn+GO4fR/3YnTxyWecCcGHU5yBoXpqfkfeCcj82CGlf77tOl8MxQDAz4iA6Ig378t3jnjSzkPeqLPfT3AXqof6u48AL19olKpUifBzHSDPBBVwPzBMMfPx7dPAl/Cnj1ovodYlPOll6SPdeBUVXeU9cWlzCyvIy9AEJ0eA6DvTB9xwv4PogvGQrGonCcR3KV4k6tgTZy/owh9G3UMhmudYkiJKlb4L6vAWWKA+cNod2AO5fM2O/PIRPdkZmeTG8n0UpJzE6REWbhfymfLJvgWdwllCkbe55MZ5pVVBb6UONq7mVeD8tkMYC2wTmIBqLk44I+QCsMODrwnhHStBOqkQyZqiqdOG4WbYDdbFRtjVWQHn04XDOjsMe5gDs5zgeItEYTLJLngdwSG8uxLtG+0eiV2AQ1WE7n5NV8MTMYMQj2nw/AJhfpu9NvJZPJ0tbg0WorknCtzyKfg5+4IdnQ57nt/S65sfhSR/Hj7iIRiOIkT9xQjTCBaftU+S8AzN4rKNrAb5vEH0sRrFQglGXRu7KWZH3yoDBhAhx+RTigOM5JOJ+kDwkeHer4B0vxn6SAzODaw7W2xnMnJBO8d51XURJj+Oq3uARN3gn0Dg+8Zd4Vvm+z/UuhH2UF0iOQLaYreMDn2BdSODcpcln0NknvfoTwB7vGK4LuK4Hx3VgbK/FFa673Th38o/jlSgDKjcziD5BoDLyQ3Kep62iegojjPdDwA9lOSCicE+4LvkWUO5z4Tor0KW9GiGPHY/nuDnwCSAdAQkpkNlF6VuezT7HKc/ZjJUAyQxIWylM+coxDc7dORq4XhxX7+K9aNXaiD7Rg/setVG9UhWrXu1CEK/JKzgIZSQSoXwQ7/20mHE0gsokW+v9SyFtwqFyger0brbe3szu0Yu7j/qaGUSPeKPU7NP2BoR12QJ5yCAWR+G7B+3bSCQC9RGOMmg8rRu7wcxCoHiEqdpK7pWaGW3YfAhmRrosxCWcogF81nFR9lmv8WLcu6oXlHGoDVcGjiEEs/V1YHeJJfy7vNO7+K2+4o30oGRXdAuH8uKX9rygoH1FXCbE7Kw+qlc75SVLLIbjugRH2VAuhM+MNHD0ImU4x70quSrwslcgzgJlK88y1WlcdTQziDbNw8xCXgmPbEPpVdGqMVUGPkrVV2VK1VcgvokvmqPe1Y7Nwx8zC1P1EajOzO6Oy5HJp0CyR5r5BkHAsjh1iHCqj8aSDhJ+M4PmIBpVZ2bUb5EQ1N4nLrUXz9RGIN4Jp0+8qhOf9W623lf06134lJoZXO5TzQV8JEfqx2z4w2rKYYTgkWcg/3lK3cWt/mVgTVjvug7p8yhnLmXYvTd34RRo3DJo75Z4sQ+4F9WvLLfCqTkpNTPiNcqYT71fRJ73qTz3ST6fC/WkcKmdgMSF45X56agvZUSpwIx4qF81bplPMMDMQnApZ+KrQPwv06Nygdl6O40l0NiSmwLvGpqbc1dPgY/qBSrzIjHyQzzxQp4Il8qVaizl2QXCIZxaR+Es53UW+VprAXWm2gmEX/2Uqq3mpLmVpGO5B0qUM9VxcuG4GkfvaqcvohXu+6CFeKb9X6ZJqdprHOFRnxLxlso4ObBwBeKJ5q2UwOJwHuV+mof6qsqjTavzVOeI6FTb8jgaS2C2zmP+VjVJZ45legloG2h84Svj1TiiQ/VmpuQelPHdK2BGbR39GcOJiRHc7L2OCxfP4eTJE/j4kw9xkfm5uRkaTXEOHPDivECn5gRmZuYZBBymw26cQldCfX0jamvrKW8uhobGcPPmLdy43kvn6RVe1m/R+XYNJ0+dxJkzp+jwnES+tIrV4hLTNRRoyHtRD1k6ixYZGBkfncbJE+dx41o/RhmYGhqYxDQdmpcuXMdPfvgKLjK4k5HjLhmno6MG3Rs6sGVLD4NMW7Fp00YcOXyETpbHUF1Vi67OjTh44BjzpK3koiJZharKFFwnAsfxUFGRYgArTWd7H+EW5zQAfap9mUZlMhlDO50LXV3tnFcBmeU0A50VHGsTDh8+hKMPH0OhmMXs/DSDI4uYW5gP5/rGG2/h+CfHof+naomOtoX5NBZpGC9nljFPZ7Ec2xPjY7h+7TrO0jmub8FJ4VbVVKM6lUIDHXbLyyuhQ/zcuV7ycIgOlWnosn+IjuCnnnoMf/iH38F3vvMVvPTSM/jSlz5P+CwDIE/i5ZdfxIMPHUFldYJOkQU6vYYxQcdsZ2cVHaJdOHBgJ5586nHsZNCq7/Yd/MVf/gA/+enreOvts3j73TM4cZx8vz6Ayak0IhEPmvuTTz+JRx59BBvJWwWN9H9T6M+oVKca6FxsA/cVHSI15E09ZaCBxm6cxi0Pbn0KXhudgSaPh2ieDXM0ThsaGtDc0oREMoH2zk7s2rUHW7fu4DodZn4zHBqAyQqD0VhrqG8G4GF6ao7BoSx27NjFtXAY5O2njPUxKNvL4OMFznGUCjmCRgZtasjDto429ncwy2DP8loWyapqLGZWGNwYpYMmTRyGNNdEjttxOotXV9dCh/fu3TtIVxzz7Oe6AfI0PoqEAhWsz8N0LZunHKxxL4DOpwrOPQgvMDU1dWhubofnxUl/HMlECpmlNcrDAIPAk1hjQGYlU8Dqcomy2IDGxkY0NNYCvPTkeTCn6pLwolH0D83jw4+v4OrNXgROgNb2JnR0tqKltREvfeY5PPfsU9i4oZN7cBj6NtLHH7/PtRom/x3uwQRpD0jfLFpaGvH4Y4fw0LGDeOrJR/HA0UPQty9bGeBL0Inq0ogy14XPw6CyKon6hlpEYhFs37EFBw/uwYNHj2Dbxq2YG5vH1Mg02lvqSUcN6mpjrO9m8P4wvvLVL2Hj5s3c/8WQHytrqzR6CzD+cwx05gFzs7Pop4Pz4sWT2LixEkcf2IqWtgbSmKYOmabhXEQV12Z0dByn6Jz/xS9ew/vvfUj5WeXh5mNwcBiXLl4hnjQdeDWg+GBhIY0SZcnj+kRoVFNAuJdjaKNj/vrVAdy8Po6oW48NPXsZTOlCR9cWrrdLfXYCH370AaqqK7Fn925s7NmIyckpZLgvAyKRckyn03zPkL4Mrt+8iebWFhxgIGPT5k145LFNOHR0O1zqqmXKC5wIZWgZs/OLyPDdodHQQkd5bW0917gWPBcwz0BqRUUFtHdAXt++3YeLly8yoDfLNYvSKegizktPiReAiYlxXhhWUeQh5LOzT8OtqioJrU9NKslDpEDIcy6AZDOznKXOzCOeqEA9g0Byxsbjhly+GL6n6IDW/CbHJxHzYlDQrJVykUhEsbqyhAY6bM2A6soK7uMGyKlck6qiI3uFTtKNSDBIPDY2Rv04Qbl2Mcu1bGttp34fpkyPo5VzXVtbYd9GBklq6YBPoaGxDvogwPvvv4c09WEVndQ7dmzDI488DO37jo4OHDiwn3q2D4NDt8K+rnnovzXKS5OL3//9b0Cy+pmXPoff+doLaGpsxa6de9He1hKu/cxUBlevjWCJAdbBwXHy2Eh3V/iNu02UxRL3UiwWRU1NDem4xvWdQTxWia6OLaitacLVK6MYGl4g/YsYG5vD+MQ81tZ8SqwHObcXGOBcZFCpmC9wvCyd7UX2S0J72WFwrUTn8tmT1zA8OEZnQAMDoEnu+xb2dxDwMPa8KLZv344u6rUqrntXZ1so5xOTk/Bp1HXyvcRLdm/fGILA8PxzL1BOe7B3N/UagEcfegwH9x1C1IthhGPcuTVMHnRy/htw4PAONHH/nj5zjvwbQJ4X0tnpeawur1Fu8pT1Rvzql6/hE549b775FjZs2IBVBrL0IakY93aecrV79050MZDy3nvHGSS9hcDPo7mtHvsP7MATT+zGH/3Nr+KpZ3Zj/8GtqKyJMP8Qvv61z+OP//i7+Pa3XsTzzz9BnbeE1pZqPPzwYXzhC4/j299+Bl/80nMMInTxPFzjnlihHqrinoxioH+Ma7XM/ZQln7M8X05TT8dY53C2QDZboM4oUZ9N4NatIer5aeSpYzdt6MHqahb65qrrxuF6DnWxIRKvZuCoEnBc7p8qjlOByso4Cgwwx5lmSw5KDC5duz5C22EEg4N9mE/nuSatlJNOymA9hgaH0Nd3B+0dNdQ9taisqARZSbweA2yjeP+DE6ShBNAwvnNrgcGIAlwLIANrJbfM/b7E83MTg2oZxONxvPH6SeRzAd58423SvIrZuTm88faHPNMOw3HW8POf/4x8uE355pTpUHHgMmhWoiMJ6GhL4otffIRyBMj4zNGJJliYW0DvzWmcPH6KATmdbxPkzSTiURfVVQnukQPoom1y5PABaJ+tUfdWViY5twEMDw3i7KnT1L9r6O7ppq7bhY6Odjz11FPI8Mzbv3cP2ttbsGvXVhR4eXCprFczWe6VBVy/MkB5Ak4fnyWxLvRttoceOoqrVy9TnlKorvboIEhAZ6JP43d+bha/+MUrlNcoKpMVaG2qx8bOOsxPT+DOzSuYGRsJ/0LE5o1dON3o6sYAABAASURBVH36DIZGRrF5y1ZU11QjzcBPJrOKReqxWQbI05k8z4pRpOK1mGSAs4rzScRi6O7uxosvPIfDRw4jybOrm0HCa1eHcOTwQzhKuHz5FjUrLzIlH//0f/w+fvHK+9BevnPnNtram1FZ3YzevmGebzXIUz5StXV48MHD+NznX8Yvfvke7dI+aCwFGUeGx8AtgbpUPVzfIb/jhGi4vzO0H2YZwOLRA6P8ZWkTrOaymF/kHBi4qqtv43rWI/zwBe2BquoauNTtjushy4PLjTCl/pCOmZqexZXrt1BVVYMlnj8eLwJR2kiRSBQBDyMzo4534VA3RqgLJGdJ8jfCc9tjmU9HofR/ngHCiso6IJLAGgNW80vLGGPw6/rNO8gyaH3g8APYsWsP6uobMDw8wnO+CcnqaiQqEpz3CTz86KO4cuMmeqg7fTeKmaUcLlzp5dgO13tjuLd6b41wH+bRd2seJ07dwvmLo7h4eQXvvXcFTc1bqWvrce3GNSwvz3N/VWFxaQajlMHqymo89vAhnDl1gXtxGEuLM9jQ00b5vMM+1eBWQFWqlufq05iZzbCsBWOj3G/zOaQX8jjNO0DUjdOWqsT46CgaGbR//pmn0NPeiu1b6lFdvYrf/70X0dOZwINHt2FDTyv+4K99mbLew734Pvtfwg9/+AH172y4T+vqGvAs9W1rewdl/wD1zTD+wd//fzMQeoL24xCP8xyicZfnWDNSFfU4sOcg9dI09/kq9/Jm1NbW4NmnH8WLzz2KfXsP4dKFPpw9fQl3bo9Qv7RT1jYjVddBXeCgimty5swlzC+sYGpmEfPpLGYXsrgzNIt/97+9ggvnr7D/DbS1ddGeWUQ8EcUc7xH6gERTfYoytMKzrYRtW7dzj/qY571o07YdvI9dwfJajjypIK8bqfezTFOIRgLEoiXu8b344hceQ2dXLeIxj/sFcNw87eIKrn0lKFZYW17FwK1+zPEO51G2llfznP88hobHOd9J6P8yHR+fQntrB6JeBIsLaRToHF9aWMbRI8eQo842nl0tLfr/Wd/m3SaDgaEh6NsPKQbMz184jQWu9SfHP+Z58Tz27N2H+dlFnkvn8PHHx8MxUinOkTgHqYvHx4cwNdmPfGGOc4lg65YeNPGOcP7cKbS11mNqagAOSCN1ydXLV5BhkPfE8TM8Sy7hJgPB2h/z8xnu6UPYt2cv1laXqZ8C7qsc6hrakKptxA9++HPyIQKTE94AKWNzHGg/6QINlpl+AVT7PlzHgeO4IVC5QEBfA4MtAZTGqJfUz2WbBAOweo/SftcZoQu453kwo07iGaIyoiUu4VwH13VRBjNTdbjeYeb/wK+AyuJ+UFczC8fW/MpjOI4DU+V9YGZQX9F7X/FvZdXLCct82jccjvn1MuU5PeLQu4vAvwvc2H7JQj76vg+NwU7/u39+u73ezQxmFuIwsxCnylVg9um7xhOUy5WC3cw+bVPupzrlBeqj9P4y5cugeoHaKFW5GRELOV8kEwJwXyAA5x5wfb1QvlgNn8wq0MbP0wZT/zKoTiC8SgVmwquc8PhhRrKmNuqnvJmF8qQy8FE5E5g5v8Eb4FNchvV1dF2HtLm/AR7PKHaFzzUWuI6HUpGyrvkAcCg/AmbZZn1NNbbP9RWoXPUCl7Jtd8dC+eH8zQxmVi4JU59MEx693J+ShSpi+zC5Nye1KfGc90mnwYVjEda5oLghJJX4RYOZA7P1NfdJI+4+5dHN1utULH4KlDczGHHz6g0TEaS7XK6xlXcdFwIztiWo7H4I2zG4ZiEYqXTh8B/4CJ3oL9KIKDIoWaYtTn3S1NBIvZ4I6V5mEDWfXUPgl0J+F9leOoUFKNHuUFqkkzUWj6GqqopnYTWkg9RGUMG7G3cjEqxXeYT6iMPDaOuJT5wiSryHlBj1M3N4xhSpM4sQH3yOKZ2lvJER4qfPDmJjAGM/sC3Y1mdaJH2AxkxWJGkvVHKYgLbAcogTbL+WzdEWKSJXKKHAOcvvsriYgUuZk43g0gdSk/LguGuoSbmorPLAY4d4aYMDcClPokFpgCAsNzOmPs+MLMx1AM6rSHs0ny/w/M2jwDuwgiU+ic7xnNFcHNpYjsOVuAvS/VqPIu+MIJ2r9BNRsiFbLBIlDdEIxwCCwEVe+zZgKzPOuwTh9Es+YrFo6E+oqKwg/U5Y5xNXhOVGmszWy5SqrcZyWRblBCVf8mPk6bjPcq2zDOqK9yXOQ3QHpN3nWgQEF4BHWzLiOuFcHc5B/NCc/ft4Yiw3x6h3PPLNIe0iOmDeYI4f0qf5eZ4X1glPkWuSZeA94F4EcZmxLSEgc0r0Qyg1s7C96PF5j12HAqnyIRwC4xsbEUXAMiM4Ifich/AoBZ+AeEkmJLuuQ/5QL4oPgR/A9E+MkWeK46y3dSD5VXA1IG8k90XuB+HUGisVDyQHbiQCpX7Y3yc2hPs4pM8spAcsFV6BaFIKPmbG3yI/CNuJv47jQnTd3075cEzOS30dzkFgZjCzEEe5TY57NUo5conHNQfGf6pTPzODZFBroU4qL+M1Y0uCylWm/ah6vWuscj+z9XVRG0G53uWeMVuvIyaIBo2jcYUrzyBTgf7MHH2bwqc64RSU+wqX2ovX5IpeKUcu1FZgZnAcF3qE08xRNgTVC5fjrMug6gvcm0o1D5WrXuCSVo2jcoFjACmnJEoeALUFxypwzUVL2OYuXvUDH7UxM+5X/65O8qE6nS8+6wMilVxof/D1Xrs872WSfe3vMm4zC+dZpkt1IS6Auo/4KVtF7hXJXoF7M089LN6LrnIqesQD4WC3cN+pXuUqMzMVh/jEE/VTeZkf5XZ6N7NwLmojEJ2iSf1El9qarePTGGVQXUA6C5xjwD0XMK868UBjCdQrYJ3wClQvwlzHgcd1CYG6QmOAj9pqP6hfuazA+Ysm1bFJ+CM8olHlypfrgrt7RmWqL4PqHa6R5CwI973WT0AZ4GCqDxHzl5ndXR+HqUP5MIrHp6C2ZcDdx9c65bMokBcaQ2tjZmGtmYX99eKTF9KpBe6PHH0jee7fPPuIzgLnKVnJZDLheaD2svmFK+QF+6osuDfHEte9yDELTEuhXJbxiNeiUe0FZus0aE3WcUY4NzcE1at9LpcPcehd7QRmFsry/bjEW4HKBGYW7lnJkuu5EL3KKxXdIdn85ZgT1plZKG/qCz5qo7au65BPLOCP6rS2OgfFF9FnZqw31vKHef6GeKE6tVEflzLlOA4EymuuyqtObQTikfhc4LkkHGYGyawZU4Lam5mqwrkLv2hRP4Hm7roOeWccB0ydUM+W5+yKhrDeZZ0bzjmcH3mjOjP7dB74qx+NoXGVCsI8z0qlTlNzHY2YBCdfhP5fncmpCRpEmRAymSU6PfOQM8nMI4EejYgYKiuTWKMBsrKco6NkFfNzSxgfm8LNG7fo1BtB/8AQg6fneek9TUfgLI2+ahxhUGfDxm4EQRFpOtMKFFQ5TdMLS5ABtEjnw8x0GlPjC+i/PYXsigMnqEB+Dbxgt+HA/kO8bG/Dlk2bGSh6AMeOHkZ9fQ0dEbNYYoB1ic6kD97/GD//2a8ZhLyBK5dv4N13PqAz8AZ6e28xqHuTcB3z82kGbNboyMjQibiCoaECxsZ80liLg4f2YTuDSnXEu7g0jxs3r7F+kDQHdFg3I+LGsTC7glk69vtu9+LCxfM4feY0zp+/iHPnbmJuLkO+rJJfGfJkDn19fThF5+aJkycZAOxl/RwdEEtILy5CTkUFpKpS1Yjw0M3SOTc6NopZBl3NcdFNB9G27T149PEH8dJnX0A9gxWxWJRrYHBcA2iwZ5YX4JOfxdIa7vTfxPj4MPStk+GRftTVV+DAgS3YuWsjncct6KAzv6a2ikHkJKQwhkbncfv2HHI06OoaqklTDleuDNLRNIWpyTQdX5P4+MPjpP8c53gRw6MTpG2Fc1jFzd5+OjP66ShfRXNLG5qaWlHgBWxyagolAJV0mDYwuJmsrEJgLiroOOzu2YAYDf0VGo6RaBSeG6Wjbp68WkVlRR30bQ19uxR+lI6jO/gf/oc/x3/69/8RfvyTN3DqzFW8/c5J/PjH7+PHP3mVQdTr5EEEPQwaVJN/sUSE/GngOJWYnJ5BmnIbp6NjcWmJDsCLuNbbi/7hYQSOi0SykkZwCgqAbd22HfsPHEb3ho1wvSjMiZJ/PshdzgIcw+BFHZaDcu8ixrzkdnR8grTPgWcUgsABbRNUJKvQ091FXjRT8QV0mhfgIIqaykY6pMB9soZS0bB500466HZjx879DPZtQnfPJjq86sjHBA4d3oQHHzpMx9/TdETtJq0JzM7MkEeL3I+cy/mzuH79Kts2se0BOpkPMtDxdfz1v/67eODIPjrTnsdXv/Isjh07AAVvFtNp3O67TafmGfT3D2JtJYuuzi7WP4DnnnuajsHdOLR/Hx3INaiKJ9GUqkOMwYuNPR3hPsjmigywLXNO9dh/cC+6unsob8Cbb75HubgQ7iFwlmYOKiqjSCRc8g9ooU554rFHScuX8I1vEL75WXT1NKF/4CbhNq5dvYXv/cs/wz/7Z9/DB+9fxNTUAi+KDjZv3gbXiWFoYIQ0n8MnH1/Fxx+NY3BgDnPTi8hlV1BZFUOqNkF5aUNraycW6Izv6xtB381xymwaQ/0LuNU3jsV0ASvLRa7TPKTo9h/Yiy9/9Qvc4/sxODgY6oTbt+/g+9//Of7hf/3fofdWH2ob6uiEq0P3hh7sZuAhTnk1KuCnnnkEX/jiZ/GVr34Ve/btpw5Z4N6+Q0fwPLI86OanJpFZSGOZAQuNFYtGGTRvgPSdw73qUoG3tDVjZS2D5WwGT9Ex+9JnnsAiHY/Z3AqWeEjnCivUAw4cBorzPMwLxSxqaqrI0zjlL0KHZYBoDGGbmlQFA9Nt3NPdvKwWyPMiKisTnKfDPT2Ft986jbMnL6HIQE+aQd1LFy8hzUDP4UMHsGfvTngRY9sCZXAXXNfDAoOf+vN7CwsLSC+mWe8gFo9AgeCu7k5s3rIJI6ND1DH9LI9ianoKt2714tz5M1hIz8MMoZ7ct28PHnvsEfQwkLNp0ybK+VbSVmC9UddOQt+InGEQ5uLFa+w/hOOfnMHJk+e5xid4XpxjQCpLyHO8HcTzNA4fPIaoVw3ZWiUGDGq49gEc1NZVoaOjCc8++xyWqPf37z/A+dcwaDCMQQbhzVwscN6zM2lcvHAV/XdGscagd3bV535a4/qtYm0tz/NuHKN01itYHIRGhSHwHep5D9Goy9Tl/q1EMl6BiJfgZd0YcFrC2OgYtm/filSqhnqvwHVcwuzsDKYJ7e1t+MIXPo8OpumFDPp6b8PhBLK8NFfy4h2PB3R0JzA2Nh5+qEaBjs6OLjq1p7g/19DZ0oVkpBrXL9/B9GQGv/r1OzzD+hiUmMW7712kzKU5ngIQdUgymH7q1Bm0tXVyPX3q/wlUMJArAyNHuUwxsBPQg3LixElx62JtAAAQAElEQVToQxOr2WV48SjOXzoHiwb4wz/6Lv7hP/pPCX8fRx/ciZm5QQRBBvV1ce61ZfJpmjKYQFt7DW7fuUqZrkE84XF9O7BxQxfHimBygnLB4FVQylFP1JL/s5jQfkYAfeP19p0x5ly8+fYH+MlPfsa5V3CtKuBR7kp06KwsrTFwnYfP4NDqch7jPGdmZjKYoxO+QCdMgkG0tVwJS5k1rkmUc19EnmfICvfM6toa+Q/ojNm1a3eo170oME+boro6iYcf2Yoa7pXOzg44XoRnXQnjYzPs4DFY6FI3LMHl2sTjCdQxYJJjsGDvnq2orkxi185afPObT6G9gwgjwKZtKfx3/+Rvcd/VYom2gWi7enOJ+zKP6bkpDI3exvjkMHZs34Iq6sKvf+MbeOLJRyj3axwPqKlOwaNu0wGZWQSlOIu2lhj+6A8e0FEOj/u+JpWgHvSpP6t51kQ43wT052g/5DmsAOHYWD/Xoh6btnQjGnMwOjZIPXYNY6MjlI9hTDOYduzYMXTzrG1ubkJDY2PIrw0MQrYwAKIP8ujbZnlebnfu3IkKnlkIPI7XQX5zvedWGDTaSxurmXbVPD45/j70IYUkZWrXrm04cmg7FGBVgLaJuvLF557Bvt17MXhnBNzo2NRViS3UF5W0ZxprK3H00F7cuH6Z9tIEEvE6vP76u7TpHBw6eISBtxxZkcDUwirP5STPS6CQN0QjiTBQNTw8BTeSREtLO8Sgww8cwcjIPM6eHcIbr72H//V//QueOdXYtHkjtu0gXZTfnu529HRupHxVUi5H8E/+Xz/Hf/F/fxV/8Re/xJ/8yU9w7uxZzExPou/mVUSjK3jh2YOo4LlXwX2kYPMMbYcI12j3zl149OFH8ba+Ic6AJzUv1lZLlJ8i5ciBRRzS7KLoB9i+fSdWVtawxOBwjo68dDrDoNEUPMrbxCQXmivteh4GBqe4vzJsmw/rhkcmQnwxyl6cIFtCl7ksHZAy0l2eO0U6EfQuR9zq6irSpGWV4xh11Oh4GouZHC5evoklnuv65vsa93z/4CjpMnzw0XHaQrPksYsMdd1yNo9F4gAvDtV1KVy8dAnVtSnUM9hq5tA+mSNvprDAwNm7777LdA1+KYr2zg3kfxUv/0nijaGxtQunzw7jv/gv/3tcpb2fyy9j777tXLtFbN3UgYqEy/2TQH/fHerPKFI1Kcp/ARs3djDA9gz1io/hgUXc6Z3H1YsTuHUzjfSsh/ffuYzLF4YxP5+nzaEzzads92GFttzYcD8WpscB2rm1FVGOEWBxdhLvvPE69eR1FPSnh3MOPv7gLMdM4ODBw3jqyQPYQntCH0yrb61CfXMtzpy9gp/94m3MMWD7d/7O3+aeyeHOnTvwIiV85rPPQ467PO3h3ps38O4H7/IecQ7f/8Fb1L9naJMdw4GDO7CJNmdmAVilPlpZKpBPeYyNp3H95gzOXeilDs9hba3As+0ULl2+jrPnL+M27ZkKfcCzZyN1xAJu9Q9zX/eRt50o+D4+/ORDnDl/CnNz4zzDhjjuZdpJw6hrbKbObcFHn5zERs3FB1oZ6CzlS5ifXUBtTTVauc/hZ7FzRwu86BJ2727Df/eP/xb+y3/492BuEcXSMm22Aulapcy7YRr34qQxj/rGFqxQLlZ592hra+fei8FxXPIwgqgbRZ5y41NHL/Icu3b5GuAbBvoHuS63wnYBhfb06ct878Xc/Aw6u9qRL6whz0vb+Qvnmfq0W/PEW4GV5Wyon3w6ovVnjfUBK9F/9vRHuHHtDBCsUfetoaujCTRB0d6awtLCLKoq4pStNe6iEu2pdsTjDh57fD+++MXH0N3dTf3tUcf0cS1HuBZp2g85VNU04NKVPly62ovxqXm4tMfMceBzN0iXOMybGbTPinTogk8QBOF7wLzK9S4olUphucoEKtPlPBLxkLvrrI/FYjw3A3jc58Ltui7MDFGOq/YqB9bH07uZkX8O9KhO7ZUvg8YRnvK7aDCz8muYCs9fBWYGh2DG8Tgn8DFb72u2nqqfmcHMWPv//0ft7wf1EE3ST6VSAIoBVM+DmDg5L96JqCARUF7kVDGuuUNaHDJXYExDICL1+6uAVSGPxAvV650jKUH5XTwS75QKzP79+ait2aflZXwqV16gvJmF45XxmRnnYig/aiPQu5lBtKiv+FAGn+dBcBcMDhxz4cClbDso8X4c8opzBwxmDsyIh/f4cv8i9b3y5XE0pxAneVcuUyoAH5+6gwnKfVQuoP9QxcTPsZkrkf9qK1A9i0Ie6t0P/DBvXBDhKdKRZaSNEwzpDrSGHF98AelV37Afxy6n6qe86tTGzMKsxhKYGYvvAxiET6B6gforFV/DVHzkuGKX3u/Vq4x1IA4jnSovkZZS4CN0dDM1M+gR/wRqIxxmBjO7N7YZ+U98auM6DsqPMeMStwujvQKQNQg0BhmrscB+uPsIL4gjTO8v48rr1aAx+JsT0QgB1wKkMaxj2RptWPWtqqxCE+21+tpa6vwm2jAVEF06kzzHpS7xoGH1l7d8Onz13zzk2bdER6+ZUQYK1Olr1Jlp3vvySERiqKmpRH1dLXSnNA3uGLichAAkmec7ID8MuF85PeqzPIqUwTwDiJIZM4MG9dnYB/NAKBY+7xTc9ihw7BL143opID1YzXnEYgmYuaQnR/2/AuPgAYzneh6rPG/0zdVF+sD0BYpoNEGdHmO7DMyKtOkiiCccuJ5/dzTAgPBsdki/SKpJVfEcbEVVVQX0XqTMKuNSJxt1r08qqbUB14FPXpsZqw1F0ppZWUYiEYdwRai3E8kE8x4c10UsFkcsGkeot6H2xGQuxJsAYOqjyACsHxRou2V5986xn4NoLEp6XY7qw3U9uARzHHgRF0xYXuS93eVdJQdYAJKDwA/gk+4s76UBB3Duzs2nM6lQyCPH+2I4Fs8sIwYY+AR8CwDHhUv7UuPwhXzOkq4iAs61VCqynQ/XNUQ4vs4pM4NR8eYZINAHbAtctxzPfLV3XJftgxBc9vFoHzoO+UaaSuSXGfveBTaCmTEJiJ/zlVywndqzkDJYQolzIiFhOzNSzjYBQfVmdpfOEkSPw/FUV6LMCRwYXHOwjs8nvzUXjeXAMQLrI46HiOvyXXQAohHGPH8oxjCX7aIuxHu4IA6f5Gh+YDODw7kJzCws1/jM/H/5+g8ou5IkOxC89sSXEfFDawmtNRIigcxKLSpV6aqu7uqultTDM7OHM8MznBkueebscHcodniWTTbZqtjVXSJLV2WlBFIBCSChtY4AEFqLH/Hle3vvC3xkVpEzD2F477mbm5ubm5ubm8X/gcpVIi/S/4BrXXrg+37UzsyitoBFfQovagtE5S55qoCZQTSz9NdLWkukaZSB+Fa5fA7xbWZRW7NlXsDLzCLZikfwMluukw1TG4H61rv6E57ZMg7RYWYRTclLeOyWeuBHNM0skofmX6BfghMoJgtelfGY2X06Rnapp5xj0VKfZgb5LL7vQeudzaI5FV8RTdok4YovgRlpUH8DMqL2AuHqrraVMehudr9f3ilA/gRwuS40Dx7ngUzBOH8C8So6ouGwTKB39W22TEd1URn1mCYLDnl2BZ6LQJWEqJ7zozkXiC/R0hijfunTuY4TyZTo0Y9sqOjBQDqSTzkqr9DSi9pLPj75NjOYUQ6UgeoEpv8IsknqN09fUvIT/7prfKyO5K+7eKrISHUClfne8tyqTngqFx8CPYe0CcJz3U/WdCg+yI/zqXGpX/FRpCw0V2Q4GrN7X681HuNchOxEtHmD6nSP6PFB76LJx0jPhFepU7loCMfMIp1Rfxq3ZK5yycvj3Ki9EplF2hL1JxrCET3dVf8JhGIVDnkzMz7bgyozi3hc7lfjLyPH2FGJ+2dInQQvM2NbJ8ITj7h/qT7k7Aa0uOaA2GE0Js2N9mz90pN4F2+RnlBOZhbZhmXxLtM0W+ZHvAskZ4HGIRA9vatO70KXLMSzQDxpbGJLfQmiMteH7sLV3Wy5H9EQTclWdAWirfYVPDOL2vLGMYURz8LD/Ut96NHMIrng/qW+BKIjHNFVO/WnfoVmZlEb4Qk+jSv8CqgdeKm+gsdX8hNEOi8/SzTVj8oN/EfaZhbxLtmonZlB1wM8vqud6Je5FwbcT8HZkwyFLzAzmC2D+hct6Z4gmkutec7np3E/3UflWX0KSIw/Bmfnzm3oYfKkb2U31qxbxQN+GxIMuIohBXz1d1HPMBivoG+Oh+vFbB5lJoUSDDB7foyJnkXMzM4hQQelq6cTrR1t6GRAbfvOHTj46GeY9NmDzZu20alrRoJOlu/FkWewoVQAGuoa0MIDfdxL4trVMQbJTuGN10/i1o1xjAwu8nAdQzFPI1R22TaFhoYmOpk1oLSZyJvDwuIcA/vDOHv2DA/q43Qe65hE6mG1wyDmGHnL4h6Ds4cOHcPrrx/G5ctXGcS/zuDIeQYAbnBTCLFtez0DKWuZmFqPtWtXo6Oznf3Uo6amhsHGNJO6BdxjIOzk8fM48v5J/ORHv8Sf/clfYm7CiXBisXg09paWDBqZlAQM+gTqFQZkJDclC06fOovZmRl0dnZi9+6H8Nyzz+Hh/QeggGYqmYp4P8vg1gcfHokC4vSzOI4ubNq8ErV1NShQWPML87h67QqTWEc5hmsMGixwk/Q4xlkG8mYww6RG/8AtXLt+mZuch4cP7MLzLz6Kx586yHntQ3NbHRwG0JeKCwxA9uKxx3dj34E+0nfZdoLJgDkGI3JYzJYxzyDRPINFU1NLuHXrHuV2HcePnee83OU4cvC9BPFnmASbiOSswHLMT9C5zSCZSCCZTNNYhnBcl0G0VXjqyWewZ+/D6Fuxmgsthpu3+/GLX/ySybKjnIsruH7tNm7euINYLA3XSSGbLUVzm0gm4TGxkC/EiTfG4Pw4+W1CdU0Dg06DnPfz7H+UiZ67uHTtEq7evMrA4jy6mMzxqI/DTESeOsNAD4NB1Zk64g3j6PGP8Z3v/hjf+c7r+Ff/5q/wF9/6LuV6E0WeDqoz1Vx2xmfwDihBDPOicRQZVCpzYsrEi/kx1NfVoba2nkHgPA8Ci8hU11LuCRQY0NSn5xbpJBeYjJydncfsbJbyADxG+lOpWoyPzTH4M8G2Ie4xuJ/lekhXpRFn4iDLdtIb/e1KL+ahrb2VgeFR/PSnP4sSTknqS0tzC3W0EYlEHDkm3mJxj3PajY0b12DN6hV4//AhvPPWW3jv8PuU6wDnd55BymnO1wgd73muoQRS6QTu9Pej/+YtNFDXfcfQ2lzHANgMunoa4PoFJsV9zCwsMgmYQyeTsDkG4a8ySHr5ygADf3NIkBeXYyoyiFzgGBY5bx1tNXjkwEY89pmHsZEJp56udqRSPmXfj4nJEVy6dBU3b16D47goFB3MTOe5zuqgr7Xs6V6FibFpTE3OEhYxMrRAG2Ho6W5FR3sTbUAcDo1gY2MT9T+H6zduM7g3gitX8Fb3WgAAEABJREFUJvDeu1fx3b/5AP/y//hz/PH/74f4j3/yE1xgQG3V6vV46qlnsP/Aw9i9Zze3xhK279iGr3/962hqbMGtmyOAU82EdjPq6xvQ0tqC3hV9SKQSDHSWmCycxszcLHQIu8Gk0YkTJxggPYW7TAwPXL6Ajw69jbNnzuDo0SNREPT4sY9w7sJ53GOC4+7dO5ienY7mKFWdxvoN68nHPvhMSJ09f5L6leN8lMAhwVBCO5NWLa01aG9vYEJxBZOGGbiuAyWn6+pSoE+IgMmPTtqoAh2NS9duwXE9rrsaHlTztJdFeAYmdcuoSTdj6+bdiPsJJng2QF9jXF9fi4cf3su1uAMzs5O4eeM6+bxH+clm+LRfdTh58gTt0RgTSV/Dfn3SvSpFe1rC6dNnuS5zCIICxsdHuD7LvI+R/yx1awLd3V1oaZFeNlDXS5yfRer9LOYXFgDHgcODHRwwuVWH7dt3YGXvSrzCpOM3v/lb+A3OxcYNm5mEGOO6/BGTqx9h6N4oLl+5jsG7g0jwcKTkJP08yixkvwuYm8vh1e//kOt/HF3dvTh48FE8zXmO8TD8wYfH0H/7Hj4+cRYbN2zD+Mg0AcgvAvQtoYOGx8Ola4gCAmHoUnaAbFgXZZupqeKZN0Av98We7i645iDhx9FQH0dNppr7TBX6B25A3+YwcKcfN27dQmNTM2gaoMTTzes3sGHtWmxY14eXX3wS3V3taKyvh+M4lFeI0ZFJ6FOkh959Hz/+2Wu4dWcYR4+dwuYNWzA7NY8zZ+7izTeO4dVXf85DtXHe46jONKGuLkkaLuTInz17CgN3BjgnWdrYPnR0dMCnXZqensEbb7yB6akZzDPh2Mi1sm/vfvQzydzP9U7XE9PcKwrFOfjxIian72Jmbgh+rMTkQwfm5scpnzLqa2uRqaqBAttlHu6fevwJ8jaDMydPkaclzEyPM5DfiEcf2c/97BHa/Dhtwjiqa5LoZHJ4aamMOSZKY5y7JO2aSwdF386gv0Xc1kIdKRYxMznDueXYmNSL+w77S5J2kQ5vGeVSyH0voP57tENprtsipiZmENIRloNU5t11XNY71L95nD13GUpQhXCRqalBdmEJ+paByck5zrmHox+exM9+9j51p0j5z2Cgf5h6CiTiVQgY4Iq5DnWyFjn6FGE5h0cP7mFCnLq6YxXaO0Gb0YeJ8euorfeRL89i49Y1+OKXdkK/MPHK518EWaH8DWG4iEuXT+FW/11sZzKxJuOyPKAfMQMHIVqbqik3l/bnZXjOEg7s34gvf/Ehyi+N+dkF6p1hN5OWS0yqJRjs2bRpE3V4HedsBmOjgwAKKJUXceb0CUwzaSzf4sKFC5RZHkODI6jinDU0NOP48WNQclAO/zvvHMLMzAyuX7/O9TKGc2e5bw4PI5WKY8OGddi4fj2mJxaRqa7G4489iprqOL74+efx4mefwdpVa1DL/faFZ19AU0MjtBYb6pNIJAwLc9PRumimXxYwCbXEd7dcwpH3DoNbF8dSwOoVrfi7f/Qb+Cf/6I+wrns1Th45hwunLzOpU+IcDCKdqsPYSJY2rBGNze0InThlGEcyXosrl27hbe5hAaMkpWLAJMpe/J2/+2Xol24mJpYwOn6HcovTP7lIu1DifZB2NI6H9z6CluZm/MaXH8KzT7VT9lk01TjYu3Mn7WMZm7lPPsVEd006hhaOqYUJqanJJXS2NeHhPTtoP2fxvb/5KfesWZw5fxUzTJCCeiXHeWEhiyyTp5JrGCLy1/JM+hfpH/i0PZ5L/aAPkM8XUVcbR3axBNfx0LeyD+lqyi+VoU3MIUmdj9F3LBRK8BnEc6h/vu+jTCNf4D6rJKqey6SrsZe5Hlza+iJpiw+qEmQHamtrkabvUOYJf24uj+qqOszOZCG/4vTpi/jlG+9ggom38clJ3sewkF1EbW0Dbty4hc0bNnEObnNOHXzmkb2ozSQ5x1XkIeQclJCIJ3FnYIjrehaxeAwu/YxrNy4jkU6isbEVTc316O5sweaNK6k3+7B3zybs2rkGvpOnrZjF2PAQdm7bRnkVmLir41wl8bu//7ewoncbTp28gbt3ZjA8OIfz526xrhazc4u0H3XIUXbXqKu1tTVoa2/EmjW9KNFvvXblPDw3RNJLcN8ewMqVq+HGDCfOHEGiCqhrrIVLGQJ5TExO0K+7josXL9JnPg4qFibGZkBXGp2dXZimPP7B3/sC12MN18QQSkwCXrt2HfLXV69bSz7S8KnEDx/oxeq1vXj33dfpf72HewM3uc9sQW9PD6rSGTz7zAsYG5/FwOAd9kn61P+XXn4BX/v6V+Fz/XZ2tcHhpjy7MI1q7h0rV67A/n0PIxZL4J133sOf/qdXoW9d2bhxAxpbGrF2wyr662vx9NPP4NqVm2jmmnjumeehX/oZHh7D1Ss3kODZa2xkHPmlfDR//bdvYG5uCI5lOS8x7gvnceXyx7QFDvebMuW3in5pHmXqKYIQXR0dKNN/0Jw2tDTx3LMOuVwOLvWLMUTuc02QziaZ5J+amMLK3hXo7urB5MQkhkdGqBshduzYSTl24zOPaq11QL+QJJtc5uG1r68Hb731HpOkl+nLdOExrrW/87f/NjbQzpw7f44y/ijam0Ju6Hv37ML6NSuxbu1KzkGB+/Zt+nwNTArM8uyXR4x+Q31tFTq7mnHgwDY88dROrFrbSNu6CQcfOcD9AJifW4j2V+3t0zMLYLwere29+NFPPkK6Jg04bsRzIAQLoXWl822c8+O6LhzHgZlF96Ac8NkFGz0AMxeu68PMjdqq/QL9Go97mugsLi5yPmPQc4ljqtAsco+L1iopkXxUr7YqU5+O68LMWLv8Y2bRu5n2kTAqFJ6ZRc+//p/6UpnuoivQc0DDpD4C2hLdhWMw3SJ4UPZ/QTdC+tR/n+ZBY1R7jVEQUp/KDLby51Mt/iuPGg75EhcOq03PbBuxpUKW6Uf0dTczmC3LQWUC9WVmqo7mM3rgf2YWzZ34xKcu8SmQXNReUKk2s4h+5V13M4vomBkql9nys9nyvULDYNF86l30K2BmlaYRLRlph3uHAw8h4yZ0W4CyA72DfqexzqhXZg7HxCrOmWgKpD8BZaQx4FOX2Sd9BJHgLeKFIo2whG/sgUYPuoQjULnezQySlZmxzzACbtYwJnaNk6OAZshAIlcKlPQwM9Ivw7hOQAiN/fOuZ5VVaIGX5ujT/bCIbYMIVC6QXpY4Tulq9M4x6L6sImHEj2H5zpcHbc1YykEGlInkHbKdmZHv5XLRMDN1GZWprcDYJirkf+KXt+jHzCK8gHRC0lT7qOL+f3oXOMTzHNoQ4i3j0kYQ59Pj5iu7us+zXh6ARsWZIA/Cd2BwHQc+1z5L4dOGzEaJxVna8FnkGVQ3M9TV1UG/iJSgb5AvLPGckkOGdlDNwrBMH2IuAn07yfzMNG17ETrPzM/N058t8b2AgPYnoD3WGKL5dThenntIHhEy3wPKGbpY6HgcowEu72bklGUwckneA8qHwwfNIwskbyCIygPuMYsR77KDJR6CZqZnMTE+CeGH9N1AIo7jwsyl/RR+Dln6t8Y+5ucWkWPsQHgF7k+LjH+UqRuiHbJv4wEkcNgXTwCI7gEKhQLpFOm/pghJeNwjxJ/aQeMh32YG2WeXAlO547q00XH6GSnun0nKk/oMI+85ynEBruMhnU7B2EeJMitzI+RsQnwQjXeAQwMoMyVlylbmmXuRkEWEz36l0xqu+HHMyEoATgbK5JdkOdc+AtINOH+xuAfNiUtZx2NxJAi+63G/8yOoqammj5iAw0kt8vxVZBI3lLy5LgMCG5MWyYfki4yVOTHCKRTzrAqgNew4Rp0swyUNRwyQR9d1kEj6hDg8XzyAsixHAF4+y3zKU21AfPXJ4ujHzEjLheSKX7tc143qhB9w4kMCu6e4DGxGMDhkIhaLRe3NjLwFLA/hx9iWPlJA2UQ2gWPRenMdB+LBIaHlPi16J1tUXwe+40b3MvfcqE/KR/1rvvXJwYCIER1zEAYh5RWgcokXM9FTD8ulKlM/uoue6IpWhabKKry4HK/eVa+7KJgZ1FZ1Huv1HAHLZfPkW8Q4x6oDx1gpE33wCumfiF4FRDfkmFiFT9/1LDkVub71bGZRv7h/mRnlag/mQ7jgFfFFe+P7PtdCLKo3cyAeC9yYpLsC4Yt2tAbYv/qo8EQyUTu1qTxLZgLRV5nayo5pnYbUA5XBAHMdGOcy5LyIXqWfT4/TzGBmcBzi8q6+qSns00FwXz7QxToikhIi3Bh9uUQiwSKLdLlC08yiMr2LH/EmLRCvgoo+iqTqxLdAvKlM7XQXPwIz02s0HzxycSWG+DSOntVedzOL+tYYRFtjVrlAZfcJRfyqTjjqV3ypTjjC1bPmLMU4isYoWYdhGLXTmheOmVFGbtSfmUGXykVXoLGXaEPKPJ8IJFMzi9ai+tPYPt1GfFT4ER3VVfB0F29mFumR+Km0dx3nQZmZqVkEwteDcOOcK8ndzPDpfsq0+xEO9TPB2L9RV4pc20WWB9RD1YmXCi29my33oTI9ClSu9wqu2fI4JUPRjTNu7tAm6qveof2Q/bieC/EmEJ7uLtewnl3WuZ4D13cA/shuB9RF8S65LtL/l6wofAhffUfsmgtzXLhc8xqzaFbkZGbQs8rMluUgvRE90RUN3L/0LNmovAIam8N2qhOa6KgP9S+6ZpxhMsHtQdXQQhGPoi9aamfmQLgux6n2ejazSJ8r/aiN+gpoP9VGuOpD86dnEQ+4xkVTbURfELBv0RRU6JoZzExNIhA9M4NwKjR97oNan6JVon3TXbRli3SXPVE7ETAziAe1FZhZpE8RHvsXH9lslnv8In2GPMdVIpS5dgPeg2j9CBe8jHorWhVeXNpJ8S0ws4hvM4vkpTLhCoSvu8DRxtrBBOjatWuwejUPtQwk7Ni5C1u2budhvIZOUpbBx3EMMilZYmCnrq6RQYxV6O3tQy0dvlRVkgHmKhiDHPniIqprUww+tqCbgej1DNS1trRRweI8zJP5IlBTVQsFjbds3IKVfasQMEh04fwlBimGMTk+DfrzMGpAbmkJFy9cwms/fwf66t+hoTHyMYEcAy2hYwiJFGfSt76xAW1MUupTc5s2b0Vf32okGWyYYQDs6tXrTHAogTrE4NEoZmZmoYDuvXsjSCbrsGXLOuxh8GwlA13JZByDg/d4mO9HmTzVMCilT0nW1TajgVDNIFhDfSMTw5t5qH8Yq1atYtu9DHo8jR3bt2LVyl7U1WTgcVJ0uJ9g4EHyWrlyJV566UU88sgjTNbU358UBxwi5CgnGLDw/Rja2trRzID82Og4E0T9uDc4zABqlgmGCSY07zIIlkUhcqoKkXJcvnwJh5k0Gxq+R4VysIJjaGaQuro6ibr6GqQZEG1uZQCr2kPfmk40tdZicWkaVSzft38nXnjxKSaRnyRfe9DW0YtYwtDUFCOk0CZLRF8AABAASURBVNvbxaTcaqxc0csAaw2DK40sr+M8pziGKhQKZfI1ifGxSYwwwDPJgMvQ0DCWFnPI00keGhyElHTnjp0c+8tIpaso/9v48Y9/iiMfMlEyNIQlBoJ8P4FcrshA/13cuTOI4dFJTEwvoKqmBvUtHWjtWImmlnbMzObIu0M6KS68OBeDwzE2oba2keUFTDPZlV3KQrqwYdNGGI3fYm6JwdYJTExlcYEJvLcOvYs33jyEv/zWm/jlWycxOTvF4FUSHT3tmJ1fZADqHoMwBQa80oDrwCWNnt4ObNu+CXse2s2A9lr2V0O5VtPpruaiLePu3bsYnxiH/iZsjgee6elJ6GAEGAAHxUKARR4OAjqJBdZPTk4xiXIUN2/e47oqYjEXIpmu5XjrGQwGrl27g3cOfYj3PvgQlzi/l5j8v3I/eFZX14RNG7dj/fqtqK1vxiLld/3mbfY/CQW4lIRdolF3abh7Gfyaif5+4RQTvA4NR44HhnGsWd+Jffu3YM+ezahK+ehoa8HKlb149rkn8MUvvYBHH9uHLdvWYuDeFSZ4rmGBc1NFnR4cGcSf/8UP8YufH4P+lpqMZzKRYjB9EWUGuVOpKmi8vm/U4wxcJ8C3/vxPmdR9ByeYXDzx0VGu7VEMD91j0KwPTz75GTzK9aCvqty4oRdGr+TI+x/h+995FTeYrL10/gqG746gKm1MjCRRV1fNZF0H6moz4OQDXPtmBhmyFAO7DUw0JhIeD2VLDPiVcO/OHOcny2RIDwN4m6lDrXTYFXS/jNm5OfT0daO+oQGzTDZt3tqDzzyxE909XL+yJcycuDSkwhvl3E5MTTJpMY17nOt/9yd/jMs3znHOQBndwfGPT0SB2itXrkHzLCM/Nj5Ovqsg587lwcQcwxJ1cWlpESFtZGNTI2733yL+NBObG5DJAE1NRn5c6sAc5uZneWhOM8mxhmMIMDYxwWNkSBvqcU0Zy4pcfyWul3vR3MNctLa1MuHaCjDRWuBZKpVweJgdx6tMNt6+fYf8z0VtBgb6MTo6TD8+z/F2kocFlheoI3HqdJp6EkT3dibw0zxYxmIxZHio0+Hq+eefxq5d6xkYX8DMzCR27NjGQGlb1Ba8uru7uZZzUXuNfZ6bmE+nJVNXiyEG1WOej13bdzK58TTtXBMSdHwbGhrRwyR9VboaZ86cZ8LrHM6dv42f/OQ9fPe7P8NPf/wmSjx0dHd3YGx0hPwuQX9z07U4RkfmosRBS3MbvvWX32YS9vv4+OMz4FIjf7NwzENDQxOGaU8nJou0HcCmDWvR2liPKtp6+kLwuM7FhwPqEtdNVVU1Yl4ssk0xHvBWrezCjp2bsHbNKrS0NmH7to2kWQvHDTAyNsxkXwHz2RxGxucwNjnPeR2i/s1H7T06X9u2bsKBfXvRSXmuX7cmapvJ+JzraswtzJGnanR09uHK9duYmsvSHnVwbqoxOlrC4NAiDh06jo+OXWCwPgvZgTLXyVLOweHDpzn/t9HT003OAf3SU319PTZv3sSyrmiPq66u5n2aa8RHJlOH6FOy1+/wfRGjY4P43nf+kjbvBvr7byCVSqJAO9Xa3IIZ6vvo0BCOfvQRPjx6BGfPXmAfLpMXt5nsm4OCPKdPfYyzZ05Td3K4ePEc3nrjTe7v8zDq+tjkLG4P3AMboVg2BhpCDI9MoMjgfU2mhv27TAIsMujfwD04yTmIsW0eSgY3NjYygL7E9eNxzZShr/2VQ5VJJ1DDxF/MR3QVuf/E+FLFxKHnxeA6Hvlq5J7QiKbmRvJV5piq0NrSRToB3njrQ3x45BRCOuWIdl4Xxvn23Bhy+SUALman56Pgk8u32poqvPzyM1i7thu/+Zuv4I/+4GW0N8dxYM9Gtp5HNj+FmbkJrN/QjVjc4dp00dnZyv6ro7VbLM+jptZBQCVbWCzDJdEQOa6dLLq7GvHUE9sp5zH85Kc/RBDM4/nn9tIm95BvB089tQmNDRkmmUa4vseR437axTXy8ccfI5PJ4Nr1S7h+9TLGGazq7enleqtHc3MXEkzOHTt+BqdOn+EecxzyPaanpyIZzzDY1tTUQj59tLa2oa29DXO0gzHfQSGfxbe+9ZfEzwNhnomlfuzYsYmJ10v0cw5gYT6Lqxdu4IP3jzK5cwUF7rNgsmoxOx2N/cqVi2jmfrSLe311OoX6+gY8/tgz6OteDY/7QNxfgu8uMLFyAps2reZa6KIeFXF3YJi+AqWyFMfJUzfxLu3/zVv0ZbwUMnXN3LP7qeMTnMMeJoZu4wc/eBtZJsiPfXQV8+Spu6cV+kUZnz6gDpn37g2ht6cTZ09fZ+LrGBDE8PC+3VjbuxJPP3oQe3ZtxblTp6P+j1EXaqrraYea0dbchJvXbqG2xjBOPX3zrbehX/4rBXk0NGc4pzXwabtKPNT5fgypdBVSyRQSyTTnzjAyOsV9vsxtycHQ0Ah5W4BH/Dj3xxT1syaTxuDIKBa4Xy8wETvD4GFDUyvyDLAtREnZAnW3Hjq0+G4cruMTPLhUmjgPFg79SfDyPJY5HmUZh/7ecCbtY8/OzVhBOdSxjzbuAUnypKRuLJ6G68XgxeMo8wDNpjhx/CjGR4eQ5lpX0n1xMYdXX/0e3z08+/SjXHNGf7yJejmP1uYGqN979wYjPdm5axNa26s53lns2NWL7u4mrFjRwiT1PI4cOY66TDX9xBSqUglk5yexorsR+3avwU7av26eLTZu6MHCwiwK5OWvv/03ePvtw4hxbDdvDTLZnCXMYPfu7Xj8yYcxOnEP6ZoaZOl79FNHPDfFPeECrly7FtmQqckZMNeMhsYW9PL8kEwnsXHTety4eRWbt3J/WpymHU3hscf3oIXJ8TNnzuHsqWv43/+3f4OlhYDjWYAZuC7i0Ce65bs/sn8P11AdNmzo415cR15z0C8QrFixBm30yxeZgN69eyc8HsCrkh7KhSzLm7nm2/HBh0dx4eJNrtNF9N8bh+zlpUvnabPv4u//g29C3wyzd+8W7gkTtLt3EI/HqCPz2LBhM/buOwD9CYeaTD2WCiXky0vYd2A/stw7L126xFl3ceXSNQzfG+Xe0YixsXGMMIl68cIVbOL5qbmhBY11jZR7FfRVkQ20DxYWMDszjp/97KeYnytz/n0c+eA8YkyMkyBivo+Z6Tl0tLfh1u2bGJsYw/T8DGViqKqqIZ95fHziJO7034F+CXDvQ3siG3Bn4C4ymVrs2yv+FtHS0sxk9RXO9xKSDPj71FfPczF07x7pz0J6ubhI28F5++EPX8P3vv8Trunr9P+oS/TtDQ7lvEBZlpBIpNDXuwI19DUSpCV/0iyNTI30cRbN7Kuutgr9ty8DWKAezlAul6Dk8ltvnUI8VoPrN+9iijb86tWbHPc81qxZi6bGJG2+Q3yjDyUIEVgI1/ei8WrNOa4TPTvcu0g80nszi8rMjOs6jJ4dx4nqXNeN3uUDy98TaG3mmIxO0KfRu+ZP9cJNpVLR2la5aJgt0yxHexEe0FffZhb1ITy1F4CX63Lts1/RUx2LHuCZLfNaqVO9w7GYsdxxIvqMK8BYpnYCM9PtAYi3By+/9lChq2LhLdNflpnGDRjMDLpCZj+EU7kvl+n/5XHqSfW6V+iEDMSE3FUhEg7g0G8KENBvKKHMwB8nkFWBCHAsAdRO7UVHIBkJypSn7qqrgHHMZgYzqxT9yt3MUKFnZg/wzD55Fk0zQ+XSe+VZd7NP6vSuevEi0LPK1IeZIQhD+qcB99oySsUyyjw7BUywQslV+u4OPI6T+kV/xKGtJzocc6D2FajMx6/eXegdvNSmRF+rRHmA82GmOp+yCx8A0WD8F93Jl9qG9FUc19gXACuD6gaPcwGuHHA+gJDlAZRcdVxEeGamUpTVqePACOAV6p13/ZgRh++ShWQiUPmn3yUXlamdQHWCqOw+nypXW91VJygHJeguPDMjT+SBdzODLjMDS0jBKNFlsHJAlSpzHsrknWMCR0b+eIt+RL8CFZmrwszgciN1eAevkMFF9S1cvkay1Z1E7z9XaEelD/4zW+ZN7SJalLue87kCcksl2v487VcWU5PT9M3y8Gmv0/SrqqvSiHE+jHMRBEXUcs+tra1BS2sDGpsaaLtTUb+O4yLkOQG8lx/oAXmxAKA/FnKO4Rm8GCVDe03hkCJgZjDOn+OwzqefEScd6kHIxJ/rOvAcB0SCeC1zzYKXyh2Wa17yTAIXuIcVuDnrF9ODkLaHXbqOB1LkOOK080k4fF+gH6dzGtmDwPeTcL047WTIPT6E2pY5BnKNaCzsKyTvAXUxIE8g/0naVfFSpF+m/skGPM8nfYc0ywjZWLJLptNwOZ5Fnr91BpcP53EP5mi5/yxiiXzn6YvNZRcYj1lCmTrlUEY+5ePwvO5QHsVSAfl8jvzlaZfKKNIulchTiYOI1hmfH/yE1C/uMSHvSpZRuyKaeva5qFxKw3dcOGZcYw5MuBxXyFkIojYB9zOPZ9sUqqrTSCQTVKmAfRcolxLK7Dug0HQP2T8rScNlHyGKkU6aiqCrWMpHbcwxaBy+7yIW8+j7JFBVlUKavpP6F4+CEmWZpzx0N7OojeOA9MMIAs67IKRwBbh/6VmgVzNjO4djcwEYdGmtlEm7TP+vTLv0aRp6Fo6ZwdSXE3LuytE41S4sBwgYd9azGblk32qj/gQOC102NI6dgxUCzCgD4qEYkk4ZwndY5oDloifgWMwMZiwjrnAEZkZd9RHzY1GdmYm9CNSfcATSe7PltioXqFx3IbucY+lfjDEUgcoKlG2BukaG4MuWwKjKxv8JoTCW6Un+ovXpPvQu2Ym+cbzC1nMFVK92wtGzEcFTH47Dp09+VC8wEwbgOAazXwWHehKB47B+GUTz0/Q1n3oXjwKXuq27mUWdmdmyDvCOT13LwzSY68DYt6o0hk/fzVh/H1SnvgU+17HDtel6DjzPXaYPTjnBzFjmweWY+UoRB9Hcq72Zwbk/FvUvWrh/qd4l7/F4HL7vU/dCaI4q60A+ouQlPLNlvtRUNASg3pktz5twKv1INgLhmhkiXL6YWcS38MBL5eKJjxGPoqE+VW623J/6z9G/XFpaivhTW/Gqu/BVrzbiu9JOYxJIBwTCEz+qVzvVOZR/iWsykB0hA2YW0adC8MdYgkiGaldgYkt9iI5DPNFQueQkmmbL8mfDZRpsbWbRs+orPOouGuq/AkSN5CP6gjJtnMoq9WbkheByfmL0sTXH5jiRvMxYR2TRFPBRLPAmqYakK1tShnit1LMyaqsxqIxYiGLKLm/ULzOL5kj9S3YCPZtZRNscgyM84TuA6IBXmbZNc6B7iTZ6eSxBZJtL5RBUlWWg7VmuK7PVcnuXOlihI3mVaC91N7MH9PUu+nOMf+iMkaM9KbNPgcqlIxqPe39tmDlw2F60wUt1ZstzomcBi2Fm0Xg1ToHwVfcJj2oDrosSoUidCKI2ZgbxLAAvtRHfaieQbogv8RdZroYJAAAQAElEQVTBfV6JGrXXXWMSrupZCM2t6IlWQLusu/AqoDLhqo36EohGpV53M4vGozWtM5mZcf/O8+w/x/PtInWhSL0ss7tlHRE92bPoTh5FL+Qc4f/iMrOIvmQlXsFLfDoyShkewltaWphYWY3Wtg524mIpm4frxBHSqfH9BPxYEmketts7Oni4bSFeK9YyQLx7726s37weHd3tWL12FVrbmyNHLaBzMMsk1wSTAQvzi5hjcjM7n4M+eZNdyCGgcoUB0MeA4MN79+Dgw1uwf+9GBhl6GKjpRF9fF/t26fDkcf1aPxMC86B+0tnMMagwiYmJaQ7BQ0dHN4NqG1BV3UBF9aKvox0cHo2CVWUGc4tFQ1VVDL29GeK2Yv/+vfh7f/8P8Hf/3pew/+GNkEOqr/Yqc4Otr21gIKkN+q3voTvDsMCJNtVMbS22bt2K/fv3k69eOiSxaHKOvnsRh98+xETRJFoYlGttbYZkqQN0IwPD69atxvbtG6EgsgIhwwy2TUxO4vzFizh/4SJu3rrFyV0iD7WIM6lq5mCGCd9CvsQAxhID8zNU3iCah6mpOSrDPPqZiJmdnY6cLPVhcKKk3nvvHWbydZIBmTwCp0THcJYBvBnAiuxjFvpK4MamOmSYeJqZHWfgYYRzWIem5gwTTs144vEt+DoDx//gH/wRPv/5l7CFielUKg0pjPFQ5sLlIQRYYsKuVMxBnxCYIa8K5I+PT/DdR4JBkQYmSPbv24+1DGbcvXMX/+Hf/zG+993v4+c/fwsD/RMA6VRX1WLFqtWIccxyZot02ClqlC1AXVMtmtva0N7eg0SqBiUeNgv5EM3NVejq6kJLC/Ui9BnQrEF1TT2qqut4oOjEipWrEKfjOTQyjEkGkZUErG9qwqq1Hejt7cGu3XtR39SOZCrAlq19ePKpJxm8exZ1DS1YWMxjcHicybUsYgxIOq6LBia91m3YxPmso65NUP9muNnGkanJMKCaQizhw+jU54t5LGTnqZOjnLsZLCwsULcDOOZCl8Hgez4hTt1d5JxOY2RoirIYZoDzLPV1FEs8RI2OzbGfedzun8TxE7cYEP4Yhw8dYUB5iH02cY62ob6hjUm9MSY132IQ82Oc+PgMTp09D5DfAwcPoqOzh3MUQp80OnDwYexgsHXXQxuwe+8afO5Lj+HZ5/ejp6+ZMmWA23cYxJxFnIemJso8kfIwl52CnzR09DTh+Zcewf/4j38HX//GC0y0fgFd3Z0IeNDwYgYHPvUzB8eJoUxHVzoRckNuaU7ja1/9HF747JP4wheex9Yta/HFz30WL372OTz33DP46te+ShuzEknqVX1DHVpbmtDd2U4JlZDPLaCmqgp9vb3YsHYdnnv2Cbzy8lNQAD7F5GBhaQEoF9BQV4NUKoaGRs4DEwiLi0WEPLhlalPg/kodaWAf9XjxhZewevV6BgTno8SD/m7fkSMf4cb1W/iPf/rn+Pf/4a8wM7eAVz7/BTzy6KOobWiA1uDk9DRu9Q9AycDh4WEmJy7h8HtHcfHKVa6RJ7Br525Iz/1YHNt37sRuJsske321YDsTsSup13Fu+DKyRR4ss/MLlNU89WIeHuepuqYazz33HF544VkGkNfh2Wcfwj/67/8QL774OKqrqziWgHM+jB/96OdMoF2nTixgdGQ6knNVOk5ZORhlgjDJhKAOQkt0shJ8jpL4XEe+C15lDA6OUd/KaG1pwyJ5uHHjBnQwm56ZggK13T0d2LxlM7ROH3/8SfadYZC8h7JbxcNWiirlcs01Y/2G9aitzaC5pQFbt22h3Otw4MDDqOE46uvrkeeGLhsxyATczdu3cOX6NcS5DjXOIg8OBSaDZianMDw0TFtWiGyVvlpxdGyMwYIi5mYX8M47h/HR0Zu4fnOO8wU0NqaZOM3y4GpQInp8fJQ0XbS3VZGfVQyU70VXZxPu3RvGn/3pdzhWrqFcGcePX49k8+ILL+KJJ5/Eho2bcPHSTYxMTnA/AEaZLAnLZehyHKOTA2gvAvUnpAEaH52AeJubXaTc5/DxyaM4fPgXDNRfZiB8CAWu9Z07t6Orp5v2NU97sYDf/MZvQvvgyZMXMDm1yIO2S7oOWpqbqStboa+E2n9gL+4N98OPB2hpr0NLRwNmZqeQLxaxZ+8+yD4N3L2Hb/31q0hlqpCsArg1wnETqK1rwPTUAoMrOXR19+Cb3/wK/vCPvoCvff3LaG1t4nzUI5OpRktLI+fMwUraweeffw7D1F19+jW3lONBvIy1a9fjf/gf/za+/lsvwdwsbjMwnc9lMXR3FO++dQQ/+P7PMMLxX758BT7t8ujYCEIzZJksHrh1F1Pcb+PxFJb4PjM1zbXwGFavXIEd27fht377N7j3r+ecBYj5QDEIELoebYuDVDrJ/dIDEOImE/sXL16gzhQ4/hnawknKWXJwMXB3EDduDxDLYYC+hN6uVhLKoa4qhiITJB20LetWdyJGm5tK+dD8yVHLMQgVclWM6RcfuLfOUddnqFOuG6MddqhjZQYuA+4XSeoTiBlgivIsMCGbY4AklY5Fcssx2XVg/yPYtmUrnn72SZy5cAqnLxzHyNgAmloyTJhcwPUbt3CGSf/F3CIWl+aY4KhHnPvAFSY3R0dHqY+DGGHirKmxjonQEco9xz3Kg3kcCu1kZ0cMNZk4pmcneK/mOkvj/NlTuHnjDJ6nbe7sTHBOa6OEaZJJm2QihdWrVoIGl3pQi6tXL6K1qZ42s4Pj8LheV+PxJ57meGY5T3nU1FRxjaeRo141N7dG/MzNzXMekkz0DRFniYG6eaRSKfpCHZTLEoJgAc3NKejyvBKOHfuQ+0wVtmzZiJ/++Of4zrffRlBw8c6bH9GOLDLgt4hEzMWWjetwjX7MhrVrceSjdxH6BaSqkzhy9CRt7DD1awSOxdHV2Y0cE7bplMF18lyjV/DOWxdpy33UMlmiXziorUlwf6xCMl2L/juDOHfxEnq6V2NgoIw//nc/wE9+cgTyrcySuHP3JhYY+HJdh/Mb4uOPz2Ge/mRv71rujdMoFXx89MFV/J//5k/xxi9fQ1Uyhgnaj9v999DWvRHvHbmJv/n+efyrf/MtvP7GhxzvSSwwydne0YXN2zZwrlvw+juHsJLrpb2zCzW19RxXNSQz+vYwc5CuroHnJiKbbAbabCBJmWYyGfpLPszxsEifIh8FF8uUWZlrOIv5bAFDwxOEMUhHfT9Oe5elnhQgR96o/epHdtpMbwBCdeAwAU080puZWcLSYgEZzvVtJhDnqEszM5Oor61FQId6MV/ExNQsdeUGOsm/y4OV7KR8tvNnT6KQ4/ynE3jl5ecpyxtoa63Be+++znsSr7x0AP/x3/8TrOjtYpKuFom4x/WeRXNjAi73ls8+9xBefnEvfGcJA7cuI8d12dfdhu/99Y+wOLuE9/Up4sDH9m1r8Ed/+Ft45snHMDk5jq1bN+PmzetYs34dqBT0tyawZdt66G8vk2kmYzNMtJ1C4BTx5PPP4+rNO9wDetDetgbf/uufIp8LsI7z0dbaDo8y81wH69dvoH4M4tyZKySZwObN21FVlcbqNX0I3AXMZMco2xmusWo01bVh04aNaKLPsG7NGqziHn348Lt47WfvI+Z6uHL5ImamJvDoowcwPDKFyYl5ts3hMveOyxdv4AMm+se4rhvq6ygTi9ZHY1MNTpw4Tv27wj2pm/7kI+jqroL8gttMUtYy0H379jWEyKK3txmPM7n71d94GQce2Uf9SeHylSucXBcF7pE3rg/gxo1+JpGrQGuFm/238ebbpzjPOfz8p0cp1w/wg1d/ivq6BtTW1uGhh/bxuQn6pZIkbYTnxDA6PI1MphEWukjQ/9C+nkpUobm+Ey4SxM/QVsVR4v63tLiAOwMDlHEjYMAi/Vclu0dHRxDQdk/Pz6F39UqkaXvvDd5AjjZinn7W2XP3cPzEFco5Q12ei+zN9cu3KbtZFEs51NalaUsaUZ+pxvNPPcb9dxUyTXU4+PjjOH/xDnUpQb/2PCYms7TFRlkP4wYT6rF4E/eGIVTxbOKlgRt37+AmE8g/fv0YPjp5jfPvIO6lMHBzEDFLI5NqhBPG4Vs1fYEnMbeQwomTg9T5EdTVViMoLmB+egwb16+hPwz4bhKAA8dxOdwwkrG5QDksgQXwGIBzWGABsbjuEO2+AfQIhNE95NrSs4L3kpHWaalUgs8Aj97Ba3pmBjn6O0EQolgsRXZB72WeLVkd/TiOQ3rGuhBqLwgoczOL6vWfmZFXJ8JRXcj6Im26bIQAvNTObLlNhWblDhjMDK7rRHTAK5Tx4t1suc7sv7yzOurTuc+j3tW/QM9my230LFB5hEvZmpmKCJU7paU+ab9CxhAQ+Vis4x0sA/jMNo5RHiGEDFBufIPLMtdxIdoO0ZYhIBJReM4wM47NjXgNjY2JI3IR4FcvM4OZRbTwa5fZcp2ZRfXqz2y5TM+O60T9mBl0OY6jWzRvGruZPaBttvwsBMla9bpX3nUnw/wJoTrNn+ZSzwHHXWY8pFwKqa+GchHR3YHP9aw+OUYg4tHM+LT8Y2ZRmfoJI5niPj8GyVWtoj7CICo3YznHEOEjfDC2CIdydSjokHY+4DmPqGwjCmF0d12DEQcMdIa8k1Ow4FOgkhCcNng8W+rOUbCePyRmtqzz6hufusxIl/1GRWEY3VzXZZ8WPRsMkruZ5ECKxDFjKQG8RC/g+vj0ncUwW8bhLXpWmXAEHDpAmRtlDq5NB8Rl15Eq3b8Lv8T1vSybIJpzvatc/Qn0LBBNgcp0B+lhuROAtsTIs8pVH7DfCk2X43acZT0GHLhejLJLsoWLJfqnAcsCzp32u2Qqzr3F6O/X0r77AOcpzzNzsZCDzsP65ZjW1hZkauvpexQwOzPHvaWIHP3/MucsEA/O8vw4LtmiYByHNoZ3Lc8g4pdkiRdQnnAdeHEfsZgHIw8BlZLYLDYsT0UY6bKZweV8ubzLfpapwwHlGgIch4GPyOULtIcB7XgxAs/1YY6LMuNz83P0SZlczTLeGJARMx+sBCjDMNJp46N0x1js0N7GSKuI+cUsZrhPlclbaOyHOlksFhDw7vsedBW4t5Y4h4ADh2ONZBCSb86B6/uc04DyTsClT2HmcA8rE9WBzizxRIzjK8HleSMWc+FQdsb5cl2DEZwIHJgZIB4oH82TngPK24i/3KbM/TIF13UjSHBvrqmpQSIWh2cOQgY1C9wzCoU8Qs5pBFx/s7MzmGGcL59fIo8O/JgP4xg4GewvjMYZqN9o3jR7nFtzAeJw64nOYDCPtYY8zzkhd70Y/blYPAbPc6P2ZcrKzDgGkQwAzlhImmArvkQ/IeXlaX8kXcUbyhxn6VMJGOFKX0K2k4wdR3PF3spl9hGQHSeCEhPSLmUWsk/Nk4j7nAMlGs2Mc1EklKI2GqM5gGSo5xL70y/VgvPmOS5ifoxnmjgkSzOD+nVdFw6fhWPEc4CoRXdgFgAAEABJREFUnLfoJ+Q4hFcZS0C5FxmfCYIAgjL5LXKPlc7oHj4Yj0N5eYjoOw5lZahcZhaVmy2XmS2PPWRfJeqAaAlEX+0FqjOziDfXWabn8d3js2tOtPeJlzzjKpV2FZ7VVvosHRctjUc4FQAv4eh9GS+IZCp6whcdokTrR3h6rtz1/CvAMaidZCFaah/cL1N55VnjkxyFJ1riSWBmy7LhuMqUsdqo3mxZRuKRwoTDxKhDfTRnWYa4f5kZq5dB7cqUZ6UPtQ2po+YAnr+sy7ncEpTwU9+e70d9k0A0t+K/zPk1M0gGZhb1IroVMDOusRjtXSzC+XU89alGkkMFzAwO+Q6BqB/1IajQVBsBq7m2wwhHdWbGdk4EES1n+Vm86104oiPQM3jprnFI3rpLP1QmPgVmFtFXneQkUN8C4WmtpdNp2k+f1Jb51UMsFluWFeUJgnBDzpd4EV210zMHQHtdjvSp4gObWTQGtVF/Svbqrnczo/gtoi06ruOQRIgy153GJb5EV+OtgPDYCHnabY2vgmO2PDaNXSDdE57uRrrgpT6FL9Cz2XL/rOKPZC/euf9wvxTtCg/CVZuK3MrSM8aZl/KL3A+WbZLGRCKRXlTkVWkX0E7wMAKjbXMIru9B+gwDytQ5tdVd7R3HhZmDIDSUuDHmaX90PojGdF/mjuPAzCJQH2rn0rbF7yf7JSOdPYSndjnGf8vsRzjiTeVsDd0d6qbqhKcxCkflZsQgiL7KxaNwJAP1pz4qIHyVRcA2ZfpLee7niruVGNOiSYh4FW21EQ96Fl3RU/+6V/qo3FWm/gWiLXzRdrnXSOdEy8winRGOmUF0BWbL5aJdoadn0RDdyrNwtUdUQDIEL+EIRBeRzmuvKrEv3ctQnWgJlnHYiD96VlkF9M5itpN+BXBKdH6y2SUeqPMYH5vGAINOk5Oz7MK4YSXg+THUZGrR29ODJiYMlWTq6GpH74oetLS3MNhURecjzqBhFZ2mHMZGx6Lg1NzcHFwaysbmRvT19jJ414UMk19JHv4XFxYZnJ1k4CuPRiZVdu3ajkce3YcnnjiIr37ly0w2PMtAYQ+dAHBhhQxSzzBQNoL5+SUG10vweLBOJGtQKjuYnVtE/617OHXqIt544z0cPXIKwwxYzTB5WyxmUV+fQHNzTRRsrmUixnHBcY7g1q0buHPnNsd7CzNMoMRogPWp1XfffR/f+e5r+MtvvYFvf/t10j0LfW3vPB23oaFBJjgu4/Dhwwx+3IC+Ni+druKmnuQhvh6rGMhWMHsfEyxf+tKX8CQD+j0MgIMKKAPlx2KI04kKg5BjmafMFxl0nSBMMvh4mzzdxtRMDv13Z3Hu/AADuAM48fFNnDx1hYGdAQb0J1CngEpdLRXLIbigJlMOdNjooDU0NaCrqwOtrY3sMo9iYREzU+NM9A1BydTs4gwKLAuCHG7fuoJLF89x0QXYtWsLnnnmCQa3HkJPTycCOnPTlMns7BzmKd/h4UnSGGdwJ0ua5WjDT6cSnLt61DLR4nMznOd855ho1f3jEyeYCDzMQOXHuHrlFhMo91BmsCWZcpFj0mNgYJgJkGGOewI5OpE+nTyHm6LPpJDLeSiVyxgbH0c/dXFoaJwBsTSKxZBzcROvvvo2ky/HcIl0Z+mIJ5LVWGLyWcH4SQb5Y3RWJ5lMPc5AV8CVvmfvXgbHn0NHRzdWr1mHuvoG6mwjbjGwf/jwh7h89TaD21k4XhwFroXqTB28eBKjE1N4+x2O4cTHuHLtFsZJez6bjZz4PJ32HJ0dh8pUI7k3NCCTyUCblUvD5zhONDd6JgucIifaxBKkq0+/pdNJynKJYy8zwTNJ/b2LgGN2XQe1dQ6DiFVIp5IsCzE8NIF33v4Av/zFIQb1TmCawdTR0Vnq5DyamjqYjFrChx8ew5tvHcY8Ex31jY3Q18X1ruzAcy9+Bq988Rm8+MrTDI5v4LyG1LlcdG9taaVM2gEnwOlzpxnMukE9KpFmE4ONK7F330Mw35BdyqJA7zydjlE+oG/r0XgYUsk0fNdDQEfXMSCVcrBzxwYGZTMM3MWwbk0XfK+IgdtXUeShL6RO1TBZuGnjemxct4oJ0z488ehe4tdizapefP6Vl6mDT2H3rl1Yt34tVq7owfbtm/DQ7m3I1FJeuRmsW7sC+/ftQmN9FeU2SKc6xEN7V+ErX/ssele0o6MrgxdefBL/6z/9J7RHNfjo2Am8+sMf48///Nv4q//8GkZGp0irEb6fZMB5Eul0hhtmQChDDpj0/dChQ/j45IeU7wh27NiFz3/+Zexk0lTzeP36TQYh73HNeHj6mWexdfsObGEQN8Z5PX/hAvTLEfrlkXQqRb2/gmtXryDPw+w0kzwDt6lnvBd5cFrKLqKjtQNrVq7CSy88ipUrO9Hdw/noakBNjQPXKSHPdRLQTtQxSZxKx8lzjAnPJGoZqMwtLsHhwavEQ1KCicsFJvBLPOTEYoaqmmrs2L4Zf/AHX8dnPvMQrpKHU6fOQA5EgeskHktg3/69ka2qq8tQhjFcuHAJ779/BIcOvYdz5y5Anxq/yETJ5cuX0c+g65mzZ7j2TqHAtbpp0wbEuF7Vb7HkQEmsJTo/kl9vXx8PiQlcPHcRZ0+dxXsMrn/w/gcYYiL18uWrPOQvcXw1lOcueFwnc9Oz1Js0vvylr+ErX3kaL764G9u2tVPPApgH6mct12s1MgyyphnY3bN/GzZtXoWZuUnoF0lqqusxP+/i1Mlb1LNBfPMbn8cXP/cCXBRx8eIZHDlyFEc/OonsQsA5A/eRKSZBF2iDcgB3ON93keH6ranJQOuNyw+eBzQ0+tS9Ndi2bQNq66ppX7Io08nKc907no8kbX6R9ki/oFFb14yQSaOh0TIG7ozjjTff53o8hf7+IXx0/CSu3byFj099jAuXbyAIi3jlcy9G+0WcCctLly7QxryFrq5O7Ni1Aw3cTwsheOx1eRjm3sfDnUOmqmuSbONxL6tDgTycv3AeFzk3jbT3+uWg6ZlxdPd0MXnSjvmFGVy9dhVzc/Pkucy5XKL9TML1DB8efRsnz74F153G7dsXMDI8iP6Be/j5z9/EDBPI+lrk1rZe1DAgs2P3biYJ1qOtvR2PHPwMnnjsSa7T1Vz7QFtbGy4wKTo9O8O9nsm1ZBXX7CYkkjGEcOAz+ABejI1gnrqeK5T4FlK2IeWcjvbspJdEijA1vYjG5lYkSYPnbZBNPPfETnzhxaewecNKBIUFNNTEsKKnBatp0zKZNKq495RIs8BAg0NbK4dqnmtACfwYgyA11Je79+5icamA6ekFyDkqMKhCE4v2zhbUN6Uoj4C6UESOTvPIyCRqafcXmKS70X8b737wLmX1IeftIrJMTp09f4125hFML5Tws1+8i0PvvItLly5iicno2tpayrhAmSbYT0ifpoSpyWmk4nEm07fgn/xPv4GVfXH6QD6T4F9Gb18DRkfv4czpk+ju7sAaJok62+qpv5fR2FCgf3EOCa7jVSu70dbajKuXLmF2agp9fR2ob8hAPswvX3+Ta2oMwyPDkM1qaGrn/GW59uu5b04zuTrH+c/io49u0QZdRTqdkrqjtrYOSvYWKDvJLBbzkeBa/s2vfxGbNmVw4MBOdNIGDQ3eYZL3Oi6cu4ba6jpMTxZgdPZra+rR3dmJ5tpG9Hb0MknVhCIPJy987jmu0QziyQz6+0dx5OgFroEz+MUvD+Ov/0b29xdcg3MYHiTPQwt45OGtoCnB+Ngs8YfR27uKfE3h7p1hbNu2E3t2P0R9cclTHzQv8XgtE26d1L8t+N3f+Sb+5E+OUl8y1EUf+/Y9QhuSwS9fOw+aQ8qoBf39OXS2tcM1F64fYt2mTehZvRmn6VMFTgZ/9He+iTYmeTu7u6ifZfLeiP7BKRht452RRVy5NYqLV29gnrabSguee5j8Ae1SGY7r0ebMU+4zcOj3JJNprskS5T9LfctS/4E45951PY45z3GWkUhUYWZ6nngB10aMvKcQY1+FYhlNLc0MeOYRUL6LXCtKSuU5kKXFHFwnzjG6XMcB6YbQwUmfsGAhFhfnqUfD9AczaGqsx8ws9zPayCL1fGRsErPzi3jyqWfw2BOPQb9Q19Lcgs8+91m2GcTq1X0oFOaxf+92nD7zIX2IaTTVe9yrRugfDOKFFx7Hf/sP/xB9Pc1ob0nAyvP47DPb8PKz+7E0PYx/9N/9AfeYdbh1bRq5uRwTry149fuvw3NbcPTDq7h25SwyVT5+9MPvIlNdjaF7I9i6cReuX7qBC2fOoHdFBwbvjuHciVuojrfjCsuzC/P0F09wHg9Ffu6Rj45hanYeL730Ev2vGzhOW6pPfY6NjuPDI+/jwoVzTJJPcz9pJv1J6O8KX716GbG4g7n5Ke4btQwNOgi4R/Wu6OXcFfCN3/4NNLc14fyFyxgdmQW7pI5fwuuvH6I95f7dfwO1dXXU3cs4efICE7ZbUZ2uhWs+XDeGfXv2oYVr8viJMzh//gLU16OPbMXatSsxPHwH4+NTnOsEk4ULOHb8OPelE1hamEN9JoGdW9ZRvtNcs3fh0a+6du063nzjbfzVtw7jxLFTlFMDhkYG8dNf/AIr16xCQ4PHJPRWbFjfxjXXhX30e1zXRV8fx8L9dpq+xAJtnuO4cB2PvmSetniBc5DgumxHgcnPBQ5wgf6GQ/9khv650beeIj+1PHM11tZiy7r1TNyUgaCItas6sG4D7XvMg8/9bWRyjMndGIrhAsJEAZnGJnT3ruMeuojbA3dxnPuqgxTSyXqUKWPtxXPcQ5oam6lDsj1HkKHvsnJ1N67fuIKp6Tno21RGeT6cnponzy6aWzqwefNunu2m8ItfvI8bTKI3c90ax9Ta3sHz2QxtWjXkU/XfHkDMjwMMRKSrqlCTqaFt+TZee+0QvvDlr8D1Eqita0Dci0X7w+z0JK4ySe65AeUyCY8bixmbAwjoO2m98RGOY7TbJT6GfHaiZzOjv+VHZb7vsZwNEbLMQ5k+WWgO8vSJK3fZB9ePkS6bUFfyhQCOG0OhGERQDoztAC5xLd3oHpBONHe0E7ovJwVDnhUM4smjbXFcB2C/AQM2ZW5e2sdCOqIBCZlZhKt3MyMeMe/XqUwFZgbHRAOfXMuon7zzyXF+FefT7c0s6odov3IXD+KpggvOS0g+AYMujoQ3h+MNeV/mTQ8heeQPhBpSLiB9wCiTEOVyEN2NPIuKcMHLzOA4HlzeVQdeQSQ/0kfIdc52/B8ahsu+nBAhASQiGhVgs1/5UbkKzIioh18DM4PrujAzCDeg3PUu0LPGD15mFuHw8cGP2XKZ2lXArFIGjpM8k57qokaGiIaZcawO+D9AmYJPiK6Q8ilFYEZklqmt+PjkHpVHtFWm9pJp6b7uaM+XDrFpNB7xL1CZ8HU3Wx5rGAbEKcNxic0sWRCW+ECWNHnkG/SHXYQQsAXrKHPOgfh5AFxnoYAeLR0ImEM0/p4dtvIAABAASURBVJAyaROftMzIM8Hsk7v00cxgZsRe7jO8j2skYmbRvLicG+EKzAxmBl3CrQBZVFEElTLdVaC7QK10X07MsYYFDgyO+qL6moC0VcbHB7yDF1GX3/UsHIIZJUJ+RVPAERAnIIZGXoZkrvIi7bhkDvXFNWhm8DzvgQ2aZvxldiEbnU9z9GVz0dfhBmhra6HtbESGZ0HXdbiPzdAfvIMy9WUpV0RAOqIpe1tWwJP0jfyU2F9AW18qlagjIcQNiCtb47LfOM+SXtxHwPkWz6pzaYdcxvGIBmgeCa7WFiEknn43wol4l3QcOI5LPEMYEFhZLoccbxCNAazz43G4HvsoA0FUB+Tpj7peHCW+q72Zx65Jh+PhD+mBNEL6P3mUomB8iKmpGeQY1JW/w8MwAsYxdA9dA00DJEcOGXniCCR9M6PPvsS2U+SH+ky+c/TvQzjkxWjfY1FfJcY00lUp7j1V8LhXxxMxJFNx1hv5IrYD+JRXMhlHgnUe5eP75JnK5poD13GJR5pUHK25Ap3dEg837J6+apL+XxLy5bRO1GHI9WRkOsa9IJVMMraSRFTHBtE4iBQwCak15LEvh2NkEcIwQMjyAPxHGgEh5KAjgMEhvVg8hUQqDZhL7oCQbYqlPMdfgPjC/StkO/Fa4tjVl5H3kLghywW+7yMWi8FxOC72GUZ15YiengPyHxIX7Fd3gZnB5RpV26p0inuzi2TM4z7ugI4Hx8g5gHgKSYcP/FE7zXEp0tGAlUSl/RJvZd7NDK5DHqgHi1wbJe7DwafGDV56L7PeTPNlLAH7CqhD5QhU4nk+PM+F5ivGZ9dxI7zl/ksIor3oE7lGlfzPzCIZCE/9CPRcAfByHQcuZR8St0ieSwQzg0tZmFnEi8ajtgK1BS+XdR5xkjwb+Gxf5HotEIRjJprkl/VmGgEb3P9R/a/D/SqYWTRm0VH/mkOB5tFsmY76V3vdK+A6DuXj4dN44k14mhszi+pE0xzj/IXRuHD/Ep7my3FdOK4LI5AZBNQR1akfM4PjsJ59Oa4LiI5hWU8BohvrnWW5EUdt1LdkJxB9vYdsYWzruGzMZ+EZ8T3PW27LftSncAWqBy8z4bM/8qSy8L4eOffb6m72CY5oCM/MItnIBpixnj8hgSQf/Jh9IhO1ES+iJxriQSD+VWdmUJ2Z/eqY+Q5eqnMpH9HQXTTUtiIDokTttc6EY2b4NE6esWrNv/oULeEJ1E7lomNmiNM2xxgToEQi21DmHi8cs2W+9Cy6FdC7wMyi/sUbeIleJbEqXBZB86G+y7Qd4sPMojYqw/1Lzz77F29my32qTGMSbclKbUW/zDVFYUHgaJ4J0jHtz+pTIHzoEi3XAagjMHAHC7hX0rbwXXQdzrfAzCI9Xm7CZ9pV7XFl+j5F2kX1LbrC1Rqq8Cl+CrLxlFfAOLdspxPRZp8kpnaSs4CvkZxTsofxBOKJJFwvBprPaJ2KZzMySUQ9a5wCPbvSAZ6B1G+ccyXwaLtUJx4EehZ/FfAoF7VTeZn6LV5ET+NgF9F4Va62AtWrTu3NKAOuDeGZGVzHeTBnZst1y9UOzJxoTYinimwqfesunnUHL9HXvi0+zAziD7yrbJE5JPEBXsIXHyH3GpVJfmqjsgo9PZst8yK6IRkSjvBFK8ucjcYkvE+3IflI3pU2ehc4nDfH4QpgnyHlZWZkbRlUL3zRF029i+4DKDGgU6bDNTe3wADRHAUSQ31DAwOczehgsKmhqRFJOhagoUrQ2UqmE9ycE4ALzPNgLqegxI3LcVw6Fkm291EmPY4J5AUa1NjEKMbHRpGMx9DMw7aSKolEHC6Znpub5qH5Fh2cMdKb4vNtXGMw+M7de3R8cgxGgY5LCtlskYfiPJ2jkObS5x08fN/FBx+cxM9+9hbeevtDHD9xCRcvTfDwnUMtA8IbN23G4088jKeePoBtTMyk0rEo0HLn3m0GnC8xKDaLLo5RnzqtqkpjkMlSfaJLwcbW1jiDGW3o7GzluGIMBCwwEDIEBbAPHHwYTU1N7KMW9wZm0drcCof/NN4ynYDZ2VkUacBcTkSRm2ENg/VdXV1MhlRTJiHaGaBetXIlg/aNdCziHGMBrhujowg6WnEG1xsITeyjHkUu0oH+cUxOZuG4ftRm5apV2Lh5M3Y99BCaW1tRTfopOkxxLk4pz/z8PGI0SnL2Vq5awcBMLX0XBufoIKXoANbUVKGpuYFOW4LBngUsMNACGoxxBnnffP1nOPT2G7hx/SoWSCfOwHhjQ4oBCp8BYhe11ZzDplo01FbznWXsp6GuFo31taAeMjC4FI0nHouhtraGid16JDjvZTrKZQZd5udzDMjMcW4L6OntoYy3oKqqivObjT75Up2uRm2mnnOeiPQoy6CiPlGWXVhioDpAPudw/j3KK06HtExaszxIjHLer0Rfu/r662/gOJNoSiZ0d3UTJ4+PT5zCmdPnmOy4x3nM4RoDpWfPXsLA3WFMTM5gZGwK+nRqjkEQfS1orlAGzIHnx2hsHNTU1sKlUaoYHW0UBc4rePl0MmVAdAcMMgBa0KVSCdrEKgtPz5qXaSZli4Uix1aECwdymlwaxIDWlDfOVR11rA7pqiS6e1dgzZqN6OlZhXwuxPVrd/DWG+9zLNcZTBxkMHGeQf1+nDhxGadPX6dOD+LEyXM4cuwYk8SXMcs1XSoag/uLmJ8rIih5lEeZjnQIn7rS3NqGRDIJkO+lXIHrbxH37o3i1OmLeP/9jxgwvIzXfvE2k4T9TDzkOJeUg0OnnJ5DSGMTlPNIpzysWtWF//6//9v4wz/8Op/bGHCsQU2Nx8NejPNUQh11ZfPatfC5jWVnx9DF5EFTQzV7LbJ9HK2tLcRzcYuJpz/5kz/Ba6/9lHPaT12aRWNjNZRAffrpR7GGgblifp7J2io89vhD+NznH8MzTz9C9nMc6yRqa6vgMBF57NgRHD58iDI6z+TnXaTTNXj88f04sP9xrieHa2mB66sNBx/dHyWLinTIT536ELFEGY98Zjc+85lHsWHDBujq6+tDR0cH+WiCAvt1dY3k28NCdolBxTuRrC9cuhwF2/M8FM7OzGJ2egZNDQ08+4Tsv59zl+OayFPvrqP/dj9OnzyFN954EyNMMk6MjjCJcJs6XWR3JWQXQ9Rkkvitb7yEvfu2oFwuUDYh+5ujjZyFdChTkwL3ecSpnxNjE5jnPCcTCdqBNB56aBM++8JziHke3nz9Nbx76H3KcgRvvXUYr776kyjofPbMRYyxnev4mJ2Zw9Ejx6D19drP3+JaOU255xlsHsfRo8fwgx+8ysTbLdK4h2Ixh/ro0zkxxGi8PS74XupoSN1NxGij5xbRf2uA4wAT3+vR093HNgETCXPYumUbQtqAkaFRuOaRTiOquNZ9N0EZ3SMfC2hmwN9zffiegxraqEIxz/UEbNq0hu3X8kBr1OvTtNO3MDs7Q55GGYSO4YnP7MBjj+7E4sIoZidHIxs6OTHDoPtJLDCR2t7ehLWrV6CjvRmu51HWIaqqY5zTDA+3Ph3HLIPtWcjRa2tvxG/99tfw1DMHsWbdWsS552kND4/NY4kH78mpOdrGO6imjYrF03jt9XcxcGcETdTTgXvT+ODoKZTdNBOjK3GLa8k8ypiJzfa2WgaOt2DFipWQXSrky5yDAjQHExPjWLtuNR59/CBau9rRvaITqSqPQYYiE3VZVFelscjg+InjpzAxMUWZxDE7n8X0zALOnDmLkBvPxMQYqqursGvXLuKMs69NfK9GkUn2XCGLXHEWm7euxB/80dewdccmjE9OIJ5Kob6hCaETQ6kcw87dB7lP7sW1G7fZdylKlN8e6Mef/fmf4/uvvso9oxnr161DU1MzBrg/l0LuV7Td77z7Pg4d/oBtHMzNBeS1jLn5InRwMsdFIuHTzgHpWBI1iRQOPrQLzzzxONqZlM3QqczOz6HARKZDv2E3eZueHMcvf/YjTI4OR5+IGxtlfT6LxqYq7Ni5kXtgFThkUO24rihDN6RuxCNZxRIesktL6Opu5f41A7OA8yso0rYmsXnThkgPjFpal3EQdz3UppK4fWsYJ0+fxZ27gyiXHCYt1tK/mGZi8DJOnbmKgcFpnDhzDTPZEIPDs4QpJn2muF5OYZDz7DlpDN2dZmJnAsNDU1w3P+Q++hpamtJ4+OFVWLGyEXv3r4EfyyNfSpDuxzh16hzf01x787jE5PQTjx9Aa3MjJsYGGRcqIWDCS7+E8eH7hzAyfBczMxNcT2XUZGo4f7OY4Rr48U/fwhtvvY3sYhmjo9Noa+tifw9j/8OP4PHHt6DMoIB8u5s3b+POnbvwaTPiPKwXuH/Ncd/PLizSJ2uM1p5++SC7MMN124Xmpgx276YuUU9iDCiF9DBzxSWMDg9x76/DJSaT9Cm/Iv2ThdkFXGSCKh6vhudXc2014DOPvwSgivLegRdffIzPPhrqa9DRFqfcZrhGMwgCH6tWrsXJU5dA08D97Qbe+PkvuGbnOLbZiN/6OtpROpNXrwzjn/4v/4ZzXMQ//adf4l41ge/8zXmMccyvfO5L+NyXHsXK9X3o5R6x86E2bNq8E/X1XfjLb7+LD46dw9mL/Th36S5OnL6GM+evY4jt3HgV+lauxhiT3xnuRzfvDGJ4/B7chDGJBIxxrx5nIjvBPTLgIcmjXXJcg0O7p8S79nqjHVSi3ot5cPkMlGiay1x3JdqUErIMgs7NZRGELhzz4PsJ5GlHtN/DDFkeHpYY8Au5p8IFCrSxAQ+cYQiuo0XkcznOYZm0TehoqE9T/1No72iGayH1x0V7ewttySjt7ATUNpZIc++tZ3LyGP2Da/htJqDXb9hEOwEEFPT4xBBWru6hjrfjqScP4Pd/73kEpXms6G1CLjuGmal+DPSfxeL8CHZu68Yrn30SWzeswc2Ll9BaV4ebTJYmmKTav7sPTXWN+O/+m3+IbVvWYtf2NvzO13fi2Wceo0yHMDQyilQ6gc7WHmzb/BCKuUXs37sJv/v7X8bN/vMoB4uc+5PYt2c3du3YgRjtUE2yCkrIyX+6eeMmPNrPxx97HPobnR5t9xLluZbJxjLngy4IUolaHPvoEozeRZYHJ5434bhxXLx4A/23h2kHVjJJuBFPPvMkTl84iUxDLS5cvY0ZJoE//7nP4MaNO3jllZfw9d/8BpPPT6Nv5Srqr4/Nm7fi6JHjlD04Zz59rlPQ15uHnKdXPvci+vuHmYTOoaamGv23bsNxgAMP78SKVX3o6uzC6pXrQUWgDXgbN65cQv/Na+jrasME96efU8fXr1uDb37zd/DSS7ugJODk5AwaGppps2ugb3rp6evG6bPHsG//Dmxcv5b+RCOmuE+cOnECdwdu4s7dfpgZ985BJBLV6FrZjgEmdGe4n+sr2/WV/nUNcWSXJuF4ZWqlYZG+hENfvL2zHZOkdf7saY4vR3+tEXkm8Od4nltYzFIHC8jxvZV6pfPRmo3z/+N9AAAQAElEQVSrUdecieiMMBl6/dptoJxEpqod167cwfxsAR8dvYAC/WfPi8Nl4nJ2bgJvvf1z9A9cwb3BUfT2NiIed/DUU49hzZqVfE5A8/QX3/op/uW//iu0t/VyT8/T79pE2a/DXY6vqzOGcfopS4tL9EnK9ImrSa8fV69exfmL57F730509NVgaGwABw/ux5NPPEUftY02pgPpVAIHDuyiLiXQ01dP3V/k2ihBewZ4uVQUM+O4C5RBGVqPjuNQ3zyEYUg7W4TewSvgZiMfgI4D+Y4jFotFeKqXTgrMDKlUOmqr9gK10d3MSMXYRxDd1Xfk5/iUletxHh3oz+SETAiUrUjbQ56Maz5mMNpeQdSG+q++BDpv6C764i90jLQrPyFCDlTluF8sPDPjK0H3T4FamZluEQg3evjUfxqrwMxgZhA/y+8OAMPypWc98R4Cy3Qc3o0Ajp+FxFW5ZFMBvZvZA3mDF6cgwtcYQq454QgC+urg2DQXge7ENTOYGZ9+9Uf4lRLxWgEzi/ADzuuncfQsqLRRvUBlArPldmYaT4hP16mN2XK5cCugPs1M1dH4lt8R9a/nCp6B/4hnZhEePnUZ51a4ZhaVhjR8nwZKmHuLwaNOC8/3YzBb5sWjfkWN+F8YLvMsvvka/ZhZhAuQCqdHZ1yz5bZA5Y5o/gyA6AvMDGbGEsBI17hnGefDzKJyM3uAW9EVh+MwgnwJoy4b+QUvs+U2jku9MUD8iddfBzOD67hwHAefvn4dr/IunMqz7mYkrkKC3h8A+XZdFwIzjpn1ARUsdPjgOmBeEHyNZCDeWBr9qL1DXgSirPeoQu24N6vRgzISEI7KHBfwfAcx2uIS/bMy42dqJ9pmFvGhGIPnuSixbop7wxDPTYuLeeSULCW/+fwS5uk365cBY3GPtjER9WBsE3IuS9zni6Ugas8KAIaADrtjDlyQC9br03kBg9LqJ0abxqGwbyfSozh583038i980hfPLmlHzx4iPMd1EZLfMmmXSVd9Q0TMgQkAqD/H8VAslCHfwzEXnufDJYCclDmWYjGgDQ6icvmrkcxIF9QVkqA+hDDSi9q5PvFiBD8q5xImihOBksBljqfMsZUoV4QsDg0u+dTkBexLddnsIgQF8rTA+FKR+1aR7fL0yyTvHGN3xWIBfswHDMjTJyuH5J/xC7gGzbfDO7gOyzxfiVXXde6zG7BJyK5D8gcUAzC2lKO/uoQZxgYK9LsD+i7ab/NRP0WOnbSXB8IzvY8y50nslzh/XFrRWD2uF7AjM+N4HIKRD6gI4LjAS3ILSEdQpt6UOSYWQ2MGHMY3UgjNxeJSHlnuqUoQqN7RnPEhasc2pVKJelNiOwH3I57D9ck/6STRyI/HviVzdh31V4bGFFIeIRkWmJlQWR5EPCbjcXich4B2IiR9yQ7lEnWigBLlEPHK+RIvLvHUOCrjg8aucr1LfpKbeFSZ6zi0P0SSDNi3ygS+6yHknIkX1kY/lfaKWYfk1WBRucZNZErIIlqkyFfNX0D+y1A79VeBCJ8tzYhP4GP0E7J/QfTC/zQO7dNGHgO+C1QvEA3dWcw+AvrC6iuAQ3qO6yzL2ByEUgSOLaSc1T94mVnEn9qbGdSPwMwiWiB+QF7Et/oxs2g+dd7T2M2W+XbIl8DMoEv0hC/Qs0D1oq27mUF3gWhLH5SwiGtuqZ/CX27L8VCP8sUi7VUukh94mfpzXTjEBWkJX6A2ReLqHr1zbkLwn9hyOCaOxcwimYgXM1WAJCwau2QMXpJPwLYB5z06H5CG47rwfNoMgvgmGtRPBORR95D0VR4Bn/Wu8uhd/7HMzPQUyVG8qi/NiQpFV2Cuw7G50B1E/zQdPQtXUKFtZtE8VuipXHIVrkC4gkqZmUXjdRwHlTWhNuJFIDzwkoyW7bkTnV0SCfrabKO1o/nXXfSFVwG9ay5Vp7Ikz7zqp6w1yjULXpW++BjRVT1FE82v2qtcbTUf0gnj3GlsolmmrFUnvoQ7z9yCzmviW3SFJxBN4QlET1Ap05gr5WpTAdEuc30IVzpmnPOQLypTXUD+hcsiOK4byc7IGzWMe3sIoy1XO9FWXwL1pbvamHGeEHCNFnmmz/NsX4x0yMwiWhqT8NWH+hOAuue6DmIxjzguX8NIdyQL2S/ZZ4dzYmZQ32YO6YM46oc88V316l8yqszbg/aUp5nB4TjMDLrUfwVXc6l+JFOVq94hnsvxm1nEv8rNLLLLKheOyiqgeaqA6sSP8DyuX93NlumIpwJzGgXGv3PMI5S49xhIl3jCFUhGAumF3sWL+hF/Je4HkR5xDvVe4B5ZAeGAtNQ3eKledkfykJzFh+iaGWsB13Eob8ncg+rEv2ipje7gJVoCM4OZRWtQtARmxjmLUb89aDMoFHKckyJxggjXbBlffIlvgfowMzja4PN0ItLpNBobm1BbW8tA6Cwu8LD68akTSDIYspIJuRWEhqYGduRD18z0LA/PJbZpxurV6xgIaEJdXR0DO+0MMGSiBXbv3l2cvXAW129cwyyTpkVuygGdjyIZLDIw5/Dw6POwWM8gW55Jkhs3L+ODI+/h8Hvv8wB+F6m0h1g85OZfYGBmAucvXMfp05eiBOrhd4/h0KFTOPzuOXx86joTPgwmzeYoBCDFIPGq1WsZHHkSLzCxsJ0B2p6eNqxZ24e+PgY6GFjXV4/JWbpy5TJ+8pOf4MMPP8TIyDDbh3j88R340ldexAsvvoDt27dxuCEP93cjBdQkyLFYWJiPhNvc3EyFdjDO4MSJ48d5+B/lwinzfRS3b9/AwMBt6G8T3bnTHwUwsgwaK7nYxCR1d3cXA371HN8iAwnT6O5uw1NPPoI/+P3fwd/9u7+HL33xGXzulUfx/PM7yctDeFmfMNy2ifMzjzt37pHfMTrU2UjWUrLBe0NRoOHy5SsYHh5BkQfPO3fu0HHMor6hnoGaaiwx4FRk8K6pvgldHZ3YuHEj++3BEoMoRz54n8Hh47h+9Q5mpubR3dmEnq5mpJMxLjgHnR0t2L51A/Y+tAOdDLS4DNH4DGSXCkukO0/5lBkkTVIX6lFXW8t2cUAbexlwGOwKSoagCKxetRqd7HuewdyzZ07j3r1BBkty5K+KYwkYIC+ixMWZVmCtoYVJlwyDIzVYu3YF1q/von5V4datO0we3sTpMxdw7vxFTEzNAG4MOY5taSnHheRjloGlocERSFcXszkmueZQonc7wyTE3PwCQK4EIe8lOuALC1nMzs5z8ZQ5ty7McUmviMnJqWiOpVfV1dXRGlEC2HWdSLaqn6GjnKVsC+Rbcs+TjzIdIdd1ocWuMi060ajiWqvnWnEd9kwIwwJq61NcO43QV8lt374dzz77PPbu2YdEPIWTH5/F+Pgck2kLTKBkKadadPd0MrA0ymCQi3S6lUHTQSbLXsef/vn3mag7yoTyRRx++wTeeesYk5SjmJ0p8FBgIFt0pAsc0wzveVTXNDAQO4NTJy8gpkB4uhlzs2W8++4JnD17hcG/GSj5rE+ELDHwHtLgxeM+5VOmTMqIJ9l/SnKgLjKZdePGBZxhEHBqcgQp6o2yjOdPnsW3//w/48SRozh/7jR+/vOfMpnwIfq5JjKZDFrbWnD0o6P41//6e7h65Tbm52aZGBhhkqIfQZBDU1MG09Mj+OnPfszE8YdcV9LvAba/hmMnPsDb77zN8U0y2VON7t4OuLQp+/btQ22mmYmvWdLJck5dJi/OU5bnWN6Ahx7ay3HdpN7PsC6LTZs2Q3oTUF8vMmj8E9qEc2fPYmZmGitXrsRzz36W89ONjo4uNDABpd8SXqSezfFAq6+41dwHlE3A9mfPnMG9u3ewyEB5lnYiTsd+/569WEe91wG2yMNMfU0tjP9KdCJbmpoQHTC4OLo743j8id1Yt74THZ01iDM5ND42Qz3woWRgc0MdXDNkmUwrcfPKMlAf8vD10O4d1JddSDOIeIEyPnnyGIKwxDXTx7GtZ3KkBQ31jQxUyp75mJqcw907Q5Ed2fPQPoSBSx3LUj43qEc/ou0o4+WXX8KaNatpA7eira0JF89TD5ngcgxwebBubGzGLJOLMTdOu3Eq+qTNEoPd0yy7wYRcpiaDDes2oCpVxcTWPNfKEvKsn52axa3rt/Gtv/wO/tW//Lf44P0jeI8JuZ//9C2qS4n6XYVZ2nLHNaxa3Us5tDC5yLWdW4DD5NjY2AIuX75D/QN6exuoZwnKxEFP92rU1ndi4M4MYsl6JFO1EJ/t7W20GWksZqep/3nsf2Qjvvb1l6kDGxk4d2DOIg91ARTQnOE+9dovf8bk4Q/w/R+8Rr28gZn5APQPaHNGcZ6JmPmFPCYm5/EX3/oek9PHcfLkVSg4L5zRiTlcunoT128OYGmxwCTZVerZdazhflRTlUGWCefPPPoZPP/ZZ/H7v/sl/O2/84fYuXMn6dPOTI3ihZefxf/y//x/4De/8QLXeAMmxrOIM4nT0lhHG+zh5vV+HD9+Fjdv3MWf/Ie/xuxMlut4gcm6Xo6xCi2ck6996WtoZJJj+7btXMuU9a3ryDMps3HDZiwu5KCE4RL3/I7ObuzZu59rax7p6gasXrUJZgms6FsHJYBKdNhgQDPXZ31DA956+20cPfYRbty+yf5Wco8ZxTyDEU8+/Rwmp+fpDJZx8OBO7Ni+CQ/t2owt3Ft62LawUEDMPGSZdNN+dJ2JhXc/fB83uTehnEd2mntfewf++T/7H/AbX/sqg/Pz0C931NRmsGL1SuzasxFewofjG5544mH6HBxnq4v1a1vBcxxxQ85jnEnKHO7eG0eMhWvW9CGk/pfLDt3ggD6Bw/ci8UPU1qSwbk03PHNQlUjQjymisakaRa6nkeEJjIxO4q13PsToeBnHjl9gCKUKl6/fwxjnonfFJia+t6OxoY3ru4iLl28gS5nqGxQGB8ewfdtD2LppE5577jnyBFy+cAKrVrRg374uDDBBtWvnaqxY4dBWpbjvjVPfw0h2E6M5GG3Hwtwok0tb8cjD2/Ekk+tPPL4PvX2d8Dygpbke3d3dXBMb8Ohn9qO+sQF37kzRNtRyXwu5P8wzOXUWH9LO3rzVT1/pAurqiDNwB1VVVZiYmMTMzAy+853vUg4J8r8I+QKFfAkvfPaztC9tXEMroXV74MAerF3fjdo6BwH3uXRNHMVSFr0r2rDAdeT5Bn116xCTz++88SYaaxuwtFTEnPYIeFwPSygWY7jdPwXf5X7VuQEz02XS30C9mcbw2BSPGw7uDg5zbD70Naz1tXXUvT5wMLT/g1izdi3ef/86igUPrlOFVDpJ3+8EfvqT97Ewa/hf/+lvYe/DB/Dv//TPoU/gzXGPf//ISUzNhvg///in+MWbp5FpqUPZqwcSDShYLa73D+HNw0c4Jg/zS1nMzM9Q96uj9tWUVbKmGtlcEXl69/plA8d1Od4FZOm3papS0V2fQEzSzioYpUN7Kp2gboXUO5+6VoYciSMfWAAAEABJREFUbI8TZnDguj5cQp6+2BxtdsjgnuN4SCRTcLkvFBhIWlpahOs7EY0wRHSP2vM55scQcB3GGexMcj/t6W3DylXdaKc97uhsRxiUOKdT6KZ/63KempmMT6aqcPXaHfz8F+9Qx+7hr7/9PZznXl7X0AGzOPfQE0xAHovs7BL9vr7eLrRSt5LsIxXzMXj3Eu3kBH73917B+rW9+E///o9x58YtzE5MoaeVfdIOtzZk8NUvvoD29jSS6Sx+8zcfQ37xOvbs7MTFC+eRydTh9373qzj64Xso5Obh+znKJ4cvfflpDAycxT/+n/4O4GYphwIGB4fQ1d6DFZ0rMNR/l4nDZnR1daOvbwUkt57ePvopGa7RFmRqayHZaJw9Pb1YzObR0dFG3cujp6eHeCnU1rTRjxhCA8c7NDKOJZ433iUfb777Lt44/B7XbD+27XoI8VQd98sM3nnnCN588xCm6MOtWbsKn33xKaxeswIbN63FipW99D8aoARgU3Mdfvijn6CfOsRtG4AfJfPj9NHusmyESUMHKcRiGa69S/CcJOrrG9Hc3IbpiSz6b4xg/56H8M3f+io62+qQ8HJ4/Ikd2LxlJW1XAb/4+ZusPwjHfNwdukt+JuDRv87n8li1ci26u1Zyr3gIVela9jtJ3+Y27XqJOHFMjM6jvbkTYVhEU0saf+8ffJ2816OnrxblcBEBg/s1dXWIJeO4MzQIJTRK5RyaOY9x+nPVnK+amlru820oM/gAuFzvDABQX5fo0165cRX9926jvasBLS0tcN0k/tOf/DWXqoPbt8bJRx51tfWch0XKqhePPbEHO3as4T4yhm3b27F2XQ/8eMg1HMd1ngcTtLvqs76xhnbAcG9oDCHt8clTx/Hx6ZOcRx9bNq1AX3cj7doEOqjrNTV1tGMZrFq9GmvWrYoS9nMLs/jr73wbf/YXf42/+Iv/DP1N2TwP9GtX9VGWG/F7v/dF1GY8OEz+KyBujg8zI/8uHMfhWi3STwrAVXf/jgf1oRYjKAnaADNDgQF2Ha4DrjnPc1gTUN5l6L3MoJP0Msb1o3VY5po1M+KQMumUeRZQf4Igei/zrFOK6s0s4sXMor4RXSHrl3FCBgdhgJFfM4OZQZf48zwfDn2xACEEnC7yEyBgUJHdqHOh/t+C6AhBvAnMlumrTHUCPT8AVptZxLP6CLhvCccxyQT3r08/L7MhPMAos2UgGTjMWFlgcPSP7dW/S3nrbg4xzIWZEUTPEI/Fqe8cMwykSlj+MdP78nPl/4AyF19mhiAI2C8NKivNDGYGT3PlewD7KVNeyzKjHIkrfDMHZvYAxJPoqU48er7/gCbJRj/CEUQv/E96IHw+Rjzo3cyg9sJT3adBZarD/cuM/cPuvwFmy2NRG9y/1MY4/xwGXPJMrmH8R4Vgnxwz5WtwHvSpMYgP7VOiYyZsFyHxtPRDKpEZ30GqUdkyjZDzXGbgSxBSRgL8ykU6pCV+NAbdzSzCMFu+kxJ5CiLdjp5ZHvJBwCFAPIuueFRDM4MZ+SCCeFX5MmjNCuO/BDPDp/sWvplBl8oFZhbRVZn6C0hf5QLhR9SJQ1HQVhojHQFZC2BsIByzZZ7UlkXRj9pJroIwDDicAHTqENAPJXrEk9rGYrEoTlJHexxPxEkX9AMpE8o0mUxC5alUKrprjkplkqFPtUhfOwwczNOPyDIhmEwlEY/HEKMOO47R159jHKUAx/Wp2wmYOYjHEqxPQN8EU5Ouhqv1JuBcFnkGAMedjMeR5r7gkMki98oi43Qh43RGuxOLubTFafhx6UMJgZVhrsGh/xeBZzDZQtqgEuMYZctTVgXiAGYG1/V4X/ZtShxImXEWx/FJL44Y9wCH9eAVkg9QYpJPyHtARRQAAdsbHI7FdbzornVtJn324bK9QO0AB47jwkz9AWXSDI3K5QgM5jjwKCuX9gW8ykGARCLN+XHoY4G9CgwFBnOz9Mn0J2YCziNRuc/JzgMl2nmQpuMa8QOIR4H2BUGJchP/LutdysZzyTPH63oxuH6C8aQS9CceJAszsH0JpVIROZ7PFhYWOLcLKBYpY45Bn9RRTKLI873GJD4CJlh1VwxJuuI4JKIfEnMdBw5B9ZJniWt1kTEIjYcSiMZQpB9aFA3H4zyxf44FpOG4n7SttBeNyrPGWObYjPiFQp48Fsl3CcJxXTe6gxIplQrRmELKTetAfedyS9TLpWjNO+RP+B79Y9dxYJwDxcEoKnAWwMb8CUCCMDO2kYyDaFxqJ340rjz9ZsU89Sy7oL7K1K+Q+67nVPgBaYlHyRNwyafAzB7wr7aCkLoi2gKNMaTug+PRu+oEehYIPyDfKjOziDeNy8ygKyAt4ahe7wI9mxkcjpsNYM6yvMWP2oakp7FoTBoLeKlOchL4bOeagzLnz2CsBce2LBszg8+9KM51LNsiEIboiA8zg2iInvhQufpRfyJkZjAzPVLsIfgf5V6OQDgC6Y3uai866quqqorrJ7F8jqRDbGZRGw4fJPiAP/UnUHvxIxqSkdancU4kCzOuJzZ8UE95CE8Q3NclPUtWAqJHfQnfcV3okq4JhCd5OI4h4DyGtCHi2aOMdFd74Qf3+xONkM+CCt8VfnWXnZC8hCc5ync1M2jORMfMIt2q0DUzRGNyqd8RDyFEW4D7l2iJtplB8yW6Lm2o+Daz+1ggOxYBeAlffJhZ1F9lLGbkhfxX6kXbzOA4TtSv2oBXBV/zkGWsWrZBbcyMteBZKAXtO2YW2SPVqY3mOhbzWZdEimdw45i0/lTv8Fn8mxnUr2jrbmZwHRfiQe8qF4CX6El3NFbRYBFczqHmQ3ZQ/Kr801DBkZzUrkJXOKIv2eouUBm1GI7L/rluAItslXgu0T4IF7yEK55kZ0v06cvUEziAcUxmBvUBXhV8c5yoLKQ+FsuKp+dQok0MKXvVaQxmy3IQDwKNyXUdxOI+dM4iCZTu23uNU32XaafFi8NKx3XZI2lwAHRfOX96NZgZYC5c1vvUY+GCl9oF3MuD++uFRXA5ZuHoOeLN2FYvhMq72gvMLKIpuQpUBl7C4y360bPoC1QgHOEKNG6VaaxaewLZiiJtcZH7WJn7vdoLzCzqS/oi/kRHNEscqOO6kU8k/VMdeJU5V6pXW75GMnCJp3Z619ypv1w+F+me8Aq0QypXvegIhG/2iQz0LjAzynd5baqN9KOyLtSv+BQ/HtcluBdoX3Bdhzpg0f6xtMR9jfu2eNBcOjEeTsTENJMG129exQdMZuprAmNxD7t37+LhfScP2K0oUwGKPEymmQiSs7dixQqsWLEyEs7Q0BDkCOTzBQbBxhngu8v7GO4N3kNAY1aVSaOmrgb6HurBwbuYmZkiTGKEgflcPovASsjUV6GBSZOm5gwyxPd8B0sMai0uBRganmcgewSnTl/G0Y/O4/C7ZxjYPcPA4R3cvDHLIGdAJyTkAAPI+fNjxkP9LK5fP4cbNy8innAYeKxBpqaKAedq1NZmEAnJ9yDhawFLIFu2bMZXv/plBgF2oLW1FTWZmgh35coV2LNnD1avXsUJT0BKFKcTLOGbGebnQgZ/uvC5z7+Mp556HJs3bURnezv7q+ECinFetTGVGPRPorGxEQGVP8ug45nTZxh0OYUlOjwrKM/9D+/Hhg1rOW8FOh/TqK/3sWffKhx4dD0aGmPov3UF+npAybv/9m3cuHGT81KG58ZIE1AicHJiBnK2RxlEOn78YybEzmOayYuhu8MMxN+kjMrkI8U+jODAYeCGdgRLDEqViy58J42uzga0NMWxg0HxV155Hn/rD7+Btau7kalOYxuTqb3d7cRpgT5p0trcAI/Gx3VECyjQGc8y8Fgs5shTmWNbgk+HUjIr04krEW5cu4ULTIAO9A9yIw6QTCTpzCexMDePe3fuYmhwkEHeIlw4mBqfoiwKyM4vIcugdaFQRjyWRns7+ck0oKOjG919q5BMVSPPYHgyXYV4nPRIM+AizTChs5FB/QwDRY65TDyUMT2dR7kcQ4y673s+MpznBOczxQNMVVUaiYTqfOIUOXclvvvRogtosHw/xsXkwXV9GPkLaUgDzqcAvALiFLmgdY/GTB4WF/NsT3ETV/glGppFHoZKckoZKDOe2GL0JuMxh0Ez6tpDu7Ft21bU1dZhRd9KBvbWwSjfpuYWZOoaAcfFHOXh+VWUsQJ6MxgemsaFS4MMSmVx9eo0Tp28g6NHL+O114/hRz96G8eOnWcy7EaUiPmrv/oe/vJbf8M5uIoTx8/gww/P4+KlYSaGTjGhtkj9YABrMo/Z6SXqQQvMHAbLcgh5sE6l4nDohhc5zwU6+dNTi+z3Fn78k1/izJmT1LdTGGZS/+KFyzhz8jxu3Rjg/Faho60HpUKIOSayEzxExSj75uZmrq/aaOPu77/NoGOe69LByMgiE1SXMT4xjBIDfpO8Ly3OYeWKdvIRYqB/Elcu9ePkx+cYaBvjnM6DXnkEExOjqKpOQZ/cuHDxAtJVZfYRw0dHP8Ybr7+LAqoxNFrA9159B9eY0Hv33SNMKt5ln2OIxxLo7OyGdKW+voF2I8Ek9RXK6GN873uv4ty58+i/fTcK4OqTXoP3htlXDXSoGZ8Yw7Vr16jP85BscjyMrVrRhx2btzIgvQ7z07OUm8E3F0nqZ4qHuEx1LRrrm8h6gBW9nfj855/GP/xvfhdPPL4HdZk4Hj24F5s3r0Qtn/OLRYyPjUV2dmJsDkEZyOfLdK4DzE5NY5b0h2mHpUeLlFWZSeiurlbsfmgHNtEedXR04B75XVwoMlmVx+jINJMSr+PVH/wCP/zhT/DRR6dgtMN9fS3Yu3cvtm7dgu7uTjz//DN47LFHol9M6e7uYp95jI+P4/KlyyjRCWhpaWNZCfobdmvWrCO/W5jcSWJxIUsb0c0E7z48+8xz2PfQflQlq6inI1hgMODe3Xucv4sMtt/ED149hYnJEOD6mBibwZ07E5iaLmJiYgE61OqXXBxuYnXU/ZDrNuHGURN9srSB9iXE3YFJ9nsQ1bU9mJoztHVtxMh4AVdvDnO91HH/GMPHpy5hkYnchkZDVZVDWzKKteu7OM4V+NwrT+LlVx7Gnr2r0Naeifa7xVwZg0MTXF9AjLbEj8UwO5ejvb5F+zTN4PgSUHLhcVbj3Kuy2QJ0LWVLaG+tx8DALfJWQCKWwtDQAq5duQXZH32N8kXKrrq6GvqbrocOH4bsxejoKLKL81jITqAm46O+IY3tW1ejozWBOtquPAMpSwtlytoh3QDjo3PweDjfuGkHbWUJoOMS5EoYHhyhvSxSlC5t5wzefusw1/1lXDl/BQXup5mqDNat24Qcdecvv/VtJDgni0yCXbh4E//uj/8T5+JnKORDjI5OUMcCbNy0AStX96Gzh/rDAP/doXHMLy4hXV2F69yD9ItPP6L+3O6fQaqqFoBxndNmOkCW+05HSzP27d2OJ578DPykj2IYMMhRggL2VRc9ZM4AABAASURBVGkfi/QZygxQLNAxKTBof4x71vRcFtPcjwaGx3BnZBS1TU149PEnMD07havXz+LzX3iO87Ya5uZQV88ZcEHdnsCGTavR3dcAmmboq8uLxVm0t8Wpe314eP8m2o9GtDRVYc2qLmiOqqp9wMlhnsneyclpDA/PYcuWbejuWUnb74BTjlS6mkmNHCYmF1Db2Iym1h7aqRXcQ3IYHZlEa2srmplc0Ce2Szzo3mWCeM3aNZiZnsTI6F2US0tMxqThIIee7iY4lsMzT+6nnalDY1OMydqjkMP9la8+hceYIF3Nfba1tRaHDv8SIddwXW0aTz/5ONauXIk1K1djfGQC69ZuoG2cwAr6JQcfXYdduzZh44ZNCEoewpLDdrINBRx4eB/a2zvALQlcWiiXjYmONeju7uV+cJy6lKfcRlhv8P0YHnvkGXS3rcDSfA6DHMdtJr0//8XPwnUWsG/fBlTXuHC9Mmrpq3W0t2L/vj1Yu2Y1dm7fhu1bNqGxoQaJlIMCbfat/gEM0cbM0zR7fiP8WANK5QT8eAYF7iNzrBibmgC3PurYOtxhwtf3HCbiLqBYWKTc8ti6ZQvntBPdPSsQo9+ZY3J2bt6QqWrA2ePX8T//T3+Kf/yP/9+0ySO0vYO4yfV+/cYUBkfyGBjM4tqdBUyx/zwTiAOU2+DkOIoGtPe0YHp+Fv33BlBTn2CyLY+5+QXc7O/HPPfjBIME03PzGJ+cQJaHzpA+rOMZ9WQG8ktj9CdhAVU9oFzLkP6CQUY/5nJtLsGhP1QuleDRCVddrliE4/mIcd8r0odeYhI3n1uEno38lBiAcmnfjCaQEoZrDnzPQyzuI0QAx+G776GhoZ779HVMTo6BpFkeYGR4mHTyANfQ0089Ec15NXW2pbmW/fuc4wLu3h2hTX+Etusq12gzqim/QiHAhXOXMa0/6UG98OijFbgGe5jE9Jl4QpiFMTF3/cYdLBW5J0/Ms08Pd29fxpdefBJf++JLiHlF7Nq5nuUFjnsGBw8cwMaNW9HL+UrGq7GybwW6u9ppa6YwOnoLfb0ttIU3uf+FWL26C7/3+1+hz+bQ56MfOJtHmTZpdR/1nPtIMpXGpctX8Wd/9h2c+Pgkk/L9yGQytJFZ7sOXOKY76Ozs4tprQoyyOfbRVa63IcqoAX/1rbdQX9vKRP0I3njrGP7zd76L6wNDuHprDsdODWFmPsSbb3+AD44y8T6zSP59jDFR/H/8yz9m2Qc4+tFHlBPLxoeRSsUoZ3CNlJGpy2D9hg1YsWotHnpoDzI1DfjgQ+prqYjauibajyX84rWjWFgM0dWzGYNj87h8/S6++7130NmxiuszRjktcP4mybNP//0qxkdHsHXrJu6Tu/DiZ1/A6PAoivRjPcfD7p07sUi7H9C/DAsO/bJqrsU4fewy9u8/wH19C89nu3k2GkBDXRvntS76lOno+E0sLQ3hwIFN2Ld3I9au7YS5hlnuyXPU53RVGgv0A7roE5Top1PFqP85fHDkFKa5YGJ+AmzA9TSCodFJnDt/A44XQzEoIVdYQmdXGw4+/DB98jym6SPOzsyTn/3Ev4nRsUFMTg8jniijd0Urnnv2IB7avZm7QgGrVnXTN71IHdnAs8octLenqzkmL0AyHcdSfoY2McFk9i4mQZ/Hzm1rIx+ov38UZ85coE1dgEs9zXMN+Zzzp555FH//v/kG58XnfhRj21bMzC/il798i77Nz3Ho0Ju4dvUsy9Pcb3JwXZfbZABd5XIZHt8T3NuN3MkvDynnsowlEcyMay+M2mj9qa3v+6gmv2bGOShA/g9RqR8OWIRyuQiPC1N4omdGGjS86kvvAWnrLlA7YLm+Um5mqFzqr/Kse8D/AnJU4v4pCBy2JdBYgJsKzOwB8IE/fGcbjcl4NyM+eeEjbVaoG3VaVKXbJT6XWRayHQhqofKA5UGEL54FZqwL8aDMzCL8kIY8GgdJCm8ZDJXLzCI5qdzMojYUxwP6OquFDLyAbIQ8Vxj3CM9cOK4LcwgwxP14tJ8l4wmEPFcZADN7APj1yz4pUL960/3XQeWCIAzBYQCUa3SHw4FKbqrlI+vNDK544t0hnnTDzB7wYGZQmUD9RDJhOz2Dl8rNjE/LP3rXk/AEFV0RvplFdFUmEJ76rrQxMzjmPJgLtVe7CJdzZGZkGjBwHJQnAuLqHg2OdWC1eGOZkY7jSM7EYbLNcTy4zifJKjOX2ATWhcTXfC33E8L4j0yw3giI5lS86EX86LkCsjXLWGATypv9m90vCUFKBof0jbwa+1KNmcG9L3OiR+2IiP+7S/0SEWYGx3F+5W5m0Tt4mS0/B+GynptZhF/mAUs8i44Zy9i/6JAUHG7UDkXhcP4lA4HwNBdm0peQMuBgAJB6RM9xjWUlslSO7ESRCTvZj/r6ep4fU6wLaaPKmGfsZIJ+kR/zkUwl0NbaAcBHiXt0ic5LsRiguqoOes7ST8vxTANzideGFGMY4i2kP7G0MM92xn0mjlqeH2I8b2eqM6hKpMDMLfkCfM9HnOBzbAH9lcLSIkLe6eowHrTAc0SW+8QceSvDdR04LueMCzQghBZAIEJmgPE9QEA8o9/iIp7ykKBNj9Hnj8V91hvHDhTpIxfpD0Xychziu3B4NwdsHUY0jclPcwGXMnPoEwqMz6wlLyEAA6gb4GN4X5d1D/nu0W/yfQ+u68KMLTivmkfRcHwXPuXg+jGkq6rRTt+4trYBHvc2x/Ei/kTOyI/alEplFCmPMvcFkEHRFK/iv8iziu7SG4e8eaTtUB9KpSJ9miW2y5NXSiTSoxKfy+QHnGOgwLMaHJ/j5aDNg8c5cF2HelHifr/E9oWIF3CMSnwGtIuhGRyH4zKfdUY5cq/hGLUfKTHhOA7LKQAKwYlwHfZnEbjE8ygX8CpxPLwhNMClnLR/cKnBKGfXc+H7vqojMLPorrkys6hOuh5wTC7HDI4gpHzVt5lxjEHUn2RXpj8aym92RCLEIhOqkpfeHMeNaMWZ/HNdl+OmbLDMu4ken9WMjxGe2TLtkGPjIzSWWCwGgdlynegKAs6VxhhwcxGeZKM+xIv0weM4/Wiu1INagHJ1HoCZfeoZHI/qwUtjQ6RXfIlkLX4EeheYWdQWvCTfCPRMvoUnnnQ3M4hwAEmQ/3HujMAnjhwRDTPTayTTInWqTH/FzKKxs3NOmwPFVQ3LuiDZCsd1nKi9xmxmRA0jMDPoEk6Btkd86F08mVnUxsxg9smzc5+WmegEkFzVVkkEgWhJxgLhmlkkH9EUmC2/q67Sn9lyH6oXiGZA+ZABGHVBchCu6nSGUh9qrz7AS3VmouFE49K4czy3SG+TyWSkL2qbZ7JdtM2ES/6pqwF1kiTYlRPxWZGRGevJg2irrfr7NJgt0xAvoqskpHDLnK3IF+NddFUmEA29mxkoUNaG7J36Hb1a1L/om1k0v+KzTGWXHEpcW5Vn0RKYLbcRv2onAC/V8cYuLBqPygUqF03d9S7ZmRnA69fLJD+NSTwvMTGksRENKcbCEzyvqlyfIq3Mt+rMMbhcQyWeB/KMYau96KqfyppU/2rrck4F4KWySq5FshRP4o9V4CCgZwF4qV40fx1Ur7lWX3omaqQH6ku4ehdd3UVDINq+H0OcfqMDi/BVr/ZqI5wKaA60bh2Oz6E9dFy2ME4cGwiXt4hP9S8+jLIItB8SHNpEj21U7nDtCF86rHGLvt5V7vseZINCzTnXtXivQEg9NDOYGYQbwmgfw2jPyPPcU7qPb2aRLZAN9dgneKkPQUjbp7Y+bbl73+6D+ESJftSX8Erc33QXqEyVZst9m1nUv+iYGXRV8Cq4qouxj2UevIgfyUXlGofwBSXmfARl+uwB7bPZMu/iTyAZR3Ln2NVWNOLcp6V/ikuYLfdvZhFPqhe4rsthsS4EZcQ9hPXiRTSKlNXc3BzPwUtRHXgFlEsFxJeezSziW3yIXonyzdF2aB0IZO80FjOL9CbknLmuw/WRQEL+Fuc/2vPZxrly9RJOMQly8dJ5BrH7uZkvQL/1vXHjJvT09EYEStyAY9z45PhVMVlFnjDPgKc6E2ihqdMyhSUBKEnS1tbOwOQWbNu2jYHhBuSLeQYkx6PfwB6fGMf1Gzdwj4nVhew8wqCI6upUdEjfsm0dtu9cg67uViRSVdyEjb6fRYf2yYlFDA1nMUgYmwjAtQ+ehRnUAIM2TTiwfyuee24fA0fr2L4BrW2NdEhj3AQKkEFQwHRiYgJzDJSV6aAkuLgkiGQqiUwmgwSNx8zsDBNCp3H48CG8c+jtiOdkMkG5zDOwNs9gTT1qamqQZpuq6ipIJps2bUJ1Os3ERoE8LUYO6OjYMNuOMYg0zOTDWGRQyzTmA/23GUS5Tme4gFYGYiWnnp5e9PZ0I6TzcevmdQYGzxPOMonzPn784+/i9dd+zqDXDDo7+hhI3Yz29i4GILcwCLONNDpoSOPIM5DumM9JrobnJtDS3Al9Usv3UuzLqDAJNNS3oJNJyMa6VsS8JFzi55dKKLBtY0MzPvvck/id336ZQd0dTAD1or21Hk2N1UyIXUIq7jIRNo6F2QkgLGD1qj7O7yY6h2UqbBYFJteWlnKU8yJlkItkTj2L5JqirJJ0flwaG4eOsh9zQCI0KA6SSYf8G4xFko8MwRKDPvOzc5iZmSHdIh37POZm87hx7Q6GmBAq0iH3/TiU+OruXQEz8sZgaJFOahUPDB1dXWhjoKi7oxP1mbooQNXf348BBninprKcZw9NTdVweWowBkHz+UXyE0DOluMCLh2uUrmAAnU24OJxyHeOQVYFVmdnZyO+pPdsQIcuAdf1ON4ytAY8z0dtbR3npZX8dUbQ0FBHnakmZNh3kuP24dDYxnwPnR1NWL26nW1zuHF9iDqWRZEbVIY6Vldfh5m5WeTyS2horof4CMISpimXu0xYTk/NcDMOIT1uaW3G2jXd1I0WtLU1Uw8y5C3DOU7g1q1pvPbLo/j5a2/jJBOcN28MYWJ8FgN3RhicvYmRkQWcPzeM13/5Pk6cuMQk7DkG/IoYHytiigmtocEl6pdhzdpe7H94d3SPJ+jMBGD/wIZ1LfjGb72CPbt346UXX8GmDVuZtGhHbaYJq9duQm/vOgbSNuLgwSeps7uiudF6G2VyUH+Xc3JykjTXYi2TEKtWrUCjEvk7+pDLZXHy448o7wns2LEF+uQ2wiVIr/K5MqqrYmhlgnnNqg7KNo6hwTvQ31P76KMjTMZNopsJoGeffRZlynnT7h3YffAAZdGPk6eu0tZN4dSpm0wqnI/GUFdXjyommroZTK6vb6BMxvDqq6/h8KFT+O5332AQ8DbhBu3CR7h67RYWlwpMrmVpX1Lsuwbr1qym/dnDAOgOfOELX8DmDRuhr9tL0abcud2PgZu3kKVOzzPwWMjRHs0twLh5NPAwTfXCwO3rWFqYQjqdoFqFnL8E5T+GaSYuXcdBc0s9mhsaUJNOo6nPR73QAAAQAElEQVS+Cu1837J+JZ44uA+P7N+P2nQ1VvX1oooH8FQyhtqaNGqqU1zbS5zDCcxMT6OOB8dbNweYCL2OoOwy+dEK14mjlvoqm9/X24svfPELeOSRRxBYiHEmiGXbpW9dXFObNm+m7nqUV8DA/Glcv36d6wYw/quird6+dQcGmSS9dvUa+nr7uGZnaWc82p36qH/9ksT46DhGhkawcf0mfOELz+PRRzbjb/3hZ/Ev/l//I372sx/hb/2tP0RXVyPWrWuEzw314sXbCCgnOUL9t+5xzuupC9u5RgoYvDdOujncuTeN/++//Tb+hvP0i18ewz/73/4t/vq7v8TtgWlMzy0hlY5h6+YOHDywHm0tGQzd68fCwhhu37yAc+dOcB+6QTsVY2KuirgJTE7NYWgoy6Sv0b65CIMYAiZOfS+G2uoqlHOcHz+FhJ9Ea0sTOjtbKMsE7S6QX8rDQQnD9+4wyXuHQd23OWc+5RDD4mIeR44cxX/493+O7/zNd/C//4v/D37wgzeZxPwPTCb14/33DnNd3sPM3AjqMkmup+3o7mglrREM3smijTa9o7WXfWg/LJBmFXnMQsn0eeqVEiOZ6nrMzmTxzlvv0pbko28CmJ6cIX+NqE6lqTt1lP8oJqfncY062dndSXn3YWlxBmOjUwyglKBfGNixfTfX8sssG6U9aUVdYy0ef/px9K1qp0xKlOsMvJiHd9+9hBs3h7h2XMj+njl/EecvXKYdOYdbA/0IXYf3ARz64H3k6R/UNlYxQbYOX/zSS/id3/4KGmprEGcyenR8Cv/8X/wr/OSNN7FEx7TIRVFyXAyOzzHBVWQgP0RVTYr26gzOnT+K3hXN6OltxZo1ndiytQm7dq/GypW9eGjPVhw4uAlf/vwTeP7JLVjVm8QzT23H+lX1XJtryNsxtLTWcEy1aOUaWrW6Cx2dLvpEr7uBNjOGDes3wszD2nWd+O1v/g6Tt59joD/A62+ewfe//zP8pz/9z7h7ZxhHProUyaKjuwX6JY6DBx9GmQ7qL372c6ToM1QxYOM5PtdkPW7fGMQIE91tTY20yUVs2rgGTc112L59OxLJOOIxFz/5yfco/+lo3929cwtGRodwjQmli+cuIO6lMT4yhUna7TKDam1tnQi5LnZs3wKfjv9Dux5CU2MTEABbt2xFXV0t7WgLbdY1xOMxbNmyBR1MgL7//oeYZAKtu7sb+oWGpaUFgPo6eGcQTuizvxt4+/VD1IGB6Jev6jMZrOrrwcDtmzhwYDfHkqQ9maRejNOvKNJ+BFjR18XEygTHeB7PPX8QLW0N0ZiSqQz14DL+43/8Pv7+P/znUQLrvSMnogRN94o+FKkPMfJ26cpl8jSJTtoY/QLKjatXqJOtuDvcj49ODeLGvQmcuXwd6doWVFU3cI3M0EbtxR/93ot4+olH8JUvfg3jTPrkcz6qa+qRY1LZEiksBS6CWALvHzuC/sEB+MkAgZdHbWMK23asRHWtYXp2mPJxaHdTmJtfwhL3+bmFBTi0ueDl0kegGtLW59HT04VMbRVxE5zfOHSGKdN3LZe55l2HtOYRmMN5Aes8ysbgsnyZFPumLxHwsAyEKJeLoJtB21aCATAzxBI+y8sAVBLCYweau8b6OoBOt8P2NdXgvjCFZMqHvt1E4LLPnt4e6Pqbb38bex/aQX8twXnpwMGDj+Lllz5Hvf0pxwaMji9g25Y9iPs1aGrswByTiWdPnYO+5WCWCeaZ+TnqZTvb1+Ltwx/j7JW7yJbjTDSP0Yf3EIs34vS5q5Af19RUh5Wc+8XsHHV7EB+8/z5mpmaR8FIYuTdKm7KI1fQT9UuI00xMJzkXM5Pz8CyJH37/x5CNefTRh/DiS1/A4Xc/wqVL1yM9iMeTQOjRr6lCb18HGhtboL0nU59Bc2sjnnr6CaRoy7Q+qquTWLGyGy+/sg+1tTUYHByk3DyMjM1iZnYKv/XNl1BH36mjuw8t9Af9RBquH0dVpgFzszkGVTPwuUdrr5tfyNHOL+HJx/fh+EcnMD2xgKNHzuLQ4ZPI0GeeY/1iPouPPj6CS1evI4CH1vY0Pj55D3Gej/TtIeLnjdcO0WceoIwStDE9tItLOHrsGE6eOYWShThy9ChGx6YwODTG9Z7neeMUPvzwEPfqPM6cPodp7j+eE+N9Hg599I0bNkU2++69e5zDHJLJJAoMmMs3/E9/9h+ZNB7AJH3BbHYJs9MTaGmpRUNDEju2radPsg85JmRz9DniHOcck439A4Po6mqmf5XnPKdoB0aQSNREMs8vFeG7HtsUKCfqMtdQjvvdABOaXZ19+NIXvgSt0eGRQWxYv4LzkMTv/8FvQn5xibavra2FdBeQTHvkdQZ1tdWYnZlgfy2I0U7Jx5NdjHMeBu7cxboNq3HwM7soy0U8cnAH10sWa1Y1wfeWkE4Yz1R5+pJ1yC4WuZ8PQnMwxrW+QH//zsANjI8PYu26VVizbgPy5DVT34IidWdieo4+4BwoQLS3tNDP2M/9dwFVVVUwM5R4FpNfoQO17GiZtgi89Kwzoc8ggZmDWCwWrUkzg5lxLikXrmmV8xXyj9Smgq8zTJy6UOahXLRLJRpkONRJHw4NgQAPrpDLOoiggq8qM6MNCR/gq41AdQL1F5C+2gjC+wEKs2UehWtmQo3A7JNntTVbpm9mUd+u68L1HOKG7DfgPWDf4FwYvKg84NjDCJeVxEH0XObYPAZrBC5piLbqEVp0q/xnZmy/DCozM91IJ8TyU/QavUtmGlOJMYciz3mCMvVK5QiBa1euIhlPUaLSzRBmFsEyhV/9X3KISkL8V3FEUzybGcfr/Bc4qg8o2zLHWWaCt1goo8Rklu4B4wc0xw/amRl0mVlUhvtXhYeA9ltgZlE/Zst31ZstP6uJcEocu9knZWbL81SpN1uuE55kpTEI9KwyPZst40hmZp88O5ScMUljzKC4tF+OwJbH7nLdO44LUF6FQgklyp1qxrlmEROcIdtEwPkNQxfRM8vBd/Bd/ReZKBPoWWMxs2i84kkAXkb6TgXAej6zGKoXqJ3uYLlDfl1ChC9cIrrUNZLl03/9J2rLKrpHEU0+/sqP6s0sKmMXcLgu9aJ+xbeehaPncrC8PlUmPIGZwYzgAEb/IAKX7wSX62EZhzITAwDlF3AdebSVKchOqJ8S7c8M99pJnstkhyprSLYnoI+QzWZxh2cpj3tVMl3DvTdAaC5tWJF75BwWsgXMzi4y3rIE/VLf+PgSOFj4HIsD9kdeqlNxnhWWkGU8ZW5mDvOz87Tr+cie6Rf/LAghW59n3GaWfJTzBSRp9xSr8RwDGYeSs9mFWYQMnLOA/HPQpB+GJYCxE0HIu3FSfY5d45BtdOm7lBhDKQcFOG4Izze4pEmqHEsBGr9kHLIdD8L0o8sQ/YB0y2EZQVhkL7qX+FwCrQ+Bs8XuXe4jdFbZJkBAux1U1qI5CCOZB6AYID1x+OCwX/FlvAfsLzAHc9lF7qFl8DHqV+2UFJDuqjCgbApUfpJnv+JMYDA4pOuBpCCasvVmxjKXe4XPOxlkCxZBMnFcQOC6Dt+N/JUZ68nzGcSNsS5GP1i0XZ53kyz3kM+XkOU5UutPfAioLpHtAS/XIVE40bviUhqyeNEYHMeBgB0hwX0onUpFvonPeS3RrkinXa4fkiFKCLKqR7BjOJwzkqUfKr6W6ZiJ5xAB14Hoq736qmF8qrq6mmNwqE9FNg9JL4AuM+O7RXx4pFlTXYUk+SizswLtQ4HJPMnZzOhLp6N14boexJd4Dyn3fD5HumXkGAsLaGjNDLoCzov4WH4Oon7MluvM7AENl+uyRB87RzpmBseWdaPS1pj8N+oCq6A+zT4Zp+QkvAqAl5lRBmWU6HfxMWpTacdqjj1kfaDHBzyp3nE574SQLFLaEY7oBpRnBfRujvBcBJzMSv+OythZyDFL7sJTB2qnZzOjT+VzP0zA4XORci0wya/2wqvIc5nOJ/NpZqqO5FtgG81Fhb6ZwXUc6FI/ZhaNRzQ079Ijlatdnm1zDMKrvUA0KIhINrqXioXI/ghfPEX1JCy+REdjiOgwEaE6vbMzmOuCRLj+wVcjqTDiVfUC0dNddAQB5SM+AsoUvMSrwMyidnnSl2zUR0DbCuqhgNVwXYfgwuHd4bhFV3gCPRvpmRlUp/HrbqZ3gRPxpzmTbnMSyHMY8WtmUR3uX2YcB5+lB8Izl/3SXrquG3HzoD/iOeKDpUUu+gIT6bKVkq9kqDGKL5KK6JuZHiMwx6C2AjOjrpYiEG3wMtLVGNSnQLZLoGdWR/R015xo/1GM22x5jWq+tJaWON+iJx7UTvZ7ifFpfYq/wPkWfyrXHmDGMVOfxU+lXzODcDQe9aMxCcoca8B1XubaF22zZbzKu8qEpzZqK5rqQ3ypv0gK7Ev8m1kkB5ULT21FR+1C6orDSXDhQDah0h68hFcB9aVfqCIqHO43mi+wE/FeATaJ+lEfegbnLKQGlLjv6e66DveEWLRPqD6iyfGJF0HI8Ybc68A2ZFkoke6E98dRuTsObRfnVr6IEqr6xZQc7WKe60801VDjkDzMLJpzrQeNt3zf5of314ZwBaIdcC0IRzIV6Fnl6s+lXuqueRNt3QVmy/Mi3OUxhNH6qez9FVy1F5hZNCbJrMzNtESfskDfUn69hul6Ptt7EY7oia5wJWvHceC4Dus5W5SBmYl1mFkEDssEZhaVq63Grfa+H4vOeuJBdDU+lQskE42zAmYWzZHO1bWZDJI8J5sty1HtSvdlKDo6d6mdmdq43FtjEX4s5sPJMTjgMZipoMxDu3fhG9/4BoNmByLi+qTVhQsXMDQ4hCUeyMPAMMckQI7Ol5icZ1JSjpo21ZqaDDfFNInHo+SCDq0lCm50dJQO3wJc30d1XS1qajPoZqB99+69WM8DcEtLKwNgVXSMSnA9Bw1N9di+cyse2rsT+x7ejkc+sxkdnQ00iiEdSNCZBBwAjKtg9coMgwWb8Pvf/BL+4d//DfL+Mr7y5c/ia1/5HB7evwedTKgtZos4cuRjvPP2IWgsU1PTET9zzFq3Mpm5b98+BuYOMpjax7HNMajxAcaY5BH/O3bsYLClCnfv3sXt27d5OJ9i0HSCeDPkZR4tzU0MEnSRtzKdhRYGNCZw984AgxP9uMYk9SyDOc0M5GzYsI5OQxJTU5MM0g8yADCOBQbsMkz8dXf1ormphY5PggHBcdYPRb/t/tZbJxgYGqMsmxgw3sqxbkYiVou7/WMYvDtOB3oa/bdHmOw5hkPvvI/p6QUk4tUMdGzAwYefwObNO7FyxTq0t/XCc5IMgtaR3w74fgqO46OhrglKiJ85fZZ07qCrsxubNm3GDgZ3169dxX4TDKZeop9bwM4dm/AZBr1WM2k1Nj6MWwysvvnWm3j7nUO4e3cIU3Tq5xaKWFwKGEjhxkc/O5VKwjhPRSYkF+iMZxfn4HshjQuQYOBYupRnQizP9AQJPgAAEABJREFURO4inf384iL5NKQYUAQd6VIpz2BfHb78xVfw5BMHsWvnBmRqEkweFKBP5s0xMTXKxMyHHx7FaQYDh5mgqaKD19LWhi1bt1Fma6DFMTU1gYGBAVy8eAeDwwXIgdKiK5GvAhPAXMtIxB2awSJgJRr6IgMmOY4jF+mknHoFDuMJDx6NqtpqUZkZZFzAS+9aYD4PPnEm6JPJFOrq6ug0F3ngYfCQm6Y+kawyokOblOu6qGZgpyqdQioZJw/GAHs7ZVDGa7/4GT7++DjndBJwAsTYd29fN2rqqrC0lKXzXUQ2W8LY+DSylF11dQ3SdFY9LwYd9OcY9FtiACzFYDb3Pso8Th1rQHNzK/J0tnzKOIBL+vPUhTjlFGN5yPcidWEQswywaqMp0fFd5Lqvqipj9Zpm6tQaPLR7G4O0XUz2xCOe169vw5e+9Dx1ZAeNV4b6O4FUug6btuyG46WwuFTG3EIe+pTSvXuTGGXC5vz5S/jl628ywfsmijTo65l4fP655/HiSy/hN772Ffx3/+3fxfr1q5mAXYG+3m60MulRy6Dcpo3r8PLLT2Hb5l50dyQR53iHh0axwIRZRnPP9TwxMcUE6TUmePoRemmcukgdNhdl2iIlbWWPkim+07Br/ff19XLOnUiHzp45z/t56vQgkxB3KYcS1m/oif7m34GD+5FIJnGXY1hYWCI9UNYBQDk++uijePTRg0jx8MrTHeb0qbThIerpKFqampBmYmV2hgdS7h6tLc3UGxfxuIfJiXGEHL8Cg9n5LNeaixPHjuPQW+9wHvp5WCph3749aG9pZCI2iyUeoNVxT1cbfG6uDZlqrGMC+jEmPx/ZtxfPP/0MNm5Yj6cef5yBzvWci3uUw1XapXH2F0fAgJDOxAvUjykGbMFAyto1a3h409pdhD4dqAS3ftHl1s3bGB4Zox6exjtvvxslT+rrm1BbWw/Z7G3btlGfmii7AIsM4p47dxa3b93E3MwM4r5H3YjRDt7Fwvw8bt28ybFOMmF/GadOXsf01Dx6u3vx6CMH8eUvfx5PP/UMEz1deJ068fobb2M+m0fo+Jin7sEBTp+9xv4naIurqcsJnDl3nesgRDEfMsg8jbt3ppggv8mg98f40U8OMZC+QBo5pNMxPPP04wzS7sOuXVvw3HNPYPeuTXh431bOSx3WrenDs09/Bn1Mut8ZuEXbUIrW/T3akvrGFJqYLMhk6jlHITzqEAoByjzoFhl0cMhXPO4iRqjluuzuaee+uRUr+qrQ2dqEsaFJ6sECfOpoKpnG8eMDeO3nryFHWbWzfnFpket3AkAJi4tZ2p8QStasWtmLZMxhkqIDLtf+0L1BzDA5SnNDGpdx/NRxtDEp0Nq2Co3NPbhy5TpgcQbrT3Gu71JHM9yfFjEyMkHbsIgnn3wSn3v5Fdr7Orz/7mHK6y6+8Lln8cRnDnIfmsChd9/G4tIsQnqN4xOLqK9riPTk6JFjuHX9Jjrb29DCBMbYxEiUUO3u7URrewt1PQXZbckBYUA7EkNDYwMymSr4vsF8IHQNw0zID3NNZhkccFw3snmZmmruRwls3bIZddW0WQxWKtGarq9BrKoK2ZJhoRAyGQb4qTiuMml/nPbw8KHjWFwswfPLvE9x7NfQ3dNMne9jML0NqeoygnCG9qyIsDyD1X1t+O3ffAVXLpzhWryLTBp4aMcGrtsZtLXXcp9YifmFKY6vnjKbQqG4iPffP41Ll6/h937/m6hnEuvtt9+k3D/ClauT1H3jHr5Ie5ZlAn8Ma9c2o29lJz48+i5GJu6xvhp+zKNOJJm87sP6NY+gr28L3n/vJE6fnME7b31IXb1DHctT9uNc3yFOMXmSqa3Hrf7bOHb8BteOw333KqYnp/D6z17HjWv9+NmPP8TlS7fxi5+9h4+PX+TzdVy+cBPHmZS5fu0KccfxP/yjf8ZE6BDGhmfw3qGj+NZfvoo333gfbdwPEwnuxQb00zeJMRD98isv4tq1G5wgIEZdA6iD2Xlo7925bQf27t6HqngNOlo6qItpJuDrmZQPqM/z5C+Nxvo2ru80E6hZJGI+FucneQ+wZ/cm3ovcx7q47mfpX+Tw2BOfxfGPp5DnXjLPvWDbrm1oZfI5ywNYhvO9e89u9HS2cw22YfTOLezfuQNfePkLOEj/7WHa3D/6W88jlnCgX4R76+33uGf8EiXq2+H3jkZjmKddvXrpAnVpA77y1c+is7sV0/Q3quqSKIQ5zCxOoUSjZ24R1TXGNd+GlpY0Nqzvpl0G/aMGdHTUUZ8TaO9o4j3Jea+nDvvQvl6VTsHl4utor0FVOkm9KnCPLsFFETmu4brqJHq7O6DkeQiL2umAVCguocRgDpvCcQ0hg4SFYg4KTia5H2jdFHX4pFwU+Mlzo9ZeQETuAyFC7leCgPUq18Enu7iAZFUjk871lO8cFhkQbGhsRGtrG1zX45jWo7enE8P0Vwu0UUqQfnz8Y/IB2oo2fO97b+PcmSsIAx9TY9MoZEvYvWVv9PW9I0yOuVy3Zy9cRDUT1sc+Oo9LFwaQ8NNIuCn6s7fRPzABxJpw5dYkFrJztEuTKJdy1LlBrF61Env37Of6mGdZQD2Iw3Uc1FRXo4k8rl61Ae+8fZT2M436qh5cPneXCcuzGKadfPPN97hH5UmzjFsDw9AeMD4xjwuXbmBqcg7XbtzE6TOnkS8sIR73IcWt45q5dOk8Xn/z57QPF2h7aihnMInYiN2712BxaR7p6gT3giEG5AJcvHIT09M5Nk3A8+J8nsHw2DjaeloRT/m0vW34oz94Dhs2dOHsqY/Q2dqC+toGnD1zHT3d3Tjx8UkcP3GKY3KxMLdIvhYxSx+0g7b4f/6f/5D91mH79vVYv3Yl6uuqqRtFrpNO1De0o7q2EbOcK5d+18mzZ7HnwAGkazLo6VmFGNdjS3MLed6JJp4D5uhL55YK+OxzL3HtdtIuzeP1X74Jz42jqqYKA3f7UcvDT4kH9hj91vqmDFavXUE6HveQAP3cxzwnpK+QxcjgKG5cGcD40CwaeO4qMagUlAPSbeMclVFTlcHDew/AdzyMjI6hrbUBU+NjiHxZL+AY5rFy1QoszeUQ95K01U348Q9ex0D/ECZp01vpy6xb0415Jjbv3hnCmVMXeYaZRjcT183NzWjh+Uh7ZZp+Uzvt0MzMFBK0Ral0NX2TUejsoCBMIuGiptrBwMB5rOxrREdbLWJOEZmqOO1CN+sy1K8NTC5M4a03j9F+FrFA2Y+NDtMXzmLFqh7cox94jvr6y7eOglsEMk0d2LB5B4YGJ1HgXjI7u8C9qZZtc1ylxnXowMzgug4c6qkAvIygc2t0KGfgQ8nSgIEIQYmHapd7mJ61hiWneDzGFlyvtEkBAyNmDgLaG50fhWNmkB3Jcz2GYUhcRP2qTAd10QIv1Qn4GNWrL71XwMyicrPlu/AElfpfv5t9gme2/FzBkQ6YWTTPGo94ofJE9EXz0xBwXGYWycjzqGMcQ8iAFIuhS2coMBjk82xkZir6r4KZRfTNjPIJIhyHz45R/jBwNuDefyZjJEmZkinxXKbcwdhDkWeXqnQNdm3fQd1cghFf9YKKHMHLzCBe+bj8Y4Dm18xg9quwjIBfKQcvMyMbYcSr6FdA/UheCgyRPaBMZEJI39rhKAQsiX7UJnrgf2bL/fIx6ivix7WIr+iZ9ZW72glYBF1mBt/3I370rjrNWzweh+u4ET2zZfqqq4BwzYy3kG2DaCziXf0IOJWI5lIPHEyZAc3w/sRKR0pKHHP/KRbL4DGF7YGQfqLB5YOLkMnVctl4Vx8W8YH7Vxgu67rkZWbROM0sWgsqU70AwiMYdUqgTlQuEF7AOt31bgAMAULuqzRx3CfxX704WpKhjrGtENS2AqJVKTMjReKozIzPrBBeuVyO+OVrREf1Kq+Ayj/9rHcyRs4CxgzKMMrFoS4IR7pbogwLtL2xWAw1NTUwM5S4v5fo9xZZF30SiUSMtoUdgwgI7s/DvcFh6Jdk/Bh9D1Dm5mOYZ+hiCbT5VYjFqpBI1nA/o7/Fs1aZ9r3E9WJmqK6qpn/TDP3JJOP6WZxfQkA9Nc6hZ6QlPMo9HU+gobYWqUQCCc9HNe9J3nXGNE5jQF4TtHNN9O+LHEfEpkFsQp8idRzAZ9IsRh2V7Irya6hLQICAilOgrxfSNlIwcJnkcjyPdjtEgXbS2NhxHSwDWO/AdXnn2jCnjHLULozK1FdAP6rE+TfH4PGc6dLuKKBvRn5YFqpPtlG/0bzxXUFxyUS8lclXgfwVKMDpuenI/4/FHfiMSTnkQ2sqwfFTLaCEs+QZUl4h5aBn0QwoY3YBg0O+XJgZ8rk8xxpE7yGRtV4d8gOuK/CKxX2kq5KMEyagciV48pRLgTEox3EA0ipwvcHlOjcXAfs0x4fL9yJ5DYlhMK6fgOeXInkrQ7yAZUUG1UPy5LkufM6B+HdIU3wIypxn6UCZel0BtQ24rsukLf1Uudai2gk8zqeRLZ930XRJ28yIorlwqb+l+/2D+2shKkc01gCgzCP6QcC6PKQPoicaIWlQFVHgPOTJN5EhWy1Y7tdDPB5HjOA4LhyNg0gl6VGUWCov90U64lnzqjGaGbGwzBd1RC8O5W9UYJKB4zoqitqqneZyuR3gsEoA8l/RG/FvZqxzIhB/Wr/gVSbvZepgQP0NyBeLYGYPQHQFny53XRcOeTBCaOqJmkr5qB+B8M0MzjIjEZ8qw/3LzB7UgZfalD81nwajj+gRJ9QoCNIYwMygSzfR1lxqHLrrXXwJzCySnXShSJukNhqzmUW8SM4qE67aa458T/05kR6IF7Urc0xmtqyHtCvCM64Hl2UB9VA+j/BES/RFT6B3jVd0NDZBpUzlZhaNxWz5/uk6h/MsWpUytVUbvYu21oPv+ZSNgYPhz7JsVC+8Iu1BmTZO8kjSV5VsVCc6JcpY95DjEm8qN7NozJVn3YUTcJxkki5BiDx1Ve/BfTsuHIH6E50IqDsVXVC5aOguPjQeyVm8mOOgojdqV5GhnkXTzDg2B4450FWhkaD81V5lRc5pmfJXH2aUAwvVvoIrOZkZ2TfWfPKjdvKFdfcoQ+FVarWm47E4Uow9+zEfGmuR60I2W3SFa7ZMz8yg98qYPNeL3jVW0/gE93FUJjCzaK7Ut+yldFB3xc8LTCZWxiK6Hu2e47rQpb4Feo7qqKfefVC56EmGAefcaK48x4WAi4b2ddm+iLbkoz4FoeaRembMUcEBxxourxfKVHIVbsj5N7PInvGGEmVR4Jk/oJ3wfQ/VPAtLF13yaWZiLwL1FYo+7absFcjIctknempmkEwiYPuAfSnRvkQ55Dm3BYLaqN6nLDRevYuvEsepu97By8we0DIzqLzEcRRJQ6DnQLpJnvSstuJZa9mnHPUMXioXvmSpdaJ3QUjezOxBH+JJYLY8ZtWXuV/pWx9KXF8apepFV3fwEk8CPkY6WSnXe0abAEoAABAASURBVKVcZWqjsWrM0i09i754kq6YWWSLVK+2qpPsxKdA/Eu/has2xft7kvBFT32oTcj1r7v4jfAoq4BjMDO42iNjtC89vT0MguyBvtZRgZkFJvlu3bqNo0ePEz7CmTNnMDg0jJGR0eiTSJcvX8bp06fx7rvvsu4sAypznHsHHhdaDR3Furp6SGFmZ2cxxmCFgmAL2WwUFJBTkExVQY5hPJFGfSMDFvVN0FdkZRgc8chQPBFnUKsV/3/K/gNKsiTLDgPv+9+1e0R4aC1Ta60qs7TIquruaj0tpqcbPYPBDEBiCHC5XJBLHmLBPYs9JJcHhyQEB8QMRg+mdVd3V1V36aqs1FpnhsrQOjx0uPp/7/2enp3dAA4Pf8YLs2/27NmzZ8+emb3nHilHZmVFCrFonJfgCqSrE8yDF+06PHF0Lz7/mZP4zKsn6Qw4jM2bulFdU4FlOtEGBwcxNDSC8+cv0Hn0ffyLf/EnuHb1Ngo8uCaTKbS3d2D//gN49dVXsWXLVh42W+nwpAOkpjYwCp2dnWhrbwucI4tLC8G3s1bWlnkQSrA+TjmMY2RkhAeEPB02K1TEIobovLpw4QLGhoe4znzyswFf/OLncPzEE+ju6eJYqpCl421pcQHJZBKtLa0IuWEoUJWZX6ATYZiymkFdbR3rU0jEXdC+IzOfx+JCjkGDMO7cHqYj9Q4G+6YxO7WKD947g7/4i9fxyalLDFaMYnx0jgcXQ5SHa89zsbyUIz/TcOg4S1fWwmfZ6PAE5mYyMN9FVWUa83MZFCmXEA3bwvw8+5tDmMZCwcNkMoaOzmbEYy620kG0YUM3NmzciOXVNSiI5yGMyuo6ROJJxOIp1De0oKOjlY6kKPUhD6/oI5GMo6oqSd2IYGU1B58OyDwP85mFdc5HjvPpoyLlIpWKEjcK2gA6OGmUeViprIhzburQ0daE559/Cs0MQETCceLGyPMqdbEPH310ns6ufjq11hAKR9hXNZpaWuBQj8wcpNNpHDq4n/Pbhm3bW7BzVw2amuI8qAGrOvzSIZWlMVIwI8d0nYfb4P934IUhFDbE4xH2l4CMYE1NDSpSlQiFQpBRkczAnTDkRrgphIJyz/MDZ80iA/XSQQXuCzRSy8urGBgYgv4ss9aF2gu0iAcGHmCZ+MePHcHxJ46iubGeuuFQf88xkHUOH374HkCLH+E8VFKW0XgYOrD48OlcLGJhcQla5FFuapFwDPFEEo0MKja3NiMSjaG1rQXdG1qxccsmxLjpRbieEpyvZLICOc59KlWNPIMXkbDPOfEY7JymDiaxlQH1HTt7UNdQCf2/lQcpxy4GnSqoF2Y5RCIRznUMu3Z2wffAOVjlfFYgkaihfizhb77zBv63f/Fd/N/+7/8z/ud/9m8YNLhNPUmjs2sL2tq6CO3YsGEjtjOQmuS6lJGSwy2RjNMhOwcZtzydpwMDvXjvvXfJ1ygDrJuxf+9uVDEA4wBweLGEH0ZlZQ1isQQvnauYmcgGn9ZbWvGDb7/PzMxT99Yo+wfQN+5itC9hGj/+cL0AMzMreOftj+gs7meAYxa3bt3lOlgifw144vguvHTyeTTQsVpVleb8PImNG1owN5shj4tobGzm+2bcvXsf/+Kf/wvS7w++YXiHNlLf5JqemmTdHToNhzlPC6Q7T8fjIh3HM8GHNs6fP4/Lly7h6uWruH3zTmAPOju68KlXP4UmOlj37dnDdVSkLVhFOJRHZ0cD5b0VJ44fxmc//RIaG6oRcT3cuHwB77/9Nn764x8xaDSJ69ev0RZmsHljN4PelaS7jBXassrKCoDGP82xjDNgeP7iRXx86hSuXeunLI30GtlXgcHo87Q3dzEzPUd0F60tbWghDD54gP7+QdqbAa6jFsprJrCFa9klfMz94GPq6v37dxAOO7R3K0jEIjhz+hM65a/j9R+/j9OnJukEy6P3/l0MDQ3h+9//Af7wD/8M/+1/+z/gv/5//vf4Z//bn+DK9X74FmPwfQapinAAiaTDMsP4xATuMAg0MztN3QWWltY511HUcg+prqrkBRMB/2E3ihU6gJfmc7h36xZuXr+CAnUplYpBH7A5sG8f9u7chWGuyXqu6yY6fTfRvu3atZPz2Y3O9lZ4csDOZ7C6vBh8O6aob6DxUKQ/cxiOOVxLYQZp1pHLraKqMoUnjh1ERTzO8a3g7OkzSHGdPv/cCbQ0VmGFe+ruXa04cvgw9u/fi67uduzZvRv/5J/8N4T/B9rbW9DY2Ig9e/dgjgH2dGUl0mnOlZfl2orA48E8FjOEox4WV2aR4VwODA7gnXffZ0CpD0PDY5SHg2RFDSKxFA4ePob9Bw5wHU5RRotBsK25qYE6VYdiMYtYxEdra0MAt25exfEn9mDjxlZ0daQZ7L4S6GNNZZq8zPP9MoN3N5CIx7ie7nO9zKCJTvQIjXWRtjwWcWmvQtSxdQZGxoJ6OTciyShW8z5mM/MIRxyEwoDvZzE6MoObN25gkvp3m4Gb5YUVEA2huIu852HL9m04euIQ2jvruadUcRx7kMksUncu4+CBTfjmNz6NtpZ6HDt6AE+e2MYAl4cDBzcgFsvCCeVQxUBGEwPAA9TVpeUMUlGgIR1HZ0sVQgyu9d69ir67N7C0OEf9ngh0tY22sq21Bbt2bWXAzeW8LmF2fgpHjh6k038Y8UQIR4804bln9yMaAYOH4F7YjH0HdmN+YRbtbc3YvGkj18MUWhhcmZpcwL/5P/4a/7//6Y8xMDjMPsJ48qnNHPsi5+s+Aw7TSCYquU7nCMOB7eztHcL+PV0YG8lQh7IoUCi7duzHs0+fpE57SFc28RzgYmUpzyDJdLCuZYObGuvw4gvP4LOvPYNXXj5OvEq0tTbii194mfuXj6tXr+E2zw6V0ic3BTcSwsVLl7m3XMESgyBN3CvGRh7wLDANRrpw985tBv3fRSJWhczsCgO7fVBAy+WZIRFKoy7dHpxJfJ4nCtzbstlV1NWksL66AM1LHeWfTMSwa+dOyiqF6uomfOO3XkBFVT06e5oQ5jzPcT4d6s/SyjJ++P2/Qk1lCJmpMYSsiLv3+rimQJnFebY5x31zENoTkskEijy8VtdWoaOnHbWNFYgnwX2hl3vLdQbbznJcv8DuPS3Yv7+Z+0wK5hZx7GgPnn9hJ7797VfxrW98Ctu2tGB85D66Ohuxa8dWbOzphP7axjrHIWeU/iR6d1cXamuqOQdZznUGFckIA0lR8jiMyngIG3nOWV8voI3B1zh1o+it4fiTh+DzGh2lgkRjEYR4jgrTDoZ4johwjUSjLiool3DY5Xoxzn+ce2gYyWQCrZyDdFUFba0D8Nzi8SIDUlMgJ8o9vMDzUIJtE4k419kKolGfdncMo6MjGBke5VnhGsKhCP70T/6curTI9zMMQCWxc9dmfPUbn2cQzkVjUw2SsQLu37qHpflFPHH4KBprG7G8tIJEIhXsxU1Nrejhnry2VsCBQ89g04btqK2sQ31lNRqq63lOncf/+i+/g5VCHO+88y6am+p4ZsjiwWAf+3cQj8Vx7txF7j3LKPo52oJxrK0vo7a2FqIZClVwDuP4wXd+ASvG8Rd//l08eDAM/ddt2YKDcKwGMQb4ltfyLB/DyZdeQVtnN6anZrC6ts61cw8zc1Nck6O0CRnk8lnkGbSOxV0sr2SQph2uSVfj1Zefx5ep/yGemzb1bMI+6mLMiSLOOamOR2jTlxCLhRBNuLh6/S7CdNw9cfwY2jtasHFTO/Yd3IiKtIPnXjyKo8e2o7IqwfFFkGcwp6KiCj09XUilAH1gZZpB6eHhEdTV1XDqisRZQzfvVG2tXbSHcxw3wEWHNTouL1y5h3XynOUFcnF5HZev3sCd2/dRUVGNm9z/33zjF5RPCG1tXejtH8INlkUiCdRzb4inGKDNLrMPj2vkFuWxxEscsHFjF+KJMHVHfWfRUF+PBc6vcb0m45V45xfvIx6OoLk+ic0bG+FSxVyngNm5GXS2teKdn7+F+tpqxCnDaNjjGaMWv/X1z+GlF09wLAXuXVOoSIWwf+d2nPn4AnKcmzmemcZHZ/DB+58gTzv1/nsfo693CnW17ZiaXOaecRdvvfEB9AHP5cUVREJR3lfeD84N+VwBSyx75+1L2Lf3EO3dBBYyM0inI7RfT6GmKo6h/vvIMvi8MMPzxeAQ10sEDxjALdDZHIuHyU8VEjzHOvRoa27e4hjGp2co5jDmlrI4/txJhBNp6so6bt8Z4hn6HM6dvUTZ52CuVpZPeRnvbh73JMBxHIIRmLouQqEQfP5zmdeFWykePnleogVLDFz4PPiGw2EE9T7g8lAZZcDczEq0nDAq6EBxzGV/7JdOhhwv677nBfXGfs2MdSV8PPaIJ70qdckH6MgJgPhswJ/H2rHMJ20B2eaYyD3fzSzox2N/qjMrtWFt0F5lUeq+AHz0zuRXftgieNeYBZKH8MwsoK28QH3gscdARTOAEqYt8OBRVuoXfIQvIBPw6Vn3eY8C8X0fEBgcmBlCjhv04RjngxUyi3Oc53gsBpcyhSF41HdAj29KBSrj66MfMwtoqU6AX3seLzMrEfZpz3X3KoPjGlzXCeiYGXW/QMhzzRahx+P+JCjmimxicMzheDgoAA7nmknwY2bBu5nhP/SI9xI/9qi98DRPZkYeSnIRjugKzErlLnXFrNROdMBH9SVQfz75LZAuL22s04/olHH1LijhO8w6kNw93m05BcE74MLMZd5YJ3qcWc6jmUH9a/0oFQ3RFpgZzByEQ7RVFIlHG+g91EulePgQC2b28I36QBzVl6FcobOHaIAyN/LmkKYD4z9iMB/0yex/6CeoYx9mxCfo/XEwxyDeBXjsKeOIF+Ufq6I82Wm5wEA+HEopRB0IIRyOciCGTIZ7Ftd/gvdw6GGTAu/gsgmPaDL443ERa0l4okLfDMij47oIR6j33OeTyQrSTHLf9LGW9UCSEE7AkwFFTpQcznNzc7zbF4OxeJRRkef1HPG9oguvKGm5tO8rPP8sIeKEEOM+wQo4AOKRMFzyl6SdraBPIc4xuOYiJH4kc/HI+1CE5xmyhrDrIBoJIR6LIMK2MaaJZAyhkHGvjSLGfdfjmcBHAQFhllNl+Obx3RBiW98xgON3SStEumHSUQDV5z7uEZwQ4IZcjodofIeAfJgZ7YzHHBlmezMjAgDmJRPn4dozM4qpBKyEnhz39Gx2HR7HkuS8RMMRyO5EmAbtSBLcSwEDCD4nRnMmX6ZsYYH7ukO5lNamAzOOJRRCjDYqEU8EsnBdY7kf8B0KOQhxbMlUHOnqyuD8xyYARwADdNbT/BlpFilnzZnBeDTPc2rEjAPfA+c8R19TNkhllws8iwuPHMBnO4/rK0fFyNKXpToFlEOuC9dxOFYPRn1w2bGxZ+W9fOGRLdO4JDfXceCyTZgy92kEcvSRSSbhMH10XJdsilAopCSgqTZmxnGqncGMdsH3oaBpnrxo414CAAAQAElEQVQEfJAv8DHjmDiQZfpFV3i2UzBA9cFYiGPmwsyIWfoxs4CuUUeKbFfgmRjMmxnUL/iINzOD6GgMHnlUqnftPxw0BI7rQOMys6APh+OMRCKIRiMcjwu9mxkefx7vQ/WqK9GW/c9z/NRrFprZo/ZqIx5KqR+US14Cx3Uh/ikheJSR8ESvPF9mRl5CAZ/gU64XLQGLgh/ly8AmAb7rOkwNjguAc6DxS66ib1aSj97NjHYkHOiq9FXzagD3h+IjEG2H8pHNivKsID4EKicq+3Gp45JbKJClylWvPtWfQO9mBtHxqKfrq6v0qUhmHtSfS1lIJkoF4CM6DtswG8yvaKhMYGYBLTO1BnzqsvoTgE8wDtZpjPKxSvfUt+tSntRXs4ftKHeio9Snz7WU5Zpag5jSWEVHdWprlIFS8ClS99RXmScWQXwJlBeemYGmAi7XChzmWWFmMCuB2hao5+JR+C5lQBSovMhy0TKzgLfHZeNwLYpeeQ2ovdqAj1mJtnjTuLNcr6oTfem3UtGWXVDKJr/Ct5kFchUvwgUfM3tUBgPMOBbKTe1lAyV74UtW4lN8q/8C7alAdkcgPgSqBx+jTNRHAKRZrlO9mQX9iJ5AOGbGVngkjwIDhBqjoCwDMwvamVmAK1oF6pvWlPg1s6BelepPdQLQrKqPsMu92gnBgUH7nMZlZqU5oS1RG9EEy8wlLdpycBzBO8tE14zlBNEzMxVB419nbGFhcZ46tg6HbbTeNCfl8QlR9MVPkfrlUX7gniAbCvYlPPFTpqtUZQIjPelDjn7CAu00h0OWSn2LX5/2UrSL1Cul6kvtRU/tBcqrXDiSlz78WaCMfc51gTLUfWeeMSJ9M1l4wjezQH9EswxqXwa1U140ysAmUN+SAWCUjffI1ghXdIQLPkoF7IRvCNqZGcwseFddGVSgcUimAumjeFS5mQU2SuXq26zUvlynMvWrca+urQWxB60R8S/6wpNMhSMQnwXKWn9+XTgqE4+OXsbGR+mgGKfTf4SOdF48z53D0tIiqqqq0MLglAJAZ85coPP7dXz88Sn09fXRUTITGGF1Ojo6imlectbXc3CljAQd+GpqatEoRwAPFZqcATqvbzJY8WBoHPf7huhoHKcTJI9FOsVn5jLcBD0s0/Gsb0VNT09wDHk6MmJIp2PYuKkZTz65C5/+1GE6S56io+V5yDnd3t7OyfBw/doNfPThR/jrf/c3+F/+l/+Nl/cP6dBfozNtF1566Rk89dTTdLIdRHNTS8DjfTrtFFAYH5+EgscSUF1dPTo7OinMdfT199ExdDZwOrS0tjAYt41OpwQmJscxPj6ChYUMJibG8MabP8Nbb76BK1eu4G7vLMdbB3ARLLJ+ZmocF86fxb/9t39Eh98FRHnAVNB6J507NTV1GBudwI1rNyHnwvzcIi5duo6LF+7hyqVp1vm4c2cRb/2sH//ur99j8OUaEvF67N37BLo6dmLr5n10DG4mv+3YuGELHX8Orl+9S17ew4fvn8aVyzcwO5shzxWoTtfR+VOF8bEpDHIOJienGNxZ4uEhCo1Ff8ZlYWGe+uAhwwVfXVOF7XQ0trQ0YW5+DqfPnceNO/dRXd+CprZueBbG7Pwy5uaWYE6YjubD+N3f+S38xpe/wP6SPPSHaZ987KQD5umnj+Olk09g67Z6bNnazjlow/ETbfjiF0/gK195ke9bsHVrF6oq41hloHaecqusCnPOI8iuL7KPcRw+vBc7d23BCy8cxfPPPYF9DEhEI1HKIwT9f1A76TQ8ceJJtDS30Mk4wsDZfYyMjTBgukwn1irau1rwhS+9it/53W/gU59+hs7dz9C5vQtp9hONupyXEJ2PEUQYUKQ9pawidIIkENXlxY3QmBpWV9Yg53ORQeLVlXVuujkePgvQAszTQZRdz3MOioEuyrjrkK2FKIeo2q0zeGvmIhKJQotcdeFwJDhMC+falUu4de0qJrgW11dX0HvvDlYZxHd56VhcmoMCA7Ozk4AVEKaDlucaOtGAaDRMh90aYrwIJJIJziGQZSTe84vweFUJcXypVJJGPAueObBp8ybOwzbSCXFM69ThKXgcUzjscvxhABb8RONRJOnAq2SgcnUlT75mMNDXj48/eg8Xzl+hnMVTHpeuXsF3vvtD2oaf4Eev/wLvf3CWa+JDvn+ITz4ZxPBoDtdvjkNBsstXb2Eus4J0dR26erpxjAHkuro6uNyUlhgg+vjUx7h0+RIiPNTqEFjJoFI7HX7btm6iDlfSqT9Nea/TTmTR3NyAbVu34sUXXkI3AxgV0SpMj65AF6JYNEV+FwnzGBqaoMNyENeuP6CNW8b83DqWFnOUB7jGZjA0OMV1soZVBvuNep2jI2Rmbh4eb3rtDHKZhagLlcgwADA0NIolOp+npuZw48YwPvr4NN57/yP85V+/iULRkKPctY70Db1nn3sBm7dsRYSXqh1c7wcOHkArx1KVroKCmhmun4GBPuR54FlgwGkXg3sbejbSZuXojLxIW/YB/ubf/TsGNt7H6MhsEMAYG56gM3MZYyMDSNAZfOzwfjpKgWJuBXzFMh2k1xmYDbkOXj55kvbySbS2NkEH2DgvxD0MGNYzWN/R04muDZ147bOfwXYGr5pbajE5PYtr1+7ixz9+nbZtEXv37UeSl/ba2gbkeWG8c+ceHcYN2Lt3LzZv3kw5LCIUdlBfXwt9Y+gFBnQ2bd6A2poqFAtZzFBX5+amGUw9RTt6EclEnmt+F/7gD34Lzzz7LPVgEecu3MRHZ/tx5e4QLlwfRh4udu/fhzDnPxIOoaYmTVlVASwfH5/C4uIy+gfm4PFwwD2e69ZFqiIFXdQLxTznKAMtgAQvRmGeZBnDw8SDEWSXljHK4O1bb77FYPkd3L/Tj7N0DN+5cQcXTp/Hd//dD/HTn5zCqffOoiJagwgSWFvOQgeq8qUU9NZ4jkdWDCESLtIxsLq2AjOj87sVHh29e3bvwZe++CV0tndR/i/gyePHcezoEaRScVSkwgx8DECB1C1bNuO3vvkN2gFQtnkeKIqBU2N6eppBwzMY6htAgcGp7Vsa8fJLG9HVmUZHewNCPEjPTnOuowk4jhO06evvRyJVyaDeCt794DR+9ubPue7FJ5CoiKGVgcdUVRywPDZs6ua8zHCPzWB2epR6sY4obcka7WyOAfHjDAhvZjDhpZde5HyluHZGUEna6ao6vldi9/bdaON5wONhb9eOHWihbtXURBGPRzhPKTQxYAuEuQ5AW5JEW2sDHTXLcLgbMBaNVCyGMO3X5NgMfvrTn+HP/+I7mJhf51jAOXQYwEggm1/FFHkzOvzHxscY2L2Eo4f3Yu/uHow8GKTMjHhpJGnrigykDD+4hysXz1HPLuD9d89xv1jEEANMsrfS9b7eO9jEwGwz9XJ+cozm02Pgbxmjww9o+8ZQTR1bXV2iXcnh3PkroO8IVeko3n77J5idG4MTApKJEO3MMfz+730Tn351F77+tcM8e+wNAhc+nWHzs8s4f+YyVc/Q1dXNtbEc2Me+vlH0D46igry+8Oxx/KN/9Lt47bXXuOZ2MEg4gM1bqlBfl8DSwho+9anP4NlnnqFN68GO7XupQxtpB24woHgJa6tFvP76e2y3m2uikfZgnO0acXDfARynDa2tqaAtzyAiXpNhngu68NSTR/DCC8fxudeexfEnt3LPCHNdLqOyopp2vQonnn6KgfkVRDknSwsL2NDVzrPAKEYZhO7p7MCD/hEG4VewMLdCHvqQmVvF1Ng8xmhPpyemqHtLKFIPEskI54tnNS/HIPU9OuHiiIVj+PiDU+hjgPje/UEMPpjAwaP7sECnyWrWp4vaZaBjgXKuRD63jiNHD+FLX/4scnT23eI548KVazh38TLPPOfR3/+AAeFb1KlV7l3VePa5w+gfvIcero2WzjRtxSr2HUjia187in37WmiHh/Ff/hffoFw24InDDejuSDLdiH07OrBnRyd2bu1gUNHH22/9goYzD/CisMLgjs+Lhi75E6OjnI95OH4BrU11DFonEea6z6+vYWZmlvv+Cu1PEXv2bEQ3g7pa2znaX+3N6aokYrEoYtycZb/CrnFOHHChgfcdpCqSDP4nUVVVRT124ToOiuxf555YJB4EiNgE5Ud4eQZvCjy4r/MytkonRDpdiZdfPslzVgypVAr37vTBuM9/+P4p7m/jDGLvYHcr2L6zmWefGdzrvYKFlWncun0dRiY2be3Enfs3MDw2jL7BfvIQxr6Dh7h2W3Dt6nXO6yrbDHAfv4C1tSLam5rRkE6hqb6K/eSQLa6hsb0n2C9ghjCdAFs2b6StdGgHkmzbj2XymSPe0moG45MjmJmfpp5FUFNbh3v3+6Az+8ryHCq4rioqY1hczmAt52GJ/S2uFGlfKygXh3eRS5iZZt1aDvUMEmrflCw2btigaUNnZzu+9ptf5Lxvxb5dOzHPPUz6e/3yBTTUpTnPMVy5dIM2aBobuqtRyC2ionKNwfUnyEMbNpPvAiO5P339CiYmZ2kv4+TvJjq6OO/1ieBbr13dbTj2xBGuz5Nc84fwYGCQ9r4Fv/3t38J26lJ1VQrTbPuDH76F6ZlJ7mszwV0oS7pr60XMzC7ybFFAV88G7D+wjf3XQEHS4dExjjNMOc6gUARu3x4Mvj17+MgTOHP2Ej786JOAp3WeLa/yjjDIgG2BF+XrN26AWxvccIjrJY+q6jT7nEco7KKC+mWgtfUcDA+O4PKF8zBvHWur8+hoi9OObmDAcg/CoXWcOL6P7SZpw+vwxS99Clu3NGPzpkYsLY5jZWkIe/d04AtfOMy0G3/vd38DffevYZFnllMfPeCd5AZlncOGnp1obetiAHUFValabOzejZnJNdSm2zAylMH1y/d5v+ml/awgbY69ojIIGuvuc/LkCXz/u6/z/DXKs101FNDNcR9aXV7Cpu7NqKtqgNaC/vrRgwHuVR7Hl6pGIp7CAoPFyzwL6I7lcl8+TPtRla6DQ7tjPJN878c/xX3a3eHxDBaXfKyuGddLJddXjGsjD+2dLvXWzKjCRrvtQ4/KfR4swuEw9TkU4EV4ltBluVznug4cF9TnMM+pYVDA8GnRjJEHn2duh2tM+IIibUqRkxuPxynzCFz2KWCncBznEZgZ9KhvtTMr8aT3Mqg8yLM3EF064DEfQHAeKo3BZ1mZlvCVF5TzZhb0K97Ei2yK7tzyA+A/8KidmcHMgnbi43EQDbNSnfJ47GGrR+3EnQCUj7kOlGoMPrNBnnx7lL3uKExIxYF48oVkCOZIvCSTSd55ovCJaKRFxODHrCQzs1IqHlWhNsqLllIzC3hSnZkFc1Iux689ZiVcs3IKGPlVgEfzXkolcQ8e16boqD/wkXxV43Cey3Ip54UjXMdCMHC9BoLBo8esNAbRMDOonZmxDy+QSWlPKEB0ygA+yptZgA8+evcp18fHLl7Ut4CoHD8HRNxf/1Gfk9hXGAAAEABJREFUAZgDM4NP8ODzbOnDN8BxXTYp8e554BmWtT7rCKItIELwE/DBcsdIiyVmBuX1JnBVThkYDOXHzGD2Swh4oSxVb2bQGlWZ2S9xjJWMHcCFIUSafH0kI+UFZgYzC8r1DvZb5k88l/JBTYAneQX9lIqCMr0LHhaVk0dpKfhXhM9zAw8SQbnjhmijo/AkPPIW5bnLcV2YQ37gcB7chzz5EG035CJEx78csT5ti7kOirQvBdoUIy2HkEhWIkZ7SBODdd4jeXzinlBAkROisYQiPPPxbl/SI5CugQNgXyEO24XxpmMWYdsiJidnsMx7UpHnWbocEOcdLJ8tSM3h8l+Oe7D+GoCCbq4Zz3i0Z6QA2p4IeYtw/4lEQkEfjvnQetB0RaMu/RQR2t8oEsko3KhDHSoE9T7bCuQI9mnHHXXsevB4R1DHXB6BjXVc8e2TZw+QTF3aA+Jr/ZnDIQV5pUDAEoOsPgHkw3EMjuPArDTnPvWwDKDxcZ0wHIcEYeTJR55BRcnLdRyk4jFEuc8a5e5TpmQAZsSlzniejyJlm+fduMjgZcgNQ4/K2QXPievIPRZANDOoX492wsyHoMjzczQW4Xk8TtLFAEqsFMlHlvTzBI6ZOiP6DtMCz4Oib5wTMyPPHnGKARR4lvTIp+u6CIfCQVDVdVyEqCsqL1J3XNa5jkMB+nDY3nUcqMxhCj0kXiQd4Qb2mFypWDjRSIRtgDx1TThhyiZEHQ2HwxyPPRyfF+SFr3IYqI9F6Juo+rOlBfIg+yX64lep47gw9R+AlejAA4cb5CU3M+M8OQGAj8qYAI5B+qNAQo7yFm2XY1SdcDRu9ZOnb0Z9Ke9zPqU7oI4UOQd5ylSgNhqPIz74Um5fJM9qJ1CZmT2SmXBVJhxB/iEP4CM+zCyYI827eBEIn9XBWBzXheM6wTgc9iuZmVmgO+vr68G8Pk5HfZTbi4aZKSnJCX4p9QEzg+i5LmXmAh7vM9I5EEc0yqBx6wwg2bmuC/Wv1MwCGuJXuMJTXnUO+fSpJyqTTMBHchOojq9BW6VqIxyB2qh9jLZPqZGGR9kKR6B6Mwv4DpEX0ROeoExXOD51XCn4mJFP6oCZBWNXP2sMiIhntRPkuaY1xmw2C/VjZmz5yx/RMrNgTlVfmsMc6UmXEYxF/YuW45bmSm3Uh/CVBx+lAofyMbNg7oRDApAu66/wFci73jU2hzhlXKUCkgl41DjUtkxfqerULsr7peZJdERX+p/nmtV8CE9nVuEprzGrXPTEm8agOtFSmXCUF5hZ0Lfw1bdZSU5qV643M3Zreg3OIgWuH+GqwHXcQIbCV1lAm6hF2rxcIQeP9l5l5TqlAhDHzChvP5CZdFG8qU60zCzQCTMigvaH67VcJzzxqzZKRV9tiBb8lPMFbpLC0bvZL/tSm2w2hyLrzSzg38iQx3caFjjMa1xmpTaiLxAd8HFdByHu1Y5jAHyorgwcEMsQ8C6Za95IDrl8lv78hSA1tivPl1mpD41NkH80Tg+OIzpG/hzmHZgZ9JhZ8C59CNEOswI5+gsKlLWxkUMwK9EVz6IrEI96NzPyHwrWvXg0s2AMBeqT5KXUzCAe1Yfey2sJfESfCYfqKwlAdMugftSf2iktcq9UyqUP6W5QzzWhMoFHXVFaxv/1enUg2sKR7VAqkKy07sWz2ogvxxyhB+NRvV40Bo1FY3VdV0UUmQXj191CPhXVm9mvjMnMIJpqIzBzgnrxqT6VssSCy67juCQYQUdHB44cOYzDhw9ix47tFGIU8/OzWKHD0eFBpqWlGdu2bcOePXQmNjRyIsIAjM68VQYl5iCHd4GK2NzczEDXFuibZ3Ke1Dc0QA6FDZu20Cm2ne0PYefOAzxI1FAHXSwvrmJ9LUtYD/oLh306q5qwl06r5qZK6KB3/979IGh65sxZfOc738Wbb76Jcwz0Xbt+HQrwTjFIWODCqKlOY9OmjXj22efw1a98Bfo/0CpSVfAZIFmk42xmZh55HhrNQlTOEGKxOA2Dx2DyMK4wOKRvTcmxvYFOG411O+Wwg87jjRs3oLW1mY6YdjQ2NiCdTlM+ITpRpjH4YAiTUxN0nkxTBvNYWsowmDOCfjpzq1JxbCU/u3buQHNjE/t0g/5SdFTv2buP0nOhP32qgEELA5hPPrUDGzfVwOc/x/EZSMmS1jzm6MyYn1/F4OAYHRiLdIivUuZrdJQN4O6dBxgbJR90ovT3D2Mhs8RDbJL18xzTNVy6dJn8TdLJO4y7DNR9+NH76O1TgKQW1dVVlPsKHgz2Uc6LdIwnOb46LvYcPvj4E/z1d3+Cv/n+2/jhT97GjVv38YBBpQdD0zyAZ4J+Igw6VlSm0dzSRkdTO9KUf2tLI7Zt34Rjxw/ilVefxe/9/rfw9//+t/Hf/7//Ef6b/+Y/xze/9Rr+9t/5Mv7ef/JNfPObX8SLLx7HE0f30hnYiYb6JGU4x2D7IMYnBuFYDl/+4mvYvWsr8z4yDPBGGNCoSMaxaUMPDh84SGdMLQNNqxgdHMTta9fohO3Fhx++j7ff+TmuXLmI8+dOQY71ZgYXNm/uou5twTPPniDNTXRwRanHDiHENRDiZT1OnXQ4R0XKJc/+lggrNLgGfTrejCmNjYyKFrAWc3lx+jxk5xmQ0xowLrg4HSmpVDKQsRyt+jMIwcXHK9DpuExHzzohTznmqDOrmJmZRiQaQiQS4ppa5lykMDo2hHx+HY1NtXRYhuH5efIJmBn1uICpqSnO6yju3u3D4NAY6w0VVVUw18F8Zha37t7C7bt3Of/TDBrogBCCePSKDnxeKGI83Dg0uqFImOuxgoZ+hQ7BOXjFENZWHIwNL+H2jQGMj06itrYePV1t2LGzHVu3ddF2VJH/InViHB9/fAV//VfvEM4yWLBAWkBzcwwtbXUc6xLeY7Dnz/7sr3Du/CXMzc9jbGKMwZMsL1lxLNChv7K6Qp3LM9izgjT5l/N0B9fec889xz472VcCDXW1eOnFF/DsiScwNzGEj95+A+Pj4+xvkOMG1rNF6uUC5ubyHEMOC4sellcQrDlOB2UWRoIO73g8FshgbGwRFal67N17CN3dm1CVrsXc7CoePJiH44TZLsw5LwQfrhimo53Sw779+/EC9bWhoQn37/VxjJWIxROYnppBc1MrNvZswq5du3GATurOzi60MAC1b98+ro02rCwvY3ZmBlu3bsIXPv95NDU14qmnTiCdTlO+44hxLpqbmrBv3x7qYYSO0FW0NFeDLLMuz/ZzyMyN06l7FyPDvRge6kVDQxWOHtzDoOoa9XUFBod1o7jLwMTN2/cAjgO07+vcxOX00wW34GUxPTupKwsd1VXUzxpkMut09NfiK1/5Gp3+FQyGn6aT9w7XzzUGx3/A4MYnePOtt7DOQ/6tWze5PnKAFaExxGJhNNRXcyzHcGD/LsqhjvJsxyY6rJdXDEeOHqYdeBlt7R3YuGUblmin17wQsh7AOzuckM/2VSgymJYjhBhg15+AnJyYoW4sIUwbk80RPwuAdjsSM8A1wCmSn2VkMssIOw7SiThyS0tIucCJA5uxpbMNrXTEL80tovf2fdTWNKK39wFOfXQZQwMruHh+CNllHytzWUyNzuGdn3+IWzfvcy3muedlqZ8FqJ81Ose1+YP2uFDMU+fXuHZ8uLxMptM1uHDhEoYZuG1pbA30IByOBHMaDhuqKpMw7p0rq4s4ffoT7hcTePe9t3Hh/HlUVKSwlfvp3b4+FLIunEIC2YUC8ivrGB/Wn5hsgmMFeNyvWlo60NrcCfgh2oImRKJhVFbVApzxZDKFqdk5nDr9MZ3wY9w726FvVScr46hvqMby8iKGGFDWh55mZ6eRroqBZ0AGIS+irq6SQb6XsXfPDvzGlz+PjvZmrpsZpCojDITMoJfB3dmZDPehJTx54slgX5+ansQD7hd1dVVoaKxDW2sTdW4MZsCe3RvR3JzmeNaRW/dRzX0uSf2oSlWgs7MDRxi0/dbv/A6+9TvfRqo6hjzbzGVytE1LVNMsKpIhBv0ioHLCGBjYvq0bO3duxObtG1DHvhYWMhifnMDly/2or2ti8GsZ+/bsps5G6ay/x6DSFKZmVlD0fBzhOaaaDtg73BPAi1t+bRWV5GONaVNTPbZv30qdbAEYHG9rSePpZ3bjs184id/9vW+hvbMBc9xzJ8ZHMDhwB4uZSexkQC6fX8SDB3cwMjiA5oYWGG3oQmYBGdq0+cw8Tp58kcHBk6SbxL79e1BXW8uA4FVcv3qNwa973Mun8fzzJ0lrD+exC9//4Sk4TpJ6DK71TgZLJxFmYODo0RM4QXlnczHagirs2bufwd9afObTn8V96vLf/PX38Md//MdcH4vYunUD98ub1CejDVgKvomVrmrkPK5yvnZgZjaDtrZuDI9M4PqNWzxjLaKxoZnBqlns2LqNNqsHk2OjwV/suHOrF713h7C8mOMad/CVrz4Pc4EB6ujAwF10dDQhFne47msotzztdxSS58TYOAOqgxhhwPXS5UHcuDeH8fkMPrp4Ax+cPo+7vVO4e/cOzyUR2vk1LC8tBPvT1WtXuc5yiND2zfF8NjY9he/94AMcOHQITc01qEj5lM00bUCRczoNfeBr174uZJaG0b0hjSNHN2Lb1gbK5QgO7+/E4lwvYraA1jqDm89gcvg2xh7cRt+dS1icHUdXeyfWVrO4cPE69K38qFsBP+/T9niUXRYeHWRrq2t8L3DdgTKap91dJx8JdHZ0I5ZIYpTBsMHBB9x7p5HjnjM1yX2btkB/Bs+nnrmOE9gHM0OM46qsrEScaVVlFTxeKMCzqOuEWJZk8GqF85EhnTzXuguV60JgZsjTZmez6yxzWJ/F0uI0hnpv4cShPXj2+DF8+tVX0EAdXF5dh+xwR3sTtm7byCDVJCZGF7g/zOHG9V7sZuB9174tqK6L4/hTB9DU1owr169hbGqS54w16tAyouSvWt/ILQDDw2OYnBil7qZQkw7hxLFdXIObOH8TeOON15Gqqg7aZPM52ptxnhkWeb6YxCuffg1D1IPMwjzndh4NzbXIeWso+KuobUzhs188ic987kV87Wuv4Zvf/hyOP70fyYookulKhMIJjhe4d3eQa3iWwc4t3PNj2Lplo0wwDu7bz33uCUTdJHSm3717N3K5Na6NCBYXaPMZrCvwIinnifa+Dz+8x/kcQWdnBZ5+aiv+k//kJXz7289j44Ym6L+q6OXeXaDxaWpK4J23P8B3v/t91PB8sbiUDfSjsqIC0UiE54sR2vtl6l4Wr778AuZ4zzh//hTP4NOcyzz3c54VaMMikShWuTdWciznL17AFPW4l2umnwFYne+1/s6evYrxsWnuLesI0ybuO3gAk9MLeO75z/KctAHf/9FPEU1UokibMjoxh3MXrmDztu04c+4iRoanUVlRizu3+zA/t8K+HYyOTHKOmqkXa9SdEGKRJHZs30VTl8fBQ7tox7gegVgAABAASURBVL5Cm7YDPZ0pVCbXsG9vB+8WjTznhHDqkyvo6WnFT376HcTjHnq66xEJu5zjc1hZmaA+JTA7O0jaI/j61z6Lz3/2Gfzt3/4UXnr+AC/sOepSNU5/chrxWALJZJpzYbThHvfPe9A6Gace3L41hhmed5p5H+zq7EFVZQXvKUPYtrWH57jn0Mz7ZDIZR3Z9DbM8+27bshlhc9Dc1BLoQ0VFGq2tLSjyvL1162YoqH71+l2srK2gtraePG/lGX4fktShWDKGdE09ZmZXME24casPBYR4RkZgT9fWuI64pnhfhx6Pl3hdzAV6NzPoHOzykq068CmwXzOD3kvlRe5xRnohjjcH+IDO/4JcLk87tc56EAzCLxSKTMMPbYGDUCgc9GFmAQ4ePuJBfZsZbW7hIT5xWC/HgznG3H/4x8we0RKdx7H0XqarvEDvAuGZGSLU8RBtl95/HdSv2mh8qlM7M1M2ANVJNnk6fpQPCh/7ZWYBb7/erozC6iBLMYKIFKdP3ffgMWfm6LgFnbt8IvoGrNFRGo8lIXp4+EjOApWZGcwsmC/xJRSzX5aZlfIqV73GpXZKxX+5TCngkxYCEM7jAD5mogXyYnB4FjXHhxuyAHR+DfBdh/PvBuBwT8DDR30VKDN2AWKA10F258D45jgu9IgH4QmUz9FR71I3nYd0VGZmQg30RRkzg9kvISgjX0UvjwLPrR6V/3EaqvfFBDPqh0nwo/zjYGaPytWvHKOgTvoqJz9mFvQLQ7AeHtcHMxayte/xF3/MDGaG8jjAx8w4fj8AMwvqzUqp8ARmpXfxJR7KZXovA0k9+jGzoA+zUjsS5Y+h/DzeRnmVK5U8SqnYIU+s0LvZL9ua/TLP6kc/whNvZQhoUf4e70kF3tvzhRz3Qg8eZRdioFF7gMM7Aktg1CHXdeByjl1HqYMQ6/gKRwFVtjHi+AzG5akwWepDnmcVNuRUhAIdMDOovZFOlsGDpeUlFGjDpN+FwN5pTAIPeepCgfcKmijkioY8/QFOKIpVXsgWl1aQTCVRZNv8ejZIvVyRk+vRz5JDlrbUZ9+F9VxwTspyXZIBFOlcJ3XawVXu5Vm4vGSs57X/55FIxaEPlCVTCYTDDuTbIrucEwTr1aeCOI4LR2Pkvc6j4fMoB6MAzChv/vCwTXzOCWUgOfi8V+mbrrrX+j75o+Uw1gXolJdwPBSp4T480vdJ00yEOBSewwoaP89+8oesr+fJdzYAOX3JYbAfhkOAw50EvCNwsPDZzvdNw6Vsi9wH8jyb5UFxIuSGIVvqMdAqHDM3eNccLC0tYZ53BOWFIzbW11d5Poygra0FdfVp1NRWopF3nKp0CuGI2hpl5YISIgAcEmWc53g0VpbyjgMYzAxlnQuHw2wThp4CbYzPeQ+CA76PcCiMGIMxIceFVyiChGBEdNjedRzmADMLQLIq8iwrfpU3M7icCwGzHHOWYy6QJ+MY3aDOIQ3hChA8/iNaZg7xQnC51/yyHtQTjodzY6Yx+IH9dxwXAXNikDmzX/LksA+XfCgVSJYCcx2EOVmSvXgWOA9xVV9qY3j88agzhWKOPGQJecq2+EiOGntZpkrVzqzUXu8+5WlmwbhF28wecouAjmygCsSDmVFfOLaH8hRvogE+qhcw++jHrNSP+ngcV++CMqLyZRC/6jPPM3me8y76ZhbIXHs8SNLn+ojFI9StEEKSFXVDdkL7qnRFdM2IyIzoQo2AYDyiLzmWQWNmVSCvEq7eOGsP5SI89RulvglXOKIh0Jj0bmbwaGOK5LcQ2LN8MA/i/XEctS+DcU7Vk9orFZhZMA+So0DtBcpLJ8BHMtFY5b8SbRbBzAIo0w7RXplZMF7hi1ePC7tIu+Zx7rRORNPjxCqIKZtCAvwxkQtkURQeeRTNoJC/1EaycElfbQvSd+JoDMJXamYQnpkF9FSmMQjEr1LwEY6A2UCnlJpjoEni7PpBmerVXzweh+ZBtNSPQHTMSn3ovUzb7Je6YmbBPKhObckQf0xdQbQ1tjDtjPKiJzrsOZgD9atygfrWuwBsbrTt4WgYRn7NDI5Lu0F7ECYt4Yqu2oGPaKp/pepDoDrREp4gxjur3on+iF/hCcS3cEQ7EgkH51zl1U85NTPa8DxteC6w++pP7cwoT+oxfMA1BxE3jJAbgpkFcyxd8LgPILC/CMrVzue8Sl98tbVSuZlBfKhfgdZDIpFgmUM9yyNfyEL7WigcCngUjpkF8yg9EU8Cn7RBhqg27A98fGicZWABJB/1pbz0wXfIhOsATH3y5HO9S56ip1Sg9g7rJRPJUuA4TkBba0C4ZkZ+3UCXynVqK5rqT2XgI1oqE4hJM2MpmLUAVK92fAloaayuQ/4AFAPevKBfvgbj9zlmtXkc1EbguO4vaTBvZkFb0RfAEMhDtPQuGmYWlKm9+Fb6OO9mFsyB9EryMDOUHzML2qqd2piV6nzKVfSdJJ2wmtja2hrU0ZEgx/+mTZt4ye4OLq7NzU3o6urGgf178ZnPfAYvvPAi9tGpsX37duxggLGqqioYgIxUlo4EdZSmoyUcjvBCvopBOpwWFhbR2NiIrVu3YvfuvejkpToer0AyUYV4NEUnaBV00e7q6mJdO44dO4BjTxxAbU0Cd+5cpnPlFi/as1heXKcjYQjvvXsWb711Ad/77tv40Y/e5fspOvoGUZGswIaejXQebsPGjZsRjcYwN7fAC9g6F4wH/VndJTrr1tdyDJB4kGO5r7cfZ8+ew+nTZ3Dr1m3iz8PnAqmurkYlHWCg8s4zeHfv/h2MjA5BxknB1Q46hTXWZR5WY+yntqaW46hg8O4GQg6wyCBWFZ3o+/buweFDh1FTXYvpqVnM06m/tpLjIS1GB0IeExPTmKAjDnBRU1OHKKMmk5PjdFRlKFejggGJRJSKHMZHH55lUON1vP32J/jpz87h0uU+TEzM05nSEBzGYvFYgC8lWmVg6syZ07h5+yadF8OYmZlEuroCXd3tdHxlGLy9Ajkz2xkc7u7u5FzXUTFdLNIJluMhvMgNbpJOo/GJZdy8NQuenclHkgGPpoCXZDyEA/v24Itf+BJefOEkwjQ2d+/coaM0hoqKJPTn+HL5Fbghj2Uu530z9uzdjGo6z5MphzSydOIp+JSiw3gvnYJP4/OffwZPPbUfdQ1VnLNVBvKmeWBbxnvvvckgzo/xyakP0dt3F4MD/ZCMtu/YjIMHdkP/p2ZLU20gd5fztco5yczNY3p6GtMMNFbXVOHwkUPYuLGbOl5Nu+JTt6ohJ03IjbCvIhaX1gAKjusZ+ZzHMVQTp5G4EYRDcUQicfIcQYqBAcAB10+wsPDw0YJS1sxBNBolXopQAS3KSCwCHeoLwQUoCzaHE3IRIV5tbR11vguHjx5EXWM9HeLjgZyffPIEWhiQjkRDdEBVcv3U4QhxUqkY8zXYsLEdbe2NyPLiMz65SJmMMKC0gDyDVNzLEeL6k/NohU7WSjqk0pU1tNchOBZBJJxAc1MbcaJsn8P4RIYyyNPxuIoZ6ugoHe5ypt+/N8ignXRnkTpTREW6BkefOIG//Xf+Ho4ff5L8awwJpkncuDmI6zf7EY+H0dVVxTnh+JMJdPf0oImOtBg3j8NHD+GLX/4Snn/xRRxnkKClrRlz87O4Th0dnxqnTBxUVKa4Vgt0pk4w6DARzF+WzuQYN814PIpE3EVPVwf1Yh1aF+maNApcr6FwlH1XwJwIwUU6neSlIYJoOAZ4YdAmcx5jSKcrEIsnICMa4ua1cWMXTjz1FPYfOAIzl3bBh+ayujpJnDAuX76C8xcvUn/34O/93b+LrzLQ2NTUHMgtywBbOl2PeDiNnduP4eRLrzGAuJkbpA/9efN5XpwmqX8rq6t8n2F5AeGIy/nuwBNPHKF9qeBcNiKdTkN/Gro8zizXX2Uqhe10OH7mtSP4zKefRFNTCtu2teGb3/oSDh/eQxpNmJ0ZxdTUCG7fvIL33v85kpT9jm2boT+H+/a7H+A7338dI2MzyBZ8aFO9ev0KMoszqKiKQ2ti46YNcLiJVtM29XR3oaOjho75OtrcWwxK3Qzs99jYGNfaFO1XDXlowqbNm1FZVQHZkg0beshHB+XkYLW4Rvw58jSOmtoq6ksGt27fgJwAGzdVIw8fk/MLmJjLADw4dXRvwJe+9Cl865vP45VXDuNTn34Cnr+C/sHbtAsLdMQvo4IO0ra2Vjq/tyCZrAyc1w2NFdi9ewfl1kw9ARSAn+Zar64KoZJ2Mr+yjObqapx8+gm0cVxNlWmE6SiIUy/mp9fxizc+wtlTN2iHPa4VoK4mjWQszbVhWF3OwnUjaGpuRJJ9a42bAUYZafMMcy3Gk2FE43HOYwQuac7OLuC7f/ND9DNAe/XqDfT29uHIkSO0wwXkGBTu7GpGS0sDZhh8lD1NJqPQN+AuMfi6xMD6beLfHxjE0kqeQfwVzEwuYLBvmA7sVbgWR2tzCybG1jAxnoH+7OrKUhHxWCX3h0WMja8xKDDNfW0Ne/fvxb/61/8Mr732KmU3i4nJUe4Tb+H2nZtBEHVqeoYDCaOrexP1MIShB4MIOTF89TdeRg0v7r6fRXVtnPRuIhRZR0NTJWoZKI1GI9wrruHGjetweWC5cP4i9eMOJibGUc/zQlt7Gyq5ZnPU2UQiRtvncKZ9rtMYQC9NjHMd5gV+965dCHOfXKPDeXRqHt//6Rv4i+//GGt0dLT1dKKtvRKV3BfWKJO66hpEnSgSIQcNdUk4dETFomEc3L8PD/r7sI/zX1dTg5MvH+Wa2MI1MMPA+DDnk7KhnR5+MIkdO7czmHAU4+PTOHvmPLZv3o5XXngZ7S2tdND6UJCqta0J2p/q6irwzLMH8RwhkXDguEU6fkIcr4ee7nro25DPP3+Mgbcz7GuYNroX7dTL5557lo78PdiwYRP0YbEsL4M3b96keodx4MB+1NYm8cknp7BCJ8revfuoX6sMNNzGBx9c4VwvIBZJYW5mDpEw8O67n+CTs1cQorzaOzqQ5Pp/+tmncfbcOUSiRv2Yw7/+N3+GazduIMlzRdEv4OVPPY8XXzzJ+ghq62OoZNBr05YWrt3b+PEP3sG5c5dx/sJ1/PSnbzFA0oeh4VGeA5bRd38Yb//8AvrvD8JxQrSlHt79xXsYGRrH+fMXWOZgjAGfQj6Ee/fG8a/+8G3Kcxd++3e+jIMHt6C1Lc1134Dp6WHqwSji0WjwQRA59mKxNBrbdyHDIHprTwPGpsdQWRPhXluHfXvbqVcJnjuWkF9fhmM5+F4WkxMPcPrsh2jtasDU/CKWshmceG4Lx+SgjuOqrY/i6We24/f/7mfwwskD+Fu/fRyNTQnysg3PPn8EjY2ViMSKWF4YxcauejTXJnCcgaRPPf80tvS0w8uu4PzZ8xzbTbz34V3cG1jDSjaOhSWH41xANmfcQ4DVbJb2vwj9SdkI9ch1IojF4mhqaMXaqs9141KfZjEwMIoNiSaVAAAQAElEQVThoQzPVXPIs21mfhUTY7NYWV6HHl3W5YwDaDx4GZPjamVpGVoH8/OZwI5lszmsrqxieXkV+XwBruMGaZj7tvYf7U86w0W4R/kFQwQ57Nlah9dO7kZjtYNnTuzluo1Rn+5i65ZuvHzySTjuGj4+9XPKN8cQUhVmpwqIODUYGV5AEMTjWfP85fPofXAf7330DhYZUO4fGuT5LIV0VTU29mzAyMgQz13LHItPOaxi564N2L2nBzWcw2ee3o1XTm7Dts1ttCv9DJpOoZrBq7r6hkD/Y8kkQtEoDhw+AjKDLB0QDoML2fwyBkfvoqm1GpnVCdzvv4qDhzajr/cyPvfaSTz1zBHuG/fQ1OzBKa7iyL591JWttCN57Nq5DU1N9WhtbaVtHaD+zmF0dBKjI+OEUZ65q2B+GOFIgjZtFLV19dixazt2MtD6u797knS24PDBzXBsgbY+hIbaOCYnh+DR2dnc1IR8DohGqD/hOHEicEIJdLTt4pqIIxqtoT0cQSpRgRkGnYeHBjE3N4Fbty5jcqwfHZ2V0F/lGX5AHa9IU0fy1MeX0ECbnahMwcIgX8A6zy97du/FymIWqXgNCjxfNjbWc19oxhrr1nI+vvPdt3jOHkRtfSNSlWksLK+hZ1MPqmpr0PdgCGHKNR6tRlVFA+1/NflZwNJCjusnitXlPHUrzjlbRyHvYSGziL17d4LHHJw98xbPJJU87yWpLyHU10Zo6w7g+ReewHMvbAPcAnlYwtLyPL77/Td5xtxJ+xjHpdM3MDUwD1uLsv1GOt7nUNdSwKadldi2vwGJmhw6NjnYsqsVza11uHN3GFevXsPqygKeevIgWpqq8I1vfAEvf3oLtm7vhus6SFdU8Zy0hfMQR8hdQrKiiOp0JPiQVpHnhyOHDqC/7z7X2AjmeS5cXC3iyrVb0CV4ge8T46OBvOOJOFLpNJJVTTxzDqG/f5B26EGw3y4t5RB2KwK5uOEkfDcKz0LI0vHvOC60rkJwId94yAlzhTrkzUWYdtfXIdF4VoJH9TXqnxdAiGd1cwCHjiA2CPDneZZJxBNwQ6LhAr77kAazPDjkqVgKfhnbZTnHxYcOOeXlnMCvPWbsj+18gqrMDI7jwAhyiig1l+8PAY4BRmBqZsyWAP+Rx8wCeg7pSZ7qRwA+ZsbfCOrN7BEtM2M3DqLUPfCRw8BgxBM4pZQy8eiQLvJu41NuXIxgM1AKUB6G/5PnP45gXqmpz8QTIY41WVEJ3c117vN5rjUKJwDWmxnMjNggb+KP8uK7mT0q9ynfADizZhbgmlmgY5KNmQW4ZhbUlX/51A2BPqyhVOWu6wb6ZGZ6DdqVZeu47J+ykRwkF3MAI/8++w3KyAc4QJ+yUxoOuwiocDwOXLgWEhr12IP0xSe++ivTBx+Hc6lyZmEWtA7G8XiZ+DCzoN7nGDz25/kFlKFIG21mIhGAz34Eoi1Qn0o9zq8YMivhFnXJZAvVM6E99QCes0MIc/1FqDcuynTMSm30/jg8PhbRMCOeQC8PwYxlv5Y3s4C22qtK/CkVPE5feZWp3sxgfDEz6F0APaVCmFkAKvIeyoCd8McPQOVlesqrb7NSGzNTEYz/JA8zC97/Q7+KlL/8AJpzn0FWTbOFAYt4sJAHTjzgAHLUwzG4PAMb8VhCzSlAeV/rjG9aFwU6LPKFNUR5P27ifpaqrCCOgxDtWY4BCu0v5nIuSDMqPwTAuScF3pk5THhBajzbeCjQOVz0HTjhBKfSQTQZg0s6+oCQ9stwKIxK3sPCbojsGyq4L8bDcRR57i3k17n/LfNus8xA6ypl5vGOnIUCiLKDgiL1zg075M2By3OBGfhoFKD++OSBKUVANvhufPdJh0BE33EAxwWNLyhmsAimIoJSo6zAao+y8ajnfgAl2uBjxHPptIdRFjAYC3yuNYAVD8Fjx1wOPBMUkcsVUCj47B9wKb9oJIxoxIXLuXD04dZiljwWID3iFCDP/UVnPsmTph7gfuCYCzOHMuYr+yryzBHUs4HkoXOi1vbKygrW1lZhBjikr/l0XI958OywxvZFgsd6H5FIBOKnyPXHH+7VLjhkGMfg++LXZzsHUdps8Sa8crnPuY6Gw6hMpBANR+CwQ9dxEHJDHKcPPR55UyoI2rGNmVEWBc5HMYAyjvZS9eO6DkgArmNQ3sz46ge44BPQIW8sDMo0Zo/v6tEn5xQNHJfjIG6pDgEeyUDguhakyhOFZNiKL2YqNxWxXzeQTSgUZj4E1wnDqBAe+fc4JtE1YwnHamYBDfEFPg5l4LgOHKau6wapmcHMWIuAF2XKslTezB7Vi75oCVRXBr0XA2VAQFPvAuGLVp7rU3wpL91TuerVvpyaGco8gY/yAmaDH7UJ2lPfHcpfhSoT3TJ90dLYVKdy6Z72sWIxD8cFXNoYzSOFEuiZ2quNUk5sME6XcjGzQBaqexyEF/BAOasPQblMebUNU+8EIa5B8aL2j7fRu9r4VGqjbnhMVV8eg/LCMfIgegLRUiowM3UVgJkFMgOfIn0QBd6v1GeMNlK4LA7GIVmIrt5FW/0DBrMSgI/KmfDHh0cZe7QRrjkIORScD1phEB9wXL4DEA3RVKq2SjUGgfojCvFNSQDiy8yCdirQu8DMAjyzUqqyMj3RL4Noqg/Vaw6VFqhzpW+Bl9as2klWGr9S9aMy4ZqV+hZ/AtUJJ0I7I3qaMw6Tdmg9kJnq1Z9SlzJwOW4zC+xDlvdn0VC9QO/6wpF4Fb5A/Ko8kCUNV14fLirkVRXMWblv9SuIUG9UZmYBjuiKd70oFW2VhciH8FUuEP8an/iRvgtP5WYW9KOxPQ4ai0e5rT8cg/BFV6loiG+jIMJOCBE3TNvpwKe+q1w44GNW4tHM4DgCh3MIiE/REu7joHKzEh6xiFekPhXZxiePTmDPyvJVH4+DT11k0wBXbbVeRFs4eOzxuZYERIRPnnyXfLNedkn4Ao2vSL02M0iG0pN4PB7sIepfvAtHKZsGP8pLrivLK/RhLHP/K82h4ziP6gu0b8IzM8rDCUB3Kcd1g/ON6oQvUD+u45BNoxxKe4f4JvtBO+GYlerEs9qaWYCvujLfSs0sWE9lHI1HAD5qKyjXqa3AzFiLQMdVpzLREl9m9qgflZuV3s1+NXVSdIAomCqFFTUZWW3u2ug9KldDQwO2b9uOnTt3QcHQVjo11NnCwgKdrNfpWBqAFkwFLzm1tXUcuAvVDQ8PI/PwwllPZ0uKzsEwDyS5XJb1GV6WF+i4GaVzYj4YeJKO2ArykmRAUAezlaUMEskINmzsxK5dPdi7pxMtrXE0NITYBzh5HieRh401Dw31dTjB4NOBQwdx/MQJBnl3UhnDjPj7yPGQs7KyhnkGVTPzS+wvw4v3FAO0vTj18UWcOnWdzsdeOmlmsLaehQ5RgINUqiI4DE5MTGBwcAAPhh4Ejvuammo0NzejqbEJ1elqtLV2QAHodEVFsMhqq2uDOv3Jxz0792L/3kMIuTFM0Kk7/GAUgwNDdDiso662no6e/WhsIB06/+vqazE9M01e+umsmYEhQUdxB8e1DUeO7cSOnZuRqHCxvLocBF566DTctXMjnnzyCQaC9kHOFgUEHS72eDKK5tZGPPvsU3jp5HN4+rkn8cKLz6K9oxWxeBjdXR2U5248cewYjh49ikQiSQfcCi5fuBp8U+n1H/0UN67dpmPG0NzQTGdSEo31NQ/5bUZbSwe2bN6G5557HkfoOJOefHzqI7z7zi9w4/oNzNHxMTTUx7FcpTP4I/T23cTwSC+uXjuPa9cv0PFyHX19tzE0dA/Dw3epR2ewuDKFlvZq5PIL1Kd5JFLGoI9L5V7lfBfJczv5b8L6+hrnwceWrd2oqUswcDRIh9FHePsXb9IJuIStm7fglZdewaEDB/Hqq5/Ck9IH6m9tTQ1yDPaPjY7SmTaJgf4B/OAHP8LFCzfp5FqjPQqhgheFRo63o70L9XVNqKtrpB5UUT9B8GHmsP8s8x7MLFj04KNFr0WmxRenEZKem+tQ/3JYWV+l03IZ64Us1nnp8EkjmUqivb2VTulmdHIutm3bwbHJYVmLQ3QCb9rUw/nezjF3IV1ViZ10DuqbjC0tTahvqkeaQfGqqgpUV6c5nxE61xxyYcjmilhdy2GSTtMbN+4EgTTPc1GZquGlJsv1uEI9X6DMpzgf44hGYoGOO7zUe7SFxayPPJ28Li8LBR5CxsdnSTOPFPVunEH79947hb/66+/Rqf9v8c47H9IBOo/t23cyMPgE+d6L6nQamUwW8UQC3T3d0Lcza6rrkKBMqqur4FseoSjloosIL1Zxrvmu7k6uVUMnU30LXEFIGdA4HVXxWAIxBmDeee91vPXzH3LdPuD41qFvWZ8+e45rOoPGphY0EKpoe5raO5Chc3ouk+daLqJQdLCW9RDjIaqqqo5pAqt0IOtTt6ura3B5iFygk3t2dgmnT1/Axx+fobNunHhxeORvbHwSEV5K6uvrGVS4i+9//wc4c+Ys/vRP38K5M9cRYTBqbGgG01OLkGNuZYUyXlhkv16APzwyDNm7kdERLCxmoD/VmKSNS9DGKZXN1YZz9coVfPzRRxgeGqJdyyKVirNfFx2dLTjGAHos7qKnp55zOE05vE5bdJ/0rxEvAn1za+Ombvzd3/9d7Nu7K3BGrnMOuzdtxauf+RyDlJ+FgvT3eu8zUDkI/R+PFy+fwaXLZynPMcjW9/WN4cqV66ihbfM57mg0TN2vpRwilAPtK3XuySefxM6dO9Hd3YX5+Tlozf/852/h3v272L5jK/QXDRaX5pFZnENVVRV1IImJ6TkULISmjm7UNrZwja9gfHIS+j+mzQcd5E20LS4+99ozePGlE2hrr0FLSw0c14fHG1ZDQy3S6TT1doGO2ptIVSaRqohhnIG8to5mvPzqC9h3aA9a2pqwtp5HmPOp/wcuwXR9PoN9XFevnXwV3W2dmBidQHEdyC172LpxM7o6WhgISKG6uoZ91ATjrUzXoaq6GsZ/cQbuq2pSiNKWhsIu7VEMiWQKbjjKdW/QpTvLYHqOsl6mDnFpM8AwhH/+z3+Iq9cv48atqxhjkCgS9eE4RezZvR0bN25CMpZEDddEjg71O/cH8N4HH+P6rbu0mYu4c+8e3vrFR7TvqzBexuvrWgA/Atdc6lGRclhiUGwYd27349LFAfQwWPXiS0+gu2sT7ty6h9u3bmELg+mfnD7FuR3HBGV99co1pNnf5HQGtXXNCIdTiMWr6Ex/Cf/pf/p1Bko2o7m5Gps2ttGG5DA00k8bfRVXrl5Gb28v0ytIppLsP4dPTn2C4eEh4jcH8tKa7u/vx89/fg73e4cwPb0ABZTGxsYxMDCAI0cOo5vzNDk5g1t37uFu/wjGZudxj/vprf5h3OjrRzxdgy4G9Ssqa5CZzWOobwrXLvXhzs0R1FZXwueFT8Hnhro62oIo6mvSmJ0ap/1sRF19NYYYD5876wAAEABJREFU4GhtbkJFKoH62lqeBRqoe3GcPX8F/+i/+n8FfHV2b+R6vYLXf/Q6g6FTmM/MoUjn4MrqAmbnxtHa1oC2jkbyuxsNjdW0m4Nc56fQ0d5MG9bGoOR57jmL3Kf6cPfOAPfCTu5fIwyUnqZeXoeZg2g0Th4q6NjvRzKZ4BlnHplMBtqPGxoaMTT4gHvsKnGqkMuuobN9A+d5jbRHsb5uHMcYeR3F+x9+TNs8hHgyjkg8gi3bt+M/+4d/F+2dnaSXw8uvfBp/9H/8EXo2dlAv4jxHNCGXX0EoksOxEzvwta9/CVu29ATrYWhkgH1kEY0kOe9x5KlzM5yjtVWjbOMYG57DAwbux0ensHHDVrz44ku4f3+Ea6IOe3luGZvI4+LlgSDQeOXaPVy7eYZ9TeHuvUu4ffsaz1/LSFCfr1y6hqqqWu6ZjVwjSbjREDZtqcOBAz0860zzvFCFkLuKI4c3Y/OmOtTW+lwLtVwHLlpaq9DZU4vnXjiM3/nbX8OLJ/fj2PHdXOtFLC4Nc493sGtnPbZvrUd1usgxTKOnu5bOoAL306VAR1M8W1ZQXpm5WRSyq3D9PJZ5Bllfy2AxM4bFxSUGg5JcXwsYny5gdGIRC0tZruUY8txsFng+jMbjXBcJ5HipWKUtAVwU6Rx2LIJUKo2QE8HU9Aru01aOjy1QfxysrQLzs1k6EB0GtgpYXswTVuAwlOlw/dIjCcdcyE7kuZ9OT89iisHzHB11rhuiM85Hbj3H+c8yzdOuALq0uGEfbqgIHiFQ4Jk0giJqqzjXNSF86pUniT+PkdE+bNvahX17WyiPBrQ2V2LblnY8+/QhHNy3DS2NG1ARS8MvxrC25MErRJDJrDIAnKHMW/HZz34a//Af/j7ee+8cZdgPnxfD5sYG7NuzA1//yqtMq7Ew6+HqlTO413sdo+N9uHr1Ezz/1D4GO7fAXBeV1Q0YHB5jIG6FOH0YeDCAdV5GPcq04AH6U7WjozPUvRR1MEHdukk5TcP317GcGURudR6jw/34+tc/i6ee2ouD+3fi+WcPIxrKIpWMoPfObfJd5Bo5z/GO4c6dXiyvFLC0ksPZc+ehv8RxgWfWmzfuY2h4HNXVddw3fF7RCwyyXUWqIkyd24PpqVE08XxdW1OLgb5RvP/eGaQrYxgfm0I4FEGRTtP+wRnahTXmw/jzP/spfvSDT3ievcD5i/COcBo/+OHPoA/nNXMv/Af/4PcQTzhI8pxziPtPNc/8WzbvQp6B9b/8qx9Tx2ZQka5ATX0VNm3rxr59O3Dh3CWc/eQ6+u/OwuHZXh9arK6ppJ5X0Db2YnY+C9+NIcl7Ry9tamtHJ/VtFmHalQjPIFW0hfoLJOvUl0retTZu3IJ4PEkeKgDqm0dHrRztshvag+fmplDILeHIge3YubkdKzPLiFCXVynziekBjEw+gBt1kSSf9Q11lNMR7Nq1CffvDQU6Mz6SwfXLI9i6YRs8z+HaiCKWcLHM9vl8Fp1dTdjOQPfuPZvw1LMHUVMTQ0NDNfbs2QnP99BJ/nPZYnAXE2+53BpCIZ/7wj0kk1HoHN/EO8WhAzvxmVefwsEDezm/t6APTzU0NiKTWUKR57e5uUWMjU2iu2cDcnSKuW4YmzZvxm0Gbwf6p/DjH77Ds//HlD3gET/44JzvUMeoB9TpQqEAmEGPmZXKucZ1h1VZyHUDfoN3x9hnkee3YoCnesdxADY3M5gZ9Ag30BvKvJAvskj9qS1oK33k2a/xDBKOhWAhVoeKQVrkOqb3GwqiKO/r3E0o8MxF4rQpHnz+U5+Pg5n69UlIwKT8o+Jy/mFq9u8X+lyPZRDv5fzDJkHy75WRjJlB8pMvwKW9cikr8ed5/E2a4tnjWMVrKKSBgkVqCICJuPXLuPi//rCXYB7KvIkXMwf379+n7sdLBINOQJ1lpgiYZwg7YShAYGYwM5QeC/LiV0AxB+/i3cygsZkZ9C4wK+Err7rHQWWshkf/iCAcDkFQLlddKW8lfaIOqk+f60JgjrF7j/2TZ/NJp4BCMQcyz3weWl/CIxIAgyOCkjfBdZzg3Yw0+F4kD3KgleiLlhf06bNOAD7iRfOjMZgZS0o/Kndcg1I5H81KNEVLAD5mFtQjeHzoW39kgW8eeS0QPM6RxgKmfvAuvl1zORyuHe6h4JyA53nHHKgvgVmpL/FY7otEAxoqE5TfzYz9ml6DVO1d6qJSs1K58AVCUioQ3TLo/XEQnpnBcV2Aa9VcByApM/7Cw7E8lKHasehXfsxKeOVCM77zx+d8mmNwKCTxKDAzmJXKVK75EpTo+nDIAoUF3/EQ/FciXEoudcqnvsiWCkRXALFpAMwneHAZlBQt+dx076uqqkJlOo1oNIZQOAz15zguU4EDI1947DGN34z8OdS7PO92Gd6RVxGJxamTRdoygQ+diXS3dnkOioRjCLshnmVTqOOe2lTfwHwSuutKzyLRCHswAu2iOfA49zrXrPNctbC4iLW1NRToRJfu+g9lbEZ8H/CpK4IC92TvYR0JgVXw+FupL545JmgsgawNjmtwQ24AwZhcB4G8SNeMtMFHjZkUaf/5Q75Am+vD81ThIBSKwuX+YuYGfBR4iMnnPcqlCJ9jcJ0wwuEIXPavoKfD+XIZ/DQrQnuvsZss74M632lfUD9kAkWORe8uZSYAHPYJmDnQ43AcuXwOKyuLlM0q98ZV5pcA0k0kYnClnyTu0dYWaEskM7U1WMAXlYb2D5Ddc+BC+iBcgWgLNC/gk+V5cp3yZ0O4jgMzg0MIh8Is8jlW2Z88+dO485RPEYF0gjE7EC3wUR+aU/Hjsk4gvnzy6DoG1xWuUV7hoA8z5SOI8izjsF9BmPrpUfaiU2Q7MoIwdcfVXmLgODxCMeDFIU2SIC2ffHosK5WrT/BRKmCWOBbwqT6Y47mgpFeaD/HtsS8BHj5qZ2bB2FWudgJVmxkiDCyZWUBX9aIhIFWhBOWAQY+ZweyXIHyNT6n7UE6ibWZC51j8YIySmwpUVwa9q534U38CvQvMSu3NyimCfsttzSygLdxyO9WJB6XgU67TOLT/GG2J1oyZBbSIQjl7AR0zC/jUfKudeCqD8MxKbVSmd6XCE77Gr1RlZiU86WOZDzML5qtcJjzwUSrI0bmi9mUoj0cp0ahrLkK0l78+NrWNcu6i9P8pLzpK1Y90T/3rXXwKlBe9MphZIAczYx8hODBQIDDqbNhxESPtsLksNRAFRh2V/KihpXXj+yxXnQWykxzEg/h+vC8zgx6NTzjiRe8C4QnMLKClvMrFu0t90nuRNkFtBKozM6jeB3geLaLoe/RFF2hX1gM+Hh+/8sIlalAnHgSia1bqE4aAnnCEa44TrJU8g6B6Fx9K1X/Qjg30LnyNJ8s7ocYsPIGZqQpmFvQpHO0d8oUKTzSE4LDecV2IR61BzZmZPdJHs8faM3BX5ls0tMeIH/UnXlSnstVV2df1wO8tPDML1nc0FkWMehKhTTIzdf8IxI/al0F0DQbHHPICqoRHkLTBdz8A4agdAPiUf7FYgMi6rqMi4nvB2EWzWCzZsqCCv3xaXM8vYj2/hiL9VI5jAY+O47AWQVufuqU+VCC6ZIX0xQPBAOGaGctMKCBTpVS/VURaPuu1x6r/0hzkgnkVXZdylzwEkr+aqU8zg+o0FyoPR8LBu9ponsv6DT7iQeUao0B5sg2P8tC78HW3UF51wi+DWWmeVS7+lKr/MqhM7TWnoiH+hWNmwdiVV5nqhKO82igVj3nut+V+RdNMQpGYfJ5NCsFaEX3w0Tg1ZjMLaOtdoDLxa2aBnJ35zDzUsTpdXl6iw36JzqdFTARBxEHcu3efAYYxTNIxe/v2Lbz//vssu0dn4UKAOz8/T0JO0IkOdPqk9vj4BPJ0GIXDEUR5KNNGvcIgxwMGEu/f62PQaw2xSBgJOgu1bxZ4OddkUzWpoB4qK5Nobm5AI53phw/tx2c+8yqeefoIncfNiHEz5lxQuYB02sWTT27HyZefxbPPPQM5q0OhMC/iC5iYnKZTcgwXLl7GO+9+RGfIG/jDP/w3+PHrv8Cbb57Dd7/zMa5cGcIy+aquroKCgx0dXWhta0MtHbfRSBSBk66igs6/WjoX92L79h10GtTRQbiGtdUcouEUHC+Mxfk1Bqnm4fMgWFVZicvXZnD3Tj+DTYs0BAlUVdYhXdXAg2cTErFKzEzPM3jyCb7z3e/hFz9/Gw8GHiARj5P+Npw4fhCf+9wxfOFLT+OLX34JX/jya9i0ZQPqGtLkrRE9G1rR0JhioDGGzZs3UA4OnU3nOCf36UBdRY6H1IrKOFIVUaSrUzy8uFjPLuPM2Y/pCB/ggXedPDnQ2KZmZrGwuMz5yOLa1Vv44MOLDKbewCSDQ9MzK5yLBDZv3IxnntyHYn4d77/zHp1CFzAzNR18+vD6tauU5c/wT/+//x/87I036fQYoV6sQA6QwaExBhSu4/KVc/jgg7dxiWlv/x18fOp93L51jc6vwYCfldVF6p+MxirHUsTBw7vwPB2rv/3tzwbOvs9+7hXs2rMNoaiPPfu34pu/8wX87t/9FE48dYABnBYMDQ0gzEP0/j17oU8LZdfXoaevbwB/8Rd/FTgKHwwO4cGDYWTXC3RaFhjkvYNbN++gqiJNGk2opkOJk8eLxDLGRiZJcxQjI2OUaS/HMg8dkEsLMcv8GjemHLvwAyMSoZ4ogKpFpUW6Sg/rKgO+i8sLWCDkaQy1wYajEbjc8B3HRTgS5Vijwbrp7R3A3/zN93H7tr6Z0YGnn3kelVUVuHHzJtZyWQZVd6KdQcJwJIJIOIIXX3gBGzb2YJgBOn0iv0CjUDJORWTXfRoCYHFhFcMPZjE+Ps9DeZ4OrDE6AjPI5QF9M/r6tRuYnpxCdnUJ6VQEG7vrcGB/Ox1WKTQ1RdHQkMSu3W04fnwTndv78OnPPI0vfek4mlsacPqTC3QynibtCepQJfJ0cLW2tOIpBtteOfksmhqTdNTX4OWXT2L//n20C0an4BQvaEuoqEgwXeDaHKFzdjjQ13U6v5tbmki7kbKepb6GcePGDew9sAHPnzyKhpYq1Nc3MnDSgBSdiL45dDim6UypwDqDAwsLy8Fc9Q0MY5aOtwIdf5GowznyAF4sIqE45UybML9I3VwK1nu+WIDDS1A2uw4FTN9++12cOXMBmcwy5JSdn19GIpFCZWUV1/Vs8O3Ut9++SGdfH8ZGh3HsSDe+8PkXcfAQHcB0pj7z3AE6RX0GnpfhhhzyMUP6LmXZDBnye3T+THHN6EML0qNaBn086sXIyAg+/OhD4joMSB/Dli2bsZmBpcpUnDptlM8y6morcejAbjx54jDXSRYTE0OYnhkDDQ8qKpMEyqehAWcvXMS9+/egi1KUDtiqdB327N0PBQlq5OzdsgmNjVXYf2AXenq60EDHeZy2ubOzm+scyFOWrhvBNgZvFpcWcOXqRXQzwN3Z2Y6TJ1/CznEYRPAAABAASURBVF07yadRv3IIRVw0M4DV1NSI9fUVnD9/FjoMHTn6BDZs2oFosgY7dh/C8Sefx+bNOwALUbYL1JlxzM7OUU+zSFdWQH8aqrurE1WpBEIM4O/n+q6ujlHPi+hoiyHFi2SWAUt9+3NxoRjoQWVVFR3ZceS4Z6xQf3eQr/bONjihEBzXxRT3qXnaNX0oYGCgH6fPncUAg9Tbtu9Ca2sjD0xxVFXVo7m1Awq09w+OIcMgeKIyjczSCu7eHyb+KOcyB63XdLqKepACt3YUeXiMRxOBbqUYWA2HItSTOMuLqKlNYfOWJuzjOtKf2dywsQs7dm5BY3M9Dhzcwz11ARu72xl8yeAD7kfzs4u0oxna/Uq4ToxBuCHapdscBwBuzht6NsErhjA/s4QNPe2IhMgB9TbsOhxjhmNIkv5W9N7vRS8DYtk1w0cMzP71X/4V5ijjg/sPobtzA1qa22nTL1CP53Hnbi8yi6v4+dvv0R7M0M4P03ldx/19EHfu3MXQ0Cg+/anP0vl/CDt37KFzfXcwz5EIZesYVmjb8jy0+r6HsbFRjOgbYqPzDMQ2o6urgXKKIZmI0P6sc51lsUbdyHI/ysOBGw8jVR3HCveRJepatuhxHkMcyyTe+tm76KVzPBKuhENZ6Nv0yWQEswwAqL/7vX0M5FxhQHyEMskjXZVCkvTGx0cow3G+J2lXFpHLrcCnY7qB66GBDp4FrueBgWmYE+eh1NDe0UHd78R2zsvW7T1cGy4qqxNMgUOH9+AGA4Q52u7++/0IcbxXrlxEMhnDwYO7cPbMRTz7zJM4euQEQm4cS4tr6Oceo4BzPJ4I9Kq6ugYtLS1YWV3Du+++D5W3tzfDo1OmobYeWzZvYwCxgXv8MUxNzXJtNzAQVo+1VZ/zuMA1HcXeAwcQr0yhobUN4zOLiKdb8C//9V/g1CcDPIdUYXZyFnt27MObr1/EW298gqtX7mJyYor8LGN4aBz/+7/6Qzx4MIJXXt0Pz8/Rfj+HpaVV3L09gnWeWfR/STbWV6GtqQ2bejpRl67HzRt3kMsaLl26xbGBurqMMPW8ri7BOXXw7W89R11ow/ZtHaivS6OhtgZ7d+1FV1sP2lo6yVc99u7bh2NPHgvmdGz0Hp5//gjisRz27OpC2FnlGWMC87N9yGcn8IXPHcbnP/sUPvfZJ2lb9sN1lxGKrOLDUz9BPLmCtrYKdHbXoKEhitaWFGVUjWJxDssL46iIAwvzk+jvvcNg8BAUqO/tHaQdKnKuKjE0PIyaxmq0dtajtaMenV2tiCUrUdvQjnAsiSyDH4UiuLfmscpLeohOx3hFipdOn3ricG0Xua/kqLs5yJGmeZ6dzpDHCHUoyrIo1tYcFPIhnokcFAsuwQguZReDR+exIcQl7CISoZ1iQGlpcQVrq+vE8ZBMcAAe1zJBdhp8XNot435k8Kj/4LwVuH5yrAH3AYd7cSf+yT/5z2krPIwO3cYTPCNu2tyJpeVpPHXiIPbu3ozO9gb63tbQ1lKHbVs7CRuwffs2rHLuK1NVGB7U2gmjlXqlc8K9e3eRyczi7/3+N3gmmEUb7fns5DgaaipRX5PCN7/+Ofzj/+6r6OxoxOTMOA4foz2hHUJhBU3pJL71W9/Elm07uKdXo5q6rbP3Fga50qw7d/5jTE5PYMvWvWhu3Il4uAX3741wLFHqRAxaJ6nKBhw4dAhV1VFMTDxAT9cmTDBI3d/3gOtnArU1cY5rO4Ofd7mmWrk++tHW3g1YGGPjMxgaGqF+NFGelfj5L87gJz9+GxUM6M9lFnh+uM6+e2iTK6gfI6DgaTumcf7MLZ5zR6hDMegiXFNTg1ry7lEfOrnPxRM1ePOND3GFaypdWcv1uhn6oFtbWztefeUFbOzZQHszzfP/HH7373wVBw91Y9OmbqTZ79TEAgb6J+GT2AjvP2Pch0bGh6hHi9wD6jh3UcqiFiEnhy7uVx3tPZicWOQ95E1cv9aHCa5r3QtWc4vo2dRCPVxDR/smrtsh3Lp1F0V/CSee3I/9B7dh7/7tPAOFEYu7WFrK4N69O0wXUSzmoXNFJBJBLBaDR0Uv0F5HQi520J53dmxEe2sPeUhiZnqJkOE66sX46CyGBvqQW1tBbn0Ve/bsQH1TGg3NEQwy2P3JJ+ehNba0uA7zw8hlgds3h8nbIDV2CW5oBb/1t17lGkthanockzxbzmVWuA8twUE8mKsp6sP45BDnJEXdXoTkf//ebTqB12kjtuLA/l2IhF3yNAN9KDQWq0B75wbSrkZVuhr3e/uhs0OOe8f7750iP5O4dPEeVpaKCLlJRKMVtP8ejGvJ543dzLiWXILDtWjQ4zgOE4NRHh4dFkXOlVKPzjE5nIiIkM4RbOuSjvDNDKLHhpQt6fO9XP7L1OW5qED5l+rNjPki8Yts65EHIwCO68Ih/RDvvgKaAPgG2toI6xyAeZf14knlHvfZAnn0mRol7bJeKYUGBGU+2BV8jhd8zAziCXwMxt+lH43FrPT+OK6ZwcxKSPytOo+O5iAteuTfC2jrXXSVwifir/xozCoU4FfosfGvvAft8X/9KbfzyJPjGPf6VUrjV/sTjkD864ytVO+CUo8l/FIe8AKZ+WTRD+bOzIK88AXgQE0BK/akVKAy9S9ZSKZKzUryUxvXdQL5mxn3iRzpFfkuuh68YB5L/ZlZIBcfebJTII7Pd595D44LaC8oFHOBDhV4v8rTl1LkGaLI9SxQXyQOAzliwCVP3ALXvvTZWGjGX6zTj8fzkGShvJnBzJQNwHEchMPhoCzHvVBy8wO5IHjKeTMLcFSoMoHyJSDPnBMzC17NLMAVbTMLyjzOG8VIlkvjV6GZBXiiJVDfAuXL8B/jW+3LOMqblWgpr/JyqrxoCIoP9Vplj4PWffDORrIdTnBHdx7xxuJHfJuV+jEzFQc4ZqV8UKBfenU4L9zPi8GHJwCjfMBHfKgvM+nEL2XBKkheDvFMbSksn6njurRHTgDSv5DuAHSygrSNelLk3OZ5vlZbMoNFBiqX6M/ReyQaRYhzCwM8tjHXgWTgMhXg0WPIcY8oyd6hbc8jk1nkmvAQjydhZKhAvctR/3JZDzO8R6+u5bHOc418CfL/OTRM6XQVXNLWGAtFH0UGEH2PTPoEhFDguSibLXBdFFEoFILeHY7R51g92jKPNtjzAAE4eMfYzgeM5SD4BI+VAp866plaEp+yLLIObMMlC77CdY3gwKWdB/N0CSCwtSg9Zhbgld7AZqYuAvkEtMmHTwMsgFIRIH2v6FAXwDUT4X4TJ0SZDyHMfkIhB4VgHeZIi2Pk/T7PsybgIBQKB+20jmkGKBsPRTrQAYOZy7yHCP1Dcd4jxI3PcYdCIcqqwLocgjL48Ni4NH6D47h89+Cbx7F5kB4XuM5kH9ZX1riXZ9mzsV+fNIoBgE+B61xr3WP/jjlwKIssgx15lhv7jVJv0uk05z4OhxOk/mRXfPjwCDDAcR1SQkCzSDrCUYFDfIFkqHKNQ1MDc8hHCV91sjmJRIJnx8pAhmqje16ets7M2IsHDg8u9d11Xbb1KYs8pDfCDYdDcF0HWhOSjZkxT/AR8CQ89f/rfIFzaSA9zq9HxsSLR50K8KnfDvkvl6lcNMqAh49wBGZG+fsBT8Ip8eGTVxInrhn5eQh8DfDUj/Ka2zDXpplBc6Hycr/Ki57ehSs+VOZSDgKVCVReBr2r/yLHorzZL/sWHUEZV6lwNAbREy9KVaZ+tRYLtCsF6i9MpQhkqvlRW4FK1V5tlZqVEB/vR3mBaIr/MoiOQOXgfImWaAqUf5ymmcGsBGojWamdaOm9DCojFnXC5VoLBVAek3CNhCXvcpn6Em8C8a93AdGCH+EJ9CLaoiHQmlGZQG39YL0VeA/MB/81DDUSYTeMCP27juuCiwuObAPnWudxjc3M1JzTRV3hfKlfgeipwuxhvV4IKhcPZSjjir9IJBKsHwopWB+Sh/CEI2BzaHwCc0iXoLWc5QFe8R7hCkd86dwpmuX+NN4AuL7VXiCaakNKgay1bywsLAR9i0Z5jI7rUAaRwIZonTuOE+iQ6Kk/vYuWmQU4mhu9r2fXkX0IurcU6O/K0jYJVC/bpDELX7wKVCZQ/6JbBjML+tR4hFduIzrSI32JZHl5OThLykercQlPY1AfyouWmUGpQLTUXrhKwcfMAjsg2QtUrnEKhKc2RCOOF6x1lTmch/AjG2a0GaWFYGaBXDUW9R/lHc51HbYt8D7ISxcNtN5Vb2bQo/7KfZipzCd+kaA91pdqBPyb4zCvepSXHaDXh+BxvecZS1CwWbKRfmgMZvZoPZkZzErvDukJJK8EfRpKy3IDH41TwGzwIx71XqTO61xSHoP4Vz95nkE0L3pXA9EWmJXko3KBaAhfebMSPyoT3zr/aC7Vl/gJc90pL7rSe+XVTvg5BkOkVwLRU125P/UvnDJPOe6NwlGZUpUrb2ZQH67rBnJxFrkYxsfH6FAdxQQDqBkGV5eWluh8ncHAwCD0KdB7dLxMT9OJwKi+xw1df7ZXB65IJIaOji4qSZ54fVAAa3l5hRtHnhfm5UBJKpIVwd0vt15Eghfe1sY2BlvqUF1ZiYpkHK4DZOl0XeNFHjx8hlyDS6Uxv8iDVIH5Ig2Uh2jMBbtGZmEF1XS0HDu6EX/wB1/BSy89jSrSGh0Zw+CDIQzSyZLhgbJvYASnz1zGe+9/hHffP4eLV/oYwMni1u2xwNlolme7JLq72tDW2s7FH6dgogAsUB4FP+Qs5TmPPEYwOTZDh8MYRh5MMp3EvdsP6Mi8h1/84iqdkQNY4kG2uroKLa0tdGREkFkOY2kpTyfQEO7fe4DLl27gpz87hX/8T/4IP/vZO7hy9Sp5uYH5zBzC0RC6N3Tj0KEDdOruxUsvP4cdu3dgjYGmN9/8Kd76+U+xsraA/ft3Y9OWTtTUp5DNLSObX0Yuv8Y+a+mY2o5Pv/YMvvmt17B1axcPu4sYGLyL8YlhOt0WUORiMTOkUikeupc5v+w3HEGOF7UwnX5rDFq4IRdwQpy/EHkew4XzN7G25tOR9Bqef/bFwBG3uroMOcmnZybptLpC2b6PoZEJpOjlrK2rQENjDN099dD/S5VKxVHJQOUmBnJ8LiIt0ob6OrTTObV58xbs23cAjXR8J2IRVDL4m80tMZCdwpHD+7BxUycSqTCqapLI0oGX91egb2zU1afR0FCDK5fO46/+4s/oCBplgGsUt27dolEv8IBWxaDZMoOIa+jp3oDamgZEwgnqUZTO5glcvngDo8OTmJ1eoFUJIR5LIU7HcYwyyGZzdJIWsLa6hkwmAy20EA/JKY4jEnVplDxEogbX9ZkHItzMdGBcW1tn33mWO4hEwwCPnXCAaDyG+vr6AGQ8PCqwgl2TdH6fO3+BAQw6wZYXESPe2NgUA6r9dDyNcTzTcCyEIi8kc7MLLBtloHEBxrmpratHR1snmhpboeDwyqoHnzdrGgeKAAAQAElEQVQFcxxEYyGEeHCPRGIIR8KQkVvjxUffmAw5EVSmKunMzsEhH831NfjaV76I/+q/+of46m98Ck88sQstLdVo76jBQTrsXn3lBL7921/Gs88exZYtXejqbqMTtILjLHCuU+wnSofWAB1al+iEv4gaOmF/929/E7/3e79DfXme/NWgri6NMA/E1dUVCIcNmzd1QU7gzu4W5IqU8dI8XOp+iE60tewa9WoSNbURnHzlOIwXMN8PMXCYgce0ubkToXA8eE9wHImKSuzesxfHjj9B/V5BhgHkazfuY33dC+Rp5gTzWOSFZoGXwzzTkBuCHoebWZEZc11UVsUhAzw8Mke9B1KpCjQy0OhQ/vqAwUWugZHhedTVxOjw244vfunT+C/+y9/HV772Cr72jZfx1d98Dpu3NqC+KUmH/Bpu37mB69evBwFVHTRkK9Vf6QCzxsNPhLZxER4Dcx104HYSqmuk03Xc2Fcw0N8PBaqWGYivSae4PtdQKK7ToZhi2xQ6Ozs4b7+BL33xy1yP3ZRXE6YYdBkanUI4VkVcF6dOXcYf/dFf4V0G7a5cvo779wexf/9+fP3r3wiclbdv34W+3TI8PEa5LaMqXY3lFZ92cRRZbhxLixkcPnwAzz3/FE6ceIJznsVdOj4zdL4PDT9gYOcUurq60NnVAcdxsU4dW2WwoJUO8Zq6DsCJY3RiBs0MWDa1tKGb63BlZRWnT53DCAOb0kMzoKmuAdnVLAZ6BxBygB3bN+PosX349Geep21OYZL70RQds9pTwiHwou/Rpq5ggbZ2iHR6++/h+o1rGOP+lS0UsbjMOgZEcz4ws7yE/olxTMzNcm6auC6TXB8pzDLAdn9wGJeu3aZNzSMSS0F7yjBt2CrXfZj66tIOrvMQ5zK/urYEl303NtUhFgkhzLoKXgSzPPQV5BSgXd3EwEYXdfrQ4f04+eox1DXWUAfDSFWkMMaAeWtTEzZu7KHMk4HtS1ek8QSDcnt3H8TSQhaVqXo62ythThjNbfVYXFniPBqaGfBaXylg+9bNrI9j04ZO6pgfyLynuwP6YNJmBjD2HzhE2zHAPYlyJLNVlWnaw7uooZO/sbGZ+/Ig15CPppYmjE1OoK2jC6FolLK7hdu37nMlRNHa0o2G+jbuabdw9fJNtr+Duwy+Ok4IGzdtwu69u7nedqG2tgaDg4O0EQfxwgsnaDe2snwD7W0eWdpP2Zt4IoING9tRz0DyEvf2SCKM6fkM5pfXsUaHivE4F+baK+aKoF+I5wKXc78NrR3tmKa9m8+sUR/XKY8iujjOjT3d2ML9oq+3N5Dn2NADFBg4PXHiCIPXu5BZnMXlKxnqywOMj/UjRlt9994kgwxFrm0fd+4+4HxEuG/UorGpljq+imkGjkZIJx52kJmfocUuor6hjvtBHC7PHz0MNMZplwcHhqEAz72704hGEgw8LWGQgan5+TnI/o+MDOPK5csc/wpu3rwJnRtOnz3DPXYxqK+trcflO/e494xibHScAcEVrDN4/4f/6s9w8eJVOOyL93o0Nicxt7CEM5ev4o/+8uf4p//T/4pTZ6/SJqyjqqICG7tq4HjAjavXcffWPRgdAy3NPZyrW/jRD97Dn/7b9/De2zcwOb4S2K/t2zfhZdrwseEhzEytUr7dPG+l0Hcvg5p0DZobmtHKs1icNvUBz0rpqnocPvIE5XkIzTwP+WTq/p0hfPOrX8Dmzgp8/YuHMNh3g/tHHg7C4B0LM7PzGJ+axAbqYHVdGsPjw3S2TaKjsxoVKQ9tbRVob01h2+ZGdLTWcp7X0FQfR3ZtkufN67Qb40glCzh2ZDse8KwyMnwb27a0IuSuMaAXQ2NTBd87UF+fQmUyTJu5wkDqBIq5dehDU3Ozs1hj8Ht0bJgB0HWs8IA8QxmePn8Oed/DEuWcK4TxxPGnsJ4HPIsChGXaq7wH7kEeCuawrogs9wffXGqmIRSKcL2AFxgPy2tZjmmRZxAP4XCS7WNcmy7PUy6ACOCTLznb4NJWF+FYGHE6xYy0tB7ydBB5nsF1wnDdMEC8UDSKHG1HjnsAp5GyLEK2JDjo047FI9WkG8U6baPObRs2NmJ6uh97dm5A2PEZSEtinjrbUF/L888w9aKIBG3TC88+i2Qkit2c+8pEEU8e3YXGuiTPC3WchybS9HD0wFF0tW1goGuG+jiM6nQlNnF9ad+p5lktR3sHbx3bt3RR1y7RBtyH9uGRsRFs274dLc0tWJibRja7xODWJGKxMOh7wbnT5xDjeaj37m0c2L+TMohgQ3cPkgxkR7hutm3ZRTsaw+TUDBzK99KVAXRv2o6p2TGsrs2TlzHcvXkXKdqO5587xrWsDw8k8Rs8o3S1t2F0ZJx76z188NEpTEzN4sDBgzh27ChkI7/xm7+J3/v9/wzLyznuVT4mp2d59v8YvX33SGcct67fRlNDJ+7fncXZM8OUQxLGuVtcWGabJURiUZ4H5zHMs/3cnI8TTx3Fcy8e4zm2FforCXv27OIe1oPM3ArxFrG0PIfllTl0dDShpamB8+chk1lCY0Mj5QKu/WXk1qmP8zmEeI9xUOCY8zzXP4GvffU5KNjd3ztPWxXHyHCKQWTOKe83m7lO0gxGt3c0I8Zz5KVLV2AWgutasO9neeZfWJzh/jeNor9GeRa59lqDAGtzSx1c6lg4FEM4FIHjuJDeVVamEQ5zfHMZ7gMjmJ5Zw5/+8Vv4yz/9AJfPDaOH54kjBzYjSZ3saGvGk08dg74VPfBgFB09rVgvrGCE67q3b4BngPtobGzB5cvXaFuXOW6HuFl4WMDQ8B30bGjh3ayCZ9UMBmhTQuEU9T3CscS5hmvQ1t7IPTjM83mGdnIW6coKBkPncOvmZc7TKHR/ampphc7sN2/cxfe+8wbvpOMY5d0ryXtLKlUJWAj1tFsdHZvghhMo0mFf4PrzHQcVlezPwLE7AZgZdddH+XGI49Mu6CKsMrNSvcrxMB8KhVTFsRWDtmYlHBVqffo88Js5Qb3juCw2ytmDmdFuhII2wnPYl1IiBHWu60JlZhbgZHW+YJn602VddB+vD/KkYVbCL9KxVFDAjOBTp8C7stGRbkxd6gdRYbRe4GyYccysUx5BGWBmKD9mFvCiPsBHfZeBr49+fLYVjngv15vZI1rMBnTUoJQH60p9i0e1lwwEvudBj+goNSvR0bvAzFT8K6ByQblQDhLf8xEJh2EaMCtU77HM9332bQEEZZxnpWUwK9WZWcCzQ5mVZOPxHXzEHzl+2K5Ux2L+eORddFTmB/XSjWLQznFEF3Bdl5gI+pfMNK9+oCsgHmeG7TyeFTU3SsF5Cto6bEOb7lLtZGv0IU+Bxzsaa6gramvUMZ86J/4AkgqAuUDn4okYIrTDLu9Y3F7Yoc+mfsCLmbF/FqkfQ1AmXs1E0yNdLyjTGMU3Hj7i/VfBIx0LwCcDZhb0LVrgY2bwOd4iDwaipbTAPU55lZfSUn96FwBkCA7bgXz4HJ/kqjGWAHyEV2rr8630o3eB6spgZjArgcrMSvnymIxNVV4GtffIr96D/MM5Vp6owY9DGj7LwXUAEQhKS7/Mfq2gVBz8NjPKyQkgaEfZl+YFtFfSG9ZRX8yMYy+N9XE+zUTbh+M6sIegvOM4lDnbOoDjWAA8CJIGqH+hAHdtPRucRSX/AMi/x/mCHrZToN5xAYcXLtd1AxpR2n7XDbMsBDdYW25wz5qfW8LqSg40PRAJx3HhK6jI8wynGfrQ4zIDd5l57qNL64jS75CinU4kkuQzSiBNJ8w2hkLReMYqIM+G0oti0UOx6HPePfieD82DwGPeI32OnmXGep/ggb9A4QWp7/2yjcZGdOI6HOEv+QMFb2b6HQD46KzlU27g2vc5p6xGGVhNGlApLBinSsB6lzKSXXfJgqFY8Ag+yxzEYnFCjDjGd2M+wnNPFJF4CIgYcshjlX4NnfVKNC3oQ2MsFnxoiUsGOifq7qlgs941b+Aj/43jOAiHI2znIRqNoaamBhGes0o4pTUhHDPyRrms8/6e5bkyR+c0BwNQxgJtCaDMXc55jE560VDeAPLuQDogm2VmHKcH1QlHZR7pqr8C17Po5plyBhDIk+3LP+IjTP0RLfmfNJ9loJAAyl7zlWUwZ2VlhWelLMflc3xhAmUGH+pDfeV5HvckIO5jgc46bE5ZiBftncIr0fZIo0jylGewL/oBO6oTrvBELyh89MvAruBTccxclHBL7YRiZoFMJAOBWUkmwgMfM/uVejx8VO/7HuVXIBRZWtITyUXAAogX8WVmHHMY8XgcIc6J0Ra5LCMzPMPmAxDvZVzHceEKTzgiRPDZRvWSk/LGMv2YGcxMWZKjXDh/qhcEhfylduKF2WAsqhPo3cwoHrbjHuVzbzKXtPijerUp0CAob2Yo86R38HE4R2Uws0d8lPszs0f9SRfAR/hmFshGcytc0TMrtVe9+hGYWdCnyswMeoQvWYm3crsAFxbok+qEL112XQdmBmNDh7wKX3rO1wC3TEN17kN5i77KC5zbAmWpd7VTGzPKijaryDWhDz5pnfm0ccYycO2p7yLl5VGixv4c11Ez9s92nD/RKRJfILoClQnJTFwqh2AeVS68Es0izCyQhcZlZsE7+AhPIFplYHFQLx6YgRsOQfIvcjyqcx5rr3czU/IroL4VSFL/DscS474h/VVfKlO9Up1nBWosWyD5mtkj+QpPfClVW9HSGFzXVROozqe89OJT5nkG+bL0t63zTuU/JrM8bZxoqL3sjmiU2vxyLVNwgb6pPpFIQPtT2f4JX/REVzEv+YFFU2UC0RYob2YBHTML+NM4y3XqX2DmwAiuG4LjyK6A3ZdsgJkF+i25qA+1F13HMRhBeQH4OA7phFy4lId4dNySXIrUo6LOkFyTRIHDdmbGFgj6CTL85XNOJUOP9tOn/PyHdtHM2MYJwMxgxndC+GFfrutwz3ZYDs5Vnr709cAO+ZS5mUGP8kXqq/jXPqDxFAqlM43mWXJ2ya/jiE6pjfIqMzPIdqiNaAlXbVSnTsVzgetI9AXqy8wCOYiGcPDwEa5wlJpZYEtFT++rjFPK9y45q0w6+FCdHo1dZNS+PAbxpL4pyABHbdTWzIL5Fq5oiyeB3rO8w6kv9aMyJ0Lny+TEJM6fPw99O+UBA5JXrlzBhQuXyLth166ddJq+wMBIXbD55Rh8q6io5MW3OtjYNdnpdBoHDhxgYPMlBkw28zJchwY6ymvTtahMVaE23QAXYToYCnTELGJ5cRlZHvoydLDq20lRHg7CdFyvr3KDXV+F/gzeIh2ks7MTwSX7wWAvHSJXMT83Cd4bsG9vNx3uz2LT5g1w2W6cTnc5WT4+dQYffnQGP379HVy73ovBB1MYGV2jc8MDfVp0RAPhSAht7Q0c0zG8+OIR7Nu3Gz09G9BAR8jGDZuwoWcj5LxfpFM+QwfJ2MgUFufXUZGoQ27VGIy7iTd++j5OmaUwXAAAEABJREFUfXwBMzNTDEQAbW11HP9+OiL3oonOlYqKFBob6xkoXcPdOwN0Ftzn4XSdZTU4dLCVaZrO4U14js6vp585gR07tkB/LmSewYqBB324ePkCrly5yPm4SWfhCh0UVVTCHB4M9aOPAYQFBqGKXo40M+S9CydPvkBH6G46f5roUIiho7MdW7dtw/YdO1FTXUcHaBGNdc3Qnx5WgFF/Jqu1rRX1DfWUSwFjlF+6upbO9mbKJ4n3P7qLN35+CTdvD+LmrbvQfD/z7NP4xm9+DUcYMEilwoC/zoMAUFlhnOswnSVxJFgeZrAxm1ujc2USvXQY6dP6p0+fpi772L59B46feBq7d++jg7gaszMZyBEHnsrW19awyMD+ysoyjJt3hIZ6fmkBl69dQt/APej/AJydm8IaAw1RzuHmzZuwZcuWwMn0xBNPML8VNbW15KOeF4BV6leeB8QK6s8S3v7FKfzgez+lM22IjuUFOmMdLpAw+u4PsX6a68cQ4zpIV6VRVVUZHIpD1KtQSCY9TxmtEScPn46LPA+qPg1UkYZqnTrMCoTdEBOfRw9AC7JI4+Lx4GpmgTHSe4wHWDhAOEpc0lHep5HKc6NY4eLXt8s+OXOOgfMPcff+IApFB3fvlnQnGkmiqrIW+ZyHocFROvNW0dXdRflHOA4LcAGDx8075IbpwEwyKF3FQxooB8qCi35meg6LmQU6AzO8bIGO6jQ2b+lABefMtzXKtw9tbWm8RCfi/n10riUNI0P3GUi4jStXL3DtTWNqehJGIxkOu3Bcl4f6ENJ0wDYyuH3v7k3incOGDW3Ux2ewb99OtLU20InbgE0MAjUxUHHzxlUGaW5wPc4z0H8fV65cwhADGr13LmH0wR3ymkOBl4yZ2Qxu0LE6O7eMrVt248iRpxBLVOH27T5IRhk6zF86eRKvfOZVzMzOYY6XORnbmpooqtIRGA/gLiMPruvA5aUxRMjzkrHOYI/OOHkGcXKUZZ59OZznGI1KoZjlZkdZ5g3TUwt07k+jv3cCk5MrlFEcr7z6LF48eRy79nTBQsvo7b+GK1dP4979q3BCRVAcgd7M06YVuenp0jHBdSU9bmtr58VzFaOjI9QTD1nOx+DgAKYmJ0k7hVrqLfgsLy8TZxSpiiRl62J1dQkh6qDD8SwvznM+87SNedqEHC9pBfTT4XmBga+VnGF2qYjv/eQMbt0bwfLqMh21M/jTP3kdP/7hWSwu5NHX+wAT41PUFwfDw7M4e+463nuf9vKD0/j441tcm9vxzLPHqRf1eOHFZxnUPEgbn6ZT+hTu0EHeRLvW3tEGfdCgqamZ4zDSXeUcd9FersGxEJYWVzFHm9nbN8j94wo++ugT9PU/AJcC53kULS3N2LplG65dpS1nIGZsdAwffvgBuru6saFrA2kvobWlnnZhAo4DaOPNM/hWV9uIRCKFoeFRymwa/QPznFcXlVyr0p+p6RnU8pLpIYLlrI/51SKu3p+k7biHu72DTG9ieGwSI5NzcHnZ813qSCgGBVIrGHAseg7nJ4tc3keqkvNRV41QxEEsGkYkEkaU+1OUNiefX0ea9fV1NXB5oOnpacd//V//l/jSlz6LP/j7fw9ZBvgKxRwidGylSUOX5IbaBowMD3AsWfQN9OOjj08FG/83vv5N7N1xEFGnAu+/dwUjQ7OIxVPI5x3Mz2veY6iuqmP/Sbz7zsd0drtob2+kPY+zPagnYzDKfIEBgY8+/hgPBqZw7coo7tzqQ3fnRvIc51zWwQnncfyZXWjrrONamUJlZZqO7gH84Ac/5Bq7gwvnrmF12cfPuKdNTSzg5o1eRGMpbN26E8u88G7dug1TU1P40Y9+hDkGpmvr63Dk0CFUUfbRaITzuREzDOZns6u0Px71Asiu56hjk9SdMwxeL3FOsnBpX7u6OpHi5TGVjOAzrx7nnrkV+/ZuRltbLfoH+3D95m34rg83BESiLqLxKHoYkEnRQePzENnI/SrENV1HW3Lr5nVEiQOniK/8xmv49rd2ozodwvMvHEPPxhZEY4Yjx9rhktjI6DwiDHBpP5mZmUN+NY/M+DyO7tqOhsokahjAmGCwqIt9aa8bHhrBD3/4Y66hSbz88qfw9FPP44kn9uDP/uzPcZn7cp4BhrqGNMYnx3i+KJBfw9GjhzkvYTTU13NNVwZyqK6WzWZfmUWcP3sZUQYuPV7gx0Yn0dHRwoDWLNo7WpFMAfWN1WjvqkU8mQY3GvRTfwfv3cHlsx9jfTmDPbs24NmnjiJJ+c2RXlt7M/Sn9Ofn55GZz2LPzh1w/ChCbgqzs0sMit9FyKlE7/0B8r4bIdfod/M5d10w7hNXLt2krtxFOlWJr3zxN7C0tAaf6yBDfbpN29tYW886oLrCxaaeBtblsZ9nvBAdZh5Pc+ZGUFPfQFsYRjSZgKu52tSDg0f2oWdDA22YxwCojyef2Iuvf/lT+Fu/+QoDN42oTBlSSQetzWl0tNdi86Y2HDi4A008L9VXp9FQl0Z9dSWqUlGeDVYZ/PoY927fglEo8WgciwzIn790DwvkNxyppO6tYD2bRzwW4RgWMb+Qob26iytXb2NlzcfNu6P4wY/eYdkQ9+co8kUXNM9w3XCwl8m555kDnzA3Pwufe7OZIUMZT85ksLi0zEBqkcFZ0K6uQvu/OUZ7Z7SlRegsEKF9CIdDzPuIxcgjZVhgtHZd5wNzKYsKOKEw19MatHcVi0VkuQes83JYpHH0uCnxKBC0V91iJoti3kU4EkGY+9PU1Cj3zSuIU4cH+8fwxhs/hz4E8T/+D/+c54ERzE1N4+P3PkSI81qkvVxZmENbSwJtzXE8/8we7NjehsZ65Z9AobCGeCxM/n30993H3du3UV9Xiwoq4eryIs6c/gj3792kvhTx0gvPAZTaPG362Pgi7twbxtJaDj5taAuDd9NTQ9A3GZPkKxKJUu9macs7GNhlwDmfJf8h/OwnP8b3vvc9NDS24sb1exgbn4X+1PE22r6fvfFBECjrGxhAJjODyqowA6ZDtDPz+K3f+hpqayuxurKIBq73p556Eul0Gt3dXdi9ZweyvCfMzk5jnfy8/YvTtE9vwaj7GTp1czx/XeX8TzHQv3//PmzcuJF7xgMMj84yrFnEOO3cYN8cQk6EZ6FlaO4GBiaYJrBr524kK8IIxwq0WR7u3b+N8fFx2tYb2LJtO+739wPcj5eWlthfmPvKBG7evIWRkQlMT0xTf6vRSNtvvCs8c2An9m3dwXXvYmZuDQuL0zzHeFzjYdy63YuLFy9Atu/zX3gOzzx3nLysoa21kzYyRfvQHti+teU1hENhNPF+Mssg9pWrF7GyukiehtHQWMW8dJY4UaP+rzEoPYnBwTFMTsxRz31Mcs9focN7ZHyMe/MCzKLc67egpakKx49vg87zRqdvlro4Oz2Na9duoHtDF5594QDWiyvYc3AXvvClz4PXIbgM1kzPTHAfakVLcwxvvvkm53yc5+4UCsU12vx+ZBbmuf67MTY2hus3bvOut84+Q8Sbg87GVVUVSCSTqKxMY31tFdWVKVSm4rjOM8Ho6DCuX7mGG9duIxKpCPZBh/Y7mUqguroaJMQ9usiAcIZ3lmmEownAdbFO56zrINh/i9465eVA68hxWAhAqZkFZR7XmuO6MIfvnhfwZGbEAtezF6zB8sVa7VziKg2RDzMjC8Yu3QDUR6GQD2iEuSYCXOKAj88FrXqBx36KNDpKWRW0Fb5wfNYpL9moTjhmsi3eI37MLGhjZhAvZiU+wCegwb7UzuO9RO9F2pdfB5UT/VF75QXiWWm5XnmBGfuAKRvIxMwJeHCc0thdyiWo5C/xnqdjy6f15CuM/xzK3sz0CjMLatSHICj8D/wyswDXzIJa0WABjP8kp0g4QnuwEsi73H+JHnumDJQXaOwUK+UH8m5B6nHeBar/JXisLwExYeaDbHOcYGpwuGeCZapTGzPD44/HToqc1zzvcKDs1R60l0p9po/jmhnpGzQmgUv5mTm0w8b+XJ7zQ3Cok2pnjo9INAQ9Rc6l5FvkPiEoFMSvwcyB71ug02YG0QQf0RDP+saab0WW6MeBmcN+HDiO3j3mLchrXBqHmZGeDz1mol96V71A5UoFyoMz6gdjBohOWg5To6y9gCfRFPh+iSb4lN/L6S+r2BYcv4VJwyU4xLaAH+EKHqdjZqxH0Fe5TvXlfFkWZkZaxrG6+PVH+H4wBv4mI3ovt1deoDaO68I0L4Qi59SjPpRHZFaib2ZCVW0AIPtqozlWhZlBPBlpOLyLgvsHdM5gM7NSHfgEOHxnFsZ/4kEQvHPizHXghFx4dI7qnuHRB0EpcE8rQHxRxeHpH/UyS5uos4rGpPYOefLZzme/HsGn48Uj+JxD6ZhxnOI3wn1cUPSMZ59V3kF5FuG5IqDtIZgTiguiq5Qi5F5c4LrMspsQQm6E/qY8dL7Jcx+G78JxopyDKMwJE8d5CMb08R+9l4AsqSMC2I/Pe4XPfst1zBc9itAPgMNlqjoQR2BBWhTPHmBWriulZgbjPMAF9CeVfSM9DsJMuGBbj6Ay8N7q87xXpD77KOSVerQ9PnI5jm9ddr8Ih4INh0tzovngK8caIrhwwg6cKFOCT1sSBHKNZW6IfLENhepxLDorZtcLWOe9SZCns5JmheMG7UIE4XCIEA5k6jhuQNuMDGscTMwMjuNAdgMcj+amQN1Q8KdIARWpD+DjEzhBHC3gcfI07zn6RIp0YOcfs98KKuh8ozkUTtCObX22YQLRV7nyPql5ZWA/qjMjU6ykCpVk+bCd2otWKByGuQ7P08tYXVvhnTdPPARjdFyXslF7P+hH9NTOk1KYeirCHMDR2NmHz3LhiB/J36OOg3iqdxwiEkf1ZsY2v3z3KHszlpkD1wlTSj5y3Mtz9BOJlv8Yz+BjZvwN8lniq1yvPgR6FwhJaZETKPB4b/U4Fyo3MwgXfLyHsmIWrjnBmM0M4VAI8Wg0SNlZIINisAdIRpIeHuG6lJVLfMlGe0S5H/URpoxVDz5mRlJ+AKpTuYBV1OdCIH8zw+N1IdI1K40ZTEKREIx3EY+Skq5INySrUr8ezH61fZmWUjN7VG9m0CMZCZQ3M+q5SwihxFeJX8lIOGYWtDcrpSpXO9FWKvmYmbKP5KUyyVJyMCvRE77oC4y6EeIYlReuGouuxqN35VUmHIHwlJpjsp7Ic04LBPEnugGwH49z5XNN+9QvMsM7uYFLkvajQDtSBJcKHOK5jgO1MWM9QX2Jlvp9HMSLmT2SjfhQO+GIV7VRmUB5gWiZWUBfuOAj/DIIR3NYpA4WqKfSe4/6rvLHccxKchMPJBHQE476VXvlzUxVgR6pL4FoSDekI8LTHESp0wLJsPwuXOEJREt1ZVCdxqQ2AvGQ456m87Zwg075S7wUaLuYDXRHbZQ3K/GlMYq++FC7ct+iqXwkEkGCQVYFhTU3wlVfwi2DxmNmAX21CXWOpE8AABAASURBVHEPNnOgp4xjZjAVEMwMZiUoUhfEo8ajvtTeiCOaZfA5Dz7tWFFzwTFqnOK3SF0iatCv2vucI5UrgJfjmdPnWgxxj3FdB47goU45TM3UC6iCXLEP6fON5LRWAeFID4UmuiTNOgR8O46x3phnDw/tl3DARzwJzFj/8F3jk9xy3Bc1JhazrSkhlFIzg7mUmVmwDtRGuI7jBLpdXquu6wZ2SnXqR6kAfBy2lX6ojYBFAa5Sgcok3xhjLQLxnKU9L3CdwgBzLJClcMoQYn/gI7nKH5OjLqlftRU99SeezEprQbyozswCWqrTu85aToKOkCgdZLU1dWQMXBRFXnQrsW3bVrS10XnOINdHH3+Es2fP0skxx0ttGg10qOpyW1VVhdbWVjpnYnTozWOal/FoNIKGunps7N5IB00FBvsG8f57H+Dq5WsMUDxgQHCIjv0+OoNuo5+OCTmco1RojpNC5gGFSmLcECMcpEflWmHwbGlpkQofI08b8BtffQUnnjpIx3wT4okYYuQ/RgejhCNHqZxVlVWVwRhCpBuOunDpBAAfKUxzcx2duPtw8NBhHDp0BDt37sH+fQexe9ceJOJJLNNJl6Uzfml+FX13yCuDEzOTmSDwNj09T4fFMmB51DVUYPOWbjz3/Ak88+wTqG+oRS+dU+fPn8MHH7yHP//zP8frb/4Eq6s5NDe3sp8d2L2Tzosjh9HT04MGOog2bOhBdboKazxQ9Pbew/XrV3GNTgUFGC5duogZBgn0STQFCQtcWJMzk3QmLmJ5ZZ1jimKRwYtTp07jT//sT/CLX7yHK5dvYXxsGgvkfXpiETeu9mGGgaGujg3Ys3cvZN/v3b+LG7euo3egFz/52U9w/tIFyKG4mUGOBB2ri3Te5HNFdPc04eDhvehmIOx+3106MMbR0JjGU08dwa6dm7Blaye2buvCa595HieO7+U4YlwUpYWrYMDSshcEr5eXHezde4C61MlNJEQHcobOpzu4ceMO9WUO+nMxyWQaITeGZLISLg/e+rOewyOjmJ6c4oGyAI+HnAKdPRWpJKjDAdTWVkOfZN+zZzd1I07dKWBleSX4pqQOpLFYCh9+cJVO7CvIcg5amrrQ3bUFWzfvpl7WsL8oKjjefK6AhYVFOnbWYDROOhhX0cEeiTqUV55081CZLsjFwLDIGIXguGHZXoC/vYfleepujos3z8NpJBxBLEqnIvOrK6ukbQg5YXicBMd12M4hDQKNifTScTxk5nN0so3gvfeu4a/+8nU6lfopoyWulX4GwuY4BwvQt0zzDPpUVVQxcF4DNodLej57EO0YndoVlQlQaFheWKezKobOtjo6wBoYYK1kYD6G5rYm7KeTjOqOiioXhw/vwMuvPEU5gvo9ifm5cSwvz2N2bhI3b1zH5UtXqZu3MD21SjmBPKxAh/Awx2g8uM5Mj1HvBvHmz36IH3z/L3H16hmOL4udOzbjt3/7m/hb3/ot/IP/7B/gU596lQ70dty4fgPrmSLcApCho5jIXHsV2Lf/MLq6N3E8ca6Zbo4tTsfrAoZHJnmxcdDc2o7PvPYaejZ1o7K6ggGdBOYzk3QcLooEAmOYXUeeRj3Li4lHw7iyvMSDTA6RiAufRrVY8BCPuzAz0veQL+QQjUewa89eplUcfxFrdIRGIwls3LSB6zqB1z7/NF44eQzmruPjU+/g3PlT6Ou/y0vVOjo7uxCLJGnfbuPNN95joCCN3bv3oZ6BhnoGVnbu3In9+/eybHdgKyO0ScFmSD1JJeMIhUOYYZBaBrm1tQW1DKxGo1EMMtg6MjLEuZjleNYR4hyHeJhdoKP8nXc/xF/85XfxvR//HD9//zr++C9+hrfePYsFXvDyvKhFU1V0LALZtXU88/Qh/M63f5vy7ERjUwdlBMzPrzGgNkJdDCFO+7lnTyde++zz2LJ9IzILU1y3OSwtZ3Dz1jVMTo5QJgtsMwd9Oygzt4QV6tWli9cBP4SR4QnCGO3mKu7cvg99I+X02YvBt9VzDFYroFRVVYPe3gGEuc8cYEBmy5bNpLmMlrZWfPWrX6WN6Sa/Ba7HNNbWVhGLRRGlXKqrqlFbU4tELAGPQZAVBsHW1otgFZ2pi/jk9G3KifZugQdVj3PqRhCifN0wsHlzC6ppIybnMugdnMCVm/cwOjkPBVJ9IqxyXS5wXd6914dVykmHYyoFtIZnGeiVLZhncGV5cYlrYQWF3BqKDMAvL2UwNNgbvEdCHu7evYV33vl58CGPzvYW6M/71jXWcf4bcebcGdrrDLZt24TDR/YgXZegzsbY3yqqKqqxY+sePH38OezatpPlNdi77xB2790Hh+NY5+U6lahER1sX+/KgD+g89eRRPPfcAfbRwvlY5vwVATqhrtABPT4+TYeGh8V5w7u/OM995C4DyXehb/P39w9w3vO4des+MvOLWFnOIhKOo7mxnfpXgbmZVQbdxqnbFzn/a/jxj37GgM0voD8XK/2srq4hTw5GxycDW5lZyKCmppo0wjh69CgOHtxJ26GxVeHw4b1wnAgv/jnSWoUTcXj5AN/z3JeWaD/yWF3OU+encGj/HjQxiJiqiFIf1oizjgIPn5F4GLKvUdqyy5ev4qc/eRMDgw9oj+ZpbYE17gWTDJRUVSTZ/0GEIx6eOL4Pf+f3fxOHj+5CXV2KfGzBrr27GaSdQO+DBSwV4/jpexzfShbrnPfGdAWiBoTMx8auzmB9rS6v4gGD/8NDk9Cn8h2L4TyDzf/yX/4x2lo7EE/E2XcRC0seWlprsHvfNjz9dDft2ivIZGZx5OgRBip2ML+IudkMA/8ztBMDCIUop2NP4MDBY/AsQn3fhi/9xtdQmU4jsziH4yf2wfNXcOnSMKKhKNYyhua6ZurFFqwvL2JlaRUfvX8FH370IV48+SLt3wZMzU5hLbuM1dUsTp58Dp//wueC/PDwMHmfJ51afPz+HeqOi6pkHDFeABLREOZnZ9Dc2MT3ENIVXG+Uh0un7LkzZ7CUWUDYCWHP7t2c53m0dTRzHQ/jnfc/wZ37I+ijXGYzy1ijY2lqhvsD8w6db1me02KJOEYnRrHEQE8uu8h1G6W9XcbkaD9CKKAyEUFVIoyWujR2bd1Evtbw7/76Xe4j63BgOPnCk3jy+BFEeBBMc15reS7asXUL0jzL1dXWY25+GXOLOUTjtdi5azv0benPfvYkz26bsGVTBwP+E6ivq0WE45yaWsaFi9cY+BrH/IKPvoEZBpKymJxZov6EoOBSZn6BNsVDnnaYi4hB6hQc7s0rPP/NM0Ctc5sZsMa9JBSNIEk+9OcUPTogHdcHW5JWHuD+Vyzm4Hl5JFMRBnbWueZX2N8CbVoRcoypP+2XPjd6hxt2gbZHAD5hGrNIJIwQ+TYz0vEJHqK0Y8ViHrG4Txs8znWTo43xUJ1uQwyN2Lp1N44dOYKZiRlkZjL47Kc+jb57vWiqb4THPbAyDtQwKFhfHUZ3exXPbB3o7q5DgoHspaVp6M/yH+NZdGlpgVz4DDCO4uNPPsHuPfuwccNW9h8PgsBPPv00Eok0fD+G+/eHaUd8fHSK9uXKDVTwPFZNO7DI83kNbUTICaOroxP6ywZVFSnUVKWweUsP18Q2th3gOq3A5NQc1rg3r+TWsYP7pAKb7719DtPTE/BsDidf4ZyT1uLCEoaG+xGJOpiYHEc0FuKYN2JtdQk1VUns3r0NaZ4Bzp07jwEGmNfWPPzpn3yPAb1JzM4s4MSJQ6isqKQec555mYzyguWEQgjHonBCYUR4J9C8RCIhyrQS7a11qKmswSwD07duDfA8fRa3bo5i8EEG3/nem7h47RYyHGdnTzv6+voYdLzJQOoMZrhmKhn837GzG53dDYhFDPogY09XI+dsjXa9GkWeOSorDT95/U2YhdDa0oxUZQhPP3cE23d3Y9u2jXDMwUKmiAvnrtAOXMfZM2fhOg5a25qxnUFcfRiusaGFZ+2nUVtTz7W+inUG5HPU3yLPNbp7rTOwPDg4jLmZRbaNUr8NkUgM0WgUCsJeuHKewdcVPPPsc9ixYzuamhrxL/7lv2TagMsXb6OqshY7d+7Ag5FxXL91D2s8P9U21uPm7Ws4eKQHBw7vxfWb1xBLRGkLHTQ31SAajvGcPoPuzm7qzQbsO7A/mK90dTXnfguDquOcnyHAd/HO2+8xWH8Bed4vrl+7iQLPy1evXUEqlUBlVQKNPDO51KGVhTXaqSU6rByuMZd7Qp5ragmReAygTDzaq3gySX0x4hTgcYfxnSKKfo74ea67depsguczvnPNFWifzAyPHmX57nLNOeEQKHy2A4y0i7xnxXmfTIo+9UbvPml4dHYodV2XY/ERDoe5JnyEqFNa08IzM7iPvbvEFag+HI4EbcCnwPXPBGpTYH8e+xGOaKlOeZWpP+GZmZKgvyDza7+EVwa1K/cpOg7tqepUrlRgZgGtPOdXPJiV6Ius2S/z5TGrXLZI9xxfsqbEQbQQA0OSg/oR3QKDAOJfebUxM06XA7NSioeP6gUPX38lMbMSPtNfVhg0JrXxPR9hyrjAOVW/ZqWxKC8wK7UPcDVvlK3yHtsJig+DLAge428BE/4Ij0kgG06ysuQFMAdwOO0KVrg8g7sct8MCxwmBNQRh+0HqOA4EZsa2/z6oDzMDrAA9aqUyj3yaGSRP6UGIuhPl/TFGuxXhXqCyAJ9j0pwVGKhSu3KZmQX96V39Ky3PXxm/QL0zMzgucR2fMnVgDpi6Qb8BPWM9x2BmAT2Vacxq41CX8NijOoGZBaXqV2BmKKeq19iUmgnPp3w9gk/6IBhxXYIDx3VYrjrwMda5AQClOfYBmBn0mBnMcYJ30dfYNE71o3qB8qpT3iGu67rKsg9RUtb0698DtVOh2mge2IleodSj/BW4LJrPleDRbmg8pPcYKbVnKe1RkSvFg/fQdoCPmZFMCeCAYwakVyA9aRH4mBlfS2Pma8CvxiG6ejeOhT0iCATSbwADtAd44o121meB8mZOMLeO5o04PrkBwcyDBe2IKT2QTrsOiCLy8LRWfMCHAzgunHAEIdr5oJK/SnxwrlRPW1ygLq7yHKq1VWQErUC7EotFAPaTL6zzjp2FT/2GGUxtAJiV8vbwHcHDTpVSFp7wOR4HBtf0G3wMPvsTlKp9mO+LUfLssc4PgIjBD9+CdzOjHNifAUbaQYNADkDQvQt4lIfHMo3N53yBo1fqk37wSlSfcvHZvxpJvsv0N8m5n0hw/6qogNaqTxqBZAwIOQaXENBy+JtQFF3yo8Cqz9SMnXN83AZgCMN1wkR0uTd4kFyLRS/Yxxy2DXG/Wl1dgcZgLmCkzdGj6BfZa5HlBtd1gjGTCMqPxiWHco5+NAU4Vnk+zHNQRlyXttR1XPZVCEBtHMd5SMtlH46KyDUTM6g/5oKfx/cPM84Nx5ynXc5yXy9oQGyqtRKA7wd8SZ5qbA/7CIVDiMTCMBfBHLquA9k6l2sdaCfVAAAQAElEQVTVeYgDPmakTxoF2jCP5x2fI4Z5kAyESxTmnccAzPsPoUTbzCCaZRAvAT3KAnzMOADKtMh3vzTiQCYaJ6uDtmYlPmRr1FZpiQ/2xeZmFuDJjruuE4xZ/Hr0EWoP9UkbDx8zNmBev53HxsoiOKxzHQeuUoJHefocv7HMTC3AOWK961BeLvMW6Ix4FU/CdYgrWZoZXMpTPJmV25bKhGNWGpPaCMwsGIPamJXwwUfvglAkBJcg+6P+JAeB+tW6LdMw+2VbNn8oC84Zy9WvytReUKSeq53KHafUTu8Pp0GoQXv1ob6CuqAUj8rNLJCDiiWvInVFeAK1e7yfAIdGRHUak2QjkL0v8eAEMjPyIhy11dhKdabmkA2Q3yhHnffIqOoFwonwfKjUIw8e7aPDFsYxig+febVlEvArvDKYlWirT+GKnkedMbOAH+GZWdBOOJKFcEJcx6oDH5ULmA3wVKcxmpXaCS8Y68M26idP26AxOLQxMEA0Peqb8qJTbqO7hPLqV3ePslzMDCpXX8KRLTQzrNNXs7y8DPWhevARb+o/EonwfhIJ2qk/4ZTXnd7Vh1IzC3D0LvtVpLxZBIFoOq4b8Cu65XGqHR4+BeKr3RpjWSsrK9yPSmcvtTXjYImnvGyR+FdbgcpYFdAucv0pb2achxDCtFvCFQhPfRepT8KT7oGPmQV8S4wF6kCesQb5AyRXs1K/avc4qN8s50L7So6BVfEOPmVZqT/AArsk+WtcHu0/aA89+iY85kVachBfj+wFmRBtgU99Ej6os1w8/KHUWSbeC9RXgfJ4+JTxte+U16aqRF/9KC+6Rcq5SDkpL1C5+vDVN8HMgXRDY1Gd+Jd+SIeEI1C5aGqc4l1loikQTYGZQX0LR7jgo3KB8PlaquccOa4TzJ/WnEA6DgM017rnCcSPaKmdeJFMBY/TMmMjIqhM/QgoOJgZ9cFFyA3BWaYDMZWqoKOlB8eOHcPmzVugT3J3dHQEF1INVhObTCURCoXpiFrB2PgYbt68gY8++ij41PkH779PJ8A5Bu+uYGlhgZflHJ0j0wzAXKfD+xOcPv0JnQ/XsEplTtDpFo6EkeBltaa6FjW8dOtyNDszg7HREegT53kqUZ4bskNGq+iUaWOQ4cCBPXjxxedxjA5LOZZ7+/tw+fIV3Lh5C339gwFkFpeRo6NvZm4Bs/NLWFsrIk8DlucFygk56N7Yiq4NXXTmZHHnzn0GqKYw9OABznxyGu++8y76evuRmV1Abs2H/jQe/frgHkjn0DKddZNYXMqgo6MNR48dxvPPP0PH9jMMyB5EXX0Nlhn0vXvvDh3SH+HqtRt04i0iygNlmEZVE1ZbU4NEIgafDrLe3vvEO8Ng33s4f+Eczp47i08+ORX0Pzg4SidMHgsLKxgZmeIYb2Ahs4hYLI7q6hoogF1VVYHRsUncuNFLh88ghvoz6L0zjquXevHOW+fx4fsXOR/XcYUOr3v3+zEw9ABvvf0uvveDN/HTt95iMPUml1ERh44cZFB0M2U1he/96Lu4pm/7xH088/wOPPf8IXT3NGN88gH6Bm5hanoY2ewCDhzYBv3/tSdfehJbNnfQqWJobasPAmebNnZhz56tePaZIzh6pBu7d7UgnXYZaJsMHESv05n0xhtvU39m0EDHUEN9KzzfMDg0QifNLbzzzvv47ne+HziSZhmY76GT++D+/aT3DNra2xh8v49rDDgvMUCWpP60t7cHi8blgqmg4yybzVFOCVQzeBNxIzi4fyteefkF/P3/9B/Q0bMVUxOzdEzOBc6ohrpG8pamEzUWzEsyFUeCzvsonXbcY+Br4ikln8ZJCxnm8o0LE8bDqwU65NF4RuWccxyEqV8RLl4zIMbDYS0DOR3kr7OzE5WVFdTFVRQ49+CjdsIv5H3K1EM47JA2OBYEeao+HeI56sMo7t0dxienruD113/B9AKd+1dw+pPzePPNDxncmqIjKszARppjSCIccbn2VrkGZ1EsZHDsWCe++IWX8Ad/8Dv4x//4P8ff//t/C//7v/4f8U//6d/B4cPbUEWH3sLiJK4w+LmyMs8xLTPgcoMBotu4e+cWg6L9GHowi0g4gcxCFjMz6+QvjAY6vWprqtHUVIv2tmYGwaN0jC2T/xy6OprgII/Tp97Fj3/8XayuLpCnHB3ddQz2f4IkHQRH9h1nAOAVvPa5L5CPY9h/4CiaWtqoCy71bD5wnDuhOOibYfs84skKpLl+autrUeS8eH6evExgeXUe+tPEf+vbz+BrX3kK27d0cG7T2LqlBSeOb0dlyhDWZZEyD1NHomEX0YhDm5NmYDlJh2YYiWQoCB4uLC1hei6DhcUMQmEfe/ZtxPEnd+G//e/+AMdPHMEigx517P/AAa6Zzds5zk2knURhPYQ1BlfWVvLIZz3KIIyJiQkeItZIO4G5uVkM0sYoACXDDj7RqA4QgL5Z8+DBQJCOjo0C3HBqOE7P8xENRdFY24j++wP4Z//zH+HKldt45rkXsX3nPgyNTuP67QeYmMlhNe+hwLFlfcBob9xECkXqY6oyhjADHcWig3ff+wjvvXsKb/zs53jrrQ8YwFilIzyBky89g2efewZf+NLnsGlrD7o3tKKlowGr2SV4DA6ESHdkOIeRBzP4kO1f/8HP6Dido14+oN7msczLZF9fP21iN1l3uR+cxhtvvo2BgSFM0WnuWwhtHd0MSDfi05/5DL75rW8hQudukeP74z/+E7z9zttwaR8vXL5C/XfQ3t6Nndt3Yc+uXew/jNu3pgh9mJyYRiaToV75CLku0lVV8DiuBMfL5QizAmUH8rOMFQYhuQVQl7OIcK9ZoU2YW8ohXlmN6vo0ilygc3SAL9JeFwxwuGZJmHodohM2y37zaGyswv79u9DR2og4nePRUJHz3YauriYGBOcR55pfXvW4h4zijZ/8HFR3/OgHP8SPfvgGTn18Bt//7uuYnJyF44YwODSIielRDA31YvDBPfaxhhbSPXvmNHbv3I3NG7bhyP4DKHIC33n7VDBnjc2tuMnApwLHzS3NWMysYHVljTo/SWd3D2rqIojHDaOjEzjz/2ftP6MsyZIzMfAz96dFxAutZWZGaq1Ki+ySXd3VXa0BNBoamBkA5JBDckjuHvLsDOdwh3vOLmd3Z4YEgRk0MBiI1qKqu0SXrkqtdURGhtZax1Pu+33+8mVlNwCSP9bzWVz3e+2a2bVr1+51s3iRpy7RJ05j644O9OzswfVr07h5fRx8Xw7+bOXmhqGxvhOXLt7CKvWQSlbRNgu4dXMC2l+vXr2Gk6eu0LfOsO4Ok6ojyFJnH344iHRFmnvDPGoZUH/okUewZctWyFfrsHXlykW8+tqPOd4PcPbsSWzracATT+/D17/xOVRWu7QHn35og34I4HTTRySRyVSiob4WfqGIfiZmvv/dH9LPTaGrsw2uY7TJOPe4FPL0ixtMEqQZZJ9gAnc7kw0pnlE8+ttbvb1YXFxEV1cXBgcHuGZnsJldw42bl1AsriLFZJH+esPZc7fx3e+9i5v90/CjSbz1YS/WcmEoUdbR0oR9u7aiIhnBlo4m2jTXHv1Kjhv+ti3bOOcZhJ0qDPRP4a03zqGpsR2RaAKPP/E4/vF//lv41V97AU7I5754BxWZJM6c+QiVmQom0xL4X//oLzlPS+jZvgO7d+/G9u27eQ4axF9+93X8zQ/ewfd/dBXZvIN33/2Qvn0QhYLPfe86xkYXsG9vC9JMsh852I6G2jjPIFPo3tqOz37+CfzOP3oZ/90/+6f4Fvfpc1cuY3JuLdBpe3sb564Pl6+exC99/QR27mnjPpbmfPfi239znmt1AZNTk5yPPBqZ5H/42DHqv4CXXngBy/PL6LtxBzeuXcO5s+eYJPsYsUQS0/OzWGWiNlNTgXc+PI8iXNJYph+uRaa2EdF4Cks8Ny6vryPE9Tw9O49Xf/oTXLp2EYMjA/TLy2hva8ZjPCe5POSPDNzF6MAgtndL5wkUmATaywTRL3/tGQzeHcbczByyfOkaHiTeSD/Hc50J5DkszEyhkcnBpsYW7nF1tAsPUe4f0xzP8uI8Npi4TcYj3CPWA5uI0q/G40meIwtYWAT3r36ee67BDVXwXOhic70ADobznkLYIvC50XLrZUJyDuMjY7RBBz7Pis1N9dxXo6iqScNcB7lCDotMpOW57ziuR19VIBTpM1zQHQFWpI3nOZc56tmD4zjQpYN3GVwihkJ6CQuriT7LAlC77FqlGswoYjFLrWVRU5fG1m1tOHT4INZ5ll1ayqPoJ1DfuBUrXMvL86tY4nm1Ol2J3us38AiTozkmG6UX1y9yX1rA5sY8ZVpBY1MS5y68T5u7jFs3Lgd+LMOkXGd3B+ZX55E3Dw0tbVheycLzXJ47LzEhvEC7uIBJ+t9EIoUBzlUoksTx40+hra0bIQMTvKvo4jmtZ1sPIuEI18wgNmkbmXSae98UmnhG8LwcPvroFE6dvIBoLI1lvtBOzAzj/OXz9OMxXDi/iAMHd3F/+FLgx7q3dsMNR7Glpxsf890hl9/ExUsX0dHRgt07t2CZZ5Ys96j1tWV8/eu/wrPmYXR37Qj0mUhU4tjxxxCNJLBt6zaMjY2joamRic9BfPkrz+EVnodquba27+xCZWWMieccVmh/jxw5xnP/Bpb5/nK3f5x6c9F/d5L7iE8/WMszfhNisSTPB5t4652b6N62E713+rFBRzs2MUN7yNLGlrl+HCQYXC3wpfLsuUF8zHeLwcFh1NTUMym6D3f6hzE2Mcn9th3T3Bdm56fov69QB5dRkU7C46aUp++rJX5tXRXm5+b4HjBGm57EO2+fxOVLtzE0OMWkbQUuXbjBc9oA7t4ZQSyaQgvnL5OpIf8U98kI7TDEs2cFS8NzL5zAnt3bcObseYyMDqKtvRlvv/0x1xTXysIK4rEKLC7l6Mtv4PyFa4hSj1PTC3j3vY/ghNzglwTml+axe+92ZOjzXnzxSSggH49WUVch+t1aXLp4HW+9+RZu3x5GPJ6gza7gww9PorGxEaMjUziw/yFs6d7FuUnj4MFD3Mv24dFHHqPfLmJrVzf3rZtorm+Cy3/68+qFvIcCX9BTtCWXye8U3wWjpKtzzerGGtY31wCe7xzXUPQKnAOPS8iD4zrBWSDKJLLjcE1rA2KL67qBjfAWWot84Nrw9RiU5TWoPtrj1KC1qVJ1Ar0LFLh/lcoCVBeJRBAKh8mf4pCf6sxM3QK64lvkOMyMa8sj21KbZBCYWUCnzB+8zCyoU1/RAy+1Sx6VAlbdp6X7B8HM7rVZIIPa1KfAYIlo6FmgOrMSrur1XAY6IaEEIBnMjPc+6RUJBYhWkXZellE4RGCbcPxgrKIJakY01fa/B8IRvkrfl58ltliqIG8HDrQ2YkwwatZ8npcFbCZPBPJIJj3Dd1gIjG0+jP9YATNTwTo8AMJRPW2F76NA6dlnYkgQ0CI93XvcH0oyiFAx9wAAEABJREFUAozpc45c7gFaay7p2f0xe74HcNygEs184ji4x5r1gNHGQZogP5/2KT3muO5VgpfHOuErfhDYF/cO6dlMchKBH+FqvCqlh7L+2QQzozw+FBTK57lvcJ7MSnWALxSCRzwW3CtAeUNuiH7DZZ1xXJK3VIKX4xgcrjPHBYxrzudGqjF6PJNJfvASfwFv7+tBcpVB9QKz8hj8gJf0U6ZbavLYv0C/UGBZBKeZ3SgP59+n7EUGDQt8ly4y6KixC8o8JI9Az+VS92Zlnhw9CapO8pvZPRlKJRlBYxCYGcCPw1KgPmUAL59A6YJpRIDjkDg/9+iXccWnSB1zVByLFwC7gqRhpp9gSWB36VagRIVZqQ33LtEzM8hnyLe59/yZuURwfVgIMNLwaLfFogX2adSZiEuGEA87DufQHNYyXhE8cxN3WecE/V0E43ZcdnEC4FAor488z0q+GXwy880BYMG/ome8dWnlQHYzj7X1Tej9y/cNrusgwvfteMxFgmdt9YJP/Xj3wOdsEhBcrAyoEEFIrNP8lSGo0ppgs5EzmykX5SEfEKQbQameSLwRnurKAGO9AY7jwMwhBp8Dnh44NDZQLurhFxOrPueuRAPEs0D/Dvt7RQ/r6xtBTNSjTUaiIba5cEjMBUDpAK4TPrLOh0Odu5EQjPupuQ750d84Bpdr23FDtHUfZiHqLEaIwnFcroEi6z3SDcOIm81tIsv4qOM4MNcIgDmUGz486tLjeGQ7PkBaAoMun+1u8K5rnJ8Csjy3bNLfUDAkGNuVT1X/sj9RZ/FQX4GZsaoEoi1c1fvkKdC9wMwCOYjMTwlf9ZJJSVUlKpW48T0vaFeb5lil9nKfugbHEDzzx4O0JU8ZwPGozaff0noRaH7NSjyN+pGcPuUTrsf5KdBn6DxBsnBdF6KlNgqiKtqTfx+KlI9mBZdzJfnKevFJT/0E6qRnM9MtxB88R4N25gdjMJK2+zTNDOLnUxaf4/QlO2skq5kFuHzkyPSzBOLjSla2F+nHPe7f0l1Jpjx8yhmi/WifUCl8teWJK5l171NmlWU/qXu1C8RF/cwMqheO+qnUs/oKdG9mkD5cyhOmLYUjYbgR2ijH4nEsoidQf4FoqC/uXboXHYHuVS1aZZk9rifVm5V0YWYAP+ClevUTTZWsCj4P1qtNzyodlyvQdei38sG4VK8OKssgPMmrUm2SRaB28RBoMrT/hsPh4HyhPdqjH3JoX2UQfqFY5Er3Ifsu8GBgZlzDkQCEB/YRDxoDPM6ZR8IC9dWz2swssEnhC8wMZpwX6kVyat1IVkG5j/DKNMwssGvN54P1wgcv1QmEz0cIT+OK3jsna842+R4ejIXz6VNGM6PIfiCz+qm/+qmUDKKtekGW7/WSU/VmFtCX7oSvetFWKR0u8T1LyU31U7v0bmYgy4CX6Eoe0TQzvnvFIDklt+rL/djEOc6xTzEo1xmTUF+1C9ehzwzRt4q+5FJfnSGFo3bh+eW5YUXwfG+9CL8sm/qV5ReOxi8QXYHuBWbU1z06ZhbMn9rNDOBHNAt8f8gzuF3kvJIVdIkmFQ0zC0DPklGy5rn3Fvn+oLFInwnGNTVvZsZxe4Fdiq5AeHnGK3J8Z9Y9hx/Y1C/6GOE+yM/sE75qK9KeC/Q1KiWfxqZxuK5D+XyCahHw153jOIHtuVx3ZqYqkveDdo+DFK0cx6G5F33hl3Wrsebpr9SmUiB8n+vEzMjLAnqio74C9VGl6AjKfFUvmQVkG4xd7cJVG4WC6BQ4vk3uo3mO0XGd+/YVol8TrpkR1ddtwF/0y/KaldqKlE+yCMnh+B0hpVIpJjvqUDI6BwoGpPniGiZhM2NgKcVAXAOampqg6+7du1DyUxMV4o8CldTY2IAOJmAV7F5hYmKeSQQthHg8hs7OTuiFuiKVZhCmDfv378fePXvR3NwcGMLiwiKDBvOYHB9nwmsSiwvzfJ5FlPzr6+qwdesWBmw6UVWdgV7ob966jZMnTzEI+TYDDO8w8HwD+m33fMHD2kYeCgosLhWwslZk8NRHdjMMJxTG1PQsk3qXcZXBwzNnz+DNn70RfIv0ow/fZxCIgREGeQbujuLSpV7EKHd7RyMyVRUMXC1Bf94qzBf6HQxYf+pTT+LpE09yLC0oMlAUYn2MQb1kMg5wM63MaJxN6GKAIFUTY2AhwqBGElU1lfCdItbW1zA0PIDhkWEGItZRWVHJoOtO1DOQ4HthLMzng8B3VaYaTzz+OPRNt63btuPAwSPYvWsPOtpaUc9AX4yH4zB3/Ahc1FTUoSrdQFr1PGz5mGOgdHZukYGaG3jtJ28yiHKVfiqMJ558Ei+89AI6ujuRZ8JkYnoMswvTiMQc7Nu/HV/7lVfw5a++jO6tLWhpr8Xzn36SyeP9aGhIY3FxnIGYPkRjHjKZKJ0bjc3Pcp6MslfjmU89zeDIcezbt4vJ5mdw4uknsJ0BsVzOA30BAy4ZylfLQ76LhYU1DAyO4N13P8Cbb74JfaNmUf9f7/IiUnQW23t6UF1TDf3ZsPfefweDTDrV1tUyCHMAEdqFxwNJRUU6CCibuXCdEGqrapBOViCZSEN/Uvi5Z5/HY489ycPuJoP3d7HAJLv+lHNjQxMq0xXwuOkJEvEompsbaL/NXAcZziEDaLT/aDjCuUtwnDHyjCAaibOMcp247J+GbMPl+nBdA5dBEFw1MxT5wl2gc4gx6VLkwOUYVpZX4LgOwaXTL8LMEImHGaiLUZ8R0kpDLxxai62t9WjjHC8vZ3Hm9C0GQKfw3tvX8dprH9LmL9A+BxlwHocSRZ4TBdXLuSySNmAM9q6sbDBQtQv6Jujx44fRwYRBKhlCa0sNotEiYjFgbXMBq2uL1M1iEFgz2uUOJi2OHTvKvnuY1KhFmn7h8JH92LZtBwr6jyj54uSGHNrmepAw0P89e+PaTfTevAmOmjrfxsRZhutlvhRIra/B8NQtXLrxHr71vT9BnpvILa7d3t5e3Lx5g8mo27h1+w4GhoYxO7+I8clpeLTnes5P0fODYOXQ6CiDlHkmTDYZIJ9j0uQK+u7coI0vIxTyGKDsxmc+/TS+9Mqn8Yd/8Mv4r//p1/Hf/be/j//0D38DTz5xEBWpMOcLnJM8+BNRrlX4G7SXTbQ01+LEiYeoE4dro8CAZyUam6uxbXsL4gk30M/FC+fQe6sX4VAcYSfJIL+H7LoLMKidiFXhbv8ITp0+x+DzZegbOiMjg1haWQAR6Gsu4s23tPbO4eaNm5icnoJLG2hnAmRwcBAjw8Mo0pkn6Rfj8TjHmIX+pGDYDWPb1h1IxCpw+OBx/M7v/BrX4KP0NS4GhicxMrmCojmIJqOoqEogTDtrJM1ajscLAeFECM30XS1MaJw+cxZ/8RffYsLsAtfQCF/+8pwHMIFcxM3e20hXppFMJzE+MUyfMcm1meUmkuccrmNLdw/+6T/5HZx46gkMDowyqDvJwPo0lGxbXFhCY0MLZmcWmLAZoh/LU0cxZDeXMcNEz9Xr4zh16hx93CgSiSQeffQxhLmePB7Suro68Z/84z9AbX0dCtzxKqsz1NkK5xn0I83Y5Av59p4uvPTpo2hoyECJbK+YQ5S2V1dTi+3bd6KlqZlyGrj10PZCBEA+O8aX97379qCquo42nkeuGEJNXQWgABB15rNc21hFPBlBpXQX4VrgAQxMyPLMRd0UschETTqVgEffnqAuq6sr6YsyqCXvVLISviU4phRAG80xeTs4wLGevI7BgUVcOHcD167cZjJ1Hk1NbehmAnJ0dAR79+xEZ2cL2roaMMw5/MmrryHKZHcykQoSOctLK9yDpvGDH7yJU2cuYmh4AvF4Jcx3Uc8k/iJ9+TCThy0tTRwngvVufPGfnsuiqiaFeDpFcTxkqqrw6RdfwiMPP0HdhLC8kEdT4xYm+kOYnVpmwJq27ERQU5VEdVUt6uhTPe4DVQyQ79+/F/v270KIweGHH2vj/T5UMgF6/vx5zjt90HsfI5lMYefO3UzIZxGLxXD2/CkUvFUsrw8jWxzDhctvQ749zGQjzyvIbRZRmYqhq7Mde3bt4B6VRGU6jC2d9airiWP/3l04dmQvmpqiyFSFIX9s9EX5rAfAxzPPPoEXnnue/bvIuwKNTKx5cLhWa1FTWxvgb3A/raOOzp87j1MfncT44AKTTBtYok5rGyrR3JpGT081/ut/8tvYu3MHHjl2hOUWhPwc5rj/Dd3txds8C/T29WKWyQufgai7d+dw5coI6mmjTz71NCXxuP784NzR3d2OJ598CkePHqOO9iBf3KQtFriGxrB3dwcijsc5HaKurzKhPcp5cJGoaMK1G/3gUsf6ag4HDxzD515+hTbViMOHOylfJxMiCYyPzzH504a6hmY0trahgfP9/kdn2T+J6YVZ1DRUIRR18LkvnMCnnn4Bn//cF3Hp0gh6+/qwurrMeTbaVQU2N3I4fqwdf/iHv0zfXcA52tSdO3fop87D8YtYmJvnWncwPDqJprYuHH3oOH1JLfL0v/FkAvXN9Sg4ObjxEFb5gnWrbwjf+cFP8fqbb2N6dgGzC4tMqK7hNhNKq+ur1HEz9vJcF41HsDi/ACU89eJfxX22MlGBUSbiRgeGUFddC/0C3cryKn3pKnpv3ybuOBaXp+C560gzEe+EctB/obC4sIqZyXkmj8YwMTYbrIW5mXn4TEDrW6vZzXWaSAFK5IVCEY7tIrq62vHbv/08vvGrrwTnpOaGBsTppxeZeJyf20SRAaSaygp0ttZh366d2LVtK5Ixl77dpVX5aKqvBOOL9Ds1iPCcUV2dhstgxTr31FgowbowotEw9x6XtufTRo2+h/dFhzovIMvzZ/mAbWZsB3FDMCvdq60EPs++PnK5YgB5Jo7oCkmT+GGf9rbJxN4iZI+trVuwsgrc7p9gAvIWrnHP/MEPfsxk311s2bKFdr6AutoqrNBvzXGPGbzbR32No8AXthGeM7u3tPOM4aLAQNz2bds47v0obHr0cxs4xTUzM7eAv/nW9+jz83AsgmXOTU1tNdfxAg4cOIBUKomPP/oIqXQa3/rWt7mf/A3inNOI6yLshoi/hvWNLMKRGGVZQXV1LS6dv4jNtRVkMjFUZVLcp3dy/15FJJpkEmwToZiPbH4NW7d104+A+vHQRJubnZvF6OQYPjj5AWY5nsaWZrS2t6OquoJnzwEMD/Wih+OpralAnLa2SRvovdOHkx9/BP1p25AbwRLn2kco8P8FGAoock1V8+wZQmd7Nce4jo3cGrgdoK6+Ftt6djKxOYfxiQmOIQLtL5u0ef2lmpAb5d49hpmpWSYK30UN95Vnn3scmZoWVGbq0N7Rxf0zhtGJKYQiPvbs7cEIE/OzsyvYuqUp8BGHDh2Gzp53uQbGxhYxODiJiclZDPP8PzY2Rt9zFiPD85icmGefbdjRs432V418foPzFkYTfUGa+04zk+g7tx/CwuwGx7ETO3ccQvT9T6MAABAASURBVGvzFhTyLse+AJ07JZ/WwpUr12hLfnDeuHnzOpboO/bv34mpqVGeWW5jYOAuolGX+/LjTM5v4Rkyjhu3x3DxyhSyhRDWNzzcuDmDvrtjOHf+Mvf0ReotjPHxaZ4TFukbr+D5559H740xrC8Y7vZNMmE6A8cJBWeqLT0dTKreQEtrNc6cOcO9pgEoRnGnb4y6WIVkLPB9bXFxCbdv9SEaiXJMnciuZbG5mkU0HOec1yKRTDEsWUSee/HcwhyytGGPcxoKR+GZS8MJwfON/teBWQjguxD4nEwmWaf1ySp+isFZ34PWHhFR4DnE44LTc5EvxaFQKFjnZsYxOAGeS/sGL8cRbWM3g+rckBuUqtfZXuCTFuDf52kmmUr8had28TIr0cEDl1mpTjiir1LNKgXqp1J0zEq4ZiaUQCYz+7mSYgRyqI+QzD5pFw3VCcr3om9WwlG9IOjrIKALXsEzywc/6qexF7nRs3eAK5pmFqAZh++A9x7ouyH1EEo6+rvoESP4BG3sq64qwBtSCcakeQraOUjxx71LLMVbcK8q6GWQBC7nE+TNe3Nh5vDhb39KdIlGpj5tqASyBQv600y4xgC+0tF3F+9BARq/gmPqL5kEjhMmA5cyi5cL13UCMCkFHsxcGOUQj4Au97Q894KN9Sxy2Tz7UU/0Wz5BfTS+0AN2R+IIhUOI8Kzm0D7FW3KoXs9mBjOD7tUmmdSue9y7ZPdFvpOJvvBcvsQ6cDhX7Mvxu5TR9yiHwGdJvairQ35mxluPs1Dk+Es6EA8zC3i6XDsC4Qala1DCwxwEcpnxmQDqQjIJzAyu6wTgBDx84oIX+fDM4guI7/IdLhRxYdyoi3w2x4gDqI9uJIdA92XQc5mHmQXVZp+U6iswM/K0n6OlfpwQuGyj+HBYGj65fN6q3mBsc4jnlnSoZ41DwD7gJVolWTQmgU/bKpVqMyMVguPS7syDRzDXoGfXdYkrboCZQWvBIW2B2swMPNwBfC8wlziOAbBAppDrQM0uXSS7QEByQZ0RzwnAh5EXiMsbmOPA5TuXS0THBQQu282c0gMrGOqAR1txaO852lIulw/WhUrPIz1z4ZKpQ/o8QAd6YY2mHbIt/K2LfVjn+A6Cf+LFZ0+LhGXwoS06MP4Lnn7uh3RYrjAjDqH8rLYygL3NXFhA3wBaMuCx9BB0cfjEWAoFhkD9PO4ZQekBPsds7J/N5njuXuUZaBWKd7rUic6Ngb4BdvWJXIRDvYFzGeiTcTuHYNStT70UkOUq34RnOeQLWUIejuNybUcRCoXhui6fJSMZq2Af3sGjzBQD5jgENjhk5fuQriSrEjtqh+qJXWCQvVjMs71IfAcu/QnYzeXe54gGRZV7EhAJHmnh3mVGxHv30kEAfJYM8iMF7gGqA/GUOKVXkHR8tPtAdNL0KInP/beIAvfkAp2p/JJkLrX71C0FIRZF4rgBtYm2QHIKzDgodjAz/uQnKH14jAt69BMeafuUP6DE0qUOQxov6Xo/hwOInsDMSAgBf599Ar6scdjP42gkq+pYBTO7Ny8lfPzcJa4EzrdRTPEV/TJNwKBnkoAZeRKIjfLFmuDWzAJZpB/1NeMz14FPCFE5Dp+L1J/2YMllZvdkIlMAqmMRfNRfzwLdm5EWx1jkvAkCJP5Qu54FSm7q+e8CtZsZQrSdSDSCcDSMaCIKhzats5ba1Y8kg0+Zp+ahNPbSKFV/H49VelaHMo6ZlXTESoob3Iun2su02BSMVXoo7WcW6EHtoUiYM+4HthYKhwO9i4d4lmlIViVwVMrmg3bqRXWiqbkRT4FwVC8csxKfMOmGqQe1U0CeUXNY3VhHljFgcxyoPZCFOGGuZ/ASjQJ5MKQKo32pn2gKYICZBbJKRtUVGScs0r+Kv2QXgJfoql1yqk73rL7f38zu60btwjczvlvksc64l+Qws0BGyRmNRgPdacziJTCz+3YofPEws/vy4d6leskhnBzfs3WvOjWLr/Qj0LM5FsglXMmleoEZB08EM4PGDl5KugpHsiUSiaBetCWb+khuogW2GGUsH6JNX612L9iDLBiTZBBNyaQ20fC4lnyu7aCUgQEBfeEJ+BjQFd9IJHJfZo1PsouG6Im25JA8Aj2blcYoHLOSjmOxWEDPzAKdiq9HGQE9g/uANM8ntptZgCNemiu9kxYKeYDyir78ikrJaWYwE7CV45BMRa+ALN+XcvksPPpE4ZXxXcehmoy0Sh8zC8b9oOw+6XjUj3Ql0L3qRMN1HdqMi2g0zPG41K/DMhRAmOvBpb8FL/XxaOfGOTErjUc0ymBmQR/pJc4YuPiLV+6BxDwHRkqApDXTz9IYRVt0zAyOxnMPzAxmBPJ0HSdoMzPoKmkXQbtk9KnLLG11eXWFuspBl+wsaOP4JYv4qF51sgGNT3Ka3aNJPLU7rS1tDBg2MlCZCjbveCweMJpjUHF2dhYhN4Suzm7s27cf3V0s9+7H88++gMcefRyPPfIoXvnc5/DZz3yGwcEDTNp0BIpZWVmGcSBKmh48eBjbd+xAZ2cHXDqNPB1MjhnhTf1m1OYGk6YLUCJtdGgE+c0sFhnkW2BwJx6NMwhTxUBBATPT0xhjovX8+Qv41l9/lwnU97GwsIB4Ms6AfD3iDEiHiQ8nitU1MLEKhGj4+q37hx89gqdOHGVS7WEcPHQAhw7ux0MPHcVzzz6FI4f2YR+DuS+//BK+8MrnsXfPbrz88vP41W98Frt3d1FeYH5xBvliFpVVaTQ2NzB41ckATA0DYJvYzDH4l06gloGnGBMaRW5sjY1N2L9/HwMNLxJ3G180fAah4gxATkB/EvLGjWsMNqXw1JOP4NOffhGfeuYZnDjxKTz6yBMMONQgXZFEYxPLVCqYEwXk29o70MigYD0Dxs1NDYi4DowBX/Akm2awoaOtGx2t3ejq2IKuri081BXRPzCLK9emsbRcQIYBoENMij325BF0MvjmUjcedHlIUP6endvwa7/1dXz161/C3gPbkcyEUV2fQAXLWMIjmxWMjPfi4lUGqifvBgGyTCbO4K9hcOA2bt68wsTJR/jxj3+E9999P5ifixcuYWJ8Agk6v507diJOu1pZWWPAaJZ66Me7736I1157G1ev3kI4EsbevXtw9MghBs9PoJMBUR08FxlMW2SCtaurCztoQ7t370acSW7jaa+B+ohGI1hnAjzCxVtbU4Pjxx/Ggf0H0NjYSGim7i34Nt6f/uk3GQSagHCKtD8lN65fu4zNzTV4TCSkU3E8zYSR5q3AlwElPrObOQabPSixU+AmJm3pEBMNRzgX9djNoPyRgwewk8n1xsb6wAaSiRjnLM714zEwucTA3yCmGKBbXFwMXjC0kbp0Mh6DSEUe9vTSrD+PEw6HUFdXh6rqKsqsg26YeqvAlu5tDK5tQUtzIxwnxOBzjrryOS8J+Dy05LgTb+Z9Bpp8rDChkGXiYnE+h8rKKFLJWBCMVbBxksHJ2bkJ3B24hbP6E7X9vVxnc7h+7SoTYf3o673DdR5hwHMPE6J70cCExc6de7gWPs01vxVjozOYZCImHHWRZ1J1amqJNpZHXU0GqVQN9u3fi7b2VswxEHrl2iXO6WVML63h+6+/iR/96EP6lRj27NnHNbWP46yHEoanTp/GRx9+xKTRCPXlwuPmV99Qj4amRjS3tSJTnUEjbX1paYHreQ15BhYrK9OUbzu2be3AoYN7EGHCJhYPIRp2kdtYRiJqaKxLMzhbRE1VHI9x7Tc3ViCVNCRiLlwYuL+gMuPi17/xIn71V5/nOBahb+ev6s8dWgEJJhL0bcJr125Q7iS29+yHgxSTI0t4/Scf4vaNYVy/2o8P3j2FH3z/teBA8tSTj2ELA7zNLRk0t1ahqaWWgdJBXLh4Hh43yt27d+HgwYPB/aXLl/ERA9Mu7WiREXL9Ekh7exe2bt1GP9yAlpYWrK6t4yYTuGPj0xgdn0UilcEKg4wrK1kmkBoIlUHyzI2GsVn0EE2nEOM6VqIwU1PJ4G4E6aoYMtVxFJjoqWRC7PDhHXjyqUfoL1OIJSL0mTFMTk7gjTdexze/+U2u39N44/V3gGIE2VXg+pWbHPM4fXB1sGF2d3fh0KEDnMe90DdSFVRVACkeT3F+8piYnuUBcoMbkjGRvo5CIctE/Rp9XQ35TGJmZho36fvOKznNJG44EsYcffhPXv8J+2dRVVuHU6fP4l/+3/+fOHnqNBYZ/G1urWfgfRkObb2hKYV4MsT6RQwN9GNhbiY4aCQTcYRCYeR4yKgJbKYeFVUZrDEg5XJdVdUyscS2ee5JBU5+iDa8nt3geiogEvXghos8CAD5bJFjN1TTr6VIs6a6AtsZ6C9yrU4zyH318nX094+htr4NmUw959K4L3hYYeB3cpK2x0NSY10TBu8u407vNMe8iDd/9gHbNwALMek8T9+exoGD+zG/sEwf2Ic5ffuegfMm+qu2tmbs3deOxaV19N+dYbB7FOMTc/SxcTS1NjLA7eHy1ctYWlnB0WPH8NJnD6Otk3OdBNZX13Hn1jD3hTBcp4CRsSF8n7YZjaRx8MAjuNs3zgRUGAuzq5RvBPrWz2c/+yLHUYW+vmmOxWNyYRODI0O0nQTtK8N1WkO5fZa1nMsC5pkgm5ubYuJrGu9/8CH9UAovfvplfPmrX8Y//P3fREtbNX1BiPt+EV/84kP044dw5HAbTjy9m+ungH4m+07S7q9f76drL6K2sgIvPnsCYdfH+XMfY/++LZidXkGcicLW5lraXRirK4uYmhzHv/yX/xO+9/3vY4MHrBWOdWBgkP6giDT3/TTHWNgAnnjoU9jS2cO6NJ566jB+49dfxP49nZzXDdJy8MLzjyDJuVciLVORBONxWKNv6bvRi76bt9DR1obm5ka0cR5OPP0w9G3UpcUcE3Tj+OEPf8hk0ofU6Y/5UpbDe+9/iL/8q2+hvW0rJqdm8BATkY3c9+OhFJyci4ooSx5C21vbAzljsRDXzBImuJaLRRcFP4xvfftHgB/h/BzHytIGRkaWmDhb4Bq4hnc+uIzX3rqE9z4+jfMXr6F/eAVTwZ8fvYGdO3rw8mdO4IlHD/McUgXf8vjP//OvBsnYkaF53L0zQz3sQSSSwBHu+alkmn45C/0yVl1tDWL0l/FEHOe4P9/sHcF7Hw3gxp1BJmsrUdPYjHgqjWRVJcbnxrG0Po+6xiSTLXUI8cwwPb2G6rp6JrvGMce9eXV1NbCdGG1/fn4eQ0ODKPKlL5FIoiJdycRijra5yTlJ4TMvfBb11Y1MlGxS76uopi8PR/IcTwf9cTI4z83PLdKXJ5FO1WJpcROtLVsYpNrgOllGfU0zFufomKi/zvZu6nMds9R9Lff9NGXevWsfDuw9RJ5ZJr4muI4rsIfJ0peePxH4/BQP6skYMDe9gEEmiMaGhrDGs8UGE9A+ZeYbNyqSSfRsbec67IHnr1OuGFrb6rh/hCmXS5sJIc/WqphAAAAQAElEQVSAd557rs/zl1kY4K7icR/2fQdF1hWL4HopwvO8wD/psC8wc+inQjAz+AAcxxCLhXmeifLMEKOPDbG/zz4I+uqMk+Q8hSOV6Osd5/yvIZmug+eGMbM0x31wF/ecrXjokWPw/CLm6Us/PPkxTjz7HFqZ4FveWEMkFUNTewum5qYB16BfoNN/VTGmxLQbAyhDS3M7eVdynzuEO0x0Jan7ykwVHJ4xq3keWVtbRqYqiW3b2jEyPIbOrlYsrtCXpdPQ+8Gt27foBwsEUIZlngUOobf3LvfngxxXCCMjfRxvFvk87SCdQc/2XdwfmzEzO805n0N9fRKHj9Sihb7+0sWbiMUrcfbiWaxnl2hzYSby1/HTN37CfWcP5menkCOdGzxvXrt6hetpApcunuHZ7RD27WtlojOEt14/g6mxOfz7P3vj/i9nvffhh5ifX8TC0goGB6ewtJQl/SzWmLiYmJrDxctXMcQEqILBFfRL0o/rhjDLPWaJNuK4PsKhCDLcR5UUHR9fwKuvvoPGxk786Te/jdGxFbiui/0HDqD3dm/wLdLGplraTg3Pue8jy/ecQwcPU8b9OHLoEfq1ArJZn+exOdy6OcX5C6GpoZE2FqeetyKdTnBOHMxMT6CluYk4NzEzM4/Ll27h1MmL3BvG8Sd//Fd4/71TPNdUY5l+KhatwDWe51J8bwjRRpqbW5DjWdblPPZs3xb4t5Dj4qknjvI8N8RE6S3umcDJkzfwwx9/zPP9OlY2XCwug+8qG5QpjvqmegzcXeQ81qCLvtWxGM/MRbQ0taOQN4wMj2NprohYuA5v/OR9GJIc2yb3r37y3kSU9v30iSfxwgsvIFNZC6oB6WQNk66TuMBk+/TMLNxwDI8+8SQcJwSHFOZn5hCPxLHK8+PU1HRwHstUVZFWBA6TJ5FYlLoOYW0jh+xmgWvGge+5ANeiWYQUwgjzbFXgmq6vr4eZBaDAoOM45ONwbD77FaE1aqwDL3OIRyhyAef5jqA2QYgBMDYHHzODaBATuiIR8mOdmQW0fL5U5/hiLt7CU3/ViWY4HC71Ja7qzEiFIDyBWenZrFSKvvDUV6Wey2BWwjGzclVAW3QEOkubldssGH8ZMRiPIZBXdQG+5wU4Zna/VD2fhBKAZDCz4F4/9OzS5s2s1Ie6U/2DIBqwT2p0a6zQPAvg+eCrXACg7oyoZhaMhWj4xcvMuC6iyOVzcDkvZuoBmH1SmpXu8QuX5kLgk6eayI79HLEl+PBYrzGpTaB2X35dwIyEx3dt4ZQB9PfCE3jUn0BzpWczo315UB/RAYz+jxsDHNpuOODn+x5Kl/FZMqstBLOSTB7lKTKe4PH91GeIDeZByUiXfjzM951YrGR70rFPJh5lcF0XZsaxeAFptSXiCa7fJPeZOMr2GjTyh/rBfOibDHq/KvJ8XBQ/ypanjnW+d8wFqANwbzOWrp5hMMrJn5Tdh09Zxb/ItSMQXYEZMQiSw3EMKl3HDUpwV/DJx6fsAvUnJZjdw3MdBLZKPFaxj2ixF/GFK7kdRzgOHMaVHOpEU8KpYg8fxCQtFvwIXyA+fGS9wXHZz3GCe9y7zMTDIDyzT+71fA8lwDc+CByWZTBTP499S8AmiQBwKkwAg5kFcyN6ZXl86gCU2GM84BMQDR+u68KhjNILTQd6v3N4cNWzTz2YWdAunDKAl9oCMGI6HkrJVQtwVe+44L0B+hAHFFC2RXIwh9VBPQC2kQIgGqzXs8B1DQ7n0+O8m+OgyNKHA7MQYC5HYyhwvRTyHnK5QgBhN8K4RCawwygD9tFIFJFQBGC/Ehjv9eHceSoBxxwE/zixKkmY+vUDHRZpa3qmiEGdxiUo9Sz91LOZUa5PQHUPAmAAwZfhkJuZgR+AE2dkYKZng8YNPquvx7XmccxsgsPxGsHje3g+51EWg+u6tF1XRy4+FxGQ9jku0iwykadko+M6cPle64YADhPGZ80T+OxzPjaDP4+cg3h65JfnniTeZqoBKXnUe5F6LvB9ogif8yEaxvlQ/4APsXwC2Md1XRhxiqRVpF8pMqmqM6bLtZMv5AG2ufSpDvsLzOiHiEsBYGYqglIylEGVPvVQ5FxIRtFWm0ee2oPEW7LAQdDXzKB9ULIEeLR9So4i8aUj1ZUB9y4zQ4h6kqyAT32WjEN4QpGsRerWE7BCpU+6Hs/EoB7Vz3U5FrZJPsd178mgOo8UiwFNn/3N7L6cRGe9Hzy77CNfZNSR/ozxJuPXGq+ZLEQylUB9HoQSTcA0fscHVUvgAziSe/wcu/fMOo/gm/EnAr5mpXuf4/GJj3uX9K1zhke9+1xnfsHnXuNB5w7JJTSHzMzsF+j4wZhES+0ak3DLfcyM+1YxWF+qhwU/f+6HcGWL4i9+ZqU+ksnM4NKezDXol0A8aESAeIGX+Ap4G9S51Gu5Tf0Foi948J5kIVyVZqbu98dhJvvg2ZHj5WSW1gTPflnGCiSnkMs8lHPwiCT6gnKb2iWXxqN6PYd4XpOt+kTS+vDJNhyN3PdfwmHTfV3JtkSjJKdxv89jgwfeLPfRLNdXgf69wHXnUD/Su0D4klG6LGqOaV9UDMeG+3TFJ6DJ8ZkZzEqgvtKRZDYz9vHvz7/ayqDxSE6B8AWiJzCzYL4lQ0CH/DVm+ecwfYFoqL/66F40JI+ZBfMhXJ0pREv1KoP5Zzt4qZ/oBsCxi5bAzOA6LofqQJfmqpwwFZ1fBPURjuiJp+STPKqT7nRvZvCoQ3MchCNhgGPZZBIxS/2Xxye8MoimALwerCvfszrQqXiq/+bmZjCn6mNmaobuxV/twlNfMwvGpfk1++ReYwIv4bi0e7ULzOw+H09rnOuZbgsOLPBT0m8ZT3rUmKWrAm1KtNidVBHQCG7Yz8xgVgLxcl2HshaxmV0PoMi5CLkhlOmKjkD9zQzuA/I51KfGGfDmu43Gq3vVfdIHvHzaUp5QCO41T/fps0aeQHRjMcU6osHY9MymQHbREi+NN8k4TIzxGrWLj76YVqSv071K4aqfGXXHGz2rjbfBR3SMcutB69espAtYSU/CFR2BcCSn5DLaTJ6+Y53rVvFkrVeNNZfL8QyTC+a/3Ec8JJ8ZZeC8qd6J0vBUGY3G0MgX+ra2dgax2lBX24j6umZs6d6OjvYtqOLLcDKRQiQcCwLk7e3taGHgX0mtpqZmJpNqoYnW17fD4QjisQQSxO8KEmHbsYOBrUg0wqDAFG7dusGgwy2Mjo5BAf2FxUUGx9YY9FvE5mYemUw1AwoVDKStMiC/zqDGPE6dOov33/+YQZhZ1DfWoK29jXhV0AGgwID3zOwSBgZnsLK6iYpMErt29zCZ8hB+57d+Db/727+Jr3zhZXzti5/DN77+Fbz4/NM4fvQgnnjsYQZxd5NXinSoFG7rKyuLdMgFGkUOjuuhpbUBTz39GH7l67+Ez778adQ21ADmM8kxzKTRFVy/fg0XL11C350+LC4uMTjUgP37DzKwXMHxzDNofgff+fGrDIqeZfDkDvUSYWCiA52dHYHOKisy8PmS0suE1t27QwwezzEgsQHptL2jnQG0OBoba9HcVMsAIYOUqQSDwxkoiBinYbo8pBYLDmZnOP6747hy+RYD1xOYnl6Hxx0gkapmEuswerbvQ31DK5KpDGZnF5lovYafvvUmBobuIspg7+zcJKZnRrC4PM2A/QxW1uaYGFnG+to8lli3ysBqLO5gcWkGk9MjmJ4eQzRiaKyvpW2kEeIG6lAv00yaXLnSz8RDP4ZHeplsmmeQtR83btzB6VO3MDg0hkUGqPKFXPCSV8/+zU1NSCZi6Nm2BS3NDaB90g42kOSiamSiQQtTRi0nsspkwvLyCq5evsLkzM2SDU1MBuXZs+dw7tyFQOfXr93EyY9OYXBgGCEnAlAXKwym5bjJxvgiWldfw4BQjvPsUZ/VuEH899/7gAnQceSyBQbh8xDfinSKzsUJFlIkEgqCUg8fP4b21hYGv0KUMY6u7g40tzQG983NdRxDI20qCQXRisGh1ficgjYo2U6yIoko15vjAined3V3c44bkMlUcQPexOzcPO18HtFIEg31jYjGo0hWhBGJu0hV1qC+qZVB7iauryRitIEQHUdbSxPXWDc6umq58Ddx9doVBmCnEI1GEGPQ5w6TGa++9ip+9vbP8NOf/ATf/vZ3ceXKdUQZdHcsSj04GBoc41yvo66uBdFYmoG7s/jxq2/hLoPPPgxOKMwVEkIkFie+z+RQFY4c3okXX3gRTz/9KXzhi/8YR4+/grYtRzA3u8AgcD+uXb3Iue/F7Vt3aBODcJwwUhUZrK2vB858+/YdaGhsQAMTp6GIC0GOidN0OsGxRVBdk6FvWGYSfoJrY5xzCTh0XuPjI6wbw+TYCNZWFyH7SzB4Z94mlpemebhch+9vct48eDps8sWuZ2s9vvbVR+kTvoZHHjmCHT1dePzRY+jqrOH6WcDAnSHcZnBzaW4T46Pr+Ms/ew1/9Rev4cP3L+LVH7+HD947izffeI+BwEvovXUbufw67XSZa2EICSZsm1tqsLq2gGvXLzPxF8Mrr7wSQGdnJ2qZLHdcB0qGNbd3UE8PM/HaTn/SgGUmVYvcRLNMAGZpex99dBL9A0MYZPD67sAI+u/ShsNxVFbXIsZgaboqg1gygTDtGC6wmdsI/tzpJAPUUwzARqIO2tvrkfMWcfjYDvze738ZX/v6K3j4saM48czD+PJXPo3GxjoGUbIYGprGx6eG8PqbJxnknKVNp6n3dBB8Hh8fDxLCFy5cgPx4hHZUUVGBhx9+GM8+9yzSlVXknace8pzfXjQ1tuBzn/00mGNBPB5HOOTim//+T6i7HwW+Ur8As7i0xMRgnrZkTFrsQUdHJ+709+PNN9/Cq6++h2vXxjnnbTA3RvudwOdfeQa/8zufx+/93q+io7OJ64NjZRJyY3MdDnyu0xz5bUC/9LDAhM7i8ip++vq7mGAg1glHMTPHPYUHqspMGnkviywTqSGngNraFIo8bFVVx1BdHUYobJyPDB5hAv6xxw4zqdbIva+dduVibj6Lm7fHIb+5xETGDIP6m5trXCMu+4UQCTv49AufwZ7dOxGPRimT4fvffQ/nz9+gPadw89YAVlZziEXSSKer6OfasLq2hpMffgD5+K1MVO/e3sMExAHs2dsF33EwPrWIaY6TAmDbzg5seoBDn5FIRNHEIPezzz6NF547gdqqOO07xL0hjXkmO30GxE6ePE877mdAehUfvPsRk06LyG0Wedgucq6MOvBx5vRpBulvoKUlid/67a/jf/5X/wK/9uu/gl//jV8J9rnHH38EFfRNHum98srn8au/+kv44hc+h61bO7m/HYAbSuAy/ce3v/09/Pmff5NrrYjde3bQDxxHd3c9tvU04elPHcDO7c1wrQD53WmOidsEajMpTE+MYnigj8m1ed4PMcExR51n8KUvvoSHju7HMyceRiOD4bdv93G8idnLuQAAEABJREFUDVjivLqOdB1FV3snRu70Y7RvABvzG6jPNDKJeBcNDXWI0VcqAbRlSwdWV2ewpSuNxx8/iEhoHTPTw2iqrcMmdT/Q1y9XjP37dmPvnr3QeWZpeQndWzuxZ992+rdVJtNC6NqSwaeefZLr9QjqG9OIRKKIhJP0mxXca64hU9WIc+cvYbB/EhPD8xgdnEZDXRtGhpaRTFZznbWinXv90OgKJzBOX5XHe++e4ZxFcOv2IGWIIc0E1vIi7eHjCfoCHxNMek/Or2ODicPJuWX6qy/yLNYCOl/Mjk+i9/pV3O29hlgsCze8yqT7XVy+eIOJxBAqUxU4c+YD8pmhxy7g/Xc/oO4WsLq+hh4mYiPRMJbXV5DlvG7Z2YWuHdU4yfU9OjuBN372Bt774AO49MP6dn26KoGDR3qQSIWxd+8uODzlLzCpXs89W38thMJDvxg3wf23trYWiUSCestjYPAudT2DjY11TE6N8wywikEmLzOV1aiqqEF9dQ3nYBX1VdWoZ795nl2G7k4w2b9OP7zGfj4KHLvHpHNHxzbuJSvcR/owN7eCjbUCbcmH/qzp1OQiLl64inmeZ+aVaPVDOLjvIGEfairT2Mcz4PraEjboX1cWlpGibbQ2VWHfjnZ0tzXD46F5jgnZloZqPHJ0G5qbQxiduI3BwWtMcC9yf5nC8vIiQvRjoK/ZyEq2LNe3h2LBoACaziXcjthsXAMsfASXmQWlDvo6aAtPv12apy9SncM1LnBdB2YGh8/xeIT25UAxLIfnlaWFDSxyLzp56iqcUAoD3A+GR4dw/OFDeP6ZR/DYw3vRxLNhOJmCx/2hmQmvC9duYfuuPRiZGMEiz3Cb3KNGx4chiPAsUNvQgAkmlPvujgLm4NDhY5wfHzt2HOL4t3I+HfKKgUdSzsEGisU1tLdUMdnaikce7kFzYxWOHNrNs8Ml1HDuWts6eM4bx+mzF1D0XSYs11FdU4dMdTUSPK+k02HkcytwHDD5X4843wnOX7iIHbt3ob6uFmfOv4tXvvQo9/ZB6nueidgxnqdv48KVWxgZGYX+H9jurk6e9y5gamqSibxmdHR04PChY/R5tTh4cA8amyvRvaUJR4/uxu/97ufw2GPH0cr9LR5NIEp/vHPXTlRWVXMvWMaHH12kfpM8I6yitb2T+1cR125NYHxyns8d6OjsRCxuLFvR1toExlTw3LPH6BOfw6c+9QR2795K39mHc2fH8B/+4jsYGc7SJ7bhS1/6EurrW1H0QtAvDSp5u8qNsCId5561js6uNp65LzEx/CZmZhawsV7kPtCDKvrClpZa9m1AnvvR1auXMEHfmMvT1jaX4bigH1uHXwzj0OHDqK6qxdDgOM+kUc59ByYnZ4N714kE629qaoJzRto9Paipqcbq2grPxsMYH5lAbjOHluZm6LzlcYJzWReLS0WMja3g8rUR3Lg1iURFFCvLeQwNS9cd6GhvxsZGET/47htcF2NorGvmO8Y13Lg+irmZTYyMLeA8k7y7dh2B3kOWljxcvjpCHzDN94RF6pZ+iS/+2vejsRiSqQS6uttpe0Xa0DVEOD8O11YoFKLtgXt0GFOzKzzPrGKN/mNldYV7+TjXls8+hkKhCP13MeCLr+d7rANg/BgNDCAekGPgueD5GJ+a4hmnSFu2YE/Nex54zIL6mbET8bU2Nxko2dzYJEmDyVBZH+FZR2tSa9VjP927DOqyCXouFApQnUCyu64b1AtfOGYWtKtNPIRXaqMsdBiqE4iO6KmtDOBlZvz5d3/KeOVSWOV7leLlOA7MLAC1l0E8ferGzIIq8Ra+SlWoTTT0HOBSVtWblfDNSmUZR226F67u/xZw2lQneir/Pgj4Ui4QfCYmgokksmg/CJJ1gfEC+WSDBTo2K+lUPISLv+MyIzZBTeJlvBFuCfjAj4ZaoH0Vyd+joZTaOAB+aALwuWZoSOTq3udrZsG95BKAl+QQqD8fg4+ZQToSqM1jcFVQCvYb17AhFApzDSdZRqC+PhMvAG2c60Oly8OTkl4+DwIekwWOC5gZ+5bk8TmAMpT5FIqFe7R8rp1CgI97l+u65OVQfoP2cskC0i7ybFCiU2Rfj4AAioFeiOo5MOmCJTw3oGlmxPF/boySoUTHh8ase5gf8AvTsQqkM/F1ObYiZRUeeJXqLaCtfsViMZCfyx4hC8HhP7YSEwGOGZ8IfOBH95RZujOP2vPIX2PxgzaN23Hd4N7MUL7ER2D2SR0HVeLkA6o100/8rcvnfID8fN8L2kpo7ETuQYVu2eQ4Lh+lK5C0H4CZUSdOAGZq81FgUtsjTTODmVF+LwCfc0yBoMSqEha6NyrFrISHe5fwPBptGfQsULNKn7LyRZp0PM04n3z4JiFLdBzXp10ZHNF2PIAYmjtf+gyAVZwzcDwO7dbcEHwY56gIxwnBzOXYKDfXUZ4J1dXVNazx3C15QvT1ZmyjriQLKcHns29OqYQfjFVzLny1O2yjhmCeQaL49BNqkzrMWEckM4OZwXFonyxFW4B7l1mpXXVlKNHwKat/D8theQ8CfJCmHwAeuIK1IFlAXN+hvBaMXXvJBvcTjVF7m5mxF/sTzXUd+NRxkWu/SK3DZRPBdV1ofAaHfEAc6pt4OdqAbx4KtIMidQWS8lH6Z8G8sIJlqYY8SMv4HuuEQwhxfTnkpz4e+/qk57gu60Nw2W7UkfSr87veiT2u+QCX9MVLNEHZzThPtCPhPqgr6Q+8zIw/KbMmgndSieO6cAlmpTa2wuc4ZG+0Ykh2h/zNDA7BjDwoY5ETKxDOg/yFW+Lnk65DsXyAuJJHoDaB7j3KUSQIg4hwXIdgBOgRuoRToD8RjlEOj/PhU8c+ZaAoxLP7AFAS0jMz8qZeabvyW74BuQLfBYo5zmRBWBAufwR9VQpEW3L5pOGRPg0Y8uGOQwIUQHplB9J2WbCOnXwzBKB79uMnaBdfgebWzPj+USQGgn4O+I92WMwVGdcsBH444Mm5U4l7l0diehY4jgOdc8wsoKE5Kz8XeL6R3JJPpfBFwqyEq2fh5HN52n2JX17nLvYzM8j+Xb03uYD8VDAP5CcaoikQXT1LDjOOh7KqTrRVr3vxyJGHnhN8v9R5XvfKNWxsbAS8zQwh8jLplI0ah2ior0C8WB18dB+KhGGuAyXa9KwGySt4sB+VgjJNySIAefgG0CqgMYmX6tXXzOA6DmI850pO1YkedLGtwPHJP4inmUF9zSzwPaoLgLbokbrWkfhIBoc0BfiFS7ZlZgEd0RKIn8YsmXSvfmZGMgZdatM8mRnfbcLUm3x1SQb9JSPJl2PSTP3CkUhAW/1Er2w7Zga1i74AvMql/JjaBKFwKOhvRt73bF1jNLOAb2DLXE/ClVzaHzSn4kWSgV7MLJBTdXp/XuU7lXiV9at6n3uBdO1wDzKzgLZspbKyEpLBo+8rwgv+qa9ol0H9BZJLpUA4ZdCzZFO76tRPpZkFOjWzYK1Jp9KbSuGrFAhf8yKQjBqzWUnfomlWkvfBevH0dNbKF/ne5yHM/VXj0ZilK/FXX/HRPWgvPv2XR9vx5WPE9AHwuebVTzwkR5FrdIPxd62hcpuZBT30LAge9IN9S4UP9dOY1E+ge4FkEUjuAt/1crkscrlNzl+R809/zTXj0d9KP5pfvZ+JZlke3au/QLzNDGrTeOWPpDezks6EW+JTII8cfV0e5X6qF2htojQcoVMOGh/vjJVmxjtqjOMSrvoKdC/dCISguiLXq9a7UX49S3bZoMbxie5LtNTuJBmIiUZigfDaYIqBYUbRUN+MXTv2BmUilsLGehbDw6O4desWTp48xfI2g3iTfMEeZhB+FFOT01hf34TrhJiA28AUX2T1DUAxEWNNhOsaVlZWgkNVjkGlOgZTFKSPxeKoqavDvv0H8OjjTzI4sR2VFVVIMvCyQZq3bt4pBaZDUTz55BN46omnUMXgiF7Qh0dGGCiawYyShx4QjxkULK9iILituR5Rt4hUDEhEfYSdPPzCOoPo6wzUjzEIeho/+9nb+M53v4t/82/+Nf7iP34L/+Evv4NXX/8JkhUJfO5zn8FXv/oVBmsaMM6A1LVrlzE0NIBLly9A37A6eeojvPmznzFB9S4THneRYPKvmkGkxcVlnDx1Bh98eBILvK9gAH3Lli4cPnwQ+/btQ1VVFYpMACuZfPPmLZxnIOqjDz5msJ4BndZmPMIEz9FjB3H4yB4GudoZaJ4iz7PBt2MGB4eo5ywD4kXyq2AAxsfi8jqDJnmsrGQZiFlk0GiTzz5CoRgi0TQqM82Ix2s45mXO12QQ2I8nKkh7F9IVaWwwaLGwMIsxjvHmrSsMXJ7nXPdheKSfAf0xJh6qmCjYjmbqs7IyCX1baGxkCCHOZ2dnGx57/GE89tgxdHQ1oLrORc+uBCqqC9jILmBuYYrBnDGMj80CXPRZBnQ2CelUmoHsnQyAHYLRWD/++DS+y3m4du068TiP8USwUV65ciX4Jt8qE6ghOssYEwoKzC/yhXqVB/T1tXXMzMxT5ut45513GVyahkfd6gDf2NCMz738Cp566gTqauuxRgcihyNHVSwaA7M5LkZjUOcm3v/oDAaHRiD5xCORiAdrInAW+QJi4QgD1WnkspsM4J5nn0sYo+3lmZz1iwzwMGi1sb7KIRapc5dj4hgSUequhkmZLsguUqkUNO4YN1uXDtLMOC8xaI0U6TyjDCzVM9gZY1LQ87Pw/A3ML00iV1xHPBliEqrAwPgyYSngE4+GsLmyzvNZAZ0MerW3NyJTEef68zE9VWAS8y7efe9d3LlzF9lskespTcfiIpvzsLaaR7HgouCFKW8KiUQVKvSNOwakZ+eWsLK2idt3xhlUm8cm+25ueJwXB/nNPOUCinyRvnatF3/z16/jX/2//wp/9uc/wz/75/8cf/mX32Ki9qf0D71Q0Gzbtm6OvQF79h4Mvn29l+XLn/08BK988UsIRyJQoH1mdgZLK3NQkn5iYhiLS3Pk56GtpQWVyQqOqwptza1B0izCuaDgDNbG0dXRgbqaWiSo05WlRdzp74W5BTgRQ5TB6a7uerS21eEzLz2B//6//6/whVdeYp8meMUNwHJQwLerg3abiSOf9ei/ioCfYGB/jTpcw5lTN/HDH5zC2dPXUcnNuadnC+IJhwkGB7GEMQBbzzUUJ60iigwGPPTQQ/jKl7+K3Qxoy0fptxj7+vuwsLQA/bbLTgaRI5RVB6Wa6lomjJoQcsP0K8Ncy5wz+oN8kfSTadJPcW0v487dQehPGUZiESjhs8mg/uLyHGKJMMdqXFUeEwpLqMlUYt/e3WhsqMfE5DBq65I48tBOeLbKIOUy3FAOjzxyGIcP7cHWrR0MZtcgRP1zj2HSwEMoHMWVq1fxNhPuV6/cCRKg6XSSCbKnsHPXdiSSSWTzWbS0t6GZ86IN6Pjx48hkqkj3Efzmb/4m9h/Yh2ee7mQAvgKZihQcAIlYFP/P98EAABAASURBVM1MmFcyoVkoZunPFjA4OMh1O80x53H2zAXcuHaHOl+i7M1sm4BsQjZQV1+F+oYqNDZV4StfeQndW6soM4kaqO8i58ro110owLrO9Z2pTNPOI+hi8LqC+oCFEApFOWdR1NSkceLph/DSS48z6QkmnzYRDuVRURlHQ0MSDz10gD5xG33dDuRza6iprcCOnZ04eqwTLS0x+qM897oR+oANtqW4bhyYA8SYOPZ4+l1hQiy7nkPIDSHLRM387Ca+852f4Pr1ESwtZLlO4zh/7grXThGxaAg3bt7A5OgwtvVspd8ex9LiPGVPEK+A4aGbuHLjMqYXZvDQ40fwwku7kKmJck95F/13rnNMeezo6cR/8oe/ji994Sg6O6gX+uOurmomEKvR2prC6uo6fvLauxgZGecarCFUMrlgSCYdDA+PIM/D2rPPfApKPhYKG9wfRvCnf/rHuHz5PG7dvoEl2uxW/SUDx8eF8ycRDvvk04pMJoPuzk7OVQOOHz/GRGQbamuq0MTEjn7Z5uDBHbSZ4xif6Ed//yXaWxd4tkJDfQKtTRHiVaIiFcGxw/tw4qnH0NJcR3ot2Le3m2eL93G3/xYunLvAfWMETQ01OHz4CFpbmnDqo0uYGZ/A6sIKEpEkx7mNSf85XKWeLlDmwaFBzM7NQvJdvHAJa/SNQwPz6L15lYnjK0zSnOJcXKW+e9DR1c19bB6nPr6GSxd78f3vvcY9fBBvvPUG98G7KPrr9LcOtu9spC328gxQy7Eex20mxk+d5BwWI7h5cxBDg1NYXFxHgvtpIlEJJ5TExrrDtdWMi+dvY3x0Fg0NLdi2rQmpZCVWlrOYGJ+nL6mjr0lwjNOoSFeD2wgylSk8/8LDOPHMcXzuS5/C0MgKzp6dx3e//TP8+Ls/xTgTjreu3Kbh5lCVjOPmtbMwP4cbl/rQ3boNdUysHz+6A888+xCOHt+PN958B4srM6isStJOi6ii/bd3NyNVGQOXBNyYoUAfaPQB+hbq2uYixqaGmWBaR119NY4eOUhb9rhOxxDl3H/x889hZ882FL0crt+4go2NVUwwaTc7M40sz2mtTc1YmFvAjeu3MDQ8gLnFyWD9FLmXOVwnkxNTpDVLu1xCX+8NJvlnMDu5CGMCKrdWRG1VC7KbPvr7hqFfOpienUOBzimXi9DeE1z0UfZfp85mmHhbwNZtO9BQ3x7cc1vGHJMw/f2DWONZ4czJD5HnuebOrZtYX1nC9i2d2MYEO/w8VhYnsGtrMx5iQm55Ic8zYR6T431s2sQXP/Np/M43fgd1mSpEzKBvyU1NzWJtIwuHOigFQkBf6lMmIBZ1eO/BnALlK8J1AccxmBmfwdKB/GSBQfpCoUCf5UFXgc86lAfnC54fhFNkyTM+Uqk4krSneCzN5PIKFuZX6feXuXYdFHKraK2vwOn3foShgWtYXZunb6xnEixFW93J+ZjguSvLZOVOzC3NoLWjFXv270c31zEFw3o2h1t3BrgfH6auKQ/38Y8+OIsPPzyHN974gGfZD3C7t5++zkdTc20w7xvr81xvHh6jf6xMRyiHcRw58l6HR4GbWtowyzV5684Q9E1PN5xAPufDZ6Bpx/Yunh9W0Mc1rf8apK6uARcvXuG6XQpk6h8coJwLKDAQdLOvD9Oz81hbSaC6kj63sRUnnn6avqUWSnbt5zgGBwc5z4uYZAL/1Vdfpa/og9FKstlVHOOZeW1tEWvri3j4oR72q4F+gaeiooI2X8VE5mnML6yjwP31oYcexhrPOAVORzwR4nqIYXpmDvPzC3jp089j794dXLOdePnl5/DwwwexuDiFubkJ7pPz+Ef/4Kt49OGdeOjYMcRjIUyMTWN1ZZN+8xbxNlDI+9SPj7q6erz3/jXqy8XE5Ag62ltQwfeSU+f6kK6oRDgS5RraxPr6Glpa66jLAmAlWFmZR09PN1zaUkN9Axbn57gnDHJubqGiMomGhhroT/XqFwjv3OmnnzhH2ecgn+66IUxPT9PvDyPKvXfPnp2oratCI88FF5jI7t7Sg3yR82MRJjxXEIqmsXX7FiSSMdRU12B1eRWri6vUzyL27NmGVCKBL37+c1wTNZifnuT8rPAM1YE7fQsYm5jF8uoGbt4eoj8cIc9FTE8W8dPXLnDf3oo8FTy/uIgsbSGRjmJpdQ7NTbXQGWTL1i76iqsc2zTCDKroDOo7SVy5eRdONE4fWQlzHJ5vfGzoBZ3vjCGe/XIM2hn14rgOXO55PrxAd8ViHo7jwzc6GzP6KR+O48IIfK0NnkORMNdtiP1chMNhuI4Dxwzi7/MM7rouzwoJyq214QFsKxSL7Fu613ORQQsj3wL5eQxeFDi2AgOr4CU6omdmAR8FAhQgyDJAlWeggdKRhEF8HPEmgJeZBfVmxifcvxeOWakO9y7Ru3cbFGbGcToBmJVwfxEH/2evUvcAW7x18yAtM7svm+o1Do1RpXD/PjCzv68pqDezgG7w8Hf8kCwF+k/5ySx9mGshUPUwcK51mOad2gTgPX7hUn8zu1erkv0CPINZCe41QuP6RdD4zCxAKbeZ2f2+Jb4I+upeOAEyf/zivZkFcyWZ8MDlMyCW00GJ9mwm2k5AXyZiDAiq3ZiUMN6DONovBCIhWuIj0LOZqbgvjx40T2o3s/v8eUv/FEaM7xbhsAs35JCnj1DEATdmaCzgZWb8Sa6eF9AEDGYG2Trg4hNgPxjMjHWlj09ZXdchTz6rOpCf9/c+kknjsHt99Cwws/vrBLwki/ZLgce1SkHI2aWYPkTSzMjDIW8B6+FAl/SlfVv6EzhSKAxmpuYAxE/0VbLhfp2eJVuR4y5yz5aPCHgR435vGqLPlIrIlcBnq0cyKnkLlQLdg/UWALfOwK8UOZYyb2E5rhuM2yPdAhNqRSXVydQcgy7JJPBYL1/ks82jXRRpP2rX+Mw+wfUoe54+rMDSI1NfIESCmVEW3gR+s4g8z0dFgvr4xJM/lbqsnFDlXErZ5rAPfaCSuuJb4LuvZDdzOS1GwD0wIjrcD4t8d8yhHISVTguUSTzKvHRPZPiUyedYBR78wAaFozaH9Qb+8wkeIRBELeLnk2cJzAzSA3ipr6BMn1XBR89lCCp+4QfVz9Fy/zGBAaSJe5foedxUPMoAWiF8FwXudYWCzyBvAUqoyt87jgvHcaC+juuCUqKoeSMEejSw3SU4RDG2lz5mFjyLvOZXejbSoVWxP7USzI0DlzQd1wGRAzAzuNxLtc+53OssRDoEz3xaaBGiZdSh+hj7FbiXaR6CNcWEqk8b8jlwM/YjgJdDviwC3eredV2yK7WbGVRnxjkHdU+NFUWD/Mw+acO9i1XE8uBQJjdUouN5XkDbzAIsnz9ZQ0r8yapyu88x6162o/sQfZVLG5Qe9cxu9z6UhbRKdEA6BPb1eedTC+BaYXOAK9nlF/Xgc9wCYnN8IJAOifjqew/MLKh3XQcm3gJjD+MZgbTv65c6Bi92408E45PsHvWt0icvmBNIVOC5QHubmQW01S5wXBdwHGjd6htTwhGxEOvDkQjPjxE2O6oKwCGuzjTGtVHIFhjnLjLO5QVt5R/GG59CCXgbyKV70ZZeRUP6UKln4Qgkj/Bc8la7StX7nE3xFJhZsFaL9/yZ+gjUz+NIC7R5lY4rmS3grXaBaDmUvwyiLz569qgrvSvJdwg3wrFXVlZCZVluj2tRNMws0KH6C8xM1UGdmQWlxqV+kqtI2h7HoFL0YozNqcPm5ibXcTbA17Nwy6VHey0SPOpRa8hx3WDcwlG9ZOXggrkxs6As60e8tdbEX3TMSjLhgUt01Fagf5Rc8oNwHUrp08cUSJpGGeAbz/v5ANTHof7KY1Z/8XqQj9qEI1y1CYQnUvItZhb4acknHIfPmgOB+hoRhf9gP+GpTTi6Fz+B8AwGtUUZ1xYIR/UC4ZoZZMvSu0CyqU3jxr1LeKIRZ4xNpWQL9Mv2Ms0C954s3w+KXFsFvhuoXTKakT59oeiKjrTm0/S4KgJdipfwVKqdJIOP7gV6UF/xVVkGPQv0bGZCC+a/TEfjF6hB8q4yAbzBxL/uVae+Gm9ZfrMSDdmIQHoyu7c+uJaKzD8UsnkYB6DYYrldtMxKfUFdg1dJbp82Z9S9AzODAYHNlOVzzGENgrmWnAL1MzNoTAIzC/qovtzPzGBmwVilN41Hus7r3YZ6Fx3VC78MMCDKs2U0Kl9lXFM5vstv8J13HdKL+gsXvMRL/cugZ8mi8QqkG+lOdWUQTlkO9dOaVCkQXbX/IpgZdeMGIDpq17ot98G9S/0lX4HrUOs8zDHAMRRobwL1U//7MkVk6BxsOOKShM9BrmFzM4twOMKDTx4T41N8QR6D/uTSHINbq0xg5Tm5Q0NDwQv8xydP4syZswya3sXiwiL0Yn/rFoOIDHr29d1hfT9prgfGm06nGXhtZ6BiL7Zv70FNTTWDZhWorqpGQ2MTGhiMizCxqwPJMgOhU9OzDMhOBcLv3LWFfbZAi2p8cgK39GcwR6cY8F1l8mgDmkgOgwEcWhwDBSvz0wymLTNBssrg2TQG795mMKIPyyuzUABqZKQP+gbZrdu3MDY+FgSDkukUnj7xKP7wD/4BnnnmBAMwKdzqu4kbt67z5ToPOdo8X6DXNtY4pjVEqNwEg5rbd2zDo48+iiNHj6GSY5mbn4eZwyBxGxNp23Do0BFkarqxc+cOdDAInUqng3FEGTDIZGrQzoTQo48/CiUln3jqYRxgMDoU8XDp8jn80R/9G7z+xk8o4zjMcTlOj3MTRX19EzJVtUgk0giFo3BDMSgJNjY2R30U6KQczh8wNrqIH/zgZ/jrv/4pfvD9txk0/ikG7o4hlaxioGQ/tm7tQTQe5VhC0DeuFhfmkU6lUMVgYnNTE3q29ZBXHZqamzmeZjSz3LN3L/YfPID6xnr07OjG9j1bCV1o6azGzj3deOKpYzh29BAUBDIeMrdt24KjR/egs1MBoyIW9f+5Ts8x4DPDBOjb+OjDjzEyOoZkqgKxWAKO40KLJ0s77GjvRFNDE21yk0GqPMwMSlJ1d28NEtNPPvkUZdyG7du244XnnsexI0fRyuBeRTpDfl1ool01N7VwDo7ioUceRSSW5GGU9MMJ7NixF/W1DXQqoJ3kePAAYvEYogxAca8kLzcAnxu1FtoGg7OzM1NMqAxjbXUFUW7qHh342PgIA7zDAA8MC9Sf/r+31dUljkPOI8uA6BTlXwtsyOFiFK1Nbtbcixl8W6Qd3sbExDiUwKlIh5FOkVJxAeubU8jmFjjfHuUoIuyCCeANrCwtYyeDX0cO7sOLn34ajz9xHNWZFKYmRjmWTbS0JpBKG3p7xzHIdbq8tgEfLgxRrK7kwX2HibgqpCvroW9H3R0cxxKDgWfOXmIwcwG+OZiYmmYCcI4HNgdV1QmWRnvi4UJCYB0eg/jr6wWup036gYs4e+YM5ufmoOT3zNQodu/cg9279uIeunqmAAAQAElEQVTgwWOor2uG68YYQB+kTHcxzeD0JpOyf/VX38Krr75GfY4yUDmDgYF+jI4NIc6FXEklGCchxjXS2tyGiBvh+GaxzKDtwJ1B3GHAt+9WH5Mbt3DhwjncYMJkZmYSjU11iCajsFABu3Z34x//Z7+N/+q//G00NiQY6B9DJOKDLg/pdAxVlSm0NDXiK1/8Ip56/ChcjruYc+H4YUTDUfaphhJPVVVJ7NjZxIBkkutvheshEwQ0s9l1zHHMDQ2N+NSJZwgv8AAbwvvvnMTHH53kvF7B/OIMwgy4Li4vcG4KWGPyf3VlDSNDowBnZJp6vsYE5gcffIS33nqbfXo5nhHq19C1dSsTXFN462cfc30Msy7PQF8Y4WhIXemXZ2kbEVJh4LupBkcOHsah/QexvrKKuqoanDjxGOdnCnDWOIdRJOI+ZqeHMDc9inUmyhQYcLhDR6PAlq2tiPHAcpO+e2BgAJ1dDRzzTq61KmS5UVI5qK6twdT0FN5//wPa1TCa6K937twFBbm7GKy/cu0KkyzXoV9EyG6uoa2tCVu6u8i7Elo3rc2NrGtFe0c7tmzpRnYzR7u5gOvX7uKtt85zj1nkOpgJ9gX9Yoj6GvK05Sg34WVMTg0G8+c6HL5pjXgwxzh+QHYSCkUwqz1qLUf7naR/mYa+LbxjRxfxiuxU5Dpcxc4dW3D48G7s2FHNpGiS/Cq4cos4dfYMzl88T53NYXx8CJWZBLbvaMVLTMQ/9uh+JNMOqmsScJ1N5Di+YBNngK+Ogeolrsne23fQ1tKOzrYtgB8ijTxOnbqLpWWuxb4JnD97Ax9+cB03bgxxD8oxefEG7ty8ida2NnS0tqIyVYnHHn4IrS21TAjk8frrrzF5NMGEwBgTvfvwB//ol7F/bxe2dDVicmwAP/7Rt8hnDcvLE2hoiOPA/nZ86YvPIZNJMvm9DY89cQhmIdp7FO2ci472Bvyjf/Qr+MzLj2LXnjY89fRRBuBn0NfXizt9t/Af//I/MgiwRl95kHZcxJmT5zBD+7xw/hxcKl3rTH/68p133ua6/RGWFhfYPoF1JtVSyTjn8iR90yySCZd8s/THj2NjfZH6bqEfqMYTj+/mPrAPiZgDBzkM3e3F9csXkIiGkCWNyckxjI6MYor7e31jFfR/PW4ygH7j5nV0dXYxuJ5AyInh5vU79BWTXIsufRTp79mOpZVFzHIt6pdmLl+6jTUmLbd1d6OmKoxCzkPP1m2c+w24DBL+T/+Pf8V9fQDPPf852u5R6mYr12UB8WQameoMJmdH8KWvnMDDj7bSl9bStlx8/zs/xqkPL2Fuap2H2hCuXxlAkXN/6MBh8qhDZ3snpqbmOFdZvPvudepzinvvErJZo55W4TAYFY2m+LrtgvEWrpPbePONd/DGm+9yT36b+o3iK195ngmYBpw7f5VJ1w0UmOymuEhFqvDMEy+gs7kTXW0dOLhvP2JOFN3N22Ebldi34zjPOnnKkcHq+iKTVecJZ9C9rQ4HD+9C0dvgmqvH2sYsYQYziyPYta8T23d3YO/BbTj28DbEE0VUVofo18LgsYbJ7XbEo2HU1WSouw4k4obqqgTX1BgYA6F/78HWrk50trfyLBFBbW0FZV5AIhJHc2MzCgwCenx53mBweHZ+luN3UFVdhYqKFFqYGN+ypYtrOYRd23dhbWkDHW1boH2ppamTa7YNi8uLqG+q4TpZxuGjB3j+aEcqVY0f/fgyRpmMvnDxFhMxAzh37jZ8JOhfluk7Zqn3QeR5Ps1trmNpYYGJ2XGOI4Tc5iImJyexOL8CKhZtDSlUMrkT4j7mF3IIOw6MdnL51GX8xZ/8GSaHl9BcX490Mg0lk8Jhhz4CHIdP/Rh9nIvq6gT30AgaGysDX1FRmSj5GXxy+drk7z3qXo8Ch35L1R73OJ0H1JbnfKvOdV2EOfER8ozEXdTUZ2i7KzDk4PjAaz/6SzgMRlVUpumL38X0zASamxswxv1/6/ZtuDswiBxppSursLxSgP76wAcfnsUGX8j0f4O4kTCmmfROVVRhaGScic4BjI3N8Dx1GLAIzz8p2vI8zp06A4cWW1uVRmtTNZbmJ3Hs0D700Hcf2H8QDZzncDSOuoZm2tBjTMIXcPnqDcBxuU/MIR5Pch88jYp0DedlHP/0v/lvgm9Kz0wVcO3qEE5dOMO+DZyOMHbu3kcfdwxxBjNe/PRR/O7vfp3vFeeDX/pIJNIoFn14TIJu27YT7VxrtbV1eJpn5RUmkwuFddpVHC1tdaRXgeaWasp+CSHq2OOLT1t7O223GuAM9vXO8ny8jos8M3z+lZc5X2H623YsLqxhfHSG/moDf/y/fRPf++53qbcBnD17GsMjA1hfX+YaiSKTScOxTXz2pafQVJfGti2VmJnO4k//9K+57q/R569xz+SZnutU32qurk4jEnWRy61jcXmWtrwPzz6/H7X1NVjhS3YimaRtNzCpOYxIrIihwX76omX4PHM2NjbgwP49SCYjGJ8cRiLloqu7kTR2o5FjDEdCaOTZtovzUV1XjUymhfvqbvqWPpz86FTgD9KJKM9M04hG86ivTyOdqcDM3DxW1nPYKGbR1NYKDgg7dm+DEq4e/a3Pl0fpbmN1Ex+8d5LrpJb71in85NWTiDABefToAXRvbaUNTTNh3YDF+Q1Mji+hoa4DXtZFzA2hNpPB1PAM38dc3Lxxh2PaxMmPT6H35m3Mzs7CzFBbWxX4gsHhIZ6TljE3u4B8zjhLIfp2D9LNOoMQFRUZntcqOH+gHRRpnzHI95oZtH60dsxK90IyMziOE0CIwZQC/TSXDYTn0jZVqk59IzzDhzkmrUE9K2AnUJ3LdShc0QCMc5gL+PGWtI1+xyMU4dHPgQFah2cpo/TG0veLPO9nkWOS1eU6DkXD0DeGFMzxaZdF9aSeJaeZgcKB3UQ6APBSm2Tg7d/6+HQiZZDcZVCd7jUe3f+tjv87FcJ/EH4RtdxmZhy/A+nFzCi6D7NSiQcuyaFHMwvadf9/BGZ/N650oTmTDKJr1DcYCAX1UKKpfi7ghKCzqsv9NsARHsHjfHjE94kvCPow6IwAHOq/BD6ffT9oJWn/PpRqSj/VX7Loyaw0bjOD5FKbynKb7jUXKs0s0JvGYuC/B57xwFXCdYjrstYhXRZwYObohuDD4W2ZV7lkw/2PeAjMLKjzOfZADpaiL9CzWUnuAImoIW7uAvlNo0GyudTEG8d1YWaBTlQp+rJP4YF2L5oAiVBWn3o0cwEY/znsg+DSk26K9MvSoUrJpr4FJisDP0/fV2QQUXUe733fh5lBvBzSBq8iD1H5XCFYkwX284gP7hHaHy3AMQAEn7w9gcEjnSLXXJG8ObN48DIj7r0Kh/fiKXBJQ8+ftIJjoTysN4EPBO3sY5wTx2U790yf+tCddFMCPpG/mUF6E4CX/Lz4sIlPRiTA45mgVEcqvC9SZnMMRvo6ABh5GJ9dzkeZjkrHJQLblHgDb83Yh0DCwUc0pQOfdUYDouhBvX6U2+SEyBXg+tG9F9hLkSjEpj0APtgdRvqgsl2eQ1zyLT+bEZU4gG4cjgWQ/JojhzwFetYYUUKGLvEPgPOt5/tAHJ9j9UjOJ0hu0TDjA5GCPiXlBfOiZ9Eug57NPsFlF7K1+6DnXwT1KdeJTpH0fQ5Q/H02eATJQdVA4HlG3lQIY13mupC8RY6jwOQqC5Ab2/1AK/KZYe43ZuzDGpelxiMwM1EmOMRnce9jmnA4IBvW+5oWgIRlO5LPlxDwgjaPsqqbw3lxXIPD9ewSyqVRl0r4efKJ7BM8Uw72hsYHyWA+l1IhgJLUYLWhLKOZ5AT3aOLQNv17PNVfCQ1BgWuswH2xqLVAer/YV3JrIA7lDDH2bFQffuESXfEvUk5QbpCt+gkK3NMD4Ngdtrmk44Yc6D4QjzIF/VkKv+h50C8UqFS9kZ/Rfn3tC2yTfAK1CQCf0njQ2hVNtZlRANbq45Mv+Bi0uQ5c6tio7yIKnJoifNeHmcFhnUubKAPFQVkeM4PqzaEwHIPGinuXT0SH9WoP7IX3Bcq5ycTFZjbL9/P8PfouhKdu6iMo99EQfPpETgFVbQj+kaeZBbai+IXWoviqn+QSmFkgl+iIthl7EtQmnYOX6gXqr3oBq+/1o63SPnWOEghPbcLJM3FcpM5dvt9IZ2UeaheeWYmXmQXj0nqJhCNQaWaBv9/gmXBtbQ26YnxfKLeJvuokk0D3oikeutd60TgFZqaqQA96FmxkN/mOtElr81HWuWiKlkD3oqc28VQf1Qf6IznZP0g34MdSusrn8ijrWX0EokH0gH+5FG3RUim6Zsbxl1q9e2vM4Vk2FI1APIz2YmaBLSnhIx4C9Rd9yWBWai/Txb1L7boVH5UB0N7UJxqNBnMoWmW6wpPcgnJf8SnTVSkctQlET3WiITw9i7b6R3jeFo7ac/kcChyb2tUm3mrXqAPdMe4Y4MnmGS83M6hdNMu0RUugXzZQndZ3ua+e1SbeZka1WTA20XC4Xp2wCzcSguM6CNYgSpfGItCT+rqOE9iJ6Eoe8Vebw/qg3XWhe9Wpn+5VrzLEOdO9+slul5eXGRPKBvOmNtmS5BFNgZkFMqqP+psZdImu7Nd8gNz4buvC+O9BmdRfeCrLNuO6DkLhEGk6gYyuuQi5eiYVym9mwdiCPvQv6g9eDtskn0v5dS9wOU7VSV7dEy3oK51rfAL1L4NHH5njHK7yPTfPuY7SdmtqqvheF6csFuhAcmoMec6xynJf3cv+NjnvedIQL8lQBjODmUFyRGmzsVgUkk39A3k4FskjUJ3Ao42Xx6lSdaKn8ei9tjwXoqd7gdqEI3zZGHhxCqD7TQasCtznyjI445NTDHzR+VOwRDqBdGUFg+c5Bp6mGAC5g2vXruHmzRuQQqqra9HOIEFtTS2DCxsYHR1lEGYCMIeBzgyDSzXYvXsv9P//NTe3oLKikkGgTQZs56Gkg8tJrGFAXt/Qk4Dr6+vQn2usqa1FY2Mj4vEEQFNRIIgyYoNBcZXxWBL6E3FZBoMuXryMt3/2ARaZVKljQKWFCb+KVBQRTrS+zLa25DOQWsDkxASuXr2Ijz9+D3/2H/49Ll46w4DrLIMdg7jde5VyDwC2joOHevDyZ5/Df/FP/iE++9kT2H9gB5pbGhm4KE14Q0MDgx2NPFgUGYBYRZHJs2QqhcrKDI4cPYqvf+Mb+OrXvhaMWb/V3tfXTx5TDO7NM/hXwfoetDP4s7a2iXfffZcJze/h3LnzTDIPMEgbQ0tzK7qYiHj6xNPYtn0rnUsWQ0OU8dZNJp5uY2lphbrOcvP04DghdOv/0WTisKa+AYtL6wzQbCDLl4qFxSVsbOQQCkUDI5P9rTKQNj62hMuX+nH61A309Y5igInUmzcHAv4DA0OU5QrefOtNfPe734NPA9x/YD927d7FwEsdVlZWOMdjuHt3AAP9Q5icmsXE5DRu9N7GOgMx10I//wAAEABJREFUbiKMnFPARp4bWwicv2QQXKmsqCetKPbuPoQvfeEreOKxJ6FvODVS5lQihc2sx2DdMmmPcw5c7Nq1G88+8yz27T2EsBvFxNgkJsenkYynsby0jP47d3HzBnmub9IRFRhcSkP20tTQhExFBk0M6sk2G5k4TaXT6Ozqwm7SzGULUNJ9aXkVsWSKc1oJMElWkanFTib62jq6UZGp4jylkEqnEIqEkef8hsMRhCNRaJFoUUciESQSMY6pyDlwUF1ZCccMs3PTDKRNcq6nGSjOoILJuWQygu09W5g0OMS6CgaRVrDEudHLHv1TcK/f/M/Tls0xOC6QToXQ1lKFPbvb0d5aidrqKOqq40F9R3sT2tuaUFebYUA7jOpMElUVMUT4suMXNzE1MYSR4VFMMhnr8ICsbz40NFQzad9AmT2uvWWcOn0O7zEoNjA4hcpMI6pqWlBd08wg6hiTdDNwwkl8+NFpXLh4BT97+z3cvN0bHCbW1lYRifrwrIho1EWYG5D5G9ChwcxFknLQ9JBMJXhgyCGdTuDQwb144YUT5N9BZ+njDHl/9OEp/PSnb+Lc+Yucy0EmQPtZf54BzX5MTc5hina1sryG2qoaJrWzuHr5MsZGxngAdBFCGEqGJGJpCCoZUK+tqWdSeA3hcBgOFahEtP50+OLifFC3zMTl+voigCyqqMflpUnKsoKKihADg1FEePCeGh9F740bWOXmNj83i16uifW1IiKRMJqam7Br93Z88UufxT/7Z/81/ov/8ut49rnH0NregGgiBPlDbYxf/tJXsXvXfoyNzjIJNIeQE0d9fSN6tm/HCy+9iCPHD0PfWBhjsFC/MdXKtV6dqaGHc1BgIrGR60G/zHDgwEH6oM/iySeewhe/+Ao+//nH0MhEpf7MYcEr4PCRbXj40WMYHRvF6toKtCFpLmIxD+vcqPStGCWZz5+9hO/+zfeowyL20Q+HHAePPnoUbR21WFoapV8awObaEhMLG8hUZuCYE7zoVqbieOZTTyOVzBBvDcsrG9iyZTs++/LnkapIY1vPNh5i82hoqEdtbT2OHT2OzY0sorE4beYy3n3/PZw+fRrpigosLi6i784AqjKVXMuG7q42GP3K9NQkPvzwA0hu13Xom68il8+SXg1SqQh6emq45gpYXV1hcrUfyWSYuqxGc3Mjure0Qd9Y9plY3b69m3zC4DINeGgTrWfSY++encRtgp7TTJJo44wnE7T3SswyeLu4uIaqyjQK+Q1EIy52bu/BTs5xOBJCMp3ALvafnl7FpSu9DOzOoYKJ1IXFKepnAy4T8zt2bcGuHfVIp3w0MCgdixlicaPsDhLJGG7euhHMRWtLG1yuDddCaGyIIRw2brx5fPDhBQzenQwC3NF4jHUFBtCX8Pabb6K1swtPPfE0uju6mOieRj63iETC6G9nsLw6G9htPr+Ad956FRfOfswETwTRsI9DB3Yik4nilc89w0TETtrNo9RjHV54cT/3nXr6oXb883/+B2ihbwlHPOzY1c21u4GdLJtZNzk1ilQ6zr15lnviNVRVhfDcM08xUTtBGylg1849nJ962sJWNHB/npmZhf4EtdbItes36XeGcPjwIWylv32ESeCtTJDJT4Vcj3v3Atpa67B1Sz0ee3Qfnn/+EdrvHc7jKOfWpR7ShEr6rWFMM3k6yf1aa6qzqwORRAIzC4tMDk0BZhgcGmHh4lMnPoVW+uznXvgs7bKWc3ULre1b0Nd/By1trehgW1trN+Waouy7UV/Xikg4haOHHkNH2w7s338EazwA3R1dQyRZydfeKLil4Pr1AezceRAPP/wEnn/xRezddwgH9u9FY10F3n3zNN57+xSuXBzE9atTWF3Jo8AXpLraBJqbavDNf/fvOYcf4+OTZ+gXbqP3ziLPNB79SAWamrp4frqD3tsDiEYrMDA4CI/Oc3XV51pcQHNrG/3HHjzx5HHaehVu37xLf+FjZnYD7717ChOjS6ivSXNfX8BPaCdXb9/ES59/CU+feAbt7V307Ys4efJUsI62buvGxPQ4CkwOhqNALOHi2PH9tOMoPv2Zx6mfCsRTRfqRvVzPdaiuDdEO2jjuFszNDCGZKFBfUfq9VrS31jIxUgMHhhxfXKeZ5J4YF04I27rbsUr/GuMaitAGKyuiaG2pxeL8DN58/W368inOeQ/isQpUMJk3OzMP1w1jnf6iyBcnM0Oeh5MYD8CdHZ1Mvq+i99Yd7OjZiyWu0ZHhCVQwybfEs8fwyDD1lccf/7t3Mcakvu+G0LkljcWlTfT1TeH2bfrwvhXEYlVYYkL27bfPYXJygX1iGBhaxZ/9+etcf3HaQAyLc4uoSMWwc0ctvvyFRzm31aivTmPvrq3oYkK4urICjH9gbmwMaa7ZX//l51DIrmCg7w6WFpaDNR2LxDiuMBzLIcRATF1dCiG3iIrKGH1SHPUNNfQVYfIkDn0vePH8Dh3adRjn8EFXGECBweAiAx1FloW8hzwTuSGOD3A43xvU8SLPdRs4tH8//fkmUokwXvn8c/gn/9kv43d+40t4+JGHuHePYWFxluepFe7nlXj/g3dx8tRJhGNxNDS1MbE5hBs3xnD65C2cPnWNdn4LjfSnPvfzv/ybb+H7P3iNSc3b6OjagqvXhpDlC8/58+dRVVWH6qoG7N19ALn1LLa2d8PneeWhw4exMDuHnT3bMT89D8cJoZ9nw//Pv/7XWKLff+TRx3je2UBH5044oSqEI9XEqaGvasTo6CbWV7M8Sw7jwIHdOH/mMqzg4PihR9DZ0oUN7v+b60t48YXHcfXKWfz5N/8oGPf7753GhQuXUZWpp0+sRFNjG7KbRbz77rvcK5awb88uVFdXYHNzhfXLqKvLYHl5Bp//3AkM3b2LPXv2EG+N85Omb3sYX/7Sw3jhueNQ4vqv/+q7yDPZr2+kzs0WaPN1mJmYg3ku/dIS19dScO5dpWy9t/vw2qtvUI9nuP6XqIfbaG9L4+knD+OXfvkJiF44UsCRI3tRYNJ3adlHljr76tdOYH19BUna3sTUBGJxh36qESur85RzAasMCg3zrDMxMcvxVfCMWs1Vx3PjigMXMbz73hvYta8Fr3z1cTS3VyNV5SDvL/LsFUZVTQatbS3wGJyKRkNc0/U8s68TVjkHnaxH8A43RpuuqW7C/Nw6tm/dTr9Vh57traiqiKCxvgLjPFecPPUBEnGfFpujrSWRon90LImFeeCDD85gcGCR544k6hrq0NRch8PHduHzX3wc12+OUN4kwqEUbaaRZ9cG7GTCO+7GkeV8b6576KBPNi/MfYZyJ9OYnZ/H4OAg10URFRUp1Nc3YX0tSx1VY5lnjwX6Ad9xsMSzWZ4vgNMzM7TzBYRC4UDP62vrkKRaUx5f2EOhEEiM7aEAfC66MghH7a7jcB7WMcuznupcvi86rOOAoXOkQPdR+iUz0y3nLwvh6sEnH4901a6+qld/gZnwDWZGe3egyyeu8AsM+srfSV4jP8d1Azy1C0905Bf1fhDUEZGUoKCJzwSRx0SRmQmVQ2Qj79THzAJeZqWyLIdKAXiZlfrx9v8vH8knEH+VggfvH2SiNsd1fm6sZhY8P4hXvhf+g1CuL5fSudrNDBHauup5y0I68UmX4NAMFDmmkzW2GK2EKmcbqCu1e5Dv81AA+K4EKRk+dIm2SoORCCFo94B7pQ/e38M1YzsQ2EZp/GpDMD96DtFOHTEmjplwfcgO+Hj/U/RIkXIK3+e98DVGlWYGM0pPGyrLVepocN0w29xgHfCJ9/zplmwKD1zqJ1oCswfo3eMpmxPIR+XzBcpXDHqrn1kJ33Fc6s0Jxin5/Xt9hVMGdSJ6MHZQRz59kUrVl4D9qeIC9zqyCfhov+PQgj5mRjQL+IAejyyg9iL3xTz3xWKxSP7SlR/gg+cnL0998gxGdjD+8/gyUMLzeF734FOfPjNPnufw3gDiAA6CvpyqotaVcCiEmQW8WUBjwr3LB/9RmKCOuNzuKZ0FlIw4qi8DH4MPewSlWYAByL7u2Q+Zw0z1rGZpZsGzc89OwEv0WBCVCqNsDnFczq18U2AnrFO7GftyOB4V4JOH+KqvGevvAYxkKHSR64EaVDeYsTK4K/1wXNoNgQpAkbTFw3VcPlqgC8W6OHSYE4bjRtjfYUefJQg+6wwu+4e4Hp2wA4fNRhYl8EEJwEeW+lDKezw0V6oxM/ZxYI7BjAADAsDfuswoE2s9Aogv0JgfBDUJVKexqCyD6v8uMBNPwKxU4oHLoDFRvnttGhHNSlqHzzrJzVHRPj34FIwmjiz9fY6GniUUVBeAR7v0afs+iqyUTOBVpG/PMYBCtfBJH4c/SnIIh+bHZ9rwJwh44Jbq9QMTo0C8RyBHkfECj0nMYPxgO+Xk4CAwTRB155OFR0I+20GWmjuXiQWH7RqT2gocUIBH+y3yvOixFL6ZkZQF8665By/x0pxqDxMNxRXMjC2lj0daBcqU9/Iocq364k1QP2Goj2gXieNzMD7lehBH95ILkp3yevdsXv0L1Ld4C8d1HbhKqLqi6vOHH8hqZkHJCnjkWyRwWvQIGACOrQQlfPASPe3b4gHKY+RJ9cChDGa0RdLwOS6fZQkHgU4cxymtOLYVrYBcIQef9ENMaAhcrhczIwfi0beVZWcFfP0g/VAkDI1Vj2HuJWYGM0OI55xIhOtQPMhX8hX4LiX+ZkbZqByWegYv8ZI8JX1yFFzMXt6DRxtkM4x0VGq+yrjqW5bJrMRXNATCkQzqIzyN3cwg/ByTIVkleelbS7hOII+ZQbiqE6iP5ky4BdpqgXOuLygJR20C3YumQM9mFoz9Qf4aexlET3hRnt2kH+HpWXRUiq/kdlwnkMVM9NxgvsyMa4oaoj55o6EF4HE2RNfM7o9DtAQoX+xTfjbWmRmM82fk43K+I9EIBGzi2i+QvB/MoyO9G3EFvJe8AjML5BPf0tgR4Gue1McHgnbJJvst8wnTXsw+6fvguMt0RU/6Uqn2MpSfzQziIUgw/iI9gpdkUT+B+qhd+5Ho6t7MiIVgbPd1wTozC2T3tA5k5/R15f7lvlRxYDviITnMDKIt3povlcI1s4C+8GRnwpU8SrSpTnopkEeZf7mPmQVzLLuIx+PBvVmJFniZWWnMjGs79BtwEHgfySlaAui6h6db8ZYMgf3S96hO/CSvSoe46ic80TEzaByCMo7a9JcLlF/RGIQnXZb7qV10VScwK8msdoGZQWs27IYQdkJw+E+6xL1LONJHgXuQ5JS8qgv4O24wZt0LRF+grpJD+hR/4avedd1Ab6pTu/AerNe9man658DM4LguZJuioflaZUxnkXECj3MVjUb4vhuDS927roNQOBzYi/gIwEsy6F7woFyq97j2itwgdS8ADOaYCgQX21WqTXKrdMxgVtKl6Akkl8qgnWtR9ie9uJRdpZ41d1H6lngsFtin6mK8V71kWN1YD2Inzs3btzHIZPNx+SYAABAASURBVMz4xFQQbNGf4OpnEKLvzp0gMDY7O8OAzE0GrnqhoLSSqpt0mtPTMwz6bKKquhpNTJwmkynkeMCVAFu3bkV39xak0hUMSCxieXkFad5XZjKIMdDjUGgN0HGMwoU4QDDYGEUymWQQMM66KJUbQTJdiaqqWvZJkn8f5ZlBRTqD/fv2MfnUyvsKREMxhMxFIgpUVYKGCwZWinwR38Sd/n5MTIyhvaMVO3ZuYxCjlQGBClRlUtjF51/+pa/hmWee5st8NV/u+3H5yqXgT1x+5zvfZuD/Q9xgErn/bj+TmiNMyt3C9PQ0g0XrDNhNMajQgO4t26iDLK5cuYa3mOB9971TDErdoJ7mOSYX8XgSPk9f+n87P/zgY/z4tYu4ePkmA6y3cXdwBL19g+R5FUpE/NmffRPXr11lYmYUvb296OsdwuLCevDStMHggZIXNdV1qGMCJhKNU4ZpVNfUoLKqAhvZDawwYFPkitIiAlzEIhUMulN30QyD1g3IVFRidTWP4eFNDA/N4cL5fvzlf3wbly7eYhAlieefew4PP/QwgysNlNljEnOF87aMyakZzM6tYHpuEXNLa1jJ5tDQ0YZQKokNnh7zDDxFyCsWyaC+th0VyTo013fg6OGHceDAEWzbtgNFvhhtrG9AiyIUNs6tobOrESdOPIV/8S/+R3z967+Gh44/gq6OblRWVKGzYwvSqQrqL4FkIo2Kigz1UIACs4lYAs0NzYiF4wzAbAYBbH2j7/yFC0Fg+dyZ87h2+RquXbqGqbFpBlFXMMHE7OWr1/HuBx9yTm8GwffR8XEG60tgXDhRbiDmhDifOQwNjzHwMxdsgFo4WnAzTCQU6DxDPNDkCnlsrK9hfmGOAc0RzrWDpqYmPPzwcY7llxlQO4i62hrKneYYoqitrSYOCIZ4Ig6HjttCPlzXw/692/C1r3wahw5tR7GwikJuFcYDRjodx8H9u/DwsYPY1bMVaSZg0vEQA5zd2L2jG/OzE5hkgLtPf46TAdVYzKFzigK+RzvvQGNjAxMOMYxPLmJ4dBqb+o1/P46ZmTUGiRysbxRR4NwlUhkGysYwMTWPTTpfre2qqqogeKV59QtxFNYjTML5TOjnSN9ncNrBjt1N+NwXTuAf/v4XGNjdzvmsZRJiG/R/kXYzqdLa2oqhgUEsLiwygDqA99/7kInUAZw6dRqvv/4mrl+/ASWl4lwjHoOPaytZ4g0ygFrAti3bEY8kEY3EUV1Zy8ROEdMMNlItPIx71P16APoGpa/xdnbi4KGDTDKcQBWT4x7nqcAgqceE//TkMEKhAnbu2oKmxhqYl8OtG9fwtv4898/ewU9e/Sm+853vo7dvjPyAOiZQjj90GP/pf/b7eP7Fp7C1p40Jhq342i99Cfv370OG9BX8q6ttxltvvI8P3z/FeQMaGhpR9IvBmtE3KsxC1FMCrY0t2MOkVGU8hZnJWawzsV+ZTCMSCsO4fvTnG7S2E/EkUqk00vST+/ftpxwNdNBFJtzWGfjsoQ3VoLW1hQmqFqS59pKJGKozlbQpB66BduMxKTKHmeklONxIRkeHMDkxiosXz+Hb3/ku3nlXwdI0fSMwOjSNZCyNhtoGVFUkOW4H83NLXBu34ThR2gfo7wbxv/zbf0d/dpN+b5L+YBn9/QNw3BDt10VNbR3rZ0hvM1ib+qWbSDiC555/Dq+88lkw7wDwxWlw4C4amZzu3rYFK0wEjzPpH+ELQQPtM5vdxKOPP4SvfOXzDEh/FT7f3pK0xy76hq6uZq6VCNfYDAbu9qGHa2D3rh34zEuf5jzspi4ytHfaB+cjwyTpAqO+WfpB7Sv+PT+o+yauy4bmBng0nunZJUS5ia9srCGRTJDmdihws7Kyjh27enDo8FbW+1w79djHZFqSONMzk5icHEWUwYJdxKmuymCdCYbNzQJqazLYuq2T+94GhkcGkKEv9vnCODs9Sd+URZ4vyuBBJxROcB1kkUhm4CIMP1+gX3BQWRnGmfNnMDU4iGeffQaO4yAScfGbv/0N1DcmMLewhB//+Hv40Y++z6D2NPWTQyIRxYVzZzEyNIAQEznzc2NYWZ1mAm6I6/w2bciF761jaOgm1/cawlEPTS3VaG2vR0tbHRoaq1Bbl+be1Yb33z+Pb/75D7GyNkUb34bPvfwZ7ueVSNK+qqqquQ/HcP78Je6J72FzPYfDTKY88shD1E8j99EU99VmrK4t0+YXMTs7jbGxEfTyPBGPRrgXVGF1ZQHbtnZyfzEcOtiD7Tva8PVf+zx2797GeXBx8/YtLK3mMD6zgdklj7SM41iiTYdQXV2DjXsJuOqaKuiXivTLP1ev9uLjU2fx7nsf4b2PTuLk6fPIMeg2OjaBy5euYmFuGZ958QVsUN6GhiY89cRztIYw94l++sWt+MznP4eefQ1obO/E2++d5djOUNddTL5N4r//v/0Rvv2tN/H6T84hvxFGjGv06acOYGt3B+kcwbFjW3D40A50MIGxbUsHDnOd7uD+1tHegRn6z2g0gYMHOrBzZzftdhmRaApNTZ308zHU1dajvSsD/bJNPBFGZSaJRx97HGdOn8Xc/CJ98Diu0Sf+8f/2Q4AJBI+2U1UVwuDoCi73TmPdW+W+W48p+v2TZ07Bdx300wZq62sxxmTnrTu34IaBLVvbsW1HJ44/chDRGLC4NM1E+UUm7+fQ1lbJPW2O9jvNOUwhEsmivi6JPbs6cISJ+aee2I9kIke7jqG5oQbtLS1orGugn6lGJp3G2OgofMqWX9vAwJ1enh3O0taKiEaiHKODQ4f2cd6qeUZaxRrXVI57DAVFJJxA0QMK8ne8mZ2dpwwb1Nksz2lr6N6yk75llDpp4h7kUlaXdtOD6Zkp9Gzfil/+xkNIVVbgI8779VvrnMdu7GWSERaHcT1NT8/BsTDi4TS2bzuMS5fHqbdNjM1kmSz32DeDdGWYSd86pBNRJo/G8O3gl05WoP+uYHaG62dyDnNTWVQmEnjh2YfQ3ZHBi88+iqb6KoQtBDAwq5cA/anw7dva0dLMM0luDTt2dPH8WIuOjhbolwEylTWcPh9FvjD4vg9dDtc1z/AIwEEwT6p3nTD4PgCX9B3H5b2PEM/Exm4++R05dIxnnmnuhS4Km1lUpyOoSDiorU7CeGbZyOewk8nE7u5ObGZXOfeduHr1Cn33LUQTKezZ+xjvp3k+HUHIrcDg3WHa5UzwrcgU57NQDCORrEI0mqSOXNzuu87zdxSj9NFOOIaB/jFE3SSmx2dhTHxuMNGlc1fIovRHi1xXHuobMji4vwfFLJ8pw1e++CX6ulWkM7U8l7r0nWsYn1jC7/3eb2FpMYvOzq3kF+Z85ZFfymK8bxTeRh4LfJ9gFIrz8lfYu2sbHjl+FDp7/f7v/wOcePoZHDv6MBiXwtDgePAucJi6qarOUP4YYvQ3zS31MEo0PTWGCxcvov/OTTxOXzXORGWmoho3b9yEixznM0QbqcSnX3iIY1iij/ageTpx4jj3ztlgzXe1taGloY3JQKCQd3Dl0k2ea56A9mX98lSYZ7eaDNh/gPbZhJ5tzejeUoHW1lpUZNK4dbMfg8N3EE+lKFGRZ6dl1FZVQ+f5c2cvoqO1CdU1SWwUNhBJpMHjPROgRcpimF9aB5wYamua8NFHp7HMddS9bTvCPPdWVVcE9PKFLJaW5tFOm9O4jxw9yLW1CX0TVv+1SjwWheM60BVmUCcUjmB91WUC+zaibgIVyRh+7Vc/S7nrcJXn5K995QSOHumkP/Dg5dcRjYTg88weshDXTAO6ujpw7Pgu7g1p2kkFrt26jmX69q7ONjS3VNP/FrFt+3bofLB9+w6k4nH0dHXi0aPHcObjW7h5rQ+zXF8hrtEUzzjN3JMXl5Zos5uBH8jmilz79UzMj/E8PY2C77I+x3NILrCBGM/MsVgc6xub7JNFlPQ1NofrSktM53Ldq87MYGagooJ51dyq3eM5MZlMcowRBM+ehzwDkTkGAc0MD/ZXH0G5zmMQUs8kwXXtc52Cl/TrklcJHEelsc2DUS6HQCS2G32jy35FlC/R0r2ZBTLqvgxmlP3eg5kF/c0s6C+fYmY8z4aCevEwkxy4T8fMAn7hcDgo2YKfBz7+PR+zT/iZ2d/CMvv5Oo2jDB71+YsdlNRSnVmpXxkXfDQzSP4ymBnMPgH8wmXGNhjPN1xTnHT1g+oCAG8NjusG9uK41AnrVTqcB9d1oDkx+VYHvEdpnuho3ZCxokhzKYG+rcQupMdqNREQXHTKxFe7QPo1tmlManbYySF9lR7lK9X7pGPBPAhfddKTSgQXhYEDmhefHOI6cByX97g/n2VcleorcByHNhAmPqBnBeQKdI4Fvu+wBgKf7yKexzHJaFmj/mYGc/jAj549Mv4EDEWueYGmMhQKU5cR8nAgfmYlW1W/MnhEFJiRroG4gHQeps9x9VJCrUoOnzJ493gVij6K0g/7BB3APtQbNQWH/sEQArdOKMlUZNA/n/Ppgz3o3uPZgeiQPK7rwswQ/ON7g882j7RLfIx6gV4/UCzyngDfIa7L7g7rfLb5LIsB+JKH4FAOcBMqFvPwKa9D+uIlYEcIz3xAwDwlSz4AQb3POI9PPiTDmr/7Y2b3G8wMjusGtqGxiIfZJ+3gJX4kLgbUDdtIXHUe9V4ude/5HoPAJeAgYWYo0zMzzgJQoC0IAlzSCfqRjvAEgQwh+n2HfNiHRMjaD/TjURfip9Ga68CoRoelA8DzZWNFyscHfaQYSmNUkpFUmZyaBD55CzyWeg6AiGYGIzJ/BlW/+MPMgir1DeRwHBgDscHzg7SI5bBNwNuf+5iVaJQrzYzDLEG5rlz61Jr46NnMIHqBjkjbwIs/eEQLZDAmIqUAmiF7AXnaYZ5rieqlDoEibYPHZih5WmBSQe+cPusccAwwFIseSrjkSqYajk9iGpvHhjLIJsn57/gYqYiaS5t0AttWH/UnOc4G6bKXz3FwIDCNwTGA4Bvg+R7l9uHwHTccC7N0iQ2YWQDgJQpcLSjwn2clfLNSu1mpJBHGiLjPcR24NJKIG4F0JpD+HMeF0S+4fMd1w6V7kqaOyNtxKBr14ZCWA+IRWEJE8cllxnaB64BLGiCOErQFxny0n2vcwnbIx9jmBfbpBeNwyMPM1PxzPFUfVJKXfHupr8F1Xc5NkeeQbFD6PrVAXYEa9Qg+78WvDOBlZvdpg6yElyvmaBM5epYCHNcJ6EbCJd2YGcxKfSR/lrF1nUmKxSL7FIIxhiPE1dokfzNDhM9hPks+n3XqJ3zdO2wPsY2iBHTNSB8CBD/NDBwmJLNwzYz3xWB8ZRpqkz5VimYZys8O9SgeZsZ9KIQYEwuqE15AHICZQXUC9ROYWTB28BKugLfwaeOgPkvgUx5qjXWSR2OTLCqFL75RnvelA9FWf9FWu/ZB6U51wlO7+oiO6sLhMASOY5TPuS+fmakZrOTHgnr18+j3xBvUsdlzYScaAAAQAElEQVSD9SX5PNYLLwCUruCe9R7lV7v8ZYj7oZ7VZmYkp1WJoJRsqtdclmWW3KKmNvFXu54d9lWbmeT1YY4TAAWGwHHdQL/CFz+B+pmZioBfuU2lQDjiI/2VbU85HvGVPGU9l3GEp3szC+b+E3kCFsEPsxI/0fbo20RLa1SNQR11o/sH+0qWMghHfVSaiU8IUSazJI/05LgOh+uIRGC30rPazUq6VT+BZC3bhGhLKtUHHflD9xqL2vgI6RNEkl8pcm1rv5QcapfuA97SuX3CR+2io/5Bu+vCjERYoX6iL+BjMDeyvwDvHo7sVTSCOtJ2CMJVX4GZBfTK9eKlcT3Y5joOIjyvxcLRoNScSR8u98cyvvSwyRyMEqySR/3FR3TFW2BmqgrWn2QSH/VXW4JxEckuBNWpVN/7wL6l3moB9zwveM8Sn/K8+WxSX405u7nJM16OvIoB6Pzq8YxCMsHciq74iqfuzSywX/UXTfHSnOhedRqT9lGyCPRlZvdL4Wgssm+Ny8wCHyr6apM8aheoXXWiqXrpTXVlumVZ1K466TpO/6d7Z3xihomNW7jAoOmVyzeYxOvHjeu3cLu3FyNjo3zhLCDBl1l1Xltb44v/GkKcpKamRtYnggEq6Sh8BT8jjKJHmexbXV1j8nMKQ0NDDKhMcWAOwqEIsky4rqyuUoHc4BwLaFRWVkLfSNI3r8YDnnk66Dhf4rcE34p55JFH8eUvfZlBm4NoYoA0nagAeJKZGp/ByPA4ky15Kof0eRhIxF1UZhwGq8PYurULxx86ihc//QL2MgFbxwRXW1sr9h84QNpbuUnmKeM07g4M4jqDLQsLiwjTILMMZJ47fwEfnzyFv/mbN3Hz5hhaWrsYvOjAFBOq+sbYRQZsPnj/Q/zsrbeDb93dvt1HAyrwZU8BD6OOIoiQ1giDOW+//R6DYotwEMXBgw9Trj2IxyqxsZnHyuo66pkgffnll5mEO4LOjg5kKqsQjcRRT3k7mJTq2dYTBHJ27tyJCgbBnnzycfzu7/42Hnn0OMI8mOR4UvPMR66wCZ6mEI1FEItHkUymkIglebhCME9K6u3d14onnzyEz3zmaXzjG8/iyScOMEB8EN1buhGiI5ibnWUA7g5u9Q4wOL+AxVUgjyRS1W1wohk0tm1DVV0rTp+9ijfe/BAffXAJb77xMc6duY6KVAO2du9lMOwIvIKLuekFnGOw+8yZM9TxHeTyG5zPDjzyyCHsYDIbvG7dvMWg1AIDtePQ/+0pfX34wUf4+OOPcenSJSwsLKAiXYlmJqU8vlytM5Cb4/y4bojBy02I9uVLV3Dt8lWMMFh468otvPXqWzj1wWlMjk0i5IRQXV3DJFsGeSZBswye5PjiGRwiHQdVtXWorK7i3HkIMwiVZAAsEgnrvIH5+XkGcDa4BvK039Ji3thYh75NsMpk6jodgn5zXkm0VDqFKiYhl5eXgyDYD3/4OtfVDdrXHO2fdNbXsbS4HASDPJ92ko4iUxVHPK6Xu01MTo0jzwRgmGtL/+/l8WOHEY+FsDA/jRjnOBJyUJlOYmluFrPT4whxvmMRBwf27WTy4El8+sXnsG/vHuRy2YDvzRsDuNu/SpoRzM3maMNTtPFRBlaH0Ns3jL6+QbhuhAHreQyPjdFeErTxtsD+19emqbtRgEmZdCqC1tZ61NWnaGsG+jsYQshUxnHgwHYcPboXTzxxDF/75VeYOKgmvxUooHnx4lk0NNZj27atxK1AJBRCyHUCByunlcnUMFmWguuEkUpm6HP6aC/LiEeSmJ9dwKmPOX+jU8gyoWK0E9mu7+eRTsbQ07MNrQx4ytFmqjJIMvmjDXWMCfI1+p266jrEufne6buJN376E+ovxLVUje9959v4n//V/4u2ep5rMYyOti04sP8IkwV12NLdwCRlGBNMePYyEHv63Mf4wQ+/jT/+kz/C//A//M9cb3+If/uv/xzv/ewM6aWwyQDwnf5+6pK+su8G3n3vHfyMydmTJ89ggAHfqclFJgHHmdBc4AIyjm0OMZd2lS8yuHgdUxNT9F2j1CWY/DToQHqX9IaGBqFfDFhcWkSR9uoxOTc3t8D5u4X5uTnawwL9XQ6dbR1c6i6yawWAyWitDX3jOxQpMmnVzjUTxQT1oV8k8PIhtLZs54tOFGvLBWzbuhvJRCXmmVycn12Hz0PjmdOnORcRJNNVnJcMFhY2aC93MT+3Qp+Woe/rDJI/dXV1TBbtRmNjI5L0L93d3Xj++efx8sufhTa0Zu4Ln3npBXzpiy+jpq4eiXQFPj75MW7Qv8aDICj9FG00kYgFfQ4e3AslKTNVKfzeP/gV/Kf/+Bs48czj9Im1WKIOClwTUxMTGB4eChLx3/7WD7A0v4qp8SUG6We4vmYwNjYetC8szgUyhOl3tdbGxiehP1e9vLJG+61lwnQrktxr1tc2sby6wYBwFkCYyYUqZDIZPH3iSdTVZpjAnubaX6I9t+BTn3qGSc8M5rju9u/fh69+5Qt44fknmCDvBCPPmNS3KqcnUOTLcyIRpn1vIJ/fRFUmxrXo0eZdRMIh0qpGMh7mmnaQp99vbapDfUM196VduHz1IvW9wHk/hQ8+epvlx6B7Q2NzHJ1drfja176Kro5uDA2MoL93DKvL6xz3JNf3nUB3jusFPPv7e2mPvdxT45zjLkxM3IXj5tHZ2YQU/U2xuEk7uo7NzRwOHT6O4w/vxeGj7fjN3/pV1HKv0f4in/f++6foV8+huroa4Mmyh8H8LVu3Ynp6CoODA6DBobWtOZBB94cOH8TszAyTmdcxMT6FhflZ6M/Fx/livn//XtrcHH31PEJhn/1vY3VjGbMrK7g7voDTV0YwswIs0i7Hx2YxO7WAMPfxpfk5rslW2liMdu4xUN+L67du0C8XOXermJ5b5dliBvot8EymDu2tnXjs0aeQyVQjTF8zQ3l279qD5rZWztE8zl24gzffeg9T86SfjOM09+++4WHcHp7Fd396Fh+eu4vbfYv4H/7F93H65GVcPH8Nhw8/hC9+6Wvcr3sQjSfw6KOPo6WpmXPqoLW5hUmDJDKpShSYNBwdmYC+Yfbkk49gI7fKpOAG7g72IxQKY3FpDT/5yUdY4mYai0fQ0dmAVEUSt3tvM4myijD9QjQSwvTkJpobY6Tr0H7iCNO/79yTRs+OJPf2NXzMNfrByQ+wvL6MTe5hlVUZKPjR1d1F+67DoSMHcJAJze7uNhw+tBetrXXUYRMT2TtRX5fCxvocZc+hqaGC07YOFFZRk0ogRftM88wwOzmMipShpiqG7OYKz2gFrPPlfmvPLiyuZKlrDzrX7dy5C04oTPuoY12Ba2UBy8urGKe/0YHVgGDN9N3uh2MRLC+tcG8fwOTULFbXsvQ3LkZHprG6sslzToZnwjC+96OP8O57FzAwMEMbmcbE5Dzm6J+UQO/a2okJJjw3eX6IJ0Noam5ggu1xmOWppzBWuOcm4xXY0rUdJ09ewk/fPMmE4Byu3phA3+Airl6/g0RFCsXiOv3ZHO7cvgvGWrjHvI/PfvZp6mUtWDNHDm0L1lF9bQjbtzehUFxEc3MN9ZCnz48gyr2ZWUM4fPGP84U+EYsDPEgM3L2Lc2evYHpqjrpYhiECl2epEO1Qe1RwHwkDIcBxwDYgRJ3rHOC4QI7BW48bq2se9Ms1rECM+h0dHqWucpwzD8a2N1//CRa5Fzg+dZ9MoLqmCrFEAt/mvnaHye3HHn+E/juJ0+eu4dvf/S73vndw8OAjmJ9aQWNtI/fuMPU+iKamBhw7dpzreYm67ESqMoO2jkboLLO+scLZQ2DLyYoa0v4Zfvb2OaysGfe/v0AqWofem3fQ0dGFRDKJm7euQd8O3UI/VVuTJu1KROIFtLTVIFVVh1A8g8vXBvDSy7+Ev/6bH+DK5eu4yveMFSbjulvb0FpTg77r15jkc3Ds0H588fOvYGN1E4w/YceOnXjnnXc4bx4iPA/nckXaxkiwb2p9JxIpZLM5hMNhFPheMTo6jHau9y98/jNoaWmgDY3QJrqZGAQ8tp8+eRLpRA77d9VC/4f6f/vf/DqMwUGfL86NPIO7tNX+vgmu02Wsr3pMik4ix2B+Fcdx+dJ17vkFjjlNn0SgPdXVJrle1tDeWsDv/sZz+MLnH6NtbDBZuxWr6z66e7pw6vTHCDHA7PHM+ulPv4BnTjwbrJWW5nby2eQa2KD95dDfN4tankUVyF/l+9HIyDi0nw8PL/AM8h2cv9iL6YlJVFVUoiaTgf6E9Y2r1zF0d4DnBx+7duxAJGy0iQz342fxKN+ZMvQP6YoqxONp2sJHuEwfWMgW0VBbwXPDLI4e7sE3vv4ktve0oa4mxXP7VugvPORya6S3DVMTo3CsiBqeU/P5NXRt6cTlK1dx8eJ1nDl9EZcuXIV+WU5/4WBgsBfGvWZ2fhyF/Cr7JOFQt1u7WjA/u4IxnuVqauqCsV+/cZ1yViPFs7bepwAXo6PTmJiYo53lONcJhLm2jItFZ4pNJlELDJbmOIeq29zMwsy4Lj34DFyVocAAZI7nexlwkeupXK91aDCoTNCPy14c0jYz2lYRoi0+qsszwVp+jjBo6XIdAz7XrIsI17zahav34SLfu8TDzLiunUAWM4PrOMGz+AlKNBDIq37gJV6O6/IOcFwXwfO9fqo0s/t14iEaAjODrjIdten5QVBdGYT+IJAFXDq/EN8nVC86ZRCNcj/d/yKYGcwskMvM8H90PUirPD6wm8/zptrKfHX/d9Eq15txrhmUY1dUVlRgje9e0kWZpmzCTK0+zAxGYgLwTjhmRpmN43YDUJ3rluZLMoiPw1iE6ogKduOZwwIAL9X59BEC0BbYcn8ui7S5Mg0zthAgAhCmf98mHMdhjT6qM93cpxE88AdNmXU+AbTJHH3bJv1PlntSPqDjE+E+P8rBLvfHo3vHHDgueG6woDTHA7h+fb5velwPZgaHCA5lMZMMRkkdmHFjgvRh5OOSv8914XG/8PlcAvy9lw9wbxK4TEyHuUeKvgAG0ioG79b4hUtjYU/4lKPIcZkZjHTMfEQiYfr0CHtwMDDSEIB0fN57lIlN/JgZf4LPVgLZFcEjFJi08hi0FRQYN+A0sW8JD2Tss8Lnmd2nXfnECwgFP6QH8SiQs+gbzJxAz67rBhj6IflFx8hL3QWqo5nAZ6LM6NPMXBj7mpVoBO0cq0ozg0MwY8n5kL7MhFcC4Qgk//05V18ykryqM57N4Rs8jYFtZgZf/6hDn2BOmbaLMn0OHZ7v8QTjU59F2lmBc12ELo1PPEkSFA7GuXTDIZgZJIfaxFcAjpstCJsD3Rv5cxjE9aEqMwvuZRe8heipP9GgUjKoFF+B7gW6/7vgwTbdl6GMq2fdmxnKYzUz/J+5zIyyWoBapkM1QqDnMghBtInMjwUAUy3BNfJ14VoYDkIAG6gikqA9MbmoZ6NiTbbBZQkmXNVVtAvc2/L5Ako6jdQc8gAAEABJREFUJqY5MDPqCffqfM4x7338vZeZBbgemfrk59G2PZbqYI7BeAaB3SNgBpQmC2QEj5MSJA64Jjzahus6CEVcONwjHPUlvpkR1aBLOJ55KMq33KNpZjDHIVn2M465AJ4DiqDroU7cAMyIQ3CIF6JdCSxktEWPevID+mb3cEjDyBsO4JOXTyzeBTjqL3DvrccynuSSbQo8rhPJ6ogGZSwyjuL5RQhXfdXmc9xmplvq2g8geIBk8eFStnDY5blBPtGDaIqHx0F5XhGO67AtBMfheEnLJ5hZIKPuVa+zhuuyP+Uv8LzgUWcu32/hFAHeg/VmBuHorABe6hvh2UPlxsYGz4GbUN8i50bnjwLPKEQL5DWzgL9k07jLoGeBaICXmQV4bigEl+tabbI7BJdxr8kG+4xLWcXbzAL66i8QvkD8dcYSHz0LRELjNDNIXuGIThnULjAr6Ub3AjODY7QZluAlPqDufc5Tnu+3ReqL1YEcRdqm6KqkmgMdm5XoSc8CMwt8meQTlMcnOUS7XFcI9gbqn8TNSjR4y49PQEBbfVxXxgd4ZKhxirdAcpgZHM47eIm2QDh8vC9vGbdI/1zGdanfsq6EK12rTv0FwpMdCHQvHK88dvoJSah64epdWzyMcmhOQVvnioNKY51ZaQ5FQ33ER+UvglkJryy/So1RtNVH8qoUHdWJr9olg+pUPgjqX34WvkD4Ra5J8TazYJ6Ep/5mpiLQm/qVcTRfgoLGzTkws2CduI4b6F54YNcC7UQ8zAyiqXuV6idZNxmnF2gewcvM7vcXDfFUHwF4SffyTaK9znj/OmP3+V+QQTjqa2b35RYdAUn83Ed1PteuzzGIh0ozg1kJNEbJKZnV0cxUBGMp17m0G/FUaVbSn2ipXaXGKh379P/UDriqEHZDfFdNIkiEhsIw/hO+cMVT/fQsZmZW0i35aFzgpTbhSrZAf5w/8S+3/9w4HAdGYLfgo745+in1E/j3+qq/GSUhrpkF82DGZ4JPHRU5lwWtfa8A0BfwR4DzIE/R9qlLMwtkLtun4zrBs3OPtlmJrnhKd6ovci1JHoHoqF6geoHoCoQLXsKRroQvXehZeNK16gRqV72zurKOQQZpx8dnsMEEgYIH+pO0crr65mNzSzMOHDiAI0cP4/Dhw0EQPZ1OobOzE21MaCjg2t7ezsRJI6qqqhBlEoMyQAaYiCf5gh9BLxOzly9fxq3btxgAHWKgZpTJnD4mdq7i7bffxve+912ofZqJyrW1db4srTLRuA4FXGAFrG8sYW1tEWFt7uZgjQlIBcTzDK5UVmSQZoAhzpfvisoYtvU048iR3TjxqUfx+OOP8f4IpIQZJglzTGQU8ob19QI3KJ8B4GUGZqZRXdWI5599CQ8//BgSTBDMM+Aa50v3oYOH8X/5v/4Bvvzlp5FOJ6BkzTgD9JvZPOYXlnD9Zh+DzgNYWMgyMF6L5qYmOE4I69wAzXGxyZd+/dlfn4nf5uY2bGNS1EENKiqrGFRYYcD2PIPE/bh16yauXb2KO319DHbfwCSDGLt2deLgwd1Q4nTnjh44ro+RkUHcYcD87NnTOHf+DPoH7jCovMjA4TwWl9ewtkED5AJqbm1mkH5nEGjfsXMLE6UdTLBswVNPPoRf/fpX8dnPvIhnn32S83mQQacm6nkZczNzpD+N0bElXLk2jGs3pzEwsoGrN6fw1rsX8aPXPsDJ0zfxOhOnf/XXr+Kjj27gxz++gP/wH36C//gXP8G/+1+/h9df+4iJHh8N9U24eb0Xf/LHf44/+qM/gxIObQy+d3V3oLIyiRgDyhWZCupwDhcuXMD1azdw9sxZnGcCe2h4BINMnOQZOMllN1FFXWlu85y7WSbZRkfH8f77HwQgG2tqbGYCtxs8kyAZS6OqohrNDa2IhqNorG9kgKoWs7NzdN4etjAh0NrRjtauLizzhTxfyKNr6xYcfeg49h7Yz0BkimSKcCIhhKNhpDOV8LkgtQnQDyGbzyHHQ68CNVluyJu0P3DhLq+uMMh0Dd/7wQ/w41d/jLW1JfT0tKCyIgklWGoZvFZwKBSJ0kH6iMdiQbJPyfLl5SXOaR+DTcOYGB+jzaxhfHIEM1MTmJkcw+0bV6CEqjEw5fMANzI0ibt9S2hn0PCLX/hckEQ1FNHf2wf9ud+lpVUGoTmfTDZU1xiD7JVclxUI8VC4vLzBM7xhZnYNUzNLTPqNIEw91XO+/sFvv4jHHu7E00/tZIC1DkeO7sGuPVvwpa98BgcObkcyEeNQw2xLsyzC5cZtPPS0dzQxobqfjrvAYPIwrl+/xPkeRu/t6wwkfoiFxRna6V0sMXi6tr6C6uoMZarj4c2gJE0l5zcSiTE4/iz27DqEGSbgL56/jExFBg4PwaOjg1hbmeNBbxV37/ZilomaVQYbq6trcOz4caSYrNN66+jqRiv9UZR+IEp6mYoquBbGBBNtsrH333uf/QdQU12PF1/8LL74ha/ixFPPoqN9C7q7ttJXPIqqmhq47ibiyTBOnf2YgeJbmJiYphw5rDCBtby0gB07utG9tQOxVBgt7c04SJ84OjZF3zALN5RCoRjGVSb032Tipu/OMG2hgIH+EVSnq3F47yE89diTiEcSnNebuHX9BnXpo5nJgYp0Ei1tjXwGx5SkD1nH5NQk6uozuDswSJ8wjQJtLpFIM4C5TL9zOfiGeZgH81TagRsu0gel8NJLT9JvHKAf7MHuPbuwY/tuNDV0YnPVwcULt3H27FUmrnuh/z+wpakOHW3VKNKuwzxgb65v8qXNRSSSRCSaZpK7Fpcv9eK1197C5cvX8M1v/jn1MUUbzZL/WQa636W8Dm0jGfj9d959C6dOfcgE+DIyFQnKXo/V1WUm3WYxw2RIisHTHTt3kMYo5zPLYP4Ekyf9aGbgu7W1gX4xAYeJQc/LUaZN9AZ+8RoymQxoaui7OYB337mK06fvAIgg6iS4rg1LtAeeIchrg/cbyHsefDeMvG8Yor9YZ/JQe9EyfeQtJgI26P9Vnj17GdOzy9THHdI8w3U4SJ+0wv1qAHNzS1zTN0gfwXgVwGttbUJtXYY++REm2DpRnUkhxHUQi0XR0JRBC9sjfAldZvIsEgb9YJJB5RieevwQ19Z+zkkbmppqKHuRY01i797t3AsH6Fc/QlNbPX7tN38Vv/8H/xC/9VvfwNd+5XNMWjfSphuoqxxtaBRVlQ2kV4W3f9bH5FgjerZvx+LSImqYCG1iks91I9hksPzWrbuUs5FQjeqaCkxODaOyMoFI1OU+luZcXufeNw+XL9hh6juX3UCxkIX+bL9ehqZpd1n63hnuCSdPnqbPAvL0x/r2bHt7K+e1monwl6Bv5a7S14XpWzyviGbaUzIRJ24BMSbnFhcWMMVkc4T+tLEhg08//xj20qdU11VidHoOFbX1cOh/Vpf5YsMJTCUTqKxIYmRgEWCgqKBvWtAWQiGfa64dzz5/As+/cALxRAQ7d3fw/FGN5aVltDS24c4dzh39fENDHRPF+3HkyF7cuXsLvp8HXOO5pZpJ8nm89/5JNLV3IpTM4LEXX4Jbk0TT1lY0ttShqyuNwwebOFePYm56Gf/jv/x3+PDjC/j41CUMDU7i3/3Ja/jLv3oTOh/87PWf4d/+f/8XXDx3CT4DJEp0xKIhjI73I1MdQSiWg7k5JJJx8m5BR0cr/UiY63oNRWaKSn8ifpz7zSbnbBGdXXXYuauGyRkPjzzaQ3uK0O5D9LcV6OyuR4JrPBwtoGNLG4xJkwWuq5qGWrSSbmd3J44fPwL9eX6PQYOmYB7C5LOB2to02lvquR862L1zO5R0StFHTk+MYYFrco0+bY17UBvtZ417R2tTC/QLTBPTQ5hdmsTKxhL0TcWpqSnE4nGs80yTzXm03wz27DtA+vVoaWlFVXUVtL9OT8/g44/P0x/EaF9hnmduo39wGFP067dv9XPfPk1dTgHFKNaZQB8enWeSfALhSB16+3IYHFjAxrqLaCTDPStB253jmWITDz90CM898xheeLYLGxtTTNzewZHDe1GZSfIceQdvvHUKJ89cxuTMMsKUs4rJsea2CjCmhEjcxcTUKqZo120ttbQtYJXJrlkmJh965CiOHt8T2NT41Ayq66JYWpvHyvoCqmor6Zsa6XsMDu2zKp1AMm70kR50HhkemqI+i6ivbYLrugB86iXG9RhFRUUKyWRSxwZEQlGG10Iwnj2TsRTqa5rRzbNQRVUCvvkcJ9jfYOQRoz//7d94GV/+wtMo5BfpX3Jo76hHZ2cVBu6O0l9vZZJrhWelPtpOmL50ljaWQkNDI337GRw4fIDj2c152uAZ7hJx1lFFG5dtvvj8I9izswcXz59m8vc8bt8ew9DQGBzH4dqtp63V0G4j+Pd//h9wh/XFZCWsthoboQq8+vopDA2u4OyZazw/bKD/zjiW5j00N/YgHq/E3MIsCt4yZuYHAWcdw2MDiCQqSS+Dm70j+LM/+xsMj8xgeHQSjzx8DK+88jmMDfXj5PvvALks96cVnoNvBftsOlWNO71DSHGvm+d+/+67H+Cv//pv8OMfv8mE5iaOHDnK/WQOZ0+fw/rKBv0Tz5wNzXAdl37gLvfHJTTU19DHjVNn/cG5KOSGSS+BZ585Sp9xh7KP4tUf/4iyx+AxmX323Cnat4tQ1IPOe1M8H6UrDO3t9WjmepIsHtf5977/QwyPz2BichUR+jXXNjkf/ZxrFy2NtTDO5/lzfexTyXXfgK9+5Uu05SiW+L5w+uNTuHT5Cvo5jz/8wevIpGrgIoGmumZUZaKoqU4xqd0K+eAF+rXpmUXUNTdianYVV68PB3a4uZ5HbsNDJl2Fuppa2kM3ddXP8/Yt7rsbaOFZwmewb3BwgH5qEeFoDFVVtdi39yFUVzbDfBeb8tmWw86eNqwuTyPMJGgzz8o3rt5AJ8+VKwsr0P+TrV9oeOLxI1hZm+Za34bltWX6tCh8JAGkcelCHxqpm609rZiYGsfa5gLtbgGXea7p7buKfHYVTz/1NI4ePoTf+s3fwDjPYrt37wrmK5PJ0G6TmF9cRmfHViauKe/iOvVYiRjfwUKRMGAOckqE8MVZc2J89rhGSqUHvfS6rkN6nDO+JDtmQZ3qwctxHLhcl55HXD7rBbjAoIiezYw1gHD0rD4qhS8cNapUfRkiPL9TFIRCXMtW4utRHo/0Beojej5vVIqWyqJkoyyshp5VH8C9OlMDoczHrFRjZjArQTgcDvgKR7xUCsyMPT/5qO5B+KSldGdmAU0Yfl4W10UgE/WlUnKaWYBjZtAlug+WZgYzU9X9MniQAoKb0g/1K8tssKDSrFTqQe0qfxGM+nEcN5DBMQcOn0OUb5PnFU/BFgbZadDUixuA8ANa9/j7tFTxDeje42dmwaPwBHoQXZX3nx/AoQMlC4NrlAMOSJI2huByHOP7E+2UT+KjeQ7gnj14tA3RvEeOWOzuezAryeART993eK8AABAASURBVDYmEJ5AdYJIJBKMSTxAIQoMMPk8BKur2jU2ozhqD4dD9EURyhKhbH6wHuSb5IvUV3jGs57okz18z4HBJRiM4zL6BLCuyM0yn8ujqDWne75zixf+nsvMghaPREVbD/8/yv4DSrIsyQ4Dr/3vOiI8tNYRGam1zsrKzBJdqqurq0X1tBjVPRIElwQBEgRIHJALkss9XJ49Z0kMgQWxXGCAmR6BnmndJbq0ykqtZWitIzx0uPqf935Pz8qqmQHJn27xlD179uzZs/e+WXhkKOzCo/3ReCHX4LoOfG4a0VEKPmaFfcps8DFT2QPUD3mmebAbQi6g+YmG44RhcAD+NDOAqZbZzCWOA5d64TgOzNxgPDODmUGPxs5x3+fp1PZpw7kdoTqtlQKR0Drx3consLO6MBH1IPvgh2gVoVCl+QjLU/9gjmSd7xw+AbAH/8gTZR2UH/BjZvA82iTfD8YJ6DCPRx4zQ4F2AU/4Ab/sp7yfd7hO7MB1M9L3uF45rpf/gBfoMf5wCKRlrhPIyQlkpAbA45g5L0/t8pH3PeRJ24zjsl48CTcUDgMuiRB8tpFawLNwcxSkRzDiK2UD5wwIzUjV4VnI4VB8zIxZn2gE5h79aLwi78r/lTaO8Wh9IAPWfR5P9ZKTcM2MvNijKH9jXvjFRjMLZFXUKfARXc1XtB1Oyswe0jYzYiAoG3XUoJ8u7QZ1n2qthXRY71oIrrlsdXmfdOBR37xgvbgWQcp+pA3f8Ck44NIg4E8Kgb/5EV+uQ/pm8Knn0u08g7aSK/g+BcrL57pwtUHmEJAjrqPzzHGoD16gA9IFMwM/INsgywSDOQQrAPiYGdTuOR7Nh/py77JeHzPjHPjh+Pks26mf2toFPc1BcjQzuNy3PjnRPThPBGKqFIBZoT04bzm2xjIXcEMOHNcBVAfAo94KRAesNtod5bXnc3TOS3YO5+e6DufEWZNf4eQpC+mx2kmG4mEvyYgAK9BV/zzPmhzf2XL0FwpX4Mg4sVOIqfhzzAn6mxnMjL6aXMCXmcHh2ALhcQTi5Tk/yooBVQt5zGeJm2U/BHbc7NP+4KO5BfuLeXMdkABzgOu6EE2lZkYaXgDiz8yI5gdlyVo01MlhvfDD3NcO+TKzYEz5ZkRLdyThFmmoj5mRN3s4D7VJtuAj2urDLKLRKO/T8WBMBRiKeMIVnpkF/Goc4auOTJKuq2LQT3XqJz45UXg8EzzK3/e9QGc0lnDEYxHUuTiXYupzDYUn/CIvOlM1bzMjrU9lJVzR8II9SP1gQTwKHNdh6bMfM+P7n9bLgjUAH486KDoCY9l5INugTHxWQXxsMrCX51mk+hz3v3zY4lH4Gs+ssG7Cd1w3kJfjupQR9YuV6qt5OY6L4lykGznSZPND/EBPXAdKNZZA7WYWrKVZIXXIZxFcjmNmwVhmBs1JvGk89X8UVKc2jetxbR5tUx4PHuXNMeo4+D6bDfaFmsy0BvlgDOEINJ7atE7SJYF40liSXbHdrMC7+jiuG6yB2oQnfPWTbJTGYjFofmoXr4IsffhBX85dMhcIR3XCE5gZQm4IMb4/qd17oE8aQ+148JhZkFNfgZkF8lWlysItpD5V3Q/azIgjBIKZ8WfhI9wiffUR5KkjBZ6z1Nl80F+8Poqr3sWycCWrPPUhr76MVemcCblhhEORQFZmhTE1lkB9lGo8MwvkpTEEePCoTTiP4qpOwIk95MvMYFzvcCQS2AOtQ4jnCxGI5j9cb5EVfTOD0iKAj6+9RPB4NwFtNALt8R/2Fw8PdY94AQ+kY2YBLTODnqCeGTOuJXkQL9ItpRqvKDPpTCQSDvqqjl2Cj/h2qQNmRvYtqDMzqL/ArFAnWmp0FuaXsbGegetEUFVZCznG9u3bj2PHTmDXnl04cvQIdu/ZjcqKSjqrV+jEmMHAwAAUIBWz9fX1UGC1s6sLUSquFHVSAceNdMBcRUUVwqEo5ucWAmMixuWoHRkdxbWr1+j86CfNuUDIlZUVdERV0Lg7PNTX6fCaYzBmCktL81CUOxyOobGxBdu27kJX51bU1TUhHI4jSud/Z9dW/PqvfRcnT55GJBzhRghT+UDai9zEIH2XEGKgoobz9ejkG6Zj6A7u3Z1Af/8Uzp2/Tl5GsLa6yaBnD/SnxfbvP8R5V1OQIVy4cAU//MtfEGcU1dW16OzsRoxO9MqqEOobkqiqqsIqA8GTU9NoaWnGzl3bUcngsg5bn5cEcgD9aay7925wvF46wSYZgFnFQP8Q7ty+iY8+fJ8BkzFs7enGr/7qtxnweQb79u5GNrOJ1dUU1ujIuHnzOt588138q3/9J/jpT39Mns5jYXGeB1gIidI4HYFJ7Nzdgz17d6KjqxVVNaXI5teQLAsxUNWF3bu7UFVdCpcHuOPkgr4wF/FEJYaGF/DLty7jj//0bVy6MoHUcoSOr1VcuTqEs2d76Xi6gB//5GMGvy/j/feuYnhkHpt0qm6kjcGuLJ0pGzh/7jaDKefwYwYV83SEV9ck8Nhju7Bv33Z0dbfQkR+l/OPYurUba3QGj42O0IlyB1evXYW+2Sx92rd3L158/nkGrbbSkdXKucXosK3Fli1b0dHeGejU+MRY4BhdWFxAR0cnHfT70NLcDunZ0aMnOPcutBF3nkHxS5evYGEhBcBhXzf4tvX9vvuYnqcTKR6DG3EZ6FuC/lTy6voKt24eMA/hSAgrK0vcwHmEiOOxJUMD5bjGIGsSDc0NqK6tQLIiiXA0gcXlFWRpvEroCNq2vYfrvxM19XWoo3PatzA26YReWk5RJzMMJK5TPx34vOht39qDro427Ni2hYGwZ7nvDtOhvw91tVXU1xz0J0xTC7OIMhBSX1fF9p34e3/vm1zLrXR6z1K3N+lYPYcf/ugN6tVA4LTfvmMLIjwEYrEk5VcKcyJQkEUGYGMtj9W1HPeWz3mncWB7Pb787H46Hue4zxbRP9jPvbeB7Tu68PLLz9FB3oz6+nLs3deJF54/wsDpDrS3lcOhjMrLSihzh/New+5dW/HK11/C7//ed3GaQfv2Dvarq2C7hzOnDzPo+zT27t2Bbdu68MwzT+Lv/J3fwZe+9EW88sorOHPmCRw/dhL79x/BU088hxeeezGQz8LcNMDgwDp1f25ulsG32cAxusAgTVNTc+CMu3X7Nu7eu487d+4EQfPSsjLONQv9Ysi2rTsorxMADIlECQ4ePIhnn30O8VgCA31DdA6P4vt//AM6Dq/SuXweG5srOHR0NxIlYcrPRWmyDF1dnTh0aD/TJuw72IOmtgbKLYXa2ga0tXaTpxXKLYORkVlcvHgLvX2jGBmdwbVr98jXIM5fuo5bN+/i1tWbuH/nHsJOGDGuzdzcBkK0ZzV0iKYzm3j1tZ9Df6JxMbWAQ0cOUv7bsHPnDjx+6iTOnHkKkUgcP/rLnzLwd5eBhHHupVI0t5RxP0doV7I8bgzNzRVw3RCD/nk6Jcu4b+q4Lrtx6uQZHDtymva9nn5rw09+9jpGhga4RxpwYJ8Crh1Ib65T3zzatyHOaYGyXENqcRVDg2O09f0YYkAkR/3WHpybXYC+DbrIQMwkAxRysq6urvCilOY63KLNnYVe3pKl4B5aQZKBVdnELT1byFcCMe476aLPPXXv/h0GLS/Tpv0rfHLuI8rsOtduGZ3dHQjTMRMOh4I5L6dW8cXnX8KzT52iDA0OQtTrMCrokE6WSM9jyOklVPPnFvYthDzL6xsZ8j6K3t4x3Lh+nwH/JVy6fAMffXwdH3xwn3tmFWtrPhbn1zmnWTQ1dyKdMfzL/9/PoD/5+m/+8Pv45RsfQEGo6elxVFUlkUrNYGTkPsxyDPZsYmpmA339cwzApKg7DmobSjl2Djy/0dhYSpkvcT27MDI6gNGxAeza3YLhID+IkZFejI0PYIiBv21bu6D/+y+T22DAYD++/PKLqKouY7DoKnX3MLZu2UFaYFsH9xz38Noa5zPDgMEwQgxKnjr9FDbW8zwzQBlFkV5P0zavYhvPlJDrI8QXv7qaWrQ1N/FFPoNOBuK2UM5LDIQkSxMwXkzKGPA+ceIwjh8/Ttvnkx8P5eXlmJ+f5zomked+XFtfRlkyTp3LUWdydJKPUdeqqadnGOA6SD3IB/t0fGwSlVXVSJSV0l6PIOJsoqmhkmf5GjYY9F1aXobL9TqwbxsDxeVBoCRkLvbsasWO7W2o5fm1m+fZ46eOIRwx8pOlnfshZmanUF1VgSryVZWsYHAhhxef+yKOHz1EeYxS9zZ5zkSwdVs7XnzpOdy4cZ16l0RX9x5EwlXouz9J292MUCTKYMIyem+NoZMBweeffgZPnj6DK1du4vXX3qeNWMPVK30YGlzC9RszyGRWKMMw+6xzb6Tx9NNPc961LK+iorwKp08dRWdXIypqHJSU+dTuNC5fu4LW1hYsMHDX3taMaCSPrvZKPHakm7KbxbatVdhMz2Lr9iReenkfnnh6G8/tDFx3Devr69SxFe7rJOqpU7/zu9/G9OwY6ptqMTI6CP0Swf3e+0ilUrQPUconD49n1PrKMtd9CeWlcYRpp2M8v3w6EpcWlrCWWiPvKdy+McTAYAl679/nmX4Pg8MTqKnrwMaaBXOkqmBtfQGyib6fRll5KQMlm4glynD95j3qRA11YpG2b5X7JUe98MkrsH//PrS01MANAQcOHMSW7m445lCPq9DQ1MY55agfYURC5Qy2RHDn9jDmFoH/4r/5H/HCF1+kDZ3BG7+8iqGheaytgmvrIMr74+D9m0BuHfW1tbh08RrOfnyFtnYaAwy+jk/lMTCyitV0GJPcxys841IrmyirqsOzX6S9SJTAGDBKlscpx+pgL27f0YQ2nlF/+aO/wEZmA3DDAKJAKIZBBv1u3xvCuQuXcY4Bu8qKcs7B5VFEmqUhbG6uUVfT7N+IyupKLK8uYteeLjz19FF877svoazER3ZzlexuIOaEkFvbgM+7UinvCZFQBA0M9M7OTpMnBBDmRd6ls9txgOrqkmDtQ+EVtLYlEY6m8bWvPw/9ApHHHdc3OImsl0Bb515EY1WIl1RyPrtpc+eD++aFCxeog1048dhjaOuoZJD5z/Gd77yIZ549hSNHDnCPnsQTZ07h5PHDqK2KYn1lFC++cBzHH9vLPRNDLF6C1EoGl3g3n5yZwT/4L/4xA2l7g//iob6tFet5lzp9Dytcm/nZLNpbd2KEgdfS0hhmF8bRN3g70Jkw70/ZfBg3bvehgXezUQZRjx47jvb2Tt7bG3HpwnVEeaf5jV/7FTz5xCk0NNRjbGwC93r7gvPGdaUbt1FbWxME4Ht4drQ016O9owMRvqjt5T2xtqYx2NfmufDpPGxr7UQsFodetDbptNja0wkDeOfKobW1kfIsxfLyAuXSgfa2WsrhIH7jN75E3Y7xnpZEU3sZLOzg5OkDqG8OYc/+duza3UmpZyibOEpKS7hPUpiZmUc67SEULqUeeIgw9emHGmBIAAAQAElEQVTUHhkeQYp3k+amMOWzgGtXL1F/zqOxoRHNTbV4/tkzaGpq5BkwhdRSBivLm4i6CSynVvDEE0cQDoP0qCtmcMMROG4YGxs+0xDLCUxNLGBS396fWUKCd7uN1SzefZtnUxo4uO8wdm7vIp8xKIgS5btJJBKlzcrCCYVRVVPDwGQG0XgEEdeQ3ljBzNQoTp44iBTvwh6DKH42g0/OnkUNdbA8GcGJE3t5vo2jZ2sH+Vjn+kzShm7Hnj37kKCedHVuQXlZGDt2daGjuxpdPS1Ie+s4cmwr71H7eH69gFu0vTeuXcPN69dRVVkZ2JvKygrylQnOsOrKOr5j3KJNMOrwMtYzOczyrMnRSR+mQKqqqhCPx7nOZbyPldNmeoDjcI7GdfG5tnnuFzdYc70Im1kBB4DeJ+QAcF2Xsg0RwuzqsKXQZmZBncYpvhCLhvJmFuCpvzLSqXQ6HYyre5DyedpU4QMGMwdmFozpe17Ag8YFn1AoFNQbcURbIN4EypsV+omWT3wz0TPmALNCmqNdl0PHzCB64ln9DYZHHzOD2acAGB59NIbAf+A4NDOYFUD1ZoW8+hT5V15gVuBT4wq3CMU2zUV5GKC82V+Pr/7CMzOYFUDlR8HMCkUKRDmPsnbN4Tnj8VxYC/ppfKF5dLr4PvUCBSjkC2ssHJ+OMIEIFlISZUE8ao5KWQw+ZhbQNrOgXOwvPQjylBsVT8SDM6HQl/MUukC9iikRNV6wdtQJ5c2MuoEAgAKi6ArMDKInnsBHqdY5Rr9KhDav0OZQ3w3a4wLRzNHJrzEcx4L+gMP95BGnUDYzGFyYGcA2igM+7RWzlFgeFgL84FtSbIbpB8xcpgbRZyb4KG9mMLPPlhWogXFOHu3ExqdtjiESDQf6Kt7VX/MUGNuEaGYwMzgE8PG5jh6d53kGL0C/SThkiEZcRCIO6ThwXaeA7zhBH9ECH+P8HE7ETPQAM4NDHDOVDXqEKzn5ngfwvADVIJAFf/BTmCvX1yWtEPv6qlTHR8BMtIy44BiOfkBPAdUoA977SL9gG0A84RMPxrwPM5VV73ONcsQnLyQgXpk8/JhZMD8ze9jHzKDnUb6CcSX/ICBuyOd8+hUAihHC89mBr0GQ7chzwpo2CTPHBn4CHBJRmqGTOUNd4oBBu+okM6IFH3M4vusEolOF2nK004K85kxQnUABOXIS0DFO38zgUKZFMCvIQ2OAj+rNiMi8Gcdhqk+x/fOpmXAkO4FmKexPQfjiQ+mntX9t7q+tNNjDejODmVGonBFlpQYzC+rMTMWHYFYoF8c1WNBWLDuOC1frFdQajHNWnUPZCMej/gEGBIAHj8GsIK8HFZ9JzAweZS8bpQbREhhpUgnYZkyMTdzoMJY1FR/6hQeYUmPeAYivdfSJqY+ZwawIgBHF3AcpdcHMoHFcnq9mDsxE2wvOYp2X4kdzkhL4mheXyqiArk8+mPepq8IRDbPCOJQwPP7Lc+/nfWmsH9At4kCPAQ7Hd2kXQuEQNL6qJQNBMKYBxnsO+KgsYJb9HLh8OfEdHwiTXwZW9Q1bsgMjTTMLxgsRx8zUBaIf5l3EZRA3RFDgN5tNB3cY/WUUjam+GqMIOqPVTwTUrlRzUL3yXAGOA4IPcz34DKx6+sIE5x0Ou6xXm0H4sv/hSITr5iGbyQRpjvcByU60i3SFq/FVBz4aX22OGdffh/CDfjwvVU+UwAapTrhRBkOVCk9tRTqiqbJA/TSOUjODUuHpvh3QcdyAZ7PCmGbGuVjAs3RCuOojEN0QdSfEl02XqZkFfKrezAK5u44LPSySjs+sH+CIB5d9WBHQFs+irb6iLVC7mbHdD+aZ0R2X+7fYJlz1EQ3lBSoXU9WbFfgv1ik1K9RpzpqTmQk1kK/6y9aaWcC/xtI3iVWvvpKR7KX0KcY7etDOtcxwXUULfISrcp71yrOKc7dA1maaj/dwLPAxs2As8BF90VE/M4NsgBsJw6GMYUR45CN+PB4USlWtPgIzeziW2lQnUN7MgrEkW5VVr/2NRx4zg8Z1XDe4X0fCkWBorVGRN827uIZm9nA84ej/EtX8HXMCXRKemQXrrjHVV+M7LnWD9coLB3zUT7+MKjmwGHyMdJRRP+GxC3XCC+iZWTAfrUehzQLZik8iBPyr/tE9VBxDOAKVBXn6R8Uf+GgsM4OZBWNJToJiu+RT5Fu47MLh/ADfcV2oTu0u182swFMmm4XGMzMEPDlOgG9mwRyEb2YBnUfH0vr4vD8XxxbtYn/wEa5AspfclGd18FEfMwv4MTMABrPCGHjw+EzVx+NdgFl43GM5xjaU1zhF2SpvZhCu5hHIjH2KYwjfzMABgjmovgCyzj55CJqgR/Xit0hH44muQG0C5QXKq4/mLRkJlBeoXnQAI/2CPFUWb9rfec5DeALRyZNfAfjIXso2i57A0Z/OitBRH2WAoa6uAbt27ob+rO7WrVsZRKmjsyYGXdrX11fRP9CHwcEBOpM2UVZWhgSdVFL4hfkUpian6UTZDIxWIpGgo20eH374MQNrb9CBlqEToQkdHZ1obGwMhJnhi7telBvqG9HW0op4NA7XcWH8l+dFeoPjadwIDXwDA1JburcxKFjFQMJs8I3QkdFJTE6lcPPWJMbGlzFMh84Pf/gT/Pznb6C3d4TO7WHcvduHSwxmXLl6C32su3jxJl5//T2cPXsNH394Hfp25dmz9/HuO1fx6i8+hr651dTYgdOnvhA4fJaXV9HXN8i5zQYOlHUGnbNZD6nUMpU6j66uDgZnThOeQmVVKcoronQ8NOPAwd3YtWc7wlHjvOsCR06WjsDh0WHMzU/RiZDFlp42HDveHTgsvvKVF/G7v/ObdLY8xaDHfgbXmigPF2E6wLs7W7Fr145grLKyBGUeQVVVnJvJoFtzWTJKJ1EdnZbtDL7sRFd3DyrowB4eG8W1m1cwNHKPQYY15LxVDAzcZmDnEvmfx/LKBior5IxqYNnF7btzuHl7ChPTG3QuRrG+YVha9rCZDnHMJB1JFVy3GPdlCV9sqiFHXmlZFaqqa1FZzbQyRjkN0zl6iwHSm+jsasGv0VH2VQbY9uzZhopkCUoSEeRzafT33sUwgzlDXDPHsUDPnqJj+szpU3ROV9PxU4mmpnqOG0OiJM6N5SHFIFM2v0EneDl27N6G7QpWV1ejs7sbchbV1jcwiNGAI0eP4fHHT6N7Sw+DjUsYGhwm3x5q6cBcp3M6HInRSbwO6R/Mw8TUOIbHhrBG56fK+q3nUNhBimuf5UaikOnI3OBGoxHgwZOXBOhUa21tZUC9C810lNfWV6G+sQ479+zBY6fOYPf+/RifnqHjex7zCwscP0eZhei8jnJdQ6iuSOLo4QN4/OQxVFSUoLQ0irr6Smp+jkuaDmSUzWWQ4x7x8ln2dZEh79sYhH7++WeCvfXaa29Df147nd5AZ0cHduxoRHkyhmN0WO7ffwCHDu1EQ0MDX24zGKVzWJdDh06dSDyKf/SffQdffnIP/tPf/0aw1yPcYyUMoiQSMfKQx8jIEM6d/4jrOYTZ6THSqWIA9AzqaisxwQB4ivt9YmyEAYIFzM/M0SG7TtOSRygMxBMROlibGBzuIg978a1vfw3f/ObX8YVnT+Mbv/IyA4X7uU9KqFsLlGQusBcbG5tYZmAlx5e5sBsN7MDI0BDmGSzX/6s4ODJK25KB/p+8YB030sjlfTr96mhPWnDs+GPksZEOzgx67/fSGXsfw4MjiIbjePaZ5/G9734Pzz33bBD8cF0Hd+7ew63bd/Czn/6CwbRBLDP44LC+q7OJTs8GNDXX4fChfSgvL0WS65NmcKuruwPdXVsRjZZxveqQSqUZgL2JS7QpcnjOz29wXVZoJ1LcMznoZVKBxnk6V33j+vHFobQ0iWoGs/R/StfXJxEK+bRn45RHEoePHIJebjwGq+IxCpIvFA3Uqfa2NkQo2EOHDuEf/MP/HC+99AID0F9lwPoIdu/p4bzrOLfHGDTtxtatOxmoLYX+fObt2/e4h9OURx+uXLoEfet59+5d+PKXv0CnaxM8fxVtrbXQN770J0ErONccda6yqgI8LzA4NEWb4VL34igtKQ/qvvzSV7Br926UcE8ePnYEoWgYb77zFv78Bz9AP/fzCy98ifr3GPR/Dq8wgBCLJ6hfx9FGJ7wOIp0L9fX12Mt9om8or6yk6EBN4Q/+4A/x8cc3GUi5yTPmLnq2daGkLMF9t8wg3DTm5uYg23vp0jVcv3YbMa6r60SRoeN1aWUJxrXznBBcniGeReAyYJHJ5qH/I0C65XlhpHkRWV71GPxZw9TUHJaXqbPc/7F4mMHQNO7eH2VQt4+2wUNZsgY7d7WTbp42xEXP1k6UlsUwOzeO4eG7lPsW/JP/5h/i9//Wr+NXf/U0vvqVE/j614/i9JP70NKVxJadSer7HvwmAyt1tA01teUMVCXR1FxNut1oaaunDEMMBg2Rr1W0tjYgk11HLfWurb2ZZ849/Jt/+68ZVPoFRkaHEAqHec7dCmzticeO4dSp46SzCydOnOAaebjX1089msY09+Lu3Tvx5JOPYWSkDyNDoxgZHsP62iZtSR4zPKN9XvhqaDe1j+tqqlDLYFBtTQVtU4TnjYOx0VG88+7HuHD+HNdmmkHVA+igfRkaHsSdO7doq6tpT4Ypv0W0Mxh78NB+gLp6+/ZdTE1P4v0Pz+EnP30N7314HnmuUTSe5J5JyLRijGfS5SuX8NbbH/L+4GKgf5bB4Qz7g3tniUHeVoS4V6bGpzDM4H15RSn3S1Xw1wtGRoaxsKCAbgK7duyCQ+fR+PgCJmnb3n3zAzr1k9TRDINtFVyzSWQy67h08RL+4J/+C1RXNaBvYDzQr/nZFVz4+DYmSH9ubBz7d+5COZ313e1bGKiYwfzcKlJLOZRWcE0YVO+9N4G9e/fhSy8+wblX4ckzB7h2cZx4bA96ejqwfWcPXNdHlrqoAFlNXRLpzDL2HdjFAGkjeVqCixV0M1Bz4mALDu9rwe/+9pdx+olteOHF/ahpyOPJpzvR0hpBTa2PU6d2IuSm6TDOYce2BPbuaSa04+jRXQhHctjGvbG2ukIeElzXVWzftg2VlRXQpdKFi3g0hpWlJZSVJFAajzG4mqX9cBB2QkDWoez2oILn9iuvvIh4LMHzqx3PPr+f94atDJLsx8JiCjNcx7v3btL+jyKzuYw7t2/SpqVps9dpOwepx1uCfXTh4hXMzM5hZGyM9jmNSeqXLqERvvivMRK6ubkO1ww1VdXYvXsv91gf7t2dxV/84GPKeZ17O4XOti3QLyL8g7/7n+PG9VvY2rMNe7bvwIfvXMPidAbjo/O4ebMPc7PruHzxLs59cpPr2Y5QpAaXLg9gcdmwvEFdGl2HHyoHCBs57q2hGTS0tKG5rZ1yrec+AVLLS5hiIL65swNHeGZYOIKm9jbc7hvB4NgMZhZXcfv+PO7cm8ONW6NY3wB0tFIdhwAAEABJREFUBfD5IhJ2cry3rVJmEYTjWXjhTVQ3lDKQOo1Q2KceDqH/7nVspGbw0nOPIb9OuSONCNaRLHHoQMvAsU3q5QrX0cNu3onqa+q5LwzVldWI0JaaCxw/sQ1t7XX42te+gK9+/TkoUDU7N4VYSQkS5dW4cPU23j93GaPTi4jFKhGPV6C+rpXrscx9FuVZ8CxSS/M8f/Lo7mnFlm2NGB6/i8npIVy4cJa6fx4lkRAOHejAP/5Hv4Gvf+0U17kX2xh49LmPy5IJ0qtElvcKThhjQ0M4ffoMqnlvX8nlUF7fjFffuoZfvPo2xrg2idJyZHRHiYeQTMZ5HteRl1W88fq7+I/+k3+ATM7DzPws3v/oneBO0dLcgMWF5WDtYyVJru1tXL1xE5PUo5KyJFZ475dNHx7ppZ7V085tw1e+8gXo3NBvz7/z9ntY5JkqB0xDfRPu3+uH7v43btziPdFHJBLmXS2PxpZ6BvZ8tHW3oL6pnDbdRXVdOemnKY95bKQXSTOK7dsbqE+GX/3Vp3DkSDf+/j/8FRxlMHD3rhaeIz731RLnVIm2tmbUMyh64PBu9vXw9jsf49at+xgansSWLduCe0QDA6U53vPlj969awv7ZtHc1EL5zkB3z8aGOszPzsIcl2e0oamhCYu8H6Y31mlTR3ifu4vVjQ1UVNWgrqEZZeVVqKyqRW1NA3WoAvFIKfSt1EgojlvX79M+7MGh/UcQciLc53nanQ2u2zo2KMPp6UnaiBIADlZ5FqfJ1617g7h+/TLP9kGU8t0txn06NzeNhbkZjAz30QY0YW05Rd5WUVGRxD6+w/Te7yf9OJZSG7Q3Hs+kD7CYWsXU1Aw2N9d4Bh3mPW4Tjc11WNlYQXV9DQZHx3Hk2FEsra2goryMOr+BK1cuor6uln1TPAfGsLq6znN9EXPzi7y/9qCvb450XExNzyLNe8g6ZbLKO+/62hrvddxvdBbLtmQoXI/OQL0kG2+rZg7yvLDU1tbCzDhfIBQKwXGcIC88BT5lH4UXVOqHj4f4ZhbQKLarb466rr5hnr0C3V/ULhCtaDQa9C+WVaeXb/GYIz+qF6hfEcS36OZ4F1Gb6JtZQMfMAp5dx3lYVrvwUXzopFBW9IppMa+ywKxAT3kBiw/pmRmrLNgnou3Rwe1RrkUQrWK+yJ/qJA/J1KzQl0Q+Q9PMgvKj9STLoubisk3gsCw8B67rIsd3KS8AP+CHjY98WEdtULv4cPiOGMiB889zXfRuJD7FkzqJR5WFr9Qch2NaIE+1CVQvAB8zC9o0L7UJlDcz6HGYOo6RBoinOXtB3syYmlACEG9ad/VlA3xzADfE+TlwXFNVgCfehauCmeoLABgcJwRAOuxTB6mUrGMF7+c56H1A4DOoIH5cyk1t4pcHh7LsbwQHmpsc+zneez2uq5n4NoC0+QNmpiRIzYwpYIyyGcC8D8f1YaE83IgHz3Lw/CzXxcO/7xEfGovLAk6ewPkzUJSnzVfwW7LRL9eLb4HWS6nAMYfjavRPR1C9QPJUaqY5kB/ud74YIxR2ySP7OOSLd3co6wCSjZlwfTiuA2bhOGDKsmPBeoiew0oz4kk5ffYz0mPq8d2s2AY+mhc4D2YpAyIwE9Qx1aeY90hHYGYcz+F4FkCe9wVBjndtrbtAeMV+xVRjgo/KOeq1R0EqX8Q1s4Cu8Ir8Ky8wM+h5FB9aa/LtewZ4DngB5xo7kNzVB3xEOwiYUS5CowoEcxQdNkPtWdlY3+PZnUWOsi+2KRVo7YT7eTAzmGRMCPh1XcDAx4OZT8DD+ZgZywafrcWPMWOmn8zoQ3koeZR3lc2E82hP5T02CZj8NR8TLa6LaW8I/a/B+WyVxijUaM7KmVnAPz73FNsfrVadQHXi34xzJQ9a5zz3s5kDC8BgVoAA/6/lzUjGAjxmgtTs07LqNIZkrrzWUDrHxURRp0Tb45qC+mFwIfC5+B79KHlecn0G8bRGbABI2ydImmLHrDCWxjAztgNULPAljCkTrrd0QudkhHcK6Rv4aK6yAXmeh+JJID4ERv30ObbWwyGumXHYArAYfHQK5LwcsvSJSGbqVwTNRfRVbyGDG3HhPgg8CAfFxwBzLQAYtwVloD6+cWYsUxzwuRcsDIB4YD7PfZ1mcEt0NJdYLMa7dgzKq86I47ouJA+VBewdlItzNTMNBzML6oULPj5pM/nMnjMz4hBcQL/Uks5u8v6eBeDxTMhBctPYAtccOE4BNK7aAjlQxioXx1G9QHWm9SGQIApyy5JuPuBN7bof6e4iOiprblpHrafoqa44L6Wio3qBcISrPuov2yF84ahOPAuUFz8aR+MJl0J4yIdwBMITXfUXHYGZqQjjP8Bntzzv1mmmHhynsK/MLMARfpFHEN/MAhwz41jUJd69xAf4mBX6qo/GNPu0LBrCUxtRRQlmagfH9VUVlIUjUH+B8upTBAo8wNO8dGfUHH3aIM3fzB7qlMoC9ROO5KpBHqWnvJlBbY6rMz/Pu3Ga9+sM5ZElXx7n6gQg/iVnpQFQ77SnA11nXzJFfB/iRXQ1rpkFfc0+lSX4OI4D8a911tisoizzUB/lPd9XQpKFfkGBdcWS5qUxBMrrjly0C0oFqhOfGktjiLZ89Kozs4Av8FG96phFnmdTcY7FfpKdcERToLxDHVF7YQwvkLnwAhrcN+JLoLKZPZyHx/NC/KpNdDRPpWYW8KN8EcTTZnqT70SbUB/Va0yBZGcm3fEDuQlXNPHgEY54VB/11S9MCEdloai/bFAkHH7Im+oFwinSKtBxApxivdq4FEQ1sIEfpgBUzyQoi75Zgb9H+5lZsO7go3omxAfBAgAf1QuY5c4s0C3aG81FgW2tkcYTf5K7xlMfzVE4AuVVJzpmpiTQL/Urgtolp1BI+uhwDQK0QA+KNIRbqMXD/qItUJtomH1KX/2KoPZiX/EqPlVWvUB9Rac4p0f7qd3ZQ8f244+fwulTp9Hd3c0XcDqIlpbpSJ2lw2OaTtpxOtgWyHCOTt9WvjyfwIEDBxi82UHYjjo6xxsbG1BTU4MlOvF6+3px7dq1IKChF/rGxgq2lQdKdOf2bQY1+1GRrMTW7m0MGm5BVbIKIYSxOLuIwb4h3L/bS5xBbKbzCLkJOBbji/4U3nzzffzRH/050w9w504v7t7rw8zMDPK8+E1PLWB0bBoDQxPoH5zjC3kK9+4P4JNz1/Da6+fw/T/+Bf78z36GN974ED/5yZt4/dX36fhb5FyTKKUDJ5ujYYKLtbUcJiYX8CodRX/6Jz/Eq794B2c/Po+J8Uk6XGqwb+8uOlz2YevWLZx7D3bu3IJkRZRH3jpqakvx5FOP4bvf/Q70zcB4PIyerV0MAO3A3v3bsX1nF44e24WvfeM5fOWrz+O5F57G3/4Pfxff/s4rDDrtQVNLDfTNiZnZCfzlX/4ZZXiJ8pznWuZRSYdEIhqh47QHJ08eYbDwOLZt385AYwLlySSiEfLgG2Au1hlo6usfpJNiAVFeAtraW1FRmcD8wiTW9adtsz4DZKtYXTJMT27i/feu40c/egfnL9zF2rpPHmqQSJRjfSPHNTdUVlYx2FOLuroWVFfX0lmVhOfHUFfbhlOnn6Uj9mW8/LVv4Ktf/xKOHt+FaNSnscojEQuhpiqJmupyyjnOjZankcnSqZ9FKrXEdTXKcj8eO3mCY1RiamqCa3aPTqleOnsGAqfLYiqFsYlxXLh0DjduX0YoDLR1tFL+W1FTUwfAYb9ZBl7K0b1lGyJRznNxCR2dXejo6oICWeMTkzh37jxeffVV3Lh5iwHlfsomBf1fcDMLM8jm02horCEPJXRo1wfrtaWnneUyjueSprGdOlxbCX0rzeWFa2Nzk3oyicWlJcQTCTr8a7l+rSilXlfVNeLS1eu4z32wmJrjYbdG5/YyVhmczWXS8PiClSxLwOULYXkyETj/SyirGF8UBdnMBjw6J2uqKrneW9HR3obDhw5STscYLJnEH/wv/zP31h30bGnDvr17UFVdRTkexp49u9HR0U5dHcPCwiJaW1op9xLI8VjO9X/i8R78x3/rZfwv/++/T73dRb37Nnp6ehggmsX1GzcQCUcZtN+Lrq5OOieH6dzqxcraMtbXV0hvFmc/+hAfffghhhhkSy162Ln9IFxzoZe2tdUNjjtFnLM4/8lZOsWv8vIZCRyQec5ldW0RQcCBQcl8fhO//OVb+Bf/4k/x3/23/yNe/cUvcIvjT01OYGx8jC9vOazSgab1uXfvPsa5/qXco1EGCUpLytBAB2Qn1zdwxi0sIRYvoYNykcbdDS4VK8srqKyoRG1tDW1IGrMLc5BjLu/nMDs/jUEGhcqSpThwcD/auzqgYJt+E0p6EIuHqKPraG9rRGdHC44fO4QG2rYFjnPx0k1MTCzS3oQxODCFocFpzqmU47QhGilDnHyIli6L63QClpWVYMeOrThx/BjaOtupG0n0DwwgvZlmwPEYjh0/gpOnT8KhPikIlctnsGPXdqwxsPynf/ZnuHzpfCDHSxfPIx6LoLG+DhkG3LKUoYK8DfW12KCTdJYBtPN0rqfo7MykPa55JVKLa5TlDJaXNjA4OAb9n2OlpVHu53Xs3rMFX/jC42hsqMbgQC8unP8QKTq7lxbn0UadqUiWY219E8lkmPPzIF3PZPKorqqGLvqz8zMYnRilqfHR2tbGPRKhPk4hwbWp5p4sKUlSD7sZMIhjdGSStNZwiPrbvaWLss3S4ZvGAsf68KMPyGsCzz13Cr/+G1/EK984hV/9tS+ivb2ZdniJurgVv/Gbv4aXv/JlgPt8emoeP//5Jc5rETm+jGq9nLCHjG1gkzLJ8oVQDgxjW44X5jD3k+u6SHB/dnQ0o7W1BZWVJahiMPvAwWMMhj3OOZaR/zDtpFHnNiivNGUyFnxjCBbCkaNH8cUvHSUvWzjXJuzfv4vBkzmeP1eRTq9gz+6t+NpXnsG+3c3U9TLagSjnu8A1P8xyCxLxCLbxDOjsamOAuR9f+eqLOPPEY1znLuza08MAiY+m5nrc672Jn/7iRwzw9XIvXmEw823SWUUjnfM64xT4Hxsfxptvv45YIky7Nsfz7zaDSZdRUV6JYwePIBqKYJIBx08+/oByjdJG6iwvoY6soyRWgrATRnNjC4zS9Oi4qUiWobGxDrU1laiqLGdwNIWxsWFMM9iULE/QkbIJXRaampqwurpMHdqg3c8hWV7GfbUKBWwGh/qwScc96Hjr2drOAO4ocXxU1TbwfNrLM6IBPh1V4PlamaxGR0cXduzehRdfegYuX4DLK53A1ukXlmI8w7LUs3XqdIT5hYU1XLl8l3J5E53dXejs6qEeHcWBAyfgeyHOIwL9acos7wm7tu/FhbPn8OrPfoob165jaX4Tt68O4ZMPbmBkaBJd7BtyI+jZsp1znMLa4jqunruI3tv30VjViM2VNH70g59zv/Xhw4+u4sr1KSwsZbCR8TE4Mhb4LOYAABAASURBVM87wE3eh2bQ0lyHfQe286x7judLPUrLub472rFrXw/1zMXt230MsryBrdta8PTTB1GR9PGNrx3B/r1VOHWiDfX1YXS2l+LC5Z+jrGITldUe9uxtRld3NTY359DUWMl9XoUvPPU4njjZgK+9fAq//d1XeEaUcOwaynoFdQyAt7U0obGuAU31DYFPQ87AkcEROPSO9d3rZQA0g+GBQa79GtKMCDrcP5XlFVzHFYTMUFFRSTvmY4VB2YbGWhxngD6RSECX7mikBPPzC0hvZhBjwCDshrGcWoGfdzm+h8VUFpev9uL23QG0tHWilRCPl2Kcd6Qoz98Y6eiy6eU9eHSClLDsug6M465xbb/xK1/hnn6SezzDOfvU47vYt68BdbUR7N7dzr2zlXVDSJRUIM3g72IqzXPnCtdxlgHVHGeSxMDgLPfJIOZSeYxNbWBkfANracP9IdbfGmFgbp0OGB8Xr1zHH/7Rn+DWnfsIRyIoS1bQZeQgwQDgGvVmYnqBAaBNrnMOW3d2oa65BfOk+eEn45icWOcdaQOvfPk5fOPlYwxMr2PPrlZs8gyvo+38lW88g9/6jW+iurwUe7jHK0pcVJaE8f6bbyC7Ootf/cZhfOuVx/DCM7vxzNO70NldCjec5/hZBkSv44knT6OyrAJNdfVwOavsZp7yAu8od6mDH+DO/bsYGrrP82kV777/Hm0vEEnEMcWzfWJ+Hj994w28/sv3cO6TK/jwg0/QUN+EqqoqnDhxHFu37yR+GNdvjiGTSSBvYZSRz3g8jtraOt7rZ+Dz5frNt96iXKJ44oknkUot4qkzp9Hd3oqjh/ahm+ffMu30VZ4/0zMTlG0vRmYn8G9/8CdIrWVw/dZdHDh8CGPjg1yrCIOi16CXyXA4hrq6JqysbMKnLV7g2TI3O8LzI4r2jlq8/vr7PHOu8nwbwtpGCJ6V4E//7AOkltPo6NmKp599Cv/R3/197NjVyTv9BGQn9u7bA9nCkycfQ1i/6La0iLdoC/v779PONkPf3s/mVjE4eg/RuI9PLn0AhDxEGIAeHBkiX2tYWl6gPcvwfeBNTE5OMr9M/pa4f5Zw/HgHEolN2sMI75Uu8v4c79h70dREnSllmXeWJQbiGafARjqDW7f70d7Zgb7+ISj4J71ubWtC78Bt3keAr331FO9787h+/S7W1tOAE8bCQornqaG0NIavfe0r+MrLj9HuxrF9ezt0xrpuCB3dW5BaWqVMpzA6OkE7XsbgaRozE1NYWUxxHy5jYzXDvQgcPXKEd/d3wElgnsFQ3dN8ZHkPG0OStr2bNrOyshJZ3jeXltewlk3hP/xPv43WjiZs3dqDddoFQwiVtAXNLfV48omD6Oluwu/89rfQ3taAXMbDX/7gFzAvhnffOo9B7rlcNsw9uIy+vgEGe+swMTmMzc1VDAz048atmygtKwtsSmNzA/7gn/8L/LN//v/FTt5p4rEoOto7sGvXLtrv/Xj85Gk08h4X57nU3dmDs2cv4PDhPYjG4jDHQQnvTjHqeigcwgrfWfSiqrNI57sC6uaEOG0fDnFdnvGxWAxlySTM7GE9+JhxhqEQ9AJvMNboY9xnHvIe9+IDR4pekkUrHk9A9ISvVNgaV+2qyzNI5HItHd4NVijTXNaDT5tLUpDtVB+BWWEM8S0aZhbQLbZpjsprTDNjXx96zIo8Bsuqqr8WxI9AjR4dc0rNDGambEBP7QJVmBXqlXccQ3FcfO4xK/CifsLxaCM+h1IokpwZfxRKf+1P0VD/IpA5fhyO7UIs5yyPrOMhT2ADHBhc3+BQFD58eAAccwK5hbg38tRjVsGlw9xxDRo+Eglzrh6IFgAL/PgwIRLEg+bB7Gc+ZkUMQO1mBjML8uCjs0t9zQr1rEJhHnnS95jPMc2z2n8ACPqDj5mxXXgCjzUepDtmxj7CN7jG2bJsZtBjVmjL8V7mSTicv+qLvPksswvH8KDgquOqtQDiU3gaQylg/Afy4HE8pmTTp1yFJ/CkrAAp+sRzlKE98eHARdgNQ7J2DMj7tDNMPWIx5kF8duLHjJVMfd/nT3Ac/yGoSvxLbQTaG75HWtxnAfKDH54QmTcr0GKWNLwARNfMoLk8CmbC9aHEyKBRB3xjH3CCVBp9u0tycTilIHUBY14BIof4DvMu+7iuQxqiZXCI4DhuUDYfcM0NwGDkxaf8WAn8lZRVQZ141Vw8TlagssB13YftslkCtRdBOEUwMzhkznEd8mNBP/BRO5OgzYwcERziibZAebMCvnCLoD4g/wKf6+5Rn/KZLMDUNSfQxaA/+5qxP9hkoBQ5V5ZBEC2Pc9IYbAbJgMzBXAcwsAM/PNv9YJf6MLMA2AKHPJo58FmQbKAualeN+jA45lMHTX19n7UEpkTnxwiffkRDJfGjVOCRL8Gjdaovgtab3LFIxSN1ZoKPmUHrrXX2aUsEylN18Nc9YunzY5gZzD4Lxb7CLcJfV2dW6FeQjwXr7PPsCCCYKNvhkj4FRgKiBRgQAKDEzGBmKD5mBq2lcCUT8BF9gZlxyX0U5+hTbj51QHgFoNw5PkB6PteL4jJzIXrgvsID2WkN8xSGT3rGtRVtgZkFc/C4pjpLTWtOPNFWuwIiEd65A3ogNbb5D0A4edqEvHTBf9DGsk8gUZhZAKJjZuwNzsWjjuYD8Hzl2TFoYRvnJnpwADfiwuW7v8b/1CY+QDTAHCNtwHENwonzThyLx2Cug6yfQ4bvsvqmau7BvMSrQLwrVbAQfFzXfbiX1KbxBWwKPul0GulMhvfMHNRPOEED2X6YDypAfgwOZWtmAOXuuOA6OHB51w1FQsh7WdLJcjzOjeMW+xf7mBn7ARpfbWYW0FNeZ0oxqOTyLuS4LoxjFXFdliUH8BGfZsYl8B/ypPbiOEQJ6j2tIwuirQCVxgmRtoDVAY7qctpnxFV/jSF9EI7GEU8605WqbGZBP7NPU9EQvSJ4tBmqE6jOpx54siVScspNvAo0ns9x/aCdvagfPssaR/MWKC8aAuXVLh6L/KledUWAAWZGudqD1IHwNZ6ZQY+ZBW1FeuLDI19mBZkKJ6gjX5v0IQfvyeRNY4qO2sWbxhSeQ11VXZGeWYGOcEiW+hBGlO/oZhYEUzfpW5Q81d/MAr0LcEmkSF9tWj/pu8v7k+O6bEWAaxyvMK6DYqpG0VA/5c3sM23izeO+FY6giKdUbcU6Yz/xILqqz/GuI915tB18imVmg4/KwhU9I38+Jx7055iOU9gPKgvPzCiTEKRnjusE++FRebiuy7oc36k3+N6yyTzvDhzF5xqIhkDjsAquucFaKu84DtTXdZyAvtYrFA4HdeCjPsJRKl4FGfogNbZoEiXAFQ3hqSx+hadU/cwcqM3Mgv2neoH6K5U9USrcXLZgU4jIjx+snWgJhC/6AuVVl+M+DPpynuqvts/z4vNsUL2ZKQlAOALNV7ypUv0FZvaQX/DRWBpDv4iySd3W2rI6wFGbZCFQnehpjURbZbXnqA/qr7xA9QKfPKss0LiqU78w3w1Fx3EMZgYKAsJVexHMCrJU3yL94hiiJTD7FKfYZmbBOoe5xoKHc6fuKS/elQpfc1IqWs6RI8dQT8ec60awurJOR/FdvPfeu/iEQZGBgT6+JF9nMOs8pmemybQWLkfFcMivDxEoL0+ijC/RIrqwsMBA1TwqKitw9OhRPP/883jxxS+ih06SbCbHF/0ZOqjWUZWsRVVpDXhfx9jgFC6fu4vhwUkszC3y5d9DLFZGZ8JM8Nvv3/+TH+HP/uw1vP32OfT2TWBubpmOuDTNKgXoOHzxDqOusRTxkhiNW4i8hAMa8/M53L03hyEGf1YY7FlbzyGV2kQuH4IxSOtZGBaOI1lZhXJCZVUDnRo+PvzwMn72s/fw8dmbuMPArpwaCwzQNTY20rl+BLt270BFdQmBfStigOWwvJqCx4PY5wE8MNiP8+c/odPm57h55yqWV+YQT4SwpacVp88coRP/EOrqK1BeHsUUnRGpxWmkFmfoEJnCxMQwnbYT6O5qR1NDXRBEyWUzyFI5owymNjBwnedGkuO0/34/1jivFB2d09PzdBDNYHRknPMdwdjYBOmkkKbjZ5MGNk+Htp8LYX5mHdcu9eOTj27iJz9+G//yf/0TfPDeRQZXl5Cl4zjvuchkDatrm3SKbIL2AOsbeYyOTtGZMorZmUXmpzE/u4zRkWnMzqaQYPDk0NHjeOaF5/DFF5/HV7/yEk6fPkkHVwX1xEWa48ejcRzYdzD4Vszevfuxd89eKCDW0dGBKB0hV67eoHPsffQx2BQhbl1tE7J03t64M4BfvPYebt8bobwqUFNbCwXR5udS1IMUJidmMTQ8gampOUxOztLRu4bJ6TkkkpUoJezYuRs5Gol0JksHUB/Gx8aRZrC5vrYe7e1tPIjCvPCso6+f+jfSz7kuI1keRyTqkP8YAwJtHLMSlVXlSNC5U99Yz/oqyFCMjI7RCZtGOwMENaQ3MjLKYP2b1B065enQj9BwNzbUIB41hNw819IH9yLW1/MYHJjERx9cILyLO7euY51ByygvgdU15ZRLKyIhB0PUo/HxiYB/BTuvXL0SBEa1r5559gvQn8qVk6q/v5/rPcb5T+A6x715g3p7+w7+5E9/jHffvoSZqTVk6DjTNwl8XprHxyeDfbiQWoYMvgJtlRVVpL0C/cnvbdt24bETp3DowFHUVNShpqaOa5ihw2wwaN9YA7j5cPnCDUzRyZfZzLJ+CVOUf1lpOcJ0fOzetZvO0wrA8tShDc55mcGkAVy5ehk/+tGP6JBbQk9XC6oZxJlksLu/vw8jwwMIOTmKKEtndxw7d+3A6TNncPTYCa5VB6qra5AoKeUezWCQgYN1Bh1jsQQm6HS8ePESnbS/xC9+8Qbk5Gogz3EGX/MM5K6sLmGGQdSVtRRKknHsP7AHre1NCEfDvKSmKd8clrmP0pkU7UAYjptlQP8OxkaHGRwaC+QSDpXi0oUx/PKNj7nGHzJ4OEpbmcHy8gZhFamlFWzy8pz38tjCoOH2HVvwjW98BU8++Ti2bOtAWVUZQgyIJspKsbicwtrmOut7sMpA1OLKAgaH6Yy8eQN/+K//HG+/dQ6rxImRvxDtm5/PcV2v4E066RcX53gRWIUbAlalM6Spl4HFxU1MTkzj448v48/pAP3zf/dj2qBruHd/iPumlusMjFJfb1y7EujV/v176UA+jrGRKdy+2YtPPr7INTUky5KU3zLtVQKOY5xXCisrG2hpbUc6m8a5C2fp5L8TyC6VWkI/naoXL95HIlFCZ/pdnD93Kdh/6wzEwELMz3K8Ia6pH9Cbo9N3fm4WdXW16OrqwE3q/qXLF9DV3YEnnjyFU6ceQ01tFe7evYm//OFfoLfvPlZXlqmPJ6A9V1cbpV3woRe7LA+PDJ3csrs5yihLW5elnfR0KNNmGo+HLPPrDGzrMM3QBlSUl2Pb1h1oamyl7ZozoL9aAAAQAElEQVTHPAN2uqRUVdegnfs4mSzFzMwyg0UKaPRhcmoSoUgY63QYj44NUi5htNFpvr6+BK3RDerzJtfhsROH6dw+CNcxOnVLEOZe7unpQgeDuHv27EB9fRXnn0M45KGxqYY4EWzf0YnKygimZ6eDcgsD+PMLs3jssRP48pdfwjd/5Zs4duwY168C9HZhZHQad3tnceXaZZ41GZ4JaczNzOHtN96hPT+HtaU17rUcnfYLGBsdZ5pCc1MzHfArCDsRTIxMYHZiBivc99Pcc9IrF2DgbZM/5fBzcODAfpx+/DF8/etf5NkOrmsEDTyHcrksbWAFdWgEk5PjqKqqoD3oQ4r6GI3kwfdRdLU34sjhg7RLT7NfApMMuE+MjsD4ErOxsopkIok4z/WKyirovrC2Fsbmpsf9A8qnPtjfGZ5tTiiG8ooabN++g3svj/JkFddqHT/96XX8/b//z/BHf/QzBhEuQH/ycmR4kjRLsaF9OL+Cjs5ulJfVo793kmvcQR4XGGi6GvxyVkNDC8wJo7SkAomYg/qqRkyNzDM4kUdjQxWcUAmWVvKU8Qh4XGKBep+simONd6JsZhPnL1ziOTFCuawCzjp6B6/R/s/hl2//FDduX0JNfSn27usgr/Po7KjDzGQfz7wO0k7g9p2zCMeziCbyWM/Mo6ExyvMJcN0MOjubEeXF0AX/+SE6k11Uc876ywX1dWVcv2kkS6Nc30Us8X7lwsfy4iImRkdRS1lWlpahgna3guedfmGnhbrtwkGIc71+7SbS6xlM8tyLuA4mGZAP8Vza3NjA/PwM99c9DA3zXBwfwp//+Z8wqPExWlpaYQyyVJRXo7KsBiFLkLMESuI1nNsGA/jj6B+cwY6d+xlw95Di2q7xTNVdYZmyCofCbNtJu7GMVGqBe/k2z9MIYA4GB2Z5j/uAx0cIGdrKgbFRJGkbOzoaMEoe3v3gA/zk56/Rxm9ihcG16ckUz88qrlk9dTuObCaCvB9DOu3QdmYRo92pZHCwrLwE23Zsw8pGDoyRwnPi4LGEiakF7tlS5BiUrampRRODpRQ6Fsnz2YuXMT2/jLn5FE6cPIB/9I/+EV+uNlFRmUBZhWF1bQ1b2juwZ0cHvv2NF1FfV0WeVqiTqwi7CVQly1ESDWFxegKrcxPoaavDHgbRTx7fjpIE8MrXT+PZ53fiC8/tw6kzO3GawSonZKjlmjK2hB//5KeYGBpEemUJ60sprpiPWp7/qwxUfnh2DD/92Xu4do17LLVBvly0dHRTf0pQUVeDsckpLC4vY23Now66uHbzLlJLy1y/s7h46RL+4J/9W3z/z36Cri37MDw6izjvaPFEGbZt341YSXkw57ff+wDcbjyb0xgYHIJeECKcT4h3jxredxppo12uVLI0gqnpYWzftQUdW9pQ31KNPQcrkayO4x/+l38PP/7pv0N7ZyvcsEO7FyOvhr6+Qdof6jlteU11KaqrEvjWt1/AM88ex8tfOYFvf+cboB8Nt++Ooa9/Fjt27+QYS3j19V9ifGoc5uZw7Ph+fPH5J3k3ymJ0ZIB3nDu0F/P47vd+lfayDGeeOo36hmrOrWCfS0tL0NHRjixfsnfu2A3dc1paWtDIe3tlRSUqyitpb6tx4vhxdLR3cfxNwFvlnfsubYbDcaZRVupgcW4MK0szKCl14eXWIZnEePcGV+iNN96lbRnF6FiG7xE59GzbyjvKE5SSR31c4dmcwvHH9qGjsw679mzHQQYIL169jvLK6kA2t+/cIb0wYmGg994V3iM4p41pmOPhfv8gRsanwGOK9t3l2m4iNb+E4f5hJCIRJMIh8p/EkaP7eXYfQinXZe++nbyvxvDsc0+SrqGUd1TfyzCIexUx3qtnZmcxPDyCcDiC0ooIMvlFWChP3ea8wnE4FsY0787dPe0IhTdQVR2jvGowPTmHjvZutLV2YW52jfsuTJtZhURJJa2PixxfcO/du00blsCrr/4SI4NjQaB0cpr8cwKRaJQ6Ngfdu99665fccoa9e/ewf4L7Mo0/+v6fcz0ncf6Du7h2cQD3bgxjZnwBiVAE1byjud46XEvTLoIQQiwRhfy+4dIw3IQDJ5rHnn27qXMhyOm5yTFHRsbghmLwLYR0doNpDj5dr44L2tQCuCTiwoXjODCzAPTeusl7gxxbOudyvDOAj3DC4XCAU3xZjjHYyyaEQiHoTiEc5V3aVDML6nnc8YzwPzOG+ghf4BPhUchzvCL9Yr3wQe4L6V//U7h/fUuh1syCzKN4j46vfIDwyA/VCb8IajKzYK7iUWXHpexQoG1mMCuA2h4FhzIWmBXa+TNoFm0nD5RlXMRpl0NcEzX4xhkTXBjy6hNy4fBQidPpHQob/JAH4cQiURgzFCPMLJCz5K+xCilx2ai5CDQePvdoLqovgpkFtMwsoGeuDw4CgCl/RqnP0gXRNzPiCByut8O9JR0hJh2kgEc6PvWdvD8yf/AxK/CVz3s8j7KBTobMoTYa96Gh+JgV8mYFfLNPyx7nJf0U/5qvOT48+h0ydNqrTvNVms3mkeclRiz57ON7xOOeVbvPSo9nr896g5FlQzadQy6TB5s4bWMtx+Ya5aib2hN+0EBUzg8OYFwTBTLBxwtos80T+PBJl9VM9dP0g3kfHsdXIeCbGZU/xfVhVsA1K6Rq+wwEfXxoScwMWoswbaLL88qjDDxk4fP90ePBQtGTHvhwXPpkfHAy5gV1jmPsGyFwIrDgn+O4gCbGn/o4D+g7jgMzUxWH9R/Ow38wRzV8Bof1atPczAzFNskRlBMJ8OND7cIrtivvs10p+CgtAouf+ajezB7yZWZggR+moHjIA5NgHOFqrAB4LsrWeDz0PTpX/QfrYWZBX4cycFwXIdq8EM8bY150imBmhSxT32HedcBtCJ//qDQwR80scXyH7WbUIeZV6xEnwGU3EHyuCciPcV0c8mGcOwjsAjMisJN4fxTMLGgzM7bqQ11gYsaygPm/+hGOx2qm/ICoEG+EEOcX5pyN9Tx+2WSaRpCyw8OPeDCzh+XPZ8wMjuPA7LM4ZhbUUSLBWmgNREuAzz8PhGNmD1qUCh4UlVCWxb5KyXZAV/ni+BpD+1+gLuYg4AF8NE/Q9oDyFt6nQA5JzCcP+Tzz3CrwHDjQ+tEmcI082gvh57hmeZ/I5NPMYGakDK4uV1j1QQkcwgtARZdyVvooiGfRIysBnvLFdlF0WBAor/NV82PVw/nmqT/y7Ygv1au9OE5Aix09Iw8EJ+QENlo4GjdPW+aG3YB3n/PyWQ7xrJGNFxTzkUgYoSjvG+EQxeYh2MPgQ9qSr8B/MGelHiejOjODeBY/ZhbMT3cMQY7nGSdBImDiPwIqB9XcFnn28Zl6TD3i5BGsowvyTF3mQrquA4c6Bz5mFuRVdilr8SEAn2Kd+NMZoW+8eZSd6tkM8eRzDuqnOjPjuPmgXvias+YkXDPj+AUQvsbIc86iobuT8FzHDXgRvmTALgG9T+kYIrQtMd5NBRHaGo2v/mn5z6hfoitQvVlhPDMTSVDRKA/qX6H0kB/h5rmW0gnZFkf7m3c0zUmoahdN8eRSRsU61SsvEI+ZdCZYZ+EK1C5QvgjCFWi+ahO94jiqF6hechFoTJAf6V2WfirhF/Qs9HAuqhOemX1GXh5tokcZfx5E38wezl99A3lStmrT2gk0vkBzEw0zE3vBuOI/qKdQHep4mHccEgzGV5vomFmwnmYFPRZNtYnfMNfO5b7R3M0KdPHgMTOery7JFVLxVwT1FZhZ0G5mKLZpTPGpMZTiwaN6zUOxhBzPL5WlBUa5qq9ZgT/hqJ94CofCUCpaRb5FTnXqo1Rt0rss7znqp3aB8Yd0yMyCeUhnBZJxMG/qkMM2MwvG0HzUlkgkAv0W7WK7xpCcBcUxHHMCusLTXIo44CNaIdF3HJaAgBeOI57NVAI82iyPttzj3hUNgZkF6yp64FOs4/JCuBpf8hHoHqCycDWe5uZyLVVWvfhUqn2plORgZgEIpwhmBvH1EKgTYdpNyUh9REe4ZoW+mqdAdeojPKVFXlWvdvV7CJyj8qoXL0qFZ2Zwuce1l6KRKFzHha/98uBuY1YYEw8e9REdpYIH1cGczAqyE33JR6nGEZ6Z4SF/os/9CD7FOtEUrlLnzV++xQDixwwUvInXXnsDN67foNNsnvvfIKenJru0vISV1WU64ObpbJ6BvqkiBQVXyqMRs2DdfdTV1UF/wrKruxs9W7dCDuoML+mrq2lsMIjk+lEsz69hgk78dTpA79/uhQJcEQacypIlZNFleQYfn72Ajz++QMfQTXxyro8O5006uGrQ1dON6tpqROm91WVPkOZG2KAhDoUjiLDecSPgfoNRuHLiRLi4oNMgFCpBPFHJxS9BJufQcZrGOANAU3RIp3nIZbMe5AzUb3E3Nzdi1+4ulJbx5Rw+HSEhtNCJXllThtmFSToKpuj8maTjI43m5mY8+cRTkLNufHwcly9fgr55tbgwx0DZDeZn6Yguo6OiDA4dGZnMKhy+TbqUWaIkTOoZ0lmj455OmtFBJOIROjQaIFrvvvMe/vAP/wgfffQJxobHcefmPfTfH8DS4godexsAg58lsTKmDp3761iYXcQkg0szkxOYmxxDZm0FYV6S1lLrdBIR5jexturR0b2AoYEJrKxkKPMoYvEklSrCTedgcz2LND2SjhNGJBpDJByD64SRSWdpaEGFBR2KKTqhJvDJ2XP44Y9+HgSxzp27zPolJJMVaGpoAnghSy2soPfuIC5euIZrV26RThQdHVs4vzbScXD1yg22XQ4OsO3Ulz0793IMo3NvjGuRxl0GUwcGZgA6mcsZgJ+bXeKLn88xqqmbVTA3RsfWNM6du4I3fvkOHb1XMTg0SofcDGVejR07d2HHjp0M2lWjJF6CCA3sqcdPQUGur7z8ZZw6fRq1dE6Gw4b1jRSDgrN0+N7HIgPclVWlxDuFV175Ch1FO1BdUwUFVON0WOWo89KXNGVy/uJ5Oj1vYGRkko7vVcq1H8myMuzYvg0tjQ10rMahb2WGwy5iURf0CwWX9o31NVRVViJCJ6Tr+HB5ox8c6A8cYTN0dI9OjGNgaByraxuorqpBdXUtnWjHoX11//59/NN/+gf4l//bD7hn38LZTz7h+NPUyU3oollX10Eeqrim4JjA2loe0zMp7vNPGMz8Gf7p//wv8e/+3Q/p2H4f0v/NjSz39QLOfnwJH314kfxF0dzYieqqRjr+SlBT1YC2lg4GNiro8I1j355WnDm1j7Qj+P73v49f/OxVrHE/11TVoaWlDaurq9xnYfar5vwT7FfOecaQYfCktrqJzssEpumEnmEgSd88HRsdomPxJu733ub63UdtfSX2H9yH7i3d2LKlh07ESiRKSuCGwlz3Mng0apMMCqfXN1FaUobmhmY6Jxy4MOS4JnNz8yASspkN8rKESCzEvj4d0POY4Lj6vz4vXT7PQMIAJDwJ/QAAEABJREFUg7VbcexEN2Jxo90QvRiGB4cCO6gDspXBBX3TUzZkc9OB/gzoBIP4w8NjtAPzmGVwME8HZjIZx9EjB/DNb30Nv/W9X0NTYzV5SDOwNYhcPoOyyjKAF/sp4vfTiS7How7ypqYmznELvvD0Uzh+bDd272zHti1bEHZc6E8igpffm7ducB7LqK2tQU9PJ+mlMTTUD9c1RBVQ5fwivKAuplYwOTmDcKgEsVgFpqeWcONmP8JuEs2NXZiamqc9+Uv87KdvYNfOA+T3GNfaRZ72z+jU0v/rKH4S8Sg838Ei7UYd+RsYHoWCsasMbFJVsUD5NjY206avo66mBLt3dVHfKrHG9fjlG2/h0qWriMfL0NTciurqWiwtLbIcQ5QXtlEGqUtK4tCfo62vrw/q1Z7LZbCxuYHW1hZU0pnf1NRIu5jFwsISenuHsX3HftQ1tMH4MuGBDw81j8AcbYmHHB1IPvWCBTisNN+nfBzaE4+6PcszbY6ymcbVq9cQ6Ae1JZ/zEA4nKNdazM0vYH5xlTbFUFVTwoDmUWzfvp3y3oKqqkqebTW0jWu0JeW00THw7kG9TFKvIxAfpaWl2LljO774xecRDjl4//238eZbr+Mv/vJPsbq2SPpTuHDpE9q1OWivt7Y3YOeudsTiHo6fOIAcHff69lRnZwfC4TADBxvcszPUoya8/PJLOH58N7797cfx5NMn0N3ZjoP792NhZp5nwTL0CyYXL17ECHVy3/4DaKD9NUpB6+mCAZ+FFOZ5NsxOz9LG+2iobwQPHszOzCDK81GXq42Nddq+fvTdvwf9ycyZ2U3yPId5BnhHRkaQ4YtGR0cHyssrIJsq29beWk8aExzJYzBiHbXV1QxOrmJxdpL7cI16tYFZBl8V+FtlsCdsYWTo+N5GuT751AGcfGw/gxEH4FPHFQwaHJrhmbzIM3aec1+g3Ct4zqzj/Pk7lIlPuUdBFUFX13bS4dpmfYyPjOL61ato5Tnc07UNg4PDSNM5vm3rNrzw/AnKooIBm2HMzS3jT//klzCEeS4cxGbaxcTUMiYmF7G4sok1Rt/mF1NI0wlZVVuCxuYq6qaL9vYk9u1vguNkcPLxdpy78Bau3fgYvTw/f/azH+PWrbvYtr0Few8249iJVhw8WMt9sUidn+U5FUM0Dhw8ugtbd7YgUpJH19ZGVFaUY2psCtUMGk+Pz1JWHjIbm3DNMM+ARJrB+qryOCyfRt+9O5ThJFLz81hZWMSkflFqchrry6uYmZhmsGUAt27epE6R17YOuG6IvIbRWN+CZu4XP+8EZ+YK51hWWhXszSQDsB2dbZxbA23eOlKpeURpQ5a5v8HV9HO0CbR1c9OrqKlsxZbOvbjFgMe1K/fQ3JpES3s11mkzYrESBopqaAPnGRgb5x0xhYGBAa6nD3McxJMJpLm2Uwxanv3kJtt93nNSSHOvZrw8ovEw2qnLExNTcNwIddMogzDSaZ/rnCPuOvVrFcvLOZ4NEzh/eYV3N0NrRxfqGxuQofOnpa0eW7Z2sr8hT3tQ19iKju4O5GjP4jxsS0pKuQ6lnEMPQtS/xaUU+oZGsLS6gc2cFwR17l6/jYWpKTTWVVHf11Ed2NltuHuvD+cuXsO5S9exc8/WAL+ssgbTcynexe7in/EM3rV9C+XYiGNH95DPOdrcEZSXx/DzV3/Ce8FHiMZ8pJaWcJsBz9J4KVZTmyiJlTKQOo7GqjhqkzG0t9QgFnFpp5axsJjn1jRcvzmJa1cnMDgwxTNnDXfv9vEsrcDUxDzgh3HixJOYnN/gsVTKuWxinedeKQPg0WiSOt+AGdr+H/zgZ7xD34X+7+Kf8Iwe4ZlpTgT9AyMcZxnTswu8X1/CNO3C+PgYUgzWXzh/gXvE51l0HGAuURKB/lLH7j3b0NnZhEjEx+kzx9GxpQZONMv9soYLvAPNL9B2IoqZ6QXaj2t44snHcJR6f//udZSVAtdvnMWVK2e5L2ZINo90xjDKvffGe1cxNDGHhQ3Wsf/Fqzdxr7ef95DzmJ5YxtJ8hnMeJY9DuHrtAuKxOPbtO4i6+laUlZdT9+YC+5tkPr2Zob0HA4BLPKNWMDE2yftBknejMcrvHkZpK1ZWVjDLIOPPKI/0xgaoKGhtasDS3BzOfXiBfedpTzepKy7t0ylEwlHOOU6ZtuD2rSnObwNuyEciWUYdbArunGkGI5LJJHV0knfqOVRVJxEvjWGVxirHO3pZeQ2aWjtw4PBhnhsG+Bv41je/iN/73RexdXsDaupDKElGsbaRwxrfkxaX1mDU1RD3ciIaQVdHG2oqShkYn+Te0D0gyTmMo432d2Skj+faAG3OEtd0nnKpRWtrMxYX5tHLe2Il75iO4yCTXcfYxBCqayowNDyM3t4+hEMhZOnAevetTzB8ewmJfA1SE4vY2V2P3/3eV5DkutXVVSOcrMTQ1CxGtU+dMFIM8M9oXeY9fP1XfwvrfJ+amZ5HRXkZdTeP5fQ6OvbswzL5X+M5fOSpQxhevIPxhV6Mjg7hyJGDPKtGsHfvXkSjCZ731ajgGRsOh2kDfL5vReC6LvSEOX/AYGbBGbS2tk4coL9/ABtcP8lI8wMfvfwy4d0zRHwnsEM628wsyKtNL77gO5HrhOCYyz1Vijh5EOg+EIlEAn0KkRciwHMN4N09x3tHhve4HAM3gihti/7fNdXlkYfrOJxLFCFeDPTOLJ7MTEMGYxd5Cyr4Q2Uzg+O65NUCUB/8+x7iq1l9BWam4qMQjPW5iqBoZsEYQeFv+GFmEA9mhVR5PHjMrJDzC8n/0U8zC8YTDYGPTzt6lGWe8jI4vH9qnbi2xN8IGVYiDnIRF5wIZeoin8sind9EzjyG8jxUlVUAefY09mX/EN8JHOalLyHSDLluMC7+PY+ZQTwJdHeTLIsAPoU6D2QOCljmvSy5z8NxDS7X1+UYruvAcVy4qgtA5cKc1R98HPLjuu5DfjRGjv4KtQd6SJwQ96BrDlzYQwDfnf18iDJwJAYY29UHfJSKRtFxbPbZMc1c9jHkeTYW8HiecA+aGcSPmQGcjc+zEpSf8AGjznOFeH821oW4x8OhCPch58c1Ma6X7mjq6rjsRXBZ73NFimOIL4/9Na7P/eUHy20AaYOP5q45e8G45IAI6qtygCXiD/DMDC7lJn7BvHC8fJ48Uge4LD7PdvD9xIz8uaGH83KIa2ZB2XGUAuId5BOcs8e7iOd7rFO9E6RkA3p8ZvhRlvIjdrHAGrXl5aR7pI7V7G8BiM8imBXqzAqp5hGmjho7cEQYZcSLCsBU8hBt9RWembCI+OCjNsGDIvnyA8jzjupzLiQSNDnsZ2ZBmyrURzITfY964FNeHsdTvYCI8Dgf8RHwBIPWu8iDWYEPj8R85QlmFsjVzFCQqQ9zHDiRMJww14Drpb0B8yEIcZ+EqNvgozE9rrtSGOA/AGOBGg7H96j7eZa4xzgvvbsRi2z67M0c5a6+ZuxB8InPWjzkI8D6m38Ym4TreTnS5KxEg3VZBjcoUahdvz8hWTgcCxzWV0qc4sfMYGbF4l9JzewR+RTwzAzBP6bgI5oBMP83fYL2B/N7FEf1KhdTToQfMspKx+E6EMyMJcDMAgAfM+PPTz8+9cAIWvvingr0hHVaI6PtMdpXigoFO0S94tp5rMgTcrTHGd79s9yP+QcyMnAVmVd/wUMegYc8Mvvwo/YCnvYzV6AwjYBnMwtSIfscV74JMDUjHxxDfQVEAgx8PI6RZ+rDdQtyEG2BQ5kIJ8czmyxC+mkOOHXq2QN6mUya94h1vn9n2d8lutF25mGOwXEdOI7LvBPckzK03aLhkK54yLEs2YGPmcHMyKoXgNpZHdSZGXnUPH2Okwvoq/3zILox+nEi4QjHdQI6oq+5+NQJn/MPziPk4Zl4BPGMY2gkBPwX91yhH3E4tu5VruvCI408dV58q4fGKwYPfLYV632Ok+f6qqxU4ws/qOdaqI/6RunPCUcicLnPPfbxuHHMTKjky4HGFZhZMO9sNoMsdUf0Qo4btEfYXziq01h45DGzhyUz4zwL8LCSGTPjT0A/xZ/oeHy3BDzyYJAdEq9qE5gZ66kEQLAmTGBmQR1X6GHeTBQRlF3Kzswg2kX+wUdlgZkF/V3HCdZA+ALNRzIEH5XFh3QoTTlIVqpTf+EpJVownvgUCN91PuVVdQLhiw+lPjuprtjfdRy+r0QCkFzZTH3zArkX+xRxzYzNPjKZDDLiiWtotNvmUveYF55DeuLTzAJ5aT6CoM0+na/wSCz4FPkRTjGvBumIymbGdQkFsjIr0FW7xhEd4aisuZkZVKc2gdoy1KGs7BD51pw0jkB8aS7FOuFLv5SaFcZR/yKY2UMewEc01AYYdN6LjmgKzOwBH4X1AJ+AL8eFmQX6zaoARzQEZhbQBx/RFmjNctyDyrMaxn9Kha82geT0sI77rVg2IzbBpT5KV8WX5itaZhaMDT5mwgPHDlEPosE+E68aQ7gKHsv3XATNU22RSBTxeDxYG+mOxgnwKe9HeRCu+NT4OdoJM+M4ETiuQ3CD8WSHzCzYM8I3s4Cu8ur3KN+hcDho03gO9Y1TCHRNuALxoD4C8aq+SrVGVFOhc65uACqoXl869HmmORxXdWamJAAze0hfFWYGM1MWmpdoSzZKVRYPRRAvQhSfmqPkpLJ4c4YGR+lknyMRn+DRkbCBPJ1MOcImnRPlDI7VMki6zhfX1FKKB88GX+g3of8PCzSeMlYhOo8rKsvpbOnky3oNjBdcOQTWN/N0ji7gDoNiywy2OE6EQas0bt++g1u3bwfO87r6Ouw7sB+nTj2BSLQEE3QQzs0tcXJRNDW14/TpY9i5s4Nt7JtOIxKP0dldhcrKCpRXJFFfX03nRQUc8qCF1Qu2eM9TyvOLGwwIpLmgITqtkwhFEsjxEj47n4Ic55vpDLK8VG6kN5FaWUI6myPdKnRt2UKH6046JurR2tGKA4f2ozRZgsXFBTrtM6itqcXO7TsRciOU3QwDv2e5OEbnwD46vL+DvXt2UxbtdHgdxeHDBxg8rEVpKfmuSlJZo3S4LJEvOkeXVyjCHDIM+ii45vEQGBkewScffxI4gtIMcsUicTrDphh4vE3n2u3AMVoSS6K+ppHOjkrEoqWoLK9CXXUNKkpLEOOtsK2+Cs+eOYbvfucV/O53fw3f/PorOLDnEPT/k+lbGik6Q+T80rcgUksbGBmdxvTMAtc2S7mHAd48fCqiz42SZ5DDDAwWVyNZFkclnTol8SjzpShPJrFEB++7b7+H7//JX9BhNYzx8Xk6bG/g5z95E//in/1r/PiHb+De7SEGg+cwNbmA99/5GK+/+hbGGHysoJOms7UTX/vyV/CtV75JJ38TNtczDKL24YP3P6YjcQbRSBIRvoz0941y/nfp7B/F0uI6nSCVOHjgGNtLqEdZBgw3MTIyjpu3buPi+Yuoq63Dnt176OQ8xrZ1rtM8lpc2cc/mFuEAABAASURBVJmBngvnPsGH739Ah0x/sImPnziCkyeP4uChHVynMPFTAF+gZxh46x/oRX1DLVrbWqBgVjl1rrKqjA6gUswzGKH/u2p4aIw8Avv39+D5Z58kX3vR2FQPvVTkchvo7GjCHgacdtDpTt8WtvU0oLW5AosMuLe1NqOEOr2+thboVpo63t3VFXyr+6UvP0f9P4U0AxChUBSDg0Oc4wivCaDzP43KyjKcOfMYAy3HyU8j643O4TR+8pP3kM/7aGisIM8VaG6qAFUL9+4NBN9+mJxew9mz9/HJ+X4GL8cZUJ1HLFbO4G4Tpx3D6orHPRPD5Yu3MTQ4iaqKWrz4wks4tH8/Dh/cg5e//AIDCyewvr5KR+8UaWcxPz8HBcdn6aBtYHCzuqoWyWQ15PhdW80hxnUMuzHu/bt0tg5hZHSWB/wm959DJ/smnaWjuHL1PB2St3H//h065ftoI25hgU7Be3fvQY7B2zduYW56DqMMGmXoPF6jQ7y2ph67d+7Gyy++jC8+9wLze9DMQF+Ge3uVjtNMZh2JhItESRzlZUnOpRp+zugfi3CtE1zbGqwxiNBBh+WhQwcQCoe4lz2UlZWSp1l8/49/wqDzdc41g9TyJgMwi5ieXQ328Z49O9He0cw946G5uZ52qhuffPIefvHzH+Lc2Q/w7jtvYnJ8FKnFeQyODCJGHvoYbBjiHq+kIni8wI6NjQdrtZRa4R6rQ21NBcqSZdi6bSsidCRWV1fhlVe+iqbmRgaFeimTG7h+/QqdkuO0Iyko0FdKh3yYfCugF6aeTNOh3Xt/FB9/dAOXLtzFxYt38c/+l3+NN167wP0zhVwmiru3hrF7+0GUJioQcmJw4HJPJTAxPo6lVAqtLY20XQepFwnahRzXd4X1a/jggw8Z3DpPx/ItHDx4CCkGXFtbOzj/VkhH29s7Mczgq5y1d27fpZ59wsPVRV1dDS8cGZ4vq1hcXKQDeJJ2sZGy9rkOpejtvc99t0K8OrS0tFMWDYhGyxiMbcAa7eD9+308bTw4rsOzZxOO4yASCSFwngFwXSBKJ1yCMguzzeeFJcZAcywWxdLSOm1slv3ymKANeu31t2ir7pFfg15OFNheov2Pxh2wG/Uyzf3biGo6eCOhEPTLIcmyMu6FIc4ljMb6eqwsL7O/i/mFGfLFlzMX1AMwyHKT85vHk0+eRhXPRAUjJidGGWhZ5D7e4Hw99PX1Ymp6HC+8+DT+k7/322hjYLWzu43OqxDlMgHjapi5UGAjtTSPAwd34ODhHsDWMEI9Gh0b5Zpe4V5PwaVt3LtnL06cOMngxVHU1zVQdrVo5ZocPnwUPVt6aGsnoD+9v8hgYU62xHWwzuCp+HBCDm1bKxoaGrHJPROLR1FTXc6zrIk8zsEM2LGDgaT0BmXSCkOEc19DLBrH1MQMpqcW0NHWg+amNpw/dwFvvvEaKitKoIDBwtwY1lcWcJeBpDdee4f7bAmTDHBkuHc729uIAyzy/BgdmWWwc5H64aGkLMI1SuHu/Rks024MDW+SV6G6CMcMsdIoLly+xmDTQGD3q6oqqKPALANCkVACX/rSV/HU018I1qm5tQ3jY3NYnF+iDd5G3aqg/qW5XmGEYhVwozEGBTM845sxMjqDcBTguwSytBmzM8OUQx7mrHHvlWHb9jIAK9i+rQ1V5QnEWFrmOdTRVo7q6gRKSgwb2SXsPbCLuFugPZlIhlHbWI5MboW8LqGiqgQ1DNi1tXShs30LKnn+6aUyTp11/BwmRntp429iZqoP0XAWydI4whbm2TnOM7QXN67fwnXOfah/EAO9vQwYzSIcoc4yOLPBYMno+AiiPEvq6uqp73m0NHfAQhHMzKeof+vUvRD4DsK9vEjdGUc99TgaDWOYOtXTs4VBjsOQjtRUN6C7aweG+sfxp3/0Kj589yoGe2cpF/CedgpdW9uwupGiPue5D0O0A4fx2GP7MDa+waDqNMamFrG4toGF9RW0dHVx3Uq5h9NoaKyB/jKDzvaPz15Dz/Zd6O0bpG72Moi1hBTva5mshzydOY4bwe5duoO1MmC2Qf59PPFEF2qpp/o/WgeHJhlsXUN6c402a5RnRj/0lw4OHTmKvv4RxOIRxGJxjrfOMyaHS1eu4eadPkzO5DAwtobVXBThRBnvg0Ybtoqf//yXaO/ehm07t/ButgILRxCOV2Gc+n32whXcvj+AEgajzY0FunLpylXyUo2GlgbeFbupV3MIcc0amirx0ccf4h6Dn3fvDCO7YfA2wzi48yjOHH8MlYkk0qk1lEcNv/7Np3luHcK+nW0oSUS5PoaNTY9giMbKkKT+nDlzBgmu6eLsChZmU/AyDvd3I958+33ynsHFq5e5J0pRWl6Lj85ewf3+Cays5Hn1iKKxtjk49+5TxpsM+H3wwVm8/uZbyPMOnOUZODI+h0Ha6mvXr2NzM42llRSOnTiM9s4OjE9Mgldj4nrkJYYMA4P11VWor05idmqY51MLSiuiaGltpZxLsX/vEUxMLOC99z/k/sohlvBx6Mhu1NUkCRXkpQp+PoVvfusp3l0G8PVvHUc2FMaSD0yvZ3F7cByptRxtzir6e2d4/0jgrbc/RJaBlLLyMurmUZSVJvHGL99k8PYazn1yHU18P5ggn6sMsGUYoNc7h35hYHPTRyhUgnffe4/3jdvYtm0beYwFaY4OsAxt4NEjJ3lnK6PONKAkXIaD5D9kJdwz3RgfmeeeNazxLipd1C+r6K+4dHVVoa2tCk8+cQQ9W3fhgw/P0/6vYmpyPriTzEyvIllWhpGxQd6tLmPrjh0IMVD389fepGzXg3OxrKwEfm6NBm2VdzYHTzx5CL/5W7+C+cU07YcHOC4ikTj1OgPXdSE9buQ70sryEm1CiLamgjaiH0fOPInFzCa6d2xBli/cEwx2TtPObfC9bWB0GAMjA6hvrEVLSwvGR8cJs4hFyzHDu0E2m8b27T3I0IESjyewhe87g0NDDNDO4d/9ux9hjLbw+3/8x+jvu4/0+ho2VlcwMTaGMPkJ8WxtbW5Cd0cH29ZRyvkd3LMfUSeCuak5uOZgfm4WE5MjlFEXGhqruF4f8b5yB3W1JfjSC0/jOO9Z9TW1uHnzHs5/chnLK+uc0xDnbkiTp2gkxr2A4D4rGfCahBwvsCHaMo/vJXrJ3dAvn5AfraeZIRwOw8wQvLdQp/j6F8jPyK9DAAwgFPKgjclTxzzq/Sb11YfjOnCI9+nLsxeU1Ut1oo8Hj16sNa5SMwvG8RlQW+N7ZIZ8FoMFaheYGcKOi4gbgksejHNQKkDee8g72IbPP2LgQZ2yZvoJiO6DapgV6lT+K/Vs86gfZhbgqV0g3M+D5l8EMwvGUN8ivk9JFfuoTlBsN7NiU5Cq7VF4pCvyroP1MIEBuSz7SV6uD7iegBm+u2jNEXK57j5ciyBkLhwPiLphpobNNa4by+vrmxyPvDIPytVhd5f0HcdgZsEa4nOP4zhgI/S4rqskgM/wy5pi2cwgPIc0HXXVIObByJAZYKpjEMl1HeIZSZMJai8C8FlW3acQCjkQHZ+TlPzMDHqkZ2m+/zFmQRvhwsuScC7E+boFUkRyya+A2YcfMyM9h+O4BANL5CMEs0K5iE+0AE/jh8MhiKj4ULv2SyaTg8Dngug9KMT1iUZd2v8QIQzjvMWzr4CXAQ513iWYIXh8Bu0MLnyPlBmU4VbQkkCPWQGpOF/XdSEwK9QL51Hwfb9QZGpGHH7UVzISaP/ldECRV9cJw7EQfObVT2BmcDi5T8fwoYCayzmAawcqpFkBhwkKD/XI9wtZ/hQdAbMPP+JBdQE8rC1kzCwYU+OaGYQrcJgHH/VhQj4MxgxXB2LH4zxyPJdY9fAj3M+DaAmK9QVkD5qXL6EXKigHPxg7mArP+qCJ6wHlP51eAZtILvnzeTE0Kp7PRVOQzcyCuYhPDgCfZYFRpmAli9C4IHEfJOoYyRuMe5YleKw3ByjKAp97zAzmEFwhAQ7zLveLWR4uIWQ+nAAAA1eLfDKBmRGUK0IwGgseofDxiSsolPTTJ30nAJ98hbj/dA6HHvDqG+kTICA5rYnLsTkjcDgR+L8MZhaM5zgOaRTyZhoAKPzE/4mHzFC2/oP5eLTjyj/aUeVivZkFY0rnHcozGId9gxScI2kxCT7qx0WCziKBzs0gJT4/RDa2UWbUGRch6qkLlgLefQXzaAPyfFlWUJUiDWgW56qCeCqCymYGM1MWGjsA8hOkHoej7QDHAgxmBj1mFuTNjGMDIcehbhi1hBxQT2GA47oF4Hx9MmKkKdsmGeTzedqzTDCecL2gJ3ivzSGn/Ubx+pys8roTKpXuq5/uGHnuS81BOCABR3yQR51FruOSaUDt4OOSD4GZsYRgTJKHZBIOhXgfpQzNCepFXyBE0fZ4bnkP1taI4/KeYGZQXzODmQX9xJvwWWQb68xHzs9yVh7MATS+6zqFsRyNhYA/jRX0c4y0iIjCY2ZBH7XlOFfwMTM4AZ5Bj9oE4k+gOqWST44yNDPiF2gG44BjUqYbm5sPZe9SNiHKQGme89QZJxAN0VZ9mPc3pSqbWUAzoEdaZka+C3Vmhs8/juME+GaFNtEQj770gVUh7ndQL8RvoV4rwxrSVln0HqVhxk6qJKhd4BPXzAJ5gY+ZBbLVHHLZXLA+ZLKQsl1zEU311TyUspp8GtFMWeTJX9H2FOmrj5kFOKIRolwC2T2Yo9rVWfRE19c+UAVBNDQz4UQiEQgkV4frqTaPslcfgfJmGqcgO7WrXvPRGpnLNSXkSN/j3EmevDvBnIUnWSot1jtOgY7KoqXUzAJ5CE/AAj9+AEV88RG0sUOxTvNmUQsU4IqemQWylywkEzMLePk8H2YW3O1Fs9jPzKBH9M3sIU2NLQjwYAF94TjMBynnJPpFXS3g4uFjZjDKVvVFMDM4rgM9ZhbsxTgDlLFYLMiLf615nnItyDov1IcgXh4WmFFZPAhXY7Aq+DjkTXJSqnrhKNVSae457mfZdJe2RGNKF6LRKKQPKquvCOW4hze5VwuwQR9P5qF8zDg/gvB86o5S9RNo3GAcBlrFWzqTRo72VnnVq72Ip36qyxFX81E+zUC4xgzwyYPqH+1j6vQAzAolzU/8aj2KsL6+DuVVr3bRESifF13aVofraUV4QMuMNQ9A40omkpHkY1bQEfEpukpF8wE7gX6JvspmBs1T/Z2amka+pCcYaFpDanGFjOXozMkilVrFBJ2lS0trFLAHmAtzXKwx6KNv9qRSi3SyrxM/TQfwNPT/UX7w0Ud0ct7BJ3Q+6bf59Rv8Ll+MqxjYqq6tQaIsjvXNNYyOjdDhMIwF0iivqEA8lsDQ0CidQOtwnDCdR2Wora1HQ0MTHUpJROn0LC0tQW1NFdo7WrBj11YcOLwH+jNfobBhk45evVwvMVi2kMqDMWDyBTpDfITDETh8AcvmfCwsLkPfdFpeydFRCyyveVhkn006kUMI5B7xAAAQAElEQVR8caihY7ahoZ7BpJXA2a5x2xlkCUVCdDTMYH5+HvF4CQOaOdy6eYeO5Fk6zGtwcP9h1Nc20CG4gNdff4OO7kuYn5tDSUkJMtlNOv3GoItnngre398fOA6mp2YYRFoj3Vn2m0dJogRlJeV0GFXQibgPjz92BidPnMHObfsQC5chFilFTVUjZZSm43CAAcVlROlcSCbiqE4mUFcRR0ttKY4f2IGXnn0Cv/ub38HXv/winjpzGi+98CLpnURVVS3WVjexsLgKzw/Dy7s8YtxgTqWl5dzsYeg3tVwaiPLyUjQ21KG9rQlPP/04qukIzmyuILUwy/lvIEvnWzwcQl11JaEejbUtdLg5WFnK4eY1Bk/pkBodXsTMJPvMp8l7M18OI3TELaP/3jBfihPY0taDqrIq3L5+B6+9+iaDrO/grV++R8fUBPHmSbecfB/A/n2HEY0m4ecjDIxsoo+B1Xt0jH7w3tnAadlLR+c0nURrfMHu7e2nQ+89OmhvoLKyCs9+4Qs4dGA/6uuqEY85yGysYHhoiOt3A3du3WFw6i4doauIhF2OYdi7dyde+tKLwTfn8rwsTk1NktYVrlk/Ll76BAsMnpQkYqiuLkMonKeuAomYi+1bW7B/3y6UlERRVpKAAqQ93Z1oa22h3lainelXvvIS/tF/+Q8ZcH8Jv/e7v4ZnnzmDAwcO4LGTJ7Fjx3ZUVFYEzi8ZRIdr0ExHWElZKcrLK1FLB/mRI8eRTFYgFAqRvx34/b/1m3iMeqJg5b27Q9SdJM6cPoH/+D/+dfz2b38H3/vub+I017+tvRVrG3kY90EJHciJRAQ5GplBOjDfefceA169uHLlLnUrT2d6mk77Afyr/+1P8dGHl/HB+xfw9lsfYnhwFCeOn8B3vvNt6sOTdNJG0cugpwK6iXgY+pOSly5doy5zzRmYn51L0S7MYH4+Bf1SRpi6kmaQoqa2HE0tpdjSU4cjR/fjO996ljRfxG9+99fx3HNfQFdHO/ffMjy+2NXV1XK+ZZDhXVxkMKKiErx/UJdqUZmsQpI6GwvH0dTYigSDOwpOVJaV8yUAMJ5YK6llLDK4O3B/iI7oVSAXQ31NC7o6e9DS3Ixdu3bQxo1hZnYKI8ODuHL5IhwAW7f24MaNu3jrzY9w+cogtB5mgNH+JRIhNDfGoT9D2NndzDnswxeeOYmK8ghuXL/IwM00duzoQXNzA8eqRnNjI1q59m3tbbR5I7h5+yayOe4HOhPLy6vouJzEe+9+gN7ePgYwurF//36O55OnGc69lHKOo6a2GlWVFTCAfA6T53E6dVuR54E8SkfpwvwqNumEqWdwJEnH8yodTBtpsN0o/03cvjNBmx6mXjawMsT9OYybN0bw1jtnsbKWQYZWIFIaY9BiBkND07T3GYwzqHrjxk3ujTXauXmUMpDQ3NyO2uoa1BAU/L98+Qr3QTnOnTuP3vu9uHf/Pp3QHp3IO3Hz1i1M06mqP8f8ox+/Bv0iTldXB46fOMrRPO6TEs7GR0VFkoeTRz4Xg4BaGde1p2cn924tZKvSdPDoEvD+B1e4//qRpfMxRF0qLVN/kfC41j4iIe7DeBixWJj0cuAggbx0GLoueA64UBqPu5BN3uA5FEtEIZs8OzPPNuP+EU0fiXAJ1uZTqC6rQAV1LMIzZIABibt37+Lq1WsYGRnGCh3MugzopXx0ZAi99+4iQXo7uY/37dmFUuY7O9sQj0ZQTRvZ2FiHuvoaqI++mdnR3kF7XM41jiJREkZtbRXSdHKXlCQYPN2P6qoKfOOVr6GbOnbn7lX09LRj//493Bc+zp2/xn6l+O5v/gq++PwXkcnk4VA3xxio/NnPfgH9stLGxga0RmXJEu6nJfTQYd7W1ooQ53Lrzm3S8XD46BHqiIdenkmrvJR0dXWhjuduPfk8+fghPP/cMSylxqmL46RvAF94l5ZWkMv4wX1hk4GfbNrFO29/jEsXr6OEvB8+vB/79m1DY305njx1DF1dTdi3rxsVFQ7XwOCYoSRRijBt0WDfAAOFM7QZaYCrlSgJcV7lqKmrAu+AABzU1yd4ScuioroEX3r5efydv/u3cfzkUTz9hWPYuWs7Tp48QZ06Rmf/JDbW87Tr/fiv/6v/Hv+P/+f/Jzhbc3TMRunw37/vECorqrCYWsIwg47nLl8CwsDU3DBlkEJziyFZlsfp0014/tmt+OYrx7G9pxJ799RjS1cNOloq8cTxQ2hMliPMeW/vqMLp47vQ1lyPOM+OEL3BnZ3tGBkdQiafhk+HUGlZAvqljJaWZsQYELt8+TLXKoelhaWCY4Bem4pkHNl0ijLaguamKo7ZhpbGeowNDWB+eobnSCl2MHDzxONPYD+D5i2NTUgtLmBuYR5+KIvU2iwcN8uAxzLGGWSfmZpCH8/A+9yP2r8p3uPWN7JYXF5Hzg+ht3cMjsURcqOIhGO8Azi07TMBX7KtrmvYun07aqtrsXP7XjgUUmpuHSXxUnR1bkErdaiyugyVtWU8ewfwxi/eCexJej2JhTkH738whSvXBjAzt4rh4WksUl9CXOtoNE79b0IJZaL/RqCMdnqIAdFIvJz6XwqqK0qTSThOGNlcHhG+gMzMzyHMF4CFhVWEYyG6cAy37tzB1h3bGMz1sIdrE+K9LRGP4MSR/ejp7OR59T582sVy0ure0oV4aQIrfFlQoCnjlcBC1bh5ZwL3eieguoXFNVTW1OP8lev4yc/fwPJGBmWVtbh+uxehWAK37g3irfcvYWp2GTk6lZZXGAhzXORdF5O84509/wnml2axmV7D4ycP4emnTuPM48fQ2tiCPVv3YHZsBsP3+/Bv/v8/wf1rF7Czsw5djSHUlfvIbU5gqO8iLl34mFJOQ99U3dpZzbO9Gr/zt17CidN7sbScQoaBwmR5ksHqKXgcu7K6jvs4hnw+i5KKEoR4J/2f/vm/wWXa9Nfe+JDyrIQPB2ZOcJ95/NTjGJ+cCPa87M/RY8cwMDDIvVXLO/gSPjl3Bffu38Pk9DTKK6ugv0Tw9vsf4SYDwh+ev8wA7Qhu8TxsopxOHjoK6bvnbSJGu3XnTi8DYld4JxunDS1lMDSN5dUsPvjgHG7evIn2LY2orKykPNrxjZe/BNeWeT62YP+B7cQPw+d6e16I+tZOuxJFyGp43xrmGbfGuWfw0SfnUFvXQBtgOHrsOHbu3M2A4AyuXr2OK9dvoK9/mPqwG/X6BSrawY3NLO/u/fjog0uIx5M8t5KkNcW5NiIUikB3kebmFsoijKmpJUopCnD8qfEZ/Op3vsV8hPeQL7NtHn/545+jf3AIU9OTlGMHztCebe1uxkDfHVzlfWltNY9kaT1t/yjisUoGa2sQi5XQjmcRivgYHBrB9p278NipJ2hjByF99v08z9d1uE4WS0vT2NxIYcfOHjx+aj/qSkvQ1lSDlbUFbOTWMT87iuWZNWRS0zh+bA+ef/k0QiWG7p3bede4xrtiI+dXgsrKciggWsm1a2pqQnfXFmzp7kF5eUVwfu/duw96KioqAgdL95ZumGPQXb+upppyXqKNX4QbiqE0UQLHPN7l06glvfqqakQNOMC7Ug3fCRJ0TFWUlqK7swM93V149ac/wTTvIBOjY3D5Mq177iqDo+yCeDyKnq3t+N3f+zXs27sFy6kJTE4M4sP33sfK4irv+TPc10m+M2xgZobju1HaYg++GVOf+u1z3QmeT/ZdKDG4cN0QPL7cm2kUIEtnVo42Q3WO48CsUG/G1Hegx3FcJQGYsZ65HF+2dbdwzOH7YprrsURa2YB2hgH3DF/4PV3+iCvaeqE2MzgcowhmFuCLVp7zFw74mBXGULnYl9VBXzOD6gVmnCv7Ccej3RIN5ZWakYZPXJ673CgQ5LIeXO4Zx0IiBzPiBLnP/jCzz7RprCKG8maky7kp/yho7EfL6qOy+PF491K+WKfUqEdK1U+p2gWSz6Nl5YvgcS3yroMcl0YAc+D6DqKcZzRviDAfDoVh3K9h2mCKh+0hhDlnl7iLtLtsxe/99u8gJF0ggk990Ljiw4dPkgbH0Rw9ytoLZGGmMls5b099mIJPsR+zxPXh0rY7Dnl6kKq92KZ8oc1YRVrw4Pke9TUbgM/9LZ5CoVBAx3Udju0T1wtS1zUETlTWkB3+9AJwyKuZQfwXIId8jnTJZ15yFxrvMi4MAW0nxH1KcEjf8QO+1Y/EOG+XbS7MjFBIVc+LMhwXBAfG8eAEtQiFXIQjLvk10uF8qIcegaSJ4LEuF6ThsENcg+oFnFpQNgMf4vGEBmUvXaFIODZ1lFM3DuSwg/gWKC8Ih8Ok5QAICODRR3LWfJSKngABnkHyUDnH/Zulg054QRNAXv1AhmpXX40jYFOhnn18PwdzPEKeQAbJs9qFDxJSKppFUNlMshEuAjpq8zlJpQL/gS6Bj8YzswBPfJAp1n76MSvMV20Cn7prNG5Znl8e9Z9kHyKr/VH6GsehDrmuQ9mHAgAfkaSIgzWUjqkMzgW0HwLjGgTgu1QDJwCwDsIBH/LvkwcTL2TAWKZawSEhM4PZp8CCSBYAPqfnca65ICUajLxxK1MbKC+zYI1d1yVvbpB3yKhAuiAdiEQicFwH6meOgZE7jgu+Ixhc7i+HlIw8cQDoMTMmpM2fj37kYxOQPFkUDtjFJ28eMtQTyU6yTPNdWe9H2WyG7fkAiBmQkrhQ6MrEp5yoJ9zTxnkGCPrxfxI0lsYUKK9uZg+Iq/A5EN7nqoKiupgZHE7M7NP+ZuSK66R+oi9Q3ow4Rt6VovCwBq45lKtyhbpHfxrpaIpFGqIjgARCe2zUGzAgbwQXIdJyYWYBCfUpgirMDEVeRUNtSosAPexaLCt9iOMB+ZzWjCtCntQmUBeBmUE6E4/HgzHkA/HBuboOpEPK5+m3kx6E+V4WnO+UW5brL4B55BuUA2AOU7Y5jhvoJhUh2E/SSzNDXraXfijwkY0kKnVJ+gLqZph+vwR9szFwZOgRnw6RzExFiJ4yjuvynHJhLBTbzVRiBT852iSNJRkor3uH0mIdUeAQ38xI0g/4Urvn0X6xTvPwuEfS9Cvlads87hXVhSPhQFZmFvRRvWiZGcxM2SB1yZ/2oCo0JmAQn0UwK+BqfmYW0JSMVM5T1uJbkKe8xLvq1dfM+C6X5bvdBsQv+LiO81AWqhO++oGP+ghES23iy6wwZzZ/5iMcgcZSg5nBzAK+zQp91C7aSrV+Id5dpReQvhDHrNBHND4PeORRf9H5FLxgHSQDoWVoRzQP8SycYir+pauaU5G+mQU6VqxXf6o5SBE5rqfKxfGkr8qrv1FuZp/21dhBvTkopKauD0HjqVBMhSN+lArUJtriV3mzz8qsWO+zUXzpziIeHuVb/YtAtM/I38yCPaUxBWYF/swK4xTnZmbcU15w7y6OaVboa1boozkUx/EoLJ/rBz5mFoxZbGcVYHg4rpkFep+jjoq2QLjgY2b8iWBs1RdxfW6AqQAAEABJREFUoDOQbSHuiWg0wneYePDOpPHlK1RqZjAjkIJkGYvFgjVVPgBz2AK+a24G7xXSB41rZkE9OwNcT7gOZF41JzML2syMzcZmJxhX+1K8mFmgc6IjMCvgOKQj+QrMjH0R9FW9eNX7/qOyVr10R3S1lsUUfKTDxV+CePSub2ZsLchKNIs0ovTNiJb4CeZALOUlT4HwZKeLYziuS/6M03YCKOKK5qMAPRzTzAJ8M4PmJxBNMwMgeZAn3o0lX4FomFkwf/Ap0lcQN08bqzt/nu+KAl/3HOLoIzylZhaME45EAhunscBHdIs4RR5UJ3l9Zlx9a2eGwY+J8TmMMgCWWliH/m/Mgf4R3L51L/iW4PTULI2hzws3Dw6+JGT4ojk0NIx33nkXH350lo69FGKJJEorauhIBOIlZejiC3tJWQn2H9yH57/4DLbRYbClpwtnnjyFfQf2oKW9mY6GrQwUVLFvDOBEJPjuLT2s30lHcw1KS5IBlDOI0kyH5ImTx6FAajq7TqfgXTrfp5HJbFJ4IG8hCiBEBTQ6pivQ1taC8mQCbiiMZToSBxg4mppeRGppPXiZKSsLIR7jonBzltAZ193RjH17GNAqT2BjfRU+D4aFhTk6kW7ik48/xv179+nwnyetFQad1sDzCuFQFGk6b8bHprC4sMxAyhJGBkcwTsfCNB2ht2/fpvNgCjku4MryKuU6izu37zCd44v7GoMUC3R4i48SOBaFIYKaykaUl9QADByur2Tp1PB5cYnQ4eojtbCC1aVV1NXUoampAc2N1eig82Xfzm589aXn8Xf/zn+A3/ud7zJY900cOXKY84siyvUaHOin4/M2Hd6XsMZAS2VlLZ31dUgmK5GkU7O2th6NDY1oYuCnvrY2CAAkS2OorSpDRVmMgc1RBkLXGYwJo5SyitCBmeWFdGF2Dkk60KsrqlASK8O9OyP44L3LWF320FS3BVu37Of61VGPhuiwnUIyUYUvPvsSnjj1NJLxClw4exG3b96n83cIH9L5du3aHTqXcnQSdWDH9t10IJ1EW3MXvHwIne3bWD6NQwePBbK4d3eQQagPSZe85YzyC9Fw+sH6zMzM4BM6OdPpTdTV1WH37l2oqShDWSyKajr2Ik6YjpzJwAE/Rd2+cOEaYtEYnvnCs9i9aw+MFm5hbpEpkKBDaG1thTrmQZZvbHQKwwzGbjIo63kuDSawwUDltWsjePvN9/HDH/wcb7z2OibGyRd1aHPDwydn+3CRwYY333wbcqiX0GHV2taG9vYOLC6mcP36dcqgjzrdi/LycjTQmZ4oLcEUHePvvvsenZxT0P9/tbCwgMmpISRLEwxWNOBHP/xLvPqLVxnA/5A6uYFnnjmF3/qt38Tzz7+AKOdz8eJV9PcP0lm2ghidfD4vwtPTS1heSUNPeWVN8A2FfXt3YXk5g8WFTYyOzkN/WnB5KYtUapM8jeD8+St0tvYFvCXppF7fWMNSaoH66lPXp9DfN4aSeDUO7DuB6ekV/PQnv8BPf/ozvP32OxgaGcTo2DD+8kc/wjucy/btW/F3GRD5xje+ihMnjnH8bdyrrYjHE5R1CWS01lZXMcv9Mzs7Q9lu0DnYhT10SlbTsdfe2obt27YTdqCqvJI6WoOIEwJ44S/cex3umSwy6Sx1wsUd6tfY0Bz3VC33QgIDlMelSxewyjXVL0c0NNTjFQatnnziNJ5+6gk6Up/Bk08+gd//ve8SvoWtW2tQSlvR0lqG557Zx731Ir76teexfUcHujobUVYaws4dnfjCF85gS3cbvvzSF7k/q1FNm6U9lYjFGQitCoz08hrtCnyu6wz0LeNbDFaGwxHUM1BekihFNByjrvvk22GgI4QoD/OKynLoz/xmsptobm7iGj+LZ599lkGkIwjRtk1OLiGdA+1gBlMzk9zfa6isqkRlZRJlDPw4FqaNypGunO8xZDNRDDHI8e4HH+EvfvYqRucmUEMb0r6lDQ3NNaiuidPW54O1j/BQKeG6lCbKkM/6SNCxNUdHloKpM5PTuH/nHiKhEMLhULBurVwbOTazdP7Ljj/15FN4+Ssv4/SZJ7g3s5hnAEi/jLO5uQHp8gZtyCbtZzgSxU7uu0zGY5D3NtbX05RrEkePHsWhQ4fZ/zTPjG6EI6AcgZ08S77w7BcQiYY4nzzHRgCrqxnyX4UOBrUkmxjpsoV716DDj6YeDh0ROTqpVM7zkrVJGxFygJryMuQ4bmkUmJtM4fKFq7h6+Sr3wzjGx6ewtWcb1yOOWtre+oYm6KDN57K0zT702+6JRBT9vfdxTd8Ui5FR32PQuYq2rJl7/hJcOqwynO/q8gr32QLPgFlMz0whnVnDwuIM1/gKx+pn2yxidGw59GTom9+63GwwMn7jxh2uaRXqa+tIs57zMQYJJlhXie7ubvYdw+TkJOs9yimKsbEx3L5zi/ZpLbioO64T1K2uLqOsrAxtHe3URARBFgU9FlMpmOvy3K2Ay/D6+tIkHju+B4+dOIhcep37fYl7KoOF+YVAP3N84a2vb0E/7wn7DxyhnS/Dlq5OVFeVYoE6tX/vNurROh3oCxyrCZUMKF+/cZ3819NmD6KC5w6XAgf2bwPNcsB3bV01X742SCuMxoZK6vImZe7wnIojwzP0ww/OUk7Xsbw0j7o68skg4o1b19jH4znRgRuX73MvHkKyrA7Dw/349ne+iQOHtiKT26D8DdpLs+Qt76/CD+WQd3LYtrMOr/zKEzh4sAHf++4T+O3vvYj/29/+Or78xePYv7MJyegm6so8BsHqUcZ1iZqhqb4ObU0NaKjlvqajpb2lCcP9vdhcX2PQ4ADPv1Vs37aTAY5t1OVNxGOlaGpsQ211M2KhUsTKqyjDDMwy1GEgEnGQ3lhnUHkW66sbuHLpKgZoU2enUsgwEOrn8nC5fhU8GxqbGhFPxHiHycChI3lubgHS9TQDhk0NDZR5DpUVFVilDTVetBO0KzW1DWjv6EFn5zbuqZO0N61ILWzwLjKIstIabNu6nWtQzjPqMvQN5o/PfhicX5pXfU1lsO7ryxsIOWG89877mGKAcG3ew9D9Gdy9MUO5j/Des8i1bUBtlaEqWYdtnfuRXQ9hfSXHgNQog14jmJ9bIS3jS2MM5iQwPLqADz+8BX3TP1lRzflE2QaeV2lUVFRyz++jzVhAhPupvKI0CKoleCe8e78feS+LyekpfOlLL3K9kzh/9jzvXzMoKwmjNOqisbaCAeYlrv0mkpWliJaUobS8AlGe5x0drWig3Y9EStDQ1IbW9h7s3ncY6byDewOj6B+eYEAww+DXEsa4BhXV1fDdCGl58M0h7xGMT68xQL2KUQbh5hiEfOapM/iVr30NW3iuP/f0czh2cD+2d7VjIzWHZ84cwX//j7+D3/n1l/Ctr53G733vJWzpLEFJWRj7D+zHgT3daK6Ko6kyhEO7WlFZEqJMLyHM9d3M5FCa5HrSNvlOiPJYwsUrNziPEqxvZpCl8/V+3ygsFEOirIK8z+Iug+kVlWW0LUsYHurHOzyHO7jf2zta4TiGd995i3pwmDYzj82NTayt+Th34SbqeQfcpI26fO0GsnCQWs/g/sAUJqaXKd87ePeN9xhYCyNKmz8xMYHm1hYcPHwM8fJadG0/iD/+weuYmsvhfu8iouEaXL/Wjx279iO1ksH9+6N4/ZfvBYHHCPWoraURu3a2UO9oq6gHq0ubKI3XYn42TZ2xQCc6u7ZTR1MYGpzCcirN/bGARcpzM72Oo8cOY2xiCjv37IO+3fyDv/gx7egSBgfGaD8qUF/fgJKSBM+dPO8k08E9wqV90y+MrK+vI0RHPuAiwkOltDSBquoK9p9BJc/beEkJ3nz7LbS0NmEzs4HBYQaeG8oprzVEIlkcObqH+2MBI8NzmOL5u7HucV+cg2uR4K700ccfwQ05tMMR6vgo/NwatnZ1YHRoFE0Msq9zry6lsshuOOw/ir67H+Gp09yDCQc+nWINjbUcyw/O79/57Vd4jtQhTxvw8ftniTuAi+cuoKGuCr13b2J1fQEeHWh63ygtTTJIPsK9UwXdK+d4hx0fm+AdbgD1dQ24f/c+73krXO817sc+1NfXB/fKluZW3n2ew7PPPM/3hhPYXPUwxXvuN7/+NezcugUttHe9t2/CZfD+K196ASGON9x/F/mNVVQm49ja3YQXn30S23q6sbGyitrqKgz2z9CeXEML13lsdABtLQ1YW1rEjp6tyKd9bO/eTVl0ws+HEYsnaecTlHWG+xq0AR5KSss4L6O+higL7jm41NU07yF5eHR4RPkiDz7hUJS20SUOC7y3m7kwM5Z9OBZipT4OXK69clm+VPu8CKgsyAQBUw9696zku4FwVK9UeCHqusrKq06guijHV73ySs0cOA755Nie5wntM6A6geioj0AIxTr1VZ1AdcU2pY5boK2+DsdQXQC88yoVvkDtKitV2aOcAPEk+fgwMzX/jaB+aiymZgV8s4I8Ve9xbsXUzKB/xbLa1F+guiKoXATVRRkUjGV8xMm/S1F51Prgz/jSNpFbRGnTHM+wvrZJfXCCO16UNiPEOpcjVvHu8Cf/9o9x9eIl6A5WdGiINpuDoYxy0rpEIhFIppKh65K6gesEonFgnt3Q7Yh3NfAJ+rMM8sOpUWeM4EB9HdIzM/ADZoPUJ67/gAb4BI5aYy3rfNLQJ5/PswXEN9JymXItAMg5meO4nBKotnB4GQqHXegurfE9OlbzPONyvGPmeU+VI0jyFfiUn08Z+SLN1GVwAz57iR7XRy+uGt/Mgn0g+XBImH6QZ/GpX/aC48NzPNaQEPk2FwEfDtcB5kHjG3FIhj09tgEqO8RzA/vmIhINEVyE6BPQnRXG/Un74JF3I81AbhqZE/V4ZxSI1zzlIjAztQZ84pFHa/EoeNyzxbKZEdPYT/MD8nSoqeSQMTMLaAlXshKYGRzHCQB8fMopL5lKVpy9yn4gTJ+thY/P8dRXaaGm8LNYVuoR5zMp6eU5L/UzI0cEjSsc9Tb7tE71Zp/yKhwzlYVJHeG7OlUAPuUWwAPW1M/3PYrQQ7AWDuC6DswsAIfzNFPeQdhxA3DtQTuYEsB9B6WkDY5DYig+vuZEu+FTpqBiBmLJsZXjB3RgLBQ+AS586kn+AeS4FoIsfPEoWkJ3HUBA3hyC67pQ6rPdzKCymQV1ZgY9HJqUOaj5cFjnsGTUK3tAVzifB9ETqF66J+BwAPuTCE9WH+YW9CDNe47WiSxAjx/Q5T6gPnhB3ld1AMqp3eP4nC3rVMPk/8LH7MG8igP+DX19thehiGJmnIIVi0H6eZxiWanmZVxD9TCzoK+ZBf0cCiRE+RdKQdXDdg6NYn+lggJG4acFi+Ig0BnqjgsXIXOC/sLQuEVQ2cyCNjNT8a/Q9kUPn7Zp78hWKdV9Jy97wSXxaO886qNoiyePeyzPc9zMAt0Bn6AP918oEoZAa5hlAJXM0qa6iPElM5one9MAABAASURBVMz3N6KCqsQ7BO0b6YgeybDah8c7lsoOWXL4gwl59oieh+MAjssfKvEelM2m4XOD6mwJh8KgckHy8QO5G8wMouWRJ/Em/jlIUO+QmMDMWCU8JvwI34ya7hf0y0ztCN7pcrRXPsdWP4FwRbsIqiNZYrAvbTrU1XzaZZd3qwjcsMu9mQ9oqY9PHVcqCPgjn+FwGKKTo2wF/gM+wKeYlw8jy+Ch5K++QlFKlOCj/sIN1og0zRyESBecS5brofsW+Ehu2vdFfPEgUF8zg+rVLjzxZaYJIagHH+EJzIykLZA1J88WBGWzQj34CI/Jw3opgE/DVrAPBXtQxBFeEcwsGE+8mBn0CM9/RHbiscif5GBmQR/lJUOlxf4+haU5qs7MoLmBj096PtuYhe4F5lLPqH/qL5kpDdqJo9ThQmtcpepjZg/nJvqbfL+QfVObcMxM2UBGKkuPlZpZwKtZQX6iLRANjamxxatwOUDAm0++HPqyRAN81C58gfKsCsZ5tGxm7G7BWOJbIJpmhXr1E77GFKgsPoQjMDPoUb1HWSlVO4mqOgCVRUP7TDQ0f/GvRtdxiWrBni/2Vao2MwvauGsQ6CxtgujkmHray2zXOrmuixz3YJGuxlOfPG2GRz0XraCOa2RmwVzNDOJB6yG9F54TDvGdM/zQbomGLIzuglr7HMctjiE+zMifQ30AAj7xf/CYEZ8gO0RWgj6iIz4EyosPgUhJvpqf7sl6B1KqNv3luvWNjYB/4ZmZkqAs/kSn2E/7O08ZCNRX8tdYmrNwJRfJT/tEqRsK0SZFobFEVPjqJzyzwjhmFvBuVkjVT+OJRpTvXuqrvEtdFA3xIxAdM4NwNbegTbxRrsVxgjqum3wfafo/xKf4LbYbEcwsGJ/Zh/qsdoH4dFwXGt/Mgnb1d5aXNpBaXKWTK8/Jhfmincb05Aod/mt0oGYoPCDNl9/lpTVMTE7hzt17DFSdx/3ePgwycLhK51+Oh93UzCz0p8FEdHZuhi/pk1TeDKZnJtA/cB/6c4XL64tYXltERXUS7Z2t2LV3J7Zu70FlVQX029K7GPRqamzC2vIa7t8bYJDpFj746EPcoBN2bGyUwcDzfEE/TwfufczOTZPmIicMKDhVzheshoY6dLS30OFdi7bWdmxj0KW9vQu1dCbW1NWiuaWewZEOHDm4DXt2NmNLRyV2batEe0sFmhuqEKJzVYHQwYHhIHg0PDiG3nsjgaNaAQA5KRXM6WjrQHtbJ8rLKvg+4qCUDsuSeAkMDuIMWuWzHtvK0dzYjCY63kvpANzcTHMDhemU34GODjoomjuwY9tetDZ3Y/fOQ9i+ZR9WFtPouz+CWzf7ONcbdCT14SKd+vfvDWKSDn3j7nj6yScLAdNf+Sq+9Y2v4W//B79LJ/Cv4zkGF44cPgz9aTzjIT882M+A1CQdWpdx9fJFyjTF4E9bEFjctn0byisraBzyVLowXMcFLUng0M3QUVVWEkUz5bWLa6NvzoQpl2QihCoGmhvrk+S1Bd1tNXQM5+Dy8rnMwJp+s39uNkW9WaKDaBkDg5OB7iQS5QiHYnQ8TdIZkkdTYxv0jZdVviivbWQAC9EBX0d5tuPg/gP48pe/jueffZHzeRGnHn8Ke/ccxK7te9hnDyor6jAxNoex4SkGlde4fltQVVGFGIMmPjfMOp1/Zg6o37h5/Rpu3bqBleUU9u7agRgP9HTao8M1hQbO7eknH8OXXnwa3/31b+DE8QPI8qX1/LmLuHzxCl5/7Q1cuXINV69dZYBilPLxOO4kfOp5XU0pkqUh5DIbTMHAM0D/G/mrxPZtLTh2fAd27tyCDTrs3nn7Xdy+1U+nQBp5vrTEGVjbZJCvt28AH310FncYjOrv66fMpjE7v4C9+/Zj565ddOqlMDQ0hPff/xAffnQOc/Nz6B+8jvMX36FMM1hhQGSITtKR4Vm89dY57tN1vPSlx7CD6zoyMoTz587h5z9/Fa+99j4m6HCMUj41NeWQ0fPIx85dPQw0fD2Y/6lTJ9FFp+XMzArefvcclujULEvWIL1pdF6uczwHVZU1aGhohkM9UTDsKmWjP8/W3zeOtVXDqdNfwgvP/wr1J4y+3jG4boQ8pjAxOUYeXsebb70FBQz27tuNajqmN2ikGxi4N3MwNj6BCxcu4urVa9zXg8Gej3EP5Wjs7t25Q/29Cv1fbhleEBbn5rC2skI9LEc+k0UvnYNjo2PI0Km8tLjEtSjhWtTQRlzDz376GvQLDkeOHMeO7dsDOn/8/e/jf/qf/1e8/c7HgSyOHj2C4wzoPvHEGSiAunfPbiRKYqhkIHLPnp04fvwI/tbvf43B6T3Ux4Po7GpEZ2c9L6WrxIlxTh6ymRU6gKe4fTLcWzvhM6Jr1EXXKehheUU5+N6BO/fvYY0BEx+gg7GVfePYtnUnEvFSlJaWY2F+CTdv3oHBRRttywptoNbu5s1bePedjzA0PAyPdDN0rsvJ9PbbH1C/hyEHBoei4zxLR+kycfKQsc/QSZimroVCEfhkYI76labMGhj46dyxBYvkZTW7in2HduO73/s29u3bim9956s4ffoAmprK0VAf5zrmg/W4e2eUYw1hZmaee8ChTt/G8PAQ17ISkxPjaORaDo8MY2BgEBrXIUOzc/N0Ys8gFo8Rr4prfJ6Bmqv46OOP8drrv0TvwABSSytIMbj4/ocfsu0G5387gKtXr4KCoIyigUN6IZXinliBEwa2bOvEf/YP/hM68feyLYQOrkd9QxnHcVBZnUAkHsb84iLlkabcPa5TBefhcM1Aei5y2Txcx3jvdllntN8hbGUQMJmIM2i4wbOgDB1tJRgZWcbyyjLkeJcjOhyJYZE6NjY2zrYRBik3MTI6HAStQjzQ29paoYDq9m1bUMU1nxgfRcgBDh08iKqqSiwvL/MSFeFal2KFDmczFxm+XCyllrhv1lFNnauuSmJ6dhxuCNxXqygtK+O6HEAjz5EYzxf9Wd14PI6a2hqAM1hMLaK3t5fB3nHKMsV93In9+/djmDbg5s3r2NhcB9UJnd3tHCuNPF8gZOeaqANDw0McawY5vjht3boVW3u2BPxm05ucfwvPyP1Y4BrOM1hXU1ODM48/zjW6Qrt6FdNTU1z/YepIPY4dO4JkMsl9PIYrDCRfv3YJF+jsv3PrJhZot65eu4ZkeSX2HzyM2oYWzn0NO7ZuQ5KBjq72dkyOjqCrvQyHD3TglZdPYv+uZtTxfjA9OY+l1CaWaY/W1nwGZ5IcdxY3b9zgWruc2xLCUQdtpDE1OYtLl+9iZipFW+Dgu7/12/i//5N/jOs3LqKuvoxBp1VcvvYxunrq0dFdh7qmOE4/1Ynv/NpxdDCotXt3PQ4eaMLObTXwc7NYmR9Ga20cdckQ9m9vRzyUQ25zDamFefi+h+qKJCqTZXRU+di2pRN1tK1NDbWYGZ/E2vI6NtdzePfNC3jr9fdg+RA213IojVWgub4N68tZzE4sYWFhBteuXEE2nUEkFEcuY4i4pUhEK1ESq6YeboVs7Rh1TLJMLSwiFk9QJ8pRRzk2N3cgEk5w7GbQ5CBMZZvnvevqxQtQn4qKCuoRxyb97u6taG3p4J7wUMkzdH01h/UVD333p9B7bxL1NV3IpF1srOUDHZ/inW1uYYJ7cw4Li/O8+MZRXd9AfZ/DSN8sxu4v471XLyPBPeE6wPT0PKZ4zqQWuCZuFJWldaitaEEoX46zH9xFX+8E7e8UAziT3HMxpBZzGByaw9DIEgN1qzxrHOrKCsdehec7SJSGUV1bhQruidr6KsQZXCyvLENJsoJ7e5mq73I+lYjQiZHPbmJxbhxVlaKxgLpyl/eTJjTUVBOnBSSIRCKBUCSEKQZf9TLm04mjQGSednF6egG37vRhgffbWEk5ookSBi8rsbS6gjTPoCrqvu9QNrSlm9yv5jj0m/Dew7pcNoQvPPk4vvTCFzHDoNUq98vy1DwDqt3oaenC5vIM5eDg5NEdOH54B23FDC5c/AA/+8XPUME9s76R4zn1PsLmYN/O7cjwLr08P4/0ygZW51cwzUDtDANi5kbgwUFqeRVxBsxC4RjivO/mPGBqcoE6UYe5hTSDURGUlFViYHgEa5lVuGEP27ZpbXNc2yXkcxnU0Masry4hGnFwgmefftnszJmDDBDuxcVLl7DB88UNRzDOPQUnihxirL+JZDKBE7xfvvPaq2jgGa576GGejx+fv4yrN+4H409NrfLek0OIerywmGdgcQx/8mdvAE4JNvgOEQqX8S49hVXaP90pHz+xE1U1UZQlHfK2hoHe+5icSnG9E4QYKjjOkUM9uHltiOfMMl577W3anUE0Nleho6sVR4+fRGl5NSK8LzTQRmZ4767kuodCUdTWNCCf94I9FIlEUFpaivv37wd2WPcP/TIPo4KYnp+gvoWwvDqH5ZV5OJRZ/+A9fO93vocDhw9B33w/88RjqKwqw5YtrYjFDBnagkgkzneEHK5c7AeNBiLROAPrOZ5rEZJtwnj/ItrqWhDxQPs8SVt0A11bunH2k/MoL6vhvhvmvW4JxnMgGg0jUeKgvbOKe3ST7yjb+D7UwbVM4sqlK5iamKRtiGKgbxiDd4fhMIDi52k3osDG5gqD+osIR8IcZyKwr/oLBVVVdQiFIqipqYf+PPgQ32kAQygcQoxnSHlFBWZmZ6gHEWoWmMZRV1uPsOvQKQjeubcgRK2rryrH0f27OSdgfXmJwdzbaKqppD1cxdLiLLo7GrGlq5bvQB5aW2px6uTj2L1zPxKxJFLzGVzjPXx+dh4uwmhp7MDy3CZmp9Zw+/YYzp27ivmFZaytp2EO9XtpmWtRBseJYCOdQzqb4/Y17ps1rKxtcC034HHujoVQVppER3sn3xva4NHp4TouHNeFmSFPJ6z2eJ4v0IDBjHXUBfBxmPd4jzIzhEKhAFRO07mud1fHceA+oGNmtPd+cEb6vg+1KRW+8iQX1AlfZYHyAuGoXfkw3z001qPtKksv41wL8Sl80RYU82Ycn0Q88l6sNzPWFD6qexTUr9BS+GlmwdxVMnM5FyO/IbhuGIATlItpPu9DIHpmBrMCiGczC+RUzLNz0C7cYt7MlH0AxjXxSN9/UP5ssklnrHTehSFMFOM6R6MRZPwMsm4eEdogn+9yW3t6sIXQwnfoMt6TPfKYTJbhv/0n/wT/r//hf8A1vjMkKD/J2ByDmcF1HLgMTBodycZAoJQ5aAMg/kMu9YR4ypsZXMdByHUA3o18HqQO64zaSmzybwQyyLX3vDzp+wQEc1PZ5/4A72E+T4TCeAaAfYJ6Dz4Diz7b3JAhT9q5XBZmbCc9M4P41tr7AHFZ77C/eCE7XB7orPKoq5KzjwALKueo16ozs4Aeu3MOLveuC04d+WyaeFnO1ziGFXDMK1Dg2HLa5VnOiz863j2X1F0AwfhMWXbDxr6qBMwBJEeNLdDYPu9BPmXmECXCsyQWj9AEYn0NAAAQAElEQVSu0PaFXWhtI1EXDuk4lC/4qJ/mKshyfXOZvEQOg/RQc8NfedRH4JNnj3tcfYVkZjAzZR+mee6RoOKRH4V+HmXhQXwU96FLHTAr9BeOmQXtTLjeHsGH6zgQhtrx4Hk0H1SpgzLkT21F8LhmAjOuKduEYmYwK4DK4kdQ5EV5M7X7bPaIy4SyASEg4btwLATjP+FqLMkjT730qW9FXacmqSPMLEj1w2FeW4FKCNUW6DHHe1BBKRyY2efAUVeCFUjmQL3iHmAfAxddbIJNIqa+lBcJINAt8iTeJIMiiF+fg+UIXPmHeLK52hckFXzM7MFaGMkJqB/gYwA/APeRy5xLHowp+Ig2k+Cj/KNjqjLYm7QHyottXvvgOwYKlFWqAcwMelTyzYfH/eHBC3SBP8FpP8TRXpC8A1A34qrv58HMgj5mFjSZWVAOCg9+mFmQE99B5pEfqhOYfYqjchGEKl0ws79CV22cBt9vIXahx8xo4/MBmLEPK/0HusqJApy8aLOaRRaYUbkILBY+bDLfATyuTQCFavFSyCHor36qM+NYj4DqSSLA0b7N0677FLDPSo/7XO2io9QL+PPJM0HnujkgNXjc7/qGUY5nR1HXhJ/j+6xSx3URjkZgXGfVedRJ0ZQuOGYQXz5tmHRPZ3+a772yZ+QcHhnxyYeZofhon6mehgHSGwUO9C6dpa0VHfUzcaZ5cD7GtLi3NQef8zCzIrkg5TBMjbxYcMco4Pksc47E9YkgGrorQLwyiJun/qvezKA2zYNZqC/4qMwEOeJmed/P8J6Ypx6TtYd01Q5WmBlEqyg/MwvOed1LQiE3oKn9KdqO6wT9o9EoQm4o6Kc5qU00BOCjNueBLSjWsTr4OK4L2WDjOouuxjUzmBVASKKneuWVau3kU1JedZKFQHmBmQV8mRnAj8YUDaVFUFn989SZYp2ZwczYFw/AoKfYrrxAc5Gcw+FQIBuNrTq1ia7wlTcz6F8x/yhOju+RxXql4iXN+6ZSM1NVIM8gwx9Fmg7XgGrEGsDMIP3LUb8lu0dT5c0s0AetT/jBfbOY4sGjsvjyKAf10TgqCzRHpWZGeRT1z+O+K9gL8BG++uV0/yAeXIeaxX3JsngqguYlXMlHefVRqrKApKDxiqA7sORqZoEchOPDF1owb+E51CnHdeE+uLO7yquOYPapDDVu0JE/NKZ4UmpmwfqJDps+HYd7LOjD1FD4p/HVT3onEP/qo30hXjV2sT3LO51w1Ed0BBpD61BaWopYLBbIU/XCERh5Fo3iephxXAIEDmVAyJDuCn0Qq6ur0FjqLxAfZqbkIaheINoC5QHS4ZxUFj/gIzqai+QhHLUpL1BZPIlv8azU4TjqIz+U9FU4Wieleoeep69C/PnmIRoLw+Hl08zw6Hib9NsLJCPR0ljiQWWzAq6Z4TO80FaqLNBYAvVTKtpmDtcPwaOyQAXhFKGIqzaBymoTTYHKLnVIqXxw66trEGysb0C8CUc0zQqyDvDo/9lYXw98v1nuX81DOKIfrGWeht9xwmTO+LKaw9xcBhsbPuIM/HTQUXn82HE6Gg+goaGOl+QQGpvqsG3HVpRQUapraxGio2JkdBRTkxN86V0i7Tyd5xWI83I9Oj6EoeFeOuH6kVqeQ2kyRnzDzPwU1jZW+DI/hbGJESytLDKYtQkddKtUoCk65+7cG6XzbQhzMzPQrVvfejl06CD27duLdvLV0NCAysoKRMIRJOhojkaptHDogF3B4MAIZqfnGGQtQ2VFBcqTpWhrrqPTvAknj+3GiSPbceqxvXQQH8axw3vR3dlMAa7Q4XEJCwtTpJlHZ1st9uzeDv2J24P79yBZWkan9yYdoxuoSFagurKaThGNH+M4SWzp3oZErBTgTa21pQ07tu9Cd1cPHHPp3JzAQP8w1tfSVBqXfRsY+ElibTUHrgmdPPP4t3/4Zwyg3sTF89dx53Y/5ueXsbiwCt9z6bRuwpkzZ/Drv/5reOmlF7Bv7y6cOHYUhw4eQH19HSrKy5Gk410H2cjICAMSN3DxwgWOO4LSkhLs3rUdba1NaKyvQmdHC+tiKC8vw3YGS3fs6EFleSkqKKPaqgrUVZajmm11NRWooQOzk473ZDyG1sZ6PHXqJP67//q/wrde+SqD0T2I8cVpsL8Pl69ex9DQIINK8+i7P4S+3iEMDI5gapYOqtV1yNk1ODCKhbklOsPvMrA6hli0BK2tnVzzMBLxcsqQsowkEHKjdKBvYGqCfVPrcC1CJ08TJuhYfPXnv8Qbr75FZ1YO0VAMy4vL2NAmWFtDhs6XCA+8xvpadLa306G9gVs3b2CNARE5U3u6u1FXUQLzMvBym/87Y/8BZldypAeif5xzvam65b0FUPDeNoD2vtn0bsghOVbkjDSjGent6q20b6UdabR62tWa0bey42c4NE3XJJtNtkc7dDe8BwquvHe3fF173v+fi4sGqXnSHlRUnpMZGRkZGRGZJ+LeApO6VQw0RZBODyIYyCIRi3Ddg5ibm8HiAp1DKI5nnnkMH3v2KRzYu4PJwqOUdxcScQ+uA7Q01VGelZRtF/bt3YL29mYG3CqwZ88uVNekaAuLaGlpQk1tHBu31KGuIcXkxSymGBxdWc1gdS3H4O4UA3CjqEhVYeu27ejq6iI/84Q5pJkQ2ntgF776W1/C9l3r0cF1a2trwf59e7B//248+ujD+PKXPoatW5qpIysMaE/hpy/+BN//7nO8H4eS8uGwYXFxGUoAjY5OYTa9jKqaJCpTCY6/SgcYQjyZJKSwb98BHDxwAEkGafv7B2kHacRiYcq+GsFgGIFgEPNM8L117H3cuD5G/T6EvXsfxRNPfIK614BAKI7d+w4xqJhEXV0jwgw2Brke1VVV6O5eR9x9TNK1okMfbqhvRjyepJ+oR2NjGzqYPOzsXMeE5qP44hc43207sGXLFhT5sv7+8Q9w4dw52sYpnDtzFidPnPQDjD/+4Y/w0os/RZo6sDC/wjlOoZ9J9jEmYWLRCupWB+2mibbd7duIeKmlTj/zkQfx1a/+Mo7cfx9lvol2kOBcp7C8soiJiTGkZ6ehYOny8jwWlySDEPbv2wrHyTAB/haef/7b1NECqqpitO0cjMGS6akJjAwOUK/yTOhMko8hOJSXS58UCIcZyE2ivrEJs0zG5elvi3wBUYI6m/Ogdblw/jr9QAHJRArvvXeCQdEx3L7dj5MnT0PB7q997TewfccubqpF+qkCeVyif1iCS0VMJEMoFkH+ADIDvRwsLS/661vgoSnLDQA8vQYYJK5tSGL95i4src4hlgT0/7Xt2LmBgfAh8uhgaWEcgUCO65dEz4YO+igXG9Y1Y8f2Nu4Li/SrfVyjBymPPTh8+BDX/jH83u/9LnWhh7ZUi3gyji3btnJNG5DnYZ4M4kc/+Yn/LeVIrM6XQbKyCmEmLE4zIX/p4mX09w/Rtieow8DmzVuwf/9+6M8SLjLgfosJ11naQc+mHnzuix9HU3METz51hLoTxvH33sLS8hI2bVmPBx46ig2b1yGbX+VeM4wpJp4CYRfJZAUOUKc3bdpIVlyAAsqseTALcq0CKDCBpT8PvYXtG9a14pc+/zgeZuD86NEDWL++hvLOw+OBRN/GhAd87KMfx4b1G5CqrIQ23vraOugDG5OTE5TNDfq1Pq5FHnPUIR1EVsjfEJNhO7ZvZ4C8B3V1DUwSxLFh4waEEwFuFR7xQT1t8Oe0llkmb0XKeoo2WolB6tQ8E859fUMIBqJw3BBxm3ydfuKJx6G9cHR0lPv1im8v7e3tTHok0d/X79v2li2bqMPzlNM89CGBo/cfxsatm6AXwVOnT1HPRlDJvayzvQOL8/Pw+MK5sDAHfWjq9q0hJviKUh00M5jZ3taMaiYR9SeMMwzg53Or9C2z6OpuQYaJmyNH76P/2OuvX0N9Ne0/wWD5WTQ1deLixZu4dr2P+38N3vvgNE4z2RoOhWk/BTQ1xvHVX38cv/UbT4BHC3R3NpLeGvXXQy7rIZ93WAbQy4T+8kqBMvCwkQn18fFhdHS0UdeaoT/7nmCCYnwiTT2ups004NvP/TVe/Nlz2LCpAZu2phCMLOHxpw7gK7/xcfx3/8NX8anPPIynnjmIVKqIC+ffQntrDQZuX2MCbAanqFun3n8XRh2uY0JnjvpUpGwq4lHoW6lLTCoYX2q7KO/OtlZMcg1qU1VwYBgZmMAbr5zD5XOD8HIOblxjImh4EvkMmHxYQSgQ49lklnvzBBKxGqSZXLjBxMLqvIcP3jmDqdE5RIMxrGVWqa4O7TEIJxCiTIq+zb/+xjtIMmEmf5mqrOaIhrmZOQwP9OPWjV5Uci9fof0Hgw7x4rSpzdBfapAOJyJJSPcHB8a4Fy9jbGQR7751AW8dO43l+Tx1fgtCwSg2bOjhuWwMV67fxmreEEjEuZfPcPw0bXUGVy+PUMfXMD21iunJNawsZ9k2hyLPPl4+hAtnr6HvxjimxlcwP5vDDHGC3K/hRah7IbiBBMyJ8t5BKBSnrlYgX3AApm9yfPHMEs4wUL7CM2IkGkTRy3NN63DtymUspBcIaYBJ1Bh91cLcKFxkqUeVePyxPZiamMACk44XLlzFGBOCus9wr63hOmYZ+KAA6OcnAXNhThCLPJMpUXOzrw9prqvjGAxAS0srAtRR5m6wwkRqgX5A54hUqhJ1NdX0i91I8ozcxsT2Sz9+BfNTs7h56Rp+9L3n8fw3voWKWJxJ+QWELYpLF67hO9/7Iebo00ZHJxFyQjiwew8WphbRUJPC2NAo9eQKoqEiwq75AbCaynrMTC9gmcnweZ6hYolKnisaqAeygQBmZ9KorKhGU107ltIZnkXrEYvXcDcKIsd1GOF+X12bon3U4Mtf/ih96ibs2rEZHe0tePajT/F5K8+zSzhy+LA/17raOtTWN2BsYgpnL1wHFwnaI9dv2oQG2v7Q8Ay2beec4wHqwDAG+m/jzKn3uBZLGB+axje//hxCbgiPPfIodSON4eEJJCuj0PbT1z+GW/3DuHrtBhZ4HhkfH+UZ9zS2bG5Cd1clfWMleIxHLOZhy6ZKPPH0YSYem3Dq7Enud2H6wzVcvzaCA/sP02afQkdnO33jECan5rCyUkQiSTvgWrqBIMZGJ1CVqsGRI/ejrbWNNGNw+dL0/A9/SFsKQC9/ZsYz8gXs2LURNfUJ8tbLM1gUSqJqz7/aexXFpQU0JOqQXTC4xSBQWEUiEcThI49yDhHMz3g4tLcVtXVBnm+6aTvduP/+g2ybxHYmH48cOcz9qo1nvmna4Da0d3XTprPU4yZUJOvxwP2PoLW1A6+9dh6Xr1zl/B3unV3o7GzBtau9SKfT6L/dTzscxfatO3iumGIivBYLs6v0My4KFGww6CBXyHCOESbSc1zrZiSZZHSdAHqvXUc0EuO+xHNJEWhpbsWhg/fBY3Qmwno3GOD6VEAfxpqdmcJDD9wPj9l5j7ZXlYAMDwAAEABJREFUxfe0T3zsY2hvbqHunkeK73o7Nm/AZz7xMZ6Fd1Evx7hO61BfW4H1G5pxu/88Mvk0GptSWF6ZxyJttIH61NTQwH22gNbmduTXHFw538e2ImKRerz5xmnucdLZCgS4+Ctrq4hXJLG8ukpfUEB9QxPqeGbasXM3PvqxT+Af/+N/jH/2T/85nn76Gdr5E5TpFhQZ8NT5wOPeDFqtx2ePDwLTM+vNHM6ZNwCMkgvxPAZeAQZlQnx3zflyDMJxHF9PVJ/P50m7iEAgCDPz60WzWKQgAb+u/KwXb9EoFEp9ynTCHCfAMYSndjPDh5fnB6lET+1BnhWFq76qk77qXm0qy/2EY2Y+b2bmz0vt90IZt1yamc+vWakUTYGZ+XPGnUtjBqgToIw0zSJlWeRNoVDwx1FpZr4szMynKTrg9d8anyg+DeELLBrEEve3IuUc4dIkc0VE55bQwL2+kntJnIlUh35vbHgU0xOTSM+m6RMdtLa1Ip5M4g//5R/iyuXLCNCuHRIPcp1cBh7N5RP9N6sAw50xiywLALR2BJ6FHa61QHM2M39Okq3/DBfwO1O+9KPGPYlLy/UCPJ7bPYDyL601b/nDGtLgD+VpMPsQ2AjRVWkc1yMPCjwJOCHocGXGcaizZVmDB01zAS4DgW3Mgnmck5FnM86PTYDhFy8zg+YkcCULonheEUWC6KlO4xVJX2NxBlBClTk6qB1MfHouW5lcVZ3DMb07fJkZXCcAx1yOXOJBbcJhE0TXcQHXNYSYWA2Fg/RnAfhtnDMIHvkQaGzpkvg0MxT5jlKkz/FYklmQPfYzSG6u6/r34OU4rn7zuVQCBl0eeSyXunccB2YG3QvKbeVx9WyOcxdH9WbmP5t9WIov+RMuG8SbV6TusLOZQWO4d3gzM+jSWMJRKZqquxdUp7Zyne5Fx3Fdys3l+A74iz9GcAgqPZbenblwbei7YfAvszs3fBKtEpBHMWxFopX6gvfw6/Rs/i1HK6mf+lLgRZ5txR8f78ytvHYeq8rje1wrD7lsDkXuE6AtgPaBIpeMAI5oZn5/4xqI1SLXRnTvlpShRwAvUVa3PPUiz/H1zGqYGWmQQ5ZmBl1m5tfzF2AOypdxEMdz4JrLJoPkaXYHF+RL4xOIxicQx7sLbIX4hOvAn4bwAFDKd+TtUTIelFRVLfjEZv9Hsta8VBpjFA7n4EA+xoMv4HtwwUt4AvXh43/xY2ZQm3DM7OfazX7+WY1m5s8VvNRPwFu/zkz45FvzIaheNXQj/po7MPqygg/l8eRHzQxmJvT/AoSnSpUC3d8FTln3qhcfKvXsUAdUlp/N7C5/ajNzIBsSmJXmX+Seo3rAAWAAwUwl7l7CKalQqV6/XdEigPOVbxGoQ5GIee5fcAyOS5rmwcxgFIbxUT5GZwCVDozdPeTli0jHdRw46uc4Pp+iWQbps5Gex/YC1z6Xy3L9CuwvHZBWe/A4lyL3NamFYwZdksUvgprMzB/DQC54b2YwM9L0/HVyHPPbfVnxXvtHkYQLshvyWuRY5XNIkXM2K+GDV55JmQwTxWbm03Ach/MqgZndvQevPPdj0SnRcHwfHOTZxIw6Q7moXjIAL9VLbsb7Moh2kfIQnkBzZbM/hpnmU6R88751+HNhnegJyrhm5s9d/VQnEK0cz2niT6XaNL6Z+fRUJzyNfy8Iz6xET+0eedNYZZCPF22KkKge+YQP7AKPlWUwM9a7d+Un3gUay8x8fs0M4A94mRnxHV9+wgNnXBpHYzg+HdULRKMM5fFUCl+ge9y5hCfeJYdym8oidVz14LiiaWa+3kgu6mpmvpxWmAhSX9ERqM+H620+zw5xzYykjHwGCC50mZXqdK8x1Ve8GfXJdN4geGwUfbWrjY++HMul+qhdZRk0/hoTbuoj3n2d4ljltVFf8eq38Xyq0nU+XAu1+Tywj5n5/Lquy3NICGGewct6gjuXWWkewhGo2uf1nvX2n9kgHiVD8Zdhoka8sxqiGY1G/TFEw6yk2+qneaiPcM3M1wHhqx89BN9nsz4Iz8x8mZsZdJmZ/yz8YCiEIPmHY4yTFP31FD/qJ9BYFC7Kl54FflsRlEPAH7vMn2iKZ8lXfYRnZv46GyvUN5PN+LzxEcJVvCPCZLD6qL08L8k8yHcb0ZQPkmwkowIPym7AEAoHEImEfRphzsHMfP0rUE81rgC8zMznUfTMjNPx6POK/nyFUwaNTXS/TXJVvepUql79NU/XcfR4V1Z6UJv4FwjHzPx29RUNtWsPELAJWa7z/FwaSwuLPOtkffmor/BUBugP1S+TzWKN76qa+125iCjM4WQ95O98a6emugpdXW18se9Ac0sDGltq0NJWh42b1qGpucGftL7ebDAmqxaRoZE6Zgy6NmDdui4kGHQEA2A6WFfXVGLfgd04eN8+6JsGCQZYauurkGJ9R3cbGprr4fAQvrK6jCL71NSmmMRcjz272lFVGcRmjnn40H4GAxoQi4ZRX1fHoG4VoqGYD8uLa5hg0GyOSaosg2bxaBKJaAKrDGRPTQxhsK8X/bduY2Z8BPnVCcQjeezeuR4H9m3Dnt2bsW//dmza3M3A9GY89thRfOSZB/B3fv2X8eu/+hV86hPP4KPPPoEnHn8cO3fswNbNW5GIJRjImsMkk7UT41MoMtq2srjKwOQ4ogxS7Ny5C08/9Qx2MCHECWFtLUs5djPJtg+JeCWDIPA/nX/h/DUsLWaQZ0B/bmYJJ5lEnZpaQCJZAzcQxTznVcuAwmNPPIWnn3kGTz75JHbv3o0kk10ry2s+XS2igkOzs7MMCF/AN7/xDbzy0st47dVXcfrkCSZ4hjDBeQ8w8DWfnsbw4G3037zG4OskWpvqKefN2LtrBw7u34PuzjaEGZzJM0gZCQXR0dKM1oYG7OeYn/zos/ilz34GX/qlz2P/rp1orK1BEGAAL47qyiT2bN2IHVs3Y11nF9emEvq0xtTsDJapF6sra0y6RlBZWYUzTKD88PkfYWFhBQcPHsXhQw8gu1aEkq/Tk2mEuaYek8e5bBE8A5DfMcp6nus7ib5b/aiqqMKRQ0exe8duBu4CDCAPYXxkBoWMg809G/CxjzyBZz/yFHWlCfFElHR7mbBeZMB3AhWVccTiIUIQbjCL9PwoYjEHm3o6mdRLYcfObWhsqmViIsN6l7z1kGYHA1hJrlsQoYDHRPo8cpkldHXU4+iRffjKl76ARx85iI6OZvQzeXz8+Gn86Z/+Nd566y30M7k8Kr1MZxnQmsON66M4d+42xsbnMDWTpr2BwYFOPPjgo2hp6SCNLkrUwdjYGPmpxf0PPIAD+/fS8HPwigXyc4g6uA2rK0vovXYVAwO3Uc+kRWdnM+mkmDy/iA/ev0o++vDG6+/6QcMcD3Pz86vUlTWqYgHRqHGMIkKRICKxkG+DdXVcy3AQAa75wtIi9K3yUDCEto4W+gDJpo4+oJUBzSVcvtSP7q5dqKpsw5YtB7Bz5yHSC2GB+v/qa8fw7//DH+PW7WF8cPICUlX1ePrpj+DTn/4s7epJNDV1IOhGMDExg4H+EZw5fRH6RnwFEwI9G7eipakNCwyozDM5WllRyYBoCnt27cJjjz6IPdTBgwcPMoC3GZ1t7QzgziPPpGQwFMfbb72P7//gBVy4cIVy7keSAblnnnmKYz6CXezf0tIC1w1gz97deOiRBxjwPMykThzLywsYZ1B3lomvNBNIGQZ3wEOPgh6zs1MYHupjQn+QQd8L1Etg27aN+OxnniAPnXSi87h+7TL07e/19HetHKONCeFCMYCaumY0NrdxQ4n76xgMRrC6KqccoH61MiBez7YYhwpQ1nNYZIL69q1BKGG2uLjCIOtDqK6qw549B8jrg4hG4rjEYKuZMRlXTx06j+PHT6KZ8vrSF7+ITRs3Ez9MT8ylIP+pqiT1qZHQQj2OIlkZo0+JMVGwDOl/vriGRx87gt/+u1/Glq1dyOcXcevWFdrqHG7cvArp06GDe1Aknj4g8LGPPYPD9+1BTVUEV68OYIGbzMcYaN29exeUVEgkYqisrMDmzT3kNcLg9jIqKirwCIPqMe4DeW6wgXAYDU0tqK5ronwasGv3Pjz04CNIpaoRjcbZZw2NSti1d6C6uob6mqHOA9u2bqO/SzBo5mBhMY2vfu1X8fgTD+HS5dO4eOE8wEPD8HA/Nm/tQTwRRlNLPaLxOJMJHpYYlOukP1LCbd/ebdi0pROp6krqviEUCpF+kWOH0E7bTbDvpz/9CfrYx7FhXSfPL7SVWJEHi2Ucf+ctHHvjdZxm8nF4aATLSyvchxJYXFyEmeEp+uXOjnYkEnHU0i/OUZ/m5+doM02c1zJ1fA6tra2oZTKnjva6uJxGenEG80uzPJSFsLK6glA4AP0p7Nt91zEzN4FrN67g3ffe5rrcxAn68ddfP4af/vQl6gjlz4TM+fPnkZ5PY2ZmmnKZo+/ajp0M4Me5FhWVCTzI5PJTTz3BdUgQbxbT6UnU0d97DqAPIDU2NuAztMv7GFxvbmrigcb166PRCNLpNCJMEk1MzKI6VYfVpTXEY2H81V/+Kfe6FWTp/1qa6/Ewk86hkIfZuTEmeBbpr1cpm0XuyVEG//eiu2sLy0NYXMjjxz96k+tRxK2+YfriGbz409cQjlZQXinaVh757AJu9l7Bq68eox1fRDDgkJ8oyyBiTEqJn3AogKbGKiYE9uDY669xDx3Gou+vZrHCfb+qvh4tlPO1q5cxOTmCTC6N6noXO/Y04alnD2Dz9kbaArj+WQb/LwLOMian++jDaD/VFfSzWTTIFzqunwhbmE0jTt08c+IUPAb6QvQhE+MTmBwf53MBruNgYnQMs5PTiLghVMQrcP7UNazSFzbXp9DWXIkp+v8gXNRU1jJW6eL+w/dzj1wHLwdMjixjbckwdHsKqVgNnGyQiZs8ei/fgCGAqooGZFYd8luF7g3ksa4JfQNDWMvkMTA4zAOnR9vNYYI+LBJ2qX8R2mGcSaRDqG+oRnVNBcAX7qpUBVYop95r17i/hxCwAMbHZjA0OIGF+Sz7ZzinDMZH07hwrpf7ahX39A3IZKuxmo0jb2GsMpm4spqD9pMA5xrmSw08Q77gwiyEef3J0iyYVJ5Bbq2ADPf0UycuMhEzRLphLC+7CNHmkkx6TUzOYSa96M8jwCA4qJN5eJxnjL8NS7QvzyuSLmh/a5xTArt3bUJ2bRnz08OIBVy4hSz1zEUP93wd2p9+5kk88tgTTFzNwAmG6bvHkcvmuR9e4jq5CNP/6Fvl3DK45lOIRGP0b0WesZY5zxzn4SHHOWpvDYdcBBkQVjJ7lWfSLF8w5hfnEebLwdIK+V5b4VwCpBlBM3XujVfexDtvn6NPvohvfvcVtHftwKlz13D67EWcOdeHpbUI3v7gGvJOBcYnV3kmmaWeNePYayfx/jtnkZ5ZxdzcCno2bsC6DR2guhBvHjf7hhBlAjWf99i+gOCdfRI8cDgAABAASURBVGR5aZX7T5Z1acp1BYW1VVixSLktYdfuvaAAeJ6OoL2zA/Nc3/eOn0BlIoKVxTTnnMXK8jyMejE9Nc6z0pPo7GrFyy+/hAuXLqOuvh1nzvdzLyjCMeD2rWtkp8gk/XXUNwWwuLaAo48coT09yvNKE/Zu24KHHzjon4f2716Hf/h7v0773Iz/+Z/9A9TWRxEKe0jV1CJemUKqtprxVwdzC/Oor6/F3r1bUNcQxO/9/hfwK195Bv/qX34V/9M//XWu43ba71Xu0cD+A9uwf/8h6M/o3mZC9vKV6xikDczxjBCLVeOVl9/Fa6+9i5defhP1Dc08n1xFU1Mz+V/Cv/2jf4cf//h1mBlSqRSefOIJbNiwgXaS4NqFAZi/brlcAL23hnHz1iTra1DIFPD0I4e53pwvZRaLRTEwMIh+nuemp6cwMjyEbVs2035GcL13hHtyA4LU4/0H9mJlZda3y/fe/wA5vhcMDI9zH2jH9Zt9XK95pKpqYHzRn52Zg3iqTFWzvQV1jR2YmV1EC5OXFYkEOTO4pHng0AE0UMe05w4z4T4xMYeH7n+YPjkLfRufAuWYKwiEwpx3I/ThpPq6Brz99ruU4STyDICBVpVMJn07uHDuAiorK2l/c0hyj57hOScWDdMvBEhzAWG+h42PDKGzvRkb13VzjCH6wBDee/tt6lAC9VXVOH/6JLZs3oD169pw9Og+jE/0Y+/BPZzvGm7c6sXo6ADHHsYadWWVujY41I9WJrWnJ+aRiNXjjWOnub+NIML3nFW+kCqYAgdwaNfLK8vc7yvQ0NhCn5Pl/jbvJ5p/8MNX8Id/+K/wB3/wz7neb+AnP3nRP2MPDQ1xf51HwA0AlFqRdsCYCBzHhZn5JXipjgVylIfemXSfZ+Bwhe8nZqZHH9/MUCgU4LGDy3XKMUgq/srPPuI9vxzHgfCCwSD30IDfV3TFRyAQ4PiOD8FQiGuR98dQH5L38UW7jK8+5bE1hJn5fJiV+Cu3iReBmfn0hAuU7s0M914aR7iqu7cs35uV8M3Mn4fruD6/Zgb+EMx/Fs/gpX4C8WpmrAF9StGft+oFqjSzu33NTFU/B262gBjXLMQ1sNl5PL1zHzoLIXxp91H8wRd+Ex+57360029wwbC2skqblN9aRO/NXvjJDZdy5R5U5AS5WihyvxBPpUE8X25sKj3qN3lwHOdOvefzZvYhX+Jb7VozM/Pb1U31ZaAZsco4FvuTdyNAiivQwQpWavd1sMxDqdTaBWjPrluSr8YiMmkVYS58gAL9Du9NdDyEQgHqiMMyBNd14Lgu+AseHbNzZy6as/jDnat8b2w3M3++KDF+ZywH8j+eGRMrBPJs4EW7B+mCQwiMyQbJT/Q8ZpoEBW6enBppkiITaXwlhcbnE0iORIpwGUhzSMuM8zIPZMPHER3hORwjwLOd8D2vyD7w281KvEpORdqfkqtggiBEmcm3lu0rEJBMSnYFiHMHgNZV/UHePJgZ5eX6YGbQ5XEyJdpFiGdPE2GDmfn4ahewyn9W6VLeAnOcUp3HWvIEAntxbg5cK7WZGRs5vv+79EvjgNUOcUo1bCcfGudeINP8oZ4QySEdMwN/CJqTB9HxKKsiBV4s8qREGqU6MQQfT8/3gkcco/zBdbgLALSupec7fVkY51Mkbd76fICX+vpzN+MT+QblRh7IDbWJv5lA5G/is436YQSG7lD0daTo1xtKsinTLZKnAuVe5lM8gpeZoUjaefHgcDyCmUE6Dl5mDn8DZnYX8IsXB3E84hUA80p46m9WujczgHTZBAH8i504L83VzPx6ck7eVe8j+PdlPj3y6HHeYB/dC8PjnDy/Xn08jp2HcR6gMITrsR3whOr/Lj37j//FLzPz56cG8a5SYEbeSMdxHL/dzFR9996s9Czakm2p1OqwHzGL7Ks6AR8R4Vk4zve7EG1LPWUX2oNAwWhcgXBVL3rqo2eB7sugZ0H5+d5S9eqvslyve4EZRyXovkjdI3v+XDSuwIx8s5I/7EpcaN4O/DbaougWqUd57uXySWC74wR8PylbM4pb/iPPvUVjCLTPZrI5ridXg4TVv8h3Og5AP+Hw3BdElEkD+RmNozHU38fjemZzGTiug3K7WYlH8DLyRPWHAFai7/k6QWUEmSFOgfz6+xSfPQF58Ahs4o/BzOCQDlCiq/sSGMRDgTEUlWbm8yA/qHYPReSLfJnkpANB+UXz9+IixzP7EFe2jHsujS24pwpmJT6Eq7YC/bBAOKqTHw4Y14IVoi/w63n2YRVySnYSCpI7xxcNgfBUmpXoe5S7j8P5aw6Sq0rhCYSrZ5V6Fm2NozmrTuNoPcttqhOfZTAzqH8J3Lvz0rOZA13lPnnKtbTOXB3yo3oBuEaua6DLoM4U/TVQvcYAL/FTBtFllf8jnF8EM4NwVK/+4l9jgld5DmoXPc1R92zyx1S7QPgC9ReOcEVPpfClZcIrcs3yXAO1aRwletQnTJsXqK+ZibxP38xQrlMfM4P5ekgJUB7qq3rRlsxFU/eq84nc+SU+9H4fDIfgUA85YUrQ88+8oqE+QjUzOK4LXeU69TUr6bnol3ku42jeqpcNyZepnxJ4ec5V98Jz2F+lQLyZGSQX0db8ZLdmxrX0/HkLp8yX8ITjmM4R8O1H7QIzyoOge+GLN70zSBbiS+ObGX2IC8dxYVbCBy/hLC8v+/TMzJezy7k7jsPWknzL/X+xTvWqEz6Jgq4ZnmN+WaRvES/CKfr+U6sPopXG5rL5chd/4ltQpD3qWWBmd/gt8aExArRhlbJx4Uveq0wUahzJLsF30gj9o+SkdoHjur7PDWnN3RIt4UtGmrsHj74qUMLh+48+sKN+4sXMoEv4AtULzMyfh3hxKCczzpkTUh+B+pAs19Dz8co4KsVniHouHtVfuOU+juv68peOqt2sRFdjqq/qo9HonVhjxOdZbWura1jWN4MzWZHjGju+7DSW7CkYCvn1kpfm7SiAv7pa2iyqa1LYsqUL9z+4j0GN+3H0wQOIV4QQiQZRzwCIBp2bmYeSlwkGDyuTFXyRJaOceIgvw8ODA7h66SJfgJYZAFlmUG0N2ewarjLx8PIrP8O161fhuMbA9kZ0r+tEqirFF+d6tLW3oru70w8Kt/N+bW2JL+NLSFXGSN+jo15l0G8IJ95/B6++9FOOcYWJjAEMD44iz4RRMBhFOBSH67g8LAQYiI2zfpnJmRE4lkZlMs+2RVQkQ6hIhHxaczMT7OMgyCRZU2MNNm9ehwfvv49JskN+0rijoxXrurv8A/NiegEeD4r6xPibbx7Hqy8fx7nT56E/VVNdWYPl5RVMTEwiFAzj6H1H0d21Dq4bIN9FJCmnRgZCa1K1DEwkOJ8QZZOlQhjnmMcqg5SZbB4f//SX0NaxHi1t3UjVNFBZAgz05THOAO7E5BQGh4YxxnJ0bBxauJnpGbz37nu4wARl75VeaNELPGA0M5j0G7/6a/iHv/cPsHFDD4OyKQZQHeQYdPPyWQZMPNTXJlHIL6P36nmcPHkcNxjIXmICIMdAYZCKVp1MIhGh7OFgdXEZXe2d2L1tJ7hz4+1jx3D7xg0k4nEGXdqxiQGqHdu24gATsj0967Bp0wY0NzciQeUs5osM6FeiMlXlB51qa+vJex5AAGOjkwy8TDLgt8xg1TCmptIYGhhn0rEPt2724/LFq8hmckxcxBkE24itW7YzgLOe67SZQf4Umhsb0drcgMMHd+OXv/AxfO3vfAVf/Tu/hq2bN3LNipiZHGcwaATP//D7OH/xLKLxENq6m7BjVw86mIBsYeJlPj2Hixcv4YP3TjMQdREDfTcBb4WwhEUGUM+fO4F0eoL6lCCPN5g4mMWhQ/uoIwf9RMAgA0U3qNPnL5xDnMmUjT2d2LePyWkm/g4ePIQU513UYYcvp27QxYaNbXBpJ2++dQFvMgn44x+/jH/9r/8D3nz9BXz7W3/NhM1JyGkpKVNdnWLSe5qyvo7piQmMMMh1/txZvP3WMVy9cgGjw4NQID2XXaEM03QEEQbKAOni5NQY8jy0RKMuYnGA+w4ymSLWMmxngPjGjV7a5FX8+IUX8M3nvo433nwVP3vpJ1yPYa5X0l+v+YUlBtMLmJxZxE9+9ia+9dyP8PVv/gC////6x/jjP/trfOZzX2Lw8w/xF3/5Lfyn//xX7M+E09nrGBldok13MLjXSbk18rgXYKByAH/yp3+FHzz/Iv7df/gL/OAHP8G5c5dx9twl344unr+E/r4BXLx0CadOncLZs2f84GWB+lpXV4WqVBK1VSnqTREnmdSanp1j0NIQjsY5vzjCdOgtrQ149LEH4ThFJhtuMzg5i+GxUYyMTTDgmEGeQWkFRjO5NSwtLyHITd+hL9LmZPTQ/f23STPLQOwC8Re57jPoH7iFhoZaBh7jlEuU9rxEexzBiy+eg/5vNscJ44Ufv0LdmELRi6CCSZOq6nqk55c4v/PU5ZsYYhB0YWEFlRVVhGoMj0xgaSnDtcjTv/Qw+HwETz75BBOWR2nzQSaTriKdXuJYRZw/d4WyehFTkzMYoq8bGRnloT+OrVu3o66mCRMTaczNLmJ1JUu9CWMj7S9FnUvTX41PTmI2neac8lhdW/ODyO1M+h05cgg7d21lwHMEa2uLaGyox769e3HkvvuweVMPZV1B3a6iTANobWn0y1gsgq985eM4eGgHFAi+evki53aN85in/ZxDXW0VchnKdXEBN2/exJWrV/HW22/iHO2ihkGxnp4tuH7tNpaZmHv99Tdp+xPI05+C/mX37j3o7OzGmbPn8P57JyB/XqDfCIcj0DdTXceB8SX2yJH93JvWUQ43kMvO4zOfeZK2uJ4yy3Gtx+l31uPwkQPYvWcT4nEHkRh9V2YO6cUhtHbH8Ojje/DIo3sRjQbJxxIK+QyCgTzlVmSy+jTt8RW8+84xrGVWqGc5BIMe6hu4Zqk45VENJdLOM4npukEmudbQ2dFJez2NEydOQhvyGn3n7Nw09WOc/GXg8SUsFAzSH22hvV7B1cuXuK6z4JkI+sbR22+8h3OnL1KGq1haWUBVbQU2MkhdKGZ9/YvFI1y/GdrkCJMKe1GgEU/R/58/dw7aNx0GrhQIaOD6HX/vHbz//nH00X8VOW6AASs4oM1nsHnzZvwyk+6VlUlUVMQxNTUJHSiSyQRyDBZnuG7z8/OYZmLWo7XW1dcgzENJfX0j17RA+YLJtjE88fgj2Mj9sLujDbt2bOX88vAYNKgnfoGJ9wz9UHp+ESdPXeL6zmJ4aBrtbRvx1lt9TCYs4Nix92F5B8888hiaGlrQs2k7tm3fjYP0lbF4Cl3rNmJ5eZV7XpYJ4kXMzy2jqiqCQn6V99Ooq49h65Y2XDr3AbZt66K97OLeGsMqk9EZ+ok14a3OIFkVRgMTmU88fQQbtzZiZPwy5pf6sLA8gqXVca7vLOe1iMX5NCbHxgAGqNZ1dKKaiasI1za4jPWgAAAQAElEQVQZiaKBOmv0n8aD3M4dO7Br+06s7+pGMxPPu3ft9MtkPOEnhrPco9KzCxgeHMcXf+kz2LNjF3q6uvD0E5TX+nUwHmRT3E9np6eRpR0ODw5CyexdW/dg8NYQsst5TDLpEg4E0MjESYZOenWFdZNpFAthBAOVeO319/CDH76AWwMD9G3jMLeIGzeu0lecor+axeDwDczNj2NpJY3+wRtYWZ3H1PQY12EQ8+kZ6qchz2DCKSbm0+lZzM7OQj5D4zjm0H8tMLF0Cic+6MW7b1/HT184Th98Hdd6b0HJuykmQB1zeb6JIJ8z6g3gMImaz3k8eMZpU3GeuxII88xQ5Ml/bnaFeraAFJPUv/8Pv0Df8UVk8jncoo91w0a8AAIsc7TrkXGe03jGWOIZamZmmWOE4Tou9Jcm9Jc5MvRttfRp46ND1A1gnr51YjKHqdkl3O4bwWtvnMCb777P/el5XL1xCzNz82QuhvmFNVQkg4hGEti/7yDtYCt9jnFvq0Z7VwcCTI7GaQNcZp4xotTzIv1znDoVwtLCLMsw7SVBHS8ir70jHqU9ycfNo7Y6ibXVJYRDFZiezWK1EMTARAE3Bpdw4tIgbo0s4IXXTuNy/xr++vmT+PNvn8C3n38XP3v1PDI5lwmiIcp8AnOLhlCkCsFoAuev9WJ0dgazTHxXNVZhdGYWg6MTWF5co8wLWKKMjGsVDIbg8uUAlLPkdN++zUglDDPc8z3a/uLiKmWYoPxcnmn6EI+Rx8kJNDc1oLOtlWezZtpSPeU0hZ/8+DnMTvRh/YYu1NU1+GvaVF+LdV1tCAdCiHCcOu696ek8zIC8ZTG1OInq+hTp1KGxrgp7d3Xj93/vi3jm6X1MdJ7AtWtvYnbuFp566n7U1lVibi5NH3kKH3Bff/ixR/Cxj38MF+gLF5fnuAcNwsUK9/Yg94f3kIyt0Le04PDhrfSLM9xbzuMnL3L/m55FVVUV2lo7qXseYrEqfHD8IkaH5jAyuoDe3gEEePZOpioxwbmmqqvx4EMPoLomxjGmmNg+jWruUeNTM+i9NY433+nFwHAO2mf6+gexgzY+NT2NjRs3UT8qMDExBsc1gofLVy8izX3UsQD01yISPOf99V9/i4m+FeqGg+qqajz/o9doi+e4tw+gqTHCs0CB+20Kc+lF6NuzQ9y3l1fWWO9hlufsWDyEbGEZC0tpnkc3or9vimvVj7/+q5/ixHvnmPheQt/NSbz55gfsP43GpkaE6JP37N9L/V/keaTG/yDE4lIeA/2TMPLm0HflGch67/33If++Z88e8ueRzxm0853K5VpW0sfN00eH6eOGRoZ9PaqtrUWW7waXzp3BDOetP+VLweCll17kWLO+PJaXltHd0YmBgT6e7erQ1t7EsgqV9M+VqQRq6pswxHONZLy+px3rNjShtTVJeTZi+/b1tK8wQB7PnLnG/XEBMwur8IIB1gFO0EEmy2fuPfp0842bYzhz5jyuXLlGv72ICa59mL7CdQLkN4xwOEp6ccTjSdC1ss6ljwxD+yN4OebAcVxCgO1Fv75IRMdcKOmqIGqEgQHJSnJSm4BdoWfHUX+BkYZKx6eTZeJXfYUr8Lg3FAsFHwe81E/9eevLPceglu5VX+C6qBQN1YtXlWoXHZVqF+ilXrypzsyQo982M5839VO9oNxPpccAi3gSqK0Mnnjk3FVfvr+3TfdmRv0xf45l+uLDzPy5le/NSniig//GZTzbCRQAy3JdM/Tz4kHdeDxHOL2C1EoRW2qbsadzA37j05/H7/3qr6MpFMfxH7yIIa793m3b4VGGLjsFXQeOa4gmo9Qb8uqwknVF1pF5PgDm3QHy6XANYfAvM4OZ+ff65VEe5TmoNDO/XfxJ7h8mnIpEL3ItVfKWPz5OrkB/zHpGzx0TI+QNDkwJxiyZ8BzIN3tFj3097h15CE99XdogyUD86VnjSea6JzYcl7R4rnNpE/r2kZGUqzrH1M3n03UCcF3Xfxb/dwEc26/l8Fx3M/PHZye/FJ7WQ6X6BxwXLhw/qQrubyX5cRz2M45nxjYLwJEsYdQP0dUADoz1Zg7Eu8Dnn2Pq3qMuCowEHZf07vAlOkGeh2UjgYALh2MARZaA6lzOSTge6QhEU6MFWK+2APEFDvkTntoEwi2D+pTv1SY8M/GAO1x4qoaZ3YV78cv3KjUXIWs88SdaAjMjMQ+cHoqMtzhcZ9cDJWkQrnDUX1AalI0oXaoTj6JdBj2bGRzXIU/wLzO7W5qV7v0K/hJ+GURPID1SaWb+WhMNpn8c2vRAORsNT2siAJ/9CWgSDuA4Wmu7q1fgpTlrnVyuoeMYSLqE57h+aWYsCWyX7mp80CaMdmA8m5jRbghEY1/1L/FGllDUGgN36zU+eGleCpLnaKMCIrAWLEr9zQyAAJyngCOLFon644MX71FgSfD54G35x8xgZuBC+WD+vAyOw0eCCTgftZvrwNgOXrJl4zoL/IG5sMazloDN/o/GNzNIrvwN1zwfDEWO6ZGkwdFA+PAyE2bpudwmOpJDuSzfm5nf36zUR+0C8DIzjmG8uyMT3pbEwNG5FhQFOWYbMaQrouk6DoJuACECWUWR87uXnuu60CU9FW9mJKoKQhmPt//NH+EKyojle9EXXdVrbIGZ+fNQvZlR1B75KrIUFvdh7Sso1YuOeBMUqS8e5+lyLo7jEt+D9txCLu9P2uFcwfY8/RyXDYI8bVd7sKDAe9HRKByWI7CbVx6bkrxTWdA+xvUUgpn5vKmfeFHfIn/RBDQU7wCiEDxCCVe6LRy4jo/DIXDvJVplMDN/vTkdePxX4Lt2kWN79K9mJTmZlXCKqnMAJ+DAJZgZdHkcwHHYAPNlwlmpmkCKbOMNzMwfJ88zigC8yn7azCB+JCO9C7vUidK+QfrUlwL7aIxQKIxkMunTMjPIdwQDATi819qIhvDU33UcH4/DlH48+HLUg3DEg0rxbVbmG34fM4Mu0RSYmc+7WQlPdRpL5zSVoNzAS/TMjLgCB+LjXvrqh3suPYuPAhWlSMgxmZ7NZvy9/ENajt9DuKoTqKJMV/WiIVCbmQMz80F4apdc1V7gS6hw1FeyK/MnPIf9VApfIDw9C1fPJKlHf339Nlaov9bQzHyeJQvVCdRHz+okfN2rTveqMzNfPuLDzKBL/QRmJTmrrgzqJxqai+7Vzw24cLj+Qb5jq1R7lgkpzZWMQryX6ZXvVQrUX6VolUH9c4wfaAzdi1/pnu6FI17MSrxpDOHprC0o44imxizTNyvNTbQE4KNDfy8c4QrM7K4sVG9mvq6Krt5VBBqrNEYRZubPTX2Fr7LU5iFHPRKvqhOAl5n5fYQbYmJOvJmVxsjz3UL4ZiUc3dNU4PEZbsl/yB+Id7WRnE9LZZ7+THzlaZ9mpf6Ad9eWy20qV5k0zWQyXJaST3Acx6cjumrXHAV6Fp/iUWNoXvI7MNyds/qqTbglGWUgGuIvwLOfdFI4fl/6bOGV7707z2bm05M8BBpPfcwkFw952kqBslFfgWirr+aqeiP/5T5q83FIG7xEhwXMzAe1l5/VR+PFYjHfl+kdUfwSk5KDjw9eZqy5B8r9hOtEoxEEgy5qaqtx+OhBfP4Ln8LuvdthjsfAXT8TTAM4f/Yik5jHcOr980jGq3D08EO47+BRbFi/Eds2b8eu7buxY8s2PHT/A3jwgQcQZSJtiUGhAhNJCwvzfIFmoG95mYG/ZaQZuJ1n0H1hcZEBkyW+sC9ikdnfvr7beO3VV3CGyZKZ6Snk+IJfW5NCNOICDNbWMzDT0daI6so4EuS5vobBHL7EJ+IVSFVWIcyEivFU4FiOfYp8ie/CQw/txyMPHfK/Ufb3f/c38au/8iUcOrgPXZ3tFEsRs7NTWGVQbHFxjkGHSS78mv+8wmTL4vwCE1ajmJtO+wmEBQZGAhYCUTE5scwN2WVALc+XkQCDSs0MNnSjqaEJCoaOM+Gp4HsgEGRArsKf59TUNKaZAF1hwLimqhYBN4jbt27jEpPPMwyirTKI39LaBdeNUObDSKVqGOBqxPLyGpM6g/jOd76H//Vf/Wv82Z/8Kf7qL/4K3/7mc/jh8z/Ez372Eucx54/9xV/6Ah44epQBnipUV1cx6BTjvGYhYwgFQ2w7jI8++yQ6WhoYpJvFzevXcPtmL0YYJJlmECrkBpBl0CcZS0AH0hvXbmC4bwjPff3b+O63v4PvPPccEzwXOJ9lP5lax6BVPB5DJBzEFJOXBa5TZWUMyUSEyY0e7Ny+HVs2bWGS+gEcPXo/Pv7xT+JTn/osA3Et6OpehywPO44Fyf8y1jIF3Lw1jO9//2W88vIxJnnP4iwTLG8de8sf+4UfvYC//Mu/wk9/8hPyfR10J7ifCaAv/dLn8IXPfZZJ1QNIxqKIUQ/aW5sZfEv5OjEzOw19Ar+awbSHGGDbtGkj16QKKLqoSFQw4TrOQOUi+Z9AJBpCTXWcck8inaY+MEHQ3FyHaNTlHCP+WuibnMYXk4sXz+OVV15jMG+MAbQGHDy4B489/igeoP4//MgjePojz2Ld+i4GnVKkF0NTcz2Di00M1C0wwZVBeiGNP/hnX8OXvvQQNjHhsXfPXnS0tyFOY84xcDPY348b169jdWUJtTVVGKR95Jj4ePShB9HR1ooCEwjnz5/xbffzn30an/z4Ydx333Zs3tyButoIqirDqEqFUF9XAf35tZ271rOtDVVVDBBzcefmpmjjBYRCQerlJBNuy1iijd641cfk8w30D07i7MVr6B8awQqTAEquzjGoaDxQzc6nkaxMwjPAo59wgoYME2ANDPrt3rMD69ZtZoDM8Fd//W388R8/hz//8+cYFEwjHEnQZ2xgWx7Xrl6n7l/G9777PQbuXsa3n/sWzpw9DZeHwXwhTzmNIj0/Q5+xBJiHLOfb3NqCg/cdQte6LhxkUruyKkaeZ2FulvKtYTJhFm7IgzEgkfEPQDluEi5toQnhUII0p6hrMwxyluhmeECqra1BZWUl9u/fT9lUEjeFZEWc61aDxsYa6uUS5TOBStbt2b2L/u0hPPzQdlSlWum7HExMrWFsYgFDw+M49sZbfoLtKpOJ4+OTGBkdx82btyA7P336HF5/7U1kswWuv4fl1QztM0E/tYtB4g4ogPj6a8fQT3tbZtLxHBPN165dx/33H0F393rU0N9VVlRD3/buZ1Ll+R+8hu9/7ydM1PVz8/FIN+/r8jQDxnkGfIK05Tj95NpqFlkGpbo666G/NiBZHn/3XdrxRdrS2/j+d3+Gi+evQjZ38dxVrDDRG2DfyckppJl4WVlehPzxhQuXcPZUH8e7Th774VKHZAPnmNw78cFJTM+kMTo2zaDwNbz66htM5kxj/95D2L/vPngFh7aTQ//tObQ0t/F+DR+8f4p2WA3XCXNtotSZHtQzgVe4s1m++eabTA72MUA9TPsLI5dZZpKggK7uRjz44AE8/PB93FiXkcuvIs2E5nVcrAAAEABJREFU0fbtWxBPRIjrIhByee9wnacAZ5mB7lO43nuJAd5a3HdoC2lUgmd/hMMedbJA2cYQjbmYmRkjPx4aG+to7wGMDPdT3vOU3wrWMzHWxSTMKSYFJiamaH8FJONJXLxwAZLBJJPXAR4gx5jAd8xlAnCBCTbqMG3m6pVLpBfmXmGIhmJIRCrog7tQk2pAc2MrEmQmnZ7D7b5bWGJyUHtBc2uT/y3DisoEjr93honlESaIoz6u/MErr7yEn/7sRbx7/ALldAuXL1/GyNgIjh9/h/tYBpP057F4gvNKYGBomD5wGlNMpFZWVvhtOkjoTwS/xyTs2PgIlAw2A5a4F8/Pp9HS0oREIorbt29wT1vCyQ/OID03BwXeLpy9jIpoBWYmp7kHZijrKMwMmzZsYmAe9FdNtI8G/OlffgMN9FXb929Ec/s6zEzN+tCzfgNu3RxAMBQnuRDOUf9WM0VsZdIyGIzhyuU5BOlT9M31ysoIkokCGhtSOHp4Fx579AiqKmL4+EeeQgMTPwrEr9/YBYoVBWcB2eIMeq9fQHNrFdraa8EtmPZhhCLX2lBfWwnJoLqyGqlECmEviCTHxFoemzvXo7WuCWF22rBuA1oaW3jeqEUkGGF/F1Pj03iTNn6j9yYD+glfr5PxahTzAWzo3sIE7SqTIDcog2W25VBTmeT+14PB/hvou3UF586+j/T8NJTYKrhx7Gdy5HOf/yQ61zGZW5/CBibTt27fioWFRbz++lUM9A9Tb29iLbuGJurD+g3r0L2hEevXtdOPtmPLtg30U9XcT2u45kuYW5jC1WsX0NrZhKKXwcraAnWXvDBh3EP9DQdCeP+9DxCLxbF161Zs3dLDdVNyqoB0ehUBJ8BAMXDu3BXM87wzMjyJsbFFBAIRQgig1btuCALdmxE/D+ismqXPoZvB8moBOdr74nKO/CzDgkE89tRD+Hu/8xtoaklRjhn68mVE45V48umH8Cu/9gz+u3/0O/i///0f4Vd+/UtwQhEmKEG9yiOz6mF+fhX9gyNgHAUbuM47du9AOA5s2LSVLygBXLo6hKm5RQQjcaSqahGJJdDQVIcK+vRIOIbZ6Tm889Z7GBocRkVFJWWZ4947j0buVbVMJOVyWei8l4xH6YcbUFkRxRHu5VWpFDp4jvAKGdTXxGm3QGXc0FATwa5t61GditGuRuCQmbwTwlh6GaPzGbz05jWcvT6D3pFlDKQd3JhYQbyhEVMLeRSdCJK1rcgggWKkFuGqeoxxfumMhwzPQePzy5hby2GJQZ9kTR06NmyAx3+5XB7zPDfrXOCYAyVxqGD0QXk0VBueeGw/tm9p59q+jSUmpZ1gCDd4loomEvTDC3iByb7cmoe+m324cP4y1nJFjE/OcA+4xHVfwOZNm/Heu6egPw0rG/6lT38Wv/0bv4k8k2i7eV76za88hfvu24X+kT4UQwXknQzy+TUM9d/C3MwQWZlFJLSKdd1VmBy7iUTURZLnmEgkxvPLKvfUBNfbYWLyMlYzeazr2US9zEMfClheWMDZE6cwMdQHKyzxXDqOfHYZH3nyKYQCATS3JQlV3AeP4sUXX+Ye+g7GRqZRXdWERx99Bg8/chRPPvkYwiHDMPfgS1d6oZzGItd1dHQWt26MIc2E98T4Amqrm9FQ00TdWkOUulFTXY9UZYrzvkF/I/0Gbvf1YXJ2EhOTo3B4jrh2tQ87d27Hvn376FuvY3R0BK18D6lIFtDTU+N/cKGtrQoFKujYyBiKPAd1dnbhdn8/33smcO36LaysrCLOtZjnO4X868LSBEKRAmbTEzh/oZdrkGfC+QZ6r/azfwF11VU4et9mfOZTj2OF7yfJigSyhRyKZnjj3eP4m2/+GPliBO+8ewGDgzMI0JdkqDdNTU1Y4XnxIx95GnqZBffo1rYW+oYs98UIffwafXmG9h+FuQ51hfLmmY8qxfeaafo9D64FkM/ksGvHdvr/GNcuhe3btqHAeVWmUli3rhuhUID7yQRWVxcQ4hljcHgaSxx/YHAQnuWRqHCxYWMjDhzaRH5msUCfl2UwpchAeyVtNBgOY5ln60x+FatrK8jxbCdZhyNhjhemDUfoq2MIuCE45qLAM0FewTvKIJ8tcB5ZKABQ4Eu19rFVvisC5v/TC77qinRKKhUzLIPjOPD4T/3MjDqch19HBCWaCsWC/wxe5f5qD1APXdclnznK8h7I530aws3zvown+uJP9SQFcCzdmxl9ZfFuH9EGL5VqV78cnWiQPrPEu8fzq+f3UZvwVM8ufr2Z+aWey1CmI3xwrnpWnzKYUU4E1Re5LxjP1kCRdAp3Aewn/DJN3WtuZqW+4qPc9reVxAIXDkZ5mxlcxwFgCBUN4fkV/O72w/i/vvAr2JpI4frQIP7P//Xf4H/5w/8F3//BdzE0cBsOde3Q3v3wGBSKR6KQ7CkFFANFVNXUUHfWuNcbnGAAJEswmBk+vIp89nwA56Yzr+YgEO+luRd9dMlJz3owK9EQng+UQ5EBdBhxCQXGMzy+9OTJl3xyjntegb6aagOPug39fVwRgtbF+NuF6wS5fqxkPxCkn3y6++N5HvW74OuVeBG/jqNmD27ABXjPburqA0hVeC71UXMBL58GeVK9QM+shto1JemT6zpQfbndzGBmQgMbfL9TJA1PcxJwDczsDo6RFnkhM6V5AgZdmqfH7ipFxlMln+HPKU9d1pgkw/6lHnoWP6EQbZsTNTO2OZB+uW7AL81KuOV1ccyBWakuT78OCVzgFcFROZ53t13zUz8BGz/8oZzLD+JBIByVgnvvHfIlKNeLpplBdQLwEr7DOoNB/LksqSIA/RR0cTz117NKM2ISyvclFA+iI/q+XhjnofdpF3D5HiyZaDwzE7o/T/UXqJ9AfYWjOoHqBFmuZZkVE2/kx+ABHENgTkl2uHOpj8DM/JoifYNH+Yp2gHoYID/yFQIheKRXLtXFHKAEDowkHI5TgiKfiwDHNmMD78o/RdKQblOAMMpcNAXiw+PYBQH70W3wN0hH/UWrBJ76+6Bn/JcXpwsKQVNVzzKCmcGl/WhMcx3AMZiAc4RrKHIhPY6t7mbGZrazNGPJShcsdU/AncvM/Dtjm2488gXuvyAdow8xJsMkA7X916DUDzAzOJQJeEke2he01mq/F9QmUJ0ZRyewy90fydeDkROCB56Zi/7+k6Vtip4QXceBmUF0BKIl0PgC1ZmVaKteff5b8F/D87ia5XbRF2g9APHAVvJpZv78zQzCFa/CM07IBf+ZC13iTW0CMwfBYAjhMPcMJ1CaD88IDhwEAiH/PGEWBNhXuB5pFXhuK9BW8ty/BQXGnqTjRjs0M5Qv8aB7M/JD/gtcU3Lq86b6e4Hsw6M+geAR38wg3gWiUyBP0n3pWYErAw5jJhzeAKRZ9Hlnld/v3pItPPvloLNKkbpNdEh2Zub3KVLf9EEcH3hf4NlJYwqEr9IjgyqLxSLH8hCJ8LzFM5mZ+X5buqZ2+R+Bw3rJRqB6zcN1HLkRf4+WT9Z508dVPfHFk8CfUWlA4nt35mP+uBrfl8UdPoQf4r6gunvHMvsQX+Nrzuor0L34EZiV8CQb0VC7mfnyUT+Bmfk8aKwygJdw1c5b/0f3AjOD67gA19x1jTLOU0b5u/yrn0C4RIKZ3QU9a+oq1R8otUlO2gNdV3RBmgXSLLAsrYeZQW1BnjsFujczf0yNo/XQfFUP0iyV8O1a7QKz0liSwxrjt1of8alntZcBvHSvNq275F6gLQhPY6gN/txd2lbQ58vMYGZ35Qhewheu6KgU6N5xHb6bh6H3BHby30t0NtY4uHMJVyB8gaolH+mlSselnDie2tRPpebsOI5QfT4kU9WZmS8nzUG4mpNA/JmZz79oCsp9wIsmAc8ATyQdg+M69BkBuI4L13XhOI4PuhfoWTxrDMlWY+he46i+DOJV7Wbmr6/uBcIX3NvHzPwxfb44nkqBxjIz6BJd0SxSsTzVkVf5IdV59AeOuf46CVf09UUa8eQ4LmRbLudiZlyKEoCX+gp46/8Ip4yr8cSjQHyX1040iyiiPLY6OuRFfc0M4qXcR/0EwhHdOOOS8tGBQNDnSWvhUtfVLj5EW6CxHcdBmabaBWam4kPgsxnHpEzy3Nc0Vrm/ZFDmOc84iuiro+gKdC8cgfjVs+rFp/RP4LglHlT3i7yIR4HfLxB0+PIaxroNXXyBDfqf4j5x4gPcuHHTD7b89MXXcPzt09Cf2mpr7UZTQxsqk9UIWBitTR3oYpBUCbPW5lYGUqbwN3/9DQZmjuPKlauYTy8gyYRVVaoaNdU1CARD0Ke0+/oHMMfAwhyDhv2DQzh3/gIDAyfwg++/6gfj1/OF/emnn8DDD92P/Xt3or21AbFIAOu6WvER1u/bswtVVTVU7hADI0WkGfjTJ+CV6Dp65BB+7+//PfzKV34Jn//8p/HLv/zLDLY8jlKwPY7xiXFcu3YV12/0Eq7jpz/9Kd577z30MbE5wSRowFwqAhjIHMKN67cZCB1mIL+IRKwSFZz3YQZ0n3j0Pqzr3IDhgXEGYm5B30yZnpjF0sIy+m73YXx0jH2yWGQieYlJ42UGqG8xqTLQPwh9u+zkyZOUzxXok95zTBjFkhF0rW9D18Z6BmJz2LJ5K+4/+gC2bt7GoMYuBoDryZPH5O4YEzP9DNDcZJLmNtfPYcCjgsYTYpLjGp577jt488238Morr+Iv/uIvGZB9AydPnMQHH5ygjM/jrWPH8NJPfoZjr76Fn/zwdawsLmOFSW/97ef52TmMDQ9jU89GPPHoU/i1r/5d/ObX/i4ToB+HAij6xP/M7CwDCnm0d3QwwLQLbZ0dqK6pZKD/OgOLt3H95lWcOHWcgboRynkE+pbX4EA/Tp067fPxl3/+F3jj9TfI+y3oT3Xp24iPPf44fud3/y727t3DZEo1OjrqsYkBvCeeeBytra3oY3DrO9/5LpPGrzKwzIDTtWtMCkyhoa4B27duw47t26iPCc5jiQmMOUQjEerqCqRDRw4fxqaNG6knjp/kOkbZjDDg1VBXz347UJFIoq6mDvoTrtu3bWXSqhMHDuxlYnQ7tm5dh56N3cisLTEJN4rLVy7TAeUpx4vk6TaKPKgYbaBQMLS0taGnp4f819G5GG7cvI2Lly4z4DSHMA8p2tzHxiZw/L3TiAWm0dEURk9XFf7kT/4SA/1DCIfCaGOi0GD+S/Uc5TzIBHdzYz2aGhuoT0MMLK/4yQP6DMQYwKplcriecPjwAcpuN+47fBBf/MJnsI/JzJ07N2P/gfVMGrUgwMRSbV0KnV0tqK6u9DfceQZtq6pSPEQFfR7T6RWulYOCF0Hei8JzXbihIMLRMNxgACHOIcxEdTyZhEOn5wZDPAJ6yFEGy2sFxGjjjz7+MD79mY/gV3/ty0hV1XDNLzAZfoO21o8QD0g11XXYs3cf17eb82hkYq+L/FRj7/690Fw6qUsHD+7H+oBr6WgAABAASURBVJ5uJq46sXnLJmzbuRONlMv43DTmFtOYpa2kCeMTw+jtvYjZuVEkKgPYvqsHLR21WFyZwfBoP23gTfzNN75BvT9FXevDsTfewa1bg5RbBaLRhO+LpmdmfFlXVFTQfgLIMvm6uDSPeX0rqSJO2dEfct7vHT9Pn3QVbxx7BydPX8WpMzfx7ru9tK1TuHVzGOn0Evr7OQZtS99QlhNvaGhAY2Mj6NuhD0/om6k8o9P/halL03jrrXfI4zuUS4T83cLX/+YbDHJfYaB2Hkb/8+prr0P/99uzz34cTc3txIuRXjNl72LduvWkkUEyGWZwOI7amgiSiThtIML5ZKGDU44Bh9XVNeQKOfqTPA+xhqWlNG3oRd/Gg24EsUg1AhbD7NQqjr12EudOXWNQfQdhC6aYGDSeKm7dvInTp06hwJeNMJMc+hb0pz/1BTzy8KPYQH1PJCuxZcsu2v4MhobTTNItoqGxHZ0d61GdaiQ/QFdnD2lux6c++VmuezM29mxFVaoWqVQNjh8/jf/4H/8SN27c9uW0zMDutWu9mJqaYhB2BY4LDA71k4cTDDRfxPT0KGZnRvH2O6/h/Q/eoo6NUh7taGioQnp+Cps2daOppYb87cAXvvAsnv3oI9iwYT3GR0bom2d82L5tHdZ11zOIa8SvQ5RB7XDYow549KVRKHgNM+zatR2bN6+nbQYQox3Mz8/h+vXrTAZOIRKO4MrVa8Rd8ddYH5RJ0AZCwTD0DaT5xSXOPY99+/egjQmZjz37EVRSzwb6+jE2NEbZ1MChfBMMFDbU1KH/Vh+T6WcpkxTmZtP0NVdw9tw5zt/Bth1b0d5ej0QygCrab3t7M44cuQ8PPfQAmpob8NRTB9kvQdv7BB555H5sZYKtqiZJPuZx8fJ5rskEeSyisrISrusiHo8hHAnRf+URi0eYiGvy69PpNCKRCGSrYep9OBYCGBjfvm0z68Po6W6HFQNMEE/CywVwjrYQYhBf31SeZlI1TwWPxhK+LY+Oj2NmPo1PfvZzaO5sxPsnepnomELfwAS+/8NXEQ5GqMPTaGtfz/E7mGhJ4aWXX0cgEKbeL2JTT5R6HeaeXY/O9mquVw3jZzN4/ZWf4PzZ0zxnjNB+3qAdvgVzCphfnOZ4owgl8oinCvRLc/BsjeuT5/nA5T6yHls2bcPU+ASqmERtp021NbVhS+cmVMUqYEzk1lfWYmF2HvMzaSDPqcNBkYfTee7fK2tZTDMRHAyFIN+nb0tduXwdjQ0t1FXiMyE7NjaL2zcHMTI8AtcKGBkcwKVLZ/He+8cwOnEb8aTRxyyipaUeU0x0a99dXl7CEqFrPWWQjKIileCaA8GIS5lkuFYh7ivd6F7XwbUKoampmvteJW18Aa6Tx8TYIDKZJT/xs7q2TD+4BW3dbRwrjOraSvYJcw4F6JtpVTVVaG5vxIbtXejgWlZUJpBl0orvsb5uhZiMyvEgGo0GaRNhxKJJcCOgb4mypDzM4VhZ0vNoE1EEAyG4rgsP4L5RxOLSCueyRhyPSdwiVpT0KORw8twJnDn7AQ7ctwO79vTQv7dhx65N+Nf/5p9h0+Yt9BsT+OM//Sv8T//8D/CNb38Ly/RbjU0p1De14hb3xpdeew99g+Oob2zHas7DwvIaGlo6cXtwjHvCKqTr4WgFMgz+hmJJyi6C9PwSKlPVqKhMQWeEZSYF+/oGoQ+pzM4swtwglDwxxxCNRbhHBsDzMpNIq4hyvzywbycCWENHcxVqki5a6mJorIqipb4KLl8gTjH5t6YPndEe62nfTjSGFdrz1JKHDGlnLAEn1oCe7fsQrWpEkXaSY88xJn0nmHS9OjCN9y8N4/0rw+gdnsOVgQVcuj2P2yM5jE6tYIb7MUinv78fFdxzW5obuWdVc12iUMBb3zJeY9JUfwLzdv9t3OobwOJqFsu5VRTcPGYX00hWJunjMlhjZvG+o/ILW+A4Luoa6vHSS6/j1u1Ryq4FWzbvxe4de/Erv/JluOZiiHIa6RtCX2+vn1D91Ec+gunRUTz15OPIFbNck1vovd5LuUWp35fol68gwjPC5PgYGunLWpk4LjBheuncJawuZKEP5ySTFdSjCly+fA0/euEVzM6u0j+6uEQbGrw9jmtMKFbEkoiFg6jgenj5HM8NvWhr6cAvf+kzOHhoD773vefw+V/+KgZG1ji3emzZ0YSq2iWEgovUxVVqoYddO7ehpqYV164OUGdDCDq1tPkcz7khQgCvvvwOXn75OIb6x5CqSLFfBHHa/8MPPoz2tnY/kZqeT9NftCISCXK/GaOOttN/UscLBXzly0/i7beO46PPPoqnntmDjzx7BLv3bqb9RMlHBNu4F64uZeg5HFRUxNHQWIt4PMhzThXytIWpqQmeS9dRgzK0o2W00R5beMa9eKGfMqyj/COoqajFHp5Fe7q7OJcU/UUd+of70djWjMrqKmS8LDbt2IRAuBLBYBWKhSg+eO88BgdHsLKyjD17diGZTCAYCqCuvg51dTXo6GjneAW4bhCxWAxZvlQ2NjYiHAnTXjOIcU/YumUD8tk1BKzIs28Paa2gorISo+OjcF3jWAG4ACbHJxGPRGhLy8gz6JJIJKD9OsL3s/7+YcynZ3heWKNvrPX3Au2Li/M5+qoFhANh6rCDcLCIIvtmac80W98ezXEQIj+RRAzJKs6TvihbyPIMk4c+SMehoX15NVta6zwTPnTPXBvH1+siPZGC70UAeQUQYawxiK7jOsgzOaAPpQS5R3MpEYnEYKa+DmmAPOehhK/mVKRTLBBIim3eXchmc9TbEui+/BJtZndx1EdgZir8en34QbiBQAAO5yn68rXlsdSmOrWrXh0LZNIjDy4TGWYl+mYflsLR3FzX9ccQDb+OOKIjcN0AzD7kQ+0aR7jqJxA/ZnYXTzh8pL4US3QpReGrXqUAMMAH/D+6NAYNEkUdiMnva9zDh1cWcYbvi5FkEsdXllD90aeQPbgLGz73UYS6OwHq966e3dCHHMOUQSgcoP8pIMBSyRWjTlKY5O5DFsS3x3eS8hw9jcdm1Tsu4APlb2Yw+3kgml93t2S7+gtUp1J0NRczh1VaC2Ope4GeP9QV4bPRl6FKwFCkwkqv8gzEU7qsMriURxlEm2jcmwrU4Szn5rEPMTmPu/Q0JABfP1hvdqeCdcJRfTabhZlB9MzMxwUvM/PrpXfCY5WPIzzdq65InePAPzeu6gv0X6IvKDABAe53Zi7MNHdwnqTAOtXzjs/knfzp/kPwePshkB0Uaauir3H1LF50XwbxWuSamhnUBl6qMzN/UOMYtGCQYYhv8UcUmJnPg+4FZgb/H0s9C09w7/29Y4qncnsZR+2qU6k6s9IYela9sdK4xi6n6HA0fWvVryeemcGsBGV8ot/lUXO6t95xDI4LuAGDOZwa56l23HOJth5d6lDgjm+RjFSvssBGLVURhqIZQDCfN96SnjHL6FFoRfIsuDtn7gEe2EvILD3qq3d3DYxkSIT1RSa0NQ4r+KN6Q5lvI88OwYx1BjikVaQOGccDL4/js4BHfSvQ1ylGUuAYoqz6Ius98iU8Aa0AebarTc+UCG9Zy7rSMx//ix9S0zgErQunxXcYDw4M4ltgZjAz8JcPZsZbg+gb52jk28izmZXqxRPBrPRsVirZwf8xIzbH04MKs3I7eSEtMgAfSBP3XsTTo5mp8Mcys7ulKjVPge5/jndWqN6XGQf1h+FwrP75H9Ij64zdGGAOS86S+EWC+uMXLtUJzMzno9ysuvL9f628F6987xl8f1Qkk1w939eJb9GRHpsZiv6aqsageTqu65e4cxXJr8QXdII8k7iQDyn3NTPIFsJ8R9deD6421csfU93NDA79lsO+jqP9mOA/O7j3MnNQGpv1RjlpQCKYGURf78kBnnvB5jzPFt6d9vI8zdjJB0DzE7B7iSYNw8wgXO33BdpXgatRJDi0eyMIt0g5+CXtTLhmpMkK3YPyMzoajzrKKpjZz4Fwimxz6D/cgAPHdX6u3ayEr77yPWaGsgzVVzYp3gTgdW+d2jzO13FIVwADc88SBTgpX9bCMTNIVsIzM65Tgc0lxRQ98Cq36bkMqmPTXbmpXnXiT6CxRV8yVZtwVQp0b1aam3DEv/ZD4epZoHuzEk6ZP/ka1ZdpiE75XrIr0B9JTnkqU47xtRzjhZws51MUKsSfoExfffUc4NlFPAscrqvGEKhddRpfpYioXv0FuledQO2iRY45noei9F8Nd0C07txCPKq/6gRm5jeZldZCMR6NaVaqV6OZ+fz74/BeKyQ6Rc5VdRrO54ddzMznQWMIVG9mCAaDMCMCANWpLaczPM8iugeb3GAAiiub60JyXFlZgdbGrNS/NJYHja0EmMDMIDtTm+M6Pp+al2gLRFv4GtNxnLt8GO/1jDuX+pRxVd6p9gszg9mHAAO0F+VpdwXaEO5pE03JT/OVDxBfZnZ3zuJF9MVPGbw7667BhC8aWkPNXXMUlOK2Od92hCeccql79TMzX/ZlugXqpEAa6I+hdvIuXPGnssD3LNFfvecbqKovg+aiccRzmXfdawwzg9pFSzwIz8z8uRblmziWmflrYsYHCAAzB47jEhyYmc+zaGu9NGfFpvVMTADCcXzfo7FYcXf9has+whU/gPk0Ha6tATCzuwBefPKfeQsO6t9rjcp0xbP0wIyYBNWLlvA1huS0zBh0WS9LY8Kfr3JkkqFkoz7q67quP4b6C5zVFb6cUjCjDDhPMCASpMK3tXUy4F2NSCjmJxFnplf5MrzIQHIa87NLCAeiaG1uQzuDHUpGBd0Q5hko0qeGa6vqEQ3HUZlIIZctYpVBnopUFaJxBksYuKhie3NLF1I1jQiGYxROAAtMQs7OzvCl3hAOu2huasJD9z+AHVu3wnUcBn9exhuvHcOVi5dw/J33cOXSbVy60IcrV4awtMIXbr5Y19TWsW8Io2OjDESfxdDQCKYY5HUotDkmp3oZHHrn3Xfw1tvHMcJkZzAQZJCxA9u3bsf6rg3o2bAJu3fvx85d+9DS3InOjg1oamxHPJZigGANQwwE3+ztx6Xz1zDYN4rTJ86zbhTvvfMBXvzxS1BwdXxsii/kBc4pCClBIh6nHBmAM5fyqEQyksDq4gqTsEMo5LMMdtQw8BmlA/CwuDzDBPME4kz2BJwgE2jjHOMkXvjRT3D29HksMkCohHQiFkddVS1iDAaAJ5O11QwTSzegP2dapGJGYgkGZasRY3A/Gk9g15692LRlK+J8np3j2EPjqIhH8cgDu7BjSw96urvR2tyEA/v24ytf+go+++nP4NCBfYjy5FmTiqOdSbiPf+pZPPn0k/jil76IL375l/HUM0/jE5/7LD7zS5/Hgw8/hO07t5OVIueQ5jqHmMjbzUTCTupXAVEGSObTc0wWnWOA7BouXDyPs2fOMCh+lomDGbiugyoGT6oZKNrLhOrhI4fZdx9+//d/H89hDi2lAAAQAElEQVR+5Fnom4j33XcIzz77NB5/4lHAwPn24tatm1z/S7h06QJuMjHOnRpdDIhVp1J48rEn8MmPfxKf+9znsGfvXlTr08wMqCrQPTQ4iPn5eSwtLsB1HOhPm8bjYdTWpagPzahvqmUQKYYqBranJ0dx+9Z1BpyWmXDtRmdnE5QUHaOdUK2wbfs6Ji82Um9jGBwawvnzF3GVySB9kODM6bMMxs34OqmDT1VFEU88uB6fpCwPHKS8PAfXb4wwSZpDgW88H3xwEufOnkP/rVu0uTjqamsxxiBmOBTEAw/cj0OH9nOdGhEOBVBLWSWjMc4hix987yd47dWX8Oax13DmzCk0tzRwLXejpbURHe0t2M2k0O7d25nEWs+gfCeqqpMIBl3Kb5SJ3EmMjS1hdHSVcwwz+OowcAUwP4wsD4hZBjX15wnoUeHwZS3LF9+8BxTN4YuNIcPN1nhYqKiq4OYDJoF68Z/++D/hRz/+Ea5zHrm8i2gsQLoZjjOJ69dvcKwRyqqfuj7LoF8Mm7b20OZ2YDPLRiaPo5EoOAzy+nbT0hp9RBRhHow9ntYCQUN7RzPXdAd27d2Kj37yKTz97GNobq3FSmYe165fxjef+zYDyKtIVlQwyTDDxNt7+P7zP8V//s/fYjL0PIJMCs6m03SQHlbo+/QtUsHMzDRlkEGI8l5hoGeR+tHW1oHHHn+I840wETSHF376Fi5cuo5UVYrzCmJ0bAhLTMA6DtDQUIstW7cwSTTO5OANyjiIjo5OVFSkcPbsedy4fov65nKMHPr9//ctje9973m89voxJvx60NXdifqGJIPcw/Rdc6iprsXoyDiGGCRdt66H9KJMohQY8B2mTQWoc2HE4yEujYOYEt30NfLdwaCDgGwqleBCFhAOFxEOAaPD01hIz6O/7zYy9JleNoSJoQWEnAq4Xhw3e0fpX69hmonUzvZWHD600/8gS9/tQfrf93Hyg0toqKvHwMAoXn3jOL753Zfw1ntX8NqbF3Dm3E2MjM7RFkcxM73EBFaB9t6L57//Av75H/x/8eKLP8Pxd4/j3bffxYULl0ljGIsLq3BcFw89eL/ve++77wgaGpt8H5Fj0LKltRlmhoX5NDwUuC4B0h4HkGGSrQc9PR34y7/6HyEbPHHiLRw79ib9wgV4DPivZ3IqwBeNHpYRrufnPvNp/PbX/g4D1obs2jz3NRfdnTHs2rWZ/Tegiz4uGHIxOjGOE6dO45VX38LpcxepQ0ns3L2V8g2hrq4abQxo19fX+3wdPHAQHZ2dkH/RNwYb6UND1N3mlhbU1FahsaWOOrxKHRnAyuoytA+t6+rmnjSJEfqKQj7D/aWW62e+fawxARFhUihCu25pacMMk/0XL1/G4tIStu3Ygs3berhPziPLQ/ytWzewfcd2/Obf+TU8+thDeJaByLa2WpiTQdHLUA6X0dLShDAXvsgDYZTJ4HA4iBzHnJgcpy4FGEyOUGcbsG7dOsqyB4lEAtNMYtfQV4bDYeggkWVwXX1u3bqNcDCBQjaAxtpO+qgJVCYbKcMtqKtpwWJ6DTWV9dTvINd2EEq0003gxZ/8DM9//2cwAEOj4/CcMM5dnMKrr7/BRPgpZJhwm00vUucHoW+RnTp1kkmwAlZ5yK6vC3Kdsmhvq2SyZx229rRghbZWU5FAB+Vz6oNT1HMXgwP9yBVWuVYBVDPhtTg/zKTbKGU+j8xankmOOFKJKvJXi9pULdyCi47GLuSXCxi6PYzl6WXYKjB4YxA3r93C5YuXoW/gTk9P02eN8XyxgsmZOQyNjNE35lFRWYUmJvrGp2Zw7K33cO7sZe4nXOeRSdr+DMbHprFC+0rPL2Itk0FnVyvtex1SqRRSlZXQn+c/f+4cLlK/Bph8uHTpGm7eHqBsXFRUVaJgBcQqIti9bwMicZeJpxHKwdDA5GiAPnBwYBBrDD7XMUmywH2svbUdbS3tqL+THKmoSmA1s4xEMkrd3kye1zC/NIf+4T5MpadwHxPxBw7tRWtbA3bs3Ij1G+pQUZGgHnr0KxHqRghmrrZToOjAzEFlZTV1pRE6iIZCId8WV7hGWb4ordGeNF6OTjscS6DgubTXEDwLoG9oFcdPXsLJsycxMzuBuYU56JvXYNuf/fnX8Qf/4t/T/53CyNgk5uibgrQfC4Qo73kMDE9gfDpNFgyLqwUEY1V8XkT/6BTXFwhEKhCOpej3gcnpBRSKBn1wJZvJweUZVodeHZDHmfzJM2OzupxFOBTFKs9LC4vLWFxeRHp+DiH6B/mIZSa1k4kIE0rLGLjZi/qqGLIraWzfshEViRiaeSb1CsbzWSUSsUoEnCgmaKPTi/NobG9HKF6B6voGRCuqEGDCanx2Gtf7bsINkFe3SP2MwqVvnuP5b6UAZCjjZe77y0XAYyI777B0DNozpyYz/lmbRogCX4YSsTiyfBnKZ7LIMNmsuXpOEMtra3jp2ADe/mDET8KmOYcsX2Bdthlc6n6Udh5DJreCt955G04wgESiEqFwgna/hTKLIBhM4l/+4f+GDd2baNuNSM+k0XvlKrb0bMJgfx9GBgbQJJ+X9zA/O0+WishSryd5tl5ZzQGIEH8IDTVt5HkOs/Qh6ekJfO5TH8WnP/4Mjhzcgw30MVoLjzxNM1l88uRlVNBfHH3gEbZtRjEX9Pvqw4cVFRVYyhpSlOVqIcO9423c6B9nAvEATp45y303Rrs7jm9/5wW88OLLPENEcIBjhCMh7ocJ2kIDmhoa8JMfvgGaCRLRZtKP8sw+gYBFsWP7ZiZDn0JFMs7z0zJG+Z4wODiEAZ4La2vruYdvg/5UbkVlBe1/BFXc6ytptxElECnf3/rtX6UPXkFlSnp3A/OLE9h/YC9u3LiB9es3YPeuHehob+Ke4fBcehkNdSk0M6laXZnk2NvoI8aYkBznuWGRa5HkfJIYHs7jxvUxrC5nEI9FMEVfOT83Qz97EwHqRjgS4PtEFguri6hrbkRzWyfPMpcwn87Tn6xicHCc++1VjNJHLfGcOzc3h7W1FaR57g7RXhUMmZqaxvj4OBwLQPrhWhCxaBLy9cGwi1h1Agv5BUSqAujc0A3HDWGRutrU3IBI1BChDmdXV1BdUckx5+DlDDG+zywvLqGafR+4/z7uy91IVSYo92XMz6Vx8/pthEIpzpc8DsxidibNJOwsecjBGNX16F/CfI8xNwBzXRTI6Ar1fGZ2Dk4gABhYOmwj0DZc4jiO7h04TgAeHPq3vO+XctR7mPn6qVJ0crQd2cMq7cQTtusgQ/+QoR2t0I5CoTCy2Tz7eL4cYEAR8PlwHJdrGCef8MHhed11wyjQBwAujOOzxe9bKBTJA/sWi3wuwuV89GIukN5rL8WdK8B5uZyHfKnqzYx9PahOz2oXqu4d1+WtEcBxCxAth/NXhZmJXb+f+t4LZkb5UE4sy/XgZWb8XfrR+EoU6HygGjVpTNULzKxE23FhZv68VA9epVK0HD79IhgKlHWR4ONxTXkLThIKZhQY2E1s7Mbp4QF8/re/hvZNm1BVXYOKcAzuWhbD3KOuzoziat8tnoGr8X/8f/4FvvLJT9LLBBDx6L/TKwgVXQQI4hd/y2VmHI4rrrHZ7vPB0uzDevXVHgEYdJkZzIy3nl86vHcp/xDtR6WZ+fVF6i2ge4fyoY7yXmviOC7cQNAfF3cujSvQo5n6mG7hmAOH60gOqWtF6pwHh+9RjksabqnNjKUJw/P76JdPi49mBjNDkfqmOZgZHMfx61zSCAZLfEhf1K5SoHv1AS+V9z6bmU9D8zb7kL6ZcZ6uD+DlkVsZRKGQB7jnAubP2eO9mVFPi3eAjIKXFfnrzj3vxCcLv0+pFH6Bfag1d9ZL/JuVeNB8Sniez5+eBaIjUJvAzChXQ8BxQbHB4zr58gJgVqKFO5eZ3bmDT9PszhzujK9+gntlpHtBoVDw+5qV+uhBuCrFjw/m+DxI741+Q3IyGNRmxjsCeIleGTyPesD1ZLUvC62X2jzyJHTj2U+g9ntB7QLVuVx7QcANcCwjAGLEg/4ZiuTB5LeoK57Bvxzemxk4DMG7q1MFrm/R45rQms0BHMcIgHyG6xoC1FeBnpUoJQm2O2wnLh/KdD8sjXtBgOcNAn2A+nBAEqRu8EdzFRR4JiqSGVaRXxDFuwu8ga4yTTPjo8cxPZZFgkoWd37Es5n5c1LCjTcA9QL019p/HJjEgzLdO91gxnofiMGSCNQtD6QEv4P4I40CdcHjPXipFGgOZsaan/8xx/mFCo+s5MlKnsOTd9IxM5h9CPd2MCvVl+s0jkBjluWhNjNT4YPsQOA/8FcZ39M9wRwXnhOgnA15vieW29n0c3yIvg+ue2eNjTyTf+qrxheoz98Gf1ubuY6P6kkvxS71qUAuirQB7X8u+RKC+ha5XgZDkWf4uzZNWRU5tvCFZ1TmLOPMBcaBVS/bUV/HcahvJV+oc7QPXDPhqB28jEBy4PThmAv3ztggb8oQmgM41FdzDYpBiWd2gWhrb4hGowjzfZksQklRzyhdE0YJhCcwK1VqbLWYGcxKoGeB+mYZvyjS5hyO59DmXL90/PHEs/qrNDO/DkZO6WMLXp76VPDXxexOG4Ai5efSVkXPXFZwPmbm9y3zpbOTzip/mz5DF6ckn+y6LszM90+FfMEvy7yYUT4cy6NdeGwrEgo8f6m7+kpWEqmZ/dzYohngvileNL6gTFN1utd6FrnewhUt1ynxYcbJo3QJT/ogPNWYGdw7/IKX2llQHpQudUDvrhpLOKJplLVwBMJTKVoau8C5OKRnZjA1EtQOTsh1Hcq8wLNZTrU/N6b6awyVbITjODBzfLlJ5gK1q829w6vo+kBZalyNYWYlug5lTGUVPfVTKVwzQ+DOuRK8ym2iqblpXFbDrMS9nu/FFw21qz4YCvk2o36iX+ZRcsjy3Kw6M/Np6V715fFEx8x8XkULvISjdgEf/bYg37lDzAuEohGAMskyOa1kotplSwL1F+0MYwx5rpfaHHP8/pqX2s3MX0/xKP3VmupefAi/XJbvxYvAp8t3WPURX/fimZk/NzMD+KMP+WTz2ZJ/pH8SrmioNDOID/EjeeoevNReBuGV4d4613F8OauP2jWOeBH/AvGYp975+xYAM/NB+ALw8mgTollgqb4F2l6R+pEXnwaE6JcqKyt9/6QxyvLJ0y7VT3X3lqKhZ5XCKYOeOZyvY7JjrR9PK3x3yvq6rDaB6PlA3TUzf37CF0ifzIzvsQW+g2V+DnK5POnQyaBkH2ZkngRFS/wIOC3WlH5UL2zVC/Tst5S6+bfl9jLvZubrjmRnZv666V5QXjuzEgHRlKxW+S5apCyF47iuL3/Rk94IdG9WomXG0pMTZuIkn19DoZjjZLN0DFk4bJxlsGh0eIRBtjA3mzyDEgW45vgghV/ly7WCvv7/5wSXL9I1DCbsJexDU2MbCjkgl/XQ2NCGPbsP4cEHH8eOnfsYhN4A/0TPzwAAEABJREFUIIhBJvauXrsNWAjrN2zCAQWo2zvkP3wHtcRAcgWTgM317ei7OY733+nFd77+Ln70vXcx3DeOLF++lhYWMTs3i7HRYYwMD+Pq1ev45jeeJ3wb3/72c/iLv/hL/1uQzz//I3z3uy8w0NyPVKqWL/67sJu8PPXUR3H48ANob18PIMxAJQNfiWrU1Tajvq4Z0WgKqYoGOHydQyGIQtZhYnkWKAYRC1dCSdenn3qWSbmtMMrAMR5kCfmcB31Kvcj55xg9W51fRW4thwUGDTNcJOMGuLSc5jzXEK8IYev2DVi3oRMHnmjHwtwCA1S9DDys8IU+Bv3pYIcHBn3ztbd3AG+8eRwXL13B+OQUFpZXUF1bx4D4Ruzduw/xeJIJl34Gf0fhBkJYWllDR0c3g+5P4rf+3m8xmfcxBrvXobO9E/oW6iMPPYyv/Z2v4qtf/U187be+BgVabw/ewE9f/TGOn3gb759k8nl8BFd6r+BnL73ERPU5TM3MMmjezyTeK3jjjWMMBt9CnofvdgYVH3/yCSbtunzDi0ZDWGEAaJXJhI0be/BbTGj83u/+Dj796U9g/4F92LptM5YZ1JyYGCNP6zmHDdC3LnVIf+vtY9C3BLq7u/Dlr3wZn//8Z3D/0cNoY5IlHI7igxNn8e3nvov//X//3/Gnf/rn+N/+t/8Vf/Rv/wg/+uGP8NLLr+DcufN45513sby0gqamZjS1tDAoFKXODeGHP/opXn7pNQwO9nO8MDZv4rixINYyS4iEA8RvoE5NcV7XWU6jMpXE4aMH8cVf/jSe/sgD2LBxA1LVKeibf1Ozk0xkvo+fMtHWy4Da4uIiHMdFkdY/PjGD2/2j1KEodu/dj49+7BPYtHkrdmzfiY8z0Pj3f+c30bNhA/QnbwcHhxkcW0CRjiifz5KPMNc+4ttdKOiihcmaHspwY88GdHV2QfY3n56mfaV93a9MxlFbk4LDYHyQh7+ZqUncZFB4gQHs2wzq9g/0M2B3E5MTiwwiAumFLJ0h6ecjiMeqkc8BYW6krutw7AgikYjvjCPRMPQ+qORq0fEQ4CYYZJtLXCXrg5TXGNdPCZK3jx9nwHyWG0+GCYRu1DUk/WBnmDiTU/N+IvJK73XML6SxmUHq3/67X8Pu3bvRs3E91q/vQbKyEitrGRSo6xWpKgYa4+jr62egPe075hSTyJF4BDUNKbQxqRqhfsEpYo3B4nHy0Nndjl//9a/gvsOH0MnEVV/fABO8N8lPFtW1MTTUN9KhBpFKVZNe2E9ynj59Bv39/UzmjGJGet0/hEsXe/Hyz97AH/1f/xl//fWXuLZXGGwdR2tbG44cPYSaukosLi0il8+gubme+t6BZEUcw6ODWFlZ5tzXY8uWLdSjZupOChUVSShJpQN7gRuey8NjH8e5fuMmA5HVqKurQ44Himg0jm4mXxobK3Hy5CmcYXJ9eXmN6zsJfav5pZfeZEA0jaqaSjQw6V9f34B4PAaPhJUYWFxcA6h3Dl9MMgymBrmW+mBGgb7IPMCoW0P95JE20dzQhmCgErduTtKnBbB71y5s27YNCdLr67uOLGW6e892Jh9WQHVkoHaZpDOU2Qlcunwd77x3Ga+9cR1Xrw1hhUHg5qZ27NyxicH+Ak6fugjxbQigprqBMmqivZ7AW29ewusvv4ttW3di69Zt9Dlf8795kOJaj+n/r4ShkUmhUDiI2tpqzi2KzVs2Yf2G9dSjCiRiUQZpZ5Cem6Lsl4iToK1laTcruH3zJuJsDzLhPj01jjNnTmBo+BYThGO4eeM6piYm/A8jbN60Ho31SezZ04HhoT5Idgo+X7h4BZNTs0jPL2GaelBZmeJ6d6Bn/Xocvf8wHnn0ITQ1NSLMoL3sc2JyDG1tzXADRr+xxvXLQZtyd3cnxqdGcPnqeer5LOuzyGYzFD4QDIYgO67j3FpaGqnX05hj0LyCCZi6mlb0XhtAMlGLbiY27rvvAVxgYk8fQNBB6+DBA9i5cxvHbOHBo4AzJ0/C4VovLc7SXl300j/fuH7db0skknzuZeJ2DAHXcJvJ15mZSczOzkIHJB1cdb/E/bW2tpY85iD9DIUjqKxIYfu2nb6d3GJAU/jJWAVpDKGteR3luIQTxy9glknI8ZEZVMcbUR1rRXHNRTgYw5HDR7GT69vT3YOH7n+QuuOSJ0M6nQeoj5u21WGVur66ssgEYD3m59PY0LMeTz71oJ8U3rNnC6prQjhyZAc626qAQprzXIJTyKK1vhrRUISJkWE00maWFxfQ2dmEZNwwPHALN65cw63rVzE9Mcqk5jjamzvYpwVtje0wJoOSoQpMjUzjyrnLGKVf7uNeevHUJZw7zflMpZk4GsX168OYmp6lBQFcUFRWV2OBcoomKqDAw5tvHcfrr59HS0s7/XqcCYdlrHFfHxoapo2Mcf2qkOL5oo17Yde6bt5Xw8zoHyoRCcVws/cmLl/oRQt5q2/sZJJ5hskuw5WrN3Hl+i0Ueciupn60tjVi5+7NaGmtwZaN61BP3+dRj3q6O9Hd3u1/KEsvW7dv99Fmmij7MFbIZyTiYHlpFueYwAT14yZ9jMdAZ3p2AWNM9HpMJoOza2tvwMMPH8GnPv1RPPTwfZCPdhyjPRnyDEqUznQO1DeTWcX09BR4nkSR58Xx8RmsMJEW5d4QT4TQ2laLVCpKeURRw4RUBe05loghVWUoFkL0i4v4F//yj3D95hBG2XeECc633n6ftpNHIhmmXhhfSwNIVlXTt9Uhmqzw5RCm3oWjlch7IQyMzqBoESxx3Jt9Q7h2fYDrtID0/DJtMo4MkyQrPOuEqcMzszPch9KY5blQ/xdmMpHg3lhLOyxwbkUs88xUpCxdrwiPuki1RJFObmFhgT4mRrwsFBSYYQIqy6RL0AlienKGuj+DaDCOmlQjouEK+k0wCUi94Tk2Tl6TtOMs94Sa2kqueYZ8FRFyc5iZHkUkbDDuVQ88eD/XdQfy9MUO9wG6ZYZOOH8lBwoOclkXkWAQSgy75mJ2Zpo6eR1L5HlhaRUIhBCKRDm/eQSZZCuGQT5WebZcRTISRIIArh+XiQnYHIKBIJPpa3jn3eulpHM+wPNhGj/+8duYmJzFv/u//zM8yveFF17kGKtU+SAmea78C56bC6Qjme7dvZ9yA8JuBIf2HYHLddA3fOOJFC713sLMzCKkhzWpBP7+7/wannjiAK5eOc496wWsLE4js5KjvrdjfGKVa5bBa69dx+//9/8n3n//PcytjqFndzfmcxks5FwMTq6gsaEV333uReQzISYNL+IK3xFeev0MfvyzE/QdhrqmDnhuEPWNrTh9+iz9ey/Xrwj5tC2bt0CJ/kAwT/kH4NL/LS0t4NibH6CuvgZ1tSn6nBns2LGFZ/E0bl6/gXPnzqGCOqe/bgOePY4efQiAg0cffdT3i/Lrq9xPc7k1HD/+JlbXFqi3LjZt7kbvtSu+viwyqT4y0s/5jeBa7xlsWN+Kw/ftxsMPHaaPakY8FoZjHpKxGMKBONclTh1zMD4+hzwDhWvUX8d1sbQy73+oKRzQOt1EJpvFTfrhDF/+x8dGkaqtww2eiUZGR1DgIq+ureL6jXGMjs1TEZLovz6N9Mwa8tki13GSa7+IDOmPjk9hlsnVCJNWyUgK6cklvoGFECM/yYokhqZHsOZkUNtSi9MXzuFK7w0kk0kEqYtnz5zGu8ff9X2qawEsLqyguamF70pZ6P1Q5/vp6UlsYmIsQVurqaGfZpCR5oW52WWu0UVcvz7J/S6DBvpix5GvqKSNuPQ3DiRfzW95eZmyyENXOBzm2rk+OI6jKhTvBA2KtJ0i713KCwa/v39PLPXT/iY+1K+SZ0oBm7gPFfzxNCePNDSm6CgYoVJn9hDPtZ7nQbyk02l1Q46JWjOjn88AnoOiEqpMBDtOkO0O1z/n8yY8jRmJhH3ZsRFmRvvyeEbN+qAPJ1rARZA4dMskZ8RxiQOfTp4BFPFgxn4kIHqam3hWaSZ8YwvYx/PH1YOZkU4JxL9e9PMMmqi/mfky0r0Aph5l8HhTBFEoG7AsPWssyUR0yvT0LLj3uXwPXmYiTL4pP+EJJGefBtsl5yxR+rhvH3jqSfynb3wTnRs34emnnsGBnbvxb/7Zv8A//yf/I/7sr/4cDS1N2L5pK8Z7+/GbX/hNhLmPVPNs5FE+QdqGuIxRRyKhKALUA6/gwWi7rmOcg3Eujg+4c4kXgVmp3czutHh3ytKzJ6VFkXUlKDKhxAefVjAUYmk+UPrUpzzlX6DOFlh+uBYe5487l1mJ7p1H9gV12iG4P8enmYETADi21D3AdzioSvWsvftzh7aZ+WuqdXLYQaV0RIEulWUedC/7Eo4ZCZKQ5KB2rYuCRnpmNXlzYKTlgP9Yqq5IOxGu7lWWwTWX7BnPZi4CFkTQDcAxg5kDwPBzl1HGRnkSjO+QahYdjW96uAfZzCBeNR+zki6Bl2xT+Opnxl53QLhmHz6ble5pHBQlxyX//vAcR31JCmYG0VffIv0I7ly6F9x5vFv4/e4+lW5UJxC+2Z0x2WRm/A1/DNx7cd3UonHBGzPz52nGOYJ8AmS5SD0q3C1Fm9UwMx9XzxqzDGYkBLCP+hWpj+rrsT8rf+5H9IscpcizhgfPHJgTKNHlmogn6ZsZ6VFYenYc8kVb8AhFxgcdF/DBAYxtrutQhgaHzw6fzcBxC+BvQunHzEpjOERilUs7/XkwkAppuHAdl6XjA+65aNLkt1zhwRzek0fjmI7jQLrtki78y+Nv6hltSHyYlcY3+/lSelSkH5EvAfUjaC4cc9gXPNs4PpgZTDUkqXF0C96X6FKW4oE4HtdV6+K385eZwawEfLz743e9+0Qq7Fd65HqIX65D2TZK9fDp4BcuM62L57eJL7PSWGb2C5gfPpJVaJ7eHV1XP4EwCkXqjGQZDPBcGYbDvUnz0bzULvD4S88aQf0EZubzUG4r9xFeGdjN/9GzblR6lLf6yy9pn4swlqRSzxo7T39L6YLEqU8eRFfrdbcvnNI/rRcHNzMfR3tdLpvjmTfrQ4ZxJO3HireYGXSVaBR9fO1FPl3yo3qhuI4Lh7rgFY1nM47NWI0+kCUezAziGw5oQwUfjHIr8+5SB83M59mTohBPdP0xuNZmxindoQEuB9dCdNWvDKJPNPbmxFwCF87ziii3m92hT3reHSj1MVLkjwr61yK5K1KOZo7PT3kc4ULUqWvC0X6jOtH35e+QaZLRj+rNOB7lUyxwvgQzu8sLeImu5qfSIz+s8sdT6RDXAfvTznI8w2a5Hmbm26vGMjPum3kfPM5R45U+BOKou0/HzKB6AXhpjbVf6Vl2z6q77WacvAe/n/gp82VmPo7maFa6NyuVwtE5T+dAj/yLrvBEW6A6jVckf6ovA3hpDAFv/TmRJM+J1D2+V5ILaI7CF470ULwLhKdxzCgbjqk6gXgRLfURsNmfS1l/1UcgHNEUb7oXlAbPn7MAABAASURBVJ/NzJ+rWYm2aArMSs9Z8qazsT8n6p9ZCR+8REO4Ao0jMOqDeJEsVBLt7h5jZr4uSP/VJn7UV3TAS/3VT2BWGl9twpG8VaqfzisBnqvcUBCyyTJ/aovH43DpjzzpLGWl/gKS98eWjEVfoPHEg5nBrDSexhBIvloD3d+LIzp6FoiuyjKYmZp9MCM98cAq47lMe5L8ZlmOQtL4Apd+QKWZ+XwY+Ve7gOrp+x6NJdBYZuavmXTfrNRH9eK1wJxKnlCg7QlUD15m5vfROAIDNY7E1S48QZ59MoxtrHLNtY56z4vynUz4whOwmy/HsvzUpjq1lUF8ip5AclQpHMct2anqJAeVaivwXTNPm9f4eb5/iI5koveye9dLNIQvnDLoGTDyFPTBcVwEAkHaUpjPPF9SHx2CGdfjjj6oj/oXOJZ41XhmhvKlOoHqVZbry8+qEw09u64L8SmQXktumodw1KaxBbo3M38tpVcaXzhOkEocChuJBBAMGNLpKZw8cRwXzp/lS2OOgexO7Ny1Adu3r2dQoBUBBqv1jawzZ07i1KkPcPnyBQZ9zzHZMIDZuTSTH8NMtI1iemaeQZYFXLvWz4DDIJNKw7jIIPwHJ87j63/zHL7xze+it7cPlVV12LR5GyKROBYWliRKLMwvMzE6gVAghsb6djzx6DN8sdqOlYU1uMgziQk4BrgG8pjnryIdT4F1HurqqtDUnEJlZRKJeBJTUzO4caOPQYMK3H/kCNpaWzAyMslgzy3cYHBP/0/njZvDuHV7lImFYfT1j2F6eoFJw8t4552TTB5cYt0w8nyBzucdbrIhBkRqsLFnO3737/0D/MqXfx2d7esYWMghEatkUKYK4WAMiWglqivrGegyziPqz88cF/UN9di6fTPl2o1NW3qwhQnFNgblc9xw5ufncY5JwMniJTrmPGVhiPCFMR6NMYCxiGEmiz1uklWcW01tDTZv3ownnnwSoVCYwcXrOHX6LN57/wPK/AaWmDCZmpnD8kqGQbRZTExM4fy5S0yEXPWDImsrq2hgQLqmqgrxeAQON+9b/dfw5ruv4bVjP8W3nvs6vv/D7xC+hz/5sz/Gu++9g96b19E3OIDvP/88/rt/9D9wHb+Fi1euYmBoBLF4BbqZEMvminjrrXfw6quvYGZ2GkUvxwBKLZM126lH26Bk1H2H9uMrX/5lKLAYiYbQ0tqEZCLOAFUczUwy7GDSoKGhgTKLoLtb3whtQyBQxK2bV6H/m/QP/uAf4x/8g6/hYx//CDZt2ozFxVXq2hwuXriEEydO4t/9uz/Ff/iP/wnf+c53cOzYMVy4cJ6BpQmkUikEKSs5riLlePC+/f4aVFdXIhxyyWsBg0MDlNElJvJi5HcnOhm8VsCKtsOAeILJrk4atuE6g9Tnz9/AG69f5/0EqqsrmJBvY3JpjEGjPBMpWSwu5BgULVCfV2AWwdz8CsLhONraO7GZgYLq6jqsW7cRn/3sL+HjH/sEdjGgUF1dw6B0HC0tzUwW1XJtA9TT67jJhMg777zNoPsVvPHWMbxN3dS3nMwcRHkgHRkZYhLwPF566adMAP4NPL4AHTywH/oW680bw/jZz95EOr2KQ/cdRW19HesbYRZAloGiHIOEeWZTM5k1OJxoiD4hQscbou4VuYkUSKvIA4U5dCB8zvOwxpiSL68c2zJ0ZLk8EAgB5hbQyERfJBpkQGoexgByNZN/PRubcPDQVgbe6+AEwMDeFH3A19F77TL0FfrRkVEGjufItyGfL1An46ipruX6r0MDdSHGjXV+YZ52SR1/733K4Sp9ym3MMnAuvgeHBvHu8ffwk5+8jO99//uU2Q10bejC/Q/ux6/82ufw23/v16lb9bh+/RqDe2dx5vQ5XxcqKqu4nkE/ONjZ1oXmxlYEnDAPDQ6CgTB5WUNTE5CIhzmfBaTnZ6gHEepFExMHFZxrPTZt7vEDtR4dvBLeTUzeAw4itNvm5hbs3r3XX8uNm3oYoH3Et9mO7jYkElH6omEM0qa6u7r8BOzuPbvR09ND23gIXd3r0DcwhOd/9CJtf5w2ncGFczc5hwEmxWdpX2muXxY68CugtHF9O7o62xGPRlARj8G4NjEG3pmHQmdbDaqSCRg32Q/ePYPeq1cYrC4wmQCsZTxs3rQRoyODDLJ/nzKdQEVFBBEG5j/3uY/gk585hCMPtmD/oV1ckwquV46zK6KzI0nfZohGE+jZsBFHDz/A8bthCGHDuh783d/+bXz+lz5O+24k/U58+jP3EdehH7pIn3wLp06eoc86Q7kuE1Y4vyW4PHy8+eYx3Lp1y5dZLYPHQ8ODDGCvIFVTQ9lXgE4YQwO3iQtMjI+TfhXHeQY11LNYLAjHyePo0QPcA2KYnhlDLBZGPBaF/GZ6dgqdXe1QMm9gYJB+/zaKDIyurebpc43ru4xEsoL+Ys7fx8YnJ9g/AgWMW1ubkapM+jq9tDTv88jJ+sH70dFR6IMUOlikUhXoXtfp+5BVJmMWGXwGDSadnofjugy4T6CXeri0vOR/eODd4+cwNbmIWzdGmeCdwuDABHlysWfPAc63kntqH8ZGxqgrI1hcWAT4gpPjIam39yr9SYQB+QniDKCzs4v8pbhnRNFQ18B1kg9aQHtrK1wy2lhfT5lUIpvNosjDdJLBciWQBphgn2KyKJmoxNpaFsMjI6hkYmjnzr2kPU56MSZLhhAIRPHTn76KxuYm9PUPUE8WmIwYou+uwu2bA5iZnGNwLYjXXj2Gvpt9mGQAf3Upj6qKJGJxrtXUGDZv3cDE9CHE+Xyj9xIefOAIk/g9eOSRI9wbU7j/gT3YvasdtTVh+ooU2zrR1lqHjrZWtDOBmYjEkIzH2D+GurpKxGIBVNCOdm7bggN7dyMZTWId9+ONnT2oSVShtb4VizNLOH/iIsYGxrE8u8KEwwD6b5DfiTksza9RMmHqUhQVNbU4yuTHofvvx7qNG5ncq8LA8ChquGeHojGECQ8/+ggaWxJIMEi/msliiUmum7dvMUEzT71J4omnn+A+eRtnuef0Dw7594NDY0xkznD9JnHzxiATX4ZTJ87itdfew9TUMgrMiPUPjiO9sMrE4zjGmcyam0+jo7MNVdUpLDFRc+XCZaSn0+hq7eB8k4jSrsN0uGn9Vwpcx1SyEhPUwaX0NBIM1IeDUY5TpD91kZ5b5j6zCVs3bccazwOLTBr2Xr+EweFb9F30r421KDIxU2RgRbqRpJ/QB0DilHMwGEAwFCCPOZaOj7d5Sxeqa2K+fwgGDbnMEkJhh3LMI5tZQD63CNVXVVaDByBcPH8L/QPT3DmCiFLHGPPA4lIBy6sesjx8R2NJwA1yf1yCPvwVjVdyj4hiOp1hmCnIZJBhanYREzMLmEkvI8+3mUzOw/xiFnkmIB0nSP9cSVnOYZkJZe0fy0zMJBJJrF+/DgXuJwkqXMA1uA5AA8DK/AJ5K1A+Hlw3gCTXM09ekhWVGJuYpMxXMM/kk85lU9TjEa5h0AlhIb2C27eGmIC/DOSDWJxbxdLcCnJrBSzSvlHIYWjoNgfJo642QXtapJ0sYn5hmTpdhUMHD6C+pgZOsUg+6EcdB7FIgjaWoFtzSSdPnhxUpqp9ecUorzDXMxSOIsY5uPQfZh71P4zHHz+KP/q3f4jPfuYx2gRlv5zF1o3r0d7cgGjI5T4QQGdHG1wngaeffgzZtSDPNjepD3NcR9APpam/izhwcC+W2fdnL73Ps0E9PPKUYSL1nQ9OYZB+Z5RJ+BtMXldEq3Ht3DVkF3MIORHSCKK9ax3aupuxvqcZs/MDWFgaxJkzr6GxKYKt2zqxll9FU1sSC6tZRCuakHPrMDAGyI/OL2SQK2RQURnBAw8cRJjnjpqqOrz7zinKqAPjI8vcYzuY9F1CJBbyk1GhaApnzl9EOJygTm9EPc8y1exz+9YAdMadmJjARu77jU2V2LylncnXCWza1oi2jih9cgPXJcN3hlUsL6WpM1FfxnXcY4LBkK8rC3z3OPbWu7jaexO3+/q4dnPktRrc2hGUTBNh6twq4txP0rNz3HNqmGA9gYtXZ+g3+7Bz53o8/sRh3t9CLr+CWDRAe1iFy/N1VUUF/fcC64066SLEdV+/rgs88iFV4ZBWjHoQxng6i2Sqgb53mXo/h5x5qG2sw/zsAm7TT9y63Y99B/eQt1EcOXIAPT2tOHz4CGWSxOJ8Bq4TxvDgJO/XcOvmIM6eOU/fM0a1z0IfHOq91ot4PAHtVxQA7WYK+WLOP09duHwRN2+PYPO2rf4HFPL0cbW19dxPH/QhkUyhva2b9p6A64bp16aoV5xnJAq+PoKxPMzPzWFuZpr1a1ikT5udW0KWyeI0398uXbmBaSZYcznOPxiBPtCjAEqeZ8hwOAzHcaBLCXHAQZ62C3oWQSAQgNbJ42LoBVi4ruNC92bm99VzhOfhPOmZGff0HIq0tWAwSH5d/14+LhQK+fii4RDPzKArx/Ow2irpDzSe6Pg4jsP+DvXA8/uJpvhQHzNjWwBmXNdCgTznfRwz8+vUH7zEp0BjqHRpy7oXP2YOwuEI51LkGIZwmPJ0g4x3OnQpRYABXkGBPsrjI+gD4QFmxn05wPFdlC8z8+v1bGYqSJPI/h3gcKwyT3eqoGeBeFIp+NvaJBO1GRwIuBQQPTODmUGX2gU6k6o0M7GqtwbkuBYZOAjSr/2rf/N/4J/8k/8Jv/LFLxO+hEWeQf7kf/wXuPnSMXz5c5/n+92z+M9//B8RiMaxdcM2tFa3YHVx2dexOPUNPAdpHdxAABIHGYCeOVkY20Dwn1lqrfQpf8ld92W+1K5nj0IVgJfHSd0F8it/K3Bdh7J2KGsjcP6cl0O9YAHtnQXun+pnZihfZqV71Xt8Nyrjl+gZ5Q6xzbJEj0OT/XvWygE4Gb9OvMJlBWn69IhsVqLvkA+X+uQ4LumV6sBCfYSr0iGO1s8lnpnBzKB7tZtxjUhP9wXaDgeE63AsgLclftQmMDPO12O9sdUhHdkFIPnyl26gFuES4ed+SnXUcWqD3inFk8BMPUqowjEzXyaO6/p+SwH9PPkqrx94mVkJ5w6f4KW+ZeDj3R+DR1wPruv44LCPfEJZHipl9y7HM/uQFxGQ7AQ+XVUQxIvqeOv/mBllwnlRhqoQrkqzEi09q0llyd9QTH5Sg7ItoVCekqkHszsV5BkExzGfZ/EmEK/ivXyvuZiV+oh+kfpepN7qHvdcei7yndAHxj88thnpu1aAyz3GdY1jg2CUleODmeqMcysQioDxh7jSSYDPAPGM/BlLkFoBpTbwwfir9FMa26N/K/igWnMc9nPhOi4C9HUBJ8h7B2Z2F+7OjTKggHweRIvEYQ7gkGfd+/TMIHz4F8e6IwPVCczMb9EvyUdrKF1XacRliImsezAulAPjcKV74QvUW/VmDvTPTDVqIQfsI74Eoq1SLSp9wIe4qheovlyW7x0HcLmRyj+oTWBmMCveKJ+FAAAQAElEQVSBnsu4JmRWyCZY+LILiDePT54H/r77Y2Zw2Kalc2CUdwDSd+kR7tAhAUTiMcSTCQR47gcv13WJDV/ukpPG0viSp8B1HHZ3iFnC+cW5+w38pT4sIJsvck8vMmDkMVnpUe6iIz4E0m0NmKeeUuMgvy6awjEzkYCZwf/HRo+6LtoC4Yk/QVH7ZN6DfJKxl5nB7B5QHcHj+OoHykw0WOXjcVbglgCaCWmQzh084QhfY4jHHM9NRdqBRwJqE5TbdW9WGlN1AtHXXASiIVC9QPhq171k7d3ZTzwykmNipMhntZuZL3OPOmdWog9eZh/eS84e/Ys2y5wf28sQA/DXk3hFzkf7VY7BoQJlbbSvu/Inpvjy6fNe5S+CmUFzMDPfnsv4uHOZmT+W1lM6ZwBEQ2edHM9Yqtd5T3xkMhmfBogk/tSmkl38PhqnXGdmPq76iZ7kJHrCFZ5ZyW7VJp7UXsY1M5iZUO+CcDS+aJTxNLZ4k30IRFf01EmlQLhl2mbmz1X9HMqxUMjz7LxKPnMcD76cwKvcTyUf2eb4/cw0p6J/bhQfBZ4hPeq1cHS/urpKehlfFmbGfiUQX2al+Yofgfqo3ge2mZmq7vQFxxN+4efG8hH4S/01vkD3ZuaPpXlJ/gIz8/tq7uJNwK7+HDWmR10tt3nUT7WZmd9uVqInOqKvc79kLzzVufQ5bigIuA7jAjks8R0+xz2/LAvwEq7GLI9hZr4f05lffKpNOET156xxzAyib6a5ez4vWtd768r46itQP5WqF5iZLwvHceAGXIjXYCQEOlX6NA/CL+MJpwxm5vczYymEOyDa6nMvqMmlv40y9i7e9Cy8/39gRpoEjeU6rj8vM1M3f+66Ud88/YaSqhn6gSLXRCA5aWy1mxlcjitwqL9mdpdn0RaAl3ALpFXkGuts7/NIXNESFO/orBnlTP8iPZK9a50Fefpk0ZLsy77GdR1Shi+/Eo0i7+mMYaznu4/2CPpWh3iOQ9m77j28OsQp9y2iwH1FPArM1L/cxp2E/Ki+eE+p8e6Fsk5pHPEYCnN9OYLqZYOaj/qzCmbm8yEZCB+8nCNHd+HjH38Kn/zkU9iypRu1tZVw3CIiERftHU3YtWsrtm/bhIpklIHnXly8eIYJ1HMYGLyBldU0g31JrFvfiWYGWGuqa5FIVDAQlcHt25O4dGkCJz4YwCuvnsIPn38Zf/anf4Mf/ehnOHf+GkbGZhh4yaC/fwSvvnaML/JDpFdgMHuVRpRlYGQe/X1jWF0uMDDchs6OHig4l6qsQXYNiPBluJ68RoIhf8MLBYIMRlTjAQZCv/Z3fgu//MWvMFD7CJ584iP42Ec/jUcffRq7dx1EIJDEyZO9OHmqF2fPXsPkxAIdlcP7Xrz+xnvk5R0o4XvtWh+uXrvFgMYMAxALDFYPY3p6HiOjE3QmgFMMIuSG0VDfjK51G7Fh4xZUpGoZPKkkbwkfQoEY4rFKNDW1omfjJo6TpVoATUywrN/AROrmLWhpaeXLQgHXem8w6XeFwY9hjAxNI8z5aZGUWDl44AA+9alP4cknHscjD93PwPPD2MWkS5EL+P3vP4+XX30VA0NDWFhcQJaHFJd9i3Awy0CrEty9pP0BA2NvvvkWMmtrXMsKrvUWrusWNDTUwhgByTHws7o2z4NUCB3rWnHf0X28D2Mls4i17DISlXHoTwTm6OjfZTKrf2CAc3GQrKhBXX0LQuEYJsZncPzd9zHEAFxrazs6OtqxY8dWbFjfxbVJYmpiBNeuXGBA+SqDHMusq8DKygJGhgfI+zzC4SADe/sZ4O1BLZPigZDHgN8QAz0LTAj3ob2zFhs3dSJFXvYzUfixj38cv//7f5+J1d/BP/pH/2/89//oH+Ezn/sMA4cP05nkkaqqQJbBurn5WYSZ3ANfZmvqKtHZXYvKVJgJ2HGu7TQTJxMoMAiqbwzPTM9ShjmO1YkNPRvQzWBXqooBbSY+zp07hzNnz3CNbjIhPY3l5TVUVxeRTBZw8fIgvvvdN9DHpPwHH5yFgo/zDAYz54FC3vUTYO+/fwanT57DxQtXcfnSVSaERhkonKVhuqioqGLwbzuTTlvR2NjEQFka6XTaN9gFJlCmpqbg0okTmbIrkudF1DU0Yu/ePZRjDdZWV/w592xYh927NlH2LayvZhJojUHDENegE50dXbTNJdDFIJNbwfLKIhbm5rGytEwec1hhYmB1ZYWHxzwKPBBkyXyB6x3guGEGqEBHm81nGFjPo8h/IQY4Q5RrMOwiURGgH2jDpk0b0NnVhrb2BgYWN+Ho/ffhYx97Br/261/GJz7xNPX4GWzZvAG9l6/h4rnTuHr5Mt58801cvHgJb7xxDPo/M9cYeM2s5TDCBGuAdp2sSHE0kN9VJlGvMbF8m3Y4ioH+ISYfxjDGYPcc55Gn43UCIayjbR06fAif+ORH8cyzj3MdO6g/gwxMjjBYv4DFxSXEkknM0T6mGcCJMHA1PDjKxMoSpidmfD/T1NhAu61DQ32ccgfHTmNudhLTMxMY1DcamXxIp2e4RjP0eTHqOdeO9nyt9zreeec4/u2//b/x/e/9ALK9ifFJdHd3YyMTNPsP7EVPzzp0dXchEgtTDytw8OAB7Nu3F0rW9StJGDQGUxP0t7egD1hEKPtKBvl1sF9icLKQcVDMGRT4nZmZhwKSNdWVpM9AeksT6mpSWMek6uOPPoyDe7bh8P4N2MHk/SYmOOemFhloB1qbGlARDyEaDmB1JY2vf/0bTFSfxHoGonfv3klbDHMfMHSv78C6ng6spw2fPXeOiegLmJ1Oo6Otg+rgYGW1CAWxz5w5y7ZTOHfuPO1qmTqSw9LyPM6cOo7KZARf+9pvYP2GDgQDDhO27+KFH7+Nb3zj+7jE9d+9ezfm5tJ46+23uP7XMM5kxtWrvfjWc9/h3vE6/fIxXL52BdV1dUhVV/u44DXFpNPnP/95PPvs00y4taCv7xY8vhhs2bwRDfQfmdVFdLQ2URebOS6gAL6SC/W11Wgj/6FQmMHgGVy8dJN6NEM/GIYbjCPLlzD9Cc1QJEb7rmOSeRRh6lWcyTTZ23omaOrIS1VVFeQvitygdWhQANhxXO4pM1y3JXiey/4NqKisRQOTetMzaa53FTq7e7CO+0GUAUU3nKA+LeL11y6i9+o4cpkAGhvaUVPdiNrqOtRU1WP9uk2oTFTjRu9t+p7bCIWCbKvBGQbJT3xwmn51Fg6CuES/Eg7G2LcO/jc2LIBQIEQ7GWRip56+JEA/sQodYGPMbhY4T4c427ZtR0VFiomfDGZmZrDExM/CwhJGxyZoA62+PR05ehinz59iYmId9jL50t7ehiMM4Ie410QYBF6mfyzwsJTifuBw3levXKZvmcCR+5rwyMM78dCDe5CqiiIQLmJ2fhIz033kZRrJRIB85alHadTUxNBBv/H0Mw+hsbGCaxhH2M0DxVXMTjHBGw8zaRSB1q/Ig2FrSwvx27Cuq9uXR6oyhQ1d67F7625klrK4wnPGSz96GVfOXEb/jX70Xe9HYa2Iptpm5DNFaO4WjMDcKG4ODKHgBTBHX/jB6TOY5wvM4MgIQtEwJmdnmFQdwdzsAs8aDv0j0N834K/lug0bEKAe1Tc1cZ8q4i0mYqYpQzccAtwA/fQs97YsGurbEY/XwXWSmJnLIZWqQUUyhU2bt2JoeARXe0cwMTWLS1du4catQUxOpaFvmgdDUQbTPQaRV+EWXegbZ2Mj41haXESQetBYX4tR7v3y2/rm6zyTxShG0VjX7p+dNqzfigomlXPZAufr0HZnfBuT7xocvE0dOomrVy8hEAxSV6uQSCSY7MmiUMxwTRbp9xa5F81AHyZIJqPkO4qZ2Qn6hwA6O1v9IFwk5CIZcRAL5xAOZRGOGDJrq1hZWqEPCSHgRigzh/6AMnfimGMCOxgO0ZarUFPfiKIFMDkzy/lPY2Z+HvPUpcWVNYDnErXBDcEJRHjeCMKcAAAXQfIbiUZQXVWLXLbo893V2YZNmzbRfmoRjUXRwnPWHBOckuvY+Cj1exXNjY0s12ibHo4ePYpHH3sU09zzx+mjZZ+TvDc4WM3muMfP08cuIclEdcANAtRrwQzPgTNMCK0yAblAeS8wmTrNPWhqfIL2m6PNBXhGLDCpOo5Z2lGSZ40c/ZL2tD/7kz/Du2++i5ADRLmvMo4JJbjXeC5DgPIJG7LFLCYn55FjQhOcq4pF7s1rTGwF6D9DYSAe89hvjgnTIh5+cDv+/R/9U/zh//xVfPpjj2B9VwOyq3NIJgytLVW4dLGfZ+9XcPliH6orG7B3zy60tcrec+jqbkLP5h5M0KcnK4NIVFRyii7iVVVIVlfhJ6+8jrfePYk3j52gzRia69pw8+pNRIJx9PHs3kAZVzGxPjE5yPD4ViwVNqNvIob3L05geCJDm66B9icPedQ3VNMkHCZIQ/it3/odHDrwKBqbmtGzsRUdXS2+Tr/y0uu4cuEW3n/nIiZGFzE6PIMA1z+TzaKmOon9+3fjkYceoD928NKLr1PHcjh35ir1IYZD+w/zbNmLVHWU5/1DyBZm8Ju/9WkmBlvwhS8+C/mffft3oLG+hrY8gXwhi118v2lrbaZ/rIN0YI3rfv/RB+G6MZw4cQqVFSlcuXIV+hPoMepUFffZ06dPYj69yL3uMqoq6wAUeZ6uRDwRRFd3A1KpIGprKjA7M0Z9zWN+fo66PcnEch61PLPVNDQgSP1fXVyFy009FjKuskfIYCfPy2HaYP/AKLZs3Yh9+/dTRi0IhCPQh8oW5hapnYaRwUGubwxNTfWoqUkxITpC/ocxMDCM9949C8eiyOeohxniDo/THrNob2+HPvQT5T4mn11ZWUmbAhppEzPpae6vlfjEZz5GlcsgvZBGc3MruuhbP/nxT2Dbjt3EJT36+HzBg2xljT4lQfk41OWamiroymQyOHLkCM+7N+gzVlFbVY0F7icVqThSxOnvn0bRAwrce7QHhZlAVT/tI0Xuo2YG8Ef1evaB5zozVrJBL8RmRtvI+XoluxEUCgXoyjLoqL1YL7/CFT/al9UmWkog61n16hMIBKCxIzxjCfL5PNfeRUVFhQ+u60K8yN9EmcATDfDK831B9IsMLpRL4ZgZREMv3qJnZojFYj5N1bMrVK97M+M7xAr9/KIvK9EWDfGu/sIFA6KSb5iBm1g8CtdxuLYGj0IMBcMQf+rjsF6l5qR+qnddycyD6Bbv8GlmMCuB+Db78F7PZRAdQalv0adRfjZz/HE1JntzOPED+niPfAHmOjAzv0/xztqJLliPooN/+t//Ezx8+H5s6NoAY0A8weBRiGctnUOerGzD8DdfwOm/+DpaGmvw67/7Nbgu8MiDj/ofiups6USBNup4Hlqb2yi/ZRQ4BsnQCjW+kQcDIB4clnwmrsZ3HBeO61KPwT0uD9URwS917zFIpGeBxz4qy2BmMAecF3hRgUmFIuez7ot+tcREaQAAEABJREFU6VLeZsS7Ay7HI/Jd+uY/FCinHDzuB+SMNepPvukHQJrlcVXeZcFzSN/gOI4wSvN04JdFv8bzZa0+juvcxQWvIm1Kwa8CS62fcKTzruv6eGbkggOpvgwOxzEzv92hHEFd82jzDusERpbNSv1EU/IXcAh4XAjXDdBnB8QggXTIv0TrkQ5ZIg4J6IYz0Fj3gnjwm/hL9+JfvPLxv/gp91O7QM9CUj+VAjPz5aY2V/stzxRm5MngX/fKwsehXFSWwcz8/malDh4nKZ7AS+Po/hdB9Wym/BwV/nxV53GtzAzitQSUrgvWlvSHYudYxn6G8mVm/rP4Ea9lKPV3ie/47ffiF+/Yuj+mV5K1mfkoqhO/KpWwMzO/v5nBJQTM4YqbmELp8tjuodSniCL11ONi+s/kXLEjWBGQUgDExd96eeRDoH4lnSmgwOCn7lWvTpqjgKNDeuY4ugP8OvKmUnjCF51S6ZELDxrfoz6pDrxUelwr3n4of/KgZ9ExM91CdMSD/JRHP8KDL3iQh0qjvorOHVQf3//FrhzRvy3/El75XqXoClQvUN1/DYQjKPcxzspPcDu4K1Mz430JwEvzK+PzEWxR4cvL0RP51xxIyq8v/1KfIvdLj/M1x+FaU3KUlfYkfXgqxz3QcV3/jFLgWosv9VU/yaoM5XozK41JWmYGsw9BOALcucqy92lxnBzPtJmVVZ5P1qA9WfVmpf7qJ9/lch4Qv+TxXj/mt3MO0lgBe/mjqN6/4a8gfZFU07j2jtF/sqRC6NUCDsfReALN0y85DrsBLikSPxQM0S5cxluKZIE6y3bJSfuzzhkCP8Eg3aNvgfm9WRhkqw5lonFcx4VLmepe4wgrxHdntUueoqey3Ka1NSsRK8+n1OZB1R7XRTQ8zkf1KvUsemZGHIPjuP57UTQWQY5n3Ww+6/NQ5qtciv8c24q0bZc+UnyZGbI8y4lfM2rjL4zDAe7S8tgm3lUKxI+eBbo3Ey8Ou5gvQ63zWmbNPyc5zof1+XzerwMv1ZehTNPMOCfHB7PSvUuZah5mhvKlOp2FVJb7ihfde3eQdK9+wlOpaq2r1lP8aT1cx4XWX3yAl+bCwp+HWWk81amfwMx8mbjkyczxfUuRvhjUDTaxrTRX8NL4oGGaGfVQczKY3ZEzdQy/cAlfY91bLb7MjHRd6F5gRjq4c+meoHrX1RiOP0aptch7j/3gr4nkI/oCjWVGOgQ9a26qc5wSDZV6FqhNoHvJ0ZW9sZ+eRVNtKsugsV3KRyB8M/PP8stMnEr26qd6l+fyQChI/hyaq0d3XFBX8lziS3haozKIvhDEmxlxyKuZ+X2FI9rluZTP12bEuwPqKxBd4akUFKnbKgWqV1+9b+jen0MwADigfeV9EJ6Z+Xx6jomkf29mP1f6DXd+qY/oCcSrZKF70TczH8vM/P7+w51f6lcCVZTaNf8ymJkvPz37MqXceTxDnr5DIF9aXh/RgX+V6Pi3/GVmPg3xIhow+GuhvuDlOg7fvYNQu+s4MCvpiJ5lW+Al2a+tZaCyDBpPOAHG9wNca/FIVN9mxFPePxsUZSGs8zgm/a/4pm14rC315TnzTl+jrFUvuQlEv8D9RePlWQqkI6oXmHEiHFC4ArUJJH+B5qcx5As1D4GZkZeir6/CVT9BmZ7z9NMPY9PmbjQ21aKltQGbNq3D3n07sb6nE03N9YjFw1hh0mUts4wMk2qLS2kGXCIMgHTjvsP7+cLfg7a2Jj+Qv3nzZugFPBSMopAPYF5/SjQPJkWmGcAbxa1bcxSog8bGVga6OpBhYLNQDKC+sQPG4MUyA/OBUAKCXN5BvuBiZmYRhYKDz33uS/jkp38Jm5iw0J+3DHDhguYgTGXO8aVeoKTT2Og4BvqGMDzEQIaF0d21Efv2HUFLyzqMjqUZbJjG7FwBN27O+vdXewdx/eYwg+lTWF4r+MnBHMebZ6AjyATh8moG+obnKpWhkQHT7dt3MSjUjG07d6KrZyOyMD8AG2FgvLahGU0tHWhu7UJlVT3iySq4gQhpT/r/v9PZ81cYNO3D4lKGi+Iik/GgoNnSUh6VlU1YWQ7iyqVJDA8u4M2zbzMImkBXewcOMKBy9P4jeOjhh0g3Be7uWGHyrK+/D/2EWCyORga1Mgx0LPFgkmM5PZtmEOgaXnjhRVy+fBWNTY341V/9FTzxxGM4sG8POtoa/SRbVVWCcw4hxABoIhVBQ3M12joasHFLN9q6mhCOuQxuphlcmcPLr72CN5nwmGcgN5ZIIRxNYopBOH3zRn+m8MSJMwzoTCG7lqcTM651FmOjQ6iuSaKiMkaIsn0IS8tpzM1NMdF0mXKgBBlRdAMeIrEQ+gdu4Bvf+gs8/6NvYHjsCoKRJSbAxhBl8NDz1hAMGZ8XMTM9Tb0ownGDaGXiVt+2bGWAv76+HhWpJGKJKG7138SlqxfRz6Dx+MQoDTJHXW1EQ2Md5dUAGbA2zoWFeV9Wo0wCx2IJmAWgpNjM7BwGBocYDJrHzMw0Jqen/CTeEJPd8+k8JsfBl3npKHlazGJxYY3zLiIUDCHHAG84HOC9g9WVDBMhfXj77TOc24/x3HM/xp/8yd/gRz/6KYNOt/Eug5UnT55jQCyN8YlpDA+PYZ4Jv/mlZWRzRTRQ7zqYjIslElhgXe/129iyrRMPPHAUbZy7gkMdHW1obKgnjUkmJq/hxz96D3/6J9+muwCTmR/Djp3bEYkGmfgaxSQThgUergSRGHkMBynLAkz/6G0LDHQV8gW6LA9mxra8Py/JS5CXc+IhQYewKAM8iYoEg88FnDk7gJOnzuFnP3uJQeg0nn32KXySCdStW9ahpjrKQG4UYSeHoOUZBAayPEifOnkWN2/2oaIihQMH7oPWUt/YjcWSULm8vIpVBpqL5Mu41i2tnZR5lj5liv7B/LmMM5C9oWcLHnn0CTz+xCN+gLyjs528F2hrc3jzrVfwoxe+h29/56+5lnPIM5Bx6+YtJhtWUJGsQAsDuk31DfR1MQYPO5Ci/tQz4Cr5ZNaWGWxzkMvlsbS0Co99q6orkF6YIa/NeOSRh1m2IpvNY8eOXdiyZTsS9AV1tQ1oamzG+nXrcejQIc6vgvO8iXffeRd5JYJaW7DvwD6u4WH6O4+BzATilSGf7vLKPM6eOckk8TA2blqPA/v3cp6T9AvD1FnjeyP5yQBt9DWNDXVopu/uYGIjFg3xvh7NjfVolS7QF96+MYz6VBWmRkcZpL6Aptoa1KVSqK+pxn2HdtOPt6OjvR76pL8VDcvzK8iuFDA3O4/FxQVEGPRNxBMIUKclq3Xr10PfBpqfW6CfXYCuHPVlcHAQ58+doX7N+XK/cuUKPvjgXSwspulrr+Hbz32T/ncY69b14CNPHcDDD+/DBiZuk5T/0vIy13gVy9Rtl5ujvrEzwYSFwyTXxNQMFpfXqNvNWGDye5HJidJfG7iFt958GznKcv26biSScVRx3SpYzs1NU36ncOHcWUxNTnCdl7C0vMCkZR+SSfqhZBLBQJBzS5D9oO+Hl+mDJ6fmiTOHBq7blk1bMJ+exY3rNzHIAPVlJn1nmCSLMOgaj8fRyAD0Iv3g+fPnua/dgoLU2mAjkSjHqMLyYoG+LYK1LH3J1dtYWFhBR+d6uExC1HP/a2jsxCqD3ZlcGC3tLYjQjvRXBC4wIaq9S3/6+wfffRlvH3sfM+Np5LIe6uoaSGcR7777NsbGRjmHMHVilOu3jtANj/tWMeegNlWPFSYTx0YnmYyYwPTELK5euY7MSpb1q3CdIAK0JZcQDkcxP7+EZSZrAoEQ5dwCj7YWCoXQ2dXty2KK8+691ct9sg+PPfkoXvzpC/SDw5z3TYQZDI/TL61btwGxWIxJhFoc3L8fu3Zsw+5dmwkbUVlh6OqqR4LJnfqGClCElM0ShgavYm5ulMngAYwM30RlMkg/fJZJogXEQy46mhvRzmRBPAhUJULkfx6zk7KDIa7JIE6dOIlCJscEK/XTXKwtruA2fckk591Y1YDmmibUVFQz2TiGqfFpbN64BY4FcPz4+xjoH6R9TYBuGldu9yHL+n7i/PhnH+D8lWvopz4Pj43h7LkbCAeilOE8xkdmMTI0jhQTodF4BVLVtdC3UxOJJNboyxLJSv9bpWNMhMXpA9YyBdTVt2OZunXp0m0sMInY2dGBSDSA9OIcGlpqMMXE5BmeC7bu6MAIE34ZnnuqahoRi9fgEpP8izxDLfG8sGH9Ju6BCdrCMka49tNM8DY3NwH00qPkc5gJ2apUNfbtPYrNm/Zg25Y9cJ0Iapn09/iSPEHaV65cRDa3xj2jBTW11aipqSVvy1jlGaeyIklahhUmMsGXP5BuhPtFnHqZrIgStwL1DTVYXVlGjonSmspKrtMKGmprUZNIQB9cyKwuocgkg2joz8NKNisrOfKcxdKqh8mpFdy8PYqZ9DJm02twAxHEEymkqX9ZnlmKAIoef8Hxy4rKKnJiyDOQq2+OS08LBfht2WwOLvW3gkmPpYVFzHKvXibvc3Pz5HENXa0dWN+9Hkrkyea1Z+lFSN/My2Ty9G0rCLghyJeEQmEEmbROz2cpnwKcYJh8JZFIRhHk/dpaFvF4JcKRJPflFfK7zLOEhyHqQmYlC+2Vy0ocO0H6+RQnEKJPMZ6v6hAIJ7Gw5qHARL0TjLDvPOdtKDoOCq7DcYPkw0UVk3TcarG6lkMl/VgT9X6VZzzxlqc96pyTL+awuLSAPXt20K620fZv4IfP/4CyH8atGyexOD+Im9dP8qzxPtrbKhDgmeqtN9/B5UtjKHDdX331GoaH+rFjew8O3bcX69c1YH5hivvSdQTDRSxr/RR5clwMjU3gpTeO4Rr3yTUaye2+cejPt3/r699FemYJ//bffwv9N9JYms5jehhYnGvCfHqFY93A7dsj+PELr+PEyYuI07+v8fyztLCAyclh6lGMMsji0uVbPAe9RP9RhXbuXUv0/c1N7Whp7qIfr6fs4ghQnkWeyZHLIUtZ6K+pvPKzH+Nbf/V9rO9owD/8e1/Elg3bcOlcL1748XsY5FltZGSIMlzC8koabiCP/oHrKBQz6L1+Bfpg0vlz52gT1Th86ACauHcWcyscK+YnSxPxJPTfZ+gDEe+8/QG6ff1ZJt1B37710lRXW4W9e7dRdusRZQKou7sdR4/swcc/+ijqahL0ExNwEUA4qjWtoD8Yw7Xr1xAMBXkuu4QCdbmCtvP/I+w/oCxLkuww8Np7X6v4obVIrbWqLK26uqt1tZgBRmEGg+GABEiQBA/JgyWX53APsJQLkFgsCJDAQBCDEd09M62qurQWWVmpdUZmhsjQWn/53t7rP35WdrNx+DLsuz93c3Nzc3Nzd7P4kUU6qi5wf1pfW8R/8O//Zbz44nG0t7XgyMHDWGSg/pWffYpTp05R72jbuFcVqYPJVBqdbc3o6+nC1OQcg6Ul2pRZBqHniRdDV3cb/vJv/Aq++Ud82GgAABAASURBVNI3Idtx4/owStS9RtmrZApD94bQ29vrzisZrtkS11CpVKKuFtHc3IjQqlxvVfRv74P+EkqhVESKfd68eYt2egnpTJb1HpJsu8Z7hvbuftqzOPeAKO9hO3g20F8KmaA9euLxJ8hnH/lKI5vh3tycRyqdRFtnzvWTSMcxwzN1jPuMmWF9fR0e10SCm0PUjzqewhAw2QIahYCOVK3hgHmwVH36vg/hZ7NZ11b1VRoIM0M+n+c+FtJWBAjYVnOXTCahcafTaQi3TL1Sv4ICz5h6Fz2l0hWV6aIvXMmJ3br+grAC3/dQC0aAT8B5rTqaIZn2yZfaeByP2gvEY32sqhNP4qOZ57Dm5mbS86nmZcez2pGok4HwKtUKaZcd8PAHzzfaqQL1fA3RaBS+57m2wlVb8aA8xUe+KiQVwPdr/AY8vwq0J7DiwY/aCNROMlTezOCRtpmxve/AzIAQHLu5Op9jFa4AfMyMfVbdOMwMPkE0ebRESIdHuVSg3RjEJx9+hCx1kiYKGeqYR6KT9+4iHB3Di1t24sf/8B/j//zv/t9ob85xn1nEycdOYSvvd3GeD8NyiAba466ODhj/gX14XF9kiD8ejDzX+GbeBD7ICXkCIYSZwfN8MIOA81WlfihlAj0PxkI6D79X6HAG14h5ASJR9kznucgIzTg2z/c+lxEb6mwqWmbm+g2ou3r/HLjjhQGMq0oA5tkMtXrlamBm8NiJ9Ah6jB8sA/vk1uDkGnoglRDSD2w+nm8wM6G59mbm5kb6rT5E0/d911/AweudL1BewSXpqZmxiHQBkBppsSPUHjOWEPQmOkoFFCnMjLKIuBR8iAmQWSOjAg3Vo510fbFv8VMH8FG+XmfG1gQWO97qddLTh3HE/8NgZmriQOXK1PGVNzPHn5kHz4uwiKkRKGvh10Fy1/j0Xk+Vr4OZsS04Xh9m5vL6MKvlxW8dKARVAaxS+zo9M4PePc6pWcg8+IRO9mZE5ptZbS7qY6inrHJ4epdMjFMUogpYgHp/ZjUaLIDZZp7zobkSbyoXKB/IhnLKfXgMOhlljgdtDKYXiMTD4Pphf1XaF/FQ4yWgzao4EN0qA1/1Or2TkONbZdI1gdqh/pA5QwgBxQLzPJgGx3q1V7tQisT3+k/IVRDwvKt3ydPMYEYKITgOyQOolwvHzJS4OvX9MITsX1ChL8TZCPHi8EmPedW5xg99PFxmVqMNo3XbpCXUX8Qxq+Gpb9W5lLZCKQUEtuZZCPCoF2C/MLh1rHozvogoocL9TGtb5Xx1P6LHwXEeATU3M5iZa1/i3u/mmu8R8cj5UVmZ5ZKtATD+Ez3REYCPmfETJBs4kGxUZ2Z4WLbgY2YwM+bAoYQcQy2vgnob5QPKOKCPRb8oE9IemJmjBT6iyQTsDEbdJCEIqA2uWHQcUGacfta5YpcWNwq8kwSI8W6biMeQ5V6T4Hlf+Ab+Yz/YfDRmgeo4XdC4AupXEFRBVMeP0AOuLZVX6Aer45vVaBltrudzxkigXleno7Uec2elKFK8K+usoXOM28N9H3o86rjwPNJTe4H4MTPXP/iojAlYRDHU5kA4KlMqCCgL4QWUpfpo4JkzEvFR5D1AEEqP2ED9qX9mUeR5r6w9jvtaLB7lfTMF8WJmFH3gdKZOMyRd5QXCkY00M/JkIvUAXzKqQ72vCM8snnH2iC/kGr8cB2Wmd/GsNirXu5lxnKGjqfeHwcwgur8MHuZLtAQkVOORbKof8BFelDxpDKKjcrcO6FsKKSeNUW3NzLUVjtoIlCcJkg2dfNRWuJ5nTnaq13tAHQqpS74vGnA8m22Oi+XYfMwMvue7fswMeswM+qe8IKScJB+dT8VbvU8zq9H1arIVnuoFwhGo7BchEvEgvgQh9aaOB/dQAuxPbfSq8ZiZ6webj+rUh3hSUR1HebPaGFUvusIR30pVL5nXQXR0L9J5XPXCF47oRXztz3qD61tlvl87u8jmib7eBbU6z53V45vrTWWiLzzNrXhQqn5E1cyUODCr8az+Q+q5UrULKAfxambuvL2xseH2NtGO0bYY57zI9SMIOKdqpz4dUX6YGcx+ObDa/UgPBRXaOdEXj65v8uFoGRwNMOWW5vQu4J3y53BQe8yIxKyZQTyKd9GO884lOXH7R0ieg00dlyzEs0B9PQx46NHYhFvvU1VmHjzOkeiafS4/M3N3lGg0JjQnL82XxiUQHVWonUB09C4eVCfcMtehcB2US7yLF7FOH5TKhatxaXwCvQvUXvIRTb2LV9FTqjnV2MyMeu9D7cxqPKuuovsWQTTARzTq4ORHndI7q5z8RUu43vDIHczMTmKZzj3tuH7EkExGkcny4plNoYGOnaaWBgaf2rB3/248/sSjOKg/w8qAVDTmo8Bgw+z8LObmZ7C+sYY2BiVa29uRSsag34rv62lALBohXohcLoVoLIGJqUU6N4bpaFiCHI8T08soln1YJIWWjj54TD87dxn/9o++h6vX7mCBTposg5OPnH4Kx0+cwoGDe2m4Qva5jDU6gY1KvkQH3fTEHB3oV/GzV97AO29/iPGxGdyjE+jcuev4wfdfxh//8Y8YJBsBECUP83ReLrrg5utvvodxtu3o7McWOi3T2TwW6OAbvDuEq3SE36VzSN/IbGKgroMXuiIXyp3x+/jej3+Mv3jlFXz/hz/Gq2++jeHRcWwUA45rAecuXMNPfvoGPj13hf3Ms78FLK0UKetl4gCen0GSDtNoLI/5uSLef/cCzp+l02JmA2ExyanIgTqOdTovu7o76URbwb2RITrnN7C0vAjJ+tjxY/gv/s5/iRe/+mW0U+YVGuwVBiaWGARZWFyAgoSJRJwbdwLFwjod1iOIR33s2rUd+j/7Njh3S0sz7KaEcnUNQyM3MTkzDDnWWjvyaO9sQk9fJzLUgdtDo7h28x5W6ERpamllwHUAq3TCjjIAOTg4zENSjDx001HTT8fQV/DFF77IS/AGnTRN6GhvwY5t/WhtySGVjuLtt17DxYtncf36Fcp9DNWwRJks4869K3j7/Z/i3KW3MDh0lrpxk87mESytzMCPeeikcz0WiyCZSlKXctxcq1jUN1k43ioXXLG0gZa2JgapjuC7v/otnHzkFIOTC2hobMT2nVuhP8e6e89uDGzdgjzL7t+fZLD5HfzJH7+C9979mA72MSwweJ+IZTmeJGamF+iwqmKDRnOOzto7dwYZVJ3BiaOP4itffgH79nahTId5mZd72lKkUzHEuCnT7sEsCq5HB3KmB1WfNKOgyDA2voRINAkFje4NjeHV1z/En/3FK/i3f/J9XGHQY2p2HrF4GrmGJhRJZGp6BiOj91HkIXdmZhrb6Owa2NKHCI1ihOupq7uHzuE1LMzPk785Hh49Gvs15PNxtlll4GGQTjeWU85tlE8y6XNuCuS9QmNAXfR4+KuEbAfyHQF9RagwSBHxfJZV6YitosyDloyRDE8mm0FDLuc2q1QyAc8zjhtIZ8H+F+F7MRw5vA8H9u2go28a87NDWF+eRjxSZRC/G8eOHsLuXbsR0sMScu22MMCXpdP18KGjyNOBXqDjcHlljXMeo14GXDNzuH7jJqrc6KvcOLZv34Wnn34O+/YfpH4OoKmlDWk6+iKRCHRI3aDjNeClLhr3EedY+7f04PDhAzh+/DhyuQa0NDVjS/8ADuw/gEdOneZa6KHBj9DQl7jOlpg3zM5O0RG/CPB0XnFjB+KkVyquocpAdCqdxMGDB+mc7MfZT8/h0zPn0NXZg92790EB1V//9d/EN77xEnp6++j4KkFO/NHREc67j2wu6dbDlv4u6vY0spyndC7BAEcDndzH0dKcpyP1KH7/934HX//qi2jIpzHJYEiUazcWiWBlmXPNoMHUxDS4d2NudgXvvPUZ53kIywtzdEA1IU+H5yyDLsH6AnyO4gvPPodnn3wGX33hS9izYzd2MTh/9MhetLXm0NbcgC89/zgeOXYS5Y0Knebn0NjQiPm5eciRqjl6hvL+q7/71xiofpbrsB2HDu1AX38UvX2N6OpOobE5ilQmisamGE6c3IGvfe0F9PZ0YN++Pejt7cHoyDA62jqwc+c2Bve/gpdeesmlaTo2L166RNs2ikg8jrGJGSiAWqE+Jqjb+sbw0sIKDB5KpSrMizo5d3f1wvejDA6M0xE+B21yPT09rq98Qw7NdFJ2d3cRtxPrtFnj+pYh1yY4nz4Pj/rT3Surq9DajUQSbn+antqgzQSDAVNYovPf9zy0ugDmqqOvjVhB1du3ByG+Nf/6Jlw+n2d7rideZovFIsRbPt+ORQaMUskGPPHU80gyuFYsB4AXoV3tYzBp3QUc/td/9Ee4P7bIOW7G4UN72V8Ob7zxU87nu7TXqyhslKmHa9yTEzhx4jhi1IE+OsT37t2DLQNb4FuMwdN2RMI4tvTtxMzUAgIG5O4PT4L3Js5jG/buPoQlBkC8MIosnZD6Zvbi4gp1cpFrNwLJVsH/qckpDHOPmZmbQiTqYY66VGGQa3Z2hnvGTjz51AkUi+vc41uxur6KCg1dBx2a8XiCciwTKk4OM1w7jY0ZNGTjtCPLuHfnGi5e+BCJJKUfbGD33h146snTiEcrmF8YRQv3hZnpMc4wkKR+D90YRGFpBaO376LKy3CZ9neFdt4DMMNgaokyTlJXlhZWce7sOdwfHsXgjdu4xkD0Jx99hrWlAq5fuckgyxXcYnk+l8fy4ip+9vJr+OlPX+bZY9AF9aIMJCfo6L9NWV26No3Gtlbs2NuN7Tu3I+BJk6YXPOIgZIB6+8AuDA+P4dPPLqCD67xI+/ju+x/SPlWwvLYCmjHMLszzmh1SVnuwf/8RHD3yCPZQ9r2926E/mfzI6cfxwosvYtvOTjz3pSdw4Mg2fOHFk/gbf+vbOH5qH57/0jN48pnTKFH3LzHA6plhg3Lu7etBIp0iX7tx4MBB9PcPoMTg7Tr1WjrZ0tqK0wxetLZ1Ul8Crodl6nwRG5Sd8Dq72tHf34Gd2/uRjHtoamxAX88W0jqMRCyJ5aU12jRAcxlyFsp0asQTEWSzGdrTGHUzTXmUEeW6ObT/EPbt2Y91rp2A+r68tIg1ni06eP5o62jjuTGDeDyGpqY8In4ECH0k4lmkU02c/xxgMQAx6lcC+osC8WQKCSqG7DYrqF8bPNOtsN8UZM/Ff7lUQRCE8LnewwDwmcZicequ5/DT6QTXyjTX7jLu3huiTWtztuvWrVsc4wGnl57nkUbg9DNN251vbMQbb76Nd985w7WVRrFQQa4hxf2ySt6bUeFabeE5Z/u2XRgY2IE1BrRj3LPX1otYXF6HF43CPA+6jBjPzLFUHPFUAlWO10y8Z9hvFAmuf5hPuTRQTgVs8JJU5ECrAo6Jaub4WuD5opmBur6+Nie/rq5WN77pmRlUuOetcA1scP9Xn2P37+ODD85yjyrh448v4tLlz3heCPHpp2+hpSmCp586iK+8eBoV9onSAAAQAElEQVR/7Xe/huee3YX/6r/6K2CsEl/4Qje+/d0XKNcNth2h7aggm4yjpbUZupjkGjK4fO0KJthnE4PkXiSBqbkC7gxfQTRZRtEimFkHGru2IRoN8dd+/zfwGPVueGwWo+PL+N/+9z+lzajggw/vAZagXBms5llmkWsv6ntIJQ2rq7PUB+AP/sWf8Ix+C3/0Rz/jmcjH7HwBkWgD9uw5xHnII56MYMfufhzcvxPd5O+lL3+Be9RJ9Pe14G/9re/imSdPgiLHjh0D+Pd+//fwwnPH0dXVhVwu537xCBRsyPPF5Us3sbFmmJtew1tvfogLn13Gu+++h/v3R3gG2YpojGOanUbIfUGg81VhvQT9dYatnPuRcdolnj3j6TgSqQwW5hfRkElRdlU8ybvQ1NQIcg0x6ssqdmwfQMj5vXfnLvfkOeR41shkstixg3tlXx+yubTTUc11WDE8/tijkJ0UjXxjmvMNLC4sUv/ieOTkNs7tJ7h69QbnP0CuoQFan0cOH8Li4hweOXUQv/d7v4snH38Mzz33NM/cX0RrWxPbNuK119/A3Nwy18AyWpo7uR9U0d3ZiR7uG2aGGzdu0F6FPFNMuPWgc93y8iL1Lop1nm/28p5XrBThcQ+You1/++23eO8oIBqLct9agPa49s4ONDOwWy4Xked+u8i9QrLLk8/lxSVnp1eWV6AAbjaXxe3BezDSCxiIKtIJmeLe4Pmhk4f6j/Es6/u+Wwt+xIeZweDRLgWOV9lXM2MerizBoGuGZxydTZa5V5dpi8B68QY+a7wHMUGZAWMzY5sqzw8l6m3UgfryPM/lo1zLAfcy0djgOhMvSkVbOMKNkCdBPB6F6mPUGzPjnHmIRCKUXdz1UeX8q52Zuf7UdpW2UmXiWe/qK81zj/oTrSyDwYIo+TCzBzTVpg7gY2ZQ+7q8SrQH+gWvFdJXmfoGnxzXgOgb8+LfzCiaGuhdNIXPavejd/GkVDRqUKasQzcfAe1UtRrW8rRFVTrdq5zDgDITAdEEV5DaC8xMxSySO6OWFd9cklxDKfzjf/KP0EpbF6U+VHlnNc4DNz0ElF2iqxnxpixyJDF34RLO/+AH+OgnP0Z7Lo3/x3/5n6GPd51sMolkJMY7xSpifpQdGHwvKg42x4la6hnEWx2kQwIz45z5bjx46DEzjtnY1q8BPLaPuLzGpTFEuAcCAee6xPKgBtRpj1CXh5mxncc6gx4zc3kLfAjAPQKkLV4Cyla0hedSJzKPr1YDCs1MeZA3V8ly1Og9VK4arhSETp4hPB+IcD35ngc9HnGVUx8B503zL9C7dNBnAzNzc+DB+I+tyFvAIIdnLHFgLOQPO6vxzh6ZCcNaKjmb1XACtjWOEaRkZvj5uoD9SIZVyrGKkDQC8iTA5qMyQYWHMKUqrtPQex3URnnprMbzMJ6ZwcxU5OZauAF1V3jKK9UaVKr2Qgyo3xZ65Nx3PKtPlSv1JU+C8mbmaJv9X1PhCwLKQLwpLzAzJW68IShEvpkZdThG/fVdf2Y1HPFT5dir1TIUxBePwaaMqlwndVCZ+jAzxw9JPqCj8hABe6qiwjtryHkyM6E4nNDJPeQcECsAZRTWeGO56KvPKuVFAg/KzYy8Uj6eh4cfFrN/IOSYxZPaK1UfwpPMJD/l62Ugb2Zhrd1mn2pXxxGeaAhUFpARTg3MM7YxFT1I9WJWK1NebQXKC7zNNioTPaUqN6u10bugXqe86uug90A8UoYhC/XO5MGPmf0cLw8qlDFA+HUwM4drVksdykP5Op7SQP2xX+VJBMb3iAEcjpo5OpKt6s2MKCHns7amVC4wq5UbWzBOBuMceSxTncarMu1hUe5jZjXcgPO+wftFmXuM5kR4bO7oyyYEvBd6EEWWkj/VC8QHS2BmD0DvAtVXaU+ML2orXZGO8dX9qK0D9u14hDkbpjIhmBnEsw9wDFLYKv2kgGgZajJWH+Jd/FFdHH7A9bKxvs67UYFYQIL7R5r7r17MzOGAT8AGXAHM1WhpP36gs9RTx4dn3DsiiER9qHP1p3Izg5nV2ooOZaxyyU5j1F6tAI7OFSpTOzZwfbsxbdoVEfBIJ/LQe0D5ipbaKDUz1068CaTbAvBRvfBEU/nFxUXM8Dyvfs0Mwo/H4/B8412lgiCUrgQQvsYL8i5eK7Q9WpuBUSocO/iE5CPYHJfydWCV0wu91/NKfY5BeqVyjVlgZvA9zhhTM+aJIzxBSPsmWdXxwCdgmdqb1WSrd9XXU+UFehewiftRG2XMzI3NrKbX2HwMtXe1qbdXle6s4ln8mH2OU+dLOJKVQHn1I1ztoWqn9zqu8sJTuVKVa78JuEeHlLvk63nk5KF+KEiYmUj/PPxCkWjXEcxqlaIvUJ36872anEPKsMr5rHIdaLz1dkqFq1T4ZgaPal3lniNcQfDQfIOP2ed9hbRFaidglbM76j9gf2YGlZuZG8/DeZ9zDj7C1Xld+KqXnASqV1kdQqd31EOlHEOVZ082h/AEaqt38SsQXdkAtVN9NBZzZ3bR1hk8lUpBebVRH5oT6bzOoiqrg5m5rJm5873HVPxqHasf0Vbf6kc0REtlghJ5FB8C4QpH4Ajyw8ycXMw+T1UvOsL3Pc/xXKevOjbT8nRyDjkv7p3WT6nqA8mHshcfvwyEY2YP5gV81FdVbQywCCffYwbshrSEXwdHj/NttBsan8Dsc1w2YSP36T7MPq/zPB+yLXXwODbR1VgFdRmpoep8+o2UmhllRLLkRf07Xjn/ygv0XqZeV7Se1JhgZvwE29nP9an5Fk21K3Nu1FZ5M3Py8KmTwvG5BwLmZFznTWkdX6nArEZftlTjUntvjcG6GToThkaG6Ei9xyDiAgMTGbTTSdrZ1ckgaie20xmgC7GYDngAUr5EL/6Va1dxa3AQCwzcyfgury4yIHaHAcwhV7ZMp//deyu8/Ad0oCQ5uDiWlop09q2yvkSHbAjzU2hu7cb+Q8dx8pHHkG9qxcXLt/Hhxzfw2WejuHjpLgMpd3Dx/BU6yNsQpfNvaWUViXSGF3xuBNxTs3Sm9fXQWdDTDWMQKwwjWFrcwPVrg/jxj17Fv/5Xf4KzZy8jkWhAd3c/du3eTSfQabTQuV+kU2OtEODWnRHnKP3e9/+cga2fQt+wu3FzkMG+GTp7SmhsakO+uQ2PP/Msdh06gEXK7c7oMN5+7338GYOpr732Fj45c961e+XVN/Hjn76Om4MjuEdH7cj9aW5cMTfWSDSHe0NTxLuGH/zgVfzkJ+/g7bc/wycfXcXc7DrSyTydzI2IWBZvfHidiziGMQZuZxmsDoIympobcYTBqKPHjqKltQXLqyuYnZvFrcFb+PjMJ5iYmsQqnRgzUzOUwQrWlpdQ3lhDOhHDtoFezmsr5pdmceP2DYzeH4L+z8ob1y/jzt1rDFqNks91+LEqnWurSKYjqIRFhJ4xUBJH30CrSz2e5pZWlrBKh0WFyt0/MIBuBjK2bduBzo5OOjbv49rVq5ienqSjdhG+BwapFjHPoHu5vAHzKhgdG0KxvAYvWkY84yGaqmJ05jaKwSLyzQl09bQgwaD+4tIi9I0Jn5fYJOc54CZUYpTAIw/gIyXWBTfkZbZYWkecTuB+jjNB59fYxD1s3d6LxuYsx93GCwX7pXNsnU7m2dkFvPbaJzhz5hZ1cQOTEwsMvs9hjkEHfVt4dHgCQ0PjlO0C9a4JX3/2t/G1534Lx/Z/AVFe5MEDX1NjlmPzkIwbIlyEET+KXLYB7a2d6O8dQEdHNxqyeWzbugW7du3A8RNHmG5DJpui7Eq4fXsG775/F9duTFMe86hSb3v6t+OxJ55HPJXF+OQ0Bu/cQ4zBCjlb5FA7/dhj2HdgH9uvYpUe0oZ8I7Zv383FH2Dfvn346ldexPPPn8Zv/uaL6OtrxiJlfunyedxg4PounXyjDMpWyiXwzASfRisWidPhFCCWSNPZmUUqmqajMAKKGUU6jqt0ZINBrCqjwGUero0GlerAg+kaFinDMer3xlqB+hKit7cTh49sodMuQZrzOPfZW5hncH5hdhyT46Ncj9dw/vx5OvGm0NCQx6FDBzFA3Wlr7cDWLdtQkhOfzvU1BkMXFhdx6eJl6P/7WqRzLpVKoiGfpwxPYPfevXS+zmGCwZ94IoEervtdu3ZCRtkjc5VqEWVCaFUGftroUD+M0489jaee+iL72YkeOmR2796JZdK9cfM6zl84R8f66/j+97+PEQb9VrmmEnQc9nR3YPu2fs5fH55++ii+862vUK6/jqNHj+CRk6egb8z+o//vP8EP/+Jn+IhBnH/xB/+Gjtx5HDp8FM20YxfOX4SCkRcvXcYk12WOzup40qdNGcb58x9hZHQQjU0NyGTS5L2EbDbDOevBseNH0NrahETCZ+DnMl5++cd04i4AtL3JZAxtrXkcPrgfnZ3t8DneTDrE/n3d2DLQhUwqhmqlgOF7g7QhIcc7gKceewL7du1F3I/RztBGjE+4sV6+dB5G3H46Rv/W3/jrOH7kEELamBkG7OVsnl9YQAud6rlcAw/kU7h8+Rwq1Q3s2NlDnevC008dZ5957NszQLw0Bra0oasrB33rfHh4CArKVHnpOnPmMx7aAa2P9fUCLl+6SvtwE2++9a77ZvYFvs/PL3FuT6KtvdXx/OUvv4iTJ0/ixS99CSeOHcPdwSF8euYs3n/3A1ykXly7dgPJVJrtb2GWDvsEA6/9DFxXuFE25huRYoBmnuXRSBQ9nd20SeMMkM5zHOOQHT3ANbRz5w4GnAJMTi/AfB9exEc+n3LzkExmuA/mGJQqoH9gAGEYujV+g8G5S47fBc5bhjrfixe+8EW88MILDATs4ZjLDGqPootrf221wPcK7eAUBgdvI0V+Ffg/+9lF6gvX5M1JjI/PY+jeJKJ02D/6+CGceuQg9u7biWwmgoGBGPbs3Y5YPILX33gVr77yMqJR3/ERUhfydFwP3R3Hv/6Xf8L1WEU2lUcinsP5s1fQ2NDGwPoaPnz3DH7yo9cYUKhSfhcZfJ5BOpVDpVzFZ2fP0ybPI5GMo4kBzebWHO17DAq+TVMHFDhYXdug7WznnG9l2opsQxaPP3EaL337G9TfEUxz75mfn8fWbTs5F4Oo8mBTKBWxwgBjhQ75amUD5eIyHn/0OI4e3ofe7k6scG1PTUwwIDeP4bu3of27IZXB3PgMGuINsHKIyVHWc5+fnZ7FDGEbg/+RSAw7tu9gMLCROrKVMoqjMd+AlaVlnilmsbqyRloZ3LkzhEQ0ganJGdy+dY82/iw0ljnqcyvPNf1btqCru4U2dxJXGDwC95Z4uoTltVWnU93dfQxA78OjjzwK2Yr1lRU8dvo0fuW7v8KDVwLvvvcRhkfH0NPXzQDZBgJeOEthmeeYJs7fSeIE5GceuXwzYtTLbCbH4GcZ8wuztOlDyOQjtO8B1suzmJq/hZHxq7g1eJG8x7Cltxs7uY6/89Lz8KyAfXyhvAAAEABJREFUXC7B88Jd6u4yEtTpYQaO29rbEY3HsF4oYINB3dW1daytrsP3o9SPBCYmJjE0NExdiHHd3KRNiCIe85GibZhlMPrKpUvcF1bIU0j9BCqVEIBPvYpi2zau5dYGPPr4I9ixawvntRPFjXnirtNeLhC3xDmuoKurA3HutbG4z4DMOs9yolfgeCOIxiKIx2NoyOXR1taGLPdE9bG2UUKJe0mBPOtAq/HMTM+gzIDHBvXMzNw602FVeq5Ajc81qXXj+xGu1SICcqq/ylGinVpdW4LOFE10vh8+tJ31ZY7fQ5k6OMm9c5pjHRkZYf9pzomR9wpTD6K/ulbEtq3bEaFD30g7yvNRkutTtuTixStYWeFYomncn5jGMmUbUD7Xbw1S/xuRzqV5zvRoLyLINCQRTUVR5HlYvLV3dsF8DzGOf2l1ibq5BHbIABTpxeOUTYwjgONDNiXkfhqPRx0fvb096O/vY99rDArf5XgKxIuweYhIJMo1S52hU+ju3WHatyjSqQj+s7/9H6Kvf4A8rmLLlj7cvH2eZ7kriEUL6O9pxqOnjmJy4jL+8//iWXznu0+xfAXbt7bh+NF9XMdHcfToUR4FQs7zVo6hDJ9y3bu9DT0dGWR4hnrsiROc2xLH3IKV1SoqAcesP+XNtXj23HmMT03BjzXh6MkvUO5J/PgnH8KPRtHa0ooyz9Yjw+NYp6xzuSx27dzKfWobvv6N09SNVvYHnrU/xcs//RTf+96HPA+/wXFUIDmfOTeOUriGYycOoLerlc6zIgb6O3Dg4A7yM8t1e464c5idG8Hly59Q3gGXcRXf+c53scpgdzKR49mrDdu2HMHbb57DZ5/eRibVgsOHjnM+zOn/zNQK1sjbGs+xDfkM7V4Tjh0+AF3E87kW6tYyzw4H0NXTgaWlJYyOjiKdTiPKs16FzukgqPC8OEMaq+ThEoOU16E1bjyLas9cXlpBPJZAe1snFhcXXeBwfOI+opTPHM9OH/LuMDp8j/M9x31gCAmeOQJeDr/10pfR1NSIK5evOtwhruUpnue7u7tpY68jSnuVSibwp3/6J7jCc/a58xcwTj09c/YcfvTjH7GvZSQTKWxwr1Ww7bHTjzEovR87d+ygPnno6+vD8PAw9SogzjrKDERmqPuXLl1w55F4KoGBHVuxzvN0NB7B7//Nv47mliasbqxgy9Y+ntvXUSiuct+cwOTMBMe16GQwNjZKu9AFnRnAIFBDQx6GGO7dHWW/Edyl7apaiATvFW3tzW4txGJx2rUE7UIJZkaeqo4f3/ddPuS+m+AZLxaLORoe15bneZBzUOsYBjQ0NECP73lQO9Xr3fN9SNYq03vAtWZmDkflgng87vqRDNQuCAJnJ8yMe/869CQScceT6kOEpBkhRLn/pxHjnAlHdeJTfZkZea3ZGf31ikgk8qBP9ZfJZKBHedXJOaNxqq1APKi8NmZPqDyzBA7cCz/UVz6fh2iob+Gz2PGpVM6hddoKJyMWaHw6G6kfvjpa6kdQL1O58gIzH2ZGe6xSgQEMAoacV9m50PPBLO1xCKPcPb6LVsCLg/pRXq3CMHR9CbdK2fo8v0wtzyCMe7h557b75aOA+sdFhz/45/8M3U+fxjsjd3B/chIJ3sW6VqpIzS6hOj+HfEMajbkctvVtwQLPBCH3Ei41+PBqc8YOAzqZAvapcVd5R1P/dTAYMTQmI08cDpkKCXDlcHMm3IB8go/yNTpVysG4BwYolwzVik9b7BHfYEZEhMyDeSNe6MDMVTi+JA8z1Xms82CUI6psz/ueR0DgbfIDkH3UHuLzxTg2zzy2M9IiH+RNfIlHgfJ46NHY62VKzQxGGgj06SPKeRKQCwAh6uMLuDaELz1SKiACzAzGjPAfAPkBS8kK24dQqrO+dE701DYM4R4jHihjIw8R7mE+16TAo874ng8zYhD0bmbQo/ZKNT4zyoHE6mXCq4NwzD5vIxyByoXj+zX6KqsDUMMXbfBRuXgW78VCkTIOOB6NKQAof098k09vsx82+aU/ZjW6ZgazGghR9PkK8zy9ujrxZl4NR3Ord1/rjXMEdgvKzqeczMy1Ea+iE/BcE27OkyrMavXKCxwd32MfgMf+6n2GlJ/eqXgkXQVMnWzibNJQH1ov1arGDuob3GNG+ddy7lOykj6Lppm5MrNaqhfXDzPskjRCB3xlKpoheTNobGqvPpWGbkzki4NnC+KG0FOvV6p+QxI1Y18cG3yOk1DH91j2iyB8tVP7gHMpmgKVC34xr/f/OxBnZhGOwyef5AUGM/u5ZnXaKjRjnZFXpSwIuFi01piF+BWumf0cDVNlHdihcNROab3Y9wwRD6BlkGAR0taZGTwC+AhfYGZ8+/kf0RG+SylTpWYGzYu3KUeVqb1AMtT+EZJ3fYM1Yj4UgA14hwx5v/e4vl2/pAU+alsHvrqxmdX4MGPKMYkuBQjfPBjfw4fmR21UH9C3qDWovOipnK1/jp7HPo36Y0wjpOXosQ/hVyplqK2ZuTYBZaRzw9rqqitP0++S4nkuwrN6hPu4cexEBDxz9WaUcTSCJIOvAp0XKGyyHRKNdbw3SGbiPdQdiuuXrCDkGorw3mJm0GNmPCfEIFzJ0dmaYpF7SYnbXtXRMjOXCl/yrvMd4dkhStC8qE7lGptoCE951QlIgrxpbYfkv8I7g8fzQQyqUzuB8EXHzJTQHoQINQGbYOa5ctEWCN8oD6O/1aPC+b4Hj3LyWCZE1Ss1M1duZuAP+w+gc41shcYAPsoLxIdoC9Tep62rg2irrC4n4dTxSYK0Rd+UdSBcgXCUPgwOYfPDzCib0PElHPVTB6GovaDC87dSM3N9CVf1SlUu0HsdxF+J5xeVi159HMLXWAWq07vaKH0Y2A31wii7Wn+e56P+CK+er6f1MjOrFz1IzT4fo/rkAKgDEXi+x2wd31ze8z4vq9NUme/75Ee2rUpZVSizKtxcFEsuFa7HuReumef6VpmZPcirb8nFzJze64wquioXhFokxBaNX9QNFsPzPSXsX3vx5xByjYesccC8aHmeB4H607twiEK+Q55Nqi4NabcerjczmP08qI3sg+ZLuHo3q+GIZqlcu5/o3K3xqC/dG6XjwlWZ+FB7lWm8GpvKhKv1qjrlRU9jULs6mH3e1wMcjlHtzczJos6X6JqxjPaMA3TjV38ey0RP9Oup8gLRVHuB8qJbB72LN81zoD6jEfi8o5pfmwdHC6H7p7yZ0UR6TobepvzNau9mBj2iKSA5vZLNEMKVnCRD3W1kT31fuha68QXcA+r4wvVpQwXK18GsRl9EJcP62ALqlP5Ue4VnJKUq11iFp7bqS3JTf2aUHXVCY67Pi/BU5/k+9d/Tq+NZNIQnUL4OkpXmuUg7rr5E37t9+w4dAot09lSofIZcQxM6u3vR278FiVTGXdLfpgP7ztAIUtk8ege2IRJP0omxhOGRSbZdgcGns2+FzsspHkZLvHBv46W6G77n00EYBe9PbsOkbxXF9YCXkhC+n+BCS9E50cCgQA8dkwOYm1/GH/3x9/HyK2/j9t0JOmdC95vZ5xlIPX/uEoMz58lfDq2tzUzp1OAmGEtE6SSMYGN9GYN0nJYKFaSSOfIR4tbte7jJsiU6V0qlkM6bEBVeZCpVTohFEWcAaaNQotDMXeyv0kH/wx+9iY8//ozjWUW5GoHxAjDP4OQ4He6r62XcH5uAgj43b9/GO++8j9u372KF9Nc3KnQuTzA49gn0bdoyL0uZhmaYl4CCqUsrJeQaO9Ddt4PBzALOfHoFn3x8hU6eG7h9c4wO5ygDns0orAPjo7N0XK7RQVFAQ0MWk9PjWFyaB8XJANoSg6tjMG5+STo9xsfuY2hoiM7bGaTicawtreLO4DD0jaautlbs2bkdhxj8feKpx7Dv0D4GoNc5hlE6hoYQ5ebYTUdRhQGVafYBq3DOfQRWRikoIhI37D+4G9986QU8/uQxtHW2QA7M2fkp0hjGRmGVzsUUqmGJ76N4/c1X8cGHH1AuH+Cjjz+kXKuYm53CtWsXsUz+fd58xyeG4ceAbFMK+dYU9hzeingWuHnvMnVqHC2teRw5fhjbd2xHJpvme6NLm5rzSKbjlEGITCaJkBeCVQa9fN9DhIt/bX0Ft+/cpPzfxqefnUE6m8JXvvZVPP+FJzDQ38/g2yIWGdxfYYBjdmaJwayrcA7TmMcDRxTpVBMK1M35uWU6/0p0iq1QhxrQnNqN1tQBRKMxNDe2IBFL8gAU0EE0hBUGqtPJOAI6Das8VJboFK5sbqxrDHRWyxXkcllHf42O+sHBQYyNTWFxqYSp6TXCMo1IFdt2bMHXvvESef0KnVkduHT5Bi5fvYWPPjnLuZ+lI7OB624A/VsHqL9lFMpFbNm+BV09XUjwoGeUwYGDh9hPHEmuh4MH92D//j3Q/1fb1dWOkIe8u3cXcfH8EEaHpzhOgy7zpY0y102ZY0pT9zI8BBo2GDTVn+UD14hvHtgY7gn4SQNUpgN/aWGeDssV8tOHb3znK/iP/5P/AP+v//Y/wX/1d/49/Kf/0V/Bru1dOH/uAzoDz1Oviwww5yH5zMzMUqZV0jS00Nn67LPP4amnnqL+hLh45SrOnP0UQ8MjmJtbIB8b1HGjo27J5Wfn5jA1M4lkJsG1uQDzQzxy+jidjjlu8gWsra8i39iAGMefSCXR1NyCZDJHxx/HVAhocwJEPEMmnUAHHXl9vV3o6GzF8uICrjK4IKf/N7/5DTpP99PpuA1bKWsF8p599mn81m/+Gr7w/HMM5GylI7IHu3ftgvoCDE1NLXTK78KuHXs53pu0UZfoaAEqHOaWLdvRy6D6F77wAg4dOYiBLT20Zxfwk5/8BXV9huNYwczMPBYZ1AUffWPkvffepU25wQDKLUzTUSkH0jYGdNvac9zAAnR1NGPn9gH0MBjU3JjG1oE2PPLIUZw8uZ/6mQG4bu8N3sDE2BjujywxWDWGv/8P/gn+3t/9H/DHf/pjLC6tYYiO1PGpCdqAYcTiIdrbcrQp9zC3MIVcYxbZXAY3b4/g3PlztFWLDFqPo7OnDTt3b8GOnb2wSBF+dINja8DevSzb1Yu/+ru/xvx2rhOPMuqFnjNnLuDDDz/F4vwKYn4CCTp47969g5/97BW8/foPcfnKII6feow0d+P555/FaQas9jFQPsCAwgbXy9LiInTAicc1Z104cugYaW9hQCCB3Xv2Uwb9yOebKe8qAwbTuMlA5/LiMuc4CzmrffNRLQXMz6O7p5drMSe2uAZHqQ8FpNMxHD3OOeprQoCQeliFNiqPej/M/e6jD8/gs88uMIiwjsbGJsRpX/UtoNOnT3IPauWeWcTAwACqPNToz/zqm3AK3swyEDk3N0O9Xeb8TlA3FylnOpPv3UFDLo8zZy7i9dcvQfthUy6CCp3WRe5DO2mrd+zYhqeefJyy3o5du3cgyT0un8/h+PFjDKzuwezsLBYplwoflfYAABAASURBVEk6z+/TuR/xQs57I85S1lcv34JXjWJ1qcA9ZAa93du5LywjGklBfyo26iVx5cI1rv8y5daI3aSfz6UxPT3mdE72VEG5+6Pj0HqNMRCgdeXTvugbq/rrFfrGdiQWYYAqi9OPnkaS9meVTnv9wkdreydtdAZlXiyzHOede3ehtj3dHajy0DFOfhU4G2WAq0g78jid/D3tXeTZQ8JPYXZqDrdv3KKMGqDDSYHBt0UG2QsMeBQ2CpiZnoJ+IWRk+D7t713I1m5srFMe81wbPtfTMgPZ97kOb+P69ZvckyYQjUeh4OM2Bs7N89l+BNOzczhJXdu5ZzvK1RB9Ax18P8kxZQA6BhSwV3/xaJw6dxgtza24w/3+3/7hH6KlrQVPPPUkTj/xOIOZRew/sB+/9uu/jt/5nd/GY4+dhmzuc88/g4jvM5C2QPNZQSQCtmugbQI+/vQ9NLdlEUYKiCcN90fvwYeHrpYuxAIgy6BnS0MKI0N3pIrIZvJo4r4TAlyf87h09Qomp6YpnyT3wSyaaecaGhqhP2977dpNzuUMLl6+jB/+8G1cv3kV9+4NsmwC9+4OcuyDXDM9qJSq6OvZihvX7lBWN7HAc1fIU+yx40e5z5/CkZMHUahuIJaMIJUG9u7fzr58RGLA7Nyk0+ul5XkooOJ5Va6jpBuv8Uzi89LNoSPBAESMtrjCtbHMfbLA+a/SKKbTKaRSggTMM44qRJSHZuU9M+ajBJ/rvsK9o4SgUoFHuul0AgEd9fF0ErmmHPIMfnkekGJAN0N6O3leEE6B62jo3gii1NEZBlOnFewjQx7nHhQitzAU6DTVL4LdHryDeCyG+bkljqmMgPtkKpWD50cQUg8mGfA6d+EmLl25Tns4zDNFFkXu8ToLJDmONO2kvo3b3NyMZEIyACbGR7grlKn3IeZntNeucS1V2GeBPOepCxFozQRBAI8DCMMQZZ6/4tTT8fFRnllvorevg+092tNd2L9/L/IMFqmN73vIpDNsn0FocQYTK/j+93+GlbUo10CIxqZOPP3003jisWO4efMCx7SCKM9Gzz57GM98YT+aWoGZ2bvs4yLPLvMo84z6Jz/9EH/wh2/g5uAiZZHF0MgYOGVo7+zEvv37kKKzKZ6iffSyDKYBVUviFoNjjc2d6N+yC2+/+zEu3xxC6Od4jjmKShBHItmI9Y0Ax4+dQlNTM0ZG7ruxDo/c5Z7R6fb0fD6KhlwKQRjD4J0lnDs3hVd+dg7/3f/wj7CwtMF9CDh7/jNc5tnx1KkTlP9N/PDlH7k/O/zOh2eRzmcxuzAHbg3wYwV4fpG6OYEgKOHIkaOIRdM4d/Yyhu9NUs/vI53O4uC+/ZRfjHpVxP2hGbz28seYnlzg+mrl/jGOoaF7tLk7YT549l6lDG/Spiwil23ADM8u2WwWCo5pvq/yvKJv9DYzyLjA81BDQw4J6nx7exvnYgFp6mRrazvnoAjf99lHC3YwmNnY2IhoLIbJ8Wm0trQhHo9hy0AfZZGlbm1QTzbwZ3/+E54fStjJ4PMaA2KD3DMnGVz6wZ//AH39XdjO82KpXOAZqgX3hsdw7cYQXnn1PezYeYB7qs4Nc9i5axv0y3uPP3YCjU1Z6nMVPtfZ4uIi5b8MjWXbtm1Ic36lg9lMFsePHqOuVlHlOvNphxD1UaoWCQXq2CL3yDIG793i+eVljI4P0f4to8rzRqVSIt/rHPciLl26BI96LX3d2NjAe29+guKGRxmkYBZzd7Ac7VWJtqDCtR2jLKp0msbjcfIYQk/AtWFmiEQinM+Q/K5wry05uhEvCt6XXZ2ZQf/Ev/pcZ38F7iuiS0MO7Q91eiqr8Dyuy6+CjGWe033Oi8qVig9Brc9AzTimggOwF+FwWK5frSnhFjf/3y/wqQYV8hq4MYgf1WtMmu8kdYEokN2LRqNQn6t06CpAv7a2xrEVXT9qo/nI5XIQnuQHSj3kfEjGAfso06kTi0XZpkDd2nD9SX6SmfpVP9JRtQ1pwyq8lwSbTgrVB5StUjNDvZ0ZpbgJkqNAdXW8UNMiIHEz41xGYGYcL20XZSpHk5wYFfInO1/gwWaD+lnlHS0SEy5cX6JZ4Pps6m7D3//f/iHeP/sJryEhbUaA1fl5dLR34LPxcVQ6O7DuxzA0OILYGm3p8gZuXbyEz85wvU5M4rmnnsX2ga2Ihh7iXgRR82vgR6kjPgCPctH4SJvj1/lM49a5zjiOkAYuoP6FlIUR26yGHzKoGXIPkH4FlBlgMDNEqId10BjAR3NVZmA1kI8Acfi853ss108QBG6OJUe1MzPKSjplrDbHG8gj1b6Wp0+CggDEG/sPhcq5k9yr5EMQqpKtXcIybILG44qJrPlS30oFKn8YVGYw9mPwzUeE/zhF7oxcKpRRLQcsj0ByEq5oCZQX4MFjMKuBxmiUH2D82ZRjCATiD4CZxhu6+Q9ZFlRZybH5XsTVmbEdQDlwhJtjUF8BZWhWq2O1q6/LXvUqq/X9OY7aCEep6oVnZvA8g3FyPN+D59UAfMq0AVqL0g/hCsSf3gPyWmawqIZTZv8BOBKeyUKOLWDrz3kOyKvaukJ+mBk/ATNzEHJChSMQfxVOfK3fKiQT5VUXavzsl0uewSoPMa6BCM8isj2qw+ZDssyJD7ZnG764HzNzqT48jjnie4jQ5ksHRaOemhn5AgfgOVsK6N2g5wEfmibOk1FPjCkEoBBBKbDuczzxUZOH2qsPz6vhmRnMTMUOzAzGOjOD+BGYsYygNhojqQMSAMHMmAdULrnVQe9mBtHihMKLUpd8n9na3Poeddir5c3M0SAVR2fzxfFlZj+Xqs7s8zK9/zIIOZ/hA7kbUTwHD4r49vCPmbl+6mWa84flV6dlZgCRiO3wzYxvn//U8T4vUS6EzsccPl8CAuBakRnJS/prZjD7JUAc6GFa4bm2Qlse0DbKPhrLtQfJzimNej79QwF9LVoLoaOnOfNATOqsR7tFicOYp6DZuvYjngUqEy6xXYWZOR0wq5XoU/1KNuBjRk0gX7LTgVKuMcmsnq/TVGohav0Sx0OIGHmNcd0IfPOc7ZEcAq47I79mhlWeqzZ4J/GpO9qX44kEYjy/WcR/sL4rDKyVSiUEnO8o8eKJGCQPM4N4Ya9wD/sni+QB8LknhZIhC8Sb8OpgZm5fNzO3P2jdV8iT6s0MTp7SW8DR1/yJhpk5WWltRXl+EJ6ZuXGJRh0PDz3CqdEFz5hRtvfge5wBtity3KL7EDooFkouhPyq5nEcxBUNM4OZwfXNc4c7F3rEQ4h6vfoRD0rBx6fsfSqkgK+ufT1ffzczqkRtX1A7QZ0ns1qfZubkoLkTfYHw1K/kIJ5EV+/1VPSFI1oCvZtt0vNMrw5EU3h6UXuB8mpTl6mZuTGqL53l1B/4CEf46lPAgbj5lK5Ifx+uE674ZjMIV6B6sxovqhfolSLnPbpWTvGqyf8FzMzJUxVqpzEIQuqoysxq9Sorcz2r7wh1Wv3WwHNj8jbx1Ea4wlNqZm6uNdZoNOJ4jkQ8eD4e6BtgTo99zjEeejQugZlRJCHnrurkUls/Ud5bk4422B58ws01YmauXPRUpjXPavfj3rmulQpc4eaHWa0fM3vAT43vKB7mw8wcfTPb5CeEmTmo49VTM3PU632pXGCo9SXdkJzUj+44SlWmO4XKNYZoNObGL0JmBs/3Xf/gIzkLP+C6Vx8CFkO6o3IzczIHHzODmUH9iy74aO2qL+FGI1HiRly9WQ3XrJYS9cFPvQ+l4lE8KNW7kMxMCecrcPJxvND2hSwNPeNOzAx/zDc3LrWr8pAsGo6WO9PB8Wpmjh/xbFRovpJubZ0LVwA+sVjM3Ye0rqK0aZKjxujaqRFZMtohM4PKBKoXXh1UZlbjSbw8DO64QhoBF5L0T3Vm5uZB/akt+KhcstSYBSC+z/O+cNSfGYkQT2MW7i+C2urOqfuc1z+wk5fw/di2fS8v349jz55D8CyB8bFZBsEG6XCfQibbxAv8PjQ0tGF8co7BxouES3TMrPIi5KNUMToGOtDT24/uri40NeSwtW8L9mzfie7WDl54ElicKWDi/jKdF0vQ/wm0vLgG/UkrM0OhWMZnZy/gnfc+ZoB2Ah4nrakxRQd2BsVyiQ6VWwy2XKFT6zIvkOt0aqWwZWs3du7o44W5wg2+xLSE1tYWxKJx+FSyaCwJz4uiwoleXFrBPJ3sCoRevnqDDohR3Ll7F7Xf6J6k42eDIgSdSxW0tjcweJVBmbPhRaOI8pIfiyeh3wx/66138Hf/7t/D//w//X3o/6IaHLyLyckZOljWMTI6hqvXb+GTT8/hCoOyM3TE3bw1hA8++hRDw+PwYxlksi3w/CQVkjxGU3QsbUVHRy+VzUeZTn/9Rv3K0ho8z+d4yqANw3/z9/4pkqkEFNzp7+9h2yrbdeHJpx6n43Y/nnzyCXTRgVOhU3mKzuoEZff0o8fw27/2TXz9a8/jsScfodOrF5NT43jn3TfpuLpJmRTR1JxDR1cL+gd6+F7CxMQY7tHxOjZ+H1PTE8Qf47iWeGlfRyaT4NynEIlWeODwOV8FNLVlEE2EdGBNYnpmlE6SZSe7ltYcGvIxNNGB08uA1aHDB3CAQdy+rV2YXZ5CQBqdW9rQ1tsExAPcu3+Xc3uOwZwRBnHS0Lf+uro6oW+jVnk5j3HRTUyO46OP32dg/z7KdNxsMOJcDcqOF3CpR7h5rzDgnaKjVf0dpVNYAa+mxkbo/5L76OMzTKepGxn0dm/D4sI6VpaL6OnpxFNPPYHnn/sSnuQF/fiJ0+jtYVB/tYREtg3uK+TcpOSY/9/+8f/Bef//4ZWfvouP3/8EI/fuY+jOLKYmNzhXAaI0HGU6VxQsHRkexQIdfUCVsshhdW0FQ0OjuHt3nE65BaytVxBS73MMXO3Zt4trbyd27zuKpdUyHYiXcf3WHaytFbC6WkUkkqDTdAXTc9Mo0Ok6v7KI9eI6orEIg1xj+OD9d3Hj+jX4vgfJQsZJl6g5Bl3uUD/P06FYXC+iMZtAPArQf0W0AKVCBSGdBxQxda/K/taxLscOHc1VOiAoVgSlKhsAOqwiBNuF0G8j6v8xa+Aaf+KJR/Ef/o3fZ6DxNE4c30P6Ad59+3UMMyBqiFJvmqjLceo30NXdjWPHjjl4/PHHMbBlC+4OD+HDjz+hA/AK3nrrbQbh38WFCxfYfhgKTF24eJFr6jZee/0dXL12mTyuYmFxFp3drWhnUHFxaZZy8LB95zZksmn4Ec+t5XgqzbkLsMYAzOLSMpaWFujQW6U8l+n8KyEMyxxzgfZjO04+chJHjh7G9u3bkaNDsVopu0NDgsKSGe1sb6euLGFqYpxroUC7OIZhOl3n5mYhJ9KJE4/g8ceeRl/vdrS1dmGaAaHLl67BvBg6uvvR2NLGeV2F/g9efZM14AHikdOP4/RjT2DLtl2IxdMYoUN0fGwSCuju3r0LBw/RHm9Kar6DAAAQAElEQVTbgu6edrS3t+CJx08xaNqFRNzHysoc+VjCxPgdBgFGGMjtwte+8gJOnzyGXdsH0JhLkY8mPP7oCfzlv/QCvvbVL+DYkX2I0us8PbeCdereXQZZFeiPR6M4cuggDh/ZT10aQbG0BgWDXnrpG/jKV5/H4cNHuG7uc31P0am8QJlu0Bafw8TUPa7VKLZsaUdPbzP6+jtxkc6uH/7wU9rUabYZ5fpvxdNPPU0H8i6ceuQUjhw7yr1klLpQAfcqUECIx1L4wfdepy6W0NfXT9nexxyd1hcvnMO777yDOQbQ29rasXXLdo6pHYuLq7g/NoWmlg7OocfN20cjg6mLtO1Xrlzj+hrmepylHr0HzyKIRRMw87kvtKNIZ9Eq19SNa7dxi1DhheLwwX3Yu28HndIN6OxsQTQCtqtgeWWBuraOltY2lneT7hAuXroMBUyjlJn4usT3MQas5eTu4p7XTf1WnRzmhyjTQmEVJ04e5jIqsu1ZXLl6ERcunsf/9D/+A1w8d4lBoCi6OjJoymdw7OhufOdbX0K+MYfCxhoitOEHGaR7/PHHKL9tziYeOXKEc79KfejCvt176Yyf4PhiePTRJ7BMuUyNzyEWSaLAdT08PIG52WXy3o9DB09g766D1I29rv7YkVOI+lGkqA8N2RyS3NvmZpa49ktIJ/MIqj6dmt1cC3nKrOCc7TFeMq/dvOF+iWP/gb3U02bol1eSqSR834dPenOzi+Q7joCOwXSuCalME8plI40yiusl9hnhWHOIU8b9vd1IMAirdmfPfEZbOoIRBq8VKJ5mAEz2s8r98NrVIdy5cw9mHudjAwEv6vFY1O2F9DYhwrnQpcjzfehiDBj1IgRnEZOkk+ZakF0olMtYWV+jNa7iyInDaMhncfazM9TlG8hS5huFNVy4cBE//tEZnP3kGvr7BrC+Sl2/eBnvvf0hgzLncP3qVaQTacjRPTQyik+4p+jwtbCwiLNnz0B/sr6lpRnJZAKXL1+kvb+DGQape3vbkGtIcW+9gcHBq2hrz9PubEV7cyuy0UY8cuRZ9LTsQGO6BeVCFavLqwz2j6OJAdQynZtnPv4Ug9wPPC/CPXKc4zMY5dHd3YNsJodIJOrOHmvrG5yTda7vAm1jOwa2NfNsVkU8HnNjk2zz2UY05VuQSuYYbJ9GkQGvAvvcvWsPvEgV5669j2hDBalGD+3dDfjmt7+Anr422qFWHDm6Dz5x4gmPdm+dMkxzLymwzNDUnOeabOScp2hjl1DkPnhvaILr5j4mJ8fI0yptahmcJpcvbKzQcVvE2uoKFubnkKB+NTfmkaHdTjHwUA1DRGJRFMtFROjt7WxtRIaKY9ysIrTdcR7wG9JZJDj2bCqDG9eGaZOHubd3sZ+QY46jTDseiUbJZx4KWHieR1n56OnpQiP7qlSqmJ6eo1OlgOXlNZ4ryzx7TnJ/WcY6g/jrHIPvx3imacXs/CqipDU1M8+g3h22WcfSyjL3hBncvT2EFa6/mB9BloEp7RvpZBwbHBuXMWI0KrFYDNLd+/fvk78qMpmMG6sHQ4R8Vbgpl0oF1pUdTExMECfNc9gkMQLKJ0ZHVgXqY4NrKZXMIxbLY2amwjPdTfwv/8vr+NnPLnN8DfjwwzO0lc34ype/BI+b9gr3v1Q6gsmJRfjRBq6TAOJr60AfWtvaAPZQ5j5/594wFnn2zOQa0EjdnJlbRJxz8dGZM4CfxNDoDK7dGuGaGWfw7h7iyUac+eQyJsaW8f77n+L/8/f/EfWvSPkOIM6zrYeIm4Pr1wcZHO6BR51taWzGFe4TUS/KOUoincmisSnDs00B9MWhyOCuRZJo6+rA9l2d6Ohqx6fnPsO7H3yI7v5+VAD0bO1H7/YutHZ3I57Nop24rW2NyDdlEVqJ8zJFfUxwH5mgfe3CZ5/d4HsDfPapX864dPE6eeTe2tWPXK6R952DtJll+JEYijz7FEpFKEiqv+YxwT2/RCejmUHzP8p1r2+njo2No5/8xLm2Tp08hd7eXvdLDUcOH+Ec+Jy7FDzf4xgTuH9/jOukAjNzMujp7mU/ZeK3IZ9vwvDwfcwvLCISi/NuNUu7NYHDB/uxd88AUqkYbcEUtm7dghe+9BxytFtJlq2sLkJ/iWZ9owjz47QLa7h7bxovv/wullfKkI1OpWPYTRrlyirW15eoVyXq+zQ6OjpIN4XFxUUUuQd6nk/bdA8r1JNJjmt+ds7xusp9aGVjCSXK9N7oXXiREGt8T+eS2CgtUI9Wye999PL+kMmk0dLSgqamRuhZ3PzlMKWFDZ+6t8a9IIJoLIP1tQr27TvM890d2jI4HvSLh3IQVOlgkJx93+d6CRxEeFhI0NFpBu5/KyjRuan1VOW9ThdcM8NGYUPdUvYRZLmnqd48H0qF45OeQLQFoqlyrTuVG8z1pXfVmxlUrrz6W6SstM+oXr8wAj5l2qa47oZc2z7PnaJnZqwBx1qmThVcXjwEQQAz8qlgL+2K3kVbbURffSn4ubS0xLla532iwn24CvFZYHDYzOB5npNVlU6OEnU0oDODxZzXqqMtWuJPIF6FL1sqGjSnxPGow3Gm/gMAPM6BUT8DlwIGOICTh/hUW9Gug8rAfViYundFIlE3XvFfcmvFo02LwPciqNLGujMvx+8BiNJuR2Lsn3vIjTu38cMf/wjLC0vUo3GM8Y43fH+c94ELqETSCLN5LNAp/fHly1gnXf2y5SdnP+VZZxEvfvWrOH3sBPrau5DwqVehwSohQvaj8dfBzICQHbMebqxAlTQ1lip1rVYHd79xdxxXwCYcdJV3oALXl2xGqcj5CFQO+OwPfCQHM0OdVpmOS+U91vksj3C+jHRcnjpsRlzRkKEjP+FDYObBTDqvPjgO8ixaIM8kxz4MYFts8qcygRnLldF8sI0xFV7ItNZelWwVspLZWtlmG77rxwPnin2b7oJl4gVReBaDK/eiMPKmdgKNWSn48FoMI5aZwawGvudDT8D+taeUShXet0LoXSxI5hXudQLlhSsQTUHA+VMqqJcrFUifI5Sj8qp/GMwMqheYUc7sTPV46GExyCXMpPMhzAw+7QL4qF/xxCXl9EN6XKHuguMDRA8IaG+q1InKZnnA+avVa+6EE3KeQo5VaykE2K7Oj1K+knYVFY6/7kiVDFwAi3Q1Z2YGM3N44smNgfPuhR6Pu6wDgfWiVwe+AtQL3xcfzG7+uLbMex7bct0Jz2Nae/fUxPErPI0N7MPMh1E+D3DYXuvFWKc/Sw+tMcpB+BXyrLo6n6IjCChEM4PHLsyUejB7KN3Mi1/fVzke4Pq+D/cQR6lZyLYh6w2qM6vJWX0K8PBjgJZWFWFtXJt1GovaCpQ3M9K0zVoln+fr9Sr9d4GZ9Kc+x4BZjSeNnWrHvo1ltTGDD0fwQCfMVGeo96M2+CVPXT9UZVZro7xAbQTKPwxmBs/34EWUGvyID9/jO8tDrisyBj1mBk/lhBB8AspLQObVr7dZTzGCPcPnZ9T34fY67nfgU3F/BrTyYFziR/MR0raqXcTYiuvDSLfer2ceoly/EY91LBduyNSMvTwMgLPHUB0AM8rXgNDjB5iKTwHHxIQltbLNDNcJYKqjfRdPahUh/7Idei9y79S683zP7afLy8vufqCzn9YmNh92S9YDrtcyz7FFBNRrkFgk4jtZiJ7GKloBxx3SIJoZPMq1DuTMtdO7mbmzi/ZmMxICazkAta+D+PNY5/s+dD5QHypTvXhTXrRUXq/Xe0g6ApKEmZHvcBMC2hLNU5VVASo8OxR5/hCuaCllxSZu+HnKgQVhFQIY3JjqeC7lR4XyMOqaH/UhXRPfdT6VEgW+78HMlHWpR9mEm7zWx2Bmrs7sc77FmxoJ36cshKv3elvVl3gOlCyVV3k9VV7w8Lvamhmkg3WaMZ7bzIzyqXKPknzwgA/hiIboS+7KiwfJXPxofPX9Xu86n6pO7QLqgerNDGqjflSOzUd5gV5FV7hV7ilKTYUEiglUYoDzwA/3Y2aOP70wp8TNl8ZZpf4FXC8B9d5VbH6E5EVnRcnKzB7Mo5mBxPhTk7naaZziQXkB+JiZa6NxaHzRqA8goMzKEI6AlBwdVjh+Qs6vmUH4nue7sjLPb5JldZM/M7VSC7j6kHyGm+18zrdPO+E5IdTrQ4dXa1H7FL76F4h3jfFh/lWvcp2flWoMSfqcZMekq2bm+Db7+bRGvfYpGgLxIr6UalyipfJ6n6qrn7XFj5kB/BGO3kOOW3kzc/IUHb2LL/EMPvX2KpOsXDvKRHisdu3Uj/RJPKheYxOucFRXpyuaApWr7S8DtQ9IX6nqzQxmn4PK1F71AeenQh0t0fcQ0CcVUtfqdeqnwjONQLzoXXVmxvVmADzC5/Po6FEewquynSrFt+f5rn+P8y75KlWdmSlxdWbmUtWZ1fJmn6dCNDMlcPyQvutP4+RaCpjWefOpZ+onwvO8mTl9Fk/CFwEzeyBz4T3cJ/4dj9fS0ov+gd3w/AyGhqdw5tPLeP3ND/DTl9/GZ+eu0zlRgv5vzzBI4Mb1YXz/e2/i3/zha7h0+S6d37NYXNzA6koRszOLvJCvYpWb0+rSIkMphk4GEvoZsOruaIVvVYqVRos/XI+IRYBeOrZ0+Z2emob+b6ChofvgnNEIxwDKZIMOJp9OX+PiWl5dpkPnHptW8I2XvoZf/Uvfxq/+ylfxzDOHkWuIcfEClco6g6ZzdIxtuMt9Y2MjEqkk5JyrUCGa6OzsovMlsJAOgSLK3BAiNKqZhgbEEmmYF6PDOMTyWhFrVJxVOlQ3eKHSt1f1G+CXr17D3bsjDM6swvcivKwneJEMuElWQHuGZDKNjs4uNHPcU1Mz0LeUZubmIRimI+b6zVsMHF2jg2WcNJbppJtn2yIy6RSDlRkGJ3pw+MheOni2oamR/OgbosVV9lFiv4PuN+XTxPU9z8l5Y3UV89NT7k/58j6PA/t20zG/Hzt3b0X/tj40NOWgP+U7OTVKmaxgbm6KcqVD+eh+HDtxCKtrS3j/g3dx984tBiEmMDs7g+F7QxgbGcEsndGLi/Pkcx43b12lk2YG+cYkdu7qxcDWJjQ1x+nAiiCbB7INHhoaY3SataOzq5WOVcqTE9xCJ1cs5aGMAubWZrCOVfTu6MaBY3vR3N5Imfsccz8OHtyPl176JgM4L8LzQbkNQ4HMdQaIPzt3lnzPsL8mmG+YX5rDLMexsrLIIH4JcppWeLhram5GU74ZM9Oz1Mtx/PSVn+Gf/fN/xfGdxbXr43R+X8ef//m7eJnB0Lk5Okd5Ya9WI3TulOhcG6CDFLg+OIoPz17B0N1RXKDun/30uvuWwI9/8i7ef/8Gbt2cwuTYLEJePAVFXrLb23PIZKhjVdDp6aO9JY18LuH0EdT5hflZOowX6SQpAjJCAacA4IZklO0Grt+4yzV3Ef/df/8P8P0f/Bi3bw1hhmvp5u07dGZGsHXXFnzt21/DsqS6MAAAEABJREFUFs7p9ds3Gaw6x3aLdPwOY2lxgXLJ0zmco44UqEsljNF594Pv/wDvv/MBznw8RB1twK4dO3DgwG5EaUB8LSwedOFSD1VeioqFkjtYVnnY0ibu0YGNsMr1VCHP4Nr14BmBk+OThuahQOf9zMR9fPzBOzhDZ+ft67dx4bPr+MmPP6FTuQPfeunX8dSTL5C/DsQTKcojhhjXcsh+lxm0nZ2fZ3DhNoaGhugAyyJGZ6Joyylzb/gurt+8Tp1bYfCoEYeP7GHQ6FF0dLRB3wIZGr6DickROnUvY3l1CcvLS1wfd/HKK6/g3fffwyeffMzA1xjWWFdYX6ac5nDlygXcunEVM1PjWOSc5HMZlGlfujo70UXHrBmcs1F/DlSBh4WFBUd3bWUFK7RpRY5Xm8idW7dx6+ZNyvk+Az2DEO7u3fsZUP4ifuev/FXy+QQikSQa821oyDYT9y7ee/dD3LhxizIO8NxzX0RPbz8KdGDfuHkHr7/xAS5euU1T78HMGLxKMTBzDTLeba2tiEQ9jI2NsDyJb3zjS/jOd76G048ecX+i8ZvfegHPPf8I6LuHcZVVqyWMEvfe0BjujUwA0Thy7Z3o27ELyWwDfuWlF/Ef/Pu/i3//d34V8UgUU+NTSCdT8PwAN2/fwPUb1/HBBx/j/IVLCAIfsAg6OrtBtcXt27cZMD2PUnmDwb1DiCdjuH9/mEHdYaxvLHMuhziGFTp+G6k3IS4z2Hjh0iUGsVYxPj3p/hzqDervvn37oW+gnjp5kuuojJ6uPKYnp3DpwgUs0glbKhegPSEej6OVDloFJxMMOL/3/se4dOk6HbMzmJmdp01YoEP2NnJ0/jc05LFt23b09vbhiSeexOOnn8Ce3Xtw6tQj6OrqIn9rqARl8l6hrDIobZQxyDm8desmA7kF7N69Ha2tadpDQ5EHvyAo4eDB3c4unznDMSxtoL21g/qwTP1b4DwWOfb7Ljhc4Ya9SGer9HeV9ljz1kxblE4lsLG+SKd5Ftu2DGCW+0F7Syd6u7qp083Yub0ZHR1NSCY9LC9NI5eN4uZ19kW7VqkUEU9EkYhHGRhrdX158PDM08/ikUceZRAij9bmTvR091O3l4DQQ8SP05bRzs4uUO9LiEWSiPkpgB4Gg885CahHkwzWlnHz2h068ce5h1To9GVdMYLWph7cujHEsgKGGdjcoDNdAeFCcR3ZXAZbBvpR4kV0jE7PJPegEgOUcv6a58OPxKkjHjLUMe2b8WQD988KzE9SVhVs27oVe3Zvw97d/ejpaIQCZCk6yGemZ7B75y7yuwrwoHP9Ctfn9AJWVtZQpdPmwIEdyGSyCAJwvU9jZW0dS6vrlGkLTp465YItvf29rJtHY2MD9Q/sM8q9KIN4MoPttHvbd+9EgnPRycDMFjr+K6UV+F4V64UVvPTNFynPIzh98ji++bWvQntoJhlBgrZogXIsrG1g4v4oRoYnMcZAWDaThnhOp7OYmlrm/C9iaPgegyFz5HkJiaSPKC+Y5dIG9u3dTTsY5/hXKHvBOudnGYszC1ieWUUm0oiLZ69h8PoQ999htl+jDrbSJpW5JrPwEMG1Kzcwx/PDAh3O/X1b4JmPHdt3ULYFLDGYt0qbtLS8gnniXL58jWshz/5jGOjvx86dO+F5PsVqpLHINdXIeWzE3OwStm/bh97OndgxcAD79xxBhXZ/rbCMLdu7EafKzMwNU0dT+OTT15HMGHbv2YYXv/IcHn3suNvjy5UN6s068gxE6zwS8BxlFnKeKtzTI4j4oI7Gwe4JPqrcS6JRgyASgasvaZ3xsKdvVne0tSBJIxaNRRGahw0GQpVvbsjgwK4dSMd8PH36BJ5l/3u29CFhpB9PIkp5bO0fwBOPHoX2o4CGqrurk3paoixyiNOGlIol6lKV81CCnDklXsILhYILKCWpg2YRRKJRQoRlSejM6HtR+GRea3vi/gReePZZ5NI5UEzEyQDmAQzN53IJZyPWqa8tTY3YoH42NmRdoDhioKPfw/b+PsSiMeQbcvBopUMeFJcYPCvQqWHE8XzKhWelIh3PK6sF9PBMHJJ2e3sr98QopF8Lc9OIeAFtRNbNpwLg+oWwpqY2jjGBhfkSBu+s4I23PsXXv/EtnovKqBTWGMi+j6nZKerXOC6cv0y9qaAaROBHU5xzj/PXgqamVupGkn3FkWYgyvNjuHHrHg4ePY71Yhk+ZTg+M4WKRbDGNd/akUeuoRWLDCB3d2zD/Mw6PO4Vo/cHeYY/j308g65vrMLzQoxybWyjTiVoy8bHx7DBYFIsmsDUxDT3zQXEk0na8jlUaL8C83jPSHF9F6CgdSrTwPwaeMTCjTsjuEDbv1Hw0NXRiy2920ETSX1u4t55E5lcD2lEsG3nVpw99xHXYRS9/Z20O/147NF9eP65ZzivrTw/D6O7awdt0WH4kRimeMZd4/m+UChjanIG0Wic63CFut+MPft2UI+KGOL5RPN04sQJZLIZ2uxOjn2JcqzwTHER4zwDlahT+Xwj8xPQmtt/YD9mZ2agR784FmFfctrJjiV5z5jmGbW1ox33J6awyjk/cOgk7twbRbYhyfPtLEZpa27evIwRBjG3buvE+voK9GfXV3gHSmfiOHHqGPnb4+RT4Rl2O21oMt2CPG34rp3b4fs+OrqaqAeL2CguUuvKtCsbPP9FOMYozAw+F+kMeYxzflt5zqjwHLg0v+R0NN+YJ60mRGJRLCwtoLuvi7IaJ611BnvH0cb7XGtbM3q6O4hf5b1vCUnSSdJuNnE/HhkeJf04xzGNNO9W+aYcUtkM7XITzwNlntnWUWLwKRKLwbwI5y9HfQTtB6EaOv506UUI6js/ACfXCHkuV0rcowssAEq0IVWuJzOP44rD96JcowHpqE1IHnzokROnGlSVhda0T/kIyrQzASclYEd+NIJoNIqQNiQg+H4EZh4SiaRrx+0J4qlcLqFKR63nebQpRfIP2q4k8RIudTSILNwCA6FlrpkIjZ7aLC4uosiAfYn6IrkLV+VmhgTXgt4930OJfVRobLLZLHK5LBoowxhlldzEEW2P/YPtxJzGonczg/D0LhyBmRGtBupLdWamZlC+3k64GncNwDYexxk6eVWpG2pbpaxVrzGVJXvOoX4pz+P5IhaJI+rHEKWuh1Wr5X2WWRQ0Z7DA4IU+bWPFyXGVtnJ0eAR//x/8T5ibn8H5O4NY4Bjf/ewizvKevIXrbSoawW3ajDHK69gTT+Do8ZMobpQwcnsQ3/j61/HoqUdoX7cg5vlIRmPQ3MWog+wJEZ5vzYzjMOgxM2iMygMqM3hsZ+YBUB2oNwHMlNdeVsv7vu/KAo5d4xeu70fheRHSq9PxmGcbqljIcQpq6maurVEfBBHaRN9IN6yAKgff85myP7ZBaNAjHmtgtbYgf1RnkmDOI7AcAsCMKQF81AbEg+iQnvGOKgjJk8rMjDyTFn7+Caj/KpG8BOD6g9pzrox23VNKEH1BwLURBmpB1sWU+iN4RtrsXzgKEApDeqL9t0RdqXCvl40JiSucOgivDip7OE9yTq4qU53AzOB5nhs7+MhBVuEZXMDXB+XCrYPKfxFEW3R8zm+E61PwQE7mc3DmmrjxkmfAYGaoP8qZGWrtYzDqA+BKnR6p74CyNTOYmcPzvFo+hHqHKzfSFl6V8qmWqwgpf2JBT51GfWyg7D3iC4RjZkKD2gtHKdWL64zl7EJlAjO+E1P0Qk5eQChzTZUIWtdqp1Trx5yG+fA5Ht/z4ZlP+h6qDKSWSwEq5QAB82EZXMsBquSXw+Q8wY0HfNSd73vweQgyD/A8fsBg9jmIjzAMHypTPiSusc8aHviYKe85PNGpA6se/IiOQOOQaJV3DBHD5ZmaGWnX6ICPmegacyEBjr6Z/VyKf8dToxmwNmA3ghoNFrj2gOj4MMqOioSQAhJvamemOoMevSutg3vflIny9TaqN6u1UV6g+jro/edAqBbCk/x94/wFDkDaAjODGcv5XqehvgQh7Zxw2IC6WGXCtiwzM0S0VgjqSzoU0LgIwk060iFnJ6nLYBuq2abdB0rFInWl6vr1ScP3OBdsJzwjQTNz81OfXzOD/gk3zrOF1qepDcvBx/XJyf5c8izkT0Carsz4wh/xBK4bjcnMIHo+13s6nYboio7WgdtzaUf0Lnz1F4n67IE6TmMuOuwePs8gcZ5n49yrhOOZR9IhNG7wMTPEWFcvZxF/xFHo+jaj3KkP6kfAStde9B2QhwpBedXV5aHUzByu5unhOrPaYAMKXDSFq3rlBcJX6tH+JOJRRHjRDTV3m3yY1doLx+FSXmZGMQScngoq9J1QC2BmDnzOXzQadfNZDbiXeSGMfiqfslHfIfmojSFw/IoXlZvV2utd9ZK78gIz6hfnRbSFq7Jgkz/l62BmLlvH0R4jkLzq+KF04JeAGqpOfQv0LjoGUxbK1/vX3JqZO//oHCffjvit91HmGU15gepFT20192bm7joqV38qF22zWj+uM36oTlClfqm99oAyz4sqk3xjPH/rXl2lfzsgDpvAjDT0o5QFwg0pb/ERcsxKBcqzmvhwc6B3M3vwrjqBmSlxoHaS4wPguc/xxfNuvb3korH4vubLg3lA7d13qfDUXuNQKsKiKzoV7jcah97roHqz2hpSGzOD6JkZ6o9o1vJhLdn8VLlw6/JVcUBe1a/oq078iq7z4dIGBZQRAKH+O0F01V4gJKWCernKRFv9qkxjq881YG5dhJtrSHhmtbEIV/2LFviojskDHTMzJOiT0NyrvD4OpXXdM5PcI7QxcUSjPHfwXeNbo0+9yPGpD/FlVuNDdWqvPlVnZjDbBHYiHsw2338hVZ2jBdYT90Ge50OPd3YPHms81tBWcK1KDuqvDlXuAfV+1XcdVCaeKptzVeF+UaHNq9RT3n1Ay2tmpA2Y1VIWPdDlOq16Cj5m5nRHcy4Qv+BTxwm4Tkq88xWphxX2YWbwfA/CFXi+D/Em/ivkR+3Ax8zgeZ6z30rNzPFk9vOpNzg4gTde/xiv/ux9fO97P8Uf/Is/xZ//xbv46OPbuHN3hkGKSToN7uCVV9/BG29+yADCqMaE/v5tOHjoOLZu28WAVsjL9iydJyO4w4vO1MQYL42rDG5l0N6aZzCnC4cObEFXe47OpzhymQR27tiKHXSA67CtP697+cotlBhgSCSzMF6Etu/ahRe//BV869vfgP6M5a49O3Ho8EFevNN0kLfj2LHDeOzxU9CfssrlUkjQCSqnQ0DDX6anpUoj78eiiMVjDPhl4XHxV2mUfKYZbqQNDXl0dnQx6NqGkBePSCQOj6A/Nby+VoCE1kAHWEtrCw7s34sjh/chT+deS3MDenvakaLzr0rDl6GDdevWLQxwnMLXv/5V6P/OO0BnSlNLEzINWTQ2N6KVjjGPB5u1jRU6hJfopFrBwvIC1gvLiNMBu21HL77x0pfw4lefxenHjuDr3/gCnSIjtUgAABAASURBVCVbyUMJTc0p/L3//h8yQHSGB9kKDh08RAfoPpTpALo3eBc3rl6Hvs2UyabRRFmn6OBz3x4prSKVjuHY8UM4dGQftmzrxYGDe9Dd04bVtUUGGOVcW8bAQA9xjkLfhNq+ZTsdwFk6lNac07hEZ4C+YVkqraOnuw0nju3HC198BH/lt1/CF790mk6dXXjmuePYd3AL+gZasXNPP2EATz59Ct/49hcxsLMTrT0NSDXFML9KZ1XKo3OMTmU6+pKpKPWogkq1gGjMo1NtErcHb2FiaoLGqMKyCBKpBAa29EN/bm7b9q2I8xDTkM9CzhnPD4njs32Jl/E5OrvHsUFHRciL/fz8CmanF7G4sIag4iFFHShz8wsZbFqng3xkZJrBnlFcvXwXCpb87JW3cfPGTTrUprG8uIaVxQoW58p02JWxsR6nMzRL2VcZHEtgJ+dq+7at+NrXvoTf+71v4fHH9uO5Z47g5PFdePrpR7HvwC7yZZRhgY7rOUxNTZHGhmwDFyC4WOGeCA9qqUwWAS+qE5NzDNRscPxj+Nnrl/DG2x9jkY6zLVwj+eZmnLt4CWNjk8hl8+hgcExGs0Ldi1G/N+i4XFqcwzAdl3JYJugNP3jgGPbvPYS//CsvMlBwBAeYz6Ya0NjQ5MwfbQp58GD8pD0AePAmZ0wrMAYa4FU4N7wt8TPKA5IMTTwWoRx8+J5BRmZ9dQMfvf8J/tk//df48z97BWc+uY4/+revYaB/J770pW9h+/aDaGhoQzyp+WpBLJmkI24SV65egfjMZjPI5zmeznasrq6gpbWRvQUI6HnZwSDIl7/8Ir797Zfwm7/16/j6178GfduvqakJPT3dSKWSTg7LCyt4/dW38N47H+L2rVsMboxBwc6b167iow/ew7tvv8ny65zni5yDNTTkcrwAVuFR5vfuDblAlJnRRrUj6ke43jxk6cDaWF9HxItwzssu0NOYb0B/Xy/S7LelpRktzS1IcNNrogN9enocr/z0z3H75hXauzSOcO2vMwBboJNW32g+/9l59tvEwM13ufb6uP6LDL6sMig4Bz8SRyaXd5BIZpDJ5DDLwEh3d4+TDQWNOJ1DuyiPrVwHDbk0ygxmHj+5H7v3DaC9k+MJVnDz1kWsLM9jnTrTkGnA6loR7350FT/82Tv4wz/9Ht7/6ENEfI/8p3CfDqxDDGj2d/aho7kVczPzOHfuMq5eu4lF6n5LSwd6e7ejr2cbtm7Zhbm5ZermGo4cOcYA7lPYu+8AfD9K/mcpswQkJ9nxx2i3/ubf/A38zu98G/v278IEA2V3hqfhxzw68dfdxt/DIHKMcoNFuFZLOLy/n4Edrmvq7NC9EQzfHcK9uyPQL3WY58Pzfbz22pu454J7Fa6PIR7sffT1b0drWxcUIHjj9bewtLQCresbXMO3GOyuciPUuluk83KSwb8y7f7jTz5OG7gV6VyO9qMRTZzHR0+fxiqDUsXCOgNSi2hpitLpHsOWLd3YMtBL8Ze4R+Sp08wbuMZGKI857lMl6mEPKtz85+bm6OxeRywaQ19fH9fpGPmfxRL7XmJwWAFrfTP8+NET3O+2UQ7Gi2WBazGJX/vVb+CbDJA3ZCK4d+cqVpZmsba2iAxtOdUS4v+1V1+Hvr351pvvYJaBuNsMhH743hna50W8/to7DGqV8fzzL+CrX/0y96lDDFTMIELdjfMCOjs7ybUSxzr3nX4GdZqamjFPh3lv93Y0ZDrQ2b4V0+PL3MuacPaTS7hze5gBoQ2nexXaylxDmvapiJXVRezffwA+18jCwjzMMzrEV+jULiMSSxC/CUtLyxz/FsqzQChy381gH3VlJ4PaXb2dKJXXMHZ/BMXiBjboIK3yoKWgwt179+B5HpaXlrC6WiSs0WbOYn19g87pDO2BYXW9wPWWYr8+tm7fBj8awcj9MfjUDwXqqgDWNtZ5DgH7qVJHqmhoyjse41Gfjn4Po0ODmOVa1f8FrIBbYz7P+Q1w8/oNnkkSlEcWL339KcoriWXuHwpkzk7PY262goH+LjQ3tiDg4a9I2zDMYMHycgFc5tSBMut7EYmAY1ikTNYZwDmFOO1mc1MWvld2uhShtQ14vsmmcpRxCWsc6/LyGse7AenJ22++i2GugQ2OVbKRbrW1tWH37r3cc3aDzEJ2Mcp5NfOwRJ1PJlPUyVHkG5ugM8gi5+D6rUHSLCCfb8TePQec7SkWq7h44Tpl7yERb8TObYfhWRbtbX08Qz2BZ559DqcePYlUJkH5rTIQ04B4KmRwy4envSAsYnVtHjo79PR0IJGMQvtvhetMh2KKHwmu63w+B8l2644+PPvcUfT2Z3D42Hbs2tUPWAUBz2ZJ7uHpRAyZhGHrQAueeuIY2jsaGDRI0rYVnQzbeXbaWFlCNhFHmvj93CN28YzVwPNAwOB+OhbFGoN5TQ2NtPNncIu2f3Z2jmtimrpVoD6nEIQhCrxcJJMJZDIZ/NZv/aZLl6hnupgUWVdgpE51+i1j6VIum0HANZ2MJpDgGXQ3z6eP0YH/0TsfYfeundTJEtoYeNI+EKfeax+SUzLHM2DMB1aXlzDDs29pY437wG60MYgUpaNhlQHvKunmGrLkaZ0yLgDUbJ9ODZoV2gQfe/duhXRoemYSW7f28ex9hzLl+HlW1S83ecTfWF9FhDq/tLhCvQNu355imzie/moPvvLVbnznm4/j/p1baOPca4/eunUb97MGdHT0MFDXgbGxOZy/cJvrGQzOrQAWR0/vFszOL6Czuwtx7tFLq+soVIFX33gPnzKwoW9Nxqhzc4sz6B3oJp0GBunKmJ6YxdVLV+EzcOKFFTQ2egxetqBSmqN+L3C/7EBzS477l4eLFwfJdwSxSBw7t++mrV2G1vzs7Cyi8SjuM2CdzWVR5JkmQiE89tiTpFGiiAxxzn8804C5xQ0szhbwr//Zn+KT9z/DT3/yM7z91vvw/RjPjDOY5lqNxRPINeTw1ttvYXl1CQF1znieuXb9gttDlpYK2FgPce/eGKYZSCzxYqWzUJEDfuSRx7kntMNn/+0dbTj1yEmuvZ3Ytm0LFhYWsba2SnuUQivnv6WlBeBlUjLWWlynrQoqxnN4Gfl8E4z/GrgWRkaGsLg4T71Z51ymoPvN/bEJxGLMc09q5/2jvasPn527wfVVYZCyE+s8t2eyPrS+nuKetXPnNmzQtp355EMkkjHcGx4E/BCLy4vo7OrBxUs3cPazm7g1eB9Xrt3luFeh//5henYSk1NjtIkF2sY15POctzLzayvkZ4P8w9m6DerqxPg4daQbzc0d3JuqtJUj7HMFE5P30diaQ9WvoK23Ddfv3MAsg6uhXzsD3r51FR2teWc7Zyen4XPcoHP94L7D4NWB9qMJHb3daGxvxGpxCRvFVZ7tA8zNLbi1GCBAKQjcL5ZFKBOdhxTAl1wTPLODjy63NUdFgATtQZz6onve7PwsigzSFIol2o0q5GsKKhwW9dHnGvF8n2OvkJ2AaRkKqAY8Ycbo6FQ9uC6jsRg5qKIclMAYBfMh80CRQY2llTUkUllw2bIuQnviEULisA/y5fkRzpHPnCGg44TmBlHapVQq5caW5FpKJBKsCzjmKtSvdF72Uv1rjGzsymVHVSc6a6trrk2Bd5m5uVmYGde47+bP474bUmEDDrZUKjq8gPITTTODaESjtM2eR1kl2C7KbcMcAJ6T09raBue2wHwFFQ5OdqlCOx5qAIDrz/N82qRYLW/URdIz4/g5zoAAPsJn1+QBhJB9sBDsi44WBVoqXFPljTLvqVWsLXPtzi25X2KL+FFU5aSj7V3lWP/sB3+Gq1evIkEb/eI3volf/e3fwdkbN3B5/D78gS0YIX7jnoPo3rEbxx45jWg6in/7L/4hRm6cxz7ej37nN/8qtg9sQ4w8S8YFKp7Pude4xGttWCbmgBAwM3gcj8CM/NYQoDae5wMwzkmcayONOO2Jz3n2Sc9jG90RjDSqDCLr/gX3GOlFYOZBT0ChSDYOAnZJeYC2wvc0F5ITCRDROI8CtRJUOadqwyrKsoaned1kD2SVYA48vnjGVuwLnA8jSWNDM32yTzYSLceLqzequ+9AuKg/5KuW9WBeTRYh8VXmeT75AHQWgRYH11XIIJpbAERwtDf7UV/MImBbz3wnv4C8qVypQGNRkFUpqxxd1YOPmblxmRnfaj9mBvFkZrUCftbxmf38h7wZ+zTzyG9IulWXfo5Qk0f9vU7DYA7P2M7j3GrficVj0PqJRCPwOec1XGNT4TLhGjLzYRSi2DIz5mvgMe95vltznhchMicFIWVCJeCbmUF9CMwTvRBUAdUQajxWuA4lHzaD5BzSlhr0rzY2IUqWAlDW9cCpMFSmtkrFN2cUEfLqwaNtDKDyOv1QEyBiBJULVKd2ZqRGAPsF2xpT0arhBKAPkvTIHvsPuOeBNhfkE9TzkH40qI15bG4QGYoWRltrnuQgkFwA9SWaAvDxKW+PyB5lI/l6NRKsqeEKX+AK+GFm/Py8TnRUH5IvV/HQh+r0alZro7zDpdIq1buZkV9DjQfP5c0Meuo4ygObc8e2cI/GE0A8b6K7UnLmUlHw+REhsKUbt6vY/AjdZG++MDHwHwmZGd9Ihf2If8HP8+Gqf+mH8OrgUZ4+A11c/AiocI5OQH0gXbNaHyJikhshZF3Iu1kdT3SEVaVuqkzyqc+VmcHM4PxHXBNgVn080EPS4oA5CDjdFy2dvaVrZubKRE9NqSJiER7LzQxmBo93KBjcI9ueTKfg+T7MzIGr2JSfaNfe2d3m2MxqeGaGiOfDhyFwe14FGmcsGoXWu+f7jm6E71qf0VgUGpNoan6qQYVn3iLPgGuQbyigfIQXj8eQTCQdjZCyK/P8WqWjHuyfXTEJYWauPh6Pw/c9kDuWB6jLSDJlocNzqT4IKpechCcQL2bmZMZq7t9lR0N5zxNd5kLC5o/wlTWryUD5UPNP3gLuNeIlGvXZb6AqwueN2QSeZ+TXhx7xUuXCL9MnEDAIC1MpiOMRfAQce5V3Y5ANP+YjQvlFaENrWByx61P9PNyHuepAOsJcSByBxuJzPiRf5VlFeYUwMwd6N6vlhaf5EygvfDMTimsjetJH9aG8oI6jvMDMOAYyDjh5CldQ5P3QzHgOSLn5Y7WTueZEefUnHn3Pd3ISLZ09NujbMDN3BhRf0olan5KV5/gSfeGLjuoEPsesd9FX32qnd+mNzpIkSf7KlHWV/BqhRs/MHshFdLVfay6UZ5XDMzO2C3jeq5BGQKg6EA74qH/P8x0dM2NJ7acuu4d5Ut7zPEdPa1l9VXmXqVRKTk7iV/XCkzxULzmpzNjOzIPLb/YjHiQLn+OvtzUzmNVAnDCrhGCE2o/aKBdI75h5QJPIqquDymU7Ilzbkmkdv16v/tn8l/6Yfd7fLyKIrsDMHvBap/UwbeXNzOmIxugxb2ZODyQbbD7Ck8zqMiVRV1OnqTGovd4pPWK5AAAQAElEQVQrtGEB91y9S8ckX4HqpDuSuxpLngLRXqffqrJpw4WnMuGYmZsP0dJ4wEd1D+Nwsh2/KmN1Dd/z4ZkPjt7VqdznHIqG2ksPA9oF5QOu8XpazwtfUHsP2EVICB7oZbhp14UjMDOwM+hRG0GdptI6SKaqEx+SieQjEG9qK5Bel2irC7xDVWgLzTP4vPd7vgewH9ESjTot5cHHzOBRhwVmRtQa6N3BT175AP/7P/9T/OjH7/JSP4R7Q2sMbJV5EV9hfpLBjzu4eXOEjsMKFhYLKHMjeezR084J19rWjgovnhMT03SYXMGFCxedI7lKw+tHQjTkUwyq9NFhdgqnThxGV0cT2lpi2LalnQHWbWhva8X4/XFe3icA2todO3c5x95f+73fx46de7BI5+DU1DTuDd/Hj3/8Ov7kT/+CQcWP8emZT7BAR0yFl+mDdNgeZoAxn2uAHF0tTXnEaMgrdNzl6NBoam5ikCPPiQd5LSFPh9a+3bvw6COncJAO4tamFiRicSR4cWogjc6OdmzVnxKjE6CzswO9PT1ozDfC9zxEI1E0kGYLaWbSSfQzEKnfxN+9eweDacfpjGjkeIYZWPoAjY1ZPPPME3jyqUcdXi7HS3Y2Dj8aYI0OUzlLIrEK0lnDjl3dDLomYH6Rjq4ZTM3cw5at7di2o5ti2cDy2gx26zLJgMa+PXvZTxMymRTPsCUGJ9e40W84ukanB20GWtsbGSA9AH2j79Dh3XRqZekEi6O7rw3NrQ103Cw6R0kiFcPOvTuQzWWoyCGW6fxfXVlFwDn2PB/6bY5WBoz27NrG8aSRSBra2rNIZYBsg4dcnkY1XEYkWkZjUwINDT557kDPQBP8ZJmOiTVMz01gdGwY+v/bPmJQR0E/3w/o5EuSViMKxTVcu3YZi3I60bGjPzOsb8ndu3eXwZNBFKnwhdIGKm4jryCg465K0GEn6jZunw6gApbIe5rOj1079qGtrQfbtu7Gvj2HyFMzld4nuvEgVGTAbR5rKwXwXEHnV0Cn3Qb1+zYuXbiJe3RILc8XwdgDYubhL3372/if//v/J/7z/+yv45GTO6kLjbwoGgY47810lBpvElvoYPziC08z0HQCbZTt8tIMCgx0e1ygcR62UqkkJMuI7yHiR6ibMepaFAh9Hs42OC4w78EQIT9VxOM+jh07gm9885vYQ90eGZnAO299iMGbQ/jwg08xdn+a/BdhFqHhCehIvo17Q3cxdPcORvWNYjqV11Y2GHhtwqEDh3FncBxvvfkhrl8bZLt1gHPrDv40Vr7PXunQjUQNWq+e3n1Qzw3RmIcIbwAhNTBggNN8NuXGJcezB4PPgoW5DQZgJqnv1/GH/+ePsb5aBuOiuHx5kA6+K7hx4y70jXU5EDXvQ8N3sLS0yDXUAN/30cn1derUSXyJgVM5L/fs3Y1vfvPr+MpXXsQWBg+jMR+Tk5MYHR3B+MQE2y453cwkc8ilmtDc0IHiquHGtdso0xY8+fhjeOH5L+DE0eNoa2lFY0MDerq68eyzz2Cgtw8BnTjRSIy63IygHFInfKxQbyrcnJLJDHieI/9rTk+mpmYgx5aZB8Dcoaq5sRE7du6Az5N/SH1MJXzasAymp+/RJr3LwOQkHflxfPnFL6Gvvx9rdKJfu3ydc3cH7737Ee7eGYX+/Ooag53ReAoXLt7AGh1OFCuuXb+J69dvcH7HqM9lOl7LtKVzDFpO4/XX38Brr7+P/+Of/Uv8+V/8lMHPT903Qj94/03SvIFcOo6GVApT1JU2BnofPX0MHZ1NmGMg9Nat+5inrdy1Yzuee+YZfPdb32agfQ/6e7tw/Mhh2sCDOHLwBP7Sr/4W/Eiadvw23nzjQ7z62ruIxxo4lm+gu2sA7zNwPjI8jkQsC89LMVBzhGshR/n205EVw0EGkbPZBG2Eh8PH9uJ3f+87OP34TszOTWP3rl2c6y709vZyDlc4lg/pQGPwdmmV6XU33iqdNfOcC4qabVbI+xL+1b/6c5w5e5bO/kUcOHQETz3zApqaO/DOe5/QYX4GChIoQOiZz3wX+fIwMzWF27duYmLsPj799GPSmcXFC+fx6qs/4/61iPauDmQacnT0Zhik20A797AeBq+feuoU+vpyXNsdSKcjaGnLMYC/B+3tzZicmqQu32Ywqsj1dgsXL17E9u3bsZP7VWdnJ3zq8uraGvo553v27KFdbEQHHd3ZTA5bWLZloB9NtBfV6gY62xvxrZe+iL/++3+F/bUxuNCFfXu3orenlUHE+9yjCvjJj3+Izz49i3feeZeO7yLxv43Dh/X/2Rk2qC97dh9Eb/cWLMytYPD2HdryCVy9fI26cBdlHhIidLa3NHONZBMMnsoeFfDJp59i8O5dLNNJnG9sR0fbAK5dvuPs3szkIoKqj5bmNtquIoaH7nEdLAFW5fhboF922CgWyG8/ehkQTySS2LNnH9dxnoGQceIPM0AxjCjtm/affC6BOG3H2toy+jj2Lu6h0UgCWmPDQ6Oc3znKcZDrZpY2Jo5sNsc0QjkatBdFYzGMTU5hhTId2LING6UKAs9DlHt0gsGlHPekx558Am1dnZC+ZBR8iEQwsLUXPdTrarVKezFM25/F7CzprC7j6NHD6Ovvo93yYAZov/+MujUxPoYL5z7D6PAwmhub4fHfCIOl+iWDxYUCXvjCaXS0t5PeBOYXFmgzQLuwitaWOA4eaKT+d2Jk+B4DofcQVIpIxqMc1xjmFkaoe2Ock9uo0jaVuI/t3bMf+/cdRH/fAAw+env6kW9o4p4QJ6854s8xcLOARa6D9rYOtDOYurywxD1qDfqz7YODg9A33HRg1gWrQruVy+exhUG/bEMDzPPdnn1fZ6rRMSzTWd3bvwNPPPkiTpx6FkPDEyjTATY+OYH7k6OYnp/BCgN0nT3t2H+Y80kdBYNPEZ6fFhYXce7TCzjz8QVMMQidSEQog1EsrSygu7sLnu8jTgeBdCGTyZKvFe5D9zA3N4Mdu7aihzQ7O1ugbygCBbQ3Z9CUiSEdjSGXiKGjLUd9KWNpeYa2NYJEwmd+mTaFa68xD507Cgwinfv0PMrFMn74wx/iysUrmKZdnpqaZT/zmJtfpM2uck0UXaD5W9/6FtwvVNGQV7nP9dHeLDBQOE9wfyVkZt7pt0ddyuVyyOQyaM43IsWgRxTAKvHiBgZE72ON62RsfAKSezKZoB7NorujlfZrEc1Nzejs6HBjzvAcFlYKSKcSyCSj6OGeluOeH/UMYbWIIuUbi0XI17prG4/FEYtEOfYIqInUA6P+JwALGLzbSjnEuZaGkE7HuZaLMPLT2trCtSHsENy2KYMpBMES/sf/8dfxu7//FG30V4mfoax9VLjHXb58lbZkFvpztJVSgBvXb+OD98+R7ixtxSpu3LzPINxd/K//6z/FBx99gqbGLO3IDdznPhuahyD0MD45Q54iyKQbKLMSQjpDR+7fh76pvjA/B33DaobBtpbGFDKJAKeO9eM3f+15DmMOu3d0c/1XsLo8z3UdYmBLI0rlEjwvgrOfnkOMOlDiGUlnsEymAatrS5wDH3nqkc9z0Pmzl3CTZ4c417sc3JqnFgYx29qbkG/IoKWlHStLG5AdRBjDzh270dHZDUMUpVKVOhTFPINtn3z6IccxjOmZUZw4edDZ/5+9+raz57fv3uB5uAW3bw8izX6LtDGXLl3h+qg4PZyYGMfRY0c5Hwk0tzTyrFWlDW9ClLzHYwnKchjCb+M6Dbh3xeJJ4gD6Rcy7d4doS5uxhfeI9z94DwHvIk1NTdCfaDaOb53n/wLt6VnanZ/+7CL39dewsLSGce5d88uztJNR2pc8bUIGFToqjLI/9cgp2sYU72bT7GOV4yzj5q0bWC+sYm29ghbqSJEyvnVrhut1FhcYZK0gg+U1H14kQ32Y4tFvjeeG+5hk8DROGxunXk5PTaAh20gdbOL+VsUKg+kelS7FwGUsFsU8g6cV2tPR0WHq0ygy2QweefQRxOMRtLe3IAyq2LJtAPl8zv3y4f3RCcxNL2N2YhnjQ3PcK69gnGe4bC4LPxJBT08HZhjILtAehlSAKmkXNv8yyvr6GnW+THkFUnPqnyFGPrPZLOUepXyrXAc+sly7TY1N8HygQgeBmQc5EAqFddQvytoHzYz4HnmNOwAfORJVx6yjF4aho620RDst2+D7nqrJS8nRi5DvCG1inDJRvkjeF5eWqCtVyhTk1YPHNhXee4t0KnH5gAsExrO1/gpSleMUwXw+j0wmo6zrW7a8QqcIyKexVDQStEWe57HvMuejiEnug8Ir0UmrIH46neZaTzs6nmcQP77vk4RxrL6Th3CrlCsgqnBl2jM88yDaKtc5vsL9A6axeqC/A+FmYEp4wvG9CETf5bm3K1X7MgPY66sb1MN1FDdKPLNUeXcpO/0ub1S43wW8Q21giefPJQZRVRaUQijAWlgrcFxlzlcR1XLAtbZCW3SJa+0YjDLu2D6Ab/7GX8KzX/8qvvvbv4WTzzyLlv4BxLhGjTw0NWbw5OEtGL/6PmIoYvuOPfjmV76Lwzv2o7OhnUcWIz9leL7H8YQcV+AgDAFeZWifzIHHSQop+4D7RMDBa/6J4X6kH5KXys2M7UPOR8WB53nQHMVpx400Q7YXiI4ZaRMcEX6IpuZBaYV6qtTxAQ9mNSAa6QeIwBCl/CMBmPqOd7URuHbUspB6FJKAoNYudHjKs+cH4/JIn+gwM1U5XdNYarwA4tsY+HIp5SBc3/OJ7xE03sC1AR+1EzDLOg/CVd73fUgW4qVer3cz9WmuTlnV1/oNofWh8QjUpg7YfMyMfdhmW+MS8iBdNDO4p566l9qH6NfBzNgeDwEnCA8/9uDFzB70I74Fvq8ysBwwD249Sf996p1S4ZhnqD2iHbAvpQJA9cKLRqMu7/seRNPhE8XzPFfu+bUUkKxZAQ9mPut8mBkefgz65xHDBwK4+ZbcQk6Exi1c3zxE1J5zqTLVC5RnA4BOTVDXPdLSO1WI6zrq7J7sq/gV38JXuzroPaROgk/E9xGlHTTSoBoiDIwA6okh4P4XVNkNg+0hQffsgP1xWSFg31VWhmEVAf021aDEtEyKQBiGbM9yIboSwMzgUU5mStmbS8k5UzNzbYKH8EVD7wLlSdzhKE/y+GVPrY4S/AUElQvfzJiY48XMHvBjZtBjZq5O+Z9vo7nkJG3OjerqIFyPH17IetpmjsTxSVSW1mShMbiXzQ/JoQ5mtlmKB31j86n38Yup6KnMzNwYtPAD+nKqnIuQMjQYfILsAPRQHmpDxvTGhOPZLBMd18YHfO5rvu/VaBLTzGBmfFcKmAZqePBo/YuuaNQLVSZQmYPNCg8Go87QxeL6D9i/7IX2NAEl5cph5lqQQ2yqaK1cpaxzNNlWrw+DbHXtl2Eq0Lg96ppwxUtAW+6zbWRzfG4cZCSg/mpPkB4rVWBihb4d3el0d8ikM7XzBfsTdkBP4QAAEABJREFUrxWeI4JyhWvW4JGe6Au0xtx6i8UQifhuCKyGHjNzuA/LycyIY1CZ449zJjo+16JogY/qQCFoHGaf4wuP1a59vU5lwldbM+PaqziZhdQH0LiYGSgO8uGxz9DVgU+9PbM1G84zaZn+rwpT0TMztvOgR33AAD/qwyefZuboiP8q5at6gXDr9aJRB8lPeeGYmaNrZtCjsl8GZj9fb2aub/Et2YieQDyIvmiYGcwM9Ue4gvq7eBO+zgEq156vuVPezFxb1eleozYqFyivPqQnehfobFpxv7gZuvEIR7TrfGg+PPMcTeGrXLSlZ0r1Ln6Ex643561KfED4AjMTWco6INTmzvPM1ZvV62rl2HxEV3IRCKVOx8xI25wM1af6NjP2W4XGJt7NzOm86sFHZeu865ZKBfYJd26XvFhFXfqcJ/WpMrVTf3qXrLS2lQpEq8aTcZ1EyEfE8aN2ArVRqvbmecq6MStjZkpcn1WeucRvnZbaPUxb7w+Da8gPs89pqO0v4piZ40dy0TjMzPVn5pFX34FZrUztBaJhZm48aqO24l9p/d3M3DiEywzMjNzAyVw6JDryuQhf+SLvBBqf2ed0Ved7Wr8B74jca2kztL/rDqW+RLsOkoXai5bKzOxBn3pXfaC9iuViRHh1UL2ZQXc6n+scfISvcr1r7pVqjGbGWnBIoZNTnYZSmkyWu2qmtfoK71HiS7TqUMOloSOqmT3g06yWN7PP23PepUdqY2ZuPsSHAHxEU3mBmYHEaCYCJfB+Yc2IhvDrAD5mRjyP+PYARMubpGOqysNQiAQvCWk6ARqQa0jR2ZxggzgCOiv053/PXbiGyZlFbBQquHH7Nj785FO8/e6H+OM//j7eefs9TE1OQw4FXXTb2tuwf/9eOri20pncQ6dAGv19XTh+/BC+8NzTeOz0KV6+1vHGa69jamIK+xlE+b2/9jv4AgMh+m3Vf/4H/xI/ffkVfPDhJ/jJy28w/RQjdBDeuDWE8xeu4v0PPnRO+KgfI90tePLxZ9Db1Yu2phZkUilEfF546Ohr4gW/kc6XgE7OztZmPEcH7G/8yq/gMTomMokECnTWpugYHujrR09XF/nYi7/627+Nv/23/1P8ynd/BYcPHYb+DKgUI8vLXBuDv8JPsm1jvgFpBsuq5Q3M0Nl48cKnuHKJjj++79u/mxf+FC9fvHCuL9PoGLp7W9HV1YSu7jz2HezA3kPdOPXYATzx7HHsO7QNHd0NaGlP09mfQ99AO1o7G+DFyrBoER09zXjj7JuclxzkhJFjK5b0EYtH6By7z2DqOufOR19fBwa2dCGTjSGe9JDLJ7CwPE2HyzLKdORXgwL8KJDJZ9hXMyanJ/HOO+/gvfffw8effIIPPviIQYhJjA2PYWjwHkqFIvINDZhjQGRsbIgKV8DExD3cvnMRwyM36Ii6hU/PXqMDZp4OoJD1a3SMzWBiaggzc5PI5rPop0NJjggF0YbopL9z9zYvz+foCLqKsfERABX0MyDZ0ppHJhPHli19DAQfxb59e7Fn7y4Uy0UsryyhSCMtOulMCql0AvFElIbJKI81vidx5MhhNHP+lxmgmZ1exOLCGpYIRQYf1tdKOMEL+OF9vTi0txNtzWk670CnntFRG2BtuYAqHSSaz6ZcEvmMh+72HB0Ca+jv7sMXv/I1/M3/+D/F/n17oG833bh6GZMTIzh8kMGWtjyuXbuAy1fOc2FVUGbgN5f1MNCbp6M2A0/HVV5yfC+GeIzvFkPAwAXtBZ2tIaKej5AO0JXFFepwG371Oy/iyUcfxQod+Qszq4j5aTzx+PPY2r8Xh/efREtTJ7YxUNzZ3oWO9k48+cQTOHTgIJ577lkcP3oMTfkm8rjgArD/9J/8cwYJxjDIubx3exRyEPu+IeKBBgaIxYwARCMheLarQTSCWCLOufQ4MwBNA21AiBIPhxU6X0JeooyB4AjH45kP8L1a8lAtG9dBAR++fw3/9B//W/zBP/9D/It/+Yf43g/+Aj/+6cu4eOUyHYYLSKbjpFdFhYexZDqJbEMGra1NkOPxhS8+j0wmjTt3BqEA1pkzn+Czzz6jnt3G3cE7GBsdx+TYtOvT4KGLAavDh/aihwGtLzz7AnZt24WO1g7KqA07tu3Grp37aA+yGB26j7NnP8OZM59icnwKly9dwxADmzE/gaVFOiPX1rFGiMWS1OMUjTI4l4ZyueqCG3Oz83TOzqFMHbl86TMGDW4iRpkdPrAHO7b2uV8U6evpxPnzn+EnP/ohBm/dQtz36VScpdN1BvMMes3PLKKwWkIrA1bpVBYvv/w6nZNT0DcnJ2k7Rzm22bl59Pb2IQSoU9cxNDRCp/JteBZFOhVBV1cfjh3dR+dnGvl8DkcOH+ZYW9DT0YNcMo1Hjp3AUQYdv/XNb+CLz59mQLmJ449jbGIRf/HnP8If/eEfYpgBtQ/efRf3GTBqYVAgEYlhJ2XV0T6A5eUyHcQKzi0gEc/iwoXLdNj/A/zoJz/DrcEhpDJNdMzfI62f4bVX32Wgr4LdOw/STlQwQrqDt67j4oWzuMs1/hnlvcTgU4kyu08n/BtvvE47skAb1oSW5kYMD8+R1h34XoQBuWmkUhmcPHkaJ048gt7+bhiVdCud8qcfe5z24CQidGB/du4S/uiP38OFi7eh4NGJEyfQ0dGFXK4BSdrkLjq2U8kk+VpHR2cHaXtIpVPo6u7Gysoq9FuD03NzOHf+PO3PbYyPTWJ5ZR0TlP/42AR6GCRit5zrKfI3iDffepWO+HH0D/RS/ik8wbXW2NjIOeqlw3qac5CHz3mORn3aoxjuMSD3E+5bP/7xT3Djxg0UaD/TyQTX303cpmw62xtpA4C52RFUKitcMyvIpmNcu08g35Cmfm3grTc/QiqZQXt7BxBGMD4+g/fe+4h6dB/rK0U6CoEk61PJLL7+tW84Xgrr69izZy++Rjv1+KOncfjwAWzfuQ2vvvYqpmam8eHHHyHgBZXHBdr8We6dN/HWWx9gYnyOaz+B0ZH7tEkBWltakOX6i3ge9/NJeDzpDN25i7H7YxhmEHSNQYBVOtvLtAVLdCZLnt09XYjFo+jubqd855HLeFhenETIC2hbawfpGvQN4kXat9GRMTrWp7BOB2xHRzf39fMYYdDv3PkLqJC/bL4BmWwW3T3dSNNhnqPDPJfP48mnn+Y+sg1Hjh/H8ZMnUGTQ4OLlSyhQt5ZWV9Db10Nb2I4ygwr5XBOamvLQLz2ks2l09fSiheeRwDO0UycaWDc7N0s5lpDk3r+Xwe+tAwPcuy/QLlxGJBKF78WcXqQ4N6PjkxifmHY6lOYZQEHlZCzCvbbP7Tdx2svjDLq0tLVQjyYxvzgL80po78hDAbGGXCMmJiZ5EQFlAT4+1teL6Orq5vloN+dtH/p6t2Hv3r3YumUL+hh43rNzJ6LUqwP79uPIkSMMsu1mu9qPcW40Dm4ZgOeT9gTXz33AgBgdvMuben5j8CZKDOZNzy1wrTTjwMHD2LFrF811GX48RO/WToR+FdnGNGYXpnDp8kVsMBgB83FncBgv/+ht7gdNOHzwEfK7wa4CjI+Pcs4+4jyvA/DoTC/Csyh1ZZZrZh4wg74Z2McgZktLA558nOuzMYKB1jj62+Joy0TQlEshn09TzxI8s8QwxmD20soiAv5TeXNLE3VtiLyUUKVOVOHhM9qh++Oz2KgCEeq9x3Hu2LEdAfejppZWxLn2m5tbGVxd4JzkEeOcxHj+i0QiiDNtaMhxDX2AkM68WCwKPWsM3Kh9ijqwn3LpZsA8l03xrFRAhetucmoehWIFPvvavWcXpPMwcM1WON5JcKjwOBflchm9PDsa18oBnll2bd8O4wVmmgHrNa7X7o52PP3E42xXpQKEKPMCVCJ41McaDUOGa25xYY5rYQS5XA7NtI+ircvJBgPKsBQSmQGksm0gO9SHRvzX//W/hzbumyEDG3/6b36Ajz68hgvnL7Juj7OjfQNbGXSdx5Ur1908Vcoe3n//PBLJFqaXcHtwFDt37UNjYxPSqQTPFD0w36OehljmeUjr0rwY9A3qtZUSdcFHYb2KWCSGg/v2YfeOATz12FGcPrkTRw92IxVbRViZxqH9fXjqiYO0bxuI83zRkEvjyOE9ToeqZXAPn8PCLHHpWJmZXmd/AZLxGDg55JN6Rc/YwsISenu70Me9cNvWrVhYnMPY2CiKhQJWN4oAdW6jWKVNL/HsWcaf/smf0WbmGFQs4sTx007XI5EovvOd72D//l34+jefQ0tblrJNoaO7GbGEYdeebWjrbER3bw8q5CUSiUHnm1nu9VeuXMUi7ZvmNgwDNNLmr6ysYGhoiPv1FOWzgi7O+a5de6Az0Jat21EiPxE/xvoZZNINiFHP7t8fweHDBzHHPUf600Y7dPXqdbz5+jtYIP1YMoUd27rQ25NEvqGZtsfDsWNHMDDQxnNwD5JJD909Lejr7+Ke9yn27NhBmT+H+Zkl/Mq3v4uAAl1bXeX+2IWXvvUkg74pfPOl5/HG2+9gicGu2zzjrHPRDN4Z4rkrjVg0Bo2pra2Ncg9RptNvmU5BjW9udg7N1CedyyIRn7JddXtGhQGvEs9BWk8Fyj+bSbJdEZ2d7VzDaaytrZBWmbIru/20IZ3H7auDuH9vEhOjM4gn4qyrcJ5WsbC4AC2cRCoJ3/dR5ZoJCfDg3vmBBNdyhOu2Wq0KlWvMKBffpSXa+yKD0FHyZ55RZUIkU3FEoxG2UxqljmyQ74CkfNev70ccnugFXJeeaxdAj5ykZka8suujzH0FPH3FYjHEqZM+14PwVUY0VMiTT77FY5LnDNGTTMzICwmq3swgHPCJRqMcA+s4RvUv8DyPfUU4t0mk02namAIqvPxHYzHXLgQf0YhEkMnmqLetSGcyKBGnUCzCZ7noCuTIUyp+NzZq45Y81YdsjPjzfM/157HfkGMTvu/7D8rMJN/PZaR2RdqUIs8u4ktg5kHl0uENrr8C6zQWDgskiYABFJpvoAoUuLdXuRYqRVp0BlCDClEIZZbpFxhLtKkukMl1Lr0yM54vf4LzFy/iEZ6vyvEoMtStM9euYJ77UUjbZMk4ypy3Isd/8vBx3Ll5x/Vzb3AIMT+Oo4eOYUfvVlw+c5EMVGGk7fk+Aq5dM3PzH3KNg4/kI7mIf4/j8s2H/hnvaFQPYhh86oyTFwdoZlDerEanSjos5pxVARiCIHSgMoGZwexzUH8CMyMfBkAAtgm4bqos04yrDswLavVRLoq4+LAQcgqKxsMQkFmzGi42H9Ura+qDKm68m0nWGp/G6uopGx7NUBuH1figboG4xjrh1KE+btEUmJEyQbJT/8KrlyuvMoFoy54mEmmuyyTXZ8z1U8dRGnJuhKv2AvUlvTQzyiF8gO/x3eN4aiDMnwczcwVay+JLcxDyoyLnNQLSqUB6AI4NErXDBtS3gKiuPxWbBfB8cL4B3zemHtcJe7aQ87CKktIAABAASURBVE0lBmCeQY/6EIiGxzLPU2lAurU5NTOYfQ6+59X0kvPqU+OiXhRRdmZmaujAzGPqwYxM4PNyFm7+GGl4ZN4c1PsXD0KojUXyM/JBFOqIcMwMTr7sL+JFEDEPGqt5IVgEj/zL5goHfERPslQa0ObVabAK7NkBhQZBKP3nUgiqnDMH7JuiCmkTAu4d2j8CHlYD4okOG7EZccmbo0feAubVn95/Ecw8V2SmngEzcwA+olcHvjq6Sj+H0JUJJ9jsX3lBwD6V1nGVF3xe/rmymH3ep/g3M/i+D8nL7PM6M0PtUb8B+67pQq2s9llrA85jyPk3RCh78FHfTEj+837d++aHmT3oD3zMjPTVz88Dq37up05X/WqOxbd5IP8eNVHdhbDNFnVcvXqkb1avAfVJ4wlcqvUUck14EYMfITGimfEDtcfMIJ3yuIY4UNQ7kGzroL4059pfVMbBQI/KBfW8GekShCNcnRnAdzOOn0iiEdAmM+t+1NY81nExqI3eXYU+2EZyULbKs0+FYNQLD+xDhTQQJZ4vtM+UKyVoDEne35Pc6yNRnywGqHJDE01jH5VSBcsry9C5IcozSJx3DclY9eqbDdzwFVgtc0/VHqpyb5OPOi9gvyyCzw+V1dsrNTPOlY86XdEAn2g06srMjDxVWQL3rjbqQ6kKzUyJAzNz8ycakptoig7Yf5n3mCrPkyHXhd5938h+6PBFTwTMzPGCzSdku4CbfmgB6iIUrmhrzfu+j18cj2iDT50/1QvManyq/AEN8qJ31bOJ40epmTm64KN69SccsxoNFrsfM4PGp3GqwMzceDRW6ZL6UXvBgzzHJFyBaAqUF45Ss1ofZuZkoXq1FT3hmNXqVSZQvUB5ndeqvLOKJ+lUvVztQvarLUoyU32dZ9Et8NytVHhmBjODHiXGdViXqcoEZuZwhC/ZCNR/vU79/iKoTjhq8zCYmRunzpgC8SV6kqEAfFReH4/KpF/iK8lzG6vdj5m5VG0FGo8KNF7xor7VVqn6V7nqhSd8M3N8mBkMHPHm+jbTG5w+iI5APLr2rBM90RCwmfsxM5iZoyd89WdWKzMzRwt8Hm4rHvReB7UhisNVX5qzis4c5Es0BSo3M6HxvFV1uqd2Zub6VhvhCXye65UK8NBjVmsv2WzQz6cAO49OTq9jtAFm5mirXs3UZ4TlomNWq9PYZdM0hnr/ZuZ4EJ7KhCNQ3qzWJ/h45kE4oitgketPtCo8SFa5RlWmuvp4ajKSTQrZ1giek7eZuVR91HACt6YpMpeCT0h9DkSX5w7pUZ0n8WBmxIDrX+31ovI6aN4F4kV1whGfAr3X8ZTWeQhp/6sMxmjulIYUrnTX80BeBbU+8QuPmT0YF/iEHISXzeXRRYdjZ08HMg1ZeNEEYFEEvFyUKI+F5XU6CJexuFxkGoK+ZwzemWVg4irTYRgP/E3NLYDnM4A2j6XlVQCGBjpGt24bYJpFQy6DdgYzDx88gH10XhrrB28N0ym1iF46M46fOEYeenCdDuiPPj6DWV7s19Y3UOIgU9k4Ygkf8YTHjamEkeH7OHvmHD779DwdojwIBD4dO3sJ+7CxVqSzZpyBqHkkfPbCIGoDg27dTXkc2rUDJ9h/Uy5LOgEWF+YxOTGOaQYU7zHIp/8TsIOOrxe+8AX3Da4nn3wC2WyGkxzQUZNg/wn00CnfS2en73kMkMzR4bDCgN0CYjxQbOnvxfFjh3Do0D7s3bMDLU05+F4VjfkMAgYx5+fHsVFcQK4hjsNHduHxx4/i0SeOYM/+fjo7I3QMM4CRNMqhhQ4jynFlFsdOHsapx05h+0466MxDIp1AobyOYmkdAR2DPb3tOHBwNxobM4jGjZfuOLZu78H2Xf2IxEJMz4xxs593edWH5EfBrGjUQzTGCzQ3woWleZR4cNi2bRu+wSCMHC2Li8uIRmLIpXO4duUKxkdH0cTgzcbaMi+xK+jr7kQmlUSaAZ49u1vR1JjmnE3R4TWCK1cvYnR0hO2jlB23iACUYw79ff3Yu283dtLJrwPJ6P1hrK4uwfdDOhbiXCAlXtgLkENXh7UCDzVaDMlUiuMtcizTHMsSxO/S8iIqQYm6Ns+g7j0sry6y7/t09k5wXpYQ8CDf2tpB/rL44jN78c2vnEAfnf779u6h07AP7XSs9fc3sawB8ajRGdqMk8d24tTxPTi0byueeOQQWvJ5fPjue3j9lVdx6+JlDNARH49HkGZwZnpmAuc+O4PXX3sVn575GNd58b966TLelROLQYNEIubGvsy1sLy0goAX1UgkzkNXwEtZCMBnGbgKfITUcQurdEZGqcM7sXP7HupOBw7uP8rDbgLzs+u4d2ucOn8ZH7x/FpMMgKxxLRY2Kljh2pRDYWFuCRurReRzeZQLGxi6ew+TExMuMB5wbtubc3S8ptDUlORaTPCC66GxKY1IFID+FJ5VYQaAu3mZi17O1EKhgkCXIxqbkCwHnEfjGve8CBE9yAgl4gk0NOTQmM9BAbK+3hbOczMdjS10LpawRofezMwcHUYl9teCg4cOoauvy8nQ8z3E4zE391yQnP8ynY4znNNFrpEMGhsbsJWB+FOnjuPA/v3oZHApHo2Spwpu3rzpglV3bw9ilTKu8FD70x+9jLfffJ+OlmEszKzBDxKYvD+LSsngewmu0ST27t3PgMc0znxyFn40xkNoQDuwjPH7Exy/z/GDskmhuamVaz5NSCERT3PdD6Ax38IA1JsMlN7Aru3baCOexm6uy9bWRuw7sAunHzlB3CjHvMLA722sLy8jS2dZR3Mz2pvbcfL4KcqoFe+/+wFefeU1BnhnGVjNUV59DGK1cewL0P8hFfCwrm+ggU+aAcbdu3dzzezCr//Gb3B9voAnn3ocPf39aGltQ0tTG/LZZmRTOXQzOHPy1AnspDN/jQf8nTu24T/8G7+Jv/2f/B6eefw4FqiXr7z2Dv6b//bv4g//9b9GS3MTAzHj8DkPMXrolxZW6MyuAl6ccgEuX7nFgO8bmJrifOTy6GjvoZ7fxvDwOLKZRtqBMsCgw+DgXY55DUtLy4hHY0inUtjLYNCWLQOuj1MMeOZoczPpDPvy0UaH8p49u9HZ1QKLRBmsLhDWOP8e7twdwSefnsP90Um0MjgVpe1e5T7wGYNtb7/zHhbZR0tbCh1d7TjGPWOdzrVLDNLrG1hmPk4/9hid0cdx+vRpPHr6UTzz7LNo5jhHab/SmTSd7RuUwzJ6t2zjXtcIBWdv3rqHmekFt5ZEo7Exj1w2g8HBG7h9ewp90tdUHA0cg+9HsYuBl30MJqzSuX7//ih5WsCHH72PeQZDJMtROpAXF+epn9epV7RJY2PcI+YZTCly/b6Djz56B9u29WF+fpq26w7nYBQb6ytob2+lHrSy7xhlEeAs97fmpiY0NeRx/eotOuDfxh/90fcYgL6N9979EB9++DFtSQW/9pd/hfQGoEBOobiBJQamJqenoMPTd777XY6/Gc1trWjv7KLuPIOnn/0C94fdTt+EU6JjVGtYQcUW6mqMczhA/WpmcCoWTTnZ+F6UfOXIV4hcQwNdVEZbVoHWsB8BSuU1+NEq1tYWqBerWGLwo4EB7lgsjWy2CQMDO5HJNCKdyXP+uznmaaysrfI9i0bOT0dnJ+K8tO4/yMA8HXuN5CNBPSrygneT+hVPpdGQb8Rurt8png26GWRp4nli644+nKStPnBgJ7Zw/5VtXllZQyqd5VlkARMMJBsvuQrMznK/H2HgLt/UiK3bd7DvDE4z8DzPYOPYxBTM96Fv/sS4FmAeItz/Vmm/jPkMx7zGC80GobenC0na97npWe7z+/HM819ALJlmIKIVnTwbyE425psxMzWHkXtj3JMm0djYhvm5ZVy/fhPTbJeIJ3HlyjXmZ6gnDLTfvo2WpjzX3yrtW4CQ+zKPGFhZWUKSctEvl8RpK7O5DGKxKNnzuHeuoaOjk+ukw9nXBa7vCp0KmUwaUY7lxCPHiGeolEtoIP9VHk5T3LN9Brg2KmuooIT18jIuXT+HUlBAe2crUqksdbFMWe4lH1ncuTWLyfEl6lKF45jAHp7d2ij3+fkFLC7WyqemZrFBB3qZAZfx+2UMD01iUuuN+6qVlvDIsT0gy+SjgtbOTmSySZ5jYpz3RqQycbRRN0tyalDOWa6xWDQOj/o2M7uAZZ7nss0t8JJZLNMZH002YGZpFfTRY41rv6Gl0en2EgNKP335dfzkJy9jdmae9mTJOQz1bdR1BhmWuVajsQh1NIpoPIYk9/AEHSSytXPzsxjlOk5n0mhpbUVzSxtCi6Cjsxtt7d04e/4qZIPKlF8Dz8cdHa20tR0oMyBapa6qvEBHScBLcrVcwcT4OPeQOKbGphDnwP/qb/82fvM3fx2+7wEIEbrDOnPcVCO8QAVUmLW1dcolTRxDiQEjz/MdntZWIhll2SoQrHJ9TSAaWYXGVNqY4Z4/gz/9o58h5Bzv37udZ5GL+PCDD3Ht2g2UOB+L3BsbG5twlbrW2dGN+YV1DA1J1+PYYLBjg2s/15DByuoczyGryOciePqZ00ilo5yzBPfwCvv1EY/EEJSi2LNzNxLRFD7+4CMM37tNnR7h/nAbPT059BK2bmvF0vIELl8+hyLPIQvUkwbNdxTo6mrFrZu30N/bhC9/9RHs3deJnbtasby8RDsG6voG7YuhyrNbsVjGBNfk4OAdLDo9Yx33Rf0yRxf3uZnpOTQ1d2Lk/jR++vLHuHTpLu3qp/g3/yft441BfErb2ZBvoq1fRBft3o2bV6HzzszcLIKwTJ3J48lnHkW+OYerVy/j9q1bePW1N3iGnCQ/q/AjEfQPbEGMzrFl7uPSozjzWkMLCwvQt0zNDIC5dfzO2+9yfUzS1rZzfhIw83H+/AUsryzgPgOqpVKB72cgO3/65HGuhSquXL6JbVv2YhttbYrn8YGeVmRSEXS0NWP/7h1oa26gfRhHkefgo8eO4cTxU5QNOE8V9PAe0kw79uUvfQF/5+/8R9i5Y4v7JaYjh7YjGvPRxGB8J9daJ4NSc3PzWKEeLPEcGoslqJsptLa2Q79IVOX5rqmpCRHayFK5wHP7MFZWFpHOpkknBo9yKPE8uLq6DoPn9vYZ2tQxnt0X5ucRi0RQ4P48ePsuzz5JrokKNtbWIPsoe9xG2y577JO+ZCp6K6srmKMtrmgdeB5XhMGnovt+lOMLIJ5gHlK0/9FoFLX1scbyqrNjMQYdFTiscO1p/YDPmvuN+CLMDGrjka6Z5ofy4joTDWNZvTxKflhDfBCM+kc9B7jmQpS552ie+ep+QrZXmdpGOV6ftlV5pQLRFi9GnolKfkNCAOGoba0sIG3AzJiGbiwl2o8kbVCUZ6BV2q81yk39CsBH+mZmnP8iNrjvqHyNzpQC7Z4CqxXaDTNDobSBIucuy3VcKhd5dqvA493Xj/ikEnJQcPyUOa46Tz7HIDkqFY9mBtWZ1fhTmfp32FdhAAAQAElEQVSrjS3Y5NtcKrxEIkk9SiDCOQMfjbFMe8MpYWcApxY8JMDgwXj3EURAXaE9X1/ewBqhsF6A2kU4x3v3H8Cffv97uHD5Ekrk2xhQP/7oo5iijiV4hk5x/ypVq3j5R69gfWmd62YPz25XsbERwCfdNPl5/tnnecY+gYjnI8rxFbhuWAnf94jhwSMfPuUCalxI0NgE4JjhnpBZY64OHvkzyg4OPCMN6pDkWOQc1OXDBsT7vG3IO1QdwPF7bCMcMx9m5nAD3qnMrPZOvsA2rICTG5FDQSguheNBNCzwUK3UIKj6xIBrDz6ar4D6IDzl66Ay8al3BEQkjpGuR9+OGw958DyfdHy3BoQv8MizQO1833f9611grHu4zKw2JuGyB9IyRCIefF+8h66t1mk0GufajLMuCuHWaZiZw1EZ+Lg+HioLyC+LHV1SBH1tPweqU1uB5qbMvVBj0LiVmkcMClRkBHzjj6Fer3YCUPghATx7GTshCwi5V1SDMuefa4p0PM/gMVUdwPkhvuiUubaUgo9oBNyrQnamMqUsJo3gAYS0uwKNJxLxKSvPja+OK3zAAHgOzIwpYPZQyjFBukMgG248ZuZwzAx6QukVaYTENTNXJ7n7vgfzAnh+wL7BlGPhuD0fLDeHBz7iJwyrlEOgN1du9nm9mSEqm0ihiAewP6UhdRWEkLwZUwHJU2RG8GH85/s++66BmbGPkH2wWsy6XO3Dd3sD22ziaE7Fl2Rbz5tZDZkkVFd7+fnPMAxcHyHpC1QrGgLREahcqUB5gfAEZpt9IIT0A/hcJqoXrqCeV2pmxDVlHZjV8sITqB8yRTMVIkrd8lmv8ofBNeSHWa2tmT2gaWaswYN398IPM3tQVqfFYlfmca4885j3uBYj0DyIDwE2H7V5+J3UIJCWmBlEw8ycPqvMj5KeBxAJ9cfMODTWUt4Pl5mZexV99eNeNj/0XoeqW4MGM4Pn1khNB6CHZUrEh/iHAVXOL1ROMDNmTSgPeFB/fIFRzqpQP5p77d1g2wiM82AcE9xaqgYBqnTqg080Fq3td9R19WksM6cHBjMDs65NyD3K9zwnUzOWE0/9CALWhZt3hMqmvVC5QHzoLkF0iL7AjD1QdqpzvLNS5cqLZ6Vqq1Q4AtkhldXsbdTxpnfhCEgCOleoXuWiI5AMdRbxfU1iyOFU2RaIcF4jtOVm4iWgbAKonZk5Ps2MeDVwRtnj2vDgykjE7SnCBx8zc208z4ce8Suo13uUm5k5HDODHvGsevGoVFAvU72/aUPMxB/7Zlqno3rh1/sQrsatVHWiKRA9M3P9go/B+KkpDV2qD7PNsofmw6xWpvbCEW31/XCfdfrqU/VmhjID1jr7iS+zGt+iIRzXnmTN9yj7iJurejn4iDYTmJnj14zI0BOyLGSZbYLHdzidVD91UD+iIQAfMyO+93OAzUe4aiedqo/D4xxpHNIh8VWvr+GUHZ36uVJtVB+N+iwXL2WobTRa00vRF5gZVCYQfZUJzMytI/UDPqIlmmYGIx9mRh9F1Z2PVac2GpeA6K6teBGvoi0QfdWLjkB5lZmZ01XRUVszc7yqb9WrTLjqQ/D/p+w/oyRLsjMx8LvvuVbhobVKrXVVlhZdXdXV3egGGmg05MwQMyCHZ5bkkrNcztmzZ8g9HJ49y+Uhd8kfy+VwBhgA3UA3ZItqUboqqyqrKnVmpc4MrbVHhIeHy/f2+56nZ2U3gN3lS79h9syuXbt27do1s3vDI4Wn9gLlVVfcLpJGDZrbxvlQ7czIL6FBR/iCBp1GHlww6q8BwhfovSE3j/pX4b1Bv+jhPbBNjT6Ep7x4EZ7yAr0rFQ3RU3/isSp7RHpmxvlxAgAf1WtcQTsfgYzFK6uoUxbgBX2xnXBkt9RGOAIzgx7RqDG2EQBjVT7HZ7S94kFgZgE94YqOAMRxHuA0ykVTtATCUdvGXNY4Bo1FqeoE4k0gPL2rTm1FRzQlB4Hq9V7jWa1RLxzha0zK1/kB+QQfP7B/9XK+Pvg0+lC544YidDIX6WjZoPNhk07IHBbpyFrf3GaQzUMoGoHLC2wiHUOazhbHNaZxdHU3Bw6gEh1ha3RyC2bpALlDx+C9+/dx+cplXKejYn5hjg6cMeQ382inY0wbTp74CkR841e+gle/9DJKvCx+77vfpTPsx1haXoL+NFKRG06VG1qhWOam5sGlUQcFvZUv0qkk58TVwIGibyAaIti9ez8UBEnz8lXazsNq2+hqSePEoX34rW9+A8ePHMTK8iKdJ9dx6+YNzExPY2pyAsuLi4hwwe9m8KGLDm3l1+kw2aIDLpNKo7ujC0cOH8ErL30BJ44dw4C+ddHSSsdCEhJ6rVpBD4Owe3btQJR0CnSALjKQFSKvFTq3Z6ZHUSlvcZHlUSptolrLI54wDA93k1Yn2hg0SsZCaMmm0cKg6K6dg/iVX/kafvt3fhO//uvfxJdffZUO/D04fvw4Prx0llNYo4M6jhaOTYfhWDxE50cUHV0tiCfDiMRcTn6NF/ANFNgf3CrCDLS6YVCOFXh0o1b9Mud4no6vHAxAV1cXnU3N0PzNzS6glw6r/XsPoERnW4oBneGhocCZ3trSxrH2Yah/Fx4/8QQOHziEwd4+JHn59bm45+bnGegapzPvDvQn8jbpJKixfJWBhlkGruX0iMZjGBoeRFtbCx3CG7h95yauUFdu3LhBx9M0RhkI1Le6lpaWoW/sjfBdjqAcnWqjo6OBXo1PjGF8cgzTM5PU3U387PWf4C/+4nu4evUynUHruHntp5gefR+ZxDJKdDbEGZRxXB+VSh5NmRh27ujDsSN78MTjB/BLrz6Gg3u70NnWhGwqgYgLBgOW6QxfwtL8UvBNw//6v/yX+D/8838OOSWNh7xmzpUW0Qj1fGZmGstLS3SQ+Zif20Kegc4aD035zQIDKB6idGCFXBcVrpMKL3rVahkeLyihcIiSr0LvIQfU6W2OdwljI+O4euUGvvPHf4ErF29gfGQG5z+5iru3xqmLA0jFmxmsm2RQbwITI9PUuQQO7j+M/fsOYm0lR15WQXJ0ahXQlE7jidOncIhBbAXdjx8/gGxzUjaC/BTZf61uLHm5q9GJWa0CtSo1wmPVI6CDJe1usEEZifu6GZkH/V9u4ZBxjC5SySjXEWBWoZOjSBnmOZ41uE4SLzz/Ep544hmEI3EkU00w1yFOgZuoiyjty8ZGDvF4FC7Ljd0nk0lEImH0D/QTJ4QUHd0+NVeO90xTmgfbKNroqEtn0picmKQ8xjnnd3Dx06t4642P8NPX3sHF89exmSsH8urtGsCXv/w19knZc6wvvvgi19MxrgcPoVAYQ4M7aJs60draQT5S5ClGh2MvhgYVfD9GXR1CMtmC5597Ca+8/FU8+8wLDE530+GXRDwRI68O4NRw/NhhfOUrr6KjrRUL83M4evgoThw7gEMMHsbCMXzEINjo3VHO6TKGGKQ7dfIYqnSeb29tgudQOpj3k8cC9hNfTuPp6VmMjk1gncHRSTr8t7mROpFowGMm0wb9yV2txb6eQeyg8/fu7dt48403sEWH5Rc5xt/7D34f//E//0/xn/xH/wG+9uUXkeY6WF2ax+HDhxkI2o+enq7AtoRo36dJ/8jRQ/jKV78Il7arQBtaroSwsJjH9PQM9O3IDz84hzgdV4vztJmcy6amLO1MCQquJOgYFN0dw0O4ePE8IlTqnu4utNNW7mRZc1MmCBZfuXSFMkviOB3Ehw8dxwKdvZFoBPdHp/An3/4bLFGH29kuQdtbLFagbyy88c5bMDcMKheefuoYdgz34hb3lkkGbTxe2MsMpi+TzhIDO9p79Ms447Ttm9xzygxwpEirOduK1vYucGmiraOHe10B+kWhFIN8ITfBOUyiu6sfRw4dQ/CN144OHD0ygA46t+/dv0M9cTFGW/TDH/4Ib7/9Dh3dC9BvDO7csZNO8y0sLa1QZzqwi4H2bToKubDQykBGmn1rjfzO7/wGTp9+jHr4CjraWzA40ItMJgWH+2mRdpbnAgwODnNujuJwwMMTXNtJdJJX141gYWEVEcq8p3cQo5TVGoNn67kNXL92E+fOX8D5S+fppF7GEvc4fUuSixOzC7P47NYNuG4IZz78AMvc1xRQGKEdVeB1D/escERrvozLFy/Q4X8Zxe0SNjeKeP0n79AWTaOrcwBDA7sgOVeof7oUrq0t48yZd7G0ssj5LzAolgjW6Brpl+nYTSTjmFtY5DpKIreap+N+Cet0gkbCCbS3dUHrusz9fXCwjXtZEplsE3TO6OjsxK69e9DGNEV9iXBfSaZT0J7Rw313dHwEb73zJjIMAHT398IJ++jubcfK6lJwSTlI/W3v6sBGfgvxZAqDO3bg0tUrGJ0Yh84ls9yXxycncev2HQbQ5oLzQ5mRuf6+HajVDLOzc1Qxh3rSBsnPeHle4D60zvOKT0cRXBexeAo130WcQeJcoYyRiWnorFKreoH9dS2CteU8wm4SiVgT95A16C8lHDp4lDoURZIBy7m5eeZdVOj8VnAuxuBsmrrg0XHXwiBKCwMlE5Oj0D5xn7pXKGxBQbrBvn6y5WBkZBQxyuY+53Hv/oOUVzehC30D/Xj66afx+OOPY+fATq7VKHUsE+wDSwsLSCRjtCVr6GbgpooCvvuX38adu9fxR3/0HaytrpDPZbzxs3fx2dU78Hnp0zlqcnKadFIM4BWQpExXVtcBysKjHa2UqzxTbVEvY0gnW9HE4GgpX8HFc5fI4zgDq9PUu0u4MzKLdTq+EYohv72BfGEdn924i/mFNTRlm+F7LgNzOXhVH7okOI6LMMdntHWFUhWRZAYzDELnGBhNN7cGY703Ps5gcBnarnzaKyfio7UtC11korEop8oFXAdJ7hGe76ONQdsE95EK9a7AAJAOzSXa3mWeN2s8UE/zPFit1bDC4Hob7fcSxzk+OYsOBqSu3LyFaepGbn0dPvfuarUUzF0P7WeFgb81BofCYc479X9sbIw6nQ7mlxFI/Pi11/Deu+9SdnHKKRLUpVIp6luVY/UC2Fwvch9bplxjlMMGNjY2uQ9sw8wQDoWhXzjz/TXs2t2Gf/lf/TP8q//6d/H0U3vR153EN752HDsG2/H7v/dr+If/4Ndw69ZdvH/mHPIM0J469RjtnYd+6s3xE0d5FngMTU3s24sB5vCsNoLJ8UkGz7uxa0cPnn/mMdqsJIYGB1HjXGwXSoiEo9zbMwhbAotz6wg7cdrJHnR1tnGMITz/xeex7+ReNHW24vrtG5xiBz19HUjEw+iknevuaOF9IYrnnz2Jf/x7X8fv/sMv49Chbjz19EH82jdfwt59fejobEEsmkCeujMzk+eYyR9cvhegM2Ca8zY0NIi29lbq6TqmZ2Rb0tD/fbq0vMX1aFhcWsNh7rednX3YLlTYbhlra3lMMai9d/ce6rPHM3Mc4TBoG6K0XUtoY+D8Cy+9iGGe/UPhFdLxwQAAEABJREFUEIaHd1LWHNPzL2KT5//llRXysIkbN65zTjY45xXasXXkcjna+2XasnauRxeAQ1sXgb4929rWjEnamDL1dnsrj82NHO8mQzzr99C2bmCb+v/SS6cR47nw9dd/ho8//YQ429xzDmFwqJN21OGcFZFIxAOddbgW9EsY42NTGB2bxI3rn/GMmcO1y5cwNNiHUmED6UQYp08dwyb1897dO6hx7R46tB+O43DdbiPb3AKt2XXuGavU62gkgY6OzmDf1t6TW8thkfegjc0c12OGZ+oCdOY7fOgI4ty/2hh8XSfttvY2yqwVWiv6SwtFOhAi1I/J8RlMT85jemqC/Eexb/8OHDmyC4eODCMSdRHj2UDOznAkzP2iiKnpDdqArUD3VaczWNXTWvABM8RicXQxCB7inLh0pDquA+U3ea4xrvVEMgGf/2QrPLZLkH4oFFJTyq7Ku1aJUIbKwMfM4BCqPOAWaEtlA6q8t7muS1nVEOH5R3V6D4fDcCg3Afg45nDN+wGv6otFAd04+9Q6bmpqok6FAxzR1eW+xLO+64aIahBNIw3HcWHmgnE0to+wTZR9+zxztiKbzQY8iA8zg3gBn3p/FpwzRLvIIF69DDAzxBMJ6l3d1rkcS1OWvETC7MOjnAuUQYm0ynBd4vJ8XeXdAzxH671GO+a4DjQnArWXvMRDiDbHyHMdLLCpspeSTYx2OURZK6/UTOMKwec5zOf01cGHz4xDOYKP8g2oyv5uFVHgPV522JwQnnjyCeivXf309dehMVZ9D6l0Gr3c85d4rrp35x6qFQ81zt87b76DP/z2nyOWakN7dy/AvYi+GvT1DuA3vvUbiEZi4JUTHnGtBng1D2YG3cEc8qMxG+VB8wKPd5gqqkHqwYfGKPkKwEc8ay4CYLAYpOf4DoxjNfYrIFow1kaqtmYGpQKfeDXulXXaFBARRTd4J72HeSqGR7riXW0EgAGEgG/yDj7CF1Qr7INBVceixIg85EF9CoRD9Id8aAwg73W6gMv5deDyn4MQ8yHHhcB1XegRDfFoZmj0b2aUEoL3Bh74CLfRH1+pc5Qp91TtlaDQxLpLmUejYa7tKHU/DOmOaJhZwLvaC9SnwPc88uOQP3B8ePiYWdC/mdoBRpFqLGGutzD10mG5+A2FOTbXDXDVl8pEX7yCoyAalIL8mVmQ97gmPOqeUmoDzAHEO4y6x/HUCL7vs4x8kbaZkXcvgBonTrRVT2Is8wPZ671RrnwDPi+rt5dfIeiLvKm9wMyUBGD2eV4FoqNUYJSQcW5BMCPTKnwEyDJ54Wipi8qbGSR7x2FLXjyNgVWdMRpgLHM4X2YGPT7l4lMuoKwAT0UI2j6oV4FB/8CfBJabuTCBZtAPwQTUb+cBDz4ZMWMbguZGAD4qD2TzIK93M4NLeWselapMOIGekI7yKnNg5MuBHr0LlPeIo3wDzOr9BnXUM62NBi3RV7lwG3SVF6j854HKF8hD6ec1Zha8mBnM6hAU8IdZ/d2snrIo0BXRN/jkPyjRj4flqgsK+EN5gVm9vZmx9POP6gRmBtP8Gqly/BqLoIGp/UTjFq7kGg6H0ZiDhrwCfNolMgJwDXjUAdlMUMRqI1mpPdlGhHeYcCQEc6kh1JefWw/s34BAFnjwmNnD/kRDfSnVPAhAmwn2LfstW2AcS4M/5UmMH4M5DlQugIHvVrc/6tMMZobGE9B/ZL7Fo+occzhEn3tMFaQGxzgO3vE88lCi/1l7uvC0NwoafXm0B5JjwC8RtLcFefbtPOhXfZoZ1EbgOg6M6uIQ2Ckaj8exaj4EaiNczYnrOPDIs6CBqz7Ur0C4Ido9Mwv2L7VXvXDNLGgrHLVXqjaqE231obzq1EbvAuFVa1VWSR8Nsk3mGDTfePCYGYQrMDPoUTtfysCxmVmAL97UroFnVudJff4imBn7qrcTvgB8lJpZ0J9Zvb3GKQj6pLwbtMDHzB7igo/qzCwoEy8au0DlRcYeNL+iozpB0B+M08PRkLbq8OAxq5dLXioyq7+LF4+4ah+NRoO+1E7lAolFddI1tVWfStWXQLwIX6By0aKphLmOuoFP/fB4lgnqqA9BIX+YGX8CaudzfTLHdw8u9z+j7vAFZhbMhVmdV/XVoKO8T77Bx8wCXLN6yqKArnA0BulOI1WbxtwqX6VjrUao8twl2ioTvtqKjkNeGufPsHhjH8IRvnBES3NiZsE9q8R5UblLuy8wq/NkZiIX8OlS7xtthNvoV6lA9M0sGLv6F4BPA7fRt8pFR/2orjE3ele5eBOOWb1vkgg+whUN9RXhnAtXeOpXZRq/UuGpTGBWp6F8A1SvudW72jfAzOrjpAxEW3qlMfuc5yrveBX6ITzaII9nD/VjZsG5SucgMwvsgcpF3+cci67sl8A4AvEnEI6ZBTorHPARvk89U1vVC09j1bvPetAemFnQBnyEo3qB2rIo0J2Hee6TNfJa02Gdi0GyVV8NMKNusryBr3LhUACBDRNdgfoRjuo1DoHZ3x6rcHytmUfGEPD+i3JgW7BfQBJB8Gh8wlVf6tOnvIXmBmNGwI/qhOOTnhopdfRn67apuBt04GxtbaNCJwB9ehQEeLEp88Kdpxgc1MhYlcJIpmJINyWRyjQhkUzDeIgtcRFtl8oMvtZ4KV/BBB1Tt+/exU069xfp3PXITIwOriqdhzsYSHvhuWfwpVeex/BQL+7fv0tn8Cd0ZE4jlojACUmoNYSjBjdi7Bt0lDq89EXR0ppFgv1vF6uBM/zjs+fw7rvv4dNPz/ECvx+vfOmLeP7Fp/Hyyy/gxReexW9969d4qT+ESrWC8fFxXKcjYnJinMGGPB1ECcjx3UuH2H46cJ975mk6lHYwMHMff/2Xf4URBoWPHjmEF198Hkk6Nm4w2KcF3tnegUxTGs28ALe3ttKRNQjXcfDZtau4c+sWEpEomhgM2qYzJuI66KITb+eOIezaOYx2OpdaW5rQzaDtruEhxOkoKDOQ4jHIxhliAGyLSQ2FQoGwjQ3S0CT181J5/PgxHDt+hHOSx+zcNNbWV+BRMZtbMzh89ACOnziM3r5OzsE2VtaXsV0uAAzwpNIxzpGPWDyCKB1c4KEoGo3QYJWxREding7K6dlZXPvsM9y6eZvOok1MTc3g8pVLmKRzRH0US0WUeQku80KZy23h4oUrdJDPoymdxY4du3Dy1GN46qmn0dM9QOdTDdnmDhToaLl48TLOfXoey8vLDMosYpFBx1xujXoTR3NzFplMGuKlkw7w4R3D6GJQV9+QPUKn2K5du3H6idOB81FyWGLbMp0UTXReTDGIOjs3A2342uhz62vIbazhow9+gvff/QvICXaLc3Hnzi0Gdj+jw/gWgxGzqFAmHe1ZBr0O4MDeYfT1tCKVCiGdjKAlm0DY9ZClbre1ZNHVnqWTsYsOsgU638fo5FwjL0n09/Wig4GW3QxE7N29C70MPGebmpHNpDieENrbUnAQQoEOPZ9673PNuLywO1aGY1UGE6NIJMLwq0WEeYlpb02RhxjlkcLM5BQ+PPMp/vy7P8DE2Cz0p2i36WDsbOvBjqHdSMQydFD24qknn2OQjjJ/4lm4dN6f/fBT/OBv6LR950N8+vF5NGUyeOH5Z/HM04/j8KG92LFzAIWtNTq7xkGVQ19vGxLUATkbjI5snx5pv+ZwzRsBgHZxGFPmg5R5+NBmWONa8r0a7UGZDpsiHYRbXF8FynyBa7RKGUWC8cRiLvTNiC46xfKbRepVgWuuFT7705+4ywd/vtCj83olcEyOjIwjGkuio7MLITIph6DPQ3k4EuKmUEGGwZVMJg0FGg5zXTpcWwpmz8/OIxFJU5ZxREMpTI0u4/rVMXz80TWMj87jEgPSt++M4PyFi1hmYKRIHchk2U93G/r6e7CLjlTj8MoMFPk0jOFQBLFYFvF4F+erFeFQM6plh2Do7hrG0MAezkMz9EscqwwUhdwIyrR9vl/hGh9CD9d7LBLCCoMXfb2cq6eexBNPPMHAAh2NiSROnjiOV156HC9/4QmY5yGTjKOTzvsD+/eRvxWEwxHqRwJxOq06u9ohfmfmZ3iN9RGOxnH/3hQ2N2sMrk/g3XfO4tKFz/D+2x/iX/1X/w0drTdpU4dwaP9+NDVnsbq4gDtXL+HA/j34z/7T/wj/7J/9Y/wf//P/DJ1cb2fPfoQC1/67Z96j/f0UkXgUe/btwFEGf595/gn80//wH+H3f/9XcfBAd2D/OCT0M3Cl+a/S3mt93b17j/O6hsHBAY7rJPWjQtlFuY47MTs7TYfvZY57FA5158b1awzAXcH42DjX1Cz1vQ3JdIbjjWN+cZOO4lnkt3z09g7hhS+8jJa2Dri84DU3tyAeSWB2ahZXLt3A3Ts3qfM+OjrauC5vQ4GpmZl5nPngQ3zCoOIYg+uyZdrT9h08gGQqQ31son6uY4xByByDevdGpjA3v8Y+53Dp8k06dxexnivi2rXbuHDhGlqb2/CFl76Ab37z6zhIGgcO7qdjO0sbNst9YQGbGxV0dvYgnsxgaWUdPi9e29tc304Ir3zxWcriGE4/fhr6awd37tzFDIPiH3xwBt3d3YhzL1lZWaazfwFyUGt8ba2dMK5j8ZbNtMPg0ra24IUXXsBjp04xuM75zDTjs+tjOHv2AkKhGBLxJnDbxmc37mNpOUfeFtHOYMOJUyfwpS+9QidtC+fyKPbt28eAxX48+/zzXEdVjnUK585doMN8C7fuXOe+OIIKA6AROpQP7jvEniM4f/4qOtt7cezo49wrK0HAtkod3+SeM8rgnr79fvToYYDzeouBpgqdtKsMxumvCvgs059+XOa+r/W8zYB4LwPAKQatI9EkYnSU65yxsppDNB5DiW0TqRR27NxJx30SXT0MOvCcIBuxScf3Gm379MwEzC0j3RTGOs8pIxO0Y+EQ0uk0Fhm0dbj/Rnm+yOVySKYTyLY2o8TAmEfNU+C1oKDZWgFJ2sVYIsVzRgpZBtebsu2AGw0C+al0K/tPIxSOYHxiiWuDrXm2iXLNFbiXReMJDNEGT82tYWFpA+cujuDu3RHkGND2GXjSuFaW1lDernJNt6CzrY+yjPE8MYUrl69TVCEszC/RblZoL4vYtWuYQZYdtGtpDAz24CbPF3kGC0qlbXz00RnSXSOs0mZPsN0sJqjXl2jDurj3tLe2IUr7UKRs13lGiNOp3tnVCY/2ZJZ7+cZmPvirBGU6AibGRnH1yhV085xT5jyPTd7HX/71d7G0Oo9//5/+Exw+fABf/fLz2DW0k7E/DyE/EvxiR1NTE46f2IdDh3dQr9qgb/gNMFjb0d7OMfgwc1EobqOzm+uTMqUgOR9NSPNcGAonMM9AaaHsouKHsUZ7Nb+yhUvX7qKb+2eWwfB83kOOZ4nLl24ilchgdXmNe8k2VhjUkX40t7YiHCEvhDv3R6BvJimYubC0gALPI8mmFGLJJG7euYP8dolybEIskWfFmFEAABAASURBVESU9rRKO16kXinIrW9A17gPb+bzDGRtQ3a+xkup7KzLy1iEhi0ajeDAwYP4+td/hWepY1ihHklvb98bwerGRmB79Zvyq6ur3KuWEHYd2u4atra2OK9Gu1XGOmU+wcD6JgP5wS9xMNBcKHpca+fw7ttvc62A8+MjyktXS2sWMdrbUrmISDSESCSMjOTmhsmfTzvKYEIqDTOHsq7BdcH1uoEdO1phtgmvtoqN3CiDauP41q89j9/7R7+EWnUbp04exde+9iXs2TdE/C3qWY376yoOHNjPvrfx5FNH8Y1f/Rr++X/2+9jUN7i53xYZ3NO63thY5N7RhYnRuxgY6CE/SdCwsR1Qpr2P8FxbKOaxsj4DC+VZVmQaoWxC6KFeDA3vhmtRlIol2tso+zqBL3zhNEKhKt558wwmR28gHi1jcCDDM3kvujpjqHoblOF6MC/pVJZrYie6u7KU8Qp6e/to41Lce9LkNY9stgk9tA0KeKaIe/nKdczMrtAONwdnnXA4zvNIjbIJkWYFV6hXk+NzPPdUUa24yDa1oUQbVuNZbGVtBT/44Y/w19//Ec5fuoBlnoN7aJt9ztL+fQewRV1xHQdNtBeLiytIxDIMInajs6MXcQbRKrzEDjP4vLSYw47hvWhv66Dex9HcksLGxirttWzuXhw7forzUMQabcS16zexyftVnLZunfSfeu40kjx77tnXjRe/eBCF4hL27OvDhcsfoKevHduVbZRpB7Wul5dXg70kk8lioK8PIceQTsWCQOrovdsYHuhGR2sGvlfC7Nwkdu4cgksdVZB/Snex23epR4aO9h7KowgF3Fe43vr7Byn7IufIZeB5DTU60BLJOEBvX4TrbpXrYIUB5SodJIlUEvv37UeMducQ98ROBlir5RpG740jFmlCKpmFbAZVFk6ogvnlMcSTHp557knabgeO60JrL5FOYXhHGxzHoQ5Vg7Iig4Tg43HdMoHuP6O0W1vFLch564QcbGxtAC6CdzfiBny4pGmUhcf1HQq5wTqKci3FuBeEeXbQeGQTBcHZjmXC83gmD4VCMEMwdvGiMrWJREJcfxXqfTWoq9bKAPc02WXJoUReBRqL6IoHpaFwiGeZMOUeQoT9qJ4NScdDOBSG+hee67js11Dv04O+lRqhrF2OBXxC5Et1KtP+lk5lEOc6DYeicC1E/QYcpo4TQpSBwwjXpcRW5t3IzJDgXpDNai6yXIcp8uNC41L/Siu6x/GsK9noF6qqtQoETsgg8Hk/NFObKADx6iJE/tU2RN7KbOuwH/N8ODC4zDvMOWxj5khUaDxm1sgG49dLiOOgelHXPNSqHsqVKnVlGbd5ThqbHMcI7Xlrthkhx0HYCaGTe93/+V/8n/Apz3caW7KlFU988cv41j/+p+jZsQsObXeI822U+bGjx9Dd2Y2k5OWEuY+xf/LJziHGajwTSA6ahyCl3qisyvuM6l2X+PA4Z1Xie3Acg5lB43aYspCk/KDMMQes5fhD7MdhGx/aVwSe+iSy+hCYGVw3BDMDYDAjTTcCPZo7x3FI1wIADAgAAPHw8FH5wxeojZmxXy8AcJ/l8NgkRDrkjXVm9TZmxrI63wZ7QMR5kHLkZMInzwEwb2YBffUh/j2eKyQnpdIf5VVu9jldPPI02jWKiAbd00HZ+pS51pj0XXjC8R/0qbxA74+mZJ4mSfqGIPXJj3DMLODTdZ1gjmLRWKD/EepCiPJ2KFfwLmtMlW8A+ChvVpeF51fhuHV5aIwe7UMdKpStdIF9u4BLAHy2rn/8R/iWftRoP2ucBDPjeA0O+zWry0i4+IVHZYJGsfI+5RP0zbuvL/pgpxwDGCgF6nTBR3VMHn7MHJixHtQlBi3BNsayR3nQ2B7qJ+kJWwTMyCPnxmOfoFPAoR+ESx2hMMsdjph8+OTLjC0MMKM8ODZ+wFoCKBuH5VYHlbAN0WDMm+mnw5zLqXQoU5+pz9QLUlbgF/n0HsixRvsrmcrGC8flJAiUNxNdtQbMDPqHB48Z3wg++WAnQWmQZ86sXic6AtFiMddvLQDlzSzgCXzUTsDs3/ORTnisEygPmNnPjQ98RENzYFbv36yesoos1tspz2K29wPwKXeV+RzHL4KZqervhKAf1Ot/sZ3eHaoVFxP79YIxB/ik15CFx/4CgB+MwxMfJCc85X3HhxN2EI7U97Yq7Tj4uJwfx+UcU5c8ng7Vl0DtfK5bosDMAlC5QHUC5R/WM6M9RuDXPHgE1ZtZMC8u93vHcYK8mUGP6gWN/C/SZKeqYlKfmwp5lm4FhfpBMj6V1lee68eXX6xi9NUBsvfB2Ex6TAQiib58YhX6bz2ekcWP+le5QDbBdYhPWaofgerNLODBgXF1E0jTMQSP6oXXAO09aZ4ZlYqmytl1MCfKq8zMYGZB+8YP0RE03sW78mZ1vCrPdGqvMuGJjkDvAuUrPCuA6CEGv+rDkC30WC0OBMz+3McP+FLbBn2dFxr9CFXlqjczmFmAr3pBo078SJbCV15gVsdXuZmp6mFbvQjn7wLVCURbfQjHzGivXER47tKZQrLRmU444k04ePAor3YCFZlZwLdZPW3wY8Z3Iqi9QDRFX6loaM2wGppHlZkZ157Ps1cNFZ4/POqI2gm3QVP4Qd51QHWE7rHiQ3iNVPjCM2P/BOXL1Ef5v7QOQ1yfMATjDfOM6mgiiaR2olGj3oqe3ln88GNmEK7AzGBWfzcz6FEb6YdA7+FwGKEH9M3qYwvo046LdoOO8mobpk4JJHPpSIOO8ESvTN1TmerVRmVKRVNlSkVH5WojmQoa72YW6IdwBaKlNmYWyMJ5sOBEQyDaZvU60dG72giUb/RhZoEszB5NuZL5rnaaX8lC+GZ1HkRfIDoNMDMI18wCPRBvAuGZfU67ga9UNNVGqZlBj0e77HPvBsGTHj2wscKL0tcgXtRW45Ac1EZ8qk66Lx1VmeZA/XNwdb5USJ1UW4FeBcqLR6V6N6vzYVZPVW5mgYzNoVxc56EeqV+HZR55rTLIKFurs4TrGnEAn/888i8aDRBVtRGoTOMQiFfhgo/GqrHobq4+hMdiUiPFR8agNo+CT9mJrpl6+Xl7ZmYUhYlMsD9KPmWuK8lYPAvEsdq7DsdJfMeMDUgnRsEnkwnEEzyQpqKQojuO0YmRogOkH8NDwzhMp/KunTtY1oJkMs0LbZwK69PZsYX1jSJyGzWUa4atbb2vY3xyAgqmOtx0t0sFOjsKSKXjdO7upONkEOXyFt55501Mz4xDjtPN/Da2CkVoow7HQoEwIjFDc2sc4WgY+o3fcsUjnQrkMNQ3k5bX1ugETSLCC9WzLzyHr3z1y/jGN76B0wxgeBzbzOwM6U/RaFVx4MA+fOnVV/Dqqy9D3xJ67ORJdHV20NlSwujIPQYjrjKQOI48L+7JZCwon2fQTo77r3/tqzh+7AjHHEGJztWNXI5BlBId2iU6ieLYRWfSl19+FUcOHsGh/YfQ3tKGLB1kO4eG0EkHZCoZR8R1sH/PHsrxIB2XFeTXN4NvL4KW0nVcKnEY2xx/mRfj9fUc5boBLYBsNoO29mY6GTYxu74El4fcrcImQgw279u/h86JQXR2tyOWimJ9M4eFhRnMMQBT9cp00hRQplOmwkOpywtzOBpi2RZgwDKd+hcuXMDVq9eg/lw6LUQ7EjXEkyEM7exDOBHCMp1PZQZSNxiIqJRqSKez2NoqUU7bPOQATelmOLzg53IryKTDdNhsEAq82CTR3tGJFl6Iu+kI6+nuC947OrugPzt55NhRKFDc1tYWOGsjkVjg8CrTETkyOoYffP81Oplv4waDvCtrOchY3x+5jxHCnbu3GUi4hjPvnKHzOsH2rTAesEqUnbkumhmgSmbSiEQjCHFcra1NGBzsZf9N5DHKxV7j/BZgKCPK8cqpCAbEqmWOiYHOSMSnjq0hEnPQ2hFHNwOQbe1tfI9yHgrBvMQYGMgkM9g5OIxTx4/j+OGDSDJYUqOTNOoCITom4mEfDh14gM9+I3QQVHg4y6OtJYpdOzuxf28/jh7ehXQygk060+/fm8DS4jom6AicmVpD2I1jdnoRy4truHThNtfLB9jaLCAZT9Epdgcryzn09w7BsSia0i14+slnkE6lMTs7RWfjBN5666c4c+Yd+DS0Lc1NdHxFoD/tWS1VOXaH7VzOoR+sY5+GB8FjAHUSZvzUAayj7eE7xxUGujpbuJaewu/87lfxz/53v4v/9r/9F/jH//g3mP9H+A//w9/Gf/l/+Rf4B//gWziwfzc6O3sQcuKoVV0GbhzqWoH6U0Zhu4aOzj6ceuwZ9A3sxPpGnjq5gjt0qOgXJFzOo35zbHJqEvfv34PmfmpqCu+//y7ee/993L1/lw68ZlSKFXj6E1iVEEJuFJvrHibHV3Hm/Qv47ndfww9/+GPqzAiOHDuM4yePYmllDmc+eAd3793E7NwU+cmhWisySDKN5dVlBv1XMTU5x7VdocMzQT0WZDgH6ygWjGs2ivW1MuZnV9lfHI4bQoyBoe6+LsyQ3ubmOlZXlxjom4a+KabfWEwnU9TRbs5bAk/SNu2kHS0zcHKEjskE264uL6Mlm0V/Xw8S8TCyDPh293RA31Lt6OhhIHAW/9P/4w/wb/71D/A//Hf/M370g7fxk9fewztvnMHC3DL279mPr33lKzh14gSdu21YnZ9HTgHd/j44DjAxOYZiaYv2eAFrGzkM0uG6sbmB8xcvYp2p1v0W7d4KgyzDXPdbxQ04ITpDnz2NL7z4LI4ePYh4PBLMzXaxQDtdCvJ3792jI3Y1+MWLuflZ6oePnTuGqaMbyDZlEOP6W5ifQzttYE9XnGuujEkGhj4++wkUIEokTKqFQsGjbnhc6/dZP4tdO/Zi5/Ae9HDsRw4dpM3cg3QigvmZWeibtzkGNmamlgE4mOVYR0fHycMMNjcK2LP/AAMJHi5evAyDi1OnTlOebbh9eww/++kZlt/D/bEl0LeNtfUirt8YwTyDZNeujOHjs9fx8ScXsbC4Sr5CMAvj2LHjkP30eTk8dfoIgwBVbJd8OBajbKO4zaBannuX/txhiesqncpyPxmD9DnOfXJiagUKEN2+fQcgP7FYEj/92RtYWVnDTZYpWOE4IRw9chLReBIu89MTo3jv7TfQ3JRAnDIcYMDi4IG92LP3EFbX8nj/g0/wox+/AXOiGODek2dg/C4DnfrW6Lvvvk3ZjqJarUB6tkg96O7qwtLSYvDtU+1veQaCYpRnNBYO8BQYunPnPq5dZbCaNJ9+6gXO4TaisskMyi0tzMPjAVe/IFBWMIv6vLaag+O6lJFxjcQRjkTQ3dONo0cPobOzjXvANpIcv2SyyWDTFgU+N7/IIO/xwBbPzc0SZxPz1Js8A6eLDGrEkgnOySaeevopDO8chONUuX+P4Qc/+CuU6cj1eQgrUF/z6+vgfR0p8tHe0QWXtt8zH1uks8EAY5L9Fsn3Ua5l6T1oAAAQAElEQVSHZ599BoeO7Kb+JhCJxrjHeChyj3FDURQZ8Lp09RYqfggDgzvR29eLHbt68QJ1fiedtS7XdpFzOj27gLOfXOCcrRJKgR2YGJ3BNm3x9c+ucy/fouO3A+ureWxtbINbLvKb26DZDeYcMBxgUEvfWrt16zrn/zUUS3nML0wH+8zNW7doj+5hfGKEgawU2ttaOL4aOji2pqZmtDG4qP2nwGBdB9dSP4Mqzc1ZztdVrsPbmJma5hrKUzfWcPvObVxk4FV/SrG5KYswZTM5NYFvf+fbQR9ruWVUvG3qwxzCjovN1Q2sLeWwurCOrrZOLM7Ncz7DmF+cQk9/luNdxBuvv48/+84PaAM30N7aSxmWYeagqSkT2M/29lbolw66untw89YEYQyruW1kWrpR8gz5bQ/La0U6ztexvLyJAwcG0NvdRXs3gN27dqM5k+bK4NmCAaZsUwTZTALcMJDgOTAacRGJhBDiObKJeKXtAooM5OpwG+XaiBFnmDS6envRyj1afyK+jTICfESjUaS4HxYZ5AMM6XSGehBDOBzmnueBnnAWMzXDH//JdzA6PslLKw0m9TpKu2yhMGoO3yknDgM1Bh/Udg/PcaFQiPRS8KiIS0srUJ/SlyrPqEaZG/fMuYVNjM/M86y0hQqDcPNcR8u09aIR45nVzGj3KtQTH7ncOqFAtkO0k7Q2DNKL/1AogmjYw26uh3jUaBe7aZvyDJjf5jzMY3VlBBWepW/eukr7sJPn2y+io6sTUzwDHOWet8rz28Tobe4TY/BrW9xL7uDEsX14/oUT5D/NIO0Annv2SerPJoqU7Y9+8Ab7L1MPM9wrl6Gzn/6LiPx2HtlsFCdPHMbq0hL3wSpe++sfY3p0FqN3J9HXswMtza3UiQRaW+PkoYlr/QCeeeYQquUS3qTNO3f2HVy+9DGicZ9B5teDedUaXFxcxjztuENZ6zxYoK3QXLlumPbJuH+P8rxzGwUGzlfW1jmnWThuBH0KCPJMWil75L2GBerx0tIG4grQU69v37yPyxdv82x/j7y1Q3/WNptpwZ7d+zE4tBsRBkdb2tp5x2jH2Pg4Pvn0U+4F0xi5ewPZdJr6x36cOHS+kB3bz70lybN8ig4u8elyng8e2k89CyMWi6Ap24Sxsfu4xCDtzMwi+RvG5mYJtarDs8YSzA1haXUVNdqxl156BgOD7LuZ+6K3SdvTyvNpFiu5BZTLeeYzSKWj6OxqRiIdR1tbFnNrG5zzIrLZDKo8s/T1tiORDGOOc71jsAvPPf8k9bnGvWeVNErEy3Kd57C2KliHYxHiLnDN5rHEPa4528y1EIF0WU6dZgarNhlo3+b60i9btnMdaZ21tGRpD+awzbtdT1cPujt70ZxtR2dbH/cFoDXbho21AvtrRlNzFnOLswiTr9HxsUCHXK6VRDoFPWXuI54yBl6rAeOc+2CeB8z8Vh5l7ls+185D4DoWf67rsv9t7qVbqNDAqiwe01oOUZ5VeLyI644AI2HSAwxmBj3b3B+1fwQ45EWpmUE0PRpp6Z3rWkC/8V6mzpoZaQCa70wmQ1mFaT/inOsY1AZ8lG5TL2s1H5FIlHyAeFHSDgf5UCgKx0JB3nVCqPIuVSQ+2YXGIB7Em5kFdBOJRFAuG2FmQV59xKmrDfzAucy+zRz9ZF8hqP9QKIIqg5Qu9cwNhxAKh+FSR4N7EPOiGaVNbGpqgplBdM2MvHn1d3NIpwrXdTmWMNSf47gwgHSrLItw76igwpmr0u7JOUFjJL88eN0hlg+PmQDgAWTPzOBwjs0M3KJJ3yctj30C+Y1N/Ov/9/+Cbd67fvT9H3ENF3D5wnnesQs0zTX81fe+hydOncKdm7eg/gb378PXfvsfoOCEscHzQJl3qyLnr0J9aeE++Utf/iX4tJu8ypFnByGOI+jbMfbnwZhKrzT/4KO8xlCRTnJCNF7JyIy8Gjh+h1jklWNywy410ee6KrMMMI7JMYMZAQhS8BFNssOcBeCSB2YgPpQad7oGTh2PfTC45XOD8ZkieNQWFK0fQFDEH2b2sB8zY0n908iZWVDvkZZA9OjPDJDMLEgbP8z0bsR3CBb0I7lIHuLPTHV1EO8qU/ooToOWUpULR+N1HOoM2+tddQ5lZSZaequPSWXuA9l4nk+9qAXgeR58glKBaAjU0swgmTsApejAgTHX+PjBHAs3KCVN5UUrSOvCDubBzD5PmVc/YOrSNoR55nWcULAGwMdTcFWBUqXUeWMgyaUvhegP+yMawB8qU19mAQcsqX9EX+UCs3qd8oI6Bti9BTxJLsLw2VeVfhvPr1Lvagge6ofvBTn4HI+ZBe18FuldwCzLKBtzUeNakF0gaoAvPqoaC5WCIoZPPRGYOdBcCEgSXtCnh0DnXZ/91zsVb45jcBzwYbnvwbg21KYBrAg+6lMZnx157E/mgC1UBJ+VAvHTAL2b1fWwWq3SRlSJyxbiRbLnnikclzrTgDo/ATPE/Ts+pKdStWOXyv4cmBnH4jwE/MJjVpfvLxQ/fBXdhy9BxudP6u8jnQnnUdB49U5Eys7+3r7Bh93zp+jVApk92pYVQXuzv5tH9fEoCF+gMqUO59ENOQjxXE0SoLV5qAOSr2TLDiBbbo4D4/5oZhAPDRsBh62oH7VAV6tBneo1fDMn4JmEYWZBXrrQgDqe5vdzEK5D3IfAAi43GNey9g7ju/8LgVUjb4HUqWes/rmPxqp+xK9HXdW7xqXxsZuAp6CObV3ukyoHO/HgAUQI8/xpFQe1AsdZNtTKnAfu81wQ0KNxehy7xzVlZlB7MxIAAtpMgo/Go1KNXfz4ahjUACo3/jQziDeBmQWy1L5UKpW4jqvEQJ0+mHLMZnUc8c+ioK2Zwcz0GvRvZvU2TM3q5epffGqfAx/1IRpl9cN1GuyBvPeID+E2eDXHIGDX7EPjk02S5MF31pnD1IFrLtPPeRN9rWfRCWiHw9CjdzNTNuBVfQmvga934SgVKC8wM4i3BqgMfMws6JfZh/RUZ2YqgsYoaNAKCvlDsojxHClc1QtY/PAj/IAvnkvNLOiDGhv00UBq4ChtgOip3swe4qpOZeJd/XpUJPVX5RmmRPo6+2r8wlN79Sv8xjnOoY7KNetRf4TjcS0EKfVX+MJVKj0TnYA253SDvuWtwjbIPDQH6h98PK4JJgF/oiN8paKhcrP6eJUXL6o3s0D+ZvVxqR/pqOpd8heJRKCxmVmgw4/SU140BMqHdUblngs+ehdfYeqHgEUBX0oFaiO+hKNU7+pb/aqtcMw+71PvDT6UV5sGABaMwXFd6BGtBh0zq9dR0c3q9FTf6AN8RMesLhu1qzDQpn21Ue64TiCDRv8q15yIhvJKRZOkgo/K9C5aAtUHFfyhOgGzwces3q/zgD/Vqe8a98ga90ilHvVJ5Zpr6bbO/MIXbYHq9K561enOIV496kq1UgVob9WZmSkJ5kE8qZ05BjN7WK6MyhtQoy7WcT0oFQhH/ZkZlIKPeNS+4dGvqsCqysUDqx62E029C8ws6FdlGoPuTNI7gfIq13hivCdJf5R3Hdmkeju9qw/hVXje96n7DseiPhvlmgPx63N9qexRUJnaFYvF4A5Q0ZxXy/Bo/8F17LS3tjEIk0aYxtN13EABahUflWINISeERDzBS3MWQ0OD2LNnL4aHh3mhCmN2dpZOtlUeeICNDR+rq2Vecqsoc+Op8DKnbw/IARNLRpFtTdMZEAmcBItLs3QqbWFjc4lOggweO70Pvf1ZtHUkEYoiSFPpCC+1VSTTSTpk2pFuSsHlhh+hM7+pJY32rhboz/z102lfoUDMdaHfxJAQe3sHSLebTtVtXLx4CXJe9tLJ9ju/+zt4mk7V3r7uuuMjyrElouSljMuXP8P7Z87g2rVLdF624B/9w9/G6cdPobe3m8GMPXT27aDTKcXxLgeOy6nJSSqXh9aWFuwY2sm0HYlEEiUGdYoMMhbojOhkEPHAvv147LHH6Tjcj2NHj+IrX/4KDh44BPAAu7K8SgfHOg086HDOUKZxhNwICjR44+PjGB0doXNplk6RFRS2N7CytoCt4jrl4JGPJZavBbyvMIC5sLSA6dlpzMxM03GzjlQmFcgtEglTcY2OhgqMB55oPIq5uTk6pW5hdGyEdLcoixCSqRgD0jG0dWbRP9SBE08cxKmnjsKNgk6s+xi5P4bLF69imgEmBVRL1A2v5mBlMYetfInO7nnKrZvBov5AZik6uLmeEOWlJBpNoFioIBKOQ4HVZjrbVlZyWGYgQY6xaCxBGXiYojO4yoN/e3sXuuisSSRSiNDx3UE57qKjNBaLk+cxBtRGOLcFWDGC1fl1pDNpyi+JZDqJto526JspiVQK+pOHPZx3OZz7+3upE+2I0Om6vrFKp9k9TE+PUzdGsbq8AL9WQoL6sLWZQ25tmfNgkHO4f6gPff1tpNWFWDJCZ/ASg9TzdOTU4FqY7QzRcIxB0iw86vzmag5lOgErWzW0ZtLobm+mYzGOoeFOHDrQj872NNeTj47WBPp7s2huCnOdURaL01ilTHzKtKujCQf39WGA/Wab4pianMY9Blg/+eQOrl+/CwcuxhhovkOH+TZ1JU9du3DhMnJ0HOrbNDMzC3RQbCFGp47x9BlhsCSRiMHhQViLv1ypwKehTKXTyDRlQetEY2A0BeDj1MEcmENgygJ+/KC+8RqNhPDY44fwW7/zK/idf/CrePlLT2P/wQEcOrIDfYMt0Hhnp0fw6acfMfD5Hl7/2VsMUF3Apcs3GNw9y6DELWyXoiiWIrjBQJaCV4t0RiugU2KgJsX5O3ToMB1+GwB7zlCWFfItB98CA0MypI8/fgpf+cpX0dfXT/0G1nN5LC+tIs8ABs8kgR1zHBdNmVY88cRTePELLyHbkkWc9qh3oAtu2DDCNXDu0ws48+GHeP+jN+nEy1PnXKzlOM8L41jfXOQa2YDjeOhiMCqbbYVLx6pfiyCT7kB31xBtYxfMj8DnJXd0ZCz45t/7Z97jGD9iMGEFrW1tGBkZoeNyEdtbBQzT+ZuiTX3/nXcxMz2FtbVV1Mhwc0uWtB3MzEwyGLwG36shz6BMT9cwdcTF229c4vhqWFwoYqj/EJ598mXqT2fwJ0VXl9dphz189NGHePutt+g0n4P+xOwBBmo36ZwcGbmP8xfOYYJB6fzWJm33DDboxLp37y7u3r2D9868j/HxaYS4XpdWVzDNgHBXTyfXUxuydA4Xi4XA7vf29qGfQb3h4SHs37cD+jZ8mutOfTRnm9Hb04saN2O1efqpJ7F/7x5EeVlLJeLoly3duxtb1Nf1XI66fAcXzt+m7WzD6dPH0drehHQ2jg0GJc98cBF/9O/+ArepGwXa0xO0nW0tWbzy8rMM1P8TDA320wYuM+2A47ocS4Fa4mJ9PU/5z0BOb/2J5OJ2meWGsbEpBknPo7hdRWdnL/XOhf4UpOtGsc6ADxDlmkZAS99W/uz64WU8BAAAEABJREFUPbz19qf4/g/fw/WbY7QvLdwjbmL33sPYtXsfBuiED0fTKNCJf41rUn8COhJP4/KVz3Drzj1s5guIMSj68suvUj/aGZh7BqceOw19G9PhnjrN4Eo8keK+N4h0qplzB4TCcQYWC5z7HLo7mxGyMibH7+GjD88it7aJnTv34PHHn8S+fQeQSGWRYUAglc5is1CE/tTrr37r1xF8m5OBRNk7h4eEAgOmc9ynm7h+fvzaa9hmoCRORyp4UGhnsC6ZTJLe3mBfP3nyMerXCsLhKB5/7An09feR3xVEaUeCX2KYmcHg4BDitMlmDnVoDjrAmEm+Y1haXoH24ImJCczMzmB5eRFbDL5E2L5YrlCXejA4MIz19U3oT0rqT7a3d7RBTt0oA2JV6s092rXxySmk6HR3Oa+fnvuU496NfXsPYu8ejpsyfvaZpxgI2cFAXDd6OnuQzbRhbXWTfZUhezbJYLt+OWBwcBA5BnAVwA7xcH6CQdUK19nCwhIDzdP46Oxk8C3fGoOo7R09wZx28ewwMjKOjpYObHPtjd2fRLFQor6UkGJwVsHQ3bt34/ChIezZneFcFTHLPXeMwfR7t+7R+etyDkuYGJ+Dvrk+v7AS7Hni4f333+d+XeF4U7S3VYQjsrkVynALTdkUfut3v4Wjh/ejjcEMnR3KJY+60YK1lU2unWE8+eTT6O8boI1wqe+b1Ncq9SwPj5f41uZm6CJsZsg2Z7j/J9HFoPbS4hJCdPq1tmXR092JEyeO4+TJI9TjnVynnBPuT9NTM7h3/T5mxxbgeGEGUpcCZ//KyjznIY6f/ORd3Lo5hdVFHxurNfKyE0sMpHnc4Is8VG5S36qUayTq1u3p+RtcF8DI+Cpu3pnDX//NJ1jf9NHR2YF4wngeOonu7lakUgn4pBGCg21e9HxeAnbu6MYLL5zEt775Ivo6s1wDFdrLHnS0plGrFOBalfuaoVatoSnVBI97hceARzqR5BqqUvZFTHE8CgKN0ObGeGYADOJVe0bIDUH2qcK9BHxCvPTVeBnVefXy5ctQwFzfdNeZIt3UxABbG4/5Duetxr2hChoTrqESxscmCeO0yyW0trbC3DAK1JP1jQ2ugTKmGRTddkLYpt4hFeXZMMp15bBHP0i3GdjxPR/iLxyK8LwR4XzWOLdhtHOuIuEIIlw3m9RfybdEJ4f+FL3+TPytm/cYRJ3HytIyDh3ai1iY85Kbx+bGMuVV5ZlxGvrvDz744AOEIyH2F0Y/13I0ZlzLNdJP0UaOolQuBMGxL736LPfPCn72+tt4653ztMN9SMZd7jM5rDPo7jg+ZbaNXTv78djxfejiGatAvlwLYYp7xtj9JVy+cBOry9uoVcOYnpoHN0RsbC5TRrexxLPN/v178fVfegW/+itfQjf30d7eHjSlm/DNX/s17OBesnvPADxGPzbzWxRxlbIoBTLf4lkqz/0iziBlOpWhvBLISba0eevcv4Z3UBdpd67duEG5l3Dr9l2uBwcvf/FVfPGLXyJNh7ZomTr3DGkCi/NLmLo/g7mxRWRS7UiQh1gmi3OXLuPf/cn3cOvWQnBOvXt3DBWuv5XlNazlNqE50P+Busy+7nGtl8tV3Lx5k/1d59nsNud+k/eCWzxX3md6Ez29XQjRqVDgfrNr9yGcv3gdbiQJn2fGG+SxQp3b3NxAlefOfH4d6aYEZK+3uFdHo2H4KEPfxPe5BxSKOc5JFt09bThwZD+eeu5pROn4meV5v8x9OcxzTILn2pBTQ5Z2ZO/eXRgaHgjobWys87y/gFotiny+iPPnrqGjvRsZ7h3RSAJmLg4ePAgzo470I8azun7BKRwJc81u0v4v8wz3MV5/83VorYepT/F4HHdu38bM9ALtQQELMyvooE7Mz83jCPfpm7dHMD65gA/OjuPchduks8V1n6C+lVCkHocjEdR4Z/M5Ss/3ARiMfChNcY7j8RRqvAcYXFTlUOe+UKOdCEcinE8fbigUQDgcpoydAMfjWgqxXEEOj7g+IUhJX/ymeJ6MsL3rumwTAgyUjwPhyPHgkx/JX+URjl20hCtbAT4au9ZsoVCAT5qO49Bul6F6M4NwBeAjmsIR72qjVOtXuHJ8FYsl4nMMtEWu41IvKwHNBAOoruOQAmBmAf06LfHqku8w4vFEsJ5djkM0RV97sPJK1YcAfMyMP0EbEIbjukwjiEQj3BvSSHJ/1Rii0WjQl3hs5I3nBod3BTBAAnhwePZ1aANCDCS6LNedIhRx4VK/abppHz3I2c7pIi3Nj8tiB665ACzIm2NgFuYocRFywqx3qAFge5/ntSLccBg13lHffusNyqSEleUl7OX58b/4F/8F/q//zX9DGxrDC6+8iAPHj6FtYCf26FvfDKa6kRDKdCKVmK/Q0f3YicfRlGzifS4BXn8oW7AfH9IhycZxXbgNoM5IjwSuG6Y+gOBDsjEz2IP5AB+19agnJhlwT9UvfPuUUU0jYEdmBtdxESJNM2O/1HDqSl0XiEU9NjM4FmIfHkH1CPA0zwDlQS+pR0e9VzNWOHDMhR7REJhZwBsePCpTVvw6rFNeELw7oufDzII2xn5BuXtwUeNdRTYoGNODtSIeGvTwyNMo/8U6vatOqOpPqUDlossB6PUhqFygAo48GLfwRINiCuRBVrimfOYBj4WqV5sGCLcBAR3iUFKcZz8ANoLehS+ezAxmDj7P693UFGYWQKNObQRmVq93HIDyd6gXId7xNa8BT14tsDnizXENjgvI7oBaZmYBTR98I29MgnGa1fVBvKsPpaozMyUBjjJmFrQ3M7jU0TpvPuulLzWmVfZSA2DsQEAeqTPgo+4atJUKWAwzg/5RdeHT72RGXmgvawLuQx5Tj4L3PZJUPVy4jgszh3qikQCO6wIca9AV28MAcxyYMUOOzEjTF1/C91nug9TgOMZ8HVjw4FMfT4O/AJPMywZJpio3M7YVfQeAgAn78cmkz3MC4LHeHoDDlGANPPz8Q9rm1OtI9iE/ddlagOsTRxmzz99VJlD5L8LfV/6LeL/4bmZQvwLwEZ1HgUX/Xz+yvS7ngWTQaPdoAzMLxqeyRr3Z3y5zXQeu6wa8OJSNwOU9XSBddl0H0nf3AY6ZCzPSoa44AAycAeqM5kvgmAOX+4FDGkbbiAdIRkyHQGYhHWMzmJmS+jvlrjeHZWbSIf9hnfA1hqCAeKLBRjDyYHz3eAeQzghPOI7GQX6VZyf8GFTmskypGemj/oiu+K5Rn1SisTqug0qtAu1l5pIrfjzW17jeSQw+7XK1wPVXBGrbXI9l6vHnKs87U/WhXRBNgfoRmBnEh/pRStIcDttzHOAjHCYPy8yEoRJwyF5AV+MUzz7H7XPd6hf0QVlIdo06pWZGdq3emD/NLJCD+nAkowdgZojwTKTzkc4e2gPNjPa3FgBIQvjgo34la6VEgWTlcq7Bfa9cLhK/AscxaHwhJ8QWgJmxzAnGHYyZ7+KvAeBjZg/xzOp58dnAMbOAhplBz6N1yptZILNGnfhTWzOrtyNP4KP+Nb7GeNRWeI+Cylw3FPCjcQhXoLYC5Q38R9pqV2XASfdI5VUnwIM60TIz9gwW1XkUDdFVqnrxWuMa0rt4U51Sx3VRpd6Vea+XfoqucCVf1QtP4HK9metANlk8NEArKMJzneZW42nQ1zvIUpV0QbmEwiHoMTOYmbKcx/rcqz/x+CiIjvoVYqPecRyoTKn61xm0uF1Ehf4eM4PamNXHL1p45Gm8Ky3Sj6C2oqF30Wu0VRMzg+O60PhVLlBeeOAjfqSfAtEws2BMoqUyogR8SgZqo3LhCXRXMDOo3KzOa1D+YG3iwWNmD3IIaJvV380cqK3QPa5L8SLwuTbNDGZ1EA5f8OgjPgSqe1SO4rkBqlcb4SgVb6Kv1MyCcUkWAtVLjiX6Raq0ZY4L8mbs1pg6wXwIT7REQ3Jv6DAXUlAvGYUoa7N6O7PP25oZqrSHuseJP/ARLTNjDkE/0CNhMBXv6ke46kcgvln1ELdR71Pntb+JlEP9DOg6jlChNv4DmkE5kczqc6X2Jd4rt7a26JvZDu5NNd4b1VC4jusqG+i2ZCN8M6Pc3ICuaJtZwI/wzT6nK77Vr0sakptAeRFU3aPgk3+nvbklcOCl02mEeRGIRWPINOnCxTSTRjqZghQjREPjc0AlKn5LSzOGdgxhcMcgAyj7GVjZj127WniJb0ZvbxaJVByxRAw7dg5imE6YTDaJTEuS144SpuZG8Nmt8xibvAG4eTzx1CE8/+IJvPiFo/it334Br7x6Aq9+9Sl88ze+gMdPH0T/QAciUUO2OcnJpgMqHsbOXTuwd98ehCJh3Lh1E1euXsVnn13HlStX6TyYpyN3JXDYTtOxWqXBmqHj4YMP3seFC59C6Ycfvo8zH7yL7/75n+G9989gcWmR+4KPSNjFzMwEneLnWTaHWrVE5/86rl25jL/88+/hT//0O7h18waasxkGu/oQ5eU0Eg3TNjngLkyn7jrG6Uy+R0eevh3j0GDlC1t0HKawc8dunDz5OIYHdyEWScIQZmAtQ0hT7lFCBGk6dzS5i4vzDOxeplNsAvnCOgrFTeTWl7GwOAM37KN5oIlKXaWDr4KVlVU4rot0pomO2w709fdzDnrhca5Wc2u4ffc2g5CjHPsFOkY+YX4kuLzKYdja1so58ZBuSiJMGftuBRW/hFKlhA0qZ2G7Qiet5JKk83oYvT3D1IdW+HSahSyOVCJL5+Uc7t8bo9NsFa2tHchm21BgEGOGAYNLF6/hCgPVq6vraG1pp9Olm33XMD4+hbW1dR5AvKDs0MEjdOocpVxboN1henqGQdoCdWoPBoeGYeYEQdTxW3MobziobYWgjSRF/cxkm9DZ04X2zk4M0IHe3duDppYstuj4kLInU9Q94sSpj4VCngGDRUwyqLSxkUMyEecYEpicmMZV6lA+v0H+m6BvHKTSSTovYqhQB1bpVFxYnsPiygIK5W1EYlEuxigUrNlgEG9uahZbdLrFI1F0d3TgxLHd2LO7Fz29LRge7qYDsolrLIGB3lbsp+NwoL8drvHgRgdxrbrNvIddw+04uL8Te/b2obevk86+BFLJGDrbmzE02EF6zejpSmBzYwUXGTz96Y/fwqefnKOuL3PzqtJZto38ZjGYh9nZeWxy/jbo9KQaUKQGo2EKRSJobm4JnMRlHgZmZ5eCb2jBcQE4MALMAMigcCrY2KeRAFPaNxYA6UwCL3zhMbz8ygvMR3Htswt4443vc82cpb7exeLCBIOHNzA7N4ntwiZq3Fg/+2wEP/j+u/j2d17HX33/HD49P4E/+97b+B//p/8Vf/bdH+F73/s+61/DG2++DQU7IrRBwbxlMgx+daCbgYFjx4/RKRdHOx13+gWFOOeus6sTew/sRUdXB1qas2TTh9ZPLOFwDrPUqQPo6GxiEHEac4tzdPCPQI7XUQbXVtYKdJRuYzNfQgt188jhkxo3OD4AABAASURBVJCjsVaroimbRmdXM+uWqSt3sLA0hc3NVeI10waFKJ4Q9bmT89MMMJAaCadpK0IUYxREQCQe4TqqkpcKfAYJdu/eRedsCU1co6dOnaKTOofmbDN1ogNjo5Noa+1AV2c3UrTByXgG8vXn81WsrW7jk0+u4fKlu1hf8+BVXIQ4VzPTK3jv3U8QcROYnV3FJx9fwp/88V/gD//g27h+7TNUimXa4GTgcF+iPXrrzTdw5eoV6Fu3n56/hDNnr+PCpSsIRSNoaevA/fvjuHbtDu3cXeTWS9ji+j1/8SLG2XY3A6DHjx/H8PAwnnn2mcDBtW/fXgwNDeLOnbvo7u4OYJGBmwQDiC71Z2F+HgoS792zi3YtRLm2UI/byM8C7VUe9++uUG4+ohGPDtYyAwBLaOtsw9HjR7FdquDe7TmuyVV8/PEd2ts72FjPoY/B2B3Dg3TCp7F75y6mGWxubFDXRhEKR7HFi87tu9PcK5LgmQaOE8Hq6ga+853vMVDwDnUzh1AojiOHTuKZp55Ee3sP7Y+DWDzN+eY8ui6a27IoVMqIxDJYXMwz0H8fGxsl3BuZxOLyFmbn1/Djn73D4PstfHj2M7zzzocMIHH+2rs43g3ACTPAfJLrzcE2HXsz88toYT979h2DjzDiySzXXifaOdeJZAYffvQx9X0Rt7mHTY3fx41r53Dr+kWcefdNOFxwLsegXy4ZHZvAOAMX585fRCKZxksvfRGHDh+iHgJx2rV79+/gD/7wD/D//B+/jR/+4Edcgwu4y7m5dOkicmtrKNLu6U/zttAOKoh69PBBPPbYY3ju2efQ3zfIeYiTj2XML61g/8FD2L17T/DN2hKDBlsMwHYxALJr1y4619cwyWBnOBRBB+2c/kx+MplEb28v2vneRV2IhGPo6uqhLe6jrd9GnOcH/ZnK9fV1rrccl4cLn/ZEwbUOznmZ8l5YWETwTXAGH3yPsiuUyVMSL3/xy1zH3Zz7Qe6ZKUzRzu7ZvRfLC3Oo8sCY38jD91yM3p/C9PQSgxZXcf3GBK5eW0QqlYQUYWF2EZFIDHKEHzt2lOu6E08+dRpf+cpJbDJQ//77t5HfKmJpaQG6CIzdncWV89ewrbLFVZ4HFrBz5260MGi2nstxHia5PkvQt/OeOL0XHmWUZDAvStt68+YttLd0cN0j4DUcifA8MkN57sIW7fHk5BiMzmnX9UmjiImJUSiYYtyFXcehvq5hjrZ7cmI2mI87d0aoV5tc4wvBPjo7u4BPz13ggbGC7e0SbUIOvT29OLD/EDQPQ0NDOHToII5zHcWTCRw9dgQuL72ra8uo1MrkfQRzczOkN4PJ8dFg/fT19GGEQc9r5+9wLGBAssR1AUTDWVRKMWwXXMogx7W7zrYLXPN3yHOeMo0im81CB/KWliz5usL1MUu7E0VTcxRhns0UUE6nq9gx3MU1PgedlUrFDTz/3NPYZqC9SGhtTSEW9ZFORfBlBvZ27ezAnt096GhNolrO4+wHH9N5sYFEGOjvTiGdjGB4cJC8VVFg8M11HMqyRpmUaVtWEOJ4Y9E44gz61OjALtPJ3gg6VBj0NXMAOpO3GfwEHM5LMZB7gUGOCHl2eQZuyjYj09yEaCIK/fKJG44iEo8hRl2Pce9nl8G+q/NFJBrFNvcMmmaUHRfJtjakacdjsRgipCddr3APrFY99mvw6CiX07/AgGC1UoPDNsKRfpBd6mAV+qWQ/OY2108FuVyBYwpx3c1gdGQR77z9CX7603cxN7sM6f3c3ALkWKnxHJGgkEqlPJqaUgyaJAB4PMsVSWeb9mwNH539AG+8dYb7wCom5ybQ09+F3OY6g6tzCIeiSCRStBcr0J+wPXFsEK9yPppSDhwrcz2sYHzkPs/DeZi5iCWS6Onp5/m8F089/Sreeusa/uiP/5pr8DOMc3/V2dsNhbnm18lPlvJawbFjJ9DZ1cd5K+Pa1RuYnJgki1X0drfTDofoNCrDzCcAruugq6s7aNvZ0c1+i5QduGamqespdHX2BGtsaWWFe+gS57+GcDhGm/weLly+gu//8MfYtecAx+/izCeX8Mn5K2jNtqI11YKNlS3cvjmKP/7jn0F/0nxqahnd5Kurs5X8RNGS7cFW3sPC/CrSqSQef/w09u8/wPH2IM0zeoVrvr29k3MH2ptrKFe20drWTPnFWOYjlU7wLvMtdHb3osC99NRjTyBG2d5gILxEXejgWVX2cos25qmnnoLWrS6aeg+HElwrC5yXZSjgXaXOptJxHDtxDFcuX+I5/lzwiys52tMaHdihiGEzn6Opq6KwtRkEd3O5FcRiYdrrDRymrV9f3+D59jrlNA394ujNG3e4PlJQsH58fJL6UeR6LHIcHs9MR2gfn2Z9DAMDA8H5MJmSLvnIZrOBLgIO999mjNwd5/nOuBa30U699+iMb+/ox9XPRuHQ2XPj9jrnf4vrIIIqldvnLqiLb4hrTOtGdxTA0HgkA9dxAvxiuYQY11yIdMB2nqe1YpRtknyWsUV7Klo1rr0GTo19uNzHzRzaYI92ocKxlSAbEON6VJ37gJ7Pc20d30GUazjKgL36qbEfj3KtMUAX4n1Q0Bi/bJ3Ol9qzNIYg/8C+BE4IjsvMYGZB/z73OYHshMYmfIH40X4ofhyOtzF+yUM86d2McuVB0KNTpkoH6jadVPoFOJ/esyLPd7IfJZ6VlHecEMcq+bhMqxC+eFU/KQaSMzxHi6bA8+pyqdLhIJ7D4fDP8Ss5xXm2dmhHwSCquYaaXwUYOHToKHdcwKWMo9EQ5RYOQEPwuYeZ8MkvpwuuQ7qeA1AnHO7RxjyPwlzDPvdsH4DVP44LNxaHuQ7inKM79+7hk3OfUoeu0k4tB39Npowq7xqpAL/Kdkb8Iudaf62hXCpSX0KQc330/ih6u/sw2DuETCKDeDhOPqQLNcqk+nBOwEfzp7EHQDvlckxmknmVMvSIC/IJpn4AmkfJzsygNponvaucLBGRYyJPLl8EIdILuSGYGdt7EF5NewD7Vt7MgRllwHdOCTw6632SAIy4gOgLVGZmLPNhVsfHg0f1AtF7UBT0pbyZBfhmn6dVznmDZ6Ul3gGL1N8S9axMHVOZcERTNAQqE32lNTGqwkdA5ao3M0iGAjODHpU3UuUFwjdjPe08BEIgmLGMqU/9rvEAX6Me1XyfuudLnYKxsDoYn2gI9C6aIIZSgUu5Sv4ex6ZxqEy4Ss0MDpVVeTzymNX7fqToQVblxr4dOKEIjHPqBOvCwEICPh+zw1fpvxkMnz+NvtSv2aM1P48jHlViZjAzZYNUeipwnHqZT9tEdYXDdUnpQDI0uHiUvvoUNMYPPmYW0AM4FidEkUmnmFDG/FC/QJ3zCDWCzwojvsOWCGg7rst3k6QJCPSVNWAhPywXEdawG76zhk2Vr/PtB2UwwHWcgB74iEeHSA3e9S45KDUzYoguEzb0qRcg7wjyNZAD0gECm2PGUgSPH/z8/IdZvc7MgkKzeqo+VGBmpENm8Xc/wnsU/m6sv7vUrN6Xas3qedFqvJupzKfs66Dy/39AzernJI1W8POtzES3XmZmwfjMJEv143ENNeRncDmvDfnjwWMUh+OCdQbHqQP4mDkw/WOXVHVOAWnR5knPNG9ECcZCFKidcEXbJTHX2JbtfNoQ4arczNQEZgZTzvfJmxfQaMhJqUBtBEITOGpD8B70L5xGmeoFZgYzg/pyOc76OtJ+4AEGOOYEfcEBQhGuCdqjKs8TFZ65PPAf9zyP5wSVySeqM4lH22Tc04zn+BD4z1zoXX2Aj3hsyEM8qb1SAashPPHiOg7YOWq0ySo3MyUBCFegetFTGzMjmwYzAvhQlqoH7aTp9YFchd8AFgf4jfdfTMWn+hGYGaLcf7X/iz8zC9qKhvrXnqe82oiO8mbEcYwsyGZUiO9zbwxBv2gkHOEKT/RCPBsp1bv6a6TKmxlUp37qqUGP6gRmRtoPgcP2H0IDT6lA/Tb2MLZQEcSHQC/qQ6noCoQvUBufc+1TB5UXfF6ucYWhMais0V44NcrdzIK6MMfYoK/+RKuBq/OYQPVx3k1FS22FIzCzQAYqF4BPlbqtvxbjs67E87D6Ey6rAj3SnITCIbgEcx0Vo8bzq/Dq/XuBnBzqmnAFZsbzcAUV6p1vbMJ3/gw+GluDvgqUr9ORsiHoU7TMLKCrerMHY+c50uUaU5l4VTtuB5w3h2AiF7Qxq+fNLKAnnqI8f4uu2jTOyQ71SvTEk86xWueiLRyl4KM2whHwFcJVvVLhmFnQh/KSicDM4DoO9AhXZcLXu1mdN+XVRqC6RtrI693MgnGJL4e8ahziw+xz2Yj+o7hm9TaP0ld9g67GE3pEjmovUL3amNXbq43KA7lQ/6QvWrcC8SFc3Y3k96hUy5yGGkxDNgRrIaBn9XkTrmRQLJWoF+Wg3sygsQjEk9IAQu7DctHQXKkt+AjPzAKZCNdxHbhcD+LHdV1i1PsW32prVsd1HCegqTRAIrc0jMzSRnM9Ei2gyYJAf9RWeYHaCETfzALeH46bZ9oGrnDMLGiv/mu08aoTiH+B6JkZGrjgo/oGSObqR+ORvM0epVcL7heOLqUBMU6KS4Q0HUY7hndg/959yNApJGKrq2vY5IVcSq8ARn//APTnfvWNod10mO/YNYRde3dg955+7DswjCNH92Pf/h10qmXgRhzkNlcwPceLt20zALiOqdk7mJy5idzGNKLxMnr60ugfzGBoZxuOndzDIFoP+vubcfjQEJ564gh+6asvYC+DUIODPTh69CA6utp5yS8in88jl1vHO++9ix/+6Ed0vN+mMNxgOuTQau9sh5xhE1Pj+PT8Wdy4eRUjo7dx5doFjE3cw3Yxh6ZsFL19WThuEeVKns7zFdSqRToe7uDcuY/w7ntvBb+BPkVH6PbWBhSQW2LwdY1Oan1L7tKlS7jCYOv1G9cxMzuDs+c+weXrlzEyOYK//uH38X/77/47XL12A02ZVrS39iBMZ8nmepF9OFSiKBYWlhgQGA+cTfoGWLFUIB8lZFuyqPllBraTdCDE0NaeJTRRsapwQx46OjvQ3NIaOHljvFwCRnphbDCANk/n9BwDGuCToNPLzEEmnQkMfnO2BU889XQAJxjY+eVvfB2n6Vw+dPQwmpqb6cgr0FFRxerSFh2529jYqCASSvPCmkK2qQOGKJ02VW7sEToqvMDJ5fhh3Lx+FxfosLp5YxTzc+t0OjVjz94DlO0gL9wJFEtVzEzPs26Jc7KN3PompmfmcPHiFbz3/gf46KOzQUD8+9//Ph1cchhXKesCvC1DcbUCvxCGS0PT0tKCJjp1otz403QSZJoyiCcSlFOGwZAWwHWwTqfS2uYGYukkhhgESNChX+EBKVj8Wkg8EHHPhHEhRxgA1Tc3FCzq6elDa2sbnVObDMBNcm7mod8+dsOGMPU4lYlT5hnqbJRyyWFpYQETI6NYW15h0LlIZ0CgL0LaAAAQAElEQVSEwb9W9PZ2Qt++Gaa+dnVkEY8aHXRx9PW2o6+nA+lEBG0tTRjs78Wh/Xuxd/cghgc6WNcJn07vpfk5phV0MpDaQ13vbG0mfhbpVJR6U+UQffKZ4pgTNBA1bow8yHAsoFH3zRCjI116IChXPPIep+xidK7lGVwfw73RKSwsb4BnQgAOHMeFtktfP4NM8IP64sLM2Ae4UQHmENspY2BwiI7DOAM2t3H16iVcuPQJdX8ci0sznNclZJuT6KSDdJUOvxwDFhsFo/O2htmFbc59mQ6/Vdy+PUsnsKGvrwvNza1cAwvsw6ODb4uBsQJ1ZZp49+j8u0JH7VuBEz+TaUInHaxZOrtpZ5FMJRGORvClV7+IZ198Gp3dzWhpS3AOMoDVaGvKlFMrPE72BAP4Fy9+huvXR3Hmg6sYHZlHtqkT+w8cpqP0MAPRFQYlL2CCwaLCVgEOAx6hiIf5xQmObRTTs2PUizV093Ri377d0LcxFIjyeKiuVhxs5Lhmsx3oogO1t78PJ04eh0cH0/LqItdtK4Z2DEOBVM+rYWBgiLqSweWLN1Fj267OXs5tCiE3TJlHsbi4znVxE2++9RH+7b/9Hs6cuY5tOt/BwG08mqLsxmhTbpJ+CLv37eOY22kTOzAwtIPrd4sB1eu48OFH2FhaouP9p/iIeR3ac2urtJubeO7ZwzhwaB+Gdu9FzY1gaa2Is59ep6xv0Ub1orW5A9mmZtrh3cjnC5DDXvbuMp25Fy+dZ5DzI4yOjlK2LQxErNLBe5G64WI9t4murl6WrbDdJtdpBt0MeKe4PivlbQZ6DtBB/xyee34vTj9+lPNSw9zsClaW1xGJR+h4XaUcEmzngEsdw0MZ7NzRC98rIxYNoVTMY3xshP2scv1tsJ8NBh98LNIeewBe/MLT6OXe9MMf/oR2fpw6mkJ7ezfx1lDIV3Dpwg1cvHQNN2/exfLSGmSDytx01zZyyBc2sZHfwMrKOp3V6wxerBDyDDLfwuuvf4Cx8SWuM0My3URbVsKZDz7D9394A+Wyg8dOP0V+o4hxnFUuqr0HDiEcSWBmbhFrGwUsrm7iL/7qNVz77CbHuIFMtg2PP/E0Xnz+JbQ0ZXD35jVEnRramrOc/xBOPvY4evt24Ctf+wZt6EEMDe+krHw610vY3t7Ejp0DOHzkAHbuGmS/RroXMbcwi+PHe6ElvGNoGIcZFP3C8y+io60dDu3CsSNHWHYQX/nyl6Bvd5Z5ONcvuuj/iG1qbqezsgX6pvehw0ehb311cJ0NDAwilUxzPyggGokhGo0hm20GaDMi9OgkOd5MJkM9aEeVNnVtLcdxR6Hgr2MO1lZXkMmkub72I839p5uBv5MM4qbTKfaXwiwDQRMMHOZyRcQiKYScSLCHKBjT0dFLX26E5WmYH+L6v0t6ayjReUqLxOBOHmsra1heXENf3y7qSAQ5Bp5qvFweO9bPuY9jeHgI/b19GB8dQZgHwSYGk/UXIra2trn+Umzjoqs7jpDroIXBsw0G5wcG+tHM+Zlg8FqHJt9zsTi/iEuXbuKz6/cxNpbD3FwuGNdATw+M67m/twfRSDgYZ5TBNo3z8dOn0c4gtH5B4LnnnsXevbsZsF2kLi4jnogiEnGhb5atMRhUY1BtbnoW/f1DtCt92MqXsbmxzWDTLGKxFBYWlzm/i5jnvr5Om6o/CTw6NkpaqzyH7eJYE+hob+e6WKN+FKi/y+hlgDvES1a2NYPJ6TEo4N7OvUTladrNSqWMDZ5hcqQXJl4yk8Q1nmG2tsqIhJPY4BllbmYJ2/kSlubzXBdlBHLjRdBxHOR47nrhxecDJ8QTTz2BHbs60dQUpd3bC49z0NXRhIMHhtDNc0pTMooU13dbNoahgVbK3rB31wAOHdyFQwd2cG3dxfjYCh4/dRA9nc04tG83qgw6HT1wBDsHu9k2jN07OzHY1wujTTWQRwaRQpzTTCYLnQlSDBrkt/Kc5zBqvIQmuefrXFvh+nadEKrcB0NuBI65iEQilNM2bUcJrusiHI4iHKKu8RzlEHdtPRfgxBlUSKWT7NFHteoFdIW/VqxidbuCfNXHPQYEdQ6J8Tyi/gqFAjRHRQZnK3ToGhw4jgvXIbghuOwvysujcNeCP9laoly34JgDblO0J1UUSX+DdqO/b4h8V+jcr4HLC+0dbahVXezbexzFgov8hsegd4a8J9HZ1kV9WIQZiF/G008+QbzdSCUi2NxcwrPPncT+Q6cZ7LzF9TnJgPUOZNIJvPaD9zBPG5xMJNHX0woeuDA/N4bS9hKScQ//9J/+Jr765Sfx5OlD2LNnmPvhMj69cBNXb65gowS09+5AsRLDJxeXaC+XsM59cJO2ditfg2z7W2+fw6XL11BkAPLG7Tu4cu0mShzfRx+dC/b4jQ3a/5Vp8lzAEIPuu/fsRKm0TTmUuObvYJ5rb2pqGis8Y9UohBaeX0sMIk1MTMF8F6iGkGDwfKB/F4rbHs/0Zbh0eGvebrG/jo72wG6PjeYw0L8Tp04+iWef/QJSySzvOH04dvgksulWlNl296797HMMs9R712K4cf0O58TnXnwR4+PjKNBurPMeND+/RFu0jp6eLnTyjrG5maNsSPuxEzhwcD+SyQT3h/cQo86PcJ98770z0F93GRwcQIh202iPW1pa8BTP4Tpvuk6I461yrj3ud/toB4a5/vJB2c1bt3lmuUl6HyHFvWfHjj347MZdtHK9bzKguM5geLFShNKu3i7qzhZmZiZpY2LYubMX2re/9KVnyX+J6ySDpkwz9MtoYer7iWOnEA5HaHM6MMVzTxdt/uzcPO3OJHR/GBsfxTPPPIYmBue3iwW2b+bclDnmLugvP2QoN3NiuH7jHu7cu4/xqTne7ZaxmisDThKJdBpp9hfivuGEQ5yHKh1tRh6L0BqNhsOgwlHGNXAymfoo8lIfZnkykYDPfyo3B2xbDqDG87vWUoL1MdF1XJZXSc+jDY4HNLQGzAyhUIjjC1MvtqF16XLtRSJhaK16nhescZ+LTmuRDAT4BgvWqHCFU6MtEZ1INPKwXZXr2nUc2jkPsoXiV+tddISvdqLboKF32SHwEa7K47Sjed5f5Ywpcczibyu/FfAvJ4nomFnQx+bmJtfwJmRXhKd60TEzjruGcomyoZ3b4rlVUOK777OtechRN7eKWyiUCrRjteCXcB2uD9EXX+JT8mi8aww+MUMMnLqEerAC8BjE0dm15lfgMSrq853ihHRcgXt9e7VKx02N5aLrMRjtU8YcchB4YTGn0oGmVLxREeAgRHADIDrP6zXEuXbeO3MGoxNjePv9d/Cv//DfoMI70fMvvYjm5izHa1zjFZ4Loghr/NvbqPFMEKNNHx8ZQzqexK6hXbyXbvMOVWN/fiBTzaGgMU7NQSNf4x4OPioTeHz3/Xo7JmyPQCc+L/MpAy8An3udyo3tg7HRRoFlLuVvTI1BUkc65bioy8ULdNLMAt0xc6C7TI14ctSrP/AxCyiSf34eFKq9eFZ/RAk+yqvMzKC8QHiqlG4KlPdIw8xgZnoNeDGrtxG+aFBtUKNN9TgjFeq9mQX4Zha08YOfP//DrE5DpWaf5yVr8SJQnVL1I1BeoHKHtlDgUpmk02qnd9UJJwC++KSt4Kp4MEcStWAMqmd18PE4b6KvVOPRfNTfH8wVZRCUE1vlahsA380sGKveG3UsDj4q80nMcdkvwdG6CAHGdeQ7TJ16W0d8PaCjPPiYGZRvgFkdF3zMLKgDH/XBJJhDpWZ1vEY7yacBGoPHBeNzUXkcs8/1SuxAR4VvxjeCxuFxzKItuSllDRWKTPvGvtSTw3G7zCg1ytR/CA6om2wvG2VMzazOL9uKtuiBeemumQOA1B/giFeKA+AtFfBhRqijBHxqnoVjVm9jZkG5meHzp97AZx8gL/VyI9/GrIA0A9oeaFzACwMQ9MfkwSfgkfm/nbLwwUd1Zha8KR9k/p4fqhc0xq+85kPp39PkbxULV1CvMMpGY/Lrr/8bftZpqB3HTzk82tSsTrdRJtw6eJxfD+K5xr3Uox5pbhzqcL1e9OqtfNL0G/JksR+AeBX48GnffNk7gv/A1qtljbbDE7CsISeVSzd1znVggIipkKB+mQSfEPVI9cQgCjtkqZlBbcFH9BpABJgZHMKjNPB3PcSRvknvZGca9NSuzLuQmfGskkYiGUeYvgZzHhCh3kqv/EAO5IeMmWsI2kvs9P9o7CyG6zhQH3jkMdRlFcjkgTxUrfbCFYgHgRmx/w4I6khHbR4Fszq+5CEc13HqfLEDvTOBmSn5uXLh6wyhc4dS8SYktamRRzODzgQCyUo8ql8zC+gJTzTURnVmHCN1xeNGZpRNlOdeh7YRlJlwBcI1M2jORMsNhR7yJFriQXiysY7j/lw/qledaIAkHI5TeZUJHs3rXaA2gnDYZT9Gfa/yDldlWiMLfgCqF6hvpVWuB9ESiEajXGmxWAzamFlwbtQdTrrEwmA9qY1jDlTmup/v9eCjd0GVZzSd3yR3vfuUl/9gHah/9ROcv1hmRpky1blR5xPtfdqTxaPKhCd8MwvOExGef0I827qubLYXjFM4AuELl6wEH5/96t2hHB2X+JSpx/lT3szgsBx8fPYvPGaDMYqW+FS5QHnVK++6biAX8aGzrWj4pEly0CNc4SkViFa1yvMZJ1RtBJKdmUG2o0abonYqEzTaKlWfAuWFI1B/AjPjlPgBv+qngWPGQRJRZR7HpfIGBGXUe72DeGbGxIiNh6nqGnjqWyC5eg9k6TN1HAtkJz5Qbx7w4vt+kJo9KASC9wY9n/w8zJMPVn9Ohy/qq7FOzSyoA59GeaNOcxDci+iLkDzNcQI9UH2Z/j6f5wWXZxfHlYy8oM7MAp3VOidJ+JS7wzKNoQFmBjMC6TmuG/SvOjPR8QNZq63KlFZp+2VHlHeJL9riR6mZBfjiXfUaeyBHjlu4oiEwM7iuE0CItkTAoodyUzuBQ55c9tGwJyoTbdEUSK7gIxzpkfAFYdof16Hus65arQa2QW3N7G+Nr1EvuuAjOlr/Go/oclcIZOlMTU1BkKNjTUKXIF3HgstKjZfGlaVlrNApPzMzjft37+IuHRSrK8tBh3FuPNvbW7zkrSLECUqkuBEp6JSKoaOjlZeeTdy9exPLqwuIJcPoGehEoimEts4k883ItLjINIfoGIihsytFR34cEaeCqFtCKuYxX8L21gqmJu7yMrlKZ3Ied+7eZiDhKh3/V/DBhx8HTj1NXIROTMd1GTBapQMhR6d1LrhEb/AiGotH8fjpU1AA4fDRA3jm2Sdw8tQRvPzKc/jKV5/HS198Ai/T4bBz9wD0zYmrV8/j+vXLqJQLGBroQ39fDx09A+jq6oCCyF0MEOhi18zg49zcLMd4Bz/5yU/wf//v/0dcunqVTvQ53GWQzQ1H8dJLX6aj5RDa2rpoJFw68WqoVAyuE4WDENZzWww8bHETT2CbU0iqoAAAEABJREFUTqStQh5wPBid6xubqwwUzHDcWyiV8gjTgWiujxKdJ36qFBgvTSqRoaCs5PEn3/4BAzDfxeVLVzjBPnnuprGN0qy5yLZ0It3Uirm5JQaW72BiYgb67fve3iHs23MEB/efpMNpLy+iHq5euYebNyaxulLE1OQSLp6/gZ++9jY++uAczn98Gec+uRQ4nbYLVfJWo6OpiI2NTc7TJnUhTJkN4bFTj+Oxk08gnWrG/NwyLl28jrffOkfe7uEK6b/22nt0VF3Dndv36Wwap7OmFd/61rcYxNmB/o4BRP04nXcLGJsYD/RN/zdeS2s7A5qtiPHSzUKYG0KJi2Elt0an8RQWV5aQo1M8nk6hvbsLcuSUqhVsbRfhmwP9JneNRpz2i06iZkRjCcTolIlGEqiWfUzQib5I5zVtI7LNWfTRUT7YTwc7ne1xHhIikRDH58DgMzVe8JvoPItxLgyhMBCLu3DcGhd9mXO9zvldZp8bKNOhsbo0h9zKIpLUxzY608DDqNbXFgPgcqxsbqyhSh2IR8PIpOKIhh0AFRj1IRYNoa09i927+9HX34H2jhbIieu4YZi5IBIqdPhWOLAi1204Fue66kQknsLU7AIuXL5FBwWd+etlbG5V6LjwOAIHNfJQofEzM+gxrmOlNPfUnyoTv/7K6mQyhiefepI6sYZ/+2/+ED/8/uuBLu2g8yISCXPcDs5fuItv/9lf4advnGEQqQg3koW5ERgNVyzmIh6L4NjR3XjhhVM4fOQI57wFDscXjaob41q6S524jAsXL+HihYvUrTKDkI+js7MbMY6pSCe1nKuAQxkDg0MDaKZc8oUVdPY04dTjh7F77xAyTQlovaSycWRb0yhzkzAnRnqGlZVN6sosxhlgXVpexmfXbjCweR1zs2u4d2eCTuEp6M8onz37Pm7f+YzO5zu0K3P49PwHuHr1HDbzK0ikoqjWSuTdMDg4hL6+YeTWSuho74e+3Vehw2lmbg5bdK53dXfgCy89T5tzCJGoCwUiJ+mEr3EDkYNshQHXFINNuxnc9BHG+MQCOjr68ZWvfoO2IgyP+u3xQulzzGE6jou1CpKZDPoHh8lHBpFEGj10FEdiGaSa2jinDjzPx60btL3zC9S3GMCDbYb6/Kvf/Cb2HjmEadrwtz44izNnr2FuscAxbTMg20NH6hyDyhcpgxm88867+Nf/67/Gj177EW7duoHz5z+lk3WG9mqTutgCfYNbjrsMedc3JRLkY3Nji05gOty45mZnpqiTJcpuieukmfqaZIBlN/bt38vgzj1Uq4ZQqAbtN2MMcucY7JWjcsfwMP73//Hv4Te/9SuUZzPWVpd5V65C30xta8tyDotcc3EcoS0/yIDMiRMn8dLLX0QnA7l9A0O0DUm0Mx8jP7NzK+wjwiDPQfzmb/46vvrVLzPotZvuhwJlnKYNSKFMZ9x2YRvGf/pGYoFBmWKhBpniWDSJ7u5OBmWz+PDsOdy5N4dKzUVvfytOne5GuVrCBOfS4eJv5pq+T4ee/mS1vpXU2t6JHIMir795Bp/dHMXC0iqmZxbx4x+9wbm5h7mZOUiJn3/+BcQSSQzt3Ek5teLcuYv46etvokR71NrRjaeefoq6H2FA5DR27xmi3PI4dHgXvvb1V/Er3/gaXv3yy9SDOBweELS+Ntfy6GjtQH93H44wqLpv715ks02IRaLo7uzEhU/PY2M5h5ZsG+6NjDPAfAWnHn8csXgcZ868R93xEOZ48nTuJmhnn3jiSdqd3bQXPmVfRpz2a2trEzo3bNOZucKgaY3rSw52nzrqOhE69CknyqZULjJYlMcc10I0FkaFZTU6ZM0MvQyuvvLKKxzTLsR4ANy9aw/27tmPrXwR3/3Od3H/3ij3jjSWFpcYONpCJp2C/rpEOGysu8dzwTRWljcxcm8G58+N4drVNfQxoPDkk6fhuiE0ZdL45jd+jXvbPsJeNKfbkIg1YYPO/molxGDrXnR2dCASTqBCT+K+/Qdx4tRjGBmZoAx8pBkMGB7uox2O4PChXTCei3r7IshkjEGeGWSbM+yvB49Tdg7r5ufnuF8vYGF5gXtSGU3cM4Z2Dga6GuX4zAB9m3rfnj083yTQ1tKO3u5eBmuXkVtbRzyWhWNRdHX1QTaquaUD20XZfxfbdLjPLc4j3ZTknhVBPJ7g/lKiLRnHe+++Sxt2jcGf6xgfHycPi9AvyS0sLjKwsYQwbU5zaxYdDMb1cj9ToB2e4cyHZ+E7Lvq4p4RSIaSzaSRo4+UUd82B64TQxL17oK8DL77wGNd7C3WyDF3a9u7bF9i2zc0CFID+0pdexnMvPIF+nvG+9a2vIhYPoVYt4sXnnkI8auhsC+HogQ7MTt7hXL3HNh1wnBJtwxwibgVdHYbx+9fQ3daKN3/yLuWxgVKlBP2p6Fg8xb674bphVGn/c7SX5pUpgxj0+NzztvVNU9rIENeAyioM3qWSGa5ol+ulBjMLAioeba4Oxbrwua4DNxTh/Mc434A5LvKFLQAOcrkcqtwXa7SjctZrv9+kjVjc2CauB/UjWjozF7gGFPCQ7SoVyzx3lqC8Yw6ckEu6TtCGhIN2jssy1vk8ZOTzBZmAwGZqvZUZRGYxaVSCtVYs+lw789i1ezf2Msj82GOnSCaCgf69DB5l2Va8R2CUTS63SZ1vwcjdUfg8A9y/dYu2PwSX55G13DKOHtuDf/iPvowXv3Cc66yfe9459HTF8OUvvYRf+eVfYgD2GPbtG8BLLz7Gs9t+pJIeOtpi2Levn/vDEuCCeg3ky4ZkSxxTy6tYLZTx0fmraG5Ngd0jGm9GzU/iwOGnsLJWRWG7TJtyHolMBn3D/fDNkNvcRktzG/r6+wI70d2dRbY5gWjUoRy2uUeG0NSUpt7E0N3ajrZUGs1NzQAdVxs8L4cRxfFDxxFxQqgUt7mGM7QreXz5K8/i137tVZw8cQC/9EuvoLOzFYODfYEOh3kvuXD5BtY5f5cuXUMb19bh/Yd452jjOJPI8fzI2BN2DQ/D4HMdTcJjgCNDvnfv2ov790d5vs1zD9qJoaEd2MWyLM//bQ/+XPpabhWbmxvkv4jZ2Rme+1YBVJHPb6C5uQnT0ysYG5tCiPpw+NAhOI4FfZa495R40W3h3rGxked5fInrxtCU4fqwOPXAw/jEPJaXtjE2Os17yR1QPTE9O4tsSzMUrKVIsXvPbsRoY2bnpjG/MI8qA1uPPXaSgeNnAzv2m7/1AlpbWymXr2IP7c8Qxzm/MEe8Ku3dKNdXK2q04Q7XwG0GcFdoO2amJrBn9xDPIHls8S4UjYV4N1jhvDgBzY/P097MraOtZwhLmxWE0+0Ym11COJlCjf/cEDCzwHFPzkL66ZHxcDiMeCSKkDkwrq2w6yHCC34k5LCWeTq/Nnl+d13WE+CwnGvaCUVg5sKxMMK8V9V8oy56DA76nC0XvoWwzbVTJU2tPfMpfua3GWCMsr8wmfE5vtW1HErEC3F/M3MQDkVRLdeoRzV4FR8uyypcw2Gup2g4Atdx4bGdaAIedTQS2HOPjolwOAQz4xr0ESZuyI0CjK5Uyh6qFY9yIyhfrXL91yjfGtd0iToQ4h6Sgeu6yDQ1BfPm04ZVeGZaWVlhuwrMsSCVrQpx/MIVVCqVoDyeiEOP6hzKSXWioTK1qdIx6DhO0Fe5XA76MjOOgLyxDnyEb2YB/3yF8GXT4IKzVwMcDgc+YnHOF+fF5Ty5rkOarCClKs+hNfJs5DXKvT0SCUEt+COg6ZGK+vBo0JSamaoeAPOcQ5/7UB0cOJzbCucs1ZTG177xDcwvL/GcPokPPv0QLV1tgc6oj5Djcq48XL98BVfPncMnZz7E/NQMDh88jBrlfvrx04GOOQhRxywYe6N/pQLJSKnGK2dJmfuF5syhHgHiDcHjUIYNMGM5S4WvtgFQPiwCiKdmyoum6igEjsmC/g1AyHWI4lFENbiOH9SxGCLrcEw+5eFx/NyiqC9E43tQDyN5B67rBmBmrPdIXkqOoM5jIzODmUFPY3xmFtQ75O9RMKvTAB/x6vsePOq09EvjE70y59dC5MOpPqRL9L8z7/s+1EZ9CEcQiUQgEN8qb6TCE6gNmwX0yE6QhmgHIpEwx+kEfIuOQPhBygaegMPUn+T0H8jfzAJ8jVsg/BoDjUrr/fgBf+BjZgEu+JiREOkxG3wauMELf+idCRQw8R/0JakHPFBmvvn1v0KkzYN5jVNgZkEfZp+n9sgcmLFfULaP9C1eBepTIDpKG0D0gGZDjnr3yYNHnanRRkn3xaLOHcIxM5iQCOLfo4747K8OKnRo28QD88HHgZkLM4dvFoy5nvscx4EF/4gA0VFa57OOU6tRShIQK8yMPwElZsp7PBvUHrYDHzNDg1fwUV4AOD+Hxyq+kyeuCT8An/OpPlXGDiV/rinZLnAe6vg+2/jE8/5WypZCIW8G8W9m0GNWTzU2gcoaoPe/C1RvZgEtn6x45F1lvwhq+2iZ3hug8kZeqd7/f4HwBMLzqQc+169A72Z1uTTmXGUCXwwyo3KtE611gce1QvXkGHzW+g/lJRw1oerAD2w1JceC4J3zAKgfllH/fPrVQF0M0U45kgHz6udRQONRN6wXPkhPxWamBGYG6XAwjcIRLuqPaGkMDWi8By2FSwjyRG/gKK1yfPVxegF9l3tqiBDomgfol8UU6DIz3iviSKaSiNFX5YZdGPc3gU8dqxn1l4uMEuIO6AX6HPAK9ko+dcbQGlGfDd7ISvBRmUDlAuWNQpf+BQiP/DAzqFzg+dJfATtA/TGzoB5MRUf0AuCdRfJ0WG5mrDZODj+UsfBET2CmefOhNirXPAv0rm8t6r/sqZKW5CN84ShvRnqo02MSfBrlZJPn33JwxgHXohsJwVyDMS8a5hhqVJxgHkjbzNBoq35VXuHZTHn1Bz5KGxCUc371zqq/96N6AThPoumTMYd8UNQUDSebLV3qqEB8hagHSslpIC+Vh3lOVVkDVOZRhuJBcjIznoNCpOejyvOUynz2Jzy1Ucpugnq9h0JhRKLR4L3IwGyV56YUz3Bh8hFm/zq7q0+10b7lsy8zg9qCj9JQWPJ04VOOVcpP5zrt1+rbTPy4iEYjlKnDdiB/DsHluxvMc10WPutUXudd4wEf8Ssew2xvrgMKIuAVfBwKzozSIfA1KBd/ArVX/6KtfAOEZ2ZKNA1B/6pTgVm9vEp7oTEIVGdmAa/qW++iqz7E26M8OMTTO/io/lFgUfBRmdoLREvvqjCzYPyN9lWezQWqF4C6EqQAGmtTuA0AH9ETMAvhCjzOh/ry2T4YMJeqWX2cwhP4nFOlvwgq/0V4iEMajb6Fo37N7OEY1G+JviH54SRH8SB86VKEOtyQHfioro6j85wPrUuf/ArMjLoSIl0L5sonr49CoPssIxniOA/BzDhdpuJAFmbGOgvy0s26rlehR3wJzOr1GovKBZqDxhhU3sBzHQc6Q73Y2WsAABAASURBVIa4RlxXZwKPZ5Yq+wT7oZ6qMcEEpOsQ38yCMYimeNC4WR3gi06Y68hxHQR7gOsG5epTvEo+yjfGrnErLxqip7RBK0z5BhDwRjpywORyG8hvbQWXPTXQZTafz0NBJ/IVLNAtBiXneIGfo1N0cXGBl/5ZnD37IS5dukCHyBQv8HIM19DT00Wnzx70DfSgjQGf1o5mOgATdDpvY2llBnCrWN2Yp6NlBqFIDaFwFa3NSbRmU4i5PkJeEeXtHMZHbtGp/x5Gma4wALW4NIcFOhPHx2exvLyGtvYWOsgP4fjxo/jGN34Zv/Xbv4XBoQE6tifwxptv4uzHZzFJZ8AGA1TFUgFr6yuIxF3ozw03tSYZ8NiN4ycP0VH9GE6eOoSBwU6kM1EMDPWQ/50cR1vgdP/a17+CI0cO4vixI/jyq6/S6fR1/O7v/i6+9KVXWL8Hj586CTlUHBrrHTt7MDTUT2fFPjz7zBfw1BPPY9eOvdguVDiWS3jzjffo8L1J58V44ASdmZ0HDHB5gVhdW4EcOqsMHKyu0nFlVWQpk3CEisGAms+AkxOmMpkfzJXmifsKnZ8Zbl4VBjvu0Gn1ESYnpxGNuejq6qHzZwsffPQJ5bbGPpJUsAj7naFD+jM60m7g9q0xOqo3MTEyj5nJFYzfn0Nhw0Mx72BpbgvrKyXAi/GCGsLSwjpufnY/+H8MF+ZX6Nwu0QHhIRZO0jm9iZVllm1WGfioMl/BzNQCrly+hk/puL918y7z17GykkM0EkKKzpahwWEcO3YQu3bvxIGDB4JgU0tTF2KhNCJOCpevXMHHH3/M8UyhiY60eDwZOBE2qZdVHtwcNwSXyrxdKWM9z/7pDFshyOksJ1OmKcNNroaFpQWs5nJYWV3HAp3yGwxcKrC6urKOq1euM3g3gsWlNayvbyG3vhnIMpPJore3j06w5mB+5DQAjQ7PBHAAOri24PlVxOJhxBIhHqoqdPpuolwr0qG2hrXcEnJ0Xi4vL3Lu80GbCBdwJpNBkmPX3OnPM+cZaNElvrBNWdL56dAQNDEA0JRJwuE8l+lo870qPK+Era11KNgqh916bh35zSLLynQiGiwUgROKwdwo3HAMmeZ2RGIpBqLXcPPWJEbHiV8EXRvUH8fgmxHfhTku80xpUGAGUIedEN85SL36Mp7KGLjJgX1Vcf78JcxOL8B14igUfExPreK99y/hJz89hz/77rtYypVQc5pQKIcxuGM/Wto60T/QjeGhVuzePYyXv/gCnjh9FLsYOJLz8OrVz7jWOvHP//l/hFdefjkIsLa3d9A5uA9f/OIr1JETSDIo5jghKOCwwYB9S0sbD7wJGFxkm7J0uEwFOg8rIxoHOrqbKIMwCtUVrOZnEYoax+lznpcBjkebz/LyOm7cuIObN2/i3v37uHdvBHfvjGFsZJqBidt45+0PqX8XGTycQropikgU6OpuRqG4igkGBHLrs3BDZTrD4qjxMBVyI2iiA7Ql240dO/fi1OnTOHL0GIzrtlzN0/G3xkDcVWzml7G8MotPPjnPcUWRzsSxQSfs1PQ0rt++Q2dvgf0McF1n8bOfvoMtBgmiiTjnK8z581GhPqTSaToOS3j9nbfxHtf35OwiJhikC9ORHU+2c81fxB/823+HD8+cIb0N8uCim/ocicdw8bPrmF5cxt79h9l3C/r6u9Dd04ambBr65uRrP36TspilQ3geeQbTJHddTs9fOI8iA/1PPvkkjtAWDg0NYmlpCdKRQqFIWX3KoKRHHS1BtufUY49xTa1jY2MdER7Q2hjI+fTip7h07SKW1xbZdxIvv/w0ujpbiLNBHa/iBOl+lY79E7QLHe3NrGsLZLS+vsY5usO1tIm9DCrs2rWD+rEbPQzGHTt2FF093dTNGqKxBNbp0Y/FkgwcdXEc99DUlMLRI8e4V5xAsbKFLc5fsbKORCKMKCdVv8zQnG2hcz+NTCqGGOc5GgqDvmg64x3aeNqnA3s51waHga4DB/vx6ldP4z/+T/4pdu4Y5vynGeyYpR7d4Lyu4OwnH2ODNsrcMLa4rn1zoT93urkRxo3rOXzvuz/hfrmGTa7fiYkZynmJtKOo0AmhbyEqoJdpbsWBw0cYlNM+YAA/Qwzq+X6JNnQW9+7e4D5ykXvwFOdgNjhc6Jtov/Ebv4mTxx/DHB2Lu4Z34erlq5ienKFjMY4k7UFpq4Lqtoe91M8iA0NV2pxBzmNvXy/Xch4XL14M5vw+10OUCymTbkKJjuVUKhOMTYHzKgWztbVBx/4I9A2yGoNaLvevYrFI+cepb3nqhFF2XUilEhzfNBRADVOuE5MjGJ+4z6B3B+W6j0GavbRhmwjTjlerNczPya6EcOrkY7h5/Sbeeesjtp/lPPfgm7/6y3j85HG88NyzFIdhcWEBy8s5LC1voFQx7vsrCHE9trf1UN6bDPROBwHXEvnfWN3GpY9v4703zuO1v3kfLU091KsmBha+TD72IxGPYHxskvucBx2eMrTBCnKVSxUscs8oUFYbPP+EaBsPHNiNF158hueEXpQZLIxStysM+imY0cWzT42rdGBwEOFIJNi7Ll6+jDLrKSL09/Tg8IGDGOwbQl/fINa536xxX1IwfoVj+c63X8P1G3cZeJmHdGFldRVV7jP7D+7H8y88g9a2Zpx8/Di6GNzfvWcvPM9w7949tLa0Is2A08zUFPTLbhe5VpdXlmgTpkETiX4GsYLLrRvG2bMX8Cd/8pe0QzV0dPZhZnYO8zxb1eg41aVucGAAITfEtdCEBHXm61//Gnbv2IPrn91Aa3srPO6D29tFrt2X8dGH55HLFaFfANvmGUt71PT0KGTfjLq6trKArY0V5DeWOPYW/OZv/DKefOIAdu7swmOPH+I5aQj9XR0ob+Vw6mg/FudnEY3G8P/6n3+C7r42uFFDgXtg1QMuMGB388Z9rs8YWrIZ2opD2Lt3L8RLe3s7g01LnP8QSgy2yh6tr68HdsXMYGbBgbmZwS/pWoUBiSYGMWS75DjY2tqmDffRlG3m+HzK3KOtqNLBUqZuRhHlJRh8hA8Y9CgvUL7IywzFQhoedb2GGvfNCp03nB6Y44A/OJ9xgG3LdBYUGOABnyaeUeK0ycxCsucmxbXMfZYBmG0GIWUfXO7J2aYU18Eczl88B/2Z9nffe5+81bB73yGsrefR0t6GcCSGg0eOcz0V0MqgWblUZp8xrusCmluytINJbHDPasmGMTTQhuLWCibHRrkW4gyY9fNMFqZetmN4sAPRSAU93EO96iaSSZc0V3D3zg3cpK6t8p7guWE40SQm51Zwe2Qk+MXBZd4hCpVtWCTOc/8g/uTbP8DVa+MolyNobu0CHBejk6M4euIYErQnbiQMBWkOHBiivs8gEU/Bpd4tLM2gjzxo/mqlKl5+4QUUuE5qpRpyq7QV7PvEicMIRzzkt9cxONxKOXTy3DCAHTta0d+fxbVrn1DSReze1YfFhXHazCW0NDcxXce5859CZ+01ro/5ea6XO9fZt4NozEHNK8IN+9TzJjz25FEMDHajSLt29+5dtLW1YW1tHcsMIIdDUWi+Q26YNi5F2WZIe4Vn3U+5pteD/MmTJ+G6oJ4fo06V8crLT/EOcRCPsfxv/vqv4HNd8w5G1fAo3zWE5bQzYH5+gefLGlqa+3g+vcs91eF8ZJFMpEn/KtZW8mjvoI3jeVVnx0xTFlMzM6hWS8EemUzG8a1f+zWEHRdNqRQSMaCrK4PhXT1o6cxgaWWa5+EJ5NanYFbB6tIy2nmeShEx7Pjo6epioLkNt3lmX1xYxK2bt5CgjoYJBQaui1xfk+NTtK9znFsPt25P4vK1EVy5Pk0+FrCWy9MuVhGiTY/TrqYScWQzaWzxjK4xuq7B4T3GuCwirI9Ew8g0pxGOhOCyXPUebWiZ53rXcRCNRuHxohOisOIPfpnOYbnqZXd0NvF4JqrQxmpv0tlue3ubsqfwAURoh4VvZnwD9/0EZe9D9FzqG5cq+4jBcVzKsBb8ZjaP3oiQf4MFa7rG+4aZw/oK7yAllGiTPK7ven8FyoF6X3N4HyrDuOgd34CaQTrrwIGPGqJ0zHqko31ui+t/gwHj7u4u7rebbF8in2E00a6185zkUEZsBJCM53k868YDPQOfKp0/YfLmUyY1OnAcyoLFlJEHMwvGpjLXdVnG8VBRtW/pXRAKxuyTvK9mAZixHUvMLKARCoUhp6bsm5GXKnVV+4gbcTlPYYQiIYTDITi8SygNU3dd4pkjmqRNAUoEIi4a4LuZ6fVvgeoFqqjyHC2fQ1trB3VpGj/+yU+5h03hxp1b+B/+h/8eU9Mz3JscRMkH3BDaugdQodyNsn7rzbch2US4f+zdvZfrp5WyoEwcBHwCBj2STZQ6ZWYsdyj3CPTuOi7nt8r5riEcigCcN+OgHQsRzyUtjovKovZmxjIHZpQbyzRHrGUTB3J0CmqUuwdQquA8eA/bm1nQjglTDyH5PEIAhwPJT3OqcZghaEMSTPGQhpkFfYe4HsSLQP0LJEczI906iJbKzerv4NPAcV03oKP2ygtE06w+JuGpbYOG72gvDAV8qJykfi7fwG/UlRnAF6i9mT1Yby7ckMN+QR4pMcrO5+3ZzIBAUmCdwzoLUpc8CsRjA/SOB48ZeTVRAKkgoGBmCIWoo5SPxzXyAJUy9IOsx3kRr2YW9GFmwThUBj4e15uA2Ycf1QmIqGNUoBmqVJmZQTyZ6wBcA55fgaDxbT+HawR8zAzGtPEx+/zNrJ4XPYFkJh6UCt/s8/pGmeM4Af/SFa1VrRvV+eRfUKOdIArU1CEPSkXbo0yUCjzhcg483j182i2DS3znIYCPmQX9+MSp8b6gPsDHzIhncB3qPGngwWNmlLVeHP4QNN75yk+j34d9kwcWB7RUJtC7ZKoxKi9QO6Xeg778wMCob847p9bsAe9CItTp1PtWW4HKBMoLiBZ81I/AzIJ3MwvGrDI8eIT/EB7IULJQmVCUCgD2SfDIj2fkj3k88ginAY1ivTfyjVRlgsa7UrM6f8o/Wqe8mcHMVEWQ5fH4Ltn4nA+feSOAYGg8aif9ESgvYAt43NtqvA8o9ThWydz3WcMf/EC6IlCd3gHR5FiFo/n0AMcJwVwHZgY9ou2xTqC8yh4C24H9CDzukcIRqF64Ptv5LFd9o+wXU5/t1Ub4IFPaioKemVd5A1957TO6AyjvUH8d1+HgDDXeQYs876lO+Do7xHl+Ma5ruIDDlNLk/aCKCtd5jVbHtLYEosGxmpmawjUHruNAb+pHhWYGszqIT4HjGFzXheNIfqROfvHgUb2ybMHECPWPyqV7As/3HtJUrVkdzyMd9auxKDinvEBt1ZdA/YZ5ljD27ZGO6h8F6UWZdyXdkao8a6hOfTRAtAT1cvVL3X/Qr/r0A/n48GmjK/QTgO+SaYh7gOZI7dRevIiPEG22aDfKlVedwMwCGZnV+1A78DFTv/g5GahG6zicAAAQAElEQVSuTsNjN+yfPDX0A/Dh8bxYo347D2QvfLM6XY05kCt1DnxUJ1oBUAaNOr2zOuCJJJUNoMxzq3CCF/5Qe9H0KV+NQ2NUqr2xUCigSvwKz5O1colnASc4n0bplxKOgCQgeo/2JxrmOqDJhu6ZFQZmNc/qR+A4TsCXmVG3HEjeIfouzOpjFC2B8EQLfNROOmBmQVtIrJSPQ9Ave4q+TzmCj5kqmeHHzGBWpys+WUT5ej8HPgUkXVN/Ap23Ihyj+jazAFf9q736EI6gQUt9i1+9mxmpIWijMuEJVKd30VCqd4H/wC6oXH0EdRyH2ogn6Z2ZgYryYBx4SNunDogfM6Mc3YcgvtW2AWYGjzRF+/N+aB1oR1kFkOMGHTML+jGrp6xk15QQ2wtH0CgzMzat16nMjO/MCMfMgnnS2tW7+pZO6e6jVGMVL2YW8C2eNWbHdaFH9ZJrTWshgArvv1Wep+W/8Dge7yFfol17IAu1FZhZ0L9oSg4N+nVTrp94OE71VaKPRP2JV7P6ONQukUgE52+117vqhasvAyiV7dE4wEc4kUi4fgehPruuw7E5D/shysO8Wb0P0Xu0/xrvGHqvcS2rzqU8BHXakWBMKm/QohCCe0GjjWSrcehdchGe4ziQHjmcreDjOi60mWxzga8wMLayvASjEkRCIZToPMvTmbhJx3g+v05n8CSdeHcwMz3JvqrYuWMIr776Mk4/8RgdJxk6N7dgrkdHc4qCCqGwvYkcg5lFOtzCsRBSmRRivEiXS2U627boIMjB5+EvnYyjnQ7D1hZe/ukA3LN3J9u7MKdKZsGLDxiYacahQzvoSNuBk6dO4IUXn8Phw4fR09tDp14Bt2/f5qVrkk6PJbaN0iHST+dDGzLZNC/52yiW82jtyNAJ04Wh4R60tqWQboph1+5BPP/8U9i7bwedUSkMMBhcLG/h/ugdGrwimhjgOn78MC+1CZz96Azef+9tFLY24YYMWfKrb70O07neRsfewOAQ6RygI6aC998/ix+/9jreeP0dvPHGW7hCB/fqag45BoWmZ6bpjLhFR9k0HfIzuHT5PGWVR29fN3oYIEik4ojGoygUCywvQJMo5+H01Cw2GYhz0x626AicpMP87t1ROnu2EQlb4HAsl33OTQj79h9Bc0s3JifmycN7+PTjS1iaX0el5EL/N+HZD67gJ699gPffu4AL527jozNX8dMff4zlxRISsWYc3H8Cg/270dneC/gx6Btb67kCHUY5jNwf5Xiu0PE9znSGQbYNFAoeZcTLKC/g6wxsbOULlGcHhgZ3ob21GyfpKFdQ+hTn7vTpp6Df8O9ID2P83jKDwWfwl3/xV7h35z7nsgjHDdOZVEWpWAnGuUJH1gIdPCVe1GAGGZIaD1n5rTxlVEQ4EuF8hABuALPzc7j62TXcG7lPx/Em572IPHV7eWUlcMCyMfUjTqPhoCLnJYNW1UqNetJMZ18KHv+V6aByQj5gNTo8tglFeNRTkkdIDgQ6fxwXiMRDiKdipFVFnjqxRX50mQ5HIkinM3TEdZC3GEp0zm9ubmErX6JulLFZKJCnIvWyBt5VUOUCL3NjrDJg4fAAkkzGEObBY4vBGTnz1zfymFtYw8LSBiGH3Po2gxfbWKaTcXl1Axv5bWwyYJLnWGbo6Lx3f5HOs20gBLhhXoTBsVbBkTnwPIJvANe4z359lrKQ67BCuYNgqoLDwcY4vnQ6Qb2KUOwOjAT37zuMgcE+7NqzBzUzRJMZPP7Us/jiK1/BocMMpFE/r1+7htmZSSzOz9CfUkZ5O4+piXu4evVTfPzRu7g/cpdyieDFF1/CoUOHMDi4A08//Syef+5FHDt2Al1dvYhG4ojHk9iiA2pyalosUk4eFFjNMgimbwKeP38eHzBIcPf+JFbWl7FRWEOqOYzu3izcUA3HThzB/gN70cUghHE8juuQZhhNzXSs1SVA2+fB5+lkhUH2UrGKvmANtmH/vv1oampiv1VsbK5R1rOEady8fQG37lzC9MwI5zwXOGjnZudBdcTy0jqmxhdp1zbYroZzF84ykPoZUgzK9gx2IJZ0kMoajh7fj6//8ldR4ZzfunsHiXgG3d3DcNw4fvrTtzCiAA/npkD7q8NfzasATg3xVBRF6shGYYvjLWBmcRWLq3ncHZ3Bj37yLvu7Sf1Yx8jEFNYZ6Nx98BAK1L13P7iEd85cxJ/86Rt48+1P8Nn1O+js6sOOPbt5KPMwNrlC+hG0t7chTYf3s888hxfozH7lS1/Cr//6N9Hf34dkMhHM2wcffIDdDGw+/fQzlFU/bfBR3OG6vXz5Grao4wrSbLPPlfVNVKl3Kxs5/ON/8nv44ssv4Gtfe4VzfBLZJpfO501kJYujw+jr6iBmDavLC/jZT16jzRqljc1jamKENrgEc8Dgz2QgU9nBw0ePYYJB6L/+6/fwox++iT/+k7/B//Kv/whXrowxcHmTcx+mHd5LW5vjOtvEh2c/xDvvvI+J8VnOdxiRSBLddB4/8dhhHNg7hFPHD+J3f+tX8Fu/+VX8y3/5u+TxMPsqwHGr+Pf+vd/G7//7v86g1lPYx31pbOwOpmbGEU9EMTw8gN7ebsosjQ06SXMM5Hxy/hyaqJ9rXJtra1solau0jVXy1Mzxf5My7sGBQ8cwNb2A1994ByurG7QHRYQiMdrPNG1mG/e4PQhHXconycBXC+SkyWYTdBQmUOXedPvmderYMsdSQ0d7Nw/iaR4uQrRvJXg0KNvbFTzz9PM4dOA4dgzvgfZ1HbZ6+nqw/9B+9PR345d/5Wv40pdeRiaTwVe/+lU888yz+MIXXsLs3AyisRjKdKCEGWH2HYf7Zju6u7tQolO9raOZ878DkVCIY2lHR0cHenp7UaEN5bkQqwoEMti4ujYLC5XR2t6EaDRM/lwUqM+ffvoJfvqzn+Hy5SuUr+Ho0cMMNhxFUzrJtb3MNZfC3j27GOCswPc9OunXGdC5ixyDj465OHDwMGWd57yfYfBknGsI1KUqrly7S1muY3x0Kvgloe985y/x59+jbvzBD/H2m+/j1u37+Pjcp7STeYxPTCC3vhHwvGvXHly4cAkTE9NYWNigjXORW9tEkcHYCO14iXvws88ew+BQP8fbgn37dsHoCO3ne4j1oUgYLW0tKFWKpL3OdRLFk48/hpjFMEVeXNrzLJ3la2trtGVb0Lde9csIWwzUJhNp9PYO4AsvnUCS+8Wd+/extLqM0Ykc3DAYXOrmvpTEjp2DDKIVoF8g0yH08JHDnIM9vISFGCyP4/ix4wxid2KgfwBTk5NYWVnFba5JyaJUqFI+W+jpHYKCqK0tHZy7MO7cvIEY58X3azwzLXIt90FBi23ytTC7gCkGTjrbO3k+yVO/YsFchNwQz29x8ppEpjnCYNo9rstpJFMxHD95ACQHj4GpplSctmAFOymjWrWAUjWHplYXR0/uRBPbnWZgeG52Cp3tHfilr3yFugbapJt4/Klh7okFJNJhrtsatrl2an6Uciuzf+M4ND8ethnY29jY4n5yHblcjvNYZr9eIA+H+ppMpgI56+Csw6+g+MBZonUQj8e5N7cjHA4jnIxifWsd0vUCzwkrPCcsLi6yP598VaDHzGCcR+HrIC26SgU17qM1IdFGwUCaEb45KJN3rQe+QAf2KB35SsWfwGel2utsUOOa5Z0FLidddeFQGJl0ik0dUvdx7MhB7NrRzbXRhBztjBOKoAYXK8vrGB2ZYF9lqB2HHoy7h8F913U5bwnaiDJc7h2RkId9u4bw/NOP41/85/8BvvnNr5BeFHPzY8jnV9Da0oRDB/dgz+4hHDm6H9NTI7QnW8gxaL533yDXsoMwA29rmxvoH+5FobiBeyO3SJv2gcH2VQbTJqeWOUc1BgaLyG/VMDG5jD/645/gj//4Te5prNvcxtjEHOZ4lsu2dPF8UMTC/BrGaJdTmRg8v4wqbUec/QwO7iRP7QhHwzhx8iiGd/TBCfE+EKXN6wpj5+4u2vgB6u44ypV17r9bXBODlH+NupwFbJNreoznoBxtRBmHOKb81hquXb/Is2cPxsfus+0MnnrqOM/JMejP+nd2NmNzcxXTc5NoaW3GgQMHcPLEY8EZZWBgCPngl4zCbLca2M11zkVvTy927NjJdZ9m3xFoHiu6a7Sm8K1vfYN29QmebZ7A2bMfYStf5Hn5IqJxh3vpLZz9+ENMTo5jM79BueWwuLiCN19/H6Oj04iEU8H8zs/lWF/Cpas32WYGKzyDR2Jpzm06+L+TSzwTJ6JxvPSFF5Fg0DEeiXOPKCO/uQJzyxifvI8Y1+fCotZpnDL0aEu20NLaxnVDeYZjtHUO+Vjhe5R3uZfw3LNf41jaOTdl9lHF+moVQwP70do6iO0CsHvvYQzt2EE6VWSbU9AvJUbZt2ym1obWWzuD0G3NLXDNwTblVub6A58qzzVyPBW4l5TpsIsy2FjlOajKM046k0SI52uPQtQv/bhmPD+CawCUq4cyx+rRURHn3YhV5DFEuScpixgikRCidNSobTQaZU/1NloHAq0PpeLP577ic/2Fw2GEuI8J6uU+5zgPXeZFoPbgAm4cg88zc4n3Vp0/KtwbVebSHsqueJ5P2VWpuzWY8fbs+9yHPe4XrdzTUwixH8dxIdBdLtOUJu8ucSqIRENobs0i2ZQiJBBKuIjTfjq8z5VrZZhryLZkkeD5q0QHXIETIPulvSnKcSpfo0zNDG6w5uPsM0n75ZEXQHtviHcJl3Q0LxKmWZ1Hx3HgOi4kB9HT2SEcjrKdC/hOAK7DjYinM9dxYPzHQrA5yXgcL22L6yLOgLtDOZpDugDrmZoH0Ye82wL8/GNmQb2ZIUQabITp8Ul8+4//JJD/T3/6U9r3q9zT1/CH/+7f4f79u/DoyHbDLpq5b7zy1a/jyWdewC997Zd0gyEtQyISw06u01goCvHqkqdwOMQ68s5+wEfjdNmfmUFpmHOjVPogMGNLAoLHhxltMOdTr2amBGYWgF486qraKS/w+cOndKguzFFabGtWxzezoMyhnJR1+MMoJ5dzE4m4iMhRZC5c5wG4LufRh/rQHCsFH6XqM5Av3/XRu1KBy3ZKgzbsX3iqF0jXBcKpQwhhyigSCSESCSNEmQlf7YXvUw9ER7hmnFcOUPkw5SYc4QqEY2aBXMyEV+dbvAooCaidgNX1cfHsoXYenXqqF9T7ZCckbvY5PfUhYHHwMbMgFb5HdGo7qszUeJczc4O64EcdDT7rhNsA8VTnxQL56l11WiPKq63e4TwgwAKHfYaoDy6sbpcoWzPmHQeOw9TICH0GHn0gVd7TPI7LJ04DSKLxCVIzg3gAnwaO+la+LhePNYCZQY/KlaqN5K+U3ULlAjODEaEOtEXUQ6mCcf2JLlWVuKolEj+NPlQHKqzB1RRwLA70eAwy+ZSb6oXr18gP3zVMlatP4TWAo6dNqCLA1Qu5qbGNxzbgewPfzGBWkbMTegAAEABJREFUl7uZPZQB+Djs2uV6EJgRTwUsJ+P8kAjzokOxMqe1aUwNRt7NmBLAx0BCHtePJxyHc4zgqbet01GBmQXjlW6ZPdL+Qd7MoCdox0F4FGKQrzMQ8KR3MiA0PECHz4zPyaE6wue/oPLBD+ELHrz+rYRNSccC+FuVjxSY2cM3swd5JsrW5adq9k59RGAl/YCmmQVpUMtxiBdPc6SCB0AMaI69YLwA0VhjBH58pj7ly1Rt63UOjDKXTgqgsWvcj/QFPnV8n7nPPy5bmohIVwh1/RHfdTAz1KmzX/zCw3YNmuJXeWgsD7rwpcPcH+sDqLfXmLQPC9+xOmWaIp6bqijyjir/tOyA9ooI7VyYdjEc4T7iqj0JawEw66lvscM8OF6Kg12znh+HdF2CqtRfwBdxzVQCrpMaHi1XXiA+zQxmD+BBG+mn5KqURT/3MXuA+yBtVJoZGviiLbniwWNmkG/Q5fjgOhDvZBt6xKvA4dqTnTFz0BirWb0v1YtmlfJt0DV7UEcioscEjmPwpXu0i8q7PIsQDWqrdqLjui73nghC3HvAR2VmxrZOAHoXPn7hEX9m9T7N7GGt6Apf7VQovAaorMQgZrlcop2qUtx+0IeZPeRJbQRmFvBkGgPnukofsGiLhlm9P+mRwKPeNvo0M5jVQbiqr/IsySJIBmYGjVk8iV6V59oa+XEN7M8N6lRPNOpJlefzIs+XlYA/tVGdQDpX4x7j8UwMPmYWtDV7dCw+y1RO4kBAR+do8SR+Rcfsc3yz+phDPBNEo2GYg4dyYvPgozGprcBgD8vMDGYWyFQ4AuEINM4SA2tmD+hzrtW3xiMCwhWoLEydVGpWp6X2AjPjWFzKKBTIQjRV3sA1s6B/0XRcB45D5lF/RDvQYc6jytVGaZW2oSGLOiY+p8060Ve5kZbaKM9O+Pm8LzMLivXDp71UGwGRyIPq6ivLzFhEIC0zpg8gaEe+xOPfl1ddA4Qj3rVexJOZqYjzVPt5IC9qI9yw5M3zZaONyiW/QKepPx49ClXqUo1tAmIiSbo+V69wBSo3s2AOzCyQU6Pc4RpRP2ZqiGCceheY2UOdMLOgnXwt6lv1Ud5jGiCbK5qq32TsUd+U1/yAj3CZkDYCubpcMOxWRQFNtTOzgD/hCszUX43rqBLovmipXwH4mFmALzk+CtLBGP2gkhf4iJboa17V1nugG5KhE+alJMIDfJwNEnQuqXIjt45lXuiX6OxQIEeKoQN2jBfesOuiystkiZdghzraxyBm/0AvLz4FjDDweP/+HTosr2NhYZbKbjQABSwszqFULiKeTMJxwxgY2EWHzeO89GfpDN7A0twCg2bFAL+jswUtdOjUaiVe2DdZBl6UY0FZZ1cbWtsz6OntRDqToMKUEI44FE4Rn577GGMTo4gy8LNjxxCaW5pR4SXUZbAzzct5ubyN/FYOxdIGWtuSSGXC2C7lsLo+h2gMpBchj5sMum1icXmeTr0rdPSex1/++Z8xCPoTOlo/wZ9+54/xZ3/6J3RQ3uDFMYpscxN27d6Fo8eO4uChA2ijMynGC75HZZyhk//Spct49933gm+hXb9xE3kGFheXlnD79i06OyfYZ5qOn50BHX3Lp6+vNwj8liol6E/6fXruPF577ce8QI7Sgd6G9rZuLC+tYnx8mmVjpDFN5QEvQRHsYUDk6NG9HEMBC0vLuHP3PkZGJnHn1tiDP6/7Ic6eOQc5rfKbZYQsAXhRzM1s4crFGbz31m18+P49KMC6tlLG9paP8ZE5th/l3NYCZ31bayu4/3CuKlhfyzHQUWT/Ic5Nhv23YnAwi8GBNC/xLtraOnGKgdP+vkHyOUsePmOAYwxnP/wU+vONs9eXsHRnA7M3V/HRB58QzmF+ZhGbDL7oT21WGAjwa8b+ynSab3IRGvtphb6Nlk43cc5rdN6s0Em2TJ1yEY5GsEnn6lpuDQsLC5DB1uU+zM3Ao9MkTMOcSKUo3y4kUxl4wS7vIEYHlA8Hm3T0FLmZ+dzwayijWNnipaxEx02JuDXEGFBI0zmbbWqiM6kVWepogjooh4cbCQFc0EVuhCU6hnxz6CAB9dOnc8+QY2BxaTmH+YVVBhk2sbq2zrJ8EFSg/xTGhaTga7lWoXOyEPCuRVvjxrzFYJi+mVPlhWAl52FtvUoo07mwxXnOYZ76UNiu0gSG2baG/FaZTso1zC+uoViu8HASQjSSQK3qUjd8+EZe4YKdEuwBgI/PIh8h2gOyAxkLI1oyFcPAQB+GGDDKNKXg0GrduH0Tf/q97zEIdBbvn72IhUXO0ZaL5ZUC5/g2Pnj/A67rNfieD9Dx0cwA0NHD+zDQ34aN3AJCTpV8+Wij8+hpBuOyTc1cE/eg9TE5Mcv5W8YYA4kfnf0UP/zhT/Dhh2cxQae+64YCHVhZWcPlK1fx53/x5zh/4QJm5lcwt7yGSMLBxNQKbt+jQ/7JU/gnv/97+O3f+k3OXZjO5SQUsDl58gS+8tVXof9z0oNP/nxEqDsh2pHOrnZ0dLQTP0be2tHV1QOYSx1JQN92Gh29j7W1RaxvLiIS84LgwMjYZ+TlY1y59gmd8VPI5Sdwf+QmcmsbcFwXN299hgsXP0aluoWhXb1o72rG8RMH8Ru/+ct49vknaWeuQnP9hRdepvzWceaDi/jOn/4IN27eZz/b1EHAoW65tNFGW6a7SzB9DOSHqJNuNIR8qYqbI9P4+PwVzC2toK2vH/HWThQRQrEGBprP4fyl6wxKgDavSvsXR5VrYmjnTuzZv5+O08fx0ssv4tjJQXT2pLB3/w6uk/bgWzx3GeTt6GgLdODgwX1oacni2WefRSQSoY7UMD42jkuXrnCdVKEAWiaTZaB5BOMT80g1tWHvgcNo72yHw4v822+9gU/oOH7j9R9Tf2cZoBnDsaPD+OIXn2CgtgM+ZXT3zi2s51Zp01xMTk0iv7UZ2Ngu2vxbt65znebR09uNnp5uLC8v0w5UadO3sL5eot6vYC3nI7deQHt7M+7evY2Lly5xLSzi47OXuCbDcJDA1SsTSMabceTIY4ENC7seXnrpadqrg9i7dwDPPHOCDvRhNGdj2FhfRI2ByxXuCRcufIqWpgyd9D0MXtxmPsXgxgCasmm0U0aCvfsP4K//5gxaW7qxzgDE6z/7gLgbgEWgtV4q17hPzeGd9z7Gj157i8GiEnbt2U+dGeMauBvo965du7BNZ+k7775F3bqAKu2C5LeytIBL5z9FIZ/H7OQUoqEw7t26g83cJvoZjKuUPZx+8mkG/IbZn4uTp07h+vWbpHuHtqCI/sF+ZJrT6OnvxeCOQUS5V3300Yf4m7/5a/yrf/Vf4w//8A/w7/7oD/Gnf/YdLHCfGmdA7iL3sGtXr+Gdt9/BRx+dxeb2FraLWxgfH8HMzBQcF9BfjCjR9lWqVXR2dlBvV1Gp5ZHLLQIoU0+qyJNn/aLR8PAw57of3b39aONa6yMvIa6TW7Qpt27doPx3I0WH8fETR5kfhMv1VyqUGJTbxg9/8Cbe+NnbmJtaQGGjRJnNYOeuflRpc6PhCBIMPJc2irjyyTVcOX8PjPfQ5hnHXsKJ04cRSWZQrHjc3zcxNTONN99+n3oWxvLiMum+iSuXrjKAMQ7ZOH3rdYM6NTw0TPlXqdtFznOG6/UycuvLnJ9NbOZz2NrOUx4FbGyuQ+NPJmOc7+u0g59gZXEGmUQC+rboe+++h7XVNcqiRvs2T9nNQL9YdIhB4dOnn+SeWqWubULniMdOn8TO3UNoaQ0Hfbzx5utYWF6C7ziQ/b5x8zY2ecCMx+NIJJLBGtjJtaxfdojHExxTBFkGMHq6+7C2VEB528eHH30C142y3Rb35jbMz89j5P/D13+AWZYk52HoH3nOuf6W912uve9pN97vzszOWiywC2CXACUKNCKfngSJRqLEj6L06X00enr0IkUCAkGCILELLEBivZvZnR0/0zPtvamu6vLe13XnvP/PW7end0nq9I3KPJmRkZGRkZGZEXWrGbTNs30URpyTHZwrMLDWjALLVpbXeFhNYZZnCf0VhzTt49ZWCb08703ObOK9M2e8POJajJE7d709mJubwdmz79NWLtOGRki4K8EcomwKxbYCJqZHMT55F1FYwwzzJQYvp3hOOnnsFOdgFXPTK/jWt36IK9duoaO7DelCCrv393B9V3imaCapFGqxo6wquEoZTE9PIaRNrDII48zIL+sYvGxtbYVsasz9J+alIAxD2v8i+dqADsJZyk22ysxIr4b1yibWeXZYXl7mvNbzZZ4FNjc3KdsK7UbM8WQ8gI9oCMwMVToRAKNsQ/JC++JC9h1y7AYdsKs8bOtiUiGe3s0MOosIthhY0jkFbC8ezYxtHcAzSLUak5cSUlGWc1zAFoP56VSIrvZmP0ftbZ20ae/Sll3g2trCDM/r169fx+zMDPewbty9excK1itorz5CyqC3uwctLa0ocVwrCwu4deMK279LOzrGsQFjY3cZHCz6djO0NWO0vxcuXMY7b72LgwcHsWuoH7t39aFSWsO+XcPoaC1QrhFy1I0nH3sIO/ppF++Ocz+4QH4WsJdn442NGmUYcv1UsLpo+Je//Q185/tvQv/9QIwMRu/OIAhTaOdZ4FGu0aNHD+LIkYN47vknMTk1i3/8T/6p53l45xDnrsz5KvE8/RbSXOvHH3qIdW1YXyvhyqUbaC42YWlhCZ0d7YiTErI54Iu//Am8+NIJtLSmuLcVed6fQWJlBk9P0mG2QllGOHp0N9fFLPoHumhzdpOfBAcO7uM+2YoffP8t9neG/C/g8qWrGBm5C50/UgzY+PMBdxR9M7zMs1Yum2ffnejq6vZzFlE3b16/iC3q+df/+I9whra7ynvQqZOHyGsBs1MLtOe3MTh4HBnuR9Mz01yHQ9xvjOPLoqnYyjtCK+3COm35KfI3gL179iJfLOLmzRGMT0xzLCFu3LyH8bEFjjnLdbWAFQa0x0bHMcn6rk6un80y9OfTuzt60N3V6/UyxeDp+sYGlnjX0/l3enYRPb378chjL+Kll38Jf+bP/GW8/Ikv4+c+91/gF7/45znH3eRnAOUK98/zI2huHeDecpP2qYxMpoCN9SpckEEu3yJtZj7y/XDb53gqiMwhw8sy+JgZXOCgtaGz+SoNdYVruJ33pzTPNFUGIMq8A+mbUAnPKVqHG1yfNe4vadJIpVJoaWn29IEEPqLB1DnJLQU5gPL5PPWuAjODc7SbdFJovZnV15/WYsKyKmlqb5qiPVylTdW6TKXSMP7TmgmCAGEYQTYjzbuCcwHMHABDlWu6woBqTRs7QP0kL0yNdQ366mN6epbzMgvpSLlUQY1rW+0mxidoW2owYwtCktQABtVi2s18MYsWrvVcIYdUNoUoG8FxnbXxDlxsa0KuucD+q6hs25cYQI56sWNwAC1tbdvlCbZ4V5cjouodJeSPMtId31EmbALxqVTvZgbZS5pMlkx5tlIAABAASURBVCfMAzSh0HuVY5Wt11iFYxbAuRBhECEMUwgop3Q6gxTnRrRi3oG7enuQ4/5XrpZgZtD8qU79CczMl5sZaTnwhTgxQp5Lapz3NM/lIL8/eeMNvPHW21hcWcN/9d/8N7x3fI+2cQ1RyPFtrMBQQWwJXCqEfhk1Rz6GO/uQqhi2VkukCVQ4zzHn222PW2MAH6Vl2nrJoVGnd80bJ5QY9Q9ZhHRD5WbmC83M891oJ1qqBx+zOo7ezQxmRnKUP+uEx8R/nDk43mskvyBwXo4BZWnGNlQH1NiO+kLpeBpm5tuJruNYlIp3FSrfSEUjDDk/BJWrT0GjvsIzk/KiYSaaRvrgXAZwlLmZMXXbELLOqAexT8GH1fwJXyYaoi0+zMy3AR8z0TTm4MeecI3G1MOEc6s2AlUmnBcz8+1qdDbXqNMqw/ajvEB9KDUzz4eZebrbaL7sft45GCGgbM2IDwJTyUU4oiVo0BMvqjOr01R5A2RPAiM91qlto9zMEDgHBVZl57g5QbyLrsDTDAOwKUD9pBQgMDOmzHHcPsMfZgbhC8wMZh8B+KjPBk2zOo8s9jqZor3yPAb18pjyFSRMhQPEcAZErHdWhUGKFbOKhXB8d34eRb/Bv9ZqwrOd2DYzmBkcgTmPm5B34db8fCbQY2ZKkNBgqL4BGlPQmAf6XQI4CFPlAjODmfnxm5mnL7rGzp1TOUCi+uHxmEGDdj3PavLDD8VMWiCQDkuhxKh3Bs5DIuAb5dJo/2AKPg1+lDbAjPySkJlBZWbmeVRb8FEqYJZdsu+6OPzrRz+o/RxPTPuub+oR8aOq/2TO/DhVbWZK7oOZwawO9wu3M56Xn+JBLwlcFIKN9CEkHpyXr/P9+HYgZxRkPa/+WcCP3jXfSs2MJfU6orIt28R898B8Ai8fInl5aV2pHzNjn6bi+yB6DWgUmhk1BP73bygy+A6ghDJkh2bG+joY6v+w/TRoSZd9nrqotRmwjWhJp2PaFyN+Yy4TbnIJ9/CkSsb5idmHlkhMu1vhua7KvcPMaBvD+nrjvhSlIwS0rc4FpLT9IQ4IZqTOT0y9I8e+0mCeZ6gv8iTeIDwA4lXAbP3D/vUeb+upxm9mvk5zIDAzqP9ge68AH9EUMEvS5kHvAjPz/Cec7wrXrD83UA5l7gPqyznn610QAMThMoULAl8GPmYG2RjtKcLXfsoOoHe15bAgflVH9PsfL1uORwUx05h9xzznJBRwopQQ86wgGWtPEi2NSanaJNuyMjN2Rx0jjeQBUH96F67amBmUOo5BdMx+ug34qF581yFgScKzYonnqTL7ABrtWOFpRVHkxxmFnHPKxMygfjUP6tvMfBvRNTNOV3K/XjjgI5qeDu2g2ghY7OmLD9WLps4eFZ5HHMfoOP+O9EL2a2ZC9/uLZCW6omFmnmfJqUo/UYVnrRrlCerez/JDTN9fKhXyPJtGyL1JdERP/SpvZl7HzTgOzhUTtgk4/gA0rvR1rKPMs7mZ+TGDj9rViCv+xVMjNTPyVgei+U+jPpbC+BJ4nJBrSTIAn5hzLppKNQYvN9ab2X25qo6ontcMY1fCUZn4MKv3aWbk3f0UmBkaj3gR6F39KBUNyUOgOjP2ybkQP4KYa0YpJxmSufCFp7Zmdr8vcw56VKc2whNUec+pVMp+HJpb9Ssw+w/5UtuPSjmj5EM0fxoSCE9lLgj8nOi9AepTe7nGI76VJpS9+pTMBZK7wKzeW0K9q8YVlBiDk62IaTjNGnXsT50REvIjmhXaEN2tZBNqnDuVPwhE9XypzwaYmedb/Ej3dMcTxGyf4h0iSx+N5lX3B71LhqovMRCv/hqp+jczmDP2UQczePmKFvioz8b4xJfK1e5BiCmTmH0T/ac+Zub1s9FebYQnmpKdCwKPL7pOBYVCASkajA0G+xYZqNBvFm8yQLNFT3yNG0o6itDV0YGeri4MMOA3MNiPYV7ajh87iiE6WOSEOXf+LM6dO4synap9vb0MgOa801AOgqXlFeg36ccZNF1aXsfK2hau3bhN/AsYvzcO/Vb2PB1xVRqCqalxOi5msLa+gkptC9097Th0eC/27d+JEyeOQt/kOnHyCPT/IZ1++ASGGeTRN8Y26dRsa2/xjvehoUFkc2kanjIq5GdjY428TNIJMkOn5zxu3rqKK9fPYW1jAa3tBYSpBFvlVbiwwgmp0VHfwcBPN4b6e3HwwB7oDKJv4V6lw7dKBdu/fx+OHT+G5pYWOlzavHNyq7RJp/0UphhE1m/Pfve738KFC+fZ5zxG6TC8eXsM77x3nvWT6O3rxumHT1J2A3TmFHkx3KRMVjE2MYZNRis1UfoGiy6q+/Ydoqx3Y2lxFVfoOL9x/Q7zlOfCMkYZVD135T1Mz04yULKOSlwiT81IeDAoMRh5k7g/eeUNXLlwDZXNGrbWqgQgFeSQTxdQpNM0MoDnOzrIKjSYIZ1BbThCx1mxEDCot+X7fPedD/Dd77yCUTrK8vksA7st3pkxRD04dnQf9u8fwrGjh6kb3VS8BPfubeLdd2/iH/z938Uf/P6/x/lzFzExPosdDKp15VowfX2KTuvbeOeddzAyMooMLwN93d0oZIvgXQqOB99WBtgiXtSrdH47F0IOqr17D2AHgwa60K8x+CnDGUUpsFOsrqzSMbQEKbsUXyA56kLug2XcOLQAN+jA1MLXIaLKxRNQt2vc2IOMQ7aYQqElCwQJYgolCI3OgDSdSAU6+9rQ2tpS34QYyHJcvKI3R6fk2Ng4JidnsLq6iUolAf0rKDGtJaHPb9KZtciAxxoDo5t0bpR4OIsBZHJZpLMZJIFDFTG5ILDfDers9Pw8Fug8cOk80vlWwKVhQUD6wOYWqLsxllc2UWIAJUaIKg+yW8yvbJSxsLSBucUSdRooUxdWud42tqrcXgMgcezZCPrw5MhSsG/QgAoq3MirHIAjWnNzlnbBsc8SHX4DOMEAR5qOnTLXZdVqnue52RLHXaFzexw/fvUdfJMBohk6j5rp2AnYTTYd4MC+YTouFzA2ep12waFWXcPmxioUlHifwa5XX/0x9P/mXrt6AxMT0o27dJBuYW1tE1OU653bd3Hz5m3qYxWv/fh1Bn/+Hd58+wNcunKDOl+GRVWsUyZzDF4Vm7L49KdeRg8DeAklmqVjJp/LYoBBm89+9tP45CdfwtFjR6QyaGVAXL8QkUpFdFT202GfQ76QRi6fhgsdbc5+7Nuzn4IKofVXYBC+mWv+5s2rdGBewsbmMtd/kfOyhanZq3jtjT/EmXOvoLUjRXqdaGrOsL6Z670DqYxR16/j3ugtDAz10mH5cczOTTI4cx6TDAqcZ9BrfGIe3/v+6xzzLNY3EiScnkw2YNs0jPrLEs5nmUHzTY4MCLhujPorXcrmUojocMu25RE15XH5zghGJ2YxQYft7PwaonQROcohl88hZH6TB6IZBmiuMPBcoU0bHO7F6UeOIZWu4fzF9xGEQIpyGRkZwVe++jW89vqPIVnFPPxeuHCOTrotfPjhh34dV+n8zNFzvXP3Ljz82KO0oRnKYwGjXBejdOpPTU7iPPeHiOtmeWWOutSDAwd24fDhPXjk4QNYWVliwO8yzp0/R4f1bUxPTeL4Q8dw7KGjlNEMg493cPbsOQaUZlDmYUT/T9xFBt5mGPDb4nr60i99Cv/5n/wM/uSXXsCBvV147unDyFMeYRBQh9ZhSQqBy9G+tGPk9jQvaYYNrolXf/gqpqbm8O47rzP4cJXy3oBhCzH1M5NOsHfvIN9LaKHdunLpHHYyGHmX8jjz3vsYuzuKOCnj3tgILl++hA8ZcMxyndK84NDBPQD7fOWV1xHSPrV3FLgvgvgpOsAn8cff/C7mGWwvVw0nTz2CdCaHnp4d+Pa3X4H+PP0HXBNzc9Oo8XC8vLzEdbKEmzeuwxmwvLhMWEJzUzMDjKvcm9KYHJ/2/w/qJh3O5hwWlpe4Lmqc+0lcuHyBwfTX8fVvfYPr5RLeevctfO+V7+E3fus38frbr6Ortwu3R25z7DGGdw1jx0A/ZBMDKsAk1+KRI0dZB4RhxPXShkk6nde5nx4+dIB2Mc9yhxrnpForgyhIZw1Du3YgRV101KGOzg5ks1nU6JjZ4kFofWMTPHeji0HXLp4nUpk0olQKl69cxms/eR0//vGr1KkbtBdb+P73fkB9uIJXuYcp0PbM488xoHMQd0em8fWvfw+9PV3QOeTwgZ3YO9yC1lyIpmwIh4g6tI5unkN2MvjwqZ/7DNp6OjG0uwcR+VvjJDXRIf30c0+gtbUdi4tL0C8KrXMPWV5aoo7FaG/vxBNPnuQ6XEON+v3ii4/iAOf15MnjuMaA/3e/800GElaYv0a7xDW5XuYcV9HUVMTzpJtOGef6LsfZxr3+OPYf2IeOjk4o6ClH+ujdMeqWQ7HYgkw6hwxldOjwMY+v880jj53EyYcPkpcq9OcN5+YWaXPuMqD9Hq5cvgl9M6rKg/08A7Q6Q91ikEd/naCPQep8sYgy901Wc23RNs0skJcZ6K8bhEGK+38aUxN05NNBLp0JXQBHvVHgLeah8tCRI+jk3HR0tHCvKeHuvbucI+N41zDP/e7Q4X6u16s82yxQTu2Ynp7xtkB76slTp5HJNVOPdiO2CDU6sPYfOIjdnIeDB46gtaWb55MYPJCgurWKKZ4Lnn3qOWytxww4rPDsMIeB/laQJVTKm+S5yv6nsby6geWVdYxPTSOdyaOppQPr6yWUywkyvEzlsnmk02lEtIcCjUNpedsZAj4ao8oGBweRos6VqI+xzgC0EwGBKND5IeTFTXgqK3M/1FoQnsDMUOH+CM4e+GSov2BeOHJupMQDaasvFwQQDeXBp8p9v3EhKJMvswBGYBX5CZk4Xuhr3JFryOczMDMYF32hmKVMI54fP8STTz6JJ554HFo7mUyWNj2PWjWGcwF1qQl3qAd3aPur7Eu/eKZ0ijLTeWlmZplip+1jgEFjz5DPh44e5b48Rllucj8r4wYD2Ws8x0h3fvzj19De2YlnnnseU5OLPMd9gE7aws6WAhbnJxmkp73kpevEicNYXp7Dxct3udabQFawc+cOzkVCCFFsamLA8jhSPHOapdm2gubiDqyvJChvhVhfLXPcCfuY5Nl/nvMYUQYxdS5ET2877k7c5rpKUfcmsbq2gD17hnGXZ9Hvf+91XDx/C3/0B+9jYz2hXUlhcGAP0qmstx+g43h2dhx79g+i0JQiX1W0tjfh+Kmj4BRjz64hfObTH8fJE0egb0lnUo77xTLlWOSZZhVPPfUU94Ad6OEdpL29nTw0sY8E0wzyCrQ/rzIAt7q6zn1khjCFK1euYpJBzDdefxN3bt1BIZejjbiIvt42zM1PIYwcNjbWkS8248P3ruDKxUniryLHvWPs3hLl14wozGFtfcOvmXbeu1rbW5HNZWhnSpTPAnUiRjoT4gPuvx0dPTh65CRWl8scc4IZniHef/d14WcVAAAQAElEQVQMOtu6MTM5i5XFNeQzvGMw4JyOMjxfTUPnqVu3bqG3tw9TM7O4eesu+vqGeL57hjI5Rr0rkseQ/aW5z2dx6PBTlOthPP/xX8DHPv5F/Pqv/8944YXP44u/9Cd5RjqGto4dyObbUGbwaoH3lFK5ipjn0Y2NEjbXNxEFEeVQQEDLnOaZRWvMmYOjzXHU/5B7jdbF1tYmmpuLLAd5iKH9OzDiwRBwLQlnnTgl2mPupkilQo+f8OxaowOp4vehisdd115oBvUFPiEnPOGECUTHzKAy8ZDmms3QhgiEH3ODErAZdFfQGlL/5XKFelpjsYNzAftP+9TMcbyx70s2AgbumQkcy82MaQiz0KcBZSGcIgP/65RNTJ6yPJNJJ9RPhY6JVDrl2yugmCtkkeVdNspEQAju62VkaQ8EOaYZnm+rPJOVGKQ33lcW1pYxuTCL0mYJ8/eYrm5hjcH1ddrPDfZXk62gvM3M9yF5aMxKwUf964xVosNH+wuLIB5r3L8TeljLtIc13imUp9j9PmQcp+Ncbm2ViJ4g4R0mTIVYWlpAhmfOkLJnd8gXCpCs9R5wPtVGYGYwMy+/iLjiQfapQiMUw9g/eGY/hV17DqCzswd/62/9bf9nf3/041fY/ypSaQfdozKFPPsmCzy7P/vcs9xzD8AswBYD2FXOqaDG1Iw0Y9pMprLzWe696UwK4snMSACeF41bchGYGcwM4ldtlIKP6hKmMP4QKCGemcHMPL5w8MCj+Rf4cgMS7rnKm5nnQbTNWAE+JJ54SHiOTQDybSxwrJcchav5M6vji45A9CVHpeJXYxOeyqrcGwSkDu2DosHp45grLGIf/Blzcs2MY3AE4zgCpg56RFOpoNGX6IuOUtFWeaNe/aoNqSEh3ZhzkGgMzjjeOk29C8xUFrA/x/7Ygu9mBj2qFy2lem/Ag+/qR+Vmxr4Siiv2qcrEG4VIunoDU/OgNqKRIPH9Kq+yBtRoVxLynXANGMUjSDhnjXrwMTOwOXPwNM3M9y2ZCPjqyxOO+0H5gI8Z226nZuZ5MLP7fOOBR+31qrFo/ut5521ZREdVEEhuZJLMsCvSwPZjpBt4vJB2wnGNJty7heCCgHUhs/U+xZ+Zef4lb40zod7VU9HmUEncEQcw6DGrp+LPzEjP4cHHrF7vqGjmjLaQ9KmHgUdLUKP9TihjM+LxkyRVjqAGI58mgSMGe+V7QmCWHzMiMk04F2wKD+SLH+KYB1ZD/YHtPR0D6SaQHvgckWNCY5wao5n5tk68+jzRmepdEFBeURRRd7UmDAnbC8wMoqmfjl0oGMJaltU/amvGWo45CRLIxyT8eu1/+qdoN6CBpfcH84138f+z5apLNGryScEjofxjvRNR7CTcPxIKrw5knOX1TwIXODjim5mXSUIaD/YhPBZRBhwJm/o850PyFDRwnYkOB84GjrQCkB7zD35EW9Aoc85BZ4CI+1XA9upE9aKpFHwcaRlTM/1k5oGPcBrA4fop9/NC/ugwQ8L7D7iXOe5rDs5zlPA9oe8u4T4ZEy9mWivXUNmq8DxUoo2s+XUhukFgMPKIwHmZwvguYJkLAqiOIgHJe4DVmZO+xtzb9KY1LH1ybGNmUF6gd6cxA+wv8f2qTzOD6mKuR61TpQ18s3oHMSdB5QLwMTOYGfjD05fNj+jbUaBE+7z2BM0V+JgRj2mN9GvUCUGVTlnt++pffamtmZGvGC4IEEbaOw2iHyOBxmtmEJ/OGYsNetTWiK9yvZsD9G35gDiO+YT9lXgn07jAx4x9/MxYRMMR2axOk2iej2QbT+8CjUd4wheoTPIQbaVmBsle5WYG4YpGheeeCn1jMfco4Qo0dqXgI1oCM6M6JpCc1K4BoiO6Ss3qOBqTwMy8/AG24/xXeNbTWVT0wcfMPB/gIx6ZUGcTBMSPAkd+A0S0O6JvZn7cFfJLRnx5QBzxUeN8Vek7qsm+I/Z9mhl9CWXeXXWGrfIcW2W5Q473inQ65edIY6yQJwH41GnVSD72fKnvXC7n24l2jX04zl0qlfL1ZsZWHN32XDTGoEIzu4/jXOB5V381yqHKdahvIKpfszqe2updoLxZfb7Eg5n59aC6KvcQ1QfUK53fxYvGXqpscbw6j8KPzTl3v3+zOp/go/7Vnllf/yCeytWHcCQLgcrMjDMCyiXx41C5QDTM7D+go7oGjQb9mPpVpp9fKR54hNsAX0x6ZnZ/DGb1vK/jD4qaP8VLDAVNxZ8jjgofpKO8eJC8BBqXUuEFYQgXBJzXOjTsluyI9mUBqXPMidCR0DaInl4kd+mjCwJfr/4Fqhcor37Vn1IYYMYfgE99W84Nth/xpDWxtbUFtdd8ptNp6mnO38v1Lv6ELnqiq7WldioTP0GguZZMaqhxLdSoY+JD3Tr2JTDjHFJ46qMOsZ9L4QnURhBznlSvNtI9gfoRf+pXuCoTX87Af5TRFiM0WtRmZIQQBAbHWm1k2tCkqD09PXRk7MZjjz4C/bm/qalJBk++gWtXr9Cp1spAxSfoRBmiA26dTrExOtPvYnl1GUY6CmLJmTc+Mckg2nt46813MDE5xQtWHsM7h+mYLTAwtMUNa4sCqKCXzs+HTx/Hnr07MTDYhwMH9qKjs5UX9k3A1QhVOi4u4G06wi9fvYiFxXlEqQBROsS9ibu8ZK2hrb2FzqBW9O/oxUMPHcbDp09CQZX2jmYoSJstRLxorWBqegzXrl3CVTroZ6fHYQzqDvR2o6OtiEppHc4S0mrF8VPHsY9OUSnXhQsXMDMzhZHROww+nMPI3TtY40VWQd11BooKhQwdYikqQJYXwBbKpQ8nTuyjw+IYxzvE8gLlM4obdGpMTE9ijZf/XLaIXLbAdk1ob+tCd/cOOleKdFouc6w36Fi+jrnZRSzOLdNBkUFgKSB2CCNDD4NHuhQaDBu8OI+NzODm1SlsrNWwuVrBEgMqy0sJ7t1dxAfvXcb1a3ewxIAsu6USAbxLYvdQO4YHu9FCZ1kYONR4kFhje04fujqbMcyAyyDre+gIb21tQRgGfr6kWPqWSImBYEMZra0Z1lV5cd7EIp2vp4/sxdOnD7IsJH4JKysr3lnlldQc5euQjtIo5pvR1d7NsUVYWd4grLEuQFtLO7J0oK7ScdVwkuTogNBClDKvM7C6urbqNwi9B0GANJ02ohkFER0Lm3TUTaHEBZph8DJfLNIZ20QnXwE5Bt8KrXl07+hCW1crEhcj4GWjrbmJOllEkQ6ADB0tgXOQkVY/+lbL0tKSH4MCBC107GZyTXBhBqCzUL7WmE7kCuW3wWDPGp0YWwyoVrlpxACcNkQeZmoGlLkhlbl5V6hzcgZJljXjQqc8gkwBdA1hmYGfFYK+gUp/DtuwXRVcL2AQPWHwZAOT0wuYp+NMv6ywzr4cHQpJYCjRqV6u1ADKmT8A6getHhpgPMAYA6PGTVeFFB3nydFxmMETjz+GP/Nnfw3/5V/4s+jiejx38SwWlpYZII6JE8LI/47+dhw7dgiHDw0BcYDSBqA9fJ3zEfNg6hj2M+rE0HA3Hn/iGJ586gQefuQIhoZ7uC776BSdxe995Q187Q+/y2DS9/GD77+Kixev0LE+TwffAF7+5KdI/wTXzy4oyCsdT1NZW1uzePa5x/w3uY6fOI6XXnoYzz7zMD77uRcwSHuRzgTkEdS1RSwszGFjc52O5jtYXFzAe++9zTVPB/3yJp1TFR4wShgc6sdOOleffOoxfOrTL+KRR06gQB0boXN6dmaeODXcHRnDhQsXuV4Sb+gz6TRiyi9fjKhLGayszuODM+8Sd4Nn9VXKagJROqHDcRf6B3oRcJ2WOM8rlM3k1ARWufimZrbw7e+8z0DSGwyUvMPg4RIdtiEPaQEyDLKZi6i3VcgxuUFnlezE+uYmZc8ZSxLI4Ed00CKI0dRWQJAKcXdsFBubVdSoi7MLG7SZAWYX1rHGsnnagrGJOcxRf9P5NIZ3DZCvGm1sNwYHO2kXWzGwo5Nz04WHjh/BMJ3iBdrJpeVF2rEOnDx5Al/4whfw+BOPobu7G0tLi9C6/+73v01n8TT72sLDj53G0aNHMDs7zfn8LkZH72JosB9Pss1/9it/Ao88fIJzk2B6Zpz2+w28//4Vyq4C7T9Z2r+9+/dBm9jBgwchh/YJ9rmHwRjnAly9dhVXGMx69tlnUf82/jFksiGOH92LZ546hT/zpz5DvT2MjfVV7Nq1E6dOPsx13EoH+BwuX7zJNbuOkOuitbWIKJV4yBXS5PE6SuUV3Ll7HdeuX6KdnUCHgu3FAm5wf5tm8KnGdZTmurx65RrW11Y47jId2pdw5sNLGB9fwk9+cgZzc2ugHxM/eu0d3L4zznEEqPJ2sUUHc8D5D1M5DA/vRnfPAAp0qM/OLyOdzVHX+9DeUWRgYxTvvv0G1tdXGCQdRY4Bkzu3xugor9DRvQ8nT5zGJoNI8/NLnK89aGnuQltrF9ZWNnHx3CXuE9c4p3uQzmUxwSD90WPH8LnPfxZHjh1FiU7ocxcvkJ8aMjxEh9SV+cU5yi+NwZ2DOMYA9vETD2H//v0czzjujY9xX9pAmQfWVDpLnTfOUQWO8suRvvaFgD8UdIvjEkbHRjDDILDWRFNzE1raWhHQli6vLFEOCXXaPI1l2vHXfvIG9+gSzZHDhUsXOf+rbF/CjevX0d/Xj8WFJe5vady+eY8BtwXK5AKDOddx8cIN7lUtOLDvOCbuzuH733oTcwzW3xuZpc6XsEQ5rOsXESzAEoMcN27fxhtvv4033nsHk/PT2H94N/Yc6MZTzzyFz3720xxPGYNDg5RBlg7bI3jpEy9Bf6r2iScfRobre3NjA/uoj488fBo12u9CIUfTGWN8cgUjI1NYZcDg4uUrWGRw/C7tQ0ynkL4V2M1Ar76FeeHyOSwtz2P/vn3QL35tcu1y0JzvHUhzX9G3hjq5jg4zgKl95sKVC1ih7m5sbaBvRx/6B4cwNLwXm1sxRu9OYnWFY1xapywuY5rBknt3p3im2cX3KwzEv8fgyByiKE8dz+Dy5WvUsx0IU1mO4QDlXaHzNOvtmCWOZ5sK99gVLJH3ru5eBk2O0rZXKcctPx+tHW3c86o8p01QV/NcQ9PIcv8s88Jb4SVuYGDA77Mx5bK4sEm7FWBxuYQDh49jbasMb682N2gbm3jeuInf/r//HQqZFga8W5BPpZDheW2orxty8r/15hm89qProP8d5y8skf8I+/buR47BAu3lawzgb9GpsVmqocx9RX/Gfn5xHcViluONOK6UP3DrTLFK/YrpCFG+Gm/COQeV6cAre1nhhTHHS6HsDfTQjlap48LXwTjLNbfFoL8lQInn4jAIuR7Xud5L1N8EQeDYZ4g09UPtUlxHNR66wScIAtq20OOpL9ULanTEOheiRt4T2oOEtNV/wv0j4Hra4tmpRpx8rghDQL0scR+pYXhnH7q7W3z/R47txeWrl/Haaz/Cjwln/UZxCAAAEABJREFUz51DTEfY/OIMbXM71LanpxdhGNH2zjHAfZ7ttkjPYXlpBasMRpd5HtBaLhaaeMbswDLPDFFYoN1ZxNtvn8fyyhaDe3O4dOkqensH0NXdS+jxwfVPvfwpPHr6BPp3dHP8AVZ5zgxcget2Fpeu3OV8r6CntwUR97woqqFYSGFjo8L5XYW+NSu5b6yXof5+/OpFXLk8hkXuT2GQYZ/zXPtTePvNy5ifnUWlvIa9+7sxMXMHPTuaUK4sobevHRkGEcFnkftZMd+JjbWQ62AJuUwP/r9/5/cZKJzleivTlgPL3N+LTa1IM+Bt1IFiSxFPPv0kdu/dw7WwiZGREQZzS8SbR4ZzqfPKnl17uF9I3pu05Qs8s59Ed3ePP5vcunWbPYNrser/+48rVy9gYuIeZT1N/Qt5ZmpBV1cPzxuLzLPfVIbjKHPPPIk8zxLNzUWmWQwPD2GD6+LylVuk5XDmzHmco+0ub9aobzFaeZ5sa++gXMd4P7jp+S/x4r1nz07el7JcYwvUrxpu3Z7DLQZCC4UicWfwja+/hREGmQu5AtdPiI72TszOzOHDM2dx68YtrNEeXqFNyLEe1ArRDMIU52wQQ0MHYC6DRdoXGOeN9iZIFeAszz0gJr1mrCxVqb85pLIdOHDkYXz5V/80/tbf+T/wO7/7Vfz2v/o9/NX/8W/g4x97GTsGdpI/x/MasDi/hJWFVQbMN5HEBp0RoyDt84GFcLRDgOO/AEsLi+xjGa3NLUgFIbhhIBOlkObcFHgO19qKeZGXDV2nXU64iKq0PVpnAsc5TtGuKK+6dgbAha93M0OxWITepYcqE5iZtw9qq3f1k81mUeZBW+8Z5jOZDNbW1rC5sUW+AXD91qoJJRhwjLEvi7n+HfdCViJJYpAsQANiBlR5D3AuoOxi9p/QfgSsNz+uNB1Zzjm0MmCecDzM0sZmEUQhwsghceyHKQWEDG1vkTrU1t7Gs0Ibim1NKPKu5kLhAMXmPPUuj4j4+msNIWkEQeDpGeDHtMlgdJm6pLlXv5KF7h1lBkk1xhJtu0E8Ooq/Rv3c4p5QQYVOiRJtfsI5LNG2rzPYv87za4WXnTXev9Z5xylTZmXSEV1HWVRpU/XXQ9KcP/BdfUr+ZnZfBuBjJu6A0EV6g+xXIhknMTlhOed0YHAv7zfrOH76CfQP7cZb77yLr37lq3j9J6/hHs+Xkp3+e4qE/ZTFK/s+cuwhlGjrM7kcZNclC4OxD8CMo+QeUSXPNY4hCIw4Afly1AfjXNU4V+w/SdB4xLv6kV4obZQn4pL0zDmQbQ8gH0YAuxOuQPhKzdg36SqvMjPzfYm+aDfKzNiYL8ITMAuzelmN44sJAd8zlI/amhl1L7lPy88tx6+2Gnsopxl51PxIp1Wu/lTXAPUhCAKnhPSUGPsN4NhWbZSqVBAE9XL1rzqBys3Ups6P+vD1/o4Jz1+jDDBP1wXCjblWqtBjZko8rmiaGecm8AA+ZvV6Zv3nI3p1+upPFWbCM5iJfsIUUF8uABLyYw4sMw+OL2ZGPYh8PxpnoPEFzvNhZtDj+WEmID6oQzXaIN8f55TFcJST2glPoLqEeD4lzv2yB/Kqa0Cj/sF3lYm2UoHGKzAzVOlDSHgOMGcIowCNeTYzNbkPwteL+AvDwOOZUSZcZ94PAMnI+JPwYNsE1IPEg8Zr5JtiEyni1utEW/yKt58FlcfkL6G8iQ2RNjOIj5iOTmOdAo8gHy4A5e8of4NwE86S0Qa6gEygxrKYUE8T4vMFxnGbEZ98JQTZXbUFizgVaLR3xHOBwczUDGAi+iBfKvd8cn95cCzgY2YQrwJzDmbmQe+CQDrCcmw/kinIt14pUe5x8CzFPN+pj4R8mxkcefEV7F9l+Jkn0Vj+I2U/W25mHku0feaBHw1cSY1DQ0IDlVCU/KhX3gVjn9b5rZfW80B9bIaAviTpi6P8VJeQf8koIaEGgE89Dy8bM4MelQlXIP7MDPqnOkoSAd+UGgvUn4DZ+x8zoy4EcEwdcY3rSDoIPqKnPUZ98BVm5kH5B0H1gkYZVd7PCV19MAmFQBVDYAH3oBDGfzqL13jfB/c7rV3xX+PZuVKqcs+voco9XX8JSuWia8aZNggdFDHM+FKvAF/gH5U5lislqK1AYw6oQ8LRmMSrmXn5mxkM4Lwlfk9q1GmNa383M+7rZcjWE823USo8lUk+ZsY1FcEFgao8qD+dlUTHF2jqmVE7JjAziJcK9xjpjvbVGImnkeX9KJ/PQ21FX200hoR6QU6RUJ5qm1A/zMzjKS+6ju9mBuELxEcg/aLdMsc+ESP2dADVC0RTchI8SNfMPJ9mRs62BwA9CcvBOap6malEdATqT++iJfmoLEpF0FhUJ1BZQh4S2qUazxIVnntKPBdVuJeqf7UXjpn5sdZow1QuWTRAOKKZilJe9noXjbJ+6Y3tVKcy4es+rXNTQnmJrufBHJQSFaItmXIwiKsVrgXwvpHy9Qn5NBIiun8XXQGL/Pir5L8mh6zFvt7MKBtTdb2e88siZDIp3p8zxHHb5RXi0DqSJ/GosbPAj0VnB0EqnaLcY5QZuNQcyT6Y2X36Cds2ZKO8wMwoa53z2IL1GlsQOPafgXMOkoP6MzP/rjZ6FwgXfALqscDMKJKav5dXODfqyxwQRqHnUzhVjl0gOjH1UumDYFbnV2WqJ3nKIPgpMDM/B1Xu82b1vPD+YyA6AtWZfUT7wTKNU7wJVJ5wDoUPSlNpQrkobYBZnY7ZfzoFDHokg4QZF9THYFYvZ9H9j8ZZ5bxLZgLlG32aGcwM4tHMoEf4HrgeYu7BMdeo/B3qS/Uah3ROqcAFzrdvlJnVZSb8Cs/b6lP0Gn2qjXDN7H478NF6WVpagu57DXwzQyqKvL6keO511BnR8bSpAxoLm/r5V30Q6OxWRUzeJRcOTtVQamZMDA8+CWWvvkRPoPuNaKrMzLxeiK7uNEZ7Jfu4xbiScFyGhlGQpUM3w0ujkNJcJBEP3qSLKp0/FTqCY14eY24gU5PTuHDuPMbv3aNjIIcjh49g965d6Ohox/j4Pe9MXVldwvzSHKq8YOoCK8dVhRe4iYlxOg3O0rFyE45CGBwaQE9vD5p4QTQHbPJyVqXDN5fPoEWXxABYWpqH//bPlXO4fuMS3n33DTo2vo73z7yDV3/0fXzzW39MZ8S7uDt6m46FG1heXUDvjh7yw8tmUxE7duyAvnGjPwtpVNYsL3bqQweeDAMuivyUNlYwMXoL1y58gKmxEUxNjNIR9S6uXLnoHcpyOIepgBOY5oW8gMHhQRxjoKG7t4sGKEvDFnpnVjsvxP0DO7B33y7s3b+LztmDeOKJR/Dxjz+DRx89jkOH9iJNo6VvYP3Wv/wXOHf+vA/qyHG8tLRK7gKOd41B3Vt0nE5ghc6vkdv3cOnCVUyMTWGOATOXhNi9k050OokCBAj5Lx1mcW90HFP3plHerNApAUzeW8cGL7zLi8tYodMRnMcOBg0725uwf+8w+ujs7aSzoa+3E3197Qw272HwoQ8txEFSQV9vOx579DBe/PgRBrK6AKsgpGM8DBwy2QicPgaiN6noa8wnlEueTqAWHD58GE8+cQQvPnsUj58+gKceOewVW7oEPo4K2LjYKtVvFIdRirRTdGjlAAaH5fSbm53nwSbCDjr0OuhYSlMnzYyyTqGJ85pORezX0NLShCLfnXMIgxCBC5Cl4z+fy3vcGo2GoKmpgP6BfnR1daLQVECGOtZMWbR1tGBwuB+dXe0oFPKeVy1sGYSAm3xNvyFJY6fFIijTWVAiVLmBBmEosWKFzoSNjTKDVRWsrm9hjQ7DZToaF5dX6VhbxjoXmwKbYTpCSL5TmQjGg3SlVvamyUUBzHHRU0hhlEEYpZGhU3WT605/6m7s3iyd5BukHdORTBHFBAMQBHBBGoml6MissZ8aNkoJtsoEOp2rWrOyIOaIvP3hSVK6bzSIZlUYOTAkMAP4QUw9qfDQeIjrenjnTsqlE2sb63jnvXcxO7uAmGs6m03BWcAAezu6O3qoX2vUzxnUeOhIcyNLp9Lo6ujAF7/wKfztv/2/4Vf+5C/hkUcfwlNPP4z9h3bh8Scf4fspbNCxU9qqoKcnTQdtH44dPcE5y3gn7e07o7hy+TodrHfoIL3DvufQ1dlF3C4899wz+Mt/5S/iqaeexODgIB595BH84i/+PJ7/+HPo5jy20J50dbZR9nNob28h7R5EnMsqA5mFYg6PPvqoDxSeOLHf/9Z/e0czDh7ah6efeQIBHVOXLp/FjRuXcWfkBoObs3Re/4R26wKdq3O0eVn09vbS+TiMlpZWmBm6u7tI82HCIx6Gh/r8N1o6u4p0ehXR0l7036pclUOOurBOOzdNh/G3v/1trG/M4cChDupwgeupyrkDKgmoAxkeFEJUy4YK5zFJHMBTOmM1SDhHjH9z5QdIBSGkr0mcELeKgPPS0tSCbLZIR1snuvsGUWPZKgOxg7t34vM//yn0DfQgiDJo62hCsTmFqam7tKuvYX5uHCeOHcDTTz7KPsqYZcC3u7MDbW0tlP80vvWdb2J0dAQBWXn26Wfw0gsv4pOffBkHDuxDa2szbt66ip+88Qpu3LxGuSQ4cfwhfPGLX8AxBvIytLtXr12mDb/Kvt7C9evXkM9l8fLLL+HkqT34xMtPU2b7cZI2p7W1hbq+jlde+RGam1vQ0tqGPtrxowwMplIp2pwSfvTKa7RzKwx03sDtG9cRJyXO1TjlfI8OtFXoz0Q+8shpdHVQBnSGP/LIw7RNB9BNvchlQ/zCFz+FZ589hp/7ucdx/MQ+DA7twJUrl3D37l1scY5qXHvFfAE7h4ahPwMbUc737o7ijZ+8CaMN3iqF6OjciaFdR5DNd2F+ocbxTzCAOo2fvHYF97hml1dLiNJ5ysJp6lDWYSxIcTztmJtf9FDjBXthbgF37txGc1Oe/HwGf+tv/n/wHJ3+hw/uwbtvvYlzZ8/jzo1RztMc16dhYGA3nn3+ZazT+X6bAbxDB4+gn3by7AfnaPencW98HN/7/vfYTyuGd+9EJp/HwNAQcoUCPvv5n0NfX59fK/pFp/HJCcguLq8sYeye+pji+Ddw5+4dNDW3UC6DDBhMYZIByzPvf8B1lMNA3y5Ut6rYoq2bmZpCibrV3NwEOS2aW5qwzsBXlAoAi7FEurKb5/TLR9T5dCaL3r4BPPLIY9T7Q8jwzDEzu4Surm58+jOP0jY8hUMHjuDowRNAHNIWVBgImOfePoX3ztzgetqFZ57+NJ567EXspexPnzqGl17+NIb29CFxIfJNzVhkMO3Rp06jhgQ//NEH4HTh6eefwtHjR3Hq0VPUtZfIq+Mav4lPfeplDDOYWsxnsba2grGxMTxH+7K0tIgR6kIYprjWhxhwWUKUCtHW1oXujmGukY9hcmKVc7jszzkz87NYXlkmv2veXk5OjWNjYxUxg8y3aUcmpu6RxrLXhS9IyHUAABAASURBVN179uDKtevYYKCukzZtjXbh2rVruHjxImU9Th26gxL1DwhQzLfAuNLjSsBAQwWjIysMaq5hemIJSTlg4KENLQy+9A8Mocbz2fvvncO3vv0q1/IKmotdcC6DMg3K0uomOnt2IKYduX7zFjYYGODdgvOZgQLBMW3LLvJ1+Nhxys2IFyMxh5Bjhhl0yIzSKZ53MpyDdq6rDjgS2FpeQ5AECAyIYyOtNVy/fYd9lpHKZjByZxLXrlxBE/ezjZVZ3Lx0A22FDqRcBNmuT778cfzOv/wdcPKg88aO3jakaYPbm9u5j+epa11oZ9Ag5p7nQodKnDCQPYclBoZSqRx1tYSE/a5yzmepX3BVZHMOHV15BijS3KeMfMUcgkG2I+CeqTnWQV26pzRN20T2oTUu53qF+7vTfsxOhV/mO/iYGVRuZqjyXKH2QRB62jWeB3RJEG65XILoCkdyU5uQe7wcglHKkCSx58VZCC5/DxwWbXbWjyfjg39Awn9zs+PUy3lEUcxxlLGjvws7dw3i1MMP4Ze/9PN4jnrdxj0uz8DlJs8grdSFdCrPNpvQX4g4++F5gPozPj7F4PoVvP/+h5iZncbMzCzS6RwmxhfxzW9+gO99923cGdnA9773Jh597Gns23cYzS2d+O63f0i5pPH8889Rlg7vvHOOeCMM0vfQXjVznDXcuzeBL335U/iLf/HP4fmPPYIvfuFlth9AR3sRD5/aTd4DJHGZPK1xfGWUeUYJuFZLWw7z8yuYm5vHrp07GRDNMJCZwXvvXcKbb3xA/HmeFwbQO9CCXJNhbn4GK6tr6GaANwozSKeKDLyucw20cu1Vscw1GwQFvPnmRYyMzPF8fQvlchb/6l9+BwpW56iD+nPXN67fZHkNLU2tWFvZQBikscn1MDo6RhormKc91qS8Q9urv8KwyUD3ytoGirQt93iHmZ2fwiptRdU7sROOL+LZseDnb2JiAkeOHOHkGXbs6EcPeV1mILube9ChQwexvLyItfUV3pXGuI6KnM882imnwf5B9HR2M7i9ijPvn0GxuRmz8/PEX0IYBvjxa+8ysLWOzc1VbG3UsHs3z+vD7dybJrzMXnjxFPYfbMYY9+fRu2NIpzIoFoqYHJ/AIoOUkvfI7RHKqg2yN20MyI1yvD20xcWmDhRoK8o89wEGjTfDtau/opK4AEGQQUIjashwD4tQqqVAVYP2n7XNEmUbUwZZBqqfx1/57/8n/KN/+H/hN3/zX+Hv/t1/hL/43/0VntOe5ZztQOgo57Ut7hslBIgQWZpnxhg6ywhaiq0+nwrT6GjrQGAOFV6+HXmqcb0FXLtprtVWngcCF3INxtS/CvL5IqIwRR6BLfITRRHXSkzZLZP3AFp/qVQKepqamqCAqXC0PgVas3o3M+hsJpwOnnvMjHJMeR7UtoGji7VA7ZIkIR9V34dwzMzn1afqhKezWVxLPE/OGcwMLS0tCKOQalZFFAW0qzl08T6p39BfW19Flbq1Vd6Ei4BMLoV0NkSBwdIW2sJ0IQVEQEd3O5pai8jkM9ybAvIaktcShvp3IMcyC4FULkJbdxvPfL0YGN6B4T3DaOts5T6ZR8A9OlvI+nzEO122kGF/IQyAI6TJnyCTjvieIMV3ow0G+VcAVliO9i+ODVXqjhHLUVfNzMs9iiKuiQz0hCxPc/8wMzY3FfnUzO6nkpWZg7k6xJSt8jHt5Xe+9yr+r9/4be7nP0HMgW3Sqa172Kuvvur/7G/Me4kZIPudCiPs2NGHmzdv8q67n8cQg/QjpI6ErJMemRHZcwGYGSq8uxARqXTkIUqFfgxmxOPeqPHFMfgYZOuZ+amPmXk6P1MIFsJxTOCj8UknzIxvoL5u60QASD7SGTPz5cITkpmRhCnrwczQwAMf5RvAV49rZp73iPIHH+l4hY6mBt+irbyZ3R9Lwr1GdIgOAPd5qPMM6m5yn3YYhg20+6no3X9hxqzOs5n5diwCKEfnIr5HpAdCDPGmtmbmedbciD/wMTM/VvEgaJRj+zF7gPZ2mdo3xqE2oi3dqLdNPJbyZkbaCSxgGhHo23CBg9qDj1Iz8zyKDpDU/1En6+9E4sdpPTONebZn4vFrdGDH3NCdc16OMRVH5/wazwjKq/9GqnwD1F5tzExZ31Z1whWo0MwoP1PWz51omtV50zj1rjYewf8w0iH35Fvlgpi8qUp9cVCsT/QqJJAUEtYLJybfGpfBvFyEb8a3bYBSjZ8p+Ij2g8Ci7Q/5Y//sADGdmqKbbL8rFQiRnCIgA0rVF8XH4oTdJJwr9usAc3xvAO8XQAzwxCqa4GBMOGaAPgRfxlS0dP4KOM+aW9E3M/AD9a/2jrogAcjeNPQS24+ZcAkPvG9nSYPlrI85v0Z+mGVVQgBYAz2OjDm9UbbJ9l5gZpCsVc8sE40lRj3PV37EWwP46j9695n/hx/CEQhFqbFfipbiEF/GYrcN5IE5mnAIVJvQ3gIxS+F5ET+SexAYHOcb/qnPaSIdIXykd/VyodyXMV8SP9/M8KPezYy0jW+AfgpX/YP0gyCAmUFzIroCPPAIvzEe5R+kLTQz8+3NTK/42XpfqB/kSTIRrVhrloEqbshwtFMBHEWQ+DUGzpfVSKsuElDNAMmTINriU6kZcUg3Jt0akRKOhYywhB/WSbbMwVhu9tH4pGsqb9hV2WqBxi2Kko2ZcuyWsm70pzaSley82qq8TDsvXhrlwhF9AUhCtFQv+sI3MwSO8iZPnDk4rg+neQ4cHAF8hC/cKi8rVe6zMccWcA/I6hfNCGE6BbA9SUF9JNSdmOu8SplWuSb0i1gJZSIa0hflfwoAmBmCKITORMb+a1zTNdIw0nUugB61EY0aaSrVu8rNjN1zvlB/+ArJJAgCP/cau8YrfJWpzsy451cgX0+5VPb9Z+iLSPGc6FydlpnBsf8gcAjIk8ZV45jUN/iYGeudB8k/CALoqZE/9ak0oaxUJ7ohz0DKN6Bexr2UdMSb8NVO50qlAvWl8vvAc3CFgd0q7yRkiWeyiF0m1NMqocY8/FjEi/ox+0jPYjkPZTOp9GbmZVMq8/y+tQWds9VHwLFms2mkUhECp/HU8WLOfY17nOQoPPELPs45qJ9ke86VkrSXCfgIT2MQqF2NdDQulQtULggou3Q6jdz2L76Z2X0aqldbtWv0Dz5qo/7NzI+9wjOccM3Mt23UgU9MPz4XNvWUHHINiR6L0aDRwE2op6pTamZ+bBpfHZzvR7gNEA31qbQBaitQuVLhmm3LkX2r7EHcOt5HxoWovtrjkR+f+pKPfpiZn2ezn07Vl/Bj6qDoqoXeBcqb1fGFZ0a5kZ8KbYZA8m20MTMvQzMDFQUqF0g2Na0Brs0aZaqgalV9+T0DdZ5gMDPfXvKVnmttSYZm9TrxI3oN0Dv46L1GemZ12autxqJ7me5GDT6J6udGNkgg2qKhMTRA7+o/zXUt22JcyzQUMOqaY97MRMbzqoyZ+byZ6ZXDTjyIH/UrEH9mdd7CICS5+ryqTydHTMBFzjkjARFRJaBcwJ+VUgUrK5t0xNzBO++exd2RUehScvDgYRw/fgIfe+E5PP3sk3SGtqO7txNFXvjSDLb09/ehv7+Xylehc2KGTo95OgGXGHipIksn2NDgAJ3sx6AgrBYvuBgXF2exxCBsubwFF5AHLnw5JGsMOhnzlAF62Mf+A7uRSlOxkwpq1TKdDnPQn368c+cWHc4TvFiGyBVzyDBwGaVCHtjLDA7U/CW6tbmVTosudLQ1I0NrlCbd9mIeh/buxsfpRH3k4VPkewe6e7qhIF0qHaGltYUO7H48yeDN08/S6b9vD3RZ27dvL5577ll84Qs/Tyf45/Dn/ss/i1/7tf8cP//zn8PnP/8ZvPSJ53Hi1BF093Z4B1gv5UHpo62jDU8/8wz27d+P1tZ28llAM52Ha5TzAp1L6VQOfb2DyGeaEFhIG+CQzzaR7x04eugYDu0/jLamNsoxQ4dJASlemlR/9OBDGNoxjAN7+3H4QC/27erHscMHsH/PLhzYt4+wE83FFNZXV5jmsaOvC0ePDOHo4R2cvyY6igmtBeza3Y/BwW50dRZp3CLkeNEuFDI0PAll62AGGt8txLUS6zJevqsrKwgDh862FvR1tXH+HIrFIrJ0ylQqJTqvSmxnSKczyOVzaGppprOzDZ2dndjBQEmeDv8SNwg5ehKeqjoZBGlra/ebYhiSBxrZ1tZW1LiQJxjkuXn7Fp3h13Hp0iWo756uLnQyoJ/j5q6F0lRsQjcd1b29fdjLse/bvw8Z6mVMA5BKh5R3AQEdA3Kgz8/N0omyhippI4l5nq5xk91AwrzjYPmBFmSWPBQ4pny+gFyhiISLqVypMoi5iVUGrjcZyN4q1xgkLGNpZQ1y/MkxBcorTQdpJpdFNp+l7qZgzuCCABEPJYELKLsI+VyBOppHFKXoNNvE9PQcxsbnsLi0xSBbDO5DXCVaKYTE0YkfYG29gonJRazSSbWxVcaWNloiJuw0hiO+43ZuqD8Jx0ZgqQk4Pqg2adTqjXmiv0en61d+/2v4n//G/4a///f/IYMZt+DIs+YzYd/OAupuGx2jFehP3i0vbnKuszh9+iH86V/7Nfy3v/7rDLR9AjHlbVZDU3MOm1tr0BrXt7jH7t2jTsTUu26ut91cXzsxw2DtKp2b+v8KNzdK2OJ4znz4Ae3Oh9ikfPXnX2s0/GWOUUGvVDrFeWxCsZBDnnJNc61SSsjmUrh79zYda+xvaR6xfjuJgVTZks3NNQaI26jjQxgY3AHZvwOHDrBNGvqG+8jILc7bAvUc2Nhc5lwEGB4eRCudWJwW7Nw5RGfpQephDAWYzEC5OMjW7Nq1E12d7SwfZ7DwEi5cpON6bopO03YE1OGAzsTW1g7Of5Z2r8t/O+7EyYPoH9jBYBydpqkIQ0Pt1MMynZYVbDEg7uhwjIIsUkFECME4A4KKobZZRUQHZ4361tneyXmoUbZrWKOzWd+mk7PrytWrGBm7h6nZOQSpEGWu1+MPH8XJhw/ghZdOY3hXHye7jJaWNJ59+jEM7OhFS5H2xDnMMCC3xaDvHcpjcKif9mAQ5z68hOnJKWzR8TxHmjocNrcUcfPWNUzNTOPK1VHvJN6gjFdWl7lnXGSA8jLu3LqJWTrvm+nI7Ovrx+OPPYknnniS+vEptFAen/70p6nDM3jrnQ/x+k/O460338X5CxexsbFJ276ID8+ewwdnP8SHH55DOp3D0uI6ApdCgevwwP49+PKXf5G4G9SvDfTt6EBHZ5P/1ussZa85L/PAeJh2cGp6jOtlGacfOYRadZnzEMNcGRbEmJiYxNVr4n8R167d4nys0L7cRktzG44wWNne0oX5mSVUGdRaXalS9/vx/R+8TYf9TeJNYWm5hLExrtd7c1QIwFwOh488hHKlhmXOyeDQAPeBTva/hvfPfMB9agZNlMfS8gp1aidOnTqBl178OJxVqbtOQ6MgAAAQAElEQVS3SL+IFz7+LDbWlzDY348nnnocz3LvyRbydKo2wSzAnt378KVf+hKD3rO4dO4CNpbXce79c1inLfjjb34TlxmgW17dQCqTpU3aZCCqhrfffhujDBh+85vf9sGWJ598ErO0f6cfPo2WthbsGOgjzxUGOx/G7t178OMf/QQBQhw9dBxPP/Y8VufLuH1zgvN6A3duj2Ds7j2cefc93B25i0w6jXwhi3U6g9cZUN2qbFLGAXbuGsZDDz3kxzk+MYW7o6Ocp36Mjt6jTYsZ0HwRjz3+KJ58+hFMz87gG994Dd/9ztu4e3eFa7GE+UXCEjC/bPjjb7yF3/u938d3f/BdXreqaG7vxNTcMtstobmtExQ3nnj6CSgQUeKa/7kvPIuHjh+mtavgFgPWcpLXaB/PvP8+LjN4+bXf/wPcvn0bZ89eAmgLr169jj/42lfxQwbrL14cxwwDPTMMlJZ50daFIqQXu7nYjrPvn8XC7BbKdHhvbm4wLWEvzxA1HgR37d5NOQ7g+MmHsHffLnTR6Z3w8Lm4tEQdLeN92tbOji7Ixmm/m5ubo30v0eHdh0EGxW9TrjduKOBZxvT0AnWgCkOaNqqd+gMGEGq0DTHefucD6uoNfPDBh5CtTGfytMEFHzAZvzfDvbmZfdSwvLxBmzSLAweOMhj2PsIwQz4qHG9IehX09Q+gtb0L2aYWpLN5yusEfuGXfgkHDx0C/QqEGG1dLchy315YWeX60jcC16kHNxkMqSLiPphj32trm0jRSLa1tqG1rQWjd1YxObGMNC/on//Mp/Cxp59Gb1sPUHaYHl/AoUMnsOfAITz2xOOUX5nzMIalhTVkUw4zE3O0b2lkogJt/yaCwBDRhpFpuCig3hhqdHBEHEvVYrh0yODOOsy4L7W1Ic/zxCaD1U1NRdqMFMyM9nEROhCLhg7njbTCgE0SJ3r1oAt2EATgAcBDwguHDtGqNDMl3BciaO50iI6iiO+h70PvZg5pXsqDwEFtmfD8WeUYa+jiOSWkjNbJWyqTg7kIAccQRmlUqK9hGKPKNEolDELtol1bxMT4CGIGxJ0l3K+KOHBwDwrFLM8Fc9B+pv1OZ6fpyXuc63Ws0A5MTc6jtFVDsdCCZgYNH3/8KezavQsT0/ewtLII7cFZztnQ0G6kuKmUyyFtTisiXjymZ1dQKoVIKhEW56pe19cYrP7+919lu1G0tDRjlWdIXfrbGPRaXo7hqAM6p3/7W/+eOHfw0ksf45o+jaHhPvzpX/sy7dthgOeAvN+nM9zndiLhpWODe0mVsleQkmYaj3Fv2NHXghMnhvD5z7+IE6cOo9iShaMOaT/QGpuamqGtnWIQd5J8blIG65TTFnr6umlbJvHaa5fwrW++TVudpY3hnJfXaUMHKK8l/Oi1M7h7bxIV2oD5xVWeDYzni7egvzbSyWDm0NAuRDyTSX+am5vQ1FykHRrBJ3SWP3kcBw4cxK/+ypd5znkY+sXBFOe5ubmZcl8mDxvkZRNnzpzB2L0x8jeBO3fGMEcbMkabq1+YeebZp5BOpxhAbcMpnpWGh7tw8vRh0n8RKer3wtycn7+QOiU9XFtbxdjoBPbt7sK5Dy6io70Zj5w+hp7uLjz3zFOc3yz1cI5n+x344i88haeePMaz/yHuCTNIqjGMC3jX8E6koxTlUeH5pJN73ThAi9jc0oKtzTK6u4eRy3VQFqDuVREEDhYknJ8aEu88q8G5CBZGqJJebBH0iyuJc9DcuYDry6WwuVGhXamyH6CFAdqHjp3Gn/jVP4W//Xf+D/zbf/N7/hz5l/67v4xPvPAyBvuGkE/ludazqJVjD5urG2TAuM/OIYBDO9dxXKshxX63NjcRhqEHyQUw8hRwTfGctFWi/dsir0DEcUqvIspP+il7nE6nscL7SYnnxlXqscrBx8w45tgDX/1HtKempriHrSPFuRVulfcC0QwjB0HCnQe0Oal0RHubZp8BcSM/r2YGflgWIqANiaLI85n4sza8fFMpypFnMediyj2HNo6zVNr0fTrquZyPdSfXJse1gSpxq3GZOlvCyvoy4qSCjdI6NitbnMWaD6a2tDZDe27C+3CZtLp3dNOe5+BoS6s8gweZADWuv5iQb85DZWEmRKaQhjGYlGvKIUubUijmeLfJIySPFjhkeGfJZLMo0I7qPpcnTgt1sKm1CelcClEmQiobIc17nkuF0C/c8PrG9imofRiFzNdlARj0OOpNwrVvZjAzFfk0DCKEnGPnAsS0uUa8+n0GOPPBGaxsrPozzY9e/wlWeTY8d+kiFnnOHLk7gr/5v/4v+DbPPDWOn8NBgbZ1qHcH9xBDivMQsz9HemYOCXU48H2lEAQhVB4QB7B6v+TJmeP+UoMeg0PkUv4eHiDk0nFAApgZ1NYAGP9h+9HYGqAic6wlrpmxbzZkocbHBGrv85aQJNdZwFLmiQoztmNblvi80gZdtanSsSr9VrnoKBUob2bQmCRPATn2falMoPbgY2Z+T0yonwm16T4kzHEOhCeo8p6rlE28jNSH8uIhIW7jXWUNULlA70prtCXaf5U3kywEdXkIxzhWFzg4P08cO3HMzI/DzKBHbRtgZh5X+Bqjmfk503sQBr5OuJJRYx0rr3Go3Kzev3+n9BOu6Zjro8b1EkseHJfwwMeMuNyn1F5lSgUxy8zM8wg+6tvMkY+Yb4BZnW/wMSMNDlft+ep14Wfzejcz3075+IE5UJsGmNVxzMwXmdcZ8+0abdQ+oa4n7LPGgFCynVeDep4VHHf9PbnPT8Kx17h3JFzICeo8kzJCjkvjE74ZSwggmNXzZvU0Seq0zAzCd5xX7Sdm9Xoz0UwA9m1m2zgOenTGZmtlSVr4dTzH6jB0lHMdQtrJgBDRJgeBwXG/MulvUpe7eOCA7tNQeyc+HuivzpvzOMIXmBn5IZAmlz05VP/4jz5m4q8ODQTRBHkwyiCTSsOZ7E3i14wxr7UXugABfShUN0hv1SYIAig1M5JSnzES0uHL/U9CmoL7BduZRlkj3S72SaPMzGAsoZrQjqGeZ5lyZgEA1XJGmCTbckrYf417X8wgjPLGchcYHNE1F1EUIvDrjI0AP8bkAX1NyC+LSblerzwH5ZPGDzODGWeOuMKPmZbZZ42pGcsfoKc2DRkpDZyjfE3FJCuZ+aynV8/hp8obZUrVl0B5geRiXMvyL1UZlKnx3OG4XgKCcR1QEUD1gosd5y5AIJmxS0dQO7Ct6JkZAs4l+JiRN0cIHMgUP8yrjOCCANobzepjrNKWC8DHBQGITBtS495f82MwMxYZ9Gh9+6DmtmxUpj6lSwK9N2jpXXyVOCZvA9mP3oVjVqeHRsLU+KL5r3GwMSFKh0hxjw84hpj2WzQ2GXyTX3NTB3aOLyC/LgzhtvVBfTriB6xTF0bh6V19Vh/gWe/iRaBypQKVmxlFGqNUKdFvUYGRVuAcHMHMvEw0R5KFQO3MVE6u2YdoiC+BmcHzxLbCVZ3OdjrPRDyfiY7GpfOh6oWrerUVGPs2MwTOkU6AgGsg4dpIqKPgY6Z+E5hRetvA4vr8Ud6iqXfxLnoCvRObtAKoXGBmEK74qWoNUAfNzOOojXAE4COcmPXgnMTbfahtA4ji+RG+wMy8zFSfiHfUoF+QCIN6/zXSkQwE0p3AOdYbeSOXZgi4zo1ySDhm9a19XPJSHnzMjD/1SQAuJtEOAgfHNmYf9S3aaqc04ZoRP6K1yfO9Ur2Dj1LRVn8PgsrVVlDjuIl6Xz5wXKKce7UTCFf1ai+70iizAAgi2mWr7xXOOfJZBzNTEz8Paq82ai+cmPwqLxnF7Edl0h+lGlOj3Iw0KCfhipiZefrgo3YPgnAa76z2eGYcCNtQklyB8POWsL8GntoIV2BmMDOIh2B7LpU3M+gRbgPUXnkz823MPpoXjbMBwlFbM/N0XRB4fPBp0JDuKR/Tr5VQl2Lqj8DPC/VStDSfSoXHpmisK6Xi1azOh+oECWXWSJXXOIQbpVJoyFm0JGfJW/QbeFqvGfouhKcy4QiEI9snPozzrHrZXdkro06D+ik5m5m69mBmfryN/pWKpsYmekpFT2VqoLTG+XGbmyU6mZb9ZVP5Mh1LtWoNqSiFfC7HNCJ+QqHGCLhzlCsVlGng0jSw5fIGnQYjuHP3JsYnx+hMv4Tz589ianIS165cxlkGQu7SGT9JR3WZQdm+7jYc2N+LI4d30sGTR4lOyIQLe2VlmRf8e+zDfEBsmMELjofGqIoddPAr6DFIh/6RI/swONgH9e2CBBle4iq1LSp+FbOzsxgZvc0gxlXoN3vbFVjLZbBV2qAzewkx++ls70Q2nUXCAMT6/CJKdHLr5t/CAMKePbvR2d2BZgYHdu7eCb33se9BOsGPHD2Eo8eOMOjRh46ODqRSETIMju3o30FHRCd53IEDBw/AB1PoLOvq6kQfg7H9vd10CDShwAurDn6ZbBrNzU2UawGGAIV8MwYHdtLJvAeZdB5bW1Wf7ugbZPt+BgP7cPzoSTzy8BPYu2svHnv4ERTo7JyemKaDZYzOx9sMXozTaXMPCjRN0VG9vrKOBTpvoiBEX3cPDu7bz7FI3gXoT1Nyz0MfL9r6Bl65so6lpWkUimnyzv56WuGCmEGtCZbPYml5jkGadRSLOTrud3Fu2hDxQLvFi7yMZZFycwGwRieIlCsIHGWT4rzVOJYtLC0tUa+WCSsol8sIudnmCnmmERwVO+HikZNjZGSEOjOFhfkFyLGZ5iE04gJORRGCMECUCnmoqNBhPsWgzSQDEeRveRGZbAaSdUgc0YtSEVpaWjxoYa+ur8GR3zIPEnMLc9CfKlW+xKDtEnlbmJ/3ejNHB9YmdbFEJ4RADpel5WWs0PGyQSO/wbqaNjcuGLgAYTqNVQaa5hcW6DyiI4dOGheGyHK9pBm4CMhvmHLkO6KzJEs+0whovGs8lFZqZY6l6vURNJXVWgUVOgDSpNnGIHsun6ejuEbn3Aqdf+vgciQu1C3MAbwTedA+UqIel3npkYxUmfDgl1CvYjhSdjzCGBqPLlvOl3ITZY3jeiA56iHAZmCTnwYWNrc0Y8/eXZBzvFho4r7tsLywhY21EvW4Gd1d3bQJjmkHdbiXujwAzd3YvXE6+M/iO9/5HvR/nf7oxz/Be++eQbWasF0r9WsOr7xyDpubNTQVWznWMt566xwdn5N48qmn8MJLL+KhEw+hq6cTJ06ewGc/+zLlmKNTcg4ypn09vejt7aXTcZl6M8GyGnVnHhH1oLOrA+XyFh1ULYRW1L9tHLDvMvr6erB//17ydA3f/vY3cPvOTQwPDyBFW/bBB+9B/wdTyHl6igGmJ558HI8//gSdlx2ocX62GCDs4rrWL38o2LFJJ3AQROR5lGP9ALIvk7R7Y2OjWKGzmupL3VjB7Nw0Hb4lrp0e6kcBZhFgAcvK0Jzv3DWEo0f3c7y7GHRqxTR1MUbCf3KsxFBAt8KAjX4T3VFoGQAAEABJREFUrbejBTsZeN3HoK3sS8xL/+5dw+hkALezoxXFQgrLPoi/QifpBhRI6Oxqx659w2jvbsbgrn7Mzk/i9CPHkE4ZPuSYX3v1LSzSFqa4Tjpom7JRhGuXL6PE8bUUm/Dsk0/j8P6DKNJuPnRwH1qbmpFw45yYGMPy2jx1sYz+oT587vMv4PCxnWii/ZQdTBJADulMJoVWOgsHdw4jYiB0fmERa6Q9MLgTK6ubOMMA6R9/49t4772LfK+wTY56v4X19U30Dw5Cf5JR3259kTqhP/979dpNLNEJvkA6X/va1xgE+xC/9X//DufuNVy+cgkffPgOZMOMjsp8IYNcPo39B9jXyizno8R1WyHOeczO3cNuyh4wvP32RcqtghdeeIkO7tN44onnyUcrA0Hz+ODMBUwwMHGFgdZLV8cwPbNKm5LjHlNGkqSpy6u0f1X09AyRviGVLiIIIqxzX7105Spu3b1D/XLoG+xCc2sRqVQA54Duri7MMiB96+YtjmcBNR5ANjfXkaW8pifHcW90BGucy9MnT+H9d1/HT37yA3z9G3+E6zeuUT4L2GCwcnZ2EhnavAsMNm/QBt+9PYWXnn8Z2SiP9vZujvsw1+9+6qahq7sPYZhCX28/19sqstkc+TdcPH+Jtn83hjk/+rP958+fx/ETx3H69MMMdh3GsaMP4SU6vw8fOMI9aD8DLs0oNjUhn2/Crdt3uB92ckwpLC7Mcz2vYZ42tdBcYGCzGUHgoG83VWn3tMfr/+m7e/cu53Ydk3RY57l/tHV0Ik3d0rc1+xk0/uUv/zJ+4QufRndfE7Zotydmqnjs2RM4emIvBoZaUGxJcPbiVdy4fRmTs+P4/a+9gh/QvmzRMF6+MYE+7tcLtNuj47Po7e+BdMHxrDAxcY8yacfSwhLOMvi4sriED898yPwHlGGKdiKFfu73xx7aD5pUZPIpJBHQ2t3pL3NpnjWMh2l9S/kug6+tzTnaxQiVrXXaoGncGxv38qhS7wPK2Tj2MAwZvJogvSoUeFtg35qDU6cewbFjJ6C1cP3WTehPOa7QKXzl6mWscc+6fm0SP3ntBn78yrsYuTWJq1fuMKAzzvWcR0AHUnNrK/TXEKrUmXyhwP1/HBcuXsYqg+gzs4ukUQIsRft2D7t270cYpJBOFfHuO+9yjsq0uc2EFixwHYHKGEU5fMhg8j//zd/CX/1rfw2v/uRNBFEa6VyacshgYFcfBnf1YqO8ynnp4z7huC73IYrSiFIptLa1Y2hoGLlsnsGjEW4lNXz6Ex9HIRdieCCNrtYmzE5O4AmeX4b6dyJADv/2976Fv/RX/ib+xv/2t/Gvv/IVBKkILS1taGvpAqqGuzfv4sc/eI2B+nM+mJrhQVnfpuvsasWOzk6kGXQMgi0e46t+7Wj9CKeD575VrptNBivL5SpKPHeqTLaIQkGF51cdhs2MayDL4TsPCQ2WaEAP81wcMDPqcMBxRnxNPJ4/jHNehS/7neUZRLQV+EnRhkZGBaDe1ngmiHWOToWoMnDH1rSVCedmE4ePHmXfBebXefysIuG5IuQ88EiJTLaKgcEQ/+Nf/RJ+7U9/Fh//+FHs6G3G44/sxWD/IKamJ3nmG+PcLeL8hXMgae5r/X6c09PzpOWgfbZQaPY6NsGz4u3bd/3cDAwM4IVPPIUMAyvdPOvW4hJ6elvx1NOnkS9EgKtxvpuwVUrAIeDchxe51wcM2E/h/LlzuHJ5Fimea5ZXlzC/NEfdnqKzo4z2jgK+8tWv43d/96tc22W8+/YF/O6//iqyDGiUedb68MP3sLg8g5c/9TyOHj9M3XIc+woWlxbhAqN8Q+rlJvuPIftz5PBevPzJ59Df342ZmSnuhQHeO3OVc+EwODCMLPVszx7uJymqCs//LqqhpbUI/SLGW2+fQcBzQKGpDd/7wbvU65s4/fDDOHGS+lmo4YlnDnE9VmBRgBu3rqOloxkPPXSMehwyQLyMsbG72OKajmin29tbyEMP+wV5DLC+tsZ1U+Teuol9e/Zy3U+yvh+XuV/u27cPOZ7/NjY2vA3s6+vjem2GIYSzAAMD/ZyzedrtDQzzfjNIO9XWVuA6nqJ9XsH6+gJWV5b8nnT61CH2F+HRRx/mvKXYtgO1yib27+lGR0se2pc3eXe5fvUqxkdHcJk2e4H7ejZjiLjvba5vIDDHdbOBzvYOrsM8SlwPzcUm7Nu/B4O8t4SRQy95PHjoGI4/9CjW12IgcYhpR7M8w8oZ7Cj5mLqZbOuxwZFXAlPZSDk8BRs8I0vHaR4BjtW5FHRu3dysQnv10tIa7xE17B7eiy/94q/gr/9PfwO/8U9/E//qt/41/sHf/Yf4C3/u/0X9fgLNhRaUt8rY4LlAdxzwyWWzKNNpl6VszYy6XYWZIQhCpNMZBEzX19aJUyVUEJOJIAiop2k4rimt0U3yp7yZsSxAyPVrVqel9SycGm2p1nSK9kx5BVXVrsx7i5mh/iQIAse9L881lEE6HSFFiGi7QFkJajzPJzwfVbiAdOaOufeF1LUoFbJfyo5ntjAyjiHhPpoHXIIlznuukPe0W1pa0NzSDAVTc/kc24Som6OEZ5RlnoFnsb6xzjtDiXq6SZu8yW5jyqVCvdxg3RrWuJdojUbZCKlchJDrvcwAbJXre5N6lG/Ow3j+i/IRwP0EAZCmrdc+FJBX8J4QMU2nUxx24u2rmUFnXBYAxg/lkKLBssDIY4Aa7xM1tqtqfJRJjZZZdJMAqNLhEhvtIscaM+/bO/jHzGBWh4QDbUA6m+Fc0ZZRljXK1tIJqtjC5Pw9bCUlLKzNIeEaPXv5Is9Yt5ArZvDhh+/in/2zf4KzZz9E4Axxqez/C4AaA4FmRj5DT9PMfOqoH2bOy1dzDj71MvLj64wl/Ih1F8A0IID7aYjQhXwLPBjXjXFNOAugpzGGmGunASoXmBn7S2BWp63+hKM2qlfekXeyBaO8Ei+vWFX3QW0C6rhS8a39TJV6VypaDdD7fSA/9XUN+jspT+6F6i8MQ+gxq/NkZjCOB7wDcloRc02ZGdPY8x6TjvpVH+KjAXjgMTOIH9VFEXWQfZiR7s8Atp8GTQ6ZstWcJL4/lQvFzCBaoil64FMh/xp7A0d1ZuZ5BEcgfIFZvSzRYABf/9P5el8J9Y/VCKMQjusiSDkE1DHn6m2q9AGoLzPzYzMz6Gm0U/5BEG5DTmbm22D7MTOY1UFFZqbEQ4OeqWNfAo8reo068NF4mfg6peTSJx6Pc5ZsA6ifCeeyxsNCrLLEo/l2xrHV3/Rzu4JZswY/lB3f2ZxkmGe5+jWiOubNrE7nZ1JW+/lr8OucwQUE57bxhQGfdy6A2y5PVLxNC/cf6YP5+Q9Iw0x9gm0MVGQ4loU8e4Xc9wWyu0RBXR4xGrT1HlN3GzyZme/fzDxOHc/dz4M8y27FVMoabZvaCcDH7KO2fPV01F75eh+xHz+VDToHemDfQL2dI+3AfTRubD+iL53RqyNOQp0V6F2QeAEpx9Ewr3dBzHmtl9bLlY/Zn4A9wsxU5EH4IL4RODQ1EJusc9sgXJNowZ/weuT5qEFkzFhK3sg+z00BUimt74ByYznrwEd9qG+lfIVSD+zTp+Rd5Q1olClVWYKE964aqhxDTXvA9v6sOjNTQl6Ms+KzP/VDNMw+wvmpSr6ovgHikUX+Y2YInKNNZ1v1W60g4ZrRvDpz0D+y5cdiXBCBc54HM+JzPJKn5Pog7Uae6NwREw+xcM0QUIBBEED0zczTxfZjZjDnwA7gY7lsA9MrfwAwq6fiXyCdUQo+DXrMeppmpM2XBo54Eq7eWexxJGPJ3AUOOd61tPfnCllE9I1RIEgC1lJZajzPVGkH1Va/YLPBs+Y676wVnpNizlO8PU9m5I8fKhdFxrbgHmZMOY4qZSsA6zV+P06+iKZAvIkvx/ELPL9sr7MEKBKVNcDXkV6jXeL1lHImHypL2J9wzdgZiepde4ZA+4fqdH9L0//KaqhMZz6lqjMzcmaq8nJSe72wmO81Qt2+qEx1AuUfBPEhepJPo9yMNPlRH9rPlKrOzKD9WO9m5nVD7wLJSqnqwEdjaMhbekfxStysqX/Ei8DMPB0zdghA8hUwC5M8A4MTUN4qF13xrLYCM4MZcVgfBMF9/sSH6oWrduCjMjNjjh8y5EQ3ANsDqgvYHnzUDgZPy8x4fq3yDlviGb7s5+BBmkSHmfn2KZ7PJQO1r9AJfp9XapmZeTzwUX0D+Oo/ehefoq28GfuNK5BP3iNs/zCr0xGO8AXqR/0KxIPG0qhXPsM1o7GJtp9r6p3Iqa3wzOo0hWtmfiyONtTMoCehDgtXtkGgNr6cdGqs03pRvcqVqh+lApU1cJUKzMz3IZ7Es/oFH+EzgcopLH7M45nV+YB/Eup1HfSqtg3w7VgoHkWrAQnXHTgH0DplPqYtEI+SRYm+EIFwHfsRLdFp8KV3kvSfhONtgPCVV4WZeT6Fa2b+TqJ1qvu2aKsvM/Pj0nrSHJkZ94+a1yfxIXyB6IqOeDDnxLHfa2rie7t/8BGOmd3vF3zUj3RBKV99negEzsFNTU1Dv2nCPY6CdXQqNqGnt887yJqbW+iA7GBZjsIFpqe36LDbwPjEXbz9zmt0DsyQ+QTVWokbaoidw0O88O9FLpumYyHDS3wahw7sxRe/8Fn84hc/iZfpyHnxhadx8OAeOkQCOrQnsLA0AxeAwcj96OzsgAzzOV6G5ufnUCzm2X8r+QLx0+zLoEAFz+V8TyGVDtA/0IPe3nbAAiwtlcnjNOQUNi7i+cUFBk5uYnFxEfOL86ybwujdETrJp1BhICpPh3IHHXPdvT1I82JY48apyVleXsIWAxiFpjx27hrGIJ36uVyWMohpiKrkqY0OrwHyl4MCYVUGyFZ4IR4dGcHdkTt0DK1D3yKoMKhTYhCmxkP/zMw0HY13KLNFXsYL6OzoRnNzG2lwfAixuryOXJoXauYjRKhtxbDY1f9s79wSLl+4jN//yu/jG1//Fr7ylW/gq4Qz75+hs/8D3Lx+g3JZwSgdkI47bz/nr4dB3aZiAdpGFQSvVrfoMMvQ8dWMQjHFfIpzXMS+/bvR3dOOkBf8tbVF0plHaWuV46wgw420UMgB3ECXKb+11RXKoEYnQop1GWRzTTBLoUCHbrFYZN44B0u88M9hgYHGdQYcN+jEWVcwkgstASDF3+S75neSDtZ79+7RGXwPK6RdppwCHojb2lvQwQBRU3PBy5p6irW1Fbbd5JxH6GFQbIgOKc1NBwNcmoOFxTkGCep9T01PY4kB+hKD/vozlpevXcFtzsscHf3qd3PbuaLFLN6bmop+DOl0Gpw4UIR+ES6vrGB6bhb61uksgzeb9BCpbpmOrBUGe8r0KCVU3jCdgRwLhaYCZZKh/mc5x3nKOItsPssDZ8iRg+ukijIDc7oka08JAuflmM/nEaZC72hbphzmKLuFpVWON6bRAGK2jnkai3kpAhaU5mkAABAASURBVNMaQX/usMo0hgPMwdczn8AAgpnB7AEA+K7aGCaKBpIymBMovw2oP810TsqQrTA4L4f06uo6giBCsTmHNDeOFerr+PgkQi7Gnp5uyi+HG9ev4dUfvY1/+dt/iN/6ra/hd37n6/ijP/w2Ru9MIYkj6nwf8XO4xaBHTTYjzGJtvYTr1NtJBgF66XAc3kN97O2GnCmSyxKDHjcYcLjHAO0GA1Q9vTvQ3NoOX37jBu3FOuW0SZ2MEFNPy3S81WjIq5z7Gg/DKkvTKbSfzs4WOqnGJ8aRcPyPP/44Pv7CxxhsGEI6E6KtvZXO5yPYzUBljo6cteVNDPXvxiMPP4ZHH3sUv/ALv4BPfOJldDGAPD09xz7LGBm5y/mJoW+rZOk4li4dP34cuzmGjs42DDNQu0w9HGEAaZUBnpnZWSwsLmN+YRlZ2p4U+Tp+4igOHtmLE6cO4/mPPYbDh/vJj4Oj4yuXi6kfCaKgSr46MTTQjaNH9MsRg+jsakU2HSLF9VKmc21xYRbN1OOBHR1oa23G4FAfWlrzXAczWFqdw/jULKZmxrjO5tHaWuDYn+F4j2JosANc5kgoq7bmVqwuruIGA5adHV04ffo0jh05ioXpWVB5keH6ePe9d/C9738X6WyAUmWD+8AbAAMb+hbe40+cxLPPP42BoSGEUQq1GLg3MUGn9S06/kq0y9MYGb2Hd977AK//5G289tqbDBTdZEB6AkvLFeLEeOHFl/Hrf+l/hr5xeuXyeVw4dwbvvvcW7jIo2dragiX/f/aWcOjwAdr1FVy6dJPyXMH771/zduTexCSmaWsVdKzy0H/qkYfp3F7AP/rHvwf9AgnNInp6Uvjud1/HpYtXkNRCDPQNA0kBP3zlLVy9OoKLF6+jXKlhZmbe62cY5Xwa8zS/xLVfriUo1wxVvpsrcO02YW5+hXuBA+M3kD0oNBU4/hoUyOvq6eD6yGBoqBdR2higWMHy0gL3oRm/Dy0wELkwP4Pvf++7GOEesnvvXr9WpiYW0d7Sie7uDnzqUy/jxInjAK9j++kQf/T0KZw+cZJ7bB6njp9Ef18/PvvJl3H61MPo6ujDn/gT/xm1PCA/CeW0irnZBQwMDOOxx57Cz//cL+Do4WNoY/CKSwUDDNKkUins2LEDn/n05zA1MYvvf/eHeP21N/yficykIzpyFzF67xbXTokO21XkCkWumU6qRYwoSlEfu6Ffutja2kClsoVFjq+lrY38GkbH7iGIQsqngj72McCgzs6du7CHAYkDBw6hq7sbq1wf165e4+5nqCWbWF6fxfMvHsWnP/cQXFjC4Yd20ZlaQxuDH48/cxBBxjC7NIMdw3lwKjC/UsG+A73YuWcIt+5cxhNPHaU+3MXlS5cwy/2A90C0NDWjo7UdTfkibdIoFmZnEIURdg3v5BqIMDp6F1Xa+CUGeWoWIOD5YpprnWcs3Lk1gpE7d3H+w/O4dOEabfU6XnzpUZx+9DSOnzyBPgYo9C3rxcUVjmWDljjiHtbNfaDAPb7g5TTDYFelkgAuwvd/+CrPUZOY4PrQ4W5iYg73xiZx7eoddLb2YKC3g3pSweTkAu1ajOs3b0DfoIVFKDY1kYahuaWIKBVR39IoNLXgi7/4JfT1DRDfUGU/98bm6ZiMcP3aKH79v/l/I58tIMW5WuLesrS8Sll2oaOrFxtbVdrREspcsHPzZZz58CpWN1YwuzhDZ/0q+oZ7+b6K/fv3Q/NWKBSxY3AAR48dxdQs8bivNtO2tre3YZLjuXTuQzTnMnj4RAeeeeIwatUNHiHKPLd8DX/77/yf+MoffBPj08DbZyZw594cIgZKkjDBYdq2DtrhvbuHcZnB4bMfXsP87BziWoKh/lZ0txXRXmiindiCDrNhENEOVzjemGkZa2sb1L0qnHPc4wJkGRQKOb8u4LsZWmk/tKeBj5mhTAcAs55WmvoviLifZbNZRFHkIQgCmBlCljfAzNQMKbYpb5VQodM+cgHSwjEHx/4S4ZijjawC5KfGlROEDjMzC7h96zbSqRCGGvtIuDduoYNje+JRrsm2AI8/sYey6KTelDE42Mr12YH2tlbcpf5N3OOccM+8cvk6Tp96AufOXsTCwhp1pYzduw7g7IeXsH/fQSAx3Lx5G+0Mphm9Ie+88z7u3B5FyqXRy/26k3K+cP49LCxO4pHHTuDLX/4FbKyX8eGZe3jzjTfZ1wi6eAb70i8/i/4dOezgmeuznz2B0w+fxAqD9rpMFWjj7vEM4CjjHM8wQZBFKmxFtezw9lvX8c1vfh9pzsG1m9ehX2TTLwrMzsxgeXkJk1MzyGbTqHLfyTI4Wig2Y8dAG6rxCvU64lniImZnp/HWm+/i4oXr3k4nPEMsL61TfndZN4u2tibq4EE8/PBxlHmxrlkKEzNLCELue9xPSqUQI3cXyPMjGBzoxrGjR/DsU8+gqbkJp06fxMnTR5HNGdfgOOcjBZ1Z8xyH7kMB7w/pTASzGL09XXjn7TcxxfPqjevXufY3eJeYRgv3S+nhrl27OJYsZd2OkydP4sUXX8Tu3bvZ1jjWZSwtLVEFjGtnCDduXKeuVhgQH4dxj3/8iWO0A7eRywVYWlxDyH737d1Jez2N9959H1QZdLW34DDvUU3FNOehEzt627kvFBHRWdHaxHMA9XBpbhntxU7s2bWP+908xzTBfa7H8yH+ZHNfeOEFjnGecmtGf3+f5yGXa8Ia5z1KN/G+ESIMU0hFaa8/ZoYaA6kaYzoT0i5XAAP3FSChTscAzLGAUOVGYkGAhJYv4Tk1DFIIXISAaWKObQ1mIftfwpb+RnAVfu86fOAI/vSv/Vn8vf/f38NX/s3v4Z/+k3+Gv/pX/gd87tM/h1bqRIZna63/TZ6311bWqFtVrpcE5VKF+rqJKvfpbC7PecwjSUD+I6wx6L3JO0ZCbqrUi4B8xTTiykvfzIx4oQeVaXzg4/HouHAcW5pnHZWrjFXexjiOk005JkMqFTJ1rEqYGvtOIHy1dUFAva4SJ+XbJQyIBYFDKh0hl8/wvr3GvXCT+CXPQxgG2KLDYYV3HP2XGuJdd5IwCGGUp8aP2Pwv0sqmlXgODmn71E78ROQlX8whiByiVAAXGmrU2/XSOsp0FmUKWdT4L8U7bpAOsFktIZVLI2S7MoOsCrrqW6s1F8OocI6Q0dpkYFj0nQEhy6ggZINS5WaqckEqneJ+VOA+l+UZJwfRTKVD8hJAtAIGZQP2EwdAxTjpGaCm/zKGfFrA/hwgOo464lxAmcTQuU22uVTaQprzEHMO0wVDYhto72mCS1dQsk1sJKsouS3cGb+NV958FWPTY5jjnvWtb3+dejaHh0+dQIY22bGDwEUwBEgoR6NMwTfNvfbemLoLPsqrTHuEsT7gPCpfZTBWc0sUOEeGmVG5mTHHD2miBgRJAKs5OKYe2F9M/RRNtVcbAVvAzDyoT7OEeXjaqhc02gi3ASoXNGiJP4HKROdn8VQueLCugaN2qYgy4aJJajVy6mD6R75UJ9BYzXyp12PxJDBjGUG0RFugfszM4zXyqm/kRStwAQIXghPJeQD3dc4/2wivAaJlZkiFXJ/OIWBe41W5UuE1aJoZlG+AmUH9gE+ChD/h3yOOU6A6QcB5JSrbepT7P0Sn8SI8QRC4+2MKXODpmRnM6uCc82VqZ1Yva+SV1mmastTtGkKOK/D920/REIJomdXL9R4491P44GNm/PnRR69m5mlhe8xmAcwcx1eXj2SXxAmrDbVqgirXk2Qp3swMLgDMRAN8YjT44AtpUJLUETPSYkFA2xJwTXNiAN8O223tp1KtOTO2YdsEMSBgXroeBIYgYGPA0/f8+ToDibCQKZiwjInHMTPOQ8JXRxSNTfU11sUEpqjBHDxdyTikTQ0cC2Co8fzo+1BrXwbSiv8DYDXMQHoJ25Am+5eMPFC2CqpyaQPOiGdC92Bm/p0JadYIMbETnkXL3OtLHkc/Yu6lVV4Qa/Qb1WqxnwfPF/tRKpyG7NWnmXE8GkNCnmqosy4Z4P7DGp9Pktj3q3kVLUFCuqpkFc9PzPFMqLIHgaWg+aHNYo46ojoyzzJjAaCfjnw45dg1s9t8xORJoMIEofaeKGQdMYlkppa4/2hO/At5avDWSKtikJW+b6ZmBrM6wCDNgUxszLas9h+1FaiNQIWN9MG8GQmw4ME6vpJ38q0MQXUCZv3HzBBSP+s8J6jxjJrwXGBmZMcoy4Ty8ahUBbsPBj7k0SjHgJiSG0t8X+K1kdecNeZJZQ0wMy+/hg7ggSdx7JfvsSaH+QaOmcHMWEM5sW/1o7H8bL2ZebxG3YPrT40TzkGZZ5DS1hb1tuL1zrmAZ5YU7/pZpLMpWIo80HzHViMXXNNOfcZe7xx5MjOe82KebSq+zBwRDH78CXljDiQJY3HC/mLKKYEeIvHjhM/XhLhmRh4CD2bm6XmZsV2Naz3m+cbYZ8B5UjszEiBXsvMC8KnSzglEj6+eD73H3O9FS+Ux57XEcVe5B2q+dfcTTeELhPMfA9WZGRx5AGLKdnskLAMftWHiP2Z13tSnIObaV78NHPEvUL8C8WHGMWus5Eu4DZBvU0SF75xyPwOUHSRXjsvMyJ8jb+ofPjUzn6q9WT0Pys2DlykQs0+dv8Sf+FEqvqvV6n2bpfI0z2b3eWV/DR7NzM+bcMBH7bVg5Pe2AOCUoYHLar4H0JyJJ72bGfTvQRyVC1QG8mtmfmyirTkVf8qDjxlbbwNfYWYeN9SewM7VjwDbj2hWeU6WEQxox0Qn5niUCkWpI41GH3o3M893Y/yNMr0/OBYqHT913VCfAjPz/ARBCMnIzDgioMY+pRvgI3oCZusfzqvmvkKdFh/ir5EKT1BHpHSIq/pGmfoUX42+VCeZCV91ZnV5KS8c5wLPn5kJxc+VMmbmZWlmP1WvfhoAPqwmHggaN60dxyVefUCTMR7lhe+owA0IOC9m5mWlOvEoEK5AZeAjfMlX4+ErVCdd1RoWaFzCNTM4zncYRRC+mXnd/Vlc8BEtARnmSk5oXRJorxG/DXpE8x+zj3i8349zfh5djYerLIMj7XSEtbe3I0vnB7jpmjlU6IxeW1/FKi+nclY0twAtLREeOn4EX/oTX4ICEvv27sdjDz+OnUPDdAC3Y4gBhAMH9+GRR07iS7/8RTowDqG1JY+ujhbi9KGDztC29iIGB3uxf+8uNPGiNzc3jbNnz+DSpQve+dDa2sp+mumUXPHOh/n5Ge9M/+CDM7hw4TyuMTi2vLJIZ1MWLa1NcLyUBbzsLS5Vkck2IctgyOT4PToI1xg8WKGzYpxOlTt47/132cdFf+HsYQA1XyxABn+TwTUJeZXBv1G2U+C1iw7eLgZOJNDR0RHKYBVajGleSFtbW6DLbhCEqNAht8Rg7TrlFARGh3ILnQRZgNNS5AV3J4N+hw7soROkF/qW0fPPfQwPPXSCjuR9KOaL0DdllhlcWZpbwtULV3AoovELAAAQAElEQVTxwwv48P0PcPvGLUzRUXX18lVcOF+XC2CYn5sHki0GTlIo0rHY0tzqg3clBi0rtuXnoINz2dnRSiVyvLiveohRoeKVQZZ58c2gu6cD3b0dDPilsLQ8z4DHNYzdu0uZLyMIHBQM3lhbpSN6is74eToeSywPsEZnOQWOciVm+RIkNymVfpNbDnF9y3OFQcgqL+IBDVOUCnnJLiBLHYuiAKBcnDNojjIsy+dzdEK10sHTin4G03YQ0pkUakmV+lfG1PQ9Bt2n6SwrI0XnVpqbekJ1r9L4TU1P4O7obWxsrtNpWYYCkQvLS1hdX6Pzdw2ayzkG1PXnKKTLFR6KtLiKnPeW5iYo1TwWm4oIuPDInB+PFmWFF+gU+Ss2tbDfHArNzYBz7GOdzsR1lHlJhvFybgbHC1LCcZV4+Y/JtzaNgPpo1IeEG5R+46HCQJ/xIiJHXpo6lKbDttBcRI6OZG1K5hzHzJHFQAKgygvAVhlc1Ow2COCCFJyLYCHBhQj0bgFibpxVbs4JdYPN7hujhAZV7xA1npbFhzY0Lm0SdHCcC+OYY+coTWM7YifbQB4WGRy6d3cSCgDQDCCdorMmCNHR3oUo5MHKHGZnZrkWr+ODD85ynY5TH2p0cFXoGKK2VUMcofPycz/3y/hLf/mv45Of+iJWGfB45ZU32GaEbGUoyzXMMQiYMEwSRDHnaxzf/Pa38Pobr+PNt97C5StXoEDMsv4U6q7deOa559De2YklBtTWNzbIS4e/rKxzvlcYtAQPH8uc7xp1T3q5uDiPLTnVWD49NUVn6KTXxQEGc/Yf2Ic2OpQVpA85L4ODfXREDmN4aAeqPFwVGTAYHBz0gZ7Ozm6keHDo6OzCOh1ZmWwOzkJ09/SitZ38MDDxjv/W1wbtzTLOnz9LWcxTT5a5ToteqHMMyl+7dg36RQ+KHE0MhDz19GMYZH+5fISBgR4cYTDhM59+Ggf3NuHJJ4Zw/GQ/OrsiRCmgWOA81Tbw5puv4f1332TA8yICOmMX6Ty6cWuU/RTwxS98Di+9/HE8+9xj2LNvJ9o7mvCrv/qLaGnLIputct4SrKzMo6e7HQN9vfiVX/p5/MVf/6/w0sdf9H9GMrCADvibHFMbBnYO4fzlS/jDP/oj/PEf/zHOXTiLzu5OZOiEu3rjCrYqm6hRp+lB4pyv40c/+hEWFxYp3yakogw+9tyL6Ors5Rx1UXYZrKxuYJMO0CtXr+MnDKSeYyDzxq0RbG7x4F2LkKdDdO++YaytLmF87A5WlucIC5DzU3OZTqfQzDWobyn/4i9+gQHGTnR1tTH4vAs9PUXs29cB3gO435zA0M69yOSKuDc+gdXVZfT2teOXv/QY/tv/9j+jPD5PB/NOPP3kCTrcVhmsvYm9u45jsH8fFuaXcW90lPY0hPakPXv3oHf7T6A++/zH0N7ZAbgUVta3MDW3gDk6v53LcIWF4BmBqZGHLehbo9o3V9h3M9f4yRPHIVt68eJF4m0h5NqTM/vQwd04dmw/9Ms8+qZmF/WphgAzs0solWNwaWN41yCGhvoxNz+N1rZmXL9+Be8zoP0P/tHfw9mzH2CTe5aCWlEqhQr3ItktSxyDf6M48/5ZfOfb38f3vvsq3n37DOU6hW/88TfxrW9+B3fujOLxx57Ak08+Sd0bQhik0dm2A+fPXsXNG7d5oE4Q0X4PUT/X1pewVVqFuSr1f4k29ybOnT/HdAzS+17qUo1GQvtOUz4H8PC0yD1xcmoSWqcJbUWW9i5fKED7bpRKcd/JeX0ZpbxnZqegNVHaWMPywgJ5SfArv/oFfObnXsSxE/vQ0p7G3MIo+99CW2eGQZATOHDoAIZ3DmDHUA9yzRmUeI45+cgJ2pARBuL3ef3u4to8dugo2ortmJteIszBYsP1y1fIoyGTymKZtuQDBvf//J/9c3jk5On7fwJ/Y32DOtHDdVHFEvfnWQZVR2kPb4/co+4nSCxEjs5+mmlMTk5j1669SOCwsV7BPPVoZa2EEgOau/bQzrR2YHBwCDv37EVLaydG7oyhwv2jSp4D6s/GeoJaNcK9sU3cuT1Nm7tIeUQMLNUYlN7kXlNFijLLcK/YvUcB7CqKzU10lAOLDO6vMdAwdo+2jkG9K1dvYmZmDssrqwAte1NTC1JhhM72Dpz94AP/DbXl5U3MzK5gc6OEkbvjpNXMYEQBn/jEpxClHTZLK/jmt7/J9dXFqUzQXGhj4HkZA31DtKdb5GmBbfJcCoaTDz+EFAMtA8P9KDYV8Mwzj+O5Z57GyK2bOHLwALTvy3bu2rMfF6/dwSoDbd/58RlkW/pANrBZS2NqfhHal773/R9ik2exBb5XuP9WueZbe1rQvaMJc1xvo6NjPAeOYYVBlcCFtA1Vv2/H1LcM92qdz1YZlJ+ZmYf2jNXVdSwtLVHPlrhPlNHKc2WadrynpwfSxzWeaykk1Hh5FA2lZoaEhdo/9Z6QtkoCc3SixNSbhOe2AmVSRHljC077LJ1kZb/3A2XSCtNZ6kYBre3N5M8hwzNLmgGGHAMURZ53S5trnIdVpHhujThH2RCorK8A1SX8+b/wEoP0R7CyOorZ2ds4dGAIk+NTDG7ewSQD7pOTy5zH6wy0jXAtv4rA8liYW8fi4iaWFjZQod34vX/7h9g5TF1raUW+mMdWucT5zePKlevEW8L4vXssz2LPvr1oa2uHcyncuTOCra0ahodauLeM4oMzF3CY89fV2UJ7OYQK7X1zcw7z3F8fZfC1ta2NZ/ku9O7oR1NzG/ezZgaxqtw7C0wNYZjGVQbxL1y6zj1vlbZ4lTyf83u/CyLkmzKocl/e4jzPzC15W1yN1/DxF06isyuH/ft3ormliI99/AU8+uhTzDejm+dxndk4CVxjS+ju7vH6OT+3yPcVpGnzw6jAMkqVQY3WlhbMzGzhxz96g2u9BYVcK2YZzL5y+Q4WF+bRq1/a4pmyqamZ7ZeQUAkvXbrM4O1l6nkFCSNAMc9Wwvv4xz/u16D0MwxS/kwu3QCM59d2SO8q3ASqvOy+/fbbGB8fR5qBQOlxJptFFIUc4zykp2Nj93CJ+59+ya9U2cCBg7uwubXO9daGof5BtLe2UK9i9Pd1cA9twy6urc72JuzbPYT9hL7uFq7FDuzeOYxPvvgynnnyBWytJAiTJmSiJhw8eJDy24+Q58aYjqM0bUdM+3z2ww85N7QLFjMYPOnXRpnO3Wym2Y8VtF+FbAE1OnsDF3JkjjpPW0cjF0QB9/saJPu4Wub+UEWSxDBzbGUIYLStiQdOAGLKIeFa8GsoSaCnSl4irmkLHLU+4akP3m6vLq9DvyiXShdou4/gFz7/y/ir//1fw+/8i3+Lr/7OH+Cf/t1/gj/95f8Cpw4eR7SVYJO2q1qiDaT93eKep19QdBGQzkYolzcRcNyaJ3KEfD4PXYzTqbRf847ru0I7Kb6q5FHrXt+sTchjhfcDlen+ojOHypw2JjIvmjrfq90a70WVSpmlCZwzxNyohWdmfHdcR1uUDcdH+sLXHNR4Jk0or5BnzZjnpnSa8jV4XNFWf7LxklShWECUSpEG4IVEsTtz2FjbgFFHjbKu8ixV3ipRT4AoihCGIYrNnH+Ot0YLViZ/HR0dPAdxnbE/x/tITKnrLqIxOu7tlaTKNVhFQF7K5E91Fhhc4FAgrZh3mipxhFfzbWsgAwjYV0h98DQ5p3JsBgyOZng2zOao66mIep5GhrY2jCLiBwhEl200voCpGDfKzrmEJBPKsArdUVQWuJA6FSCKUkACtHe1o9CUQioTU1+WkURlVG0Tm9UVxFGVQdUtlKMYb114D+9fPovX3n0DP/jR9zG4exh/4le+jJjB7ArXZhzHcM55udao42XqkGCdZ6gSz/wx59HMtnESNB6tWck4oY5onpTGpCWaVdov4WmeVR44jtUCUHSgyBAwn4kyiJg6knSkb2a+D3BwoqN2CXUjcAYFm6QrRCGfbICPHjPVfwQJ+VGtcw6iU6W+6b1RrlSgsv8UqK3q1D6hrQPXunRL69fMPJ9m5nkxM98PHnjM6vyoKAgCSA+VF72GTJSKNzPj+EzV22AwzrQA1GtwuGZ2vy9sP5HocowB64xj1hyYme+r0Z9Qf3as9XcSZaWjbDVWM+Nb/WNm1D14wPaTkAm1q1GvxXeNdrNGO6YytVd/ZubloDEKVLfd3Cdm5tPGD+MoG3nhK29mSjyY2X05qw9xrNTMYFYHvQvAx8z4k9pDWYDyAwx6zAxmhsAFpFcHswB6fppH8zLWnIgfMyO+g9lHqVn93axOE3zUvzkHUJYWAhaQUxczU4P01gz+MTO+NwBwgW2/+2rft3IB59W5gO+gPCl5kuOH7wnfwdS20wSagxr1UyCeAWO9g5mDHulFwnWecB0lXi4qdTDWmwnXAKbgY2ZwGgfUR4KAfJgJJyGK+TrVi45A/SkVgE9iCRRUNdpUkyzYltR9W1bDsUy4uruqrcrMjOV1fhLamRr9Z5K/xgU+ZqIAj9PgR3UxccULUbwMRJtcc+zkQeNM+KaUCOozpl1SO4HeoXW1XQfiGu+GDgFLjPDRp46bwNgfjwesqNerXMAC+BLWcxRUAb0lnB/a7W2ZO45BvAvEs8DYyszUHGbmQS+i2QC9/yyYmZeFmeH+44wmlbrA/jROnSfu121nRHM76xMz832a1ee3US/eGnx6RP4QTdULVG9m93UDSPiJOW6QL2M+ASgLD9vyNzPWGwyAmSEwhwAGyctMpYCnyzL1IXiwT70LsP2YGcxs+w3i4KO8+t5+MzNPV+Mxs/ttzLbzbjsFaZDXGm0aZ45tjCX1sjAMkOKZg42hLxTpv3La4l2sxDNGjXtllEqhwLtEsaWAVI7nLJQQcs93IeVKztR3ijhp7vku0H5UQ0y7ySrcf8iP8tJhR5ugM4DsrHyj4scCQG3NSJN8SjbCNzOy9VGZymukXeW5RueTmJutc86vCdXBALOfxm/IVXjOsSNw3GTOzODYlgnvOBV//xRuQHmoD9ETqAwPPGojUJHqBSAfAtGSPIMg2KZNhohoVudJYxZtgeiqbQOI5sehNKa9q3JPF57qhVvjXVPvygvMzPchXszq/cRcH7IxCdsb1VSlwm3QAB8z8zJi1n9UL3As1x4nUEWjP/VpZt4Gef2gs028aYzCFZgZ1IdAbcWTygUuoCwEzuBoN53XmxrpVaFHuAIz8+OBwT/iSaAXpYIazyjqQzyp3AWae2oBbZ/KhaPyBuhdoHfnnKffwGuUi5bOc0pD6rVAdXoXrrGdxioawtMZRKnqzQx+jMQRruQifJ0ZXRB4mahMdaIpUF60zAyia2YwM/AHGo+Z8dU8v6Jn5mBm1Fog1voQcMziRfRF16yODz56Vz8C5c0MGj/0bOf1LjAzCK9GffO4HIuZeV1UeQPUtIFvVufPzFT8U2BmnlcmcJxrx/UuvVecSGdt8SyQ/Kii27h2nz/xoDqBkn0H5QAAEABJREFUxiZZKxUfqhMPqW17I9mrTLg1yqMq20BQGQBPO+A8aD6Uqlz01L9Sgeg2aHoco4wp6ZggmuBjxkKm+ghfoD6ViqbL5TLszPFSV+KFnpcSXjo2GIDQN0wSbl26lJXLVPoYyOYLdKB0IhWlGWSbw8T4JK5euYZvf/vbdK6eJx1Av8Xd1dGG1ZUFvP76q3TovkWc89D/HzgxOYZadYvOqDRamvN0tC5D38hJpyJ0M3jZ2trGC28OzU3NKDGSNDc3hyr50bfQRkZGcPvOHfK5wbHUqICABnn7zj0sMdiSzdawa1cGnR05FApZ8tmKHjpLOnkR66ITvMiNoJNBhI7uVuQKGV7KtuhwXIGYzheLKJUr5HkVxn8yYtpEEk5Mlo4Q/ZZ5e3s7+d2g02UeNW5GQeCQ48WxuanJB1BzDJApAFmmUy3RQZwOrMg5dHd14PTJE3jx+efowH+K793Qn+O9TrndvHYDI3Rc37p6Axsr6yyfxO1bdyizD/HKK69Sbleh+evq6kIYRHTAbaGDfBymI/no0aNop0MrQyeBbHiRjuq9e/ciQ8dylk67NQZ35ViIeHHdYLBxdm4KS6vzRK3RkZXDBoOi98bHcJZO8anpSSjooDarayve6VOulKhGsXdYlpMKljaWCUsIQoelpUUs0qlWKm36+grnqMTxVuhkCVMBAl7UHeVjZlyMMRcIeLlOQU8QBN7BoYt+p5+XAoqUf4pOFl3KeZqDY9sqg6Wlyhb5jXmJTqGJjrVcPgttwMKTA0W0WlqoM/kCgigNF0aISCekPhlppLMZ6HKfp4MhnUpTZ0JExNH86gIdc35jjnKLF+mZ2Vncm5zANNNZ6h2cQ5hOI0ilEJJ2mc7vFTrYFxk426QzRr8hUubGFsPII/zXxEt0OMZcM+Kvyo2+TD2pkT5oSCzg4qRebPKAskpnjL6xqHS9tEGHRsw+IupTHkEQAkYZOiAdASENUY2bR42HpwQO4GEYPCBr8QpqNBrg5mlIoHfcf/hOXiRPKCWXscCIQH5q4tvT4XsiYAXfmQOruO6qYJcUQ8Cg1iqWGTjapPP49u27nPtlroMFwhLrSjx8VbHG4CYCcCxgO0OJMpqZXsMPf/A2/tXv/CG+/703cPbcNSwu1CAHf40Xn/nFJSzR6W9hzD6NdLYwNjaOqekpzC/MQfOzd+8+9PTuQKG5mdwD+ubh3MI8JhjAuMm1cvHSJba5R+f5Eq5evQL9Qoa+QSKDPcZAzfTUNPRn+G7evEFbM0+e57wudna2IaB3I6J8m3IpOiENSVzigTLggWqdjut7uHTxAp2O05ilI3+ZwcB1jr9EJ1a+0IRUNo8WBkmGhnaS3xksLS1hcnIK63TQT05O4gc/+AEWqEe1WgnXGXycmpmAgmE9vZ3I0z4tryxxza0gCIAK9a/KQ+s6A1CH9+/Gn/pTX8LuPQPY0d9Fh3cf/vyf/wU6hQhf/jkcPjTAmd7EEvUwoI739HRgR28ThnfuoGzuorW9gJMPH8PgcDee/djjCDOgbNbB5Y6uzlY8/uhpjNy5TQfzj/GT117DKz98lcGzm9S9HIwHyBOsP3zsGO6Ojfmg8NLyAnbu3omDRw5hbmkOUzPTaGpuol6mABfg53/+i3j44ccwwwDGu++ewY9ffR1f/bdfw63rt4BagJUV4LXX38PovUnsGNiJE6cexfETp+j0rNGmpel0nqe6x3jood0Y7O/k/EzQ6f4mbnFuNymTHIOs+jZcJwPZZ89+yH5mONZB9Pb24tOf/iT6+3dwfCvIcT4O7N9F+0pdybfyIO8o303SW6S8c+jobMfNW9exxsB7U1MTBgaG8f671xmk2aBdX0dnZxFNBfNrrlJa4x6SR57OWgoF/+7r36TjLkaUbeI6d+BWgdX1EgpNLajShmgdx9RO47oKCFEUUZeqSNPmbHEMY3Se373DdTO3BHCNtTQ3o6OjlUGDDszMzuD8xfPQt/N27d1L/tbZdxGyr4VCjnvyOhY5B5qHhcVZBhue5fiHsLg0jz/6o6/hW9/6OgMhtyiPHvzyl7+M8akJ/+2eNxmwPnbsFIaH9qC/bwCD/cP42PMvce9t5v5yBufOnsMffO0Pce3GDb92U+k8ZmYWyTewY8cOHDq0HwODOzA2PoqReyNcFyGiFGXK/UH7xZ2ROwyMjNMut3pYp0MyoD6WuW80NRXITy/27N5Lp/5B9DNA0DcwyDG3Q5et6zeuY5T6VWgqUF+bGfweREJ70Ey51Ggzz188i9gqKLamsWOwDQ+dOoDP/twncPrRA+jt6/K24ejR48wPYWF+HktLmzj18CDllsHK4jznMU85Azev3WKsP41D+4/ii5//Ej72zEv42le+BksiBqdmud+uYmm+imo5wAaDWVsMaKyu0kGbAO3tbdwrAhw6uJ92CJiYWuCeWaUs1tHc3o1Urgnfe+Ut6m6OOuBw5fJtnD93FatrZZ4rKrh9exzj92awuVHG5mYZExNT2L+XAY4whfMXLlAvl1Grpqh3u3iOWqaNGqNexQzG0W7zkDw1PQ3tMYkZpLsZBlJr3D+WyN8og2tPMAg+vGc3BoZ3oaWtg0H/Lu7bS1haqcCCDIIohX379tAmjaOvtx2//Vv/AiN3RiiXhJfGElpamlDivt3U3Ipz584xyDSLoYEhzgP7j6sY3DHAoNIlIHa4fWME7S1dWKWc91NHe/u7qcYVruWjeOq503j4sVNobi0CroZSeYu0ZjA3O+/t5sTUDNYYpLs7vYDxhQjTa1VUohbMMYDc1N6DTQZXlxkkmF1cwoKlcW58GmMbNWxmuhFwL3QuQlWOJ25GWcogxXGZObgw4lboEFgE5xwymTTPEQU0U4eaaZ9K3H+q3J8zmSyq1KkyzycKcGn/XaONbm1tpQ0Lqdcp376mfRRAlZcJnTlDFzDYGdAeBNwbQgRc51IEIx+bbK9fuIkCR7uTZXuD6AdRhJDnDzaljLewvr6K0BmaCym0N2dRSAdoL+aRDx16WnIY7mtCMQvkUgnyuTJGR25SF25QJ4o8564gy0DfT177MXq6mqnTWbzwsacQVx1mptbgAG/rZmcXsXPXMFpaW2jHaKOiZoBynJ6ZRZgK0MGz+MrqAo4eO4znnn8aWQZ2n3jycej/PCpXarT7Ra77Gdy5fQu/8uXPcd47MTzYg53DnTw7hWgmnwODXejpa0cml0JrWwvu3B3jPrDAAOkUg9sTuHzlBkZHJxCEaep/hXItMICbUBdiTE7NY2h4kPvYbupDiWWGTLZAuRVoC7Ko8G6RTRf8uHq6O/DQ0SOURYFjiLkW1rBRnsfd8RvI5Tm/zTm8f+YddHPP6+C5vkpnQTqb5+nGYasUU+dWuM9VaTtXuLYSrrEF7o1ZvP3WWfy7f/c9jNyZwm/+5h9x7W/inbc+wLkPL+PWzXGEQZ58GPLZFhw68BB29O1EFOaxtLCOJA7R2daFNq6Tvu5e6Bc0WqljLU0t0NlC+0+xWEQul8Md3k9WGczX3qR3/eJUGAZoairSrq9yfc5TVwL2VaVOg2f9McJdwijOfngRq8ub5NuhudiKjrZWSB67KLvmYh7FQg4H9+5GF/cNHmvR3lrA8aPH0MpA9kD3Tjx6+nm0NfVjuH8fnnv6GXTQfhXZToHVdCZHmedh1NeqyyDIdOLWyAZeePFXsHPnCWwyIBRENbiIYud5qFQtQX/6ipYAxjOSzmouiFBjwC3WGd9ihJYgcI7yMYBrgq+0q/B6CdqvOgAw+KdxNlXqAaROPOVrTOPY2MRAE4etrQrW10pYX9lAJsri1PHT+K//wn+N3/7n/wLf/eZ38b//zf8dxXwT8bZQbGrifa4AnRWjKESectJ8aH1XaN8KhSJIGBWOUes+DELqZ+jXuSP/apfimg15Z0jIqQUOUSpDtgOOL0JcSTjWiPMWcnzOQ0AaZswTt0qGazx/B0EAM/Ifxz5NpVKUVw1p2qUgMLAhYu5xQIwM72dRKgXdZXLk15FOQLmniRulQpQYIA5YVuVBQ3fQumwdnIWoMgBIheeZsYqENssAP54gCOA4ngJ1rbO7y++/7bwrNje3wMz5u3JCOSsQkOWdtpk6rLFnMhmuwzQkgybuCcWmAjTfugumMik42irxFFK2kk0QBpRPhCAKUP+zwNQBqyHk2cAFQMTygG3qYKQdIZfPoolrRH2FYYiAvNZ4p3GODeAAA7UBlAx1gi9GfilSREFEX0OAiAGbGu+CheY8HHUvk4oQsT8wXwvKcDmHTVdG0JTBJsqIMw5f+fe/j/cunsHpJx9BKpshXxE0XjlQZOOlG86Rd3YURWnymaaaJB5P9eAjeQlHdwm1Vf5nAQavS6oXqM1PAxHgYByr2kZBiChwCCwBJ9D3GXP9xNQbjZ7d+o/jvuEcyHMVZvZT4BF+5kdAmQocG5mZr32QD1/wwA+NcYsO0Rp16IFiqL3AzMijISS9gHkXmNflDHXU7CP6aq9+zOpl4GNmqHE8zPqPmXn+k8Q4Ho6SQ1cfAo+w/SNhuRnbkifxp2LJRaB8A6RbCbUFkiEL1b9AeALlBay6/yHZ+/lGxsx5XTQzOJBH9u/IoxnzfE+olQnnJqBszczPlcarPsyIQwAfM+PPBz8Gs48AqLc19mdmePARn6LXKDMzBM5Bj+qUmhnMPoJGmXMBy4VrcC6kbOEfM+O7ewBCANJ1ECemjeXIKOyEc6S+BYmMCuVpZqRpbCv4iIZZo3y7LHAw6qj2B3B9xrQBiYA2LuGaSkSfAD7m4Gma1WmAT0y5VhmkqdViylV8CRLEbKO6OsS0oTGUF55AetGYA/VhZgi4piCZMZ9QL2KNi3SrPP+pTcy+gPocqA0eeMyM9GOYmS9VvSOtIAxI0t0v95X8IVqx6As4Th6PoW+sgrJQWzNju4BAeVN/+MrxkasYTMHHkWYAI76ZcXw1D2rLSs+L6CsvqPHsWuN6UN7M2NbgOO/CV3nCcYKPWb2OWfaTePB0KE/hNkD1AgeHGs/VMe2w3gUNHDYhH6JhpANCwnfNQ+zzwuPQSIF9gmCAgulqBz5mRh41TkPg6in4OELjIxoC8WhmbF+HRn0jNauXm1mjCEQGCZMx1EFJo/PtvGg3gEVsYvd5MjP/Dj5m5sux/TTaeNmSpt7NzNeKVwGF4OWhOg/SL4LWk+pUptQDW6q187aFL0z1bqaf8Hy4B2Tk2wK+HHzM6njM1j+Nd/LG5UoxOI8rGtpbI95B6ogf/WSXHsfMfCqhJdTdhGeXmGe6WrXC81HFyyFPX6n2ae2P+q9S1nmvF2xsrFNfqty7Quhsq/tGkA6AIEGV/uGN0jq26A/WHTWkfga0mQmVJOZ6TMSobfNDHsgEbHvMxnUgnsW/MMyRO2Mr2hHRqlH3Y641X2fGpnXQe0IZqF54FY4j4Zj0XuVZT23MPsIVvqDRj9LABX6/D8ir6hogGjHXleiJjsoT9tUAvQvMzPOjfAPqONb0wfMAABAASURBVOSfsgXHHnDfdBwTUaE+zayBej9VH+pT41BeIDoP4otHyUlzbKZ1GaOhXyJkZp6+2jij7SG/oiO6CXXTwbyuqI3KBepDKfiYGcyMep34VP2pLxewJcs1l0RDiufWNP1a0g+diwSiYWZwHKgAfKq6RxPUR4OW6AmEQ1SYA4wqBM43KKukMX9sBz5qJ1xmyTY54JiUNwNUbma+XGOM2TZhvZkJxYPeBeJPOFW/H9Q4Rs1P7NuKjnhSX2Z2v04EHM/koO7WkqpfHxqz6Alf7USzcZ5U3rfhwFRH4nr1fDbmTQXCq3J8AuVVpr5FM3CBl73KzOrjMDNfJpoNMKuXmRlcECCVToNInnfxZ2YQPeGbGfSovJGaPVDGvPAEAWlpXYqvCu8gStVOIBmqvZmxK4PwBWb1d/ARngBc93z1eGaqd7BAYAhSAWQPKrQ50h3JtMp7mvoCHzO7T9s55/NmRnEmfp8U/n2Zb9sFFwSQXvoxE9cRzLEN4NuI9oP8Cy9NmWm84ldzIWjQVpnqolQKkgdIS+CCwL+rXiC6aidQW5f4w6NDhk6nlpYWpmm0tBTR0dWK5pYCmppzdKCk0b+jHW2tLTyImb/8Xzh3GTdv3uEEJjh+7CE89sgjdILksMxA29bGGo2uIU3BORpb3p/Q3dWGzY0V3Bu7w3ZX6eiQo3HdX0Q0MAlDF98oSrFuEQsMYOgbClevXef7Anp7evD888/i1KkTOHjwAPr6eshriP37BnHg4E60tuaRjowBkBsMFLyO3/+Dr+Ktt99EicHNYlPOX77ydGr1MpgBOv3GJ8boIL2HW7du4q233vYBmY2NTYrfIcfgnLkAhWIT+9lB51YXKrzYToyP02Ezg8WFBZR5EanSYWcGOkYq3GgqyKRSaOFlVpe9dDpDhabi8DC0yMDQ1csX8Y//wd/H//rX/zp+9MoPce3yJczPzCDLSd01vJM0HOijw9LSFoMAa2jIRBvD4jwdV3TI6/KTYh86IK4sLWNpYRGTExNst078DPL5Ih1qm7g7egdzC7PY4gVU6Twd76VKGQU6HgJeiiemJhncGIOC5nI6ZHjZLBQL9zeWZjoj0+kUMoU8Cm1NlEOR8m1Flg4jXZJkuDIMwucLOUhpq3EViYwhQYpV45irdLrUuMEZ5SPFKzFgVCY/FTpqYm402qDXuUH7b4zyPUbiFX+TePr2K00ejCeQKO1QScqYZDBqanaKzrgSAip1jk60Nv1/e9kcqtz4tFgKvLA3tTTD8SBc2jYGZg7OAo4thVSUQpwklEsZNaZGOmZGmmVUueEoOGpBhPaubqRIt8LD/vrmFp3BW1hlusEAf0L8KhdxmX0iCBCmMgio4FqgWToN2BlqpBVyntoY7G6iPpgZthhUWWUQdX5+FkvLS3RmbqJMI1IuV6FDyxoDtcsMLG4Sj90CFnAcoBFhlmPgTy8fyRfbj1Fm9FuoSyhPbKaxB20CdbTEJ2aAyLgwYSsCiykC0ndsRmArVjBPxITAT41Gf3VlDWUGEM05lLkGajrcVNm+CvkCoIekwCkHq1hoCIKQzjiHi5dG8Mor7+H3v/Jd/O6//g5+4ze+hdffuEbdrCGdpW2hvWltL+Lgob147LFHCI/RCdiJ+bk1LC1tUD83cfvOLYyPT9BpO0qn/0V893s/xHe++0O88dY7OHvuPJ3DOTpXe33ww3Hja6a8FUQoUHcVFOrq7MSB/QfQRN3Xn9RcpeyvXb2MK5fO0SG1inwmQP+ObgwPD3D9ZBlcm4W+Id3a0sKgzTxmGFyXnjQ1tbCvIm1BD7KZAu0FeRq9h5GRUTqS7zGgOgdQHzZoFzo6OjA0NERbN4q33nyDTtdx6kSZjr8c0wrSKV58uQ626GwHBZenDUgo6ziuYmLyHtfvbTQ35bF3z07att3URbBNjPaOHAYHehmgrIBnBzgznDhxGL/6J7/ENZqBflmiUl1He2cRR47txc59/Sg0p+CCNThntF2TuHrlCgPjiwgDh4RESlyT47Qh61ub+N4Pf4Cbt27hEm3Vh2fPUB0SHHvoITz1zNM4fuoUnfZ7YBZienYB3/z29/HWW+8ioRP0JIOjRw4foY1o83Y7xfU3xcDyO2+/y3lcxpGjh/DYE0/CwogBumGscx3JyR6lChzjPnzy5U8CtB2TkxMMaq1Ccti55zHs3r2LAbsr/ltAcoQK3nzzDP75P/8N3LhxkwHrV7CxUcLDpx/BS5/4JHbt2k17PsKgxCTXehEffnCBDuxF/JhB47fefoNrcIP8A0PDw9SXDnzms8/i6ENDCNLriNIl8rmPY8iT51W4II25+SXOaQqJS+Eb33wDH5y7jgU6vCcZOG5qbafdSbiOtxDyUqHf0pa90x7i1/pqlfoVo1aqYXpylmsngSFAKsxAdi0IQPmWUa5uUZ7T3FdrDDBksc7Ly4cfnmGAc4V2qA0VHjqeevIJVJlevXYFurQODffjv/i1P4X/6a/9D/jkZz6JiPr0+BOPYe/h/ejq7cHJR07R+d6Mu7fuMmA4jVd+8CMGFN7F977zXYzcHaXuTjEQMg3ZttfeeB3/6J/8E+6TZe57Gezo76VDOo89+/eimWugqakZa6tr1MEMBnfuwpHDx4gzgObWNgY3jzDov4f6uOLX1/TsNHLcI/TNHu2Bo6Oj7GsMMwzs3L4zAu1bd2+PwCgH1Z07fxa5fAajYyO0C69xTb+ON995E9MzU1heW2DAZgwprs8CnaTzDOTPzM1w/cQYuTPKNhPIcB1OTaxzfW3y/HECChRpn+7t3oFa2bCxWmZPKWSjIuISMDk2jZMnnsThg4+iqdCB1ZUS5ZTDseMDeP+DN/1a28OAxelTjyBwEelO0wYs4PbIPaysbWKdc1lobUL/7mHcuTeFZgYxGY/C/PwK1y35nZzH7ZtzDIjNcy5beWZIMDY6iVd//BMUm1uxTtuuYPcW96b5xTV0kM8ybemlK9fQz8D1wPAOGC8qM7S53T3dnIcChnd2Qn/2effePRjmeth34ACOHDnoy/bs2499+w9ST7pR4FllkftHsRiiubkDx44doe4vI51OUYfKuHLxAnrpZJf9TmdT1OkaVmh/UlmHQ0cOY3h4GOCG0MGgaCf3rY62Thw7dAx93X3U4xrOn71DmSa0Pztw9Ng+9A12o7O3DS4F9A/14ebtmwzwr3COQXs9gwsXb+HqzXu4yyD0XQbULjAgWwrKmNsoYzNJYZ5B561yApdrY2A1j+vjJc5nhjY4D+cc10uZwetNru8t0HBQPyvY5FqvcJOJub9WKHhnAfTkeV4LuQernXRshXJQPghCRGGa81BFwAWnvTMk3sbGBqYZrI65jwuEKzo+b4YsZSYbLQilrZaQjkMqDCHHQ5p7O9F8PsUN2HjxT/NclctEnPc0IUIYxGin87+1KUKGZ+D2YgaONn9lbhHg2WhrYxX6f1/7erL41KcfxolTwzh+ejf27zmMIE6hu60fxkBeRJt58uQJynQaZlWcOnkSzzJYZjwz7Wew/MUXn6ANWcD+A3sI+/1fYZmcGsfi8ixAB+n1G5ehv9BQZd8tPNcXiwXOzSVks0Xwbol/+5Wv4k3uUUkSYn5xjPo0iC996XPk6QXKfwkzs+O4cuUi9+x5+KA9g+zZXBNtToq2r4Yy5yHFM1AqncXS8jIirtdsUxY7+nvQ3duNkPq8ul6hLm4gncpzf+/jHWEFqVREm1dBivNinM+2YgvGrs3id3/z32Ps9gL3Ia7xexMIozR1oMKzZxPOfHCZfCwjky/68lt3RniGn+F+OUlb6hC6DIwrPgwjb7O0x/X0tGJHfzvCMIt33zmDuakKejqasG/XEa7TZRw68Ahe/eFbmJleYv0FvP/eBUzcm8fo3WkszG/g+tU7mGXA+sL5y9TBKtfVQ1zvC9DZQgGi27dvY2RkhPtJOwYHB1Hhma6N60e6tnv3bt4ferge89x71rHP/1cDrQxg7kGOMoyrKeRzLdjaDNDa0omdg3vhLI1Z7i8h5ZJnEHTk1m1EkeNZa4upYZH3Isa4oF8EW5ifw92RMZ5nY6TT7IOBv8AyWJ1fxzB5CbgPV5M0puc2sbiyiZHxMXzrh+/gr/0v/wb/7hvvcW4DrrVmFAoFGO9EqXQEmEHycy6kftSQ8H2LZ/IU51jn0gQJ2wTQkyRAYgS+xEhQS2JCgpj5BjCLhIgN0BoT6F3pgyDbRFJkwaBy4Wzx/raysgJHPiTTTgYI19fXqH8R2DX1KMW5XvH4WuMC4QlEa3Z2Bgpwl8slqExrv0Fbacg1neJ6Fm4URchkMh5UlnA8QRCyylCjnsu2lGm7dfmXzdBdoiYbQjzRSjhOpVqzZubHTVNGPmNo3+aUwnFOWlpbuH82o6mlCdlCBjFln8lnod+TjFIhalzbuhuRACQ/0Yx5PuQgUeEZfHVpBTXeG/QnIzfWN3lm2OBa3UKJure2uYEqOQYc1+MSstShHPfk5uZWNo8JCdfThseQvDMc7zLXrQKsGpv+ik8qGyFmYAS0WynaNAsMsIS8O1hAXeR4SR4B9TKmTYLFAG1NTDsY8c7v2/DuVqmVOZYKh1FjO4P6EiQu0LBAoUCPOdInmBnMqY8QGfIcpVJIpVOI2V9IO5uOIp7Xs0hRN60WwIF8VkOO1xBxHI59b3Kjn1mZw9TqPP7Rb/yf+DP/9X9J+1hmV4aQcx1wEswMepQPwwiOfWvunXPQ+jUzljmovvEu3VG9mdomnp7egyD0efARjvCZ9R8zQ8LzcdXrTsIyyY4JP2YOIdsCBmcRDCGoPjCWmxk05+Bj5C1hRQNYRLzkp0C4ggaO0sa7eDQTz2pZB9Upp1SgcZrVcdS2AaozMzjy4BxQ43zGdCxqvoPQwcw8H9IjjV2pwIyjoZzxM4/oAWoDjg98HOGn+xVOwvEqNTOYGXHg+1HGPC9qB9Kg3lEvxYujjqqN2krSSoUvMCMNfpR/EGp0ujf4fbCcJOHAMRj1NGEfrAw4HumIUjODmUF5yVd9CR6kZVbHUX0DT6lAZfhPPI0xmElOiR+jaAtdaQP0biZ9SuDX7eam113pXy3WmhPfCUiGYJ7XgPoWuMC/x9xzY8qZguUnvg+aW4HaBRxzA8DHzPiz/jEXIAgcnHOenuyb2iW0ZTVUYAywJqghpr7EvNcm6ss3FU8G9a8yyUwQ047KvlZ5Hq4RYvL3/6fsP6DsSpLzQPiLvPc+X96jUAVvG0Cj0d73mJ4eznBIDjUUl+SMxKXRr/3l/hWPpCPtWemI2v25q7NnjShyRUkrkkOKosjh+B7XZtobAN0N700BKJT35vl37/99+eqh0TPUv2cvXlTmzYyMjIyMjMyMeFXQO00h9J7wXVOhd6KS38RDzBeBaBEFZIh9m7cvKlPbuJGwv9iDyvy4yYuZed6Z9R8ztiOf4ocVJKWxCczX60dCJpINHN8v+1c5YJBM+ANmzBOastEcwfPKZkzjJuDDR/TBVE8RAAAQAElEQVQ8LSIo36wxSN9ku/MMcCkvnLo//8a+D+HWuS80aF9oemFwcEa4Mycaj+O41b8xTdi3IGa+SUOCUluB8kQAJEiCZA5STbjJa5jqTzwIlBd8iA9mE3ykDj/yJICZQY+ZNfOB8+08LVVsQOvd3TWWjao7iTFnSUK1IyR8ueuj9n8ZmJnvV3V382rWLG+RUJ1AeIJWufICvSu9G0fy8kDfYEKBqZ6DgxFZwATiV6nArFnq8VjQGiuz/mPWrDdrpioMnOO6C8CJ5nRR3uwLmium6lP9id4dUKO7QKTEA7dnkjAPsncJz441+vlqPN+kuM8KdC7XWafKe2uFdy+dNeQLkD/QWQidkTK5LNLZNPkB6gyq1nm3qXGRBrQdZgb/cI6oHeQ3BlhkZs1+mcZcT3X6NhKmZizn+LwcZOcDg3GoFBqHlXgAHzOWC0jMzHx5zD41F6yGb8/yD/PsnTwkG6D17e3kXWtJe7GZoUXDzBDIXnIcaoe/5GmVm5nv8+5+Vad+tD7JIOs3eCYu+JgZJCOB2oEPMWBmzMGnZsZ2TfsjeoKQZxjJXfOjfKut6gRm5tveKacego/eNUadTSPS4GT487B4vDNmGBLqknxO+tKxZGRmnk9nDsIVcCagvsWH+NcY5d9XnVmzf/ARXdVpfxIt1YtHtVF7pUQHScMxcBmmeJaSYpI58at6gZn5eRE9AUlD9bKJIcdi1BXRVZ3AzIQClQn0olT9ix/l7wYzg+iInuiqrkUnjMgT6xVQ9UCdER31IHzJwMz83is9VjuB+tGYlVf/oiswM8/X3fVmBnMOMKYE8BEPTH7sY/YhjipFX7SEr7uI9gel4lF1Ktd8CdfMIB5kKlUnSKgfSsHHzHy9ZC4wa/alNgLwET0mdz5mTRwzu1PGZebHKFzj3LjAcWgf1qtMcy1IaHzqjbrXrf8SH625EU/qRHgas2yT0phz4vsiD45yFH2lLWi10XzcLRfV3z2HLbrCE13JUW3NOGfKcCwR7yOyeVEqBbUXmDXH5kRMIAFI6XWRq/Liuc7gjhxWbe2d2LVzP3roPJYhvX7tJlaW1pGKsjh08DB2bN/FC1OMqakpf6mNeMjeNNSPwcF+tLXnsGnTgM8XeQFW4LJMp31Pdw9oO3kIbJDFEJQllTmNzs4udHX10NFQ4AKOMDgwhEcffRT333/EOy86OjpIaxBbRkewi87FbVs24x4GYj758Wdw/5F7MURHcoYO1vHxSToxpzA1OeMvlO+9/54PEMzR+VCm81oB3vXSGq5cv4IVOorzdMalUmnyuhkPPfgw+nrJOx0MKi+wTk78ebZd5aWzwcPLpYsXcfnSZUxOTkIBzdXlFTrMp7xTRZf3tbV1Ov6KqHATOnfmLP70j/8jvvpnf4656Sns3bkTCp6kaKjTUQrnzl7Gl7/8LVy+fJ2bU0I5ALUqsE5noza3cQZRzzMAssZIa4WbnYxcmQGbOj1hRR6geVfjxRdYosPhEgPDE+xjjQKtcFOboiPh2s0bKNIZ0tbZ6S+ocuSukj85JWukscaAZp3KWOe4pLRhJo+GBYD4Y5Ank80ipOI0YGhwtqT8CZWqgRhlOjoq1TKNchVSQOlNqbyGBoOoYRQgl88gX8ihu6eTadY7bdrb2+F4Ca/zClyhg08GKs1+urq6vEMqCAKsM6CwvLqChEpaIv3llSXvENG4a3QiOG7k2tCnpmewvLIMGbzu3h6kM2nyVPG462tFHwQELYccBUEUgWdq1LlZpOj4S2eyWKVM5xiQXqNDQgHNmIsgJF6cOJQY8FmmU3u9RHrkZ5FzL/wV6kupXEOcGMIwhYSKHHMjjzheiocLDNDhIk25mRmk72trK0yL0KEgRR4LbQXqegdSHHeNF40ynSCCNQZsl1bWsbS8Rsd7gzJlE8raCOBAzAypVIQsaWTTEVScJAlkBARGXsgQUTloAEQnGILA4AI0U3PQo3ZsuoFrLGK5EanZCBCe3jlO8PFGiAc2Tjvf+CE6iC6I1Z1IqNhSnP+QuSz7zqFUSTDPwOiVsSnmHRLWz9PZt7S05p2S3mF56Rqd25M4eeIELtMBPztbRHtbDx5jgOgzn/0sA2XPYefO3bh46TodgMtYWFzCGoMbmVze24t+Br/37tmDhx5+CFu3baFdqaLAC0h/fz+dlXnIWSSH4QqD2et0YtcZQIzjKi5dPEfdrdCm9GGQgYb7Dh/GyObNuPfQQQxvGsI68ZeWlhh4mkS5UsX8wgIqlTo6OrsxTKfy0OAwdbYPjzz8KB5lsLCvdwBZBuHlsFunznR2tKNSruPIkUM4fPgeNNjnrVvXyPsCVujsTqcMK6Q/dv069P/NTk9PoFLh2Gk3Dx7ch76+TtxzaC+6ewtYXLqNdFTHQH8G3d2Oa4k2Yn2FspjBlSvnsX3HKHkaYAD7A5y/dBJhhpMS1HD63PsMmoV44ME9+NIXfwm7dmxDL+lu3zWKhx9/APc9cB/2H9pPR1yFqpMgy3Wh37jJcI186tnniDsAC1JwLkKt4TCyZScy6U7Mz60zMPUwx1Jm/9fQ39uHjz/9DA7s34cbHM87b71BXnvw17/0V/GJT34K+fZOlEo14lfJw0HayzWcPX0TDz/0KG31bYwxKD0/v4Br124goo7/8n/917Bt21Y8/fQzlO1jHG87btyY5HovoZu2Qrp7+/YUbt2a4Dpp4NjR9+j8Xsamoc2o82Jw48ZtdHb1cs6WOEe9GGBwqtDehjXua1foAJ+YmWTgsRd5Bp+6e9pRoDPzyJEH8Wu/9jcwNDwKBUwz+XYG9JawuLyObFvar+sGlT2GQ4OeZYNBtjPhJaJcXKZDO4D2vMGBPoxu6uWe2YlaNcYsA0o16k0unYGM6ALt8ttvv4XLly8jCgPyPEhbVWaQ8DoOMbB15L7DaGvLo1ItYuzGdQTcU5966gkGpB/B5s0jGB8fZ6B3FgFtzgXq8NTcJNL5DOYWZ7G0uoRiteQDxpVSFa/+8DXauaK3e2++/TaqdCB1UH7tHR2c19Dv4+8dP+uDKlnarDUG2HSYfvPNt7hu1rCwsMw11g+aOCwvUQ6FdsAidHINPPfpT6NvYAALi4to72jD3Nws5+8q5ufneRZYRYr7hmSktVXIZhjcLGLz0AhGOEepMMJeBhfK5SKGGHTJ8EJmPFC/+dYH1Lk+XKUOzS7M4/LVy1jguiszALZj2zaELsQNBjdPvH8StzjHgaviV3/5WWwe3sRAwyLNUYSXfvAOtgxvxVD/JuzffQCHDt4H9ff8t76DK7Q1I1u2UafuxSefPYJ/+I9/hfblKWzZtonrrBNLS4t48KFH8OgjT+PIg4+jzHmeWVzHAepG1NaOZ557EuyEgdB+DA8Po0KdbtD5s7aa4MrlBUjvGnXqB9dKjam5FIZHdqDcSCEJ0hjZOkI79TCefuYprNNGdHR2YBeDopeuTOLgfUcwun07Dt2/H5toh4q0HS4Ice3GGDaNbMZu2jj9RYrNPP9cvzmGUwyQ3qQuyN5ID29PTWAXcY4c2Ye3334X6VyAV19/g4GiKc5hF23nImqcSJcKsMw9b/e+nRik7HPUnTOnT6HCsijowNjVOSzTxt7gmpwan8bFc5e5Xpc4vltc+xnEVmbfx3H8xDEGamaod0s4cfIMbfgCzp65ghOnruC9Uzdw8doC5hjQvswg9qlLV7FULLP/BPPLMwjTdeQ60tC5QXsRlxJtX5Xrcw1mBuliD8+JYZRGzD0o4Z7c4AauLS4KU8RxSPgvxcjSGu20futUcjAz2ipHunUUOZ4a9d1MmxWgPVL7WBAEPp/m/gs+CYmyGQIYUlyPgXPo7+uHzhsJ860Ds3rUF3a4HBGRhrH/Ks9WTvTjBBWepRiHQD4dYOvwAA4f2AUFUtsyIdpzafTTzvR0ZUm7C088+RB1qAttXR1YqyzT/VhBqb6Oy9fG8fZbZ7C2kuDo0dOYnJjDa68dx7PPPol0KkYmVcaePYN46omH8d7xt7DEfSQMgdX1Be4vJbgg9n9qefuOrUiz3zTH+OlPP4d17ntF8re6WsbAwBbi5VGtGsYnlrFv/170D6aoJ1dpe2u0S+cxPTNB/R5EhnxLBhcuXsEPXngV3/nuy7S501hdKdNmxZSzoA7NjZlDNV7DWmkBK6UlXL81hi1bt2HTphFEZLKnr517zU50dBcABWvowYt5Vu3r6USW87h5aBTZVAfef+8cLl+cwpVLU3jv2EXu0+O4fOE2unq6sf+eQ8jl2shXFjor6QxY4Rkx5J6RcA40t7lsinY4jc6uHBaXZpGhHOrce7Vec1mH+w7uxfiNOZw/vYJvfPWH6OzsR4Xnveeeew6rq+sIgjT1+CK0jmemF7FOHX7v+Gno/zS9MXabY0ljmWf+9vYOrqtOSMb6SxTSrW20UQqmqmxpaQkhz7qrPKPGvLRKT0+dPEX6IQIX4OGHH8fo8FY8cHg/Sgx2DvP+8vJLL8IsRGehi3bsXWgNbNsyjEJbhCznopdnDOfAJ8YKz/w6g3S2d1GfwfmoQ1/GW1lZZd0qFnjG+u//2W/hb/2938bbx05gYbXI+V5keRFjY0V84+vfQg+Dk/ovQhwXQI33AYqQ/Qd+XzN2FEURKtTxgPPHTv2nwfUivIRvCTdinypPaHCcd7/7euFsAFH8R+XK/GiqMoHKJU+DIWTfCoiqXLx857vfhZEBzXfMu4tsRYbBtDLvRQHXpfDVXnnxr/lQfavczKA2whG9lg3SnJmxR4K/C/O8W2JwUnyIlnOBPyOB9eJHOqA+awxw6q7XwpNdEm0z47zEUHmDtNRefRVJc533YeHoS2xUBljgaE0oOTPU63X2A5Qo9wbvSQ0eGgQxg5YB9/wU9UBpDPN4pnWnuYMhpq3U3b3IO56+fLLAM9Xy4jJYwXWQRVuuAMd5FU9tbW3I85wsuUg/VcYqhKkQMf/pHNDgfpFSQJV7c477hDFNGCip8AwdMB+SnzTrs/kU0jR+UZpt2ca34z4TBJQnHWS6NwZBgJDrlEOECylL8ps4gwsCBEGIwIUQb2bmZeYCljvqn5dHUzYp355tTPKChgWdaSTfgPQoAUS5COmuPNYZWI0KOZ5bG7RTNS9X8BEfAo1XDjDNiUAyEKhcc2NmCKl7wmUzypo8KEMwM/4EywDVS8/EuwqdMyUQLdGpc25q1TrfyR0v7BQPGjxXgHNlHIeZeTpcVjD/zrFxvai9QXUJ65t9i54n/iM/VC58gdmHbfTeQhV/ZgalLZ7NjHzFaD3Cv5uW3lVrZr6d2jKLBu/4CergQoQe4SkVmJHrDdC7wMzujEF9N+kYaQYwC5iGYCuPozoB+ChtgZmxBDAz4jsP4GNmPh9SFz1og0bzMWu2ab61fkqWBvFhzApCr39NmhqL+pQcAuc41sZH9MesOZaWnoCPmXkezNRfQpnWOZYGeQWM+m/WbIPWs/FuJvxWofQpYbsmiAdBq1b8iLcW+DmQKFhVegAAEABJREFU0hChVdbCSbh+XQDff0L7QcrkzxDSOSxdjXj+Dri+zIEPhQBB7McqWg36JdROvIsmkfxHedUnpE9TzzIRaI5BvIZc1yHl72gbIp6DAu5/wlMbyUupgA3vfKjqlFfM80uMhMi+D571kIg2OSdrCdeKGpgY5rvWkPaAmPZfdAVxnHg6sSUw8UB90Jdc1SSmnDwO8Vt9qJ8mTYNZE/QekwcXBBtl8Cn4tPCZ9Z/WuxnbsoQJf5Jf/kwI2j/Nsc74wo/wBXGLT/ajd0HMvEAyFIiW55fl6XT6jp0G5SB8M0PgmjzK9tVlI2lTjPYFBAfaUoJwPwTyxvYx680MzX42mAPruNAlV4oKvk2sggQUJ2tZz7aaB1/MH+JXeM20Scesqee+jHveh/VJk2ZCesQxszv9mzXbCrcF4GPWLGfWf8zszlwYS8zMv5sx1Tvl2uLVzFginpv9en7Ydys1a9brXXB3v74hf6hMdcz6j5n5/vzLj/wQbpIkd8YYa+wEFvDT5MHuamN291uTT813C8Xso/UqNzPEGgPBzCD9AvWL1H25fNMJ+3TGOjb4UZ5YpI58YkYcD45jEpA29aeyXvF//UL2QWemKEhx/o12IUaD+5i+GFSjH7pKqPPeq/t4Jp3jGTjDu0MKYSpkGgCO3Rhh4yNelE2oXAm4zjVR7N8FROQnZlnM+0DCsTnnyFOzccj91xzztKFkhCQSL08zg8rNDB4f5svVXmBmUFvVgXWaR4HqBJK19vzW+a8hxQdgZgiCAHqEb2aejtoIVK5UdUoFKhOYmeel2Sf8o36qvJ/EtDvg+KDxc4yqdNYcp/DVp0B51YmumUHvKjdrjk/0PC0kkB1v1YkfgerBx8x8Ww4IKm8B9CSAY30UhAhc86zR7M95muJLdJpn4AbUh3w5SoWnOqWSnfKSs0BlskPqC3zMjD/h+xee6iRzpcLR2NROqdrG3HNcYPRV1VBjbCBO6n4MZsZhNMevdlpbShPK0Rw4P4HnUe/qR3WiKfkoFQScU6XCUX0rFb74UaoyM/P8tvhUWautU2fUw5j7abVRheo0QNGVjQ4oz9a7mfl69SXaAuGbNceiNsJVWbN/2loVtIBjS+6yscJrVSlV+zt8cQ5VJhCe+uQUU0MA9dvgulVZq144ZqZXP1bVCVTuC/nDzKA+PFB2ZubnAHx+FI9FH/mo/g6ohm2VCFSuvgQJOQx0XkiFgANirg1fzrG3cJWamedF4w1pDwTiS7T8+Li2mjJseJm3xq56M4NRPsIXgI/6UDulAuGpTnQFyhMNJLaRkFPypDZaE3X258h3Jp9DivfOKJWi/UvDqbLMoF+xWKITdJGwQMdLCWU6Yst05s3OLOHkqfO4evUmFhkEmZut0slkoA+Ejp4ZOh/W6GxYR5EBI1PXHIkuN+0Mmm3aNIx+BjqyDDBkCP39QzwUdJLHCKVyjGUGWWrVhAs4RyhgZHQ3Mpl233dPTy/yuRyWFpbo5JmFgoqXL1zCKp0Y6wpora5ieHAIexic7O7swBD72btnFwMXOzAy0ofdu5mObsbmkVHsvWc/+voHMTq6BYfvPUwHSA+20qH6wP0PI5vL0wm8iJgHjJgHOP3G0+TEJMdYRRiEdK5F6KTTZPeu3chxDHLinjl1hs7FSZR4YdVven3n+ef9/yv4w5d/iK9/9Wv47refx1/8+Z/TWfF1XCLPkYVoZ1A2pGzqDFSr3dj1Mej/gJ2evo2ODqNTI4uOthwCyyJDp3sQNLBKmRYKBQwODlIuGfKoA3rinRvLq7wgO6PcIkjJqG0cS85PqozIGoOAIP99lFFbRxeMh+ciHUZlXergaLCAOsdbqzZINwZ9/Qi4KSqQkaaCmAtQqlbpGCtzrio0bjWqPmBBCEdFktOkom8UcVM0Xq5BA5NwQwxZly/k0Mk50W8HBoH5b0KbM7R3tqPQ0cbNNoLwCm0F9Pb2Ukf6GDxoY1mIBhXVzPjeTodYOx2PAyxPIXChD5IU6ZCdmZ3HKoMiMRU80OKKIuiRE2luZg4KpMoYlumMKDEItsYg5Tr1e5nOJ+n64tIybt2ewMzcPBQkXaYuFanvtDl09gLrbFfkmqiwoEJ5rbN9mbKo87Dm2F87x9bX3wONLeEmHDgg4UbQaFR4Iagh5kWzwiDBPIMBi0tLlGMFIXnUtwzb2tuQzWcBNqqQZkyaCQxlTsAyA6nzC6tcUzUkPLiGqRAwx3yCgPjZdIRsOoWQ+cQbngblFcPM4ByZMOEaYAGca4EDYKRh5CshfsI8+UXradY335ptNfdmIcz47iuIo7yA8wi9ClitIqGYGfEj0jf2nfLzV4trUNC+zrUVpNKczwKcsSGcX0vSj87ONvT2FEDuoPfdu7fiV3/1Z/GFn/sUDhw8SMfxHuTp8Lk9MUEHWJpyDDhnJXR19zCAuAuDQ5t8X7fGJ3Dig5Oo12Oupw4cP34UJ0+eBlyIVCqLTLbAgCxtAoMSD9x/BAXaFkeetWFNT03h+vVreP/4cUwwOHH58kUGCC/j4oWLdBzfREBZiv7C0iraOjqxY8celHiYFN2RkW3Ytn0n5ui0SnGM4ks2R/ot3f7MZz7Jfndj6+hWbGWApJBLo62QYaBwFGEU4pXXXsH7H7xPZ3Y/XnjpTfzhH36NulD0fxp4YuIGBge60Usn9L10uK7TQV2urOBnf/Zp/MZv/HU6zemELa2g0JbF8OYh6lWKkMb07CS++fxX8fa7r2HTSD+++Nc+RvgMgqiGKKO1voJzF0+z/m2cO3cWQRDg9u1xlOmMbPBStnfvXgZ7nkGWtjFH0AG6wgDlhfNXMTu3gps3F7Bj225s27oTp0+dxWuvvk5HbpXzk8KmoV586lPP4KEH70V3RwE3rl3D0XeOce3GuHDuGl5+8V2MXZtFNrMJmUwe3/veS3j3rZPe+RsGEXKcl4hyOXXqpOdH9li2P0/72UX7sWP7AFZpd7//ve/TbvTT3uXxrW++hsWFIvbs3udlXaVzs16L2UceFy5cwKT/jdcKvv3tt/HWO6e4Rh3Oc2617usMtkxPTjGAcMX/RtCVqzcQpXJYWFzFu0dP4IWXX+OYVzm/RZQpA5pM6niMKu041QfthRziepV7SicDLI4B74g2OcX6Bnwwh/bDOcc9ssJ6UA96sHfPMDo7MnzPYdPgAMocz+zUNCY5BwltjsZZKq1TJ6+jg+ujv78Py8tLuHrlCvfmNerGRW9T9UWSBu3ulm0jeOvd16Evpozu2IIC20zPznCfqGKIQcaEB8Cxm9dx6SrpdXXip3/6Zxhg5Px09fkAmGR+7twFvPHW215+26nP+/cdopEIsXl4G8xSdCY57hOO9wGHTZs2Y9++/cgX8si35XB74hZlNIuyvlxD2zl++xYW6cDVGaCjox3TDPK1t+Upl4h6UOOausE130P9SmFyYpx6EEEO2WvXr1A/E2RJt69vCLLJ6UzBr2Pt171dPejp7kKK+jHQ349PfuIT+OUvfRGffe7TGGbAJnQp7surmGIASs7qRx95BKdOncDtWzcZoDqK5aUKXn/tGH7nX/8uTp0+hr7BNs5bBnMLE5zvGeY7sIXngj/68n/C177+bQZULmNhpYIjDx3BvkMHMMsxvf72axifvA5YDdcuXcQNynQXA0aZFMeQDrkOAq6nFI4f/QBvvnUCq8UECHI4f/Ey1hj00/6kc0hPTx/K1KF3jh7Dpi2jOHjfboTZHAYZoO0eGCQ/i+jt7/K/PVrlPlsslZCjHdQXQs5eOMdAexXah7WvTc/O4Z4DB9BNm7hl21YGTacROIcnHn0U26kbmzcNMMh9EyWu733778Gjjz6Cn/yp5zC6ZQTpdET7yHlhHyfeP4XdOwexZXMbLbRhbmqW58FF0u3i+SmLyaklLDHY/NLLLyGbzWKNe/AQg+PH2S6OI8zMrCIVdYBqgChbALcyBk5LuHGTMkgGUC07FDi3+kbh8tIK11Gd9rru+4/jmG0pP+6JRQbOFaxIuMDSmSyKxQrr0s19KwE1PkEYhv48Ipulg3SV66zhzw7wdc4CrsEqytzHSRqycWbGusjTicIU6jz7OJalabfb29s8jvDU/xLHqTFqncfgFNJG5nl47u7s4hpPIeJ7OkqRVkLeIgTkp8F9v7S+gvXlea7pFQbsbqCzrYA2zls/9bW7pwvFSsw9Ebhw+RrOX7mFX/hrP4fOvi7ov1JYLK7hjXfO4s//7A1889tv4Oy52xi/vUydnsWNsTF0d7WxvyJ6e9tw7+F9uOeePdSDij8bLyzMoVxZwwD3i4Sh2SGeGbOZHJZ41gEMiwsrzK9gbbVGO3yLa3INQ5t24Kmnn0SKzjr9xZd7793PddQHTj5+8OKrWFpZow5uYlqi7gS4OjaHS5cmscpAahTl/Dnd0Ta4IIJR3wptbcgXIuTzKfB4gg4G+aZnpjjPZUIFHZ1ZXPR/8n6BNmMKRZ65CrQf+mJjg4GPgaFByjFF+XaguBowkDrD/Xid85TC7fEl7hFlrociipzrOa5FY79T1LnltTrUd0dHjnwuo1QpUl/boN9KPbB/J0ZHBzHN4HClso7hoTTOnD6DfgbLt4y0k+8Yu3bvgtbm2Ng1aO87dOgefOxjz0D/DcW2bdtx4oOzlH0/GnWHWzcnsbS4glSKPNFev/bqG17PpDMqC6kH4NPW1g7NeT5fwKXLVyF72NvThwceuB8Xzp/huK5geFM7ajyfbu4bwd6t2+B4Qb985QI6iVfId5DHXvK7FRWeDQMXcu6KKPH8G7oc7eYcatUYLgjh+A+c4yAIoDWuNdPdu4lja6dta2Dr9kHsPXg/ugc2Y8euvbS1NO0A3njjbfy73/v3iFIZ6miO89MDF6Z4ijfAjB+DHo0ty31Z+5iAVTCtviRRNRQoiy3mumx4UP4OIEFCvBaogZnB7ENQmcDMuMfE3iZoLWvdCoIgYjlYHmN6epb6t44q5aazm/Zv4VZoH2Ouf251nnaO/Go+avqiIu2e+lcfSuUE0piqtDVt1NmIZ3PhSn6aP4EkZGbcs1IQ/SrpALYxFoPkIFoB5R+F5I8Kr3cz8/iySeCT+HIgppNTdFReo/4uLi5xLNNYX1+HeNRYYg5WOOJH/KdzGTjuKxEhQ3vL7hGlI+pbBUEUIGS+wfuX/juRiGNgdyCDEP8VrieXMtRpkxq8m1S414RhwLY1zM8toF6XnGOUeSdM8765RDuRJAbJJZ1JQ/cUx4CEZlTnBzmPaqQlGcuZkM5mNLPI8i5jAaD6hJpT5z5SoyOsQgeic44lMaEBswZq9TLZi7l2QgTkJaHOsIIGO4Ax+AKCUYcpXNaHUF0QhMRPUa8S358C+RprKp2CxhkQX5Ak1EWC5rTK81idLbhcUdTcGzjuqgfJX3IWb2rjAsfuHLQnqRx8hKM5UcpOqXuxn1ONSW2Icuej+VI7geN4xYuZg5n5NjHvdxoDuEZjHh717lxEORjnIKFemO/HFhsAABAASURBVKfv6RogGs6ZT81UBxiDSht+WLYDIfkIgI+Z8WezrkmjOS4z0Yg9fryhX0LU2AQq07vvnxm1ZeL7b+VVR9GSRpO+mfnxmSkF4qQGhwQx556sQzTVxsxEiu1Yx77Nmu+ql9w0V5Kz3gWAwcwgGQpUJh4E4GNmIMIdeqpXP+DTSs2MKIaI+hUGDoFzrP3RTwJiwYw/CaLTqNfBNw0GjmXKi6Zj+5ZtUL5FSXUag1KVmbEF4e68mZHXmEUxQh9UjL1OsIB9wcvYzO6k2HhaNJUKVKzUTPQS0vwQnDOuD62RECHXq1kTR7wJwDXmaBRdwDErJb7WTRSFiKIIkvPd4zIzdef7UHvJRjQECVdyQnum8rtBugE4thMYzARgKlA+ID2Kln4AqoGXQcJGAmLA2NYQwExgAN8T2iLh8gWONsC5EGYORlC9ypOENHlfAm2rkbZsqGyTbJT49vYlJI5xDgzkgSNgI9UJ1L9AtO4GM4PsvcYoPNUJT2BmkLwEZiSK1pOQPmB2dxngAgOHBXOtOmWUb/KDux7R16sZ2xD0rjWyvLxMO132tM1MKB7EQ0DZaD4dOxC+ZOYQgFMFowxVbpST6tRI41E+YR3gSFNgqvJgLEuILzoCbDzEIr2NFyYJ26te9JQmbMNiykBy2HghrzH1xfdHJKXCEZg1+zQz8vAhqE7wl+G2ylVnfDGzj7Q14zvLqeYcfwKndwKL/EftBP6FP8wMkqFZc81oLKpvlWHjUZlg49X32corVZ1AeYHaB0HQxJMouAe05qDVx934aiMwM287hdMCld8B1pszL2P5XwWqM+fgAoILAOOHfao/ZkFkGPtPCKKZcB7Ap9W/9MOxvZnBrAk1+k+qPJvX6f8PzCGkjhnnm1s4wHVGtx7KvJMVV4ooMfgqGw4YAIeAPERp7u+0dyHTMApAsmQj+bGx1ek7JatQ/0FAPGeAJs8SmPKkKJ5VLwhk3wKDcBLuNx+Owdivg6dhho88G68t3NaeJ3pmG7LkubF1jjRrlqlfrX+B8o78iIbyom9mEA3waZULV3kWcczNjgO2MzOOveHPeQ0GTpzGR0i4NkRPoDaCZGMhKVW5UkGrzpchJr0Ysg16V53BfkzGrXZmrN0A4Wu+7sjBKDfj7u31owHnnN8XtDeYme9HbVrlkrHA2xzichqgR+8qV75BearNnf6J16pTue+ffjflhd+CFn7EvckcUK1V6SMpsYs6HOUoGuKDQ0VMmy86si8qa/Uvmq2xia7qlApaOMqDRMzMy0z8NriPqK14MGvKS3n12QIXOPLhYNas1xcKdddUO/UpfOeaOK02Zs0+hCMQDjYes2Zdg2uyVad6QUw98LBRd3e9mps1eWj1o7FFUQSl4kE0zAxBGMLIk2hJXtofwUf1TO6MRe/q425QmXCcNfvycuLcqlygOoH6a4FZE1f1CWdO9CQbpcJtgd4FoqlUuAnXRJ13FYHeRVP4nhblYWZe/kEQ+LXeGq9ZU47C0/jqnMs7dNlO/KtNC195DtzrtmQiqPP8p/aqkwx15lPaApWbNfsRru6QJd459YVTmkYg4LyHNFDgxaPBi3zIy0yhkIMauiBAQsNZKlYRVwPE9QDUbRj/Vco14qQgIzvDy22FF9vu7j5EvIiv0AEzx8va2loZvNMQO8XgQS+2MFC6Z9chXoRrOPruKQYZx4Akw4NVmg4Ah6XFMk6eOE/HxTkGQk7ja1/9Di5fuka76SDDLkOeS2WhaNcS6ecZ+NtGx6ecrivLJVylE3yJDrpctg07d+zGww8/iuc+/Vns23+ADoxH8eyzn8bmzVtRLtXJdw6dHf0cX4iJiVleagCHEKurRUxNTmN+dpHO7yJmpmZ4SYzRzaBwL50v2+lYefjBB/DQAw/QUdSByclJzE7PIKaB7OzowNBAv5/s6wzMLDG4UmUQbnVllU7GGawykDc3N43TJ09ggk6YMh2GzhwdPv3Yt3cXRjYPY+vWLXSQbWGgKOedlVKI2dlZzM3Noc4+Qi6WmAqqS605QzqdRpZOgzSDn2EYwsxYm6BMh3YMIHEhyvUEDQuQWEQIaaAaiDn7Zg5RJo9Mvo2DT0HtG1q4SDjmOupMFQir8BJeoSOhzrqE9MGFmbBvEIy6E9Ow16iI5oC2tjydef3o6GgnvYBzS+PMS01HVwc66QSXM1jOgwz5HRkZobOon463PPlp0Jm15p0Li3Rixrw5amyra2sMKNxAg2PIkNdAY3QBolSEgHQD6miJMl5ZXvUOAh0CtAhAZkrUySIdqXUufin+KgMWFToxlC7RcbC6us7LPblPKDPKJ6LTNqRTyUiXWzlHpXJj0DlBjZdgF0SQnBUgiDju0voa6rUKEvIqY+BlJxklMcsEDSQ8xIepEHLUtrXnkc1nEaUjwAziW/J1YcS5jSFneUkBcMo1RRzj2GI4okZIRVkY/zX8BlKFfpurQidBgw4RI35CvAbHAY5D9CSnwAUwc+TFQLaoowBFwXcQEvAngR8zgHhgW5jxYwDM4yQx8VTmHD58WMYXx7IwDKHUWG36gYRyq1NmJSyvzvCtBi5gBNTbQjbPuS7QMd/tAyIdHZ0YYtCgsz3CpqE+Qi9Ghoe4tu5DrVaGY7/raytcY7cJE+jt60Mun2V+CZ9gEOUXf+mL+NjHPgH9mUv9v6l/8dWv0TFVxM5dO9mvg4KnHZ29aCQBqIUoUx+03gYYvK9Sp2Me5Ab6ermGUrh08QJOvv8+lhbn6bBd5nqdRTuD/kMMdFUrJdLK+P4bjQRjN8fx+ptvMtixjDU6NvV/uH71a9/AufMXGDS4hSCI0NnViaXlFUzRTrV3DWBufg0OIQLnABjru1Hj3E1zbc/OzMJYfubcGYxs7cOTzxzAwsIsnc03GSzeyuBV1ctjvbRKp+oa7r//EEZGhzA+fg01Bu/X6Ly/PXETH5x8Hz29XXjiqccRpQOMbtmMI/cdwqef+yQ+9vHHcfL0UVy+doYO8QukPe550HjGb99m4Pgqzp+/CM3lffcf8Q7lLaNbcPLkSXzrW8/jgxOnyHuGepSi/bpIfQyJG9JOn6D8spAct7K/Wq2ESQbH+ns7Ua0W8cor7+B//99/H1O3Z3H6gzN4/9gJBlfHiTPNtd+G3bv2oFKOsbpaZWq0ASXaxiUMDQ0xv4pStR1mjvVFOpLXceTIA9izZx8WF5YwP7+ED96/grfePA3njI7rPiwtreHrX/8+vvnNH+Deew9x7J/Gp5/9FB595FF00LFfaAuwbdsW6lEbqrUGctxDHnvsSTz22ONo8P3Ysfdw69Ykxm5MYHJyDu8eu4ib46tYWCnB8VIg+2EuBJWa+0gZNa7BKjfU9kI7ItqNLB2MB+85SLpZVGiDa3QqVulUlK7t27sJ/+3/59fwt//WX4N+W/cf/4O/i3/2T/4OnnrsUezevh2PcF9py9MW0iG1wsuzfvu0Sj2VLK5du4oV6tMBBsLSmRx6e/uQzWWh307sZaB1kgGLW5PjDDIUySdQYtCgzs332ec+jmc++ST++W/+U/zKr/4K/uW//C3uNfdwrxnFA/c/BKNOPvLQY/ivfv4XOBf7SLOdci9hbnYB7R09tOdddKp201SEKPIcoD22o6MbUZSijMYwxuBDmYGLrt4e6vgMMrSh/VzT+/cfxsIS5bawxPW0QlkVUaT9TadCpDIRdSZCLpvifC0ik0lxPufx1JNP4MCBe3Do0F5MTk36/5fx+vVbDDDPYPzmBM4z2Kv99WPPPI2OQg6PPfwQ9GfytzN4+Lu//dv40y//CW7fuI3RTd0YGsji3NmzOHbsKH7wwiv4jd/4h/jhy2+QjzIDNUB7ewN9Ax2oVteoW0vIc97SUQr/w2/+jzh37hJOfnCVcqjg7Nlb6Ojsxmd/8jN4883XaLNn8fBD+3Dw4DYGHLvp0F/GOveS428fR4HzkeX4C3kHBb1Hto5icLgfFy9dQoFBuCmui3fffovrdhw9Pb04d/48A09tGGLwdJl7US9tTURZFDnnoD4fPnIf6/O0XcDw5s3su4R3jr6LqzxbTM/M0L6uMBD2NNq5t3b39vsvGDgzvPDd78Px3LZleBM62wvYu3Mb61bx5NNP4IknHsfHP/lxPPLow5xDhygVYNfuHZCjbXjzIM6ePg39id9yqYHV5UX0D/QSz6ADY532Mt9exrHjxxCFGcwvruC1197C97//Q+rLKveWFO2UkfU0z197sWX3TjQM5DvH8hpkX8IwhSBIIRWmUa8n1Kki29X8XgM+qXQanZ2dKBTa+GZsW0GaMq1WarQ9QIMbmfZ+6Uwml/Z65JyRZoAUdQt8tO4C7p2pFPtJZXwduCOkmDfuBY46D8oH3MYS/qjz7KLDdI3r35yDBQ4dPMtlslnyWIf+YsZmyj/Lc5Zoz0zPocrzkOclnULIvW15dQUrq6vUmSraFTxt6+SYG1jiuQRBGuM8Yx49fhqnz9/AKs8r0wvLmF5YwvJ6A//+y/8RZ3nOPXdpFuVyims3YWA1zbW9iKUl9d+PdDbEMs9FIc/ns/NTGLtxmXO6wL1uO1Lsf/PIKM+Lec/v3r170Ed90Dk8lcpheNM29PYMUVcTXL92C5Vyg/rejSsM5K6uVvDSy6/zwhqjyrPRwvwSaTSQybSzzxz1/yqK6zE2j+zm+OqcgzxSYSdxY0IDOc5TOptGNpOj/UzotAlRL8bo7x7ivgU4F3LNVXGTe+YKZTEzM4fFxUVksw4jI9TPrjw6OgsIQo65UcLU7CR6uCePbNkJioljrnG9rGB4eBu6u9lvLcZN2uciHTjTU4sbvDpEkZGfCtusYNNwH/WpgomJKa7zLIY2DXDMZezYOYIDB/fCeJHYMjqMbVsG8Utf/Fk887EHMbptAFsIleoqqrU19PZ10e7l/P57+PBh3gPmwDseagxqzs7O8I4wxbNfg/NVw/79+/y5ZtfuPTDqYp7zP8t9/zb7P3b8BOY511QxH4ydmZ7H+toqRkc34ed//guU6QKGhgZIt8YxRIioT4VCJ0IXUe/6EZhk245spoNzugm6i6VTOVy7NI5cqgOdhR505jsBGGVRh54Mz9Y1XiBnZtfwW//y3/OMkuAIbeWVG9PoG9qO8xeucb6Brs4sxxrjD/7gy/gn//Af4N/8n/+GZ4RTrKvAcS8LwwhZroEM12QqCJDhetKfmq3zEGmJehIkUD5hf0YemgDmADk7dN7C/4NH52hPywzOOehRqvWp8jAMcf36dd7NVjnXJd9Pg3Yp4Tk1CEKYGVZ4zypxT9a6lizK3KP1vsa7RI0OHDOjfiReXmmOTXjL3G/Vl/LiQSB66lN9611t9Z7wnK13s4DrIYaZQXSiKPJ0hS+ehdPEB60MECcJbUINAWVZ4dlA+F1d3VxrGZbX4f+sL5nIZnPUpzxkvzraOzztmOUWOKS5xxjbpxhkjUk1lY5oE+ukaRxPlamj3Mzba+N5heYOcRCjjWusrkD5xDxPAAAQAElEQVQmZRXSWZlj8DShw0GB/ArvSCUuNjMHyXeQZy+NQXdP4xxIBxz7Vp32gTAVIeRYQ+oIqwGLqbchUukQUSpCzIWSJX8dHe1AAERRCMd1UWd5rVYmb2XESZ3cN3y9RSRBvJB7kTGFFMoAOBC3jhL3wwbtfkL5BaTFGpgZAuqCIJVKIXAheO3ya7LKc77mu8pAuebA2DfYFuxR7wLJX3MdBAHCIIJokCg/xv2o4VP1JzDwH/tzzkFtBQ3exZXirke4AuGpWLQDF7DrxLdTeYP3tyr3ssTvPxwsJ0isiZbAJDAAZg7CbwH4iLbWlFH/HPFkI7S+yB3MjBjwqVlTv4UvEF3waeUbXL+CgGPXuCPOpeoEZuZpKC9gs+bHwHK3ARqTbeTtI3yKXwM4hYmmjyn806RlbKO28DKW/KVnmguB8g0G61vlaiN6IqC8QPk4iUnHIP4FZqJr0CMcgfJ3gyMOr+nQl6fulCfw89LCv1tOBkMinSNIVnfXqb340noQ6L1Fo5U3M09b7QQak87yLEZC/hvUH1AfReduMDMvTzODnoTK0QK9C4SvNGF7paKvVOWSh3MgDWCDBPQob5awPIFx/YN7oCYnCBw0hoC64Niw2VeDPGoNgDTMg+qM9WbiOmZFggbvr+r7x4GcUUdj2uSY8lMbNmXfAcGRngPg2IfwBHzlx8zASn4CghEcwYhHYJdN3gxgWzPWgeUJX/mesD/liMyhkSbx1bfa+HIHry9+HOxH5f8l8Pj80eA6qXPj/ggdlrdotFJPh+s65nhZfedjZmjhmBkkd/mDQHvpnOoEDmasIwhXEFNmAtE1a9bJbsimKVUd+Kg+Jo8x+zUzBM75/sAnJg3VO8olEFiAIHGaPFANKCbOn28bM88GlCE8GAIjHclVdMEmbC/5Jirju9q3gK9sb0qYUu5EUr++QD9URd4s4HwzpWYhJo6qBN4Mbryb2R1ZmJmqoXG0wBfc9cNg/s3MYHYXsFQ8GFPxGcA4MoNZE8CnRVN4fPV17i753V2ufAtfqfBVplSgvKCVF04LVGb2Yb8UEj8fykntWiDcH823ypSaGSQ7qjaMe69karZR1pKhM28VOKs8F/An9RLSBYIR3MYc+n6IqZQJjB20wJGmbJ/2Gj8OnrnpDEZIHTLqhlEfGjxH6b8ZqPIcU6bPssaga0y8hP4xHjF49jcYAgRs45zB0V9qpnGTJ/IqutJlra+m3admsNyM7QhsDHYFFxiUBx8zjo38mxn8XLGO5GEOUlL+AMyIj+ajsQn8+FguOyfQnhfQ3gnLzOBpOefbmhnPUXVCA3pUp9TMiBcQHPSIrs4XshFmzT5VJtDYBMqrKgicP1+ob8d+VO7rOR8JN6WE56KYQov9OweoDjZAuHfDRjEcCZvZR/iB4c7TaiOa4lGpKtW/wMyoFjFUJ9xmGVDnvrReWoPiCwF1TDybNWWiPVpjFq2A8muBOfM6Lfoq03lCqegKV2mrH+GYGcwM4KdVp3qB8M0Maq++Q/JAkXEKE8T8l3Dfcpx39aGUqH4cohOQJ82t6sBHetXiV3Sla+rDzGBmxEg83xq7gG935CFaad4NBET0+GYG4Zk1U+VbUOG5VkFVpepDoD7FlwAbTytvZp6milVG1VfW86N3vbRoK383rVa9ygV6F5jZHblJBgIzQ7xh58FH2iXcu4HF/mPW5KlVpz5b4xAvkq3kIdncXdfCFxHhtUB4MNp9zp7wBcIVnpl5Xs0MelrlSjUPgjrXhX4ZS/kWzRZuQoGZmZeh6qQrGq8LAni9jZp3QdFr9Wtmvk+NwwPPvQHx1V54Gqt0psZ7g/KtduBj1uxL+OrLzPxcCU9ttDakX64qRSivg3dnZLIBHC9fJb7Pz83TsT2FuK6GAR0HDRpooJeO080M/C0sLOHo0eO4ePEyqtWYl9gSHRgzFB0dAZ2DqFXVxpDL9bHNFizOV/HDl9713zBvbxvCwXseoQP3PmwZ3eudO2trDYzfmmNAbZnOrEE8Tif3vt2HMDK0BVvoEBolbOofgTUCrCyuA0nkHRRL8ytYXlilk6KM6al5zM4sgf5oFNcquEnnarWcwOIUUmEBS4tF4iyjWjYsL1aJk2CwbyvuPfgAAwgHebFKoa+nnzxthS4r+VwemXQWKUKUSmPrli10nuxHP4Om03T4jt+8iUHmn/vUJ/FLv/hXWT+Mwf5uOtRyWFldpGzOQ7/xtbS8xPclVKpl0osYSOjB6OhmbNkyioH+fmxlELW7pxsw0GQQaGSLpSJlXqbMG9Cfp8zyIt3W3kZe0pyrCBm+C0IqBfc3305pArA+RMDy5bUinW5FXtQrdOosERYBKoKCn3VufA0uNOE3eHAq85JX4wU7cCEymSzMBSAKA2PiB/7dZDgNqPGQuUb+llaWoI2yr78XQ0OD6OrqhHdqEkffZg7TEdJ0EGforDYzVCpl6kOWkCMbRmfqOuT8kOJm6JRL8UKezkQcbwEWgLqUoEDnVIqXf30TOkUDF/MyIvw6eS2ul7DKYLUcJVU6OOvckGoaS7XKjaFBXtLQOBS4avBg4Y0rBxzoAk2a+kY+XARwrAnHpralco3B5AbkCNZhL6BBz9GRGvHyDvZd4+VeC04LUAsx2FiQZubH5EhHB+eQzowsx53P5+gcySFFOcjZAD6Se8AFl6Hji6/QWMg2yCJ1N/brqco1lSQOQZiiHBydlSqveBlWyGOdk5Owr4T9smM4FyIkTYFZALVNOICYeBQLuxF/jkJ1UDlYjsT4ToEIgboAGqmE+YSbO09EEOmAByEXgPSbEFIeURQi4LiN5EhYqPBGm04SBHUkrkrkGDDSJpGYdEHkwDmPBz5yKk7cvoWIDuLe7g6uhyHot6g2DfbjsYcfRpbyunVrjEGkJezZvRs9vd0I2Hcq7RhIm6WjddnP7+TUDE6fOce6NBCk8e7xs7hw+TZiKyCd7cD47SnotxsLdFLpNxC//e3v4BIDn8sLSwy4nMM3vvpVXLl0ESt0VqeilJdHrVbFBNd3ri2PQer1Gp3lFy5ewuzsPPtexAoDQ/qNFf3/ol/5ytfw4ktvYHJiGmU6cvr6+pFta8OjTz6Nj3/qM+jpH8bWrXu49mMs6c/FZvN0ht/AIh142Xwb2ru74TiufvZz8NABBvu2QgHR5xgEZTHXVDsGGdRIpQI6Oos4d+EsXn75RZw5dxr9/T04cv9hbN+1HSNbNlNvKrRvk+jp6fK/tdfPAPTy4hzOnTlNOp2cghATk9NcdxWk02nce+9hPPepn0CNgQQ5udPUx3fffRevvPIKvv3t5+k0nua4ZnCTwax33jnGoPNVXLsyTVuaRRikME2H8Sbav8MMXIacx+L6MtfzAr72jW/h9dffRb6jA4cO78fm4RG2u8ZA5TrnY45z2YluBpTqtYR2u06HexkN6rv+jKJU5dVX34D+JPwQHXtthQ709Q7g1VffxNjYTQZVSwwODGBkZAs66RAeHRmC/sR7EjsG4ab9+vjJz30Ghw4exhDlpt9YydAB3c5garWa4P33xnDl8g1k0gWMcX947bU3cWvsNu478iAO3HMIUZTDwuIaLly6jZXV2MumWgNtaI0HNwfnIjRo/2p0QlocI3IBGrQ9c9QNixPo/+LVn3Ku1opcPzWEYQNdHWl86Us/S77zKOQc2gmV9QUsTE9g7/btOLB3H9YYLB0d3sw2Dsffe4/8ZVAoFFCgjuymoz5mX7cYlHAWkKc63nnnHehLNkEUYhtp7NmzG1UGNnPZCM889QQ+8xOfZpBrlnK8Stm9hvPnzuMygzZXr17H5OQMy8fIVzf7CzDAAOgnPvEsdu3ahQzXyXqxQhldAxcU9u27hwHOw9S1QaaHYIFh/z37cM89e2kuGOzp7CSPBaRTbZgYn8d7752jftWxefMoljmmKIo4JxXMzExDv224sDiP3r5uNBpVmocGHBLKpQtnTp/kWhvC9p07McmAxc0b43jrjct4/vl3Mbp5BOXiOuktcM9e8UGSLPeJ6ckJ/MG//0OMX7uNSero+PUbmJueQUTdHL81gVSUpb6sYnJinWNp8D3AMIMrHR29CAIgR7v+7rtH8dZbx3Dr5iSuXZvBEs8SUTrgmowp1x584uOP49QHx7GyMImOQopBmG6MDndgZLgTWerQ3p2j2Mx1OM91ldCAx3QI3rixhFU69fuo46nIIQodQqujUi6info8M7NAeeVp9xO898EJ3Lw9jttTU7hFm1OlHe7o7sIQz1gz83NIp1MIOcdLK8uYZhB1vVjE40884f9bhW3btuLihfOoV9YwdeM6nnvmGfTSAT/L+ZV9KtJJns5mMTI6yrbTePChB3FR/0XB1cu4fOUSxsdvYmhTH8o873FaeQ5zmJ2epO4BJe7vDz54BIzMolheRVdPhG27RmjHijh44D68/vo7SGc6cWtihoGnbjz44KNYra2i0FPAtdtj3p7CgPm5Ve5pNWaNdLOo8PJd5YLKMwAXcb8KAsd1VUdbW55pzPPSDBTU6+7q5Tx3oaOz2+t7TD0JwxCJmcdznL+Qck3QoBzraD0haaa5t6+vFznHAYiOiPPZ1dnJPtrZtgFzMRwHrPbSgYg6Wqs2ECOBvohW4fmhQkdBnftgjWt7dnaWtnsZDa5B0SqVS5RJiWUrKOncxL00NkM2n8XKepX6u4jF1TKW1+u4fmsacyslTMyt872CmIq3WmlgfrmCgLqxsNCAS6hLURt1G5R/lfNS4vk0xF6u6f379mLL6AgOHjqEEm3OCNdCHNexvr6GVCpiWkG1bNixfR/X714sLsxhgQG8F37wQ1xk4GxluYhG3aGjvZv7Qj/+85++ij//yvfwzW+9gX/x//1tzM9X8Oabx7lvrGBluUE7PYmvfOUHtPXLKLT1IZPpwjtvn+f6WGQ/MRrUzxz3sFTEuYhr4PRBX+5KR2nSWuAaXcH1a9exulrCjRu3MDm5QJwIbW0dXH8Zyp+8dHRhK3W3m/tUmue+IATCtGOgeQUfnP4A+s3rTZu38NwUYJRB1zhRvzXSXoezkEHey6QT08ZsJn9ZDA8PMk0jIT9kC339nWxrlM0aGjwnXrhwyevz4088gqHhfpbPcf7LuHj5PVhqFZl8HcMjvThwaA86urLI5gLqXAlxUiFejL/2K1/E4OZ+dPYWuLenEWZC6IuKO3ffg+7uQeqF0ab1cX6KuHz5Erq6urxtDoMIqytFzgttM3V+kIFT5xyGNg1i/PZNLC4uUG0TzNDe6b8uKHN+N20aRhRl0N87jInbS0gFBVw6dx1XL93CyhL1YmkdO7cfwFD/KEY3b6fuJwgC8hMbYuqnowB6hzbhX/3OHzI4XaGeVfHVb/4A33j+Dfzu730Fk9PrPCcAHZ29SBLH9VwlD8CLL76Af/pP/yl+/dd/Hb/x9/9b/O7v/Gu8/uoP2ecCatUyeJxFlraojfOV5rqj6tJBGyPNCuP86EzsuAaSOOEc/HLAHAAAEABJREFUOYTUc7174JjNzPMn/RGf2Hh0jhZsvP5YYmaQzGQrpqen8f7778PMkFAPwzAE2F/MfL1eZ79GedQ5roTzXYL2G9FuAZv5ctFTW5WLH+2zwjUzyqYKlSUAAo4hS/uZSqWYD6FzEouBxDwPmUyWa5B1LvQ8iq4zB6WyG1XakVpV/ABm5JmHm1qtDvVtlElLDs4Zdafs+83wDBaGEdI8n61xz4uYZgt5hDwPJ8STlTLyJVslO5TlPTDgQdEFjvcynjeigHPb7tuLruybxpPm3JklcDDa4zp0Zyqur1MeRS+zgHoD0i9VSwjSIVK5NLL5DFKc75h8h6yPUimYA6JUgDAVImBfeo95X1Wq95BlIZVDgYOEtjm2mCKTNGMEPCMGAWD0MUSZAKlsiJB9WQgI17EuTDnWJwSD+kjIs0nfPP8GPRqPZKc0IW+a+1ZqZITqyDE2OJc1QpUqEqPOfbnOM0esOwp5Ur5OR0GzLWAWeL3RvHkddg6OYOxSoD0iCJplCfsEHzNDszzgG8cgXeQabPGleQk5N0TztM2McxzT/lDmPHPHxHfsg018udrFOkOwXATNmjpjZp4X8ImJrP6VGigrAgfInwYDCOZxzQzCEa7ArFmu/swMZk3QO/jcjRtwkszM86xyz9dGv0Td+Kh9QDoB+1NqCJwDoHKDHhNXtEtG4OZKfrQWYpg5OBdSdimmagP/JOxDGfGrfsWbmcGsCSo3+5Av4QrnR0HlPwqip3HUuc8nDUe9qHu6LTwz4xw0/JjNmn2Irpm1UDyvLTp3p+JLSCpr5Vsy/FEawjNr0o/jD/szM0/f7MPUKE+zD/sHHzPzeI4pP4BWDu2f+uZLs47tgkAyBt9VCj9WM2MKPomHj/YP1jX50hgSLqKE67oJnDM0HzPi+CxTzWvC+SO5hGuCH18jXuRvianHKhePbOZ5IWvsBwSDnhZ94TVBpWC9IwQeVC7VSNhfkyYpkjYE7NSMtGiTk5jl5EXljqkH1pmxHs0nFqFm1iOL9o8B0ZvyZWYD18zIv0PrabXRe3PNxhBtlausBWbGMbSATDEgYGTMrFX20VTtREO0pK/Kk1HOMkg/8TyoLOHYlToJVI0IZoGvZxaqFw3hQDJiIbuFCClVuXB8ynpWw+AQmIMRnPgjuzzcIKHMYt+fAcQBDHpomnmHY06yJw3R4pv/mDVx/At/mDM42kIEDkSnOUgg/LsBfMwMZsYcWb2LpvBi8qFUtUqFpPRuYGMV3wHVsSOesUHODdqfzQx6VNeiqXczY3PqNfttvTvnlKXsY2iv8C8bP9ReWaUC5c1MicfX/AlafXiy/CFcQau8lapMjc3M86G8QOVmxqlo6NXTJgKM8pRMJVtNlfyySj2SAQ0uCLV1bGvGAlYYNB7OwcZaavUNPoYP/0GEYqCl28a8Y5uE+xbJkgp1JQnYiREn4XksoR+kgWZwtYZYeLwXQW3YluT9J+H+llCXxFMYhDAzTk/ixyRePNLGj5gdxbJB7JwYHtfMoDlpgbdzPB9YYIA+rMfGI3otUJGZwcwQcH8Lw9DTAZ8WjtKE88Mij2fWxFeZQOVKhScaZs16s4+mwhNo7nWeEL6Z+X5b7cBHtASUAChAyoHzy/7NzPOmMZoZ9JiZ58mZ3ppgZr7MrJl6/LsQIp4jVdbiQ/qr/sSDwMw8ITNDSNyQMhHE3JfqPC8llLuRnmgIUe1b0BqX6Gl8rXfhmZnnS3UCtTfjKDk2tRe+mUHlzgVwRn1kncoFagM+Zk06qtcy5CsavPtW6xWqZ4KA8y7cOu94aueIlOZ5OZVqnitUJzAzqE55gVnz3azJk8oEkpM/s/POL3p6V7kAfFops358ohlQlwSSm9IGz5c1nTNpq3T3bNFQG+ErFYiWB5he74DKqAj8aAHC64zOmK22qhdvAuVbDfVe5x1IqcqELzDKRO8C0RGfvpxjN/vo+Fv0lLZA81oul3n3oQ+H+BqjaCgVTfUXc+6Er/41XpU72ibdGZzj/G7wIBzVmRnMPgqt8mBDno5thF/nfCuoqjThrKvcrMm3+lL/wlN71dc3zkLC03hFT/WteVWbkH1oDALVC8zM26AG503j0LiVqp18Qa13tVdfZk3+lRd94bp8IYPBoV50dRc4cQmdj0t0+pV40HXo6e5Eu5wgVE7A0RmW4SG0hjE6tc+fv0TH/CxW6Ci6fXuOQbsKwlQbnOWxsFih8FPo6hylA3ITlhbqqFRS6OgYRSbVyws4HWTVNIOnCzj5wSUcffc0bt9apEHpwODAXuQzw1heMDq553Hy/Qs49f5ZrC6WuCGmMEIHQnuhG+dOX8Rbr72LC2cvM1hwmYbcoVys0xG3jAvnr0P/d9eVi2O4dP4a3nnrPRx95yQW5kqolhxWFmso0VFeSHdj6+ZddGRXcPTt97BKR0U+24YoiMgLQFuCRTowF+igbZiDLvOnTpzAe8eO0tFxE0uL01hfm2Nfx/EXf/En+OCDo7h06SwmJm5SHiveUVEsrUOGSQSzvJgODvUhk01hbX3FO1OmZ6ZwiQ6YaTqb5+g8nZgYR0BF7OrugoKoaV6uA05+lCJPNGxhFCJfKNDR2A4KG0U6OsoM/tSodHVuPvptx3K1wsBLBY16mWmDfRUR8SLb3l6AlAx8KsRZXl3FAoM6VS7CKJNGhs5lo0Gt8MJfqlR5wa+Qdx74pTiB8+NZWlqCHHm5XBajdNJu27aN+jOIzu4OXo4j7p0NVGollCslKmed/Rkv+WXqyRLlN0WYZlBqlk6ny3S6FzE4OAA51rZu20KH1iYMMJiWkeMAMVbXVzE9N+vTJfbrlZrOCX27t04epdh1bs5rxRL0p3jXldJBUKZTKghTCCMCN4kgCJGm46OdTrx0OoOAYxQ0aAT84uHmXixXKasqalxMZBouCBC4gDKsY21liZfzCqWWoM4LeINyhgGBcAjGedEBUeYvYV3CA4CMvvKa9zqNqxab/oSWIG4029Z44NBvyi4urWF+bhmra2Ws0gHLYkSpLMIwzXXUQInBDQ4TZgadT3SG4anX82NwcM6RF+frwSfhuATMsozlxDECePFhFTgxAAwgr9BDuhDoXQgCvhvHZWbkI0SGeigIKTvwqXMDq3EuEsrOSNvMARBN8GGqd/LFaeQ5IUaVzmnNi7kAgXNYW12hs6uMmZk5zM9P4803XmUA5yw6Owt0UAVkrUHZ1xg0uI333j+K0wy2XLs2juWlGt5++yyOMuDkggC5Qjv6BjZjea2GYycu4q13T/n/1+3c+cuYn5vDVQYNPjh+HN/85jfQz+DiIwwotOULdFzTiZpOMfD0JJ564kls376DjtFu9Pb2YolrYvz2BCp0gC4xIKTg1re//V1M0Q68/sabmJuf979Zdur0GVy4eAFHjhzCx579JLbt2ok1rsc0A1L9dGiWGDgAFSPgmMMohxonb2JqGt/7/ot45dXXmX7fB+737N0PUF4ZOu720HkeRQGWl5c4TQ2utVVcunCBAc0bmOVaiKKQAcoD+PgnnsFDjz6MLVu3YJ5249bNm37N3Z64jSkGOY8dPYaXXnwJ77x9FJMTs5iZXYKCh/lcB+YXl3D12g2EnNOE/cYAFNyscrwKts3PL5DmAse5BDl3Fdg4d+YayqUqg2pdlN0a6nQUhrRTi0sLmGEApkQ719fbjxu35nD+Ap3qa8YgSycefexR3Hf4EHbu3oJ7DvRSl2JcvHgOV6+O4Yc/fBOTDEIZAupHgq6uTuJsY1rwtuH1N17HH/7hV/EHf/AnUPBz7557GNA7TJ42oa2tDZs3b0IfA3NrDDDVGnUMbd6Mto5uXLl6G3/8J/8ZL7zwMt4++h6OHT9JW7sOswIWaePPnbuJhYUV2t1ruMmAapnBjTDMYInr8LXX3sDZc5exulZEmkHPkHtfXeuGPGZy0s0Mcuks+np60NvDIEgqpDzKiHhDTYV1tBVy2DTUgXwug77eNup6iJHhdu5pCWamrmF5fgIvv/Q896WT3EfewcXzZxk0fI3tHRYXFjjf6zh8+D4cOHAQQRD5QOiFCxcZDL2A2+O3sc5AfjqVoRzuRXdXD0prJXIWIhtFoInHmZMf4AyD53MMAM3PLaBarnHcDj/1Uz8D/QZuPt9G23uV+nQbJ0+cwvnz56H/H/WFF17Ea6+9TlkdRzqdwgrX5/zCHF597VVMMGjZ2dmBmPZhjjo4fvsWZF8qpD1+Yxor8yXElQCLDJxFURq3uXZ0yOnlWqpzb5qjE7zBA2o+n/f2k8vB6+oSgwkN2sYKg36qq3FPqtG+KoD7iU9+EoOD3Th4cASf+tSzePD+wwzojOHdd96kHhbx/Leex7tvHcWNqzeQlBtolB1CEt6yZSvPGhVUaM8HGOjP0O5v3tyN++97gOeOHGW8hu1bNuPBBx4kL8Cbb5zFiRMXcPXKBIwGfHpyGQ0eyAp0YP+tv/Ml6vkyJhmo/NTHHsMnnz6M2YnrLFvF1NQ4nnz8MAYHN8E4Awn30N7ubtqRrdi/f4D6u0a8KgMeo5TLAsauV3D5whTPCpfwfQa6onQOlXqC0a07MDE1w+BcGZVKGdl8FtlsBjPFJQZBR/iew/0PPIAcZSfb0EsbNjs3g917dqJWX8ejT9yHxx++D4898gDbl7B3/15c45zoPNHZ1Y0U1/gmBmb7B/sY+LxNm0bZcG9ua8/T5NRpZxapRx2YZEA3oj3t7GjD//u/+VV87ONPYnhzP37iJ5/Foft249CR/VgtLmJ8kmtnnrxt3kEdmgO4NqpIMLUyjUcffZR8ZtHT0wl9QWbPnlGkUgFkB1NhCmGQ4nmyE/oNO9Auag8JAocczx3OBdQpQ4ZBcv3fsHPU3YsXblAf30eadjEMQzbhBCGhTLLI53NI85wge5jmuUr1urzoMl8t1RFwzw84Hs1jFAZwYYLevk60dzT56+Z5JYocUlzfait9NjM457DEwHWJFwiVrTOoLF02M8q7jjr3u8QCGOnHZkgISivctKucz1INqCURkqiAUsOwRt0kOwjYT2IhiMY9PCRE4HGFNmEFp0+PcY/MYWWhzvXq8NSTh/GP/tHf5Bo/hLNnz3h7F0VZUD2wML+KZdownSOq3H/37b0X//GPv4bXXjlGe/8q989uDA0NUwfvwSyD9sVimWv8EmLy3Ufd+af/7Ffxt//uf4W/83d/Dr/6az+LX/m1X8CtWzP46tdexo1rM7h5bQqPPHw/tm7pxSuvvImvfO37OHr8Ks9GdTS4Nh2qtHdriKnvEfepOi+2tVqF23wNEQMhWe59gENHeydSUY661Qvxns0WkMu1ocRg8xz3/Fu3buHatdu0syuI0in0DfRxD1/BammVunYYy6s8c/GgVK6s01bP0F4UkU6F5JX7cmUN6mNmZhZaq1o327jue3q6aS8O4BMfewL3HzlCGz2At9/6AKsrDfRybzpx8n08+8mn0d6ZwfUbl0hzDmtr01wTq6jWi96P1EoAABAASURBVFgtzmPvPTuwUpxDNSlxHiuYnLmNienrePCRQ7j3yD3Yt383FBQNwxAK2C/zfDBJ+zjBfXeO540M11udjoj77z+CZ555mvwcxK6du9nPGnq6ewBeKm7QnmzZOsL9azP3o0X/G+d12hytcZ2p9X9Q1csJAq6t9eUqdmzbj+1b92D/3gPYywBu5HKUbQG1SgwjjvRAetvguc2Rr1fffIdB6esIqXP8gRrlWOMB8vbEMrSC2jry5L3Ecde57/chIs8dDADXOac3rl/Dcd5v/uSPv4x/8c//Gb70i7+A57/5Nfz2v/rf8NWv/GfuWe9S/xbYdxFRYCjwLpOhAyPP+0PCPTgdUbdp8417RUJ9AVPNEfiYGff/0K8xra2YZ22lrPIf5e8Gp3UGh7iRIAhC6n8VQ7S3XeQ1SqVQ5hptkGczQ8LxBeYgOWjdKxXRFPEEWdoQgWyNmXm9EV4smXHNC0f4URRRXyPadL3B4ykXRSlIeM4cAvKS4nsqlfb1lUrVj8vMkEqnfF59iYc6+WMXkO2jKFAqlaB+13m+qNdjnxdPnR2d3I/qqFFmqVTk6Ua0hS4yyKlVo5Omgzarq7ebZ5w2SNcz3Cdy3BfSmQwyHF+ac5DiXIScg4h2V/20tRUgXnK5vKe/wvtRTEZUl9rAd7SPedIxyqFOXWml0qU65zSxRGFR1MmDo80sV0uIUpG3Kc4FlIt52hWe8avkX/NdLK1xDHUkvAsl1PkgcIiiAFE6hMaVzkbI5dPIFVLIEqKMg+MBxkLAccxUfo4bgGRKO5/iPJoZ4Azi1znic5yJAZozrTvwMTPyFfPeVEODdxTdT8SP9Er6VuW5lWjND8elwIZePD3SFC2Nuc5zSSOukVYNCa1bg3Jw7Ft8aO2bGVn7ENQeBpg1+1d/wm/NA4sBUtJcBEHAHN8SoEG9NTPKCU2eqevik0uDfbMJP2bm9UT9go/qRZ9ZfkiEP/Ux6B/pkqZfD86xBKQTqxpmBvGp/gVm6je5U27G9gTwcc55XOEbHEBBJ9xD7u67xYPWhBnbugCtR3XSezPzdGioOMYGSIjvCcfjCCHzIfsPmAZ8D6Axqs8G7aEcWEoFbOg/omtmbNPkXXUtEIKZKfkImBnpq7/At9MYNM8NL2tQPgn0qNzMPI7eAzprxYuZ6dWD3tWfXsyaPJh9WC/+BGbm+zQzT8/MIBmYmX8XnSYYAPV/N6CJs4FrZv7drJk22zlPv5k3iIb4V98qM1MZOLaYchdtomx8zMzTE95GEWUfQrIXqNzMfJXoxbQJMf1LCe2GAGjWmTVTUD9MZ2B1IwBgZgTwSXz/zXaJL3NcR84BJjDKkOsroYXBBv2YepZQeQRN0Rgg/VOZ6giO76QA4z+aJdaDYPyhjwNRlaHIKSfukaJlZtDYBEFA3eM6NGu2Eb5wYmb4YfsEesya9cr/ZRBzoZp4YCO1b4FwlVcqMLM7fWPjMWNLAjbai5bamDXLzSgb0gUfI6hOOIIG7ZHeWYzAHMwMzXEF3h46videnh+OQ+uUmMQPECKgvFhHWYKPmaHZBhu0Ak/PzADiGAEcq/oWSwnln7A59Cj19c25VtF/EUgucRwXgebXoyUk5IH0lfrC/z8/DOZrhfujIP7M7A7vzfqYrMfgpMIB9CODFOwODvg08TQQvmx8VKZsS64B9UXvZqbEQwtHaQtUYWYw4zg5NvEkSDg+Y6VTNywXP76ceaWs8m1aqfpVXtCgPQyc8/VmogI/Jq+vfE8IxnrhuiCACwKP22CfAvFmCdux74BzHxjr4yZ/qlM7M4PXEXNMiQtw/YAdgecrNqS95FJtlvGu42BwYB3PMQnftYRj7j3ad2v0z9boT6oSGvqtVfZl6pd8BS6AY/9g+8D35UiEn7vkgLse8UfNYtcNJPyZ8Keqzcgj2TIzBDzDWMDxULiJqRCQ/MwMrUd0zAxmPw7CEV21ISdetirTvEj2ArVXmVKVeyDPzTbgXt7w7fQuANef2lV55tBeJny1V53AXJMP0fPlni/yzjOTcYwBZWVmqoJwmtnE96H3FpiZH5MQmbuTV3++H9YrLx7Ej/Iel+VmBukQDFB/2he1B5ixXLpDO1PnOSghPzpj6fwiHDPzPH2EDvFjgvhSuUC0W++ir/OTmd2RFbOQHMSnQLg/SkN9i5aZkUdHMBhVJowi5gPSqvtztc6famsmvACiBz5KzYw5eJ7Vh15ULl0UXy1QmeQkWpKVQDQFavej0KIjmd1No06ZKagqUBvRVb1Ss5bsDGYfgmiZsY4ZtYkpyxaonfoQqE46pbuF6vUuUF78qlwpycAFklegLFTPDuGc82BmXn56Bx/VC0RLoLzoSB4l3lvkc1CeqCTzId+mAkKLTo13nirXfUL9F793j5to/pNw3SijNCFesvGusrtB5eIjJk6FfoZ1+pmrvF+q3IyyYjs/Xp5RuHL8GMWzL6PNFC3xJWiQrzLHscK4l+bXzPxeKR6ll+l02stD/Aa8R5vZR+iJpnhR3wLRFiivctff38UgQxcyvOTU61VoTwxpmDJpXSodhR4TrOm8SmcQE2F5eRXzC+u4dn0O77x7Hu8ePUOH0DU6DGdw48YcHZa8gMQFzM1V8fbb53g5v4RrV+fpuF7EmVNjeO/4Rbz55knWncL167NYX3MMslWJs4zTp2YwPVUllBhIvYQrl8Zx/tw1KFC6dXQHMmEevV2D2DQwSsdM3eefevxpHDl0hEY+xNi1CdwYm2SwcxpnTl/A5UtjqJQSpNMdWFupM0hbRrVoSIcd6CgMYGm+SAf3GgZ7N9GxNY/TJ89iaWGZToP38Pv/4Q/ww5d/iKOvvYajL72EMyc+wPLiHLLpAKMj/di7dwsqlSUs+qDqMtaLK9Bvjw4MDSLfnkeWl8VQDqZCFl29XVB+bmGWzulbULCxXC56p3WGl+JMJs2LeITB4UH09PX6gGmGAcuI5cZDPbhR5AoFdHZ3ES+NdToSVnkxLvMCKwWv0lldLJd44W3AuFg0wVUzOnTX4VDnHGoumeMC9f+HKB3YDSpgFKUQekijzo1QNBeXl+joK/qLvS73RSrwwsK8L9MluqunC33kcWRkhI6pdgRRCPFXprdveWWFdGrI0BGQL2SR5kXYzEirikZcp+4lCDme4eFN2DwyjL5+Ott48S9XitStBhzrFBhZWFqCaGlscppU6ByPuZlrUXAls88UQupjio4Evde4eXNogAW8pBeor3nUeZleWV1n3w0aUaDOxaVFom/vJ2bENVjgYC6ACwKoThtGwDz3DhjgIcWLvBacyl1APA8h1BbcEGHCBFqbuF4NCXRRDzhvatdg31rAWj8x68oM+GodLSwsYX29jAqdsDEcHR8RUqkIAGVGg1SnAQjIYyrNMuc4joQdwT/Gd2t27WWn9VujwUloeMyaFWYGMyO+AHBs44KQ7/zQEHlixIdOQiwCHR8fQkJ88/xEUej71gFJQdSYByTjASmgvFXn5eMCUSAkH/Zp7IF6Vaa+ltaLXIslOhZXqP816De3nnryQR+M/OxnnsUjjxzB1i2b1IDpCA4euIdOoy6/WfbSUUpbx3Ea1uidrjcinDx7EW+8+z6u3JzBzGIRl6/dwskz53BzfJzBwmt44cUXGCS5RP5DjI5sxrYto1wPVQwMDODIfUdwD4OY7W3t5NVhcHCQ/TRQ5cFHMu8fGEQfy3rogN65ezeOMJiTcN6ydBafP38Rb731LsrUyXsZpPmpn/0Ctu3azTXfzkDcObz5xttYWVrBxK0JnPrgJNJRDogD0M/EIOUy7UQZ+jOAlC4iOuSOvv8e7UYntjOgu7i4yCDFLdqZJehPiJcps3v27sU+8nDfvYfx2OOPMtDxcTz11JNIpR1Onnof84sztBmd0J+aMKN81tbw7W+/hMuXr2Lb1l3YMrqdwZJ5lIoJ9OWXXK4dW7fupH08B/1mXFdPL5bpFH7xxdcxNzNPh/EBPPH4U3j4oUdQpcP26197DUtLRQwNbkaxWMPkVAXt7Z0MSN1PW5jC+MQ4XBgxOHmdayyBo85XGVSuMjjW1dUOVmHHjlEMDnXhV3/9C/ipn/oJ6Ld/zAEG4J4D+zieR6n7Ka7bNPYwUNTgYeTChXMYoUweuP9+PPfcp9HR0QXnQijgi8QQplIM3N1CW2ceB+87wHm/iYtXrni70dMzgKmZRQZuxxjwvg7G/fzcdnSmEHB/u3lzEuPjC5R/nnKr47vfexFHj31Ap7rRwd9AreGoaw7VWkK9N5gGAQczo/MviwKDXg1O6MraMjo6Uti5fZB71Co+8cxh/A///B/hH/79v47/+bf+OzqjP46ezhBvv/4iutqzCIMEW2n3jjDAvGv7KG7Rsb6yvMSAwTyK6yXMzy1C+vWNb34brzOwe/PmOE6dOo3h4WGsra4Rigw2d2OIwfryeg3nT1/Cv/03/w7f+db3kcvkuM/lsETbqaBngQ7St958G7/7u7+P3/u9f4ux6zcQBCF1YJW6cQljY2OUPiCH6769uzlH21FmoM1cjJW1eSRBHQmDJ3ANvPzqC4iTGnV3FZ0d3UhxH77MoHRv+yC62jrZdxb79u4hrTbuiWW88+ZbqBTXoaB7EDhkqOeOvYXM689p57i36WA+OzODyxcv8hxw3fOdo1O4vb0dPQx+bN06hAfuP0LZzKFUXmdQZAVHGRy/dHGKZ4Xb1M068qTDScEiA3w3b8zi1MmrGL+5htsMEF27eg057q31aoyHHn4YBw4egNb7ti07MMD9ftPAFs5jG0qrDdQZDObMco+KEdGZ++t/4wto63K4PnYGcXUdDdrV0DlsZhDx0L0Pcz624cSpM5TjVUxMzNAR2sAqA0CXLt9EsVSBAiKFQifaCt0c3w1sGRmA49gvXbqNehzh2q0p6lQGYTaPItfJ1h3bGFytYZSB3u6eTq6xSczNz+Mag1tHjx3DW++cRF9vH2q0T4MMEg8O9jAQM4eR0WGupQzeePNNvP/B++zDGCDJkO8JfPOb36Ic+2BB4NfGu+8exfYd23HgnnsYnNmC7q4O2iYHbr/YRjolnic++9lPY8vWUQZGH0KJgawR2uPu3g48/OiD2LFrG3bs3MJZNG+X84U0A00L6O8fwMjIZjxJm/SxZ57imruOHdTtrVtGODUJZVeDggWO62eFdsaZwxJ1vlZtcG2BtHrQRjtcZ6SxkO9AGKYxOTGHtkIOde4zoBYmvGDqLOICo2wj2uoadDZIuIdliG+0B/lMHjEv9VXum2xCPaxwPutcEynMz89Sd5e8zTTqd4VzWqUs19dXUeZ8AUaaMecmZuCt11/ZM9RF7f1l4hnnrh6TX+O+zLTCs0XM8VSqdW/z4LinBhFqScCdNKLsalwvDhF5cwjRIF9xDD/eIHKIeUmNohSci7imY0Ld2+dMkMGli2N4441X8L3vfgfpTEj9X+R5eAEn3r/Iugn0dA9hdnYR3/rmd/Gn/+nPYUkJ8RxuAAAQAElEQVQer796jOt7nDY0Q1u+iDztU19/N3K5DEZHN6N/oJe6O4QgihnAADq6UphfmMQrr/wQ62sN/NIv/iw+wUDjU888iqG+DPbv2Yy2tjxu3JqEvE+1uvlx1riW6tzP6xxML/Wxq6sTmWxIcde97VhYXPVjrFIuZiFGNm/lWA2LPFNfu3Id6VRESQdwrMvlU6hQth2eRhazC2vIt7Vx/ZSQzqYwPNKPJQa2F7kn1miHszwLFziutnweDdIP2GteNi8KuA4vIMOz4IkTJ/H8869Sb0A+QiwuVjiW/dTzLP7iK68gpLI/95Ofwo59W7F5yxZEQYF74wztfhmdXW1YX19CSb+J3V1AoZDF4FAPdnBtjo1dwwcfHGcw9wbX+Qqq5Ht2dgY61xR4Lu/t7fV6o7NbyP0lxb1JtlRnBDMjrQLb3kIqFbJthXehG7y/rGFqago7du3ALe6h+lLjSy+9jInJ27y/TIFbKK5evoGBnhEElqadqmLq9hRqDNDHVSDgP8AQWEA9b1DfgCjK4Kvf+AHVMaA9AShoAjgHoM12xDbenYZpO5YRBAHmeK6fpZ3ZsnWr38uz6RRCOqTSPIcvsXz85jjWlhd4lrmBq5fO4f3j7+JPvvz7+PL/9X/hT/7oD/BHf/Af8MHxY9AXYrpotyPnUMjlKO8IFZ75ysUSYuqK1qqZkSFwXpI7qdavf/lLfpiZxzUz6CKv30rdzXPQr/+NX0eefeSy7CedRqNW5zpyqPOsHHJMIhVFEWWdQhiGXi/Uv+Ysx3bix5HPjo4Oj9Pg2VyyUB/Kg4/4Ek4rLfESzmI0eAcRTaWqi6I0zMzLUu9qI/pp8iWa2VyWA26OOwhCz7f40N4HPsIX386Zl9Py0hJ1cB0x7ZoZx81+06QhHRP9MAqR5joIUyF6eCbOZtPo7u7kmaCD+tvu12zCdaHxhxy7mbEXeBsyz/mUHNRW3/aOaVMj3mWdg9dJGhLaVCqWb5JwX8kixb4EkfSC9LT/RFGKc1uB0PSbflWegxPaB6N9A+1cjWvTuYD9ipMEQWAEwFhEEXBODCpTf2AjY3kmn4aFMe1uw+MZeXIMrgpaY2mNx6eBgyPjLgiYhjASSaUy1BdxZRxHDZoHbDyikUqluD4iVHhn1hxI7jFteYO2WKnoCS9DO6I+Es6BmjcaNdqpIrMJadZhZh5U36DusII8OATkxcx8KlpmDvptYI05CB1c4Ng+hh5H3gPuF+pPIN7MAlURB4SYY0kgPLNmf6psvStvZkwSmCmFx2fBndRgAOvEV6tdi2fxbWYe9245qV6gMuEoVVvwien70VVRoLs41YylgPGffoKP2gooVo6BNoltWAxHIYiOc6ZXQoN9c65N/Iv3GJI5K2DWwlG56o20Yg+iLWjhaWzKt6BV13pvpWbm5159iA+1U2pmuDvVmEVD9cqDj96ZkF/Nf+zxNQ7hGMdjZp7nFh2zJr9qZ9asM5MuAEbb2gSghS+8FriAOJSJc0qbIDyBmcHMoEf4SgVmtlGekMeYNqpOWTUIH8ospg2+u43atd6Vql6gfiSjIAggUJ1wm5AwSXxfwuPLRz8J2CeLEgfwPGbGlK+tj2gJgsCRNoGDDGgbmPDdwG0TAe2BIzB648fCkcHMWiSYGsvBMgeDIICZQf8CFwD0SXgEliTkQf0JwCcIAq9jSgPyYGZw7NxMqUGPfjaovJp7tWuBZKN6vSsVKG+mFnpj15Sx8FR+d9qsBczMA37k0SgcAg2Z8mvOmVDMbIM/YpiDeEXroawTgvoRqFip+lbe+MOMP/UhAInv20zyY571jvJBzAz3NB6Jwc75iSm+hIUgfrNfM6UG/XOsMq7pxI81IS5LSRMbD1UXAr22eFH+R8GxT2Ohp0eazJJDkF7iedD7j4KZwcxY3GxgZv5d/dwNRPDlSgWSUzNttguoBwHb8tDkeXUb4xNOC+6mp7zKzczz1pJzq1ypwMyE5nH0rhcz+wgvGqTqJCMjAiWrQXtQeYs2q37sI1zJC5L/xqCErz094OIJeDZA4MAOoTGGPAO5IKA9aKDB+4roq3/pdvMd7Ne8zM0M+scSn5oZNdIRAh7/DXrUXvOu+TdjmcRJXvQuPowtQwuhvaHhzwEN1HjHq/M8UGfAlR3BKGtnge9Xy7yJSyXkR/UJ6fl+OD4zQ+AcHAF8VK61GfPcEvOWlXAwqkuIW+fZT6mZAfzIF6u/jmi0zy0c1QvAx8ygcslJ4AKHIAo8qL3GI8Bdj5khCIhDAB/12WC/Svnq6Ym+3mOeC4QrW2pmEC2VCyR/4ZF9NfNgZjAzT8NxvDFtUI0XgJhnE+GqfcI1Z2ZoPSoXqE6gcjPzdFQuWfENaZ5FdcYQP2YmNM+P+JDuCE9pi4b6F65SyVjldZ6BytUSlLqAsgoCT0c/zAwap8CsSb9VrlT9tMYtWmbmeVRe5QLxK1yzZp1ZM3WUhZmpyoNZsy9OOcSzmfk5UXu962yn/rDxqFz96NXMfL/Kq1wAA9s7QnBnDJLV3TgeTwUboHfRTKirPhUzG3XiV7LzwDWp91qjipZvVuVmBjPj9Cd+HkRPzc2a5WamV0LCJZF4HI1JfbHQz2eWZ1Qzg8oFLRpK7wYD+yF/wpGcY+ql8qLVAtEUny3eWu3NzPeleVU9mfG8eDobumhman4HhGdGvqS/vJdpTkTPzGDWhBayysVDg/4E8SS6AuVVZ9bEF03xpjtTLp8Dt33oL+hU6JOT7opezLkQnnDEr8patGLyqncyAIFoV3l/131P93e9C0epmfk1aADTwN8P1beZsWkTRF9rSmf2u+tcDx13KV6owF01k47Q39OB3u42XvoyFGQEHfxy+QzkaEix3lFBjAupwsvT6noDjAlhbGwRR49dxbe+9SZeffU03mKg9MUXj+KFF95l/gzOn7uNl154n06OUwy8Xoe+iT9xe5kbWTsNbxvW1zLsb5gO6UN48MiT5GEY/d163489Ow/g57/wRXzhZ34eDx15jI7A+3DfvQ/is5/9PH7jH/wT/MRnfhId7Z10Oo55B5wu1n3dHXQgjeDgPYcw0DdIR+sKThw/hcp6nU7D3RilQ/T2zSn8+Z/+Bf7iz76O7z3/Iv7lb/0feP4b38d3vv0Cfv/3v4y333oLH7z/AY69ewwXzp5m/hiWl+bR3p7Gpk1dcFalU3oOxdIa9Ge65JQotLdjcHgI3X09lGaMcr2MdgYTevq60UdnVr694B3xaV6AAzpsQwZa21gmp8vK2gpi7rB1Gk/vtAsMIeWdzmWQo1MrRacweCHjqsfK+pp3hlRpyC1wIDOAAVIkQZ3z0+DF19EQIRWiTmUqS3kqVVSp4E2lcZzbkBD4MjmsFhYWUaTzIyGxhtrw0qkAaYMLQxt1yM06IA/OjPNewtiNaxi/PY75xXnot1WDwPlLvS75ci4VCnkqpHEB1r1Tr7+/Dzt2bscuOkQOHDrgjcmZs2dw8dJFzM7Poc5bWp2LXQ62Cnmt0bkKOOKZHx/XC2WSQaG9A/oNnU2bNvHCn0cqnUXAYEfAMad4YY6JODu3gCIDxmYGR76yXIRtHe3eORDxkAE+Zo7UA+pgjMAFBOedQjEPHpl0GmEQwo+bjoQgCKAFGLCPNOsCrgOSoH1JoDOp8xsx8VnvggAh351ziDUmzlNMgxaRjmO9+KN4EZCGnDtpBp7ZFUiMQZwYVQXGOcdVBtuTegVB0IALYgJgzgiAU2rGggSxiAEsc2jOkSHRYUOHDtYl5CFmcCphqXBlUKHH9CNhvw2AukdhQPrkyJfoB9TBFPUnLb4dx8K5ccQLzBDS0RESLww55iDwfZsZzIy02D/7BGLwDVC/bFutVSH9WpivIK5HDFDuxec//5PYv38n12k3eum0X12dpyO0SFE0kEoFOHzvQXz84x+jc/9h7L9nP0a39SNMA++8dxr/+t/+If70K9/G6XOXcWN8kg6Pus7HqFDHzQGdtAO79+xiEKIH4+O36JCe8k7MSxcuYuz6GB2Dx2mf3sb7770PGd4ZBnZOnTmNEydpK0hjZHQrHn/yGa6/NqzS6T47OwcXRAwaLtFpbgy2bsbhIw+hraMLr77yJv7oD/8j3nnrKKYnZ9Dg4bFK45jlpnfl4iUszS1hfbUI/cbV7t178TOf/1l85ic/h/37DzDgud07W9W/Np926rfSFOVbpaN/cW7eOyjr1AuBfmPwhR9+H6+8/hJtzAq6eguAq2NoqB+f+vSzGGLg7fDh/fjCX/k5DA4OM5CwymDVbSwtl9j/Ku1WifbsJF5//W289OIrtJ3XcO99h/H004/gS7/8JTz62GPI5QsYHNhEm5JDf18BNQZ8pqZmYFbHz33hY/jYx55EnYcEOYLvO3If+1jE5PQspian8MQTR/C//C//M37ur/4VdHW3E69MWj249/BehFGDtmuGzj3af+pKLh/RAZhlAOY81tdWOU/jtKdTGBu7jjqDlfqrB5VKDa+/9iZ+8P0XvZN5YX6ZAdKrnIdrGGSQKpuLcPz9k/jKX7xBHerDnj17cPHyFVy9fhuJZbDIcb93/Bxu3VxClMqRp14U2rpQrRquXJvAG5yzm7emUYtDrNNRHUQRzEWoK6AK83maZa+7VdqleqWBtbV1LC8v0zFXx+HD+/DTn/s0Pvb0vYgbKxjsy+PhB/ahvyuNTf1tdH6vYJy28uK5c7h07izKxSLGrl9DjWt7jnYv5lpZYaC0zCDQ3PwCeWuH/gRzmnZNf35wenqG+LcwOTkHDgiFjgLy+TYoQHH6zHlMTSygr38InZ3ddLD2oLeni0Gzrcy3Y8voMH7xFz5P+V5ggP2bqNXKxGvHoUP34KGH7qfs83ToT3CsNY4zxnpplZajypVbw8TEDdy4eRXLK/N02HYgou2vcfydhU5cuXgd9x66F1XSK5bWceXqJQwM9eP+++/jug1x4MABXLp0ibYrIB89qHAtBOZoYhzkGNZv2RYpB9m/Hdt30JGfgWi/9dY7uHrlGvVjESFtekg709vdhaXFBRw4eA++8IXPc+9/Gn19Xdi8eRj6E5+HuJccPrQb27YMQtukAVhaKtGWV8GBYG5+Ce+/fxyyXYOD3X7NnztzkWeSH3qcwOXJ4zBoIsmvYXhTL+emxDZvUZZ57vltGGNQM0r1YmBgB15++S2cPHUWMQNnM7MrgEsxaJvF6toaZVjDyvI65hdWYUkaa6sNrK3HlG9A2p2Ymi6y7RhtRh+qsUN37wASF5DHRfLQQ84TNHhxGRnZhIcefoj28VnkOahnP/YIUlEKTnaY+1s7zxr6zbiV1XWMT06id6CXe+g8TtN+FUt1ONqO6bk5XODe2tfXhyUGTS5cmMDE+G1cvHAB+xn41m/tz81MYqC3m+es7eS3houXLuDYe+8y+DqGD06+x7G+iIcfe4jyqCCTLZDvHtyemkCGdq2zsx2Liw20F9qxvLSM1ZUljrOMrp4c1/IC5zTC3t1boD8bCVImSwAAEABJREFUrX2nWqlTNmscX519JVwrCedpFWNjtzAzM88zRZUyCnFKsqVTbH29xH0AWF8vwh96uZdVaYf0ruC55tbBsU3g6YWBYx5IUEfEgGUQJLR1S6jyUhqljHPTQKEtg1J5DaVSESFxGlrYbJEk3Acp/SiMoC9zVWl76jzkG/c2ihtp7vmZTBYBgycJAoRhGpJHjmMPWRYEIWKek8C17MhYivIPzZDwnQnnjcRZDq4uI38kyzKHWjWhjvUgTbuUToVEqiIVreD48TfZ1zrX2D50dXSizDnNZroxObGCkyfOoUFnxWOPPYojRx6E/jpIR0cPz17dPJsOIq/f9OJ4t2zdRJt7EKm0Q7VWoh4ucr7mmF9GP+3S4Xt345MfewD3HuhEtTKDYnmWZ8tZdHRlcOT+g/grXGv33LOXNrWTe8AAeQtIK0/ZpgHK/dq162hQfqkoRf4pDwZe8vkMwAORcyHmZpdx48Y494YljI5ugb4QEoUh26dw8+ZtVOlkKTEQExN/amYOLghw69Yi/tN/+ia0B2s/0X8Z0DfUTX47oPPg8NAQ9KWCvXu307aNUIfKmJmaxdrKGmUzy/kuYm2tjFdf+wDf+8H7WF6t4/qt6xi7MobtW/q4FyzhxJmTWKVOzc4tcS1cR6lYxcjICHSOL1IvNI8+UFpZw/LKAkCvz+BQHzo629DT20X+Q1y5con8VzDDM4N+u/+9997DbZ6FQ44v4DgajQa0PxQKeY7pJu1GP7ZuHYFzju0jhLKl3M9LDJb1Dw1gpbiKfQf2kr9l6lGN46pDf/b+4sUr2oFQ5JjSqSxtQRsQOzRqMfuvosE9Q/rd4Jm1jYHoH/zgJVy+Nsu9zCFIpanLFSTUN62NuGa8V/WQXoIM12+N/ac4Z+uVMt597xgaPJ8h5tok7x3teezfswOyO9tHR7Br2xY889TjmJ2cQJ7n1UIhw8D+WTz/za/j//hf/zf8j7/5L3iH+p94n/oKXn3ph9B/pRCaQz6Xh2x8Op2Gxp5srDNsPHoX6FVpC8g0yKhfP2qn9a//L1XztHvXbvz0z/wMdD7QWd1pgaH5JExEgwl1s+FlJNujeREPURQhxTuCxj6tv5hA/dV8VatV0qtTx2rsU1REgaKmzRE9jaGzs9MX1nm2y2Sp5+BKZ33ItS8c0daeprz4Fd0M5Wycc3AwegdtR5r7eldXl5eH2jTxKzy7xogpn9XVVW/vYtoO1QeO88050d1oZWWF59uqyGFqdhplOhRmF+Zo++dQ4Rhc4KhfIbLZLOc47WVQr9dZFtE+9KCzswsh7/updIh0NuVlkUpFHHOD+RAB29dIs0KdkF4lvEMIJGvJUGM1a/LToBxKXEeVSpV7dw3lYhlxnNCWVGFc087JJsZIOD+xo0wdAGcA0ygTwCIg8feahP0CWco0Rd6cMwSRIaQNS2VDjqFOy5mQDmBm+tEE8CFZM2O/MfEaHEfCeWwwn3AuGyiTt4RylFzMzLdPp9NeHmbN9wZ1QGs+pu4LFAAVkDuPHwQBnHOedsL5MWM78qgyTifktG1BzL6EE1MvajwbaS+PuS+wCWmYZ1jvqk+I2+C8AioXMGdO3aL1NPESjkdjalBOAcyauMJJyI/SFrTezZo4ehe06v0c0ka16Kpc49AYVdZ6V6p2KmtwH2ymDcq2DuGbib6BQyAkEK5AeAn37mZ7DoXzQ1F4ntVO5WZqC9IxP54gcMwTyJdR1qIjPt2GzJWaGVxA2eDHH+H7fikL5c0Mjm3NDH/ZozrhS/ZKAfP6Y2aeH9FQuXneYz82syYttRVUaXdlQ4xtW/hKzT6kZdQRlQlfYEbsOwCY1oSRPrVb/QnX88Q1FxMSlruAeGIEgJnhwydBwrMENtqr3OzD+oSyiEnDzDz/Cd9b4PvgpOhd/QqUF7TyLX7vTpUXqK//O2jSani5CtfMPP9mTX7MDI7yCQLnZR4EAd8dgeUcL7dHRM7BJAOOVDmzAKQi8wFqFqH5MTNmiGEOzrdxAO0Qm7EczTKP82Fe/AmEYGYwszt4ZgbxAz7CuRtY5OWp1IztElPWtzdr5oUvOfqK/5sfwuXU4A4+1w6nDTHXXBKzsSo5EDPzffjxKc8qs6ZNUtuY4xUtzW2D9p7VMGMbZe5Awn4a5D8mULlZbgQH4z8gcMxRJxPfMSv4MTP+BPEBY38C8RAwH8D8XCSeR3zk4RSiBR+p2HgRDbMmbf1ktwzagRQJLDczmDUBG48Z32Fkhh/2qX4FZgYz81h6F8TUbxWYma8za6Yql4yUigfHcgoFoPyEr7ZKBcoLrwV6F6jOzODbU2ZKzZr0lReAz4+2U1sBqyhPyp8fcBzOHEIXgIWc94a39XXOofjExmNMzQwJxyUw8svZYik8vs4daiP6de438qXCmd/nQp55KASoTg3MzOdFXxAzsF2nr1X5hHSNOu0SUTc2M5JxCOD8fCYb/UteRv4D56DxGvFj3knAtkZs47uAy5f8xVBdg/Ux6bf2E/DR2APSBmkZ79PG9jF1Xzrs+SWvoi8guudb5QKQeEL7Zw4INuyHmcE4buFqPOwZMXESYwcsVDsBs35sZgbRVnvw0f7t2aFCqq2RlurMmjKLOX6Bmfk+wUf0WsBX/0m4hhLOrUDtBWYfpaE6IZs1y8WvQPQTJJ4/MPXfskDMXLPMzNTMg2j8KKi96Khc41HaGqOZeb7Fj8pVb2ZQvd7Vrk7dEw2VaR/2Z1DKF3zqPCvV6jzfBUAQOuhdbYTP6g2eyTXHbi3dIP0WbeEqL1ylrXbKmzXloDwH62mJB4HwhduCgPyYmedbZ2z5lMSnmbFzftQ/86IlMGviipYZcdDESTb0sYUTBE2b6sS7UbGIp4+ZeX6Ub4Fk1+JH42rlVa/2kl0LAvK7zljRGu95FZ4LEyLF7Dve0Cf1z6I7HzNj3tCqb6XC0/zU/bkRfi7NmngqFx/CEZCA59nMPJ54MrM7ZeAjusI1M4/T4le4KhdN8BH/Ac9nKheYGUvhaYGPcAUNjqdB3TezH6tTXwKi+zrREZiZX9cqFw3hCJRvlSkvXPGn+c7yfmNcmw1ulvWkjnpcg+5c6+vrEM/CbelDTJ4EoqVxiIZS4ZiZiqG8Mglx1V5ybEjXeUdW32ZNHpUXnvBFQ3CHXioVIqHxlcOuu7MDHR1tdLC20SGTp1Mn4mU4Q0dKN9LpCEFovLDVsLxWQ4kO5SCkQnJAvENhYrJER2GMM2cm8d7xq3iZwdS3Xj/J9xt4kUHVM2eue0daveYY3Kzg1s0FXnRDHNj/AP7e3/oN/OznPo+hvl40KqtYX17A5QvncYtOtp1bd+GB+x6CfsNqZnrel6XDNPT/l6bpCLg1Po736Ah47/gZOvNK3unbSadHOhWhRMfIOIMs+pPEpRINAByuXLqOV15+DadOnsHY1THM0PmvYIU2s4CbQA8dt53tbUiFITZvGqIjqw1yLGzdMsSNKabj7wpee/0Vwut45ZXX8MGJk5ilo7Ig5yYdI6fOnGFg+SgqdEx09XQDdKrNLy9ibmkBEWXY2d3pHZ89dAZ30TETpgLI2IOylWJUOYHch6DgacSgKwKDygSrVJRxOjOWGWhLKPcYQJF9rhPK3IBKdKgINNGs8guxygt2nXVNaEABWP0athyG4nGtuM65LNPpUgf3MUSUW4ogZW2nLuQLOQYss8jyoisHkJwyumg69u8CxwtrFTIqOTrRuunE72fANEtFV79F0q5RDul0ms6wQTr4d6F/YBArqyt45513cPXaNawSR/wvLi1B39Kf5HzMMxBaoZMtobGpMKDLlQfjfIR0gvT09DBw0E/9bEOdh4AGx6axlomn3/KUczmMUnQA9iJHR1bEvgUyXuJJAeOJiSlUGKChvSXvciyl6TBv51SF3vEjxwn4FMslyEGuxRWmUwxa9aBA3QijEKLXoNFoIIY584bIzADmBaqv0SGrxa0xaBGqvwbnSDxH5DGfKyAVpaE67l8aJmKuxRqdjAnHlsun2Wcb8nQAR3QuSO4B9SGg3M0MzjnqZIgMnSJpOriURpHzdIwHCLSAly4jX6YDhS8jd8o7AAaIX8eNMWRb0SdZjschpO6SOf8bFBVuBCH7DomnPkLORxAGMDOA0ohphAR8gfEfOHf0DkHVJoKsSDi2BgeazSbYuqWbTtEOBjKP4tzZk3jtjZfwrW9+G88//3XMTt+m2jcwS2fRMtfOwuK81/N2OqAy7SlEOYcKA1GT0yssr2CRjvw8g38DAwPsJUA+30Vn2+fw6U//BEa3bkNAWTe4+fzwlVfoxB2HjLFk39Xdg96ePgY0D1L3ZuhMLnPcEXr7+qnvOSzML3ItH8Pk1CR1dweqjRoWyc+2nd3o7OrF2noZ3/v+C/gP//4PceHcJXS2dWPX9j04cu/9tFPj6GjrwDADkgGFoN/cGOzfBP150e7ubiwxECe9kj4LxJ/0oLOjE12dXQhcwODvLAM/b9FhO0t7Oc4A6Pt4/4MPcJNBrv7hXjz46BH81Oc/i8P3HaTd64ICtf/yf/od6Hnmmae9E/s//+lX8N3vvILt2/bwTJbG6nodly6P4dgHJ7gO1yGbMzC4CUObhvHQo49AOnv16lX/G/kTk5MoFUv+MNzf3481BjtHNg/jYQZ5ZAP//Ct/xmDbGOVdwK1b47gxdpN7RxeefOJpOubSWFlZxnvHj5KvaeKkUK0VcfbcCe4lAf7+3/9VHLp3J+1kDW+/8wE6ujrxK7/6S3j8yfuxY+dW6E8nb906ynVahHMR9H80vvLKe3j+O29j8+gO7N13ACMjo9A6unnjFo6SRjpdQY1Oju997we0yxcwPSu9qWF6ZhlLKyW4lGFltYwygzoLSytIHFBhMGPsxjQmZxZBk4N1Bi3qDaP6BtRqIiBAg5eA5pp0CF0aK9S3WeI36EzkPo6utjR+7q98Dr/6K7+ARx86iEpxDumwjsr6AvZxLI8/eD/Wlmr+//McHR7BoQP34gBhcNMmjmUzRkZHUOhsxwMPPYxNdOrDAsqxg5YFKDMI2VboxM//1S/hi7/461yOIc6fu4jnv/1d/PDVN3Higyto72hDkU5N/WlffTmqWl1nMOwSzp1/H+++8yYD6Vc4Zw+is7OAl3/4AsZuXMH5C2cpw134yc9+Gp/+iWeRMEg+PTNBeQbUgTKuj13E7YmbOMig6wgDex3teawwsNDWnsXZ86cxMNjF+dvPORjinD2Oz//c5xFEAZYWFzG6eTOCIMDOnTsQBuT37DkGOm7j2pUr6Gxv47rv47jKWFlewcriClYZSG4rFNDR0YmhwSHiTmB+Zhb5VBo/fOEHuHD+DCapiznayyCI2LbKIMcKJiYmMT07h7n5GdR5wK8x0MaJI40C2ttSKHJviciTcRrffPNdvP7GMZy/eB7jt6bw6itvUWcnUeJ8t7d3IOacV6sxKqUYU5OzuMogRlKOsch5vnTxBoO7qxjeNIr33z+B9947QUGpWtUAABAASURBVHsxh2q1gTCKkEpnuY6AtkIHEjpD1tcrHFsVV66O4913T2FqmvNxk3wuVlGupTC7uIp3jp3BuUtjOHr8JGU9wXHMMGi4jqmpacp5jTbxMoPDIwx+zeP8+fM4ceIC/uMf/wlk486cPYWTJ08hCiPcZnDU0RbXeW44d+Ec7nvgfjz6+MPYtm0EVfK/Sl0d7B/A9HQVU7dJ//YkNRrIcY9+9mNP8yw2S5t0GPffdxjPPPEELnGuVtdW0Nnd6e3kr/3NX4O5kLYv9sFeg0MunUOZZ44L5yfQ250hj4sYu34dSzy3VRi4HBjoZCBtEgp4R6kUurrS2Dw8hJGRIehbysaNUPpR516QxMD83CJ0mY+4F4ZhinPXhZBjcxYhdBGcc7QfBZjRsc612OC602+ymhntQwUx955cLouE+1yDeuC4cmoMCDjWp6IQLgDbJkilAlAtfV57Y537s2OlCwKWCceBrHFeq9SnOsoMKJQ4znUG/as8RwXEE4+pdIZnojwy6TQCZ4i4Jwa8fCc80JMCwAO++EiYptMpTzuSnlAWBiAMjGsshr6YkfC9wbkLInIfryOdrWP/PaP45f/6J7h+hhBFMUoM/i4vrXI/WsIjjzxCefaiwLPNpuEB9Pd3Y4Q2uaurkzZgDcffewcF2qMdO0fY1lCtreHCxVPqhXo9jVqZdogBwCmu7YQB1rZ8hIMMmObzWa6Fkj//6FyzyPNqJpdC/0Af8uxrZGQzx5tDOpXzayUK00hHESqUTYOy6ershKMsSuUy984sbWaMQe7H4tuocQ2eZ9raChvzGHAuIj/HZiHX5BXamlnKKY0oVaDcDel0AVsYDH7wofvxuc/9FLbv2kWdbcMK9XmOgfebN24TJ03++qnrW7jWS5ifXcOSvqgVp1FvZDG3WOZ8hvjpz30Oz3A/vPfQAf9XI1a5F8xwXTfqIXbtuod0OgA6coYGh5nPobd3gPZmAoVCm1+P87QvQWDsYw1tbXkfUJW8K9SPHp7xd+7agYMHD2DHjh1cuyuQrsRxHTr7jt++gV7ea/L5PABj+3bs27cPw9wHtmwZ5XsBvb09eOSxR3B17DJ279Wet4b29izlnKC/v9d/ASKwAFnaGSONMAgQOAdH/ZZDXnrm+F5cL+FP/+w7SEINJ8VV0GCXNfANVFGqfIAB7uMBx0LB8ALaIL9r6ODcRQz6tRWynLN+fPq5Z/EzP/U52vFhXL96hc3rGBroxxuvvcp1WkaV96o5nokmbt6k3biXQdXLWKR+/ulXvoa33z2GF17+IX7nX/02fu93/jX+5Mu/j9dffgkzDDQ7LvbIBUiFIYyK77jYtF6UN+Z9yjHpHMRqJDxDClJhiLfeeAN7qAPgqBSkfu7Z55CnjoDtsuSdzag7ISgeKI+Np8B9JcV1l+X9RWtwjXcnfVFC86HyBm1Hg2fDIAi83ioVCDcMIygvUkWegxTkrNNmCTTHxgrRCMkfsx5XtkigdgLQKqk+4D7oXED9SkFtlNc9Q/zpPOoCh8BRGhyPxl/hOhJfzpkvj+MGhxpDgkuYL/NukstlIPoZ3oPTmRREQ2NL2KdkUKvVvH0sco128exc5BjYAOpPfQdB0KRJ/Ih2MnJO1dCdxds93jfL5EPjTTh3Nd6ZAuP5gAHK0EKsrqxSf1ahIGqRfazzDCJcT4Q/YsqWCfsgRxSWzlux7h8u4X5SRaL/PzDYqGN9Oht5+ZhrwBEnDAPymoaRLdFKKBvJpM7xNwhKW+WqU19mBo1LMgefOm1rleeCmGkYOupGguYw2a/GxPupY4HoEJ31Bhc4z7NkXk/qcCmHFO9Yju3Vr3jwDl/yIPmDj5nxJ9+oxDXuA9VGlevLUKPda1AOzTVqCKPQ8yc5lSoliJZ4d+RBPDsXeB5AYTnKOKKNdawz26BPGYhXtfEd/sgPlZsZzMyPoVWt/lpgZtwbmrot2mojmsJVXqC8gN1xf5WsRDOAI38tXDPju+Og+SFizLE68oyNR7hmamekEXt+zGyjtpmYmZeHxt6iS6KUXYwy95WYdCW/Vp1Zs714FLTkBz56F57KlOqdxb5fRxkKzIzv8R1+hCe5mDXn3MxgJhxZIOaZmIjQFikRrtoEQQDxbGYenxIgXclJ+kWZEJk1fmwAc8Rr9Y+NR/yJltqC6yLh+UVlLWhQZ31/PEeoniQAI0NIYK5JU7hqr7YuAPtzaPVjd/UrPNFq0NapT6UC5QXKg4/wlBfwlfQCD6IpMAtgZqq6k/qX/8IPM/N4Zs1U9Fv9Ka9mjmNp5c2aePwJo63XuYozAw+Ug1JjI9FQmxawyM+pUjNDwPkJHHm3AHrMSI3rsEF/kdoKVH53e72DeGbm59KxV65WOK5Fg/nqH/3hp2Oj0Mxg9iFQdf27qtWPUtMPgn8ngt6VF7AYejc64ix2AO8kHDKgfKLaJjhhsR8/H8xrLDH1UzTMDPLz6FzQ1JVmm9ZP4TQh9mNsljeJqxxetxLE7DihfRSYiaYhpvwS8swP+3AIKGPWUD7wYCRmZqwz5j78GMkLPixp5szsQ11lHnyER9OPj1JgBT/qm0wz9+HHzGBmvsDM7uSF2+LXrFluZk2emapeOi4c8AmcQ2hNMMDTkXwF2HjMVEMJSQAsMzNPz8uBedHTGhNttROYNduYNVPwUb1AfSttjckRx5EHaC4pa9ULEubZTB1D78IXNUEAQ8R5UDv1LRCO9v4q9/8G51P8MWGzBGYG8aUypSzkJ/GgdnXZHO55MeceehJQjahx5hC6wMtI85Nw74vFF+sD1QUOjjIEeRcYzL87tjELAa4lia3Bu5vkJPBjZ405408Oj/QStrcN/Vc+4XoVru+LWGYGsyao3teR18RiWAC4wCEMuGqDAI78qA8zA/iJiZNYQvZiiJ5A9QKWwMwQbLQLAgcjXx5f7ShA4eGux8zg2Eew0QZ8RDOmbBLxpAGzLGHawhOumd2Rt+oEalfX2VLyZxpz3Cpjc88Tm6DKs4r89gl5ET0z8zybmdA8zRYtFSgvEJ1WqrxA7XUOJWtQv8I3a/IlmUp/VG5mEF6ad12dRcS/cD2NwPFumEOUjth37M8yKm/1pTOyaAjfUU53g1mzLw7lzlyorXDVvnnOikmXCsZCM/NjbeK4O/kK/f4CtRFv6iMRUbYRrsoFrbyZcc4ETRrCVZ3GLF4blLuZwT9MRE+gd9FR6qgXZuZ50LuZKfG8ipbgQ1zn50+8CXRmcC5AEAYIo8C34Q9+yAkno9VOqUCEWezrzZoyU7lA/Yhn5QPqoObJOefnU/OnMQnHzDhmd4df4QhfvCgFH+HF7Eh1LTpm5tuIvvoRKE90z4/yAr3fDWZ2pz8zgx7hCcST9EL86V083A1m5vVBeALxpVRt1tbWeAcv+vGpreiqvpXXvsfhs30Dwhe/Zub1V30IX2WiZ2ZQmdkGf6w0Y55gZn58on03qB+1lb7pflTh+VTvkpnk6OZmZ7wTRZ3IkV4ulVGVAzdfoKNhB5548jFe7AtYL65hdn6+GXCgbcxk1TFQrSSIafyyvNi1d+RAy0vcmIx28HLag2ymA91d/cjncghcwMtXg47QOp2AC3TG5DE8OIDy+hLWl2YxP3UTVy+cxPT4NfSQlr4RneFF+OK5C/hPdCS+8tLLuHjhIpYWF7A4N4PvfO0v8L1vfg1zc9N07G7DoUMjdOC1UxB1zM5M4YMP3sdLL75EZ+x5OidP4+WXXsLpUydw88YY1ngRzKTTkBNoaLAf+/fRQb93G52DHUjqDbTl8thDZ/DBA/uQ0DFy8+YYTp8+hTffehsvvvQmLl8bwyKDggsMGKzQaTsxNUX5zIFahAEGYTt4ea3W6tCf6lvWN40p+DVeOOf1/+LRGVGk03F5bZkXhgrqPLhwr0FIx1u2kEOKl2N907VKx+B6uYh14vuJk5GmoTAuZoocCozGlCmC5uYh5QCfOvuVsrYm2kUOcZzwYtdAncbaG2QqTJCKELGvIGLKvtPMZ+iUbOvsQEQDye0NGV7S5WhLhSGdO3VST7xyxqRTp8NSf2Jq397dULAl4Wa4srJChV/3OmUWMMjTi+HNo0jRAbnAsY9R9lN05pV4wdUYxLP4XWDganpqlg7BEi96KWTo7M0VCsjSCRWw7zzzqXSawY86HdtLDIrdojN8HCt0xC8yMFLhRT9LHWtrb6dMqwyOTGN1bY31K3QoVMlPGQo2aU5ypBlyvI4X25DjjClTBXi1AGOOQQ6Eubk5zDNIrnUR0FBFlJGMjIy8eFcQKtaGSYmofZWOWclboHW0xvVSosNDC9AFAbEMNQZJY85DmrIIw4jyjCmrMp0RvLAbUKejGHTqdXVzXTDY2NPXhkI+jSSpQUHzBDFSqeZcp8l/lhd8OZI0RxHnGGhABqXZXezzckq4wLgeHdLpkO0juMBB65SEmzh0EoBPIj2kLMwMCfksF6uQ0zzhOEPOQUC9c86xvcFIQuUN6QE3/wYDjTFlR1TSDEhNH+MYuRmyUHzVednes3cnfvOf//f4O3/7/4Wf+Ilnceje/ejqasft2zcxNT3GOb2GY8feYeDgj6Cg3tVr1/H20XfwJ3/+Z3jjnWMYuzHB+UyQTuXR2VbA2mqFOlPFEgMzq2vrkA3avWuU8qoyoDSJhflVZDIFjIxupXN6Fx3TFRTa2rl2GgD1c3DTZly+fAXz1L8dO3biJ+m4/aUvfgmdnV1Yof7o/xfdPLIFcoj20bFZ4QG1s7sH3HdgXLSXzl/DW6+fQOhSqDAwc+bUeZw9fR4rCyuYYVCG4sQgbVxPVzc6qMMF2tUF2tHjR4/he89/B1cuXcIm/9s2vYjCiA7jPG1lAZs3b+FcpaFAT0Qn6qUrYzhz8Squ3bqNmYU5Oi9pP+lErNNWLSwuMUB6iWu8xoBHRJk3/J/wPUe7eeLkVQY7VnD82AmcOHmJ4yzRcV2jvGvQb9VNTq0y4HMUCpyWafel95lMlrZ/F86fO0ebd46HpCqHUcUjD9+LZ55+FFNTE5jxv4W6gOPH34OCWu3tneS9Dfl8O2YZxPyzP/sKbo9PQOs4RV09d+489uzezfG0YZwO5sOHD+LI/fvwUz/9Cfz1X/5JPPuph5FKJwiCBg4d2ofde7YzUHuTzv2IY57C7akVxBZS7mWuk5jO6M04cuR+PPvsp3Ho3iPQQXPLlk0o0mE4O7dCOmC+gSoDZH0Dg5RLLwqFdpZHXh5rdDwHlHemkIOFKeqDYXW9ilrd4MIM4sRRPQL2lyAGKFMgw72oRgd6g3bvl37hc3ju2Yfw1OPb8NRjR3D53Aeori9i2+gAtaKGteV54jtk2ebegwfxpV/6aTz64EMoM5ixViyjykNblvqw/+A9GN22FeYcZEN66ezu6OjC5StX6awswbmQc7EH83MLePPN17g+biAVpVBh0LiT6+bxx+8jjzFuT96CgmD6bbzl1VlMTt3Ak089iN/8zX+IL37x57B33048+tjXf5AWAAAQAElEQVTD+IVf+KuU9y/hl//rL2HL1s1sK53pZD8JQtqBPjr2rzDo2ZbvoL52oo0BhcGhPjpYl3H+wimUK6sY2TLIPauMazevcI5u4IP3P0CNB/2Ojg7iraO3tw979+7Fm2+8jddfe53zUOQefIXrvJNzV+f+exPtxJVN7e/r5zoCEspjngFUfbnJeOG6Z8cufPLJZ3Bw30F0tneivb0LFcruwoVLlM0V8p1AXzbpZjBDNvnKtauYm1viWaMLB+7ZjYMHdqCjPYc1OoT7erJsnwKHgra2NrYzVOgQ7uoqkN8qzwa3aAPGuEdUENcdkqrD5M1FnD5+EePXlxnAWeX46pi4PY1jR0/gF3/hi8hmu2h3atzzlzF2awZd3f0YpJ6BgSPnqGMLazh75jLXwirW1hpYWW/g9vQKYssgSHURsujo7ONYxpDiPrx/337Mzc7iyOH7Mdg7hNXlIuW2DtnhHbt2YtfuLdg8ugnXOM50Kk37MIyhwU3Ysnkr9u/fxz2vgvuPHMGN65N49uMfg85wK8sNjI6MYnhoE7o7qfsOePut99DX00ub9QbWad+y6YjB4fdwY+wqBvr60N/bj/7hHj+/23Zv5T57k+s/xu6de3Ds2PvcD2oYZZ99PT2czzbs2DGMUQbaxsauQ2eLHTu24pFHj2D79lE06kWcY+BfDrH5hVlkaQe0HxXaspzzhte3wIVIp9OcjxoSrrlSseLtxBBtptZZmkHGjvY2DA1vhp40aaytFSn/LKIoQi6XRcxzUS6f4xxVEHCMES8pXR3tpMt1Qp3p4tgT7k2LiyswA21BN/Whje1iOK67IHAIub/pEq49rEYbHwQBjHXgk+Z+beZQrTWoI+sA9zMkddTrZZgu2tw3Y/IgfkJekrQvJkkCx/Z1ngtEUxCSZo42O67VubayDEzFnodqvYJ8IaI+pLFtey++8HOfxijtSF9vB3V6invWOm7cGuP6u8b1t4z+gW7yUsbC4gztcg0x6nju059keQ/05aOxGwpsL8JFDcwvThFv2uMNDQ0gSqXQ3taFMIiom7PQFxrCMPL7hc4/KdYvryxhcWURZ8+d8fZmlcH18fFbSLNOX1BYmCv5do6yicy4Xuq4cfkG97wiz89d6OM+mctnQRFQRg3oyxLHjh5HmYGZJQZDG3Toprmn6UsHMR2GcWyUfwaNOOD8taO3pw9T00vse4Y6WoTOjToLrK+volEG2vJtHH8NZ2kL4IzzHnNOCrjnnn34xMc/gc6uHtrHKnU5z3EGKBdLSKeyaKdd7e4ZZDB0iLylcPLkBaRSbewjRlFrdLmM4noN167eZGB2BRfPX8Xy0hp1Lc99LQcFvtYZMJJugPOezkS0ucvUpx5kGKyjODxeR0cbMpzn9vZ26mgIzcn8/CzCiLxQBpLHysoa7UIRTz75JPnpxtr6MkRPXyTK5Bx6eAakWmETg5jtslk8D4PnJ/1J1Qpp1GhvQT00k+xCmHOU0yKWl4qUB/geosGzWSptSEdAoxZjU/8mtHNe6tTvNNdcrlBAhecHjamXNuHAPQfw8Weeor3g+q8uU3Z1/OzP/RWkCp34rf/136JuIceTwlNPPo4Xvvsd6I7U3dmDx575BM5fu4WxyQXMrazj7NmzqJTXMDd5E4UAeOGbX8dX/+SP8eV/92/x+7/3f+K73/gmzpw8hSLvThmeTQupEIVsGlw6oPUF4gRaTyHXi8WcW66Xl9jf4w8/hCr33472DuzYuhuHD96HbJRBjrqkdnJ81eMqYsqlzvOoOVBPKmjw/palnajWq3BRgBTvNMoHzDvqTxSF1NMaErZL076oXZAKoHrhRiwrtOWBIEE6l4LjmCq8v4luhc6chOXGcaj/HM8TKeoFDDDjD9q0NGUtW2DmEHNsZsb+6liraX93iKIIIe0P+CjN8R7jyzh+zZUgVFuum5jzpTN/RJ4j7hspgmxgOp1CQB4EdY5znWsl2qBrZlx7FVIH0zLnpkY9L6POO5PoZVJpyp08Uc6BhdzBAoQuhGOfCfkNgwAp0opp/xLeUWq0qXPTc5yLKnUsQcy9W2sdfGrUrVhzxnyyUahUYGbwcnCOcuC8AtB4A547EtbVOE+B9DUXwSLyw3tPyHtNKh1xnQZwgcHYVrQ4WWwNxOyjzvuHQOVmRjkESFPmkmOWZ9mA/DcoO/FmZlwfNTCh3ENobKB1DALHMoPPu8DTkC106o8yYAWgagfIKVun/dcdUH0m1JuEfAjAx8xgRggcEnNoJMb9FMwbwE+USvm+jXU1nuOkQ5KZY1/EgtKAPCs1M8+L5CTQOIULPrLXTCiKxIPyZuxAGYL4URvREeidxX78oiFaem+Bysya7VWnd82SmcHMNvgKoekVNBoJ8zEB1AEC5eTb+JQ2hzKPmQfM86c2CWWhdzMDkBDUQwy9xkQQj+JVfEdR5DF8MJWYqvMFG/kWvpmxfRNY5T/CbYEKWnmzJl4QOC9X52UOji0gj+b1OSFbZkaanGwQPM+AzqihC1hixHesN+I32C4hwL9j4zEznxOP8Ew3x2jWLFel2UfzGrNAPJnZR/hLqGMxdS5hamZw5uDEywb/Zub7d4EhCAXOt080GIC4zoPezYwl5Ip14k9lmm+tEb0L9K5UYGaetlkzDcypMcdMQXlKf9kPo2xiArx+sCtPQ30IRFfQysvO+DxtSXxHr6RblBvJB+ySQ4Nx/JBOsWufjZv0RYto5AmEhKA3ghE2PmZ6YUO+m5nnx6yZSgYeEPtyR7k6I6LmjsxzuwfqfI/BbcCRD+b5Ub++HXH4+mFbtidpFZEX8ZNAuCow/hD4dqSnlEhinEmiHjcwAIuJKXlw/07qMZKNNWLGcgD6aWYQjRaoDP7hWI1t6BcicY+jcZkZmilLKUTxFUu3NsZuZjATH2SO7flK/GYb8PH45CPWPPA94dgFbNIMqrLbjUGw9sOP6gWO4xG+QLVm6u9D8GWkoaCd8Mk4P+SH/RBV1T8GZnanrEX3TgEzZublLx1TvcYvYNVHyvXu+6QeguNzbBfQFgvMjHIxodzhRy+iczeoLKZ8lLbKzezH2oqPFp7yXmYaoxoSjP2DdGR3PE98TwitNiYcQuAChM41A50w6DFrpg3ujWojWypeyLiqPZgZzExK4KHJQ1POCXUBHjgRTNV/UxYOgSOIAvfrmGdML1PyyWMQhKdxcBikHVBvQgRByDTgu4Pxn3jQGAQi0wK9i1Ys2bPQqPs6A1NFEfPc0yCItpmoGDFAUgltTINiij2I78Skt2Cf3H/JiMalsTtn8N2TSe3hbNFsz3FoD9b5QDzAP+bbBzyU6iwRpkLIJ682LnBQuZn59mrzYR+OttlgZtCjcoFw9B4EAUKe9cw+bKtyM/P9OXMQjnNN3lt2WDTMzI+1RpkX6Vuu8W4JPmZ2pz+++o+Z+TSm8NS3QDRaoEr1EXB8KtPYW32pTqA2mg/VKRWe+FM7M/PyVl3CPhzPcEHE+ZWM1Zj1CSerRUPtVexc4McXUA6OYxR/ycYcCUegd+EmpNt6NzMI32B3zi/gI551r1ynn0f5hLSEJ/o6v0nWRPNyEy3xQxSYkRJBdQK1U72KzJp1rTK1EY7oKq3xnCxc5UVfa0v9mTkVebmojXCUio4qzAyiYdacR9W7gGWSHUF4whco3wJQjmbmdU1l+JFHZWojEH3xZGb+jqE+VC5QXjLSuVGp2gnfrEk75nlN5QJ1YWZKYGYQzYBzpjaio1QgundAguX8C69F1xPY+GFmnpaZ+RL1I15ER23M7I5umJmXlcp/dB6lc+LBzD6CLzrihcWIooDtm+NqNBrQI54EwhMNgfBFS2NXXnXCNbM7tNXGzO7wbmZ+jnUvE76ZQY8rl6so0QG9TCfHCoNSnDc6qPLI0hlQpIK++/Y7dIid4SV9kfgJUry0FXi5j6Ic6nKE8KDpqBC6rGYYtFB5I3bsOITxWra0uEynzQzWGOioVRs0NEBPZwd2bxtGIWpgjc6eaxdP4vqlU8iGDRzavw0PP3AAe3duwcimPqwszWNuZpqOgjlMTt5Gwsvywvw0vvudb+LNN1/B+voSHRgRHTBtGBzqRd9Al/+tmTguc9Gt04ESISLdtdUl8jFJp/QMSrxorq0sQQeGjvYCnVgd6KRTNpPLo0wn6/LyMubnF3Dx4nm89uoPcfTYUbzx1lu4eOUyaN+xi0HXgeFB9NDh10EnRCeDK710VBU6OpGi0yNMZRCkUkjxAp+iHCNeVnl+wBIDuEXSVzBuYWkJ88tLKNORFqR4qePlT7TLdJKUeEFXUGC9VKJzvw4ENKycsDLL1zgnCZXW8RIdMviZYrsM+zDiVGlkpZwyssLRIs/wMqlUNIIg4PxlUKAjO99WQIbtUqkUHOdPu2CNDoi19TUvayBGJ52QBToHJKdiaQ0NGu91BYBL6+jsaMdBBgJ6e7owPTVJZ/RlBslXUK83SDeHTQxS6TfewiiFJerVJIPN4xO3sUjZNuIGIl6UQN2pVuqoMsgYBCHnMU+nYgFpyjDmGGUgSwru03itMGi6Tj2dmJjAjRs3MTE5hdm5ec5/ESmOISsHBOXRoAGOCWaGIIjQQ8dcjvOa4hzk6TzKkHZIHa5z8y8zoFumTAUV5kuUt759XqbDRooqmrl8HnoUbJ2cnsQCA/nrDJ6rD+EE3IzMDIFkSydNlKbeO1C3gDT5aaeuq08z18QhH46biDYAyaLI8TWQIJtLo3+gDVu392BoUxcKbWlU6GyZoROuRh3J5UN0duXptG9DLpehsyCFiDrgOHcJx9vg3MV0Ppi+1c1TjZzW+nZiivy0d6hdO2nmkaGjR+WgfDXnMECHrZjzFlNJjeUJjaoOLgnzGY4pw3EEHJ8LAqhMEHMOBQ0eRBrUu5iHPFaCoiDZBFEY+fEGvNhlcxlfnmXwN5/L0pmzTgdiF8bHbxIvoMN4Gg8+eBh/7+/8N/iZn/lp7GYgJpXNo0TdWKHjPNafX12t4xYDG/NTMdaXEwarynSSVukcLDBQ0Ak5eBcWFjE4MIS1Yg1/9OWv4rXX3sRLL72Oq3T0Xbl6HdMzczhw8CA2j2xl//3oZiDn6vXr8AGay5cZVDlPB+tJ3Lg5junZBTz//Zdx4fIYzp6/TAfhRZz44DTW10qYJ53hoWEMsa98JoeHHriXNusxJAzEVNh3Lp1nMGSNwbQ0HeZVpin09XXR+VSG/g9JcL7Gb91EGDjoN1EdjMGm83Qe3/LraGpiEv29fdi0aRiDwyMIM6RHWbR196OnfxBDg6PYPLydBt1BDumdO/bgmac/5uXdzrW9urqCNdq4kA633btHqCshFpZqaNDALHAtdnSk8PnPP40nnnyIzudHcP8DR9DJ4LHsend3N4MknRjTlx6mp7Bj5078zOc/i8/8xNO0RWu4cvUi7eG7uHb9Gnr72nGLshobu8GxNTAzU8XVK5P48z/7Om3CPJboiJ6dmWfA+DrKdMA5C6D1z7Z7VAAAEABJREFU7Djus2dPM1B7hsGaK5T3Fbx79A187/vfov0oktdZvPHG68jSSdrPoE02ncJP//RTDL4/jk899wlcunQd6vPixUt4+aVX8cGJ07j33oOE+xiQbCAMgYB96EsJDerpKh3XrS9GVLjepbeBC1FvxKjTOVitJaCfEFXqP1wKcAHCdARjIIc3Z1RoDwJLOHfSuWW0tWdw78Ft+Ju//gv47/7x38VD99+DbCpBqP94Jq5hUWuW/fz/CPsPMMuS5DwM/SPPOdff8r6qvffdM9Mz3eNndmd3ZtZhYYhdLETwAXR6dBLJJ+mTqI9PEkVKNOCjSBA0Eh0EEm4tgF3M+t3xtnu6e9r7ruryVbfs9ee8/89bt6dnAb53uqIyT2ZkZGRkZGRmRN3bBc7bGu1WFKawk4H6hItjbmEBr73+OtZpb2rkLQ4c9bAPjz35BPuv4yu/92XcvHETU3enUWLwp7u7C3sYWL56/QO8+dYPUa4sI+b6PHBwP4Noe/HkU4/hz/65X8ZP/8xPobe/i+vbUb8HGIzegp6+Au1KgH/zb/4Ffvu3fxP/7J/9KgNnb3JNvISvf/3L+O53X8K3v/NHeOmlb3FsNcxOT6NWriHHAMMDRx/C/gP78f6Z93CW0EnbY0EM2ZhU2tEOdSKifi0zICcbtr5WoZyqtF0jKDJoPTk5TT424+mnn8HJR04y0LELURBw3S5x3QwhcA6OcpZD7t33TmNpaY1yW8La8jpWFlfwwfsf4P1THzCgcR0KYJ4/exk3boxzT77KfXzBG9gdu3cy+LQZ+or8kPIvdqTQ3ZXDwvwUeQNpzpKXgHNb5ZylvTx27hrGli2j2LlzBE2eX4xr78Sje3Ho8E6kaRsPHtyDXbu3cz3eRKVs6OoYRX/fGLq7u3H69PtwSNERXcOtm5NI6Cjv6OxBrphHzLldWllhGThHDe5NDayVq5iaXUWF/axWY8wuVLBE+zAxWcK1GzOUyUEGETI4sGcnAjo8VkuLAPf/65cuoSuXpl1cwlNPP42HH34Yw2PDKC1VuVZuYHCwj/ZlGfq0u3RhdWUNndzbLl+6iK0MdL/xxuscdx4PPbidZ511BObwpS98CgM9ETaPDmNoYNjbzIk7dzA2NoZrVy6jkY0wn6zi7uoUZEfH74wj4Hwp8HPuzFmcPnUGI0Oj7LOGxYUljAyP4cQj+7BUWsDszCQ+/ZlP48D+/ZRznrK5wQDaMnLUk927+7i/13Bg7y7yfp2yH8HmzWOk7ThHLR2IorS3C9rv57h2Fni+S9OZ3s19i1sjFDwdHx9HzD07x708y8BLd3cXwErtReX1db8nZtIh5d/0eH19vdi/dzf7iLheEuzevQf79+/lPPZyjWTR3dUD6R+JsE2ihPrQJF+BbxPxfJJOpxFyHxNeIzbut2nWO+ImtGdlQsX3JTmZGek5vjd9mue5Qe3JIoNZEUBbE7oAuWwOncUiUhxzlmcz1eusd/3WTdKu4eMfO4m52WlM3h1HP/enw4cPY32t7Gm++JnHuLfNwYI6z7h9AL17mWyAXXs2I5Vt4JFHH8D+g4ewc89u7vUF6LJQ7MjjYx97Fp2dnZTxOmW5gsClkHA82XQBN67fRhCEOP7Qg5RhjvawgUKhSPs9iffeOwN9in2V+4m+6jvhmbqzmMamsR4M9feiyjWfYdutm/rw2Im9ePyxfShRh69f1xqdhT6pnCSxl+uOHduwadMmaO403jBIQYGEOuc0k84hgJOpBXiW0NegS2cbTYftO/bSXr5JWZcZBM4RK8Haagk9PXnMzlY4HupjqYpt23ZjfGIWP3z5Fc5TRHu7nXeHCkrzFbz9xlu4cvka9G0CnVyv01MLKOS7kUl30OYtwVkWL//4HVy/MompySVc+OAG9u97ANWKIZfpxuzsItY4VsD5e4H+2KSrq8vz1NfXjb6+Hgajz6HEtWAGTExM4Ovf+Cau8ExR4xkuxXXQaNa4P0572SaJYW21gvm5OdKo0EZnvY1aWSthz76dnNc6x1VCsWgYHRtCkzKp8wysM6r2Lm400Jk8ofLUaS/Wqf8xz38dhTyCwJBOFTjXFQZwYqyWY6zVuFK4KQ5tGkOtXsEs7zbrTWBhpYoV2qP33j6LC6cuore7j2Muc8wByuuL+MxnX8AzH38WS9zDYGn09PbhS1/6RXzjG7/PfecZbNqygxoYkNc16BPyATk37mkjQwN48RPP0bnXpA06RjlHtKVlwjoC5/D6a6/jP/z7f49f/dVfxT/+1X+E3/3d38K777yDlVIJFifI88yZz2Y5RiDHVHLauWsPenkmyvBcuGXLFkTmYEmCernOOV5GKswC1JfIZZDifUC2ImF9+46jtcip8Wtb5XonuwgpF6UC3Z0acj4ipsyb4DQhSIWw0KCvqY24P7iI/fK9SedzkzIPOOhavYqEe79LGRLtkRv5XEcWxvqE9Jw5kB32l2rxl9SR0CZo7tSvQPcP8S5exGOoNjyX6w8aBXnaixztR71WQ+CdL0040q/WykjR9tU4twK1Dzku5wwBGSxwbxD9XC6H5cVVLMwsYn56nufYBSzNL6G2XgOVBXEt9mme55YC7/LZKItMmOHaDOG41+k8k/C8FFpAveWYiR64ADHnDDShZsYxcrRc02bG+WsBNh6NSVkz8/PgnGSSsA1LKRy9u8Ahm88iSlHugQEhEDB1HAsFhnwug5B5xyYOBuccgfy5DwEsBx/1Z8QNwwCOKcik8JtNya3Vt+5xwovJc4P3W6VaY+pT+EGg8cXkMSENBzPzqcrNNN4YwgPnWGtSAPZjZsRNPLgAcBxDg2ujQe+wPrmabEQKAs8XW2zYySZ1AjDoSTbKEspG7845yiLwoHzIOTZr4ape0OJfPOkNnJsYZgbhBxyLUuGAj/JM7tWpXnVaA0oFRh5MY+OYhNuGmHMeU2b88WtFMm1QV+s8SCvVOJo8T8fEE/vKg/ZT7c0c1LeZ6dWDZK6MxhqLKF/MDGZ2b7zO2A4siwEjgLTNDKIFPj/ZzsxYio/Ui08VC4LA3aNdr3M9kl5MAPtIqO9sCTMHswBGSGQQYNATc6xN3hssKfjxN2g3RDsm78orFbTH06qjTeH8g7Js0qarLtiYE8e5bVIvVWbW6kN59WVmMGuB2rbAmBiMq9O5AHra/SnvqFdmpqzXXdEyMzjn8JOP6trlZoaAPEm3VC6aGo9A/CnVXBl7doTA9Nvwxx+DWcC+Aao9ZRR7AAzwgHsPVQyQbHkmUT6JE6hfR30RiA/13fQy49rl3Dv5GFlvvl3CfhLSE20m/FGb+4FF935ULvoqMDOYtUDvTTIbE4Rj1io3a6Uaa5AEAPk07jWOqfA8qPGfAL4uafMHz6f6TjhGjy62We/z7V8sa7dTkfGXqYzrKWmQBscf007E1BdWkX+nxNNWO//yE78S0IahSVxA8+s2xiS0dpt2ambEM1Ylnqb3F4kBLjoz83XCbQMR/U/73fTGdWAaI/nWq0D1SgXK3w8qMzNID83M9wE+JiANR1BeNsDM7tWz2v+YtcrMzL+Lts/wl1mrzKyVSv4C4ZiZlwf46L0NfKWgOX7K+SfHYWZeLsJtcg60JpT/SZmqD9XLtihvZp5vM9sgT/qce+EIhCM6AolbKShDo54r9e/E93WUr9qoTP1Kbh5I28uK8oIe4gtP2cC19ER6k7C9+muD6gWi7cfLfkU7od5w8+fypP5ocRJJZMwZ1B9YlvAcFHPvFE3H/o19muhTNqJhJlzzYw9dgMCcRtSSL3HBx6xVL/z7gVXe1gcuQsA93suBcyIcX8d24sOsNScaj8Yb087G1Hf4AQnTdwdj1jn95jsSYtAm8zWgzTMz2qimhzadpuw8x2FGJLbVeaHK857+eF/E1DeLkXAcCenpXWBmMDNVtepYL5oCFcq+Ck/tzAzqX6Ay1ekcqBR85M93QQDdSVWmNSC8mDTrtIkx+zUzqMzswxR6qAfq434QDx7Yvt2n6n2Z5o2gpmYtmUq/BZJrQ/2xXvjCUap2qpeeJ9SXIHR+PCnenTUO9SG8Fk7N3zH1Ln4Fqm+D3j1d6p9SgXCVqs5c4OWqvM72ed6z1YeZQXwAhvYjnOA+ualePCpt4/xk2uB8q8ysRUd9a9wCtTMzqD/nAj8Ondkb3Ps1L0Hg/Bw450TCz7vatNvGHBNFTpwAZi36MWWpevXj5UbZKa9ygfIiZtbCV15lAuXNWuVm5mmq/P524k3078fVu+QgUL3q2jyrTu1V1gbRVLlSMyP/zo9N7+CjNJYdoB7y9T/7Y2a+bcA5uR/UHnzMzNff03PKUXLVe453l46ODmjO221VJxDvKlPerLWGFV+p824cxw3yyhVCe5CQR40t0STgw8fso7ITjmrNzOux6IoH9aG+sPGIjuSnu5Xk4xq6mJHpzq5O9PX3oaOzg8oSQQHFqcm7WFyc4wV7HTEvf0HQ6jTmASbghTVf7ERP/yAdO2NIM4DggoCXoDS4nthuEXfG76DMIJzxyp3lBXnLWD+efnQ/fvazT+GLP/cCPvP8M9gy0ofB3gL27RpDb2eaF7xxjN+8Quf8CuJmhQrSQBDG6OkuIpsLoU/H/O7v/SbeeutV8jiH2OpwQROpjEMXHakpXmjL5WUKsIYeOoC3bhlmgC6iYyKFTl5u5+ZmcJFB0kaziqHhAXTTERJTaIsMdI5Pz+DKjWlcvUneJ+Zwd3oWt8YnsLC0jEy+gJ6BQWSLRWQIKU5uQkeShSHKtTomZ2Yxt1jCOoOlK+V1Ok4XcHuC8iPdZQZAp+dmUeWiM17sYoC+tQRhFMFFIQ16An3lz8r6Kh0Xy3SArBG3RgdLgwG1Gip0zGvCFCwNUhHom6VcDJrYmAe/Kjcy4WhhV6VAAITn2BeHBhgQ0aGTLxaRSqfYzmDO+fIGnf+VSpnztUAHaAkhHQW9dBRl0hHnbo1lyzAeogq84BZ5Ke/u7qIscwCVc5bBFn1KuEr+Uqk056dAh8cA0gwwVap1zs8ypmZmcJOBoxmOf53ByjqdQhU67BWUam9U+mq4OmXTpJILZ4qBV32Cd4WBtHKlSn4DLqIsMnSsZOhMSNOpIOZrvAAtlJYo63nooirljmmcoiiFnp4+znsBdeKsUv7LDBJXqevafCrVCmVagWSqxdDgBiFogjPDjdYFAbLsK80gYswy/cW0jIVoC4/qz9LEb24R5y+bz6DQkef4M75Msk1nMwhZp42wrjnhQg65uQRBiDoNtmOaSqfR0VXAps392LyFsHWQDtQu6nuT/K2QVoyBgQI2bx7Etu2b6OzMoErem5yzhBw0GtQRBlqbcY1mrIFYhgNNyiuhUzuHvv4uDA31Ymi4z8+ZWZNjrnBdcZzgY5xGZpM4gQtDOikC6IKYxIYCHXNDQz3I53OkG7NdjWmT6ypmGrNx+4e7dTvrU6O+gBtNjbhNHkzqHEuZ/AH61NGli9fxMgNla3QArnNOVlaWsGXLJoXzB4EAABAASURBVOzYsR1hKkKdB6WrN25hYopO4zDLoM0IOotDyKS6keO8F8hPPpsn4wZ9utwoBwX0Dx/cRmdgF4Mgl3D+/G322cC+fYdx8NBRynQEL774eRx94CG/VvXVoK+9/gaDBsuk34+HT5xAZ1c3zp77AO8yaPDWu2cQFXpRWm9gcm4J+gTnzetTDCQAVZbJ+TvYP4zOQheeefpZHD30AJq1BPqK32ef+jjSUZa2pxtdnUUMDw8gl0/7r/B78+3XyN95vPHaayjR8ao1trgwS6frJXBSEFD3vK5wTd+8fZN6vUDbOkI9SlOXO7B7114M9I8ineqgs32Bwd+rUIBpZaWMyckZBnwvMLC0iuMPP0J92c70OBp0bszOlmlvgN7eDD5HB+nf/p/+Fh566DhGRkewc+cuDA1xLJ0dOMcAZ426qhmdmBjH0PCg/+rdT37y4+js7GTg8w62b9+GTCakHXEM8u1CwLVy5/YE67vR39dJ/awBCGg3VvHjH73CNnfZZg8izuXF81eQ8BKcyxZogy95J+wH569jmsGYTZuGcOzYEfLbwAwDcQo4jI0O4MSJh/GJ556lHuZx7doVBgV/D7duLaCruxv6BOyd8btwFqHIuejq7EN3Vx91aSfXfzfnt8I+KohSIfnrQFdXB8gAZCep4tS1Bmq0O3XK2wMvq3XaIDag/a1Ss5qAgX2nESc1TtE6aLIxMpTB4ECG8n+D+jADxKvUhQydwBk0ak0UckUoKKn/PzbNNd6kfUmx4ejYKGSLZJtn59mOtCs18ki7v7Jcwiid0M9/4gU88vBJvPD8i/gv/8tfwdNPP0Gb2oXe/iL+1Bc+T3k8wHEUObcP4LOf+xR27d2Bnr4OfPvb38StO1cxcfcW+vu7aM9n8O67b7P8W6jX1mHcJ+GamJmZoM4XMTo2iIQ38y0MbN25eR03GQBZpi3V/wW4uDCH2bkpdHSkaX+6iFdj2oOOTjqOaGPA1VwoFGlnAgwODmPzlp2IwgwD63dBc4tmw0HzfPDgYQQuwt49e6mzGQZn3uOczfogjFFHFMiZny/hgWMPMWj4LD728Y9RV7bhoePHMa6v5z9/GdN3FxjYWcblSzfw3jsfYGZqmbaoiW3btuLG9Vv4IXWszr28WmsAqCOxGvVpHpXKEpKkSh3vx/Hjh9A/2IsgBJaXl7DAM806Zd4/UMSzzx2FArF3Jq5h34FN+PTnnoILygwyDmBwYBPeeuMSwqBIveolH+v40//FL2KwfwTHjh5BKpXFFPmZnV/l/j+NIApw8PBu9A8UsG1HBzK5DEY3D+GZjz2JbTu3oekc5hkojrkHgjDQVUQxHeG5p57AIvfSkLo3NjSEb3/z27h78ya+/9JL0P8hWyqVsMpA7WOPH2WfIWUwSbncZaB0Dbt37MKxIw+Qn2MeZ3R4CBfOncMa8Rdm5+g8X8LUxCTtzgWOqRNHjxzCqww4XTx/kYGjRfQPbsMDjz7p18SWLVvQyyDj4MAASqVlTbMvr/F88x/+w2+z3xmMc63fpNw/OHuewZE1yipBzPUzyQCSPlkr+R5gEP7o0aMwnhHGx0vstwuz83eRy2XR1V1ED9dhloGJtbV130eDOhWmAtJpIOI+dOniJUyQ5zQd+jxOsdxhfb1MHTYo4Ko1NctzBY+jvo/AAQ0q3v79+8B7L9dpjXo+jYWFRXTTbpUZjFzhOeyDD87j+vWbDGIt0i6Nw+BgZqQfQ2cHR4IB7VkUphAzaNCsx6wD97KmhyAIEXEds4nH17h1dlLqaLsF2UwGEWkY99SE+3wH14nKHGk36HQoV9bJYwzVxWQ2iQGde9LpFK5eq8AQoZDtwbtvncPqchUlBq6HuH//0i/9DA4e2MU1mAG4lsXHHa6R0tIKLGjg6vXzqDFwV69VyWOa47uDDPfLV195HdeuX+e6m/G2p6OjSN6BEoMqHR2d2LptG9ds3e/3d+5M+P9+oUxZ72FA9sSJI9xztkIBw00j3egoBnBWQSqqcz7msHksh1/6xRfw+Mk9+MynnsBwf45rJUaac9tk8DDi+UdzXqNNHOFeo/yxY8fQpPHV+cgoJzl+Yp5fY55leI9EvboOi2M451BerzDI+TrnsBv9Pb2UTYxUWMeTjz+CFY57eCiHufkVXL85h9feOIv1SoIgSnNNzlB/7uD4Q3vQ1+uQilL40Q9eJc2Ia3gON2+Mcw+5i86uXp5F3qAduYOdOw5zrIfYZxNJHBJvAXPc+2dnSvjed3+EVQYel5fWsWvnXtRpa9LpiHIOcO7cGe69k9jEQGX/QD8CDkJnyoGBTsqtlziOENB+9jENqZez7P82SrS1nR3d0LNMm9Q32M+52IRqbQWV2jLK9RKGN4cIMnWEGYMLI9o2h9g1AMrAgoRybMLMIU+HQjoVoreniO6uLMor63C8c2UyMYaG8shlARfEuM39IeCc/I2/+dfxZ3/5z+CLX/g52rJerK42MDm1hN///ZdQrTQww3E/9/znUKk28fIPfojDu3fg//nnv4inHnsc77z1NjKZPI499DDGtu1Amvo9cfcuZVaHgcuZ87hz62Zc5R0rRIKvffWr+NznPse9+xrefvttvPrqq7h48QIGBwdo5x/CkWNHucZijN+5hV/7p/8H/sk//kf4N//nv8ZLf/gHuHT+A9qxZe4FE3juE5/EMs/xQyPDqFRqyOcK+N//93+Iv/d3/jecOP4oqqt1FLPdrIvhLEDENWzm/FyVyxXO5wzMBVzHDa6/JiFGQP3TmV7nAeXDMOD+sIwqjU6Ta9Of9WmTzYxjzsDMOELQBkf+PQxD/25c+zCVp3hvrdIWNThfDlU63VLcEwLnIPvSbMSkXeX+NE0+alwrAVZ5t5xjUJ2HDdrHHOT7q3D9mRkq5CNhDw3uFSXqy9LSEhLyFTdbdIx0m7QzTa4X3ZuEq37Y1I+twXXF5pzfNazT1urcOtA7gEKmgCbnNmbwdF1feT0+jdmJGVSWKzAGCRrlJtap640ydY0/cTVGZbXKuVjH6vIq10gF4ldBVeNaNgSIeXaSzLRuoyiCHjOD3rHxiDfJW6C8wOdjoMFxbaB5fRANgcqEJ9pmxnlrIuF4wXmR7QB1LDaW8cUCQxiF7DNgKScEzuO322qOJZOQ8xyzP/Ut+gLxqXqV1bmX1Clz5UU/CBzYNeo6G8tgk7p4UjuB8gLlBY764JxyPwkx2W4CxpSQSYXUU4c0+YnYIGQ7IvjxNxoNHhEann/lNQaB+nHEVSpQ3sygx8wQUKfNWu8uCCgLR5KJpyl8s1ad8hpfm7bezQySeRtSqZRvrxbGMQdUTuP49e7IqzkHPW0ezFp9JbwgJ1RG0ffAF4OD+tK7+lLqRIN94ice1WmsZubHg41HZWqrVzND4AL6+Y13rwYSrgPRhx7WmRnEF/iInvICvvqfFh2OirxxaJRPwvlt+rVbo+9CNr7B/T/x+u1gFsAI4DhAfQfThAFX0UmaGep/Gs3Ghj1g3+pTHZkZzOweLx4/iVkGNHkeqHG/rlPf2vhKhWNm0KN3gcr0bqZyg97bYOTFWYjARSwHxxJD8nCUT0AdEDjnoMdM7ZX742D20Tozg9qZtfpryT8GqAcuAAL6ihzn0LFeQRKB8uBj5uAsIoQw5hPe+7jkWONgfAcM8AA+yjPZ+DGWG2Ubxwk0PRvFflxNnsva4+aSB6lxNvibbIm/mLZR9Z4G+Yopa7VXmVKBmSnxYGZoj1GpAGC/ccz5aSL2DFCZwdJWwhzAZhCViGvXj5l4/IGe+/tSXqCBJKTp8y0kJOQ13ii7V+6pguNqQQu11bHxxXkwyPY64voyFyDgPJsZjHaFnBKLAuE4mPnIT0LD3aT/KObZ3Mz82DWH4GPWmmdmP/KT+IElxCV9FwPsw6gDREerLyb8MTP+ZonH91kY85onovsC0ZKMzT7EVdn9YGYch7E/99EUhra8sPGonbJKzcy30XyYGUWe3APwUb9t4KunJXoCvYuGQPmfBI3DqI+OFWbm+zFr9aH2atfSFcDMoEdlbRCO9FPvqhOYmcdVmeoF7XKlAqlvzL2gybsEuMc6sA0hIS9N7lFtHeJAoXELzIQDiF+jLXbmEHPxtelj42njKlWRaCsVPz8JZkbN4dyqbyLxlf2BYCxhOec5pk7FCQ8MlkD1TADpOEFj17sZ8Z2RAn/YRnIV7wnzLIHmR3nht0F8J1wn4s9ZAMgmJ2Cz1vyaGftrAUv9vKqt2sGAmHw1qPP+DyXYj5lDGMoumachXPWrc4HKlTczKAWfBuUv0HsbQLoN3lv9H0ZxnWn9BS5gMRnju5nB7ENI2K8g5jhES2nANSt6yrMbz4v2ghr91CoTL9qDAfN7J/iYtWiqreoFni775GSAqDBr4ZgZ9Kj+J1ONmdLzuOJhgx6Uqm/VKxW025u15KUyjaGN065v98GhInDOj0d4ju00DjPzNlXjE2isZi2aamvgP76bMXWtcvXxIcQwMz8vbTuvs0qaPjal4BPTF6E+RbtSqdyTm8YlIIrnQWMwM0/LjP0RNA71pfZKwcfM+Bu+jcrVTnhtXVGlxqK+VC5Z3g9mrfaqS7SY2cDMIF4EZq169SfaAnChJOBYHbwMEwpUYGae38A5n4JPu53q+erlI7oC6YZSEvH8q17vmgvxqDbqT6neVadU78I1M09PeZUJtw3td/Uv+macbyLeXy+cNrCKaFobgFmLrvoSmBnPXnUPkrGgTafK2JLkq35E66M8JqQZQ4/oaLzSA6V6Fw211RlLNBPK31Gv2B1UJ5rttsJv01aZ6tVGOAnlrzLhCMyM/bbGonLhiE/XuoinkE5FdEjnMDIyhIHBPmRzaV4aQ15aM3S0ZBnMiOA4uXK26+KTTmdZ3oFMWpfMhMaJAuHAF2YX0WSAp5B32LypC8eO7MbHnnoUP//55/Ezn/sYfvanX8Tzn3gKB/Zuw1BfAZuHe9HfzYANHUHrq4vgLY/81XlhW0ZpeQGlpUU6iW/i1Ol3cOHCWTo4pqDgRL6YQRAmqFRW6Cia4oX7Jian72BpeY4O8nUEEQ+UdKzOL0yBa43BiDTVs4liZx6P0Rnz4EMPIMMA4RoPsyt0cE0x2HdXDs10gK07BjDCANcgHUBbd+1Cng65dToUFVQtra5iZqGEBTrn5ukEmaTDcnGFF0yOXUFOBCH0iZRVXYiZr3EjKbMuhmP/DnVuiJV6E1XS434IbcBlBsjWGNBs0BAEdCrydIgKL+KrDDb5RWpAkwvs/onU5MkJUCFtpVIaTaroJTSsUgaf8uDjQoc0A4NVjrXOjaFJg25UKhc4qE2dDpAoCqFAeqGQ4xAcjVAdTeJm2a6nuxujDAT09HYhyyBhQj5jbiQNXtaNSlGgU663fwAWBJyzZSzRkbtI2SyTf/UnZaxzvAqiUp+R4oSk6XQsk3d9dXSJToJVOkoEa7z0NyiYDAOy/aQ5wAB2mgFUC0I4boAdXZ3o7ulBQv7chKGqAAAQAElEQVTrlG2OwbXh4WFEUYqOihoXZJOGKqQEgGXyoWDu0vIyxEeDfCut3Xd5obJxYcDjw5Qm0Cd018prKHNOYjIc8MBslFUsLDPSD3zwtsmDQ2IJzAwxZVqm8V5dX0ODwZMaL951QoVzmwCevzCVRkg+88UO/2mm3v4eDI/0Qc7SQkcGjsEOOUazuYjOph7s2LkFu/fsRFd3J7Swa+TbA+exSqdjg+ssSThPPCg0eNgyyiSbS6Gvv5MO7CGMbR5EsSOLeqOClVXOy/Ia10vTjxdGpvRLKfkHZZ4QolSI3r4uDDOQViSf0qtlOlxqmj8GtpuUuQ7SzgEtcJSH+bzIeAlSZtKLhIcYvQeBIZNNEc9hdX2Ja/UugzzfxgzXjnMBD3rAN77xY/zP/8s/Y0DzEmAp7N59AKulMh3/7+Cbf/gDXLk0jvHba3To1KEGuUyKzsNOOje34JFHjuGTzz2DL/3Cn8KxY4cYkBnG2GgfHXjXcfv2HQRhmnPZBEWEbdt3MF9DOluAuQDDQyN+LT744IMsy+PW3WlMzS/hg4tXsbpSYWBvEZW1GLNTKyjNrdJRWcfY0GZ05Gn7GEzZvWMPnZUF7N29n07eJ+mQ3YNlOsjS1PGQa+ru1F3OuaHJgM/YphHqZxk9nM+9u3b4tErbc3fiDh1eK7R51Lm1FYB6ZpzL7eRVa8BZgFJphQ7iKVy6eA2nTzEocG0cP/7hG8x/QNlcw9tvvcexTjGgNYtT751h8OQKfoMBkFOnb1LX0vjYx47jb/7Nv4EXP/U88W7h69/4On7/D76JH/z4FZxh8OWrX/8a3j9zBtl8AQEdt/sOHMTx44+gp6eXjvN1BqjPU28S2tIUZJP3UC+l30cYVNq5czeuX7vJoPAtOiOq3DPydE7vRn//ELZt3c1x1XHrxl2mnIMa8Id/+Cpee/U16mkeL7zwKOET2LlrN4MfS3T61YlXRcDxv/fuBZw58x7nYRmD/cM4cOAAhhksGhmN8NZbb+GDczdwd3KWDu1LeOWVdzEzM4+f/umfJb1PY+u27Xj44YPYvHmAOr9GmdaxvLSAru4C12LA+ajTlmWhdctKhOkICS+K+vqXMp21qVQOqTBLvCZi2sFM2rGdgedcPPvMw+jsMOrEDfJZw+rSLFa5V2W5F2bpaG7QaVrs7MLopk1QEIH3GTqCVynXgP13sHwUJQbIbt2+jaXFFTqEGuyjgib3hSHq41JpFR0dXUinMhhicO38hTNIkz99E4D2gzt37uCD82dx4+ZlrKwtYJ6B2e20FWu0t4uL8+jr64O+GlJ4HUUGTLZsxtGjh7B//y4GwLdj755d6KCdf+iBI0yzeOLkCfT39uDRRx/BwYP7iHuYe+pdBmEuAgxQrq2vUD9XmU8Qc/869d77dIhfRScD1+vlGh34fSjTAUtzh7XVGoMadZ4lupGJ8lD/CQXQ1dWFw4ePIMU1c+nybeQyHdi1Yzf27zvog99BEFC2dWR4rhjsH6TuDDMgvIK52TLW6OQtFDpx+MhBBi0G0dmZ55rlHh8CaQb2Y9rhzs4M17dhbW2JOhuRnyW4AOjpLeLM2TOYmZ1m3SrmSyUs0SGc4lx1FrswMT6DU6euIUoDTzz9IAaHsxifZLDtTolBmVlkcz34W//93/Z8x8016I+A+nr6OO8ROju6ceLkMQZQd8HRsfTUM4/j5/7UZ/DcJx9FV0+IfQe24K/81V/GAcr0ueeexZEDY9i5JY3RvgCpJvDv/sW/Q5QEKM3Moq+jC4qTfOcP/xC7tm3mfPRSFhm8//45vPnWuxxL4Mt2bNuCbDqFYiGPiVu3kTBQFdFpVcjmsZdnlfLqGu1KF+7eGac+BZ7Gm6+/hdnpGdrKreR/CvOzE+S9C7Pst7SwgO1btqKzUMTv/sffQlehAwf2HaCcR6FPhGW5D88Qb/vWTZznHmS5b6e4H+7ZzXNRLo3e7iKcGdftGvp6evDNb34LK6srDFpe43pb4lqkXc042uLL+Nmf/Qzt4xbq4Q7qs3hLUw+yyHHOIxeR3xgB/2XSOeqZYXFhmevToZDvJH6aMndgAQao3/pDhXXutdlsBp2dRa6rTixzn9+6dRS91OXyWoWBjbrPBy7E7NQseIjCCvdAsI+uzh6eX4ut9c2zDOiQDzmHNZ5J1ijDOvdaQYNrH3zMbAM3oZ5WaQtjmJmXRxSGyNDxLMdAioGEMAgRpSLE3P8acphyYZiZx9d5K6T8nDOOKYUwleZYgcX5CmkY/v2/+xreefM89u95AItzVbz62mmcPn0RdyYWAGSxb/cRyiOPy1cuc40MUq7XoDWv/brOflzg+L6MoeExT3cf57Kjg7rlHGa5BnK5DPkAdK761//6t7DCM9IMA9PvvP0utmzejJGRMe5RDUQcxwrPcHv3bMcnnnsIW7cMIJ9rYmy4iN4eLiyeFbZu6mBZlet8HY3aLAzLeODYJpx45EHSMNpErpeVZaQpV3262RHj3AfnkCtmMcsAUpZRvmw2y3mvI6IMqzw/5fJZ7s8VyhoQD1cuT+PmjTvU2QUosHzw4C7s37sTw4PdXAOdyGYLlEMfUgwcN3gGa9LRAp60t2waxaGDe3DykcPcC2+jtFjmul/D6NhmFHleneaYizzf6Jsqlsjj66+9hZs3x9FZ7KVNWKJcbzLIeovnsGE8/NCjpHEd585ewhoD88ePP+x5y/AM8siJRzA9PY2lpZIPFC4uLuIug4shx1Ms5tHV3UG7VIM+Wd3gAWSBAf6urh40mb9x4zpmZ6Zx5TL3uVNvcZ9aws3xy8h1pbEWL+CRJw+i3JhHlXanpjM6bVaUSsFxLqMU0yBAyHkyM9R55ozRxH/91/4f2DrSgf7OFB59aBd+5U9/Ggf39FK9Y5QWpvH6G6d59noJL//wO9g02INPfuwp/N3/9W9hP23U4mIJ585fxvvnruJf/5v/hB/88DVM3bqDLO3rloFerM3P0d5U0dXZhav6rxE4llUGKgeHBpHLpuHIxzrXPqj3169d5X6+AP0XCtpjt2zZ4tfnDMe77NfpFp4J05RPJ/QHmg8+cAxPPPE4DuzZiyzPyDeuXMHF8+fwxuuvY4VnoqGRYZ65gWbikKKxXmXfXdkCnnjyafy5X/4L6O0aRK2c4NGHH/N7lfqMm5QInYhVnltzuRx8GfU2CEKu34Q62uCaMtr2NOczhQx1KEW5mhlxWc+gedV/o0aIBu1Ak7REI6DcBUTz5Ukco0F7ofp8Ps/7aQ6yAUZ9F37M87AAPNdpjSZ8150tkyFemEIn97ZGo8n1mnDfqni+FECt8rBRZ7n+4CtNuxuT23Xapwb5SKgDdZ4X1tcr1CVwjWXRZHA0CrMIuR/oD0h0njDykHDMTcpilXdXix0yPFfoTNlksCgmJPWEZ5g1zPP8ND89j7npWeYXMD+9gMXZkq/zwVTum2Xez2rlKry9biRo8jwQk36SJOSOI2QaUx56kSxVbmZ69TJXXRt+sk7vDcpZ9WogPZc9rlO2krfeJWPVC1cOYuE3qW8J77kxbbjOcPW4BguMutLk+gi5XgKRI69Nn5ppfmMwQSodIqB9Atsbvf6O7WCJr0s4Xw3eGanYsMB5WuCjvhPOIVjvnBFXwDeOndX+x0xlxryACX8S1psZ+XEIpEORI03mQ7bl2nUOYDcISTNivcEoM1AXYw8aq8YOPmaGQMgAzAx6RF/1joQCtleZ3lWuMoGZQfPSrjdTH4mn35at2rRBbQRm5vthAkNMHoHAp86PR/auDaJtZureQ4tWwrEk7McXwYz1/JGsWdoq5G8z8/Rw3yO+zOxeud5bNDWHxrUbIQpCpMKoRZdyxsajsbdxVSTelLbLwbNpQlAaU48bPLs3uObqDFQolX6361s4QFM4XDcNAe1y7PVdvCRUlRR5CDg3IcRnY0Of1Z/kqP6VSlbKc1iUS5N2pCa22FZCgU+jaGM8AHEoJfbT6osF9/2I9r1XjkUqK55VLlCdmd2Tn5l5+matMrMP38FHbdr9mLXqXBD49nxl24Tja5WbA1xAYGpmCPgSmOO0xkjIb5KAD9+NSLTdCflLuEcnPq9xGfE4Nm9HYsDXgX0Y9DRo4xo848qWB9S4AEYdIu2EbUgfTPnD/gBe35iyQ9o68R/HCav5LkJ/Amic94NstOYm4FgD52Bmvr2nw75i7oNNCjdhhwKRVEo0zjvfEvHFMahe+IRWvYHEPN8xdSshf/CPsbjVh/AS8gs2d77uT/5lxjYbVcbUA+2fY3kQOARMgfaYlZLgvXc22PihZBBzPIm3O6LCVuKbsIHiE0c5KJOwnD/Quz+/0mbqWxgS2syEtrONo/R+MGvR1u8ABkcAHzPztMxUc1/f7ER9YeMxM5i1QH2bma8RjkAvSgXKC4w8m5lvp/fEz4tkAV9mZr7vNr1ko8/7U2w8ZraR20hIxjhPxjaSeZuGatVeqZndow8+bRyzFi3htUF1ArNWHdE9j4F0UMCxqF7lsidN6g8nDo7riNuUtzHSKQ/UK9EVpTaIRyoxEupi8z5bpHeDwdshcwiYN3WyAaITs41AeTOD+BDAHDWKegv4Vo7vzql1AuHHWiNUZGOR8ANmHOUFQoPnVNFTuUD5hP14eQJwwnXUEqaqEz0/bp55lFcZ0agwhsBC4gciCz1mxsRg9iEIX6C2MddJTH336YZOmBnEh+obki3g24NPQn6Z+Hql7Xcz82VqZ2b+nFGuldHgXQ+UjPDaYPYhL+DTLv+TUtET1HjuW19f5zmw3uLF0JpnyqndTvwqT5Icf8I7aY1nR/HQBFUDFIyqPJiZT0XbrJWPOTbJtbGhE2bmxyS9074DPqpn4nmIKS/l2zTMzPcrHgRmBrUF10dMPQQf6VYUts7aDZ7h1Fa2w+Oxvt3OrEVLuqGznvpVHVH8j/Likyz7PjV24eoMLdC7aJu16KiR2oiO2gmEY2atsVCOKlO9mXm+1d7zyz1XefARDQGzXjZmLfpq16ans5TaaUzCVZ1oK68yQbvezNCgjqltm6bq2/2pXO3MzPPk6wJDk/4J1QnAxwWBr1c7gdo0OI+S3T0criHVCYx5sxbvwhWoPNygY9aqI+l78hUd4ZmZH7vnxdOBf8zMp/oVa2JkjDj5anc/iEYbhCu4/1150W7LUfUai+QoOqrXuLQe9O08qlMZ2L3GEEUR+eML+xZLopVOp3iXy/hzrmRvpnr4sSnrnPHMGPh2CfU6If9mxnfn7aHoqkwQ05apT4F4Uhn4mJnHF65A/bpVOhLqDNz10QF1hA7Xbds2YTthy+ZhMmN0bKzTUbBCRhpwNETpKKARA9YYnJmZneKYGnRudSMTgeU1dBSBfNaQzwToodNzO51bDx07iBMPH8HBfTvQmQuwsjCJuambuHb1A1y/egFTd29jqTRLmIccQ+QT+jrE8xcv4pU3Xufl/hwdnBOoVMtwoUOUjqiUdczPz+MSnUpXrt3AVTrzb/HidYkvOAAAEABJREFU32DQgjoC48VKgaSRkT46ffN0uOUwOtaPrdtHkcqlGBCdhYKnU7zcr9OJU+zswPYdOzAyOoB+Ogf6h0cQMYi3ROfJCh0Gq7yQK79Wq6PKxVjWYZsHv4gX8JAOsVxHFzp7euCiFDq6etBBZ12GDs6QF/8G8WRf6vy1SnolBlsqpFMmzRU6BKs0NCEXsSZeEwM+mrQ0L9DZvC7coZ/kNo7qpGCaYDPzCwt82srnHIjvOH8R5ERI0UEgutlsiFQ6hQ5OUsjDUIV9l+mAp26hUMyhQAd7xAtekxeEKAzo5OjA4EA/nWfdyKQjpFIh2xbQQVkFUYiAPBc7OojXxf5COgfTDFrnkSPPfX39XqErDEyU16tUvBDFYhFRKoUK5b1YKlG3KtBjLoALIuRyBbYvsr9edHX3+LwFITeJChYWF+iAm8UcgwX6vviuri4MDg6QZgd107iJJ3Ckw4mn02zZO7gU2AxTEVIMCEfkNQgCGAfrJCC0HsnSzLi4Ivafg3jv7OxEnk6RjOSfzfqxSbZNLixd3NcZyFxjsFWB0iZ1oUonpoy6NkGzFq0s9SKfL9BpOdCiRV1KjIcQ1oOHzzAEMtkAGa6TBBUazDKM3vRUyqG7p0johPhcYdB+YaEEwcrSGp3WunQ5znnox71ebrBtjGw+xOBQN4Oow0z7KbsMYm7uyyslBgWmsLS0QodPE/4x/jb+4sZHGwQwG/PdaLiLRc4B+dZ4l9m39CyddpQP54iyM1PfgZd3k/occj2mKOMoCgHSSXjQbDZikDnqS4QMnWzpdBop2o0s9S+mM+fylQn86Efv0uF+FZcunaeD73Usleawb+9WdHX2o693CLduTOCdt9/HnZuTuHubcz9dRpb6d+zwbnz2U5/Er/w/voT/6W//d/hrf+XP4RMffwIHD+2iXmbx1FOP0dYcpo7VcYNO2FJpCWfOnKVT+nWcPvMBXnvjXXxw4aLXKfH/g+99H2+/+Qa+9rWvQn9UsIWBp2KhgNnJKczNzGFsaAzGgMfSwgrGhrfhpz79Mzjx0AnKsoFNdMwqCPv8c59koKMPv/e7X8av/bNfg4IJhUIe2VyaEGFFAZ7+LuZT2Lt3F/RJzxde+CR2MaAaUS4L1OksbdJWBiyOH3+Qay1NyHJd9TKQWcHcfImyOcjA5C44S2OGDq/r1+/AmE9FeZw5ewEXL9/C6nqCgYEBXLlykw7T1zAzs4zR0V5s3TLKg1kV+uSpvrb129/9NttchjmuHVRx6/ZV6lCNujNGu9rENdpS/f+CP/jBy/i1X/s1OolfIx/rhBUsrywyOLSHuEOocB1UacMqhBkGXKJUgJgnuX7yoPX52KOP4+7EDPldRBDk8OYb51Ghvvb2dPPwZxgaHES1Wsdv/MZXMH5nCosLHOvsCh21Vzj+NHbuHMQTj53AQF8X6tU19slxNMs+WFetVpArpMGlh9WVmDq+zOAJGBwoY40OxiCIUGSAiGd3OhcDZNMRctykenq6kEoHyGWzUlHqZwbgGtYeaDwQ1ElQ9s942Y8c9ZbgqPOmi2ec4ODeLnz82Uco5w7yM0C9BhIeduq1Kpo8KGVpwyI6vWuNOsbvTmCcwfRu7q0uBBZLC4RF8txAV8cAdmzeA9QjpMMiVpfLuEMZTE/Nkw4onyaWGfgJaSicCyAbrjV869Y4bcEyg2yncfP2dVy5ehl52tsbN26y/QTqdIwWC90oFrtx4sRjDGZ9Gj/12c/j8z/1U/iLf+HP44VPfAIZ2lTHMc8zuHLk8EEcPnYYe6iXQ0N9GB4ZwGuvv8p1eYn9zFMHu6GvkV1dXUcx343+/hFs2rwd+xgElX2IKZNrN66hwgvAwMAo5VHg2aDGgMQMx2Ho5D7YoNP1yNGHuEffJc0aOjr6sXlkK/L5PDZvHuO+kYI+4beT+y+Vmrbhx3jv3VO4fH4K3Z0dMP5bX43p4J3DCgNdCk729nVhbFM/Rse60dvXiVwxjcHhPHbu2oKTJx/CUZ5lDhzaTcd6idObYHSknzLJco1znji3k5PTtA+TKOS4TzF4t8yAbb4QorR8F4cPD6BUqlCes3jxhZNQwHqWtkDz8eqrr+P8BxdRWa2gt7cXly5fxvjEOG7fXcNLtCUfXDxN/ZtlXxF27d7G4MR5KAAzO30XSW0Jw315jA5msXtHJyLa/Z//6c+iWa2hK9+B48eOYvPYFq6zdY5pCJ09A573zmIH6lxj2XQaCS+VDxw5gr7uTujTehHHMj0+hW9+4/fR09WFJhW+xv21zD13dLgPX/3K1/GVr/0R18wallfnUCqVGGDu5Rx04Gd/5mcYzC9RZxpYpp08fOgQdu7YiVPvvoeubs411+fp06cpfaC7o4jAQFuyGdu3bUUqcHjyyce4z85jeuY2HnnkAb93gk+TPG7ftg0Kxm7fuhkH9+/g2aKJTGaFc12mPS2DxwuCYwCghiABAm4ZKa6zlHSTNiTH/TKfz7NdHjnuSakg5fkgeSwtLVEvu7gnUYLlMlJa27kMbaOj/qWwZfM2DA0Nsf953B2/izHKVPbASKHGAEkYpTDF4PISgzpBFCDFoFgqFcIMCLneIp4VzHSmIFMAyw06J1QZyKjR7qTCkHqT85DhnLAWOlI0eG4q81zQpD2o0R6ozdraGucwhmg6IsWUTUzboK8ET7Nvdkk55Eg/Rd6pn9U0vvKVN/B//V/fxG/9zrt4//wCrtyoM3g6iT/4gx9zz7xO29PHvWMX7fsM19MCbt66iXQ242HTls048/67OHvmAubnl7gOp7i2qtTHDmzbvhUTExO0rSmOM8Dhw9sZ+BvnvKQxcXcSg5RZf/8gNm3agt6eXjx07BginhOzKSCJV9DZ4XimWKM9eRKPnNiGvftGUFq8ia5Ow8hwJ0ZHu7j29uK5Zw/jhef2YvNohJ/+7JN4/hOPck4Y7OJ+EXF+cyQ4wOBcX08n4qSONOXvnFGGAcc2hDrPCDQrtIEJoijhXaKAxfkytjHYW8hm/b68srzu9/Dr16ewfedWdHbnqN+rPCPOcQ+rcB+YY5sZ9PZ2YevWITz/4nO4evUa3nnnFHWnhzoxRr2vk+dhyiZHeTikUhFOn34PIxxHD3l76uknsLq2TDkuol5LOM5ejncZb775FumvMCjbgYQXMclqaHAYR7kuc7kc7VqO/fbhOm3ym2+8iYnbk5ifXeQ4utBZ6EFHoQP9/b2Y5N6wxkDh6soSy/J+7S5RJ8+ev4Du3g48dOIYZRNQ/xK/XsF1AQSIwhxgAeuyMO4NYRRinetghWf5Xbu24C//xc/ipz99FKWZCVRXxvGln/8Y9608bYYhV0jRvr6GvTs2o0DZrvLs8f7773M+T+DEw4/w3NiNrr4xLK/H5G+eAcoqdm/ZhPnbN/H9b30dS3NTWF2Yw8rSAu3WGrKho1w6UWCAuptz8PHnPo5MLo/NW7chdhH6eUb/nd/5HXzy+ec45j7uG3vR0VngWJtMO1Dhespw/zp79iz27t6DZ555CqPUwzrXz2c+/Smu9RI6u7ognFy+gEqlAVAGl85f5PyW8D/9938b/8v/++8giQ0pBhLffusUNAdE4tmiipj7nNa0AonKN+h00Fo0MwS8D+hd5Tq/x1S6iLZBYEZd5/Kv826mda+1m+EaMzOoLCZdlYl2k/t+iu0atTqUB3XCwbhvrkDrX+1lE9VGOpYk4N6+7OvAp8a9UzgV3jN1Jm33H5I/tREtpVo76k+BnjLPBo1KEyXq1ZXzVzB+bQKLk0sY59n65oVbWJhYxMyteazNrWN9YR2lKb7zfDE7NcM9JEZXsRNF3U/h+J4gtBC83mNtaRU1fe0vgxsNns3K3G/XGESt8N6q8TnKnj5JaIwtfeQAqJdGeUkebZBsWQMz89AuF//Km5mq/fzo3OVf+Evj1JpqQ3t+RM+s1caslcZIIFps5umoTYP7X8JznHea0gcgembG+oR8cKycG+GZqSymrZA+aTgJhySISS4BNyniM6VTOEliNEnXO41opzhceCAt0Wdr0m+1kx0LAs4Y6ZsZdcx5Hp1z0JNstFHapA5pDAnUTxvijX4TBGEAGHnmHMECONrOgHsP+Kh9u98WD4D6kLykyw36J2DEYH9E92Nrcu8RtNq26pRXOzODmQnVpwF1z8x83qyVqrKNq7zAyLvxDOIQgFhQu4/MMYelcaofM46F/IhHtW1BzIRI+s068ScwMy9Tjc3MPP9e/sQTDwJm7+GIvt6VCtSH1pV4EbTrRE/1gnZefAmc4xjIY0w7kPg5b3IPqnHuY0Lioc7AXl0BPt5xG5Sn+mnwnh1zLhPyLzCjJAxQvwHlCM6fxiRQfZsXM7tPXiHMzAPuexz1RjSUmqm+JUPREbRRzaydvUdD9QLxJlC+jWRm+JDmR9uqHHyEL56ZhSN+EDjy69iuNR/g2mgB548k9McIsBjm1AIgFnRmZJWfP4oHCe00RcVzREJg6yaxWCa/AZh6Pin/mPZHuG6DmHHBtebfYMY2JCb+WhBDj/GXiRUCL7Sk3wSUF6iO7czMtzczlrD6PjpgkaO8tT+kU9HG/Dl4FlinvmL6PCSTmEYwSWIkbO8J8Zcpz8EpJbrIwcw8SH6hC3xebfw4ia98m+d2O5L6CF29//8F8mPkh939CagSgGQkUP6jKCoJnIPGrhrPEwkF1F2Bys2MVZwzjs/XOyO+wRwAgoKqcKSkwbDIzPj7wx+9mRlMRRy3kvtBNPVOCkrujd/MYPYh+Er+uodPWsoLPiJTtmnzbWTS7EOdYfN79JW/B+3ONwrMbCPXSswMZi2QXiXUBQ3XbZSZfbQPsw3cVvM/9vt+ns3sj9WrD+ma8DQWgVmrD9kd1QcUvniQXsa0Rwl5Ul5tVC9QvcGEiYBp4BzEc0J8rRMz1t4P+PDxdPh6v2z5CjNjYmh4n2gMrZkgIF3X4k98x6wDYrA72o0AoI6qz5j9JlzjJOB/RFv4vi/Op2OpI30z2+iHTVkuHOEKL+Y49S46RtsA2g6i+HlVPUncy7fbqEz5Jvlq8o6W0FYF1HHZ6ZB7rfLCaYPHJa9KRbMN7Xoz49ic59FxkKoXDeWx8ahMWbMPx6J3lYt/gc6Tmk+1y2QyyPKOIxztXwknsCXbwPcj+gLxpHZK9S5Q+zZdpWwAWijIbpq1+jfbSF1rnoQnGuJDqZl5u6c+BZKNGdvAuP81PQhP/JmxnKB+zUxF0PlXfGk8KhBfoiMInKPeCQw626pOtIy0RUNg1upHNMSTaAhUJ1DezJT4+VU/AjPzOuZc4OdEfKdSKZiZP+MJB3zMWm31Lvrq35EvVkHvKte72oqGmXkaqjdr5VXPafHlZub7M2vVgY9kqrlbZ0BcNIUvWo68mbXkrjWgvolOOoABfjxMYGZ+LGoTbOgnLOE8Uv7SWyk64PtVvSP/Zi266k9jEO2Etpponp6ZKev7EH+CJuuFL1xVqszMPL7ybTAzz4/6CnQGJVoKk5EAABAASURBVE/qs/UewKhL0jHhO+YF+M88wmmD+lVePAjURGNO06ei1KzFi5lB/akPtVEefLxutyZCv/38xVzbwmETiD/No9c98qx3M/N4mp+E+6Xw5bdp8gynd/GRUL5m7b4de4KXm+gKVCAezFo4you26+jMY3CwF5lciAYd1bAaHW6zuDN+A6XledAvjP6+HNIpcAE0eWGlcUQDjjev/p4ORPSELS1OY211EdmMoasjQ4dBGsMDPRgZ6uOFLUJlvYSb1y8xaHoTs1PjmJ68g+mpCYyP36JD8yqdDtdwmhf6Dy5ewPU7t/DOmfdxloHUmcUSltcqCNNZ9NBZkWEwrsqD7Nz8Iu7SGTo3v8DAWQ0uyGITL/x79+1iwIKOkVSAXD4D/b+RtUYFFlAYDgh4QFqls+vajeu4fPUKVtZXoUt6Opvxgb3F0iKdrQ3UeHFao+OsSkMacGLjIETCS4yjoavHYNCijDIv2TzvoUrnXI2GfW29TKfiPEoMlK5yEa3R+blIB6U+fbfEoNTSygqdrGXtXdx40jAX0NAZJ5Z8BcxTsXU4r9ARWuPl2szIv/MQsF6QUGXqdMTJAbHKQGidfKocfBJScxxjKhVCzoRCocBS0OFU9heCtnHikqNDaIHO0xLLK55+jgGvLCc4IP0mnQ0WGHmMEAQOtUaVTrtp6C/r6+zbE+UvKWkXnRxlOgCuMZi9sLBAejXvZFrlBXxSwajZBR90SlOGYRShRpkJXBAgk8nSidWBAi/1HXTEiN9sLuff5ZhJYJzbZQaS5pkuUXbrWKYMFxcXUVoqYW5uAXLmL9Gxqq/JWmGd6nWR1GIIOF+B7ycD0ZZMtKgchaR6LQotHFDOGos2MOEVqWNatA3OR5Sig5OgT6pWKYeEBo3obGIQfr5YhOMmbI6CpxEJohAh5Ril0qzPcR7yADf6JvWjQn2q1cs8fJQBV0dAR1ZIiBnMKldW6KChnroEjuupWi1Tjst04s17p+/U1CwW6BjVHAaBLlOg3jS87hm77qXjbdeubdi2bTM6O4tocJ4WS/NsP4fV1RVwKNDZxTivID4STqBA42GfoqmgXpSKILlIlrOzs74tMeFcQP4S6i4bsU2DF8kUcQsFjTGHNJ2hMGGCDsmQTrICumkbiuQl5DwkNHAJDVdAx2wUGfkcYZDnYRw5dAD7GZR55OHH8Of//F/Axz/2IuK6w62bd9kfqB/dlEMMLic6rgt49pnjeOzkA/7TJvv2jHGtN+hcm8eFD95lm0u4eP4M6rV1BgpPYW2tSoihoODy8iJuj9/BWQYdv/qVl/CVL/8YF89dxRoDpH1dndhBB/TQQD/t1CqDFmtYoi7HdIz3MaDfUexAeW2d40pBn+K6df06ZqjbFQaX5imjJerjKTpg//mv/xqDUG+hVCrjKJ3Qe/btgf5arYeBw0azSttwF6XlOWzetok6UMeVy1cwPTuDicm7OHBwP3bv3u31+f3TZ8n3OgYHhuj0zmJoeAxDQ6OYGJ9k/Rr0ae75hRJ6egYQhRm8995ZXGPQeHk5wWOPHsemTVs5zhvoKGYxSEdm/8AgpiYX8NZbZ/B7X/4DfPVrX4cLAvz1v/FX8NOff5pzsBcnTxzHETqC9SmHU6R348Zt2o0aTp+6jBvXb/pPsjbjOtdhGecvnMMQgzSHDu9nu5PUt2786Ic/ps41cfTIQWQzaehr/E6deh8vvfRtBv/LGGAALgqzeIEO1WefeRZ//a//JTz62IO4efs2Xnn5PV56Q+zesx+/+Ke/hM9//tN0vD7vZfLs04+hu6uAW7eu4htf/wreee9tbN4y4ssGhwbYZieCwPm56SimOMZ38Pf//q/ie9/7AeVyCm++dRoK/vYNdBLHIZfPorRYAuKIyprioTHN8hQ6uju4v4Voct2ko4C6lmaQp4K1lbKXcY0O3H179+Bzn3kajzy8H0lcY2Axhx4GtMq0152d3V5eM7PzmKfurFBhHW1BluujVq8ygDrv95k6na1jo1twYM9h7Nu1H5HLMjBQwl06PhVIZhyXPIBO4DqkB9euXcfszLyHSqXOPXmKdYmXZyrKYJWO+Ij95AtFTN6doU7dxoXzV7kUQ9y+dRfnz11iIHsB2WwHtm3eAdRi9HV144GjR/ALX/x5PPbYSZw5cxovv/xDyBHy5a98Gf/kn/wf0Cerd+3Yix3b9mB2toROBj/37jqEnq5BpKM8ZZbz9tfMMDo2wvwMPjh/Dufp4C6XuR+7NG1AD8IoS/u1RH1PoVxx2LpjN/S10jsYaFPwtKODfE9OYGZ2ivJbQxRFGOzv93ovu75n7xBGhoco6w7OeYq8TNLZfhJaT41mBScffwQPHj+GXXu2MQjTC3NgMGWG+8waRjaRTs4wPNqL4w/vxfbtW8h3CtJPnUvy3GvqdDguLpRRrazRaQ/amXXOrWNaww4GO0+cPIQ7E1fxL//1P0GUDknnYeTzHdT3lym389A62blzB/p6u9HdEyCIYqysLiFKGXbv3YtjD51k0OsAPvPZz+I651JO4/XVMjoKnSivrNPWNXH6nfdw9fINIAk5r2OUQx2pTJH9TmPn7r3g2RnSgSuXrkKf4CxmsxgbHkQPZZdNpTA2Mop6ucq1PowhrvfLPDctLszDuQSrPL/t3bsdDzywGw8++CCOHj2KoZFh8hcxELaP78cotwHoU6vdnZ0YGRzCKz/8EW7duIUagxnz8/PYs2cP9eUoNm0a4/w4dDEQ0t1dxFtvv4azDNo99/ETGGUAfvOmTX6fPXToMGW3k4HoSQzTbhkv0I+dPIatW3pw9coHuH3zKl7+0Q/8GouraxxTAMdzVppBmTTXsuO5klsq5zzDfSXkeaxKG7/m5xbcS3nOpX1co5zWkE6nkOHZrVIp4wbtsoIR47fvYuLOOLq7u5HPFRAGEdfGJOnEXP+dCLg3L/N8orNgxH0rRRkaV0wiwgB1JOJv+H3QcV8PnNMLgw3O+4qa1Jk6zzHlCuePk5NwfHUu3CAIaIsC39YM0IVGL2nSb9mVECHPCBEH12S7iPtgD+1OR6HAM3UER2dAtRxjeZlngzCPMDWI7bu2Y/uOHahUQ9ruU7hx+yYsJFVGnpcYgHvo4ePYun0b7oyP+z8WyjLYtMLzcjZXpIxq+IDrP+IavHDhEjS+dDqNLM96y8sl7uUVb4P3H9iD3Xt2cV1uxbe+9RIuX76MmZk5rJVWoU+yJrRfo8O9ePCBfTh0aCe++PPPY9/eTfhLf+ln8OBDe7Br7za88uZpLCzNMxi2HQ8d2QM0p/D5zz6GwwdHeU6/jOGRPDZv7mXfCfeDWcS8uOi/iKCpRVdHgXZ2HUulNe7dMac4Qb6Y57kz5vkm5mAderr7kM9E6OvupU27gtdefgsRA4pTkyUcOboDhWKE5dUZpNIOHCi2bh6m/tfJ/wTnxNDT109dyWNycgZmhib1rVgs4I03X/F6/PAjDzLY+jEGk7vxU59/EX/6l34BBw/tQyoVcB6rXFsDWFutYI0BpcnJSZY1MD29wADpGl5/9QxmJxcp64t0VAUoMpC4ZfMWDDAonQqznNsM8WNs2bwdsjdDDBSamQ+2furFz/BuNYSOYjfTEfaXx7ate7iOx3Dz1m3uezfQ3deDRlKHBQ6JCxEGacRcB404gbkITeptiWfggMKsN2uwoIFDB0bx6Mm9OHakh8e9ObikhGee2o8du3pRrhIHhscffQT/5V/8c/gHf+/v4G/9D/8D/uv/13+LL3zpF/H8C5/GgcMPYtP2PRge244U95kL587jcdrZp6hvac5IhufI6fHbuHL+fdy9cZHBtxXawF4UqcuHjxzG6OgmPHzycTzzyU9h09at0P8pe/48aTz+ODK8Q+2lbXTOUCMva7w3KZA4MDDI4DT1lvbxdQarDxw4xH1lHucvXcTIpjGeZRd8UDXmYXby7iR+/xtfx9TEHZx45BH81E99jvb4LE6dPo2EY9M8hWEaUZSmHoQwo15QEo069YmBn1q1AWch1thXpVJDRXuWBbQpZeYrqHOf1nrRmqZ4UeEeL8eIynt7e6kPg0in0whD0Tb2w3mgTumd4vHt19bW4JzjnKb8mNPpFELOkep7aJtSXJdLpWWvi6Kvcuml+olJSzZFuiwaZgbxonthk/ezTJRCKg5Qp07WV6vMh1iZX8b64ppPy8tlpisMpJcxdWcS61xbcbmJpBKjsrSGtcUVxDzTZDi3QRJwH4rpqzEPcvirX0uAwIUA7VLcSDwOYpaRFyogeJyH8V9gAYTX5lOpwMygR3y7wMHM4CgPyVXj1DwqL4hJLODdIE4aMJdwDmN20UQQOMov8u3abcxadBxpmTm4IIDy4CMcgWgrZRHXXsPLOOFEJlwzgAEEMwfNV6Lx8SLvXAAzuwfg44IWbRbzLSGtGusT8iU8MA08OPISEJdIUD9K1SbmeFwANHl2TpIYzhnbm6ohHgWJ3pwDAgeygoQ4vswoeu4t/E3cBvtuEJOFcDAXIpYNoJ4IN+HYRMvMKK8UdI5q8s7FBh/5CcijU18bpcoL9Npu36alVPhKVd+G+9/bbRztAbtGwrUZN5pkuUkuEzgWmrN7YxYNFiGhLBLyrHeBysxM2Xu4qjcziD+B3lmJGJQn2zbZl8rbYGbUG1Zu/KjczFDnXq292KxFX9WiJd6VCswMAc8JQRCyv4DdOAAtfOGpfRukV+weZg78IZAjP54YwlV/LZzEv7dwDY5z1gb1eT+AT7AxN2YGM46FDdt0WM327I/lHxkkK0SHiW+jtA1s7rNmdi81a+VVYGa+jeSkdXB//6Kpd5ULzExNPL7P8FeyMWZ4hhLOadOD3lUHBioEynM00NnHEdfrSJxQNvCgdzYkRTBJWuAXAos4CMe+Q8rGYKQRwMxYAZ+atfIJ8SR7pQLwUY2pH/oqWjqplcIK/pjZvfbCV9tY68VY6TUs9vWSjZl9KHvw4bgS4rTatWgqL2AtjP+Ud+QpYNuAhebBYGaeVpsuScGIpzEaNh6SVHszSo11ym/U3EtU5uFeSTuTePmZme+rXfrRlB2Qf0r7XrHGrvUkmuJNYGacn5ZOm5nn28ygR/ISrvJmxjqD7DYPGoiNemDsg2AG/wiXJZ43FSjv043x+fqN/P20hdMGM/uwPXHb5UrNPqzTu+gpFbTHorL7QXU/CeY2GP7JCr6bterMzMtWdAWmOg5IusYhex41BoH6MzOPTzT/o7I2mLX41rvwRU9Iygu4XHB/mfDMzJepXDgC9oCItiswBwUZdX5o6XwMbj4wAFpDWtNqJzxjqdqKJqv5ppL7gGNS/2YGtRGe8GWTlLbrRNPM/B5rxvbmIHwQIeFdLvF2IiH9BPceZTmHkhdbwMy83FRvZl7vEtp3rQ2B6LXBzDyuzgwJaYiXNiTaxxGAHIiUx1Pm/rZ6F77akkXfl5mRZ7bj3mhm0GNm0NgE4CP8+4FFnr7KzFptAud8mZn5MZmZ0HzayalEAAAQAElEQVSZz/CXWYt/7SfMsl/nccWTZGtmfg/P5/O+XGdj7eWq1/lPqcajPd7MPP8k6/d8lYlfM/N9SkaqU1rlHVV0zAzmCGb3xqd3jUO0lQrAx8ygvsw+3EfFt/hsp/fjgmcS5wJPV+XCEyhvZmg/evd9cY41z03GMVQX0M5rvxE4ylJlMedY+Alpq0/fLkm8bIRj1hprk+cOMyO/rXfwMTO+t+akybOSQG3Uj5n5M5VoCswMuqtLhsKT3NWveDFr0VS5QDzE1GufcgztVPhmrT7Vh0B1OhM0NvhL0R+gcg7Az5HaxNynErSe+D56yotf8aA2ypuRF8RIBJSDcMzMy1w4Zi05qzxmvehj4zFr1W28koXWe4N3CumWytt9mLGfjfaiIVC9mfl2wvP9cZ4s4IpjqnrfL8dANMpeuPD4ZswDPg8+omfGMgJfvSxizpF4kYzNzK8DyUvjd6QvEG6D+hJT/m1c5WGgTEBz17x35ou5pyfEUx3JqSl5cn6tiK74F5iZX0fCd35tkBbHDj7mnMeXXgi3zQP+hMfB6nQ0rWG9vITZuUlM3L2N0tIsnfUFbNs2gv7BTuSKAR1R4GU5RMhAUCpsoLsjjULW0Rnm0FnMoqcjj9Ghfhw5tJsO58N0rGzB1k2DFEjCQNAUHXRXMTFxC3ML0wxwzGFufpb9LEKf8ltaXcVarYKAjvgUnZw5BjAKXV3oYUBhz6Ej2LnvAIY3bSMfvYgtQowITV4CO7sH2NdxPPzwMXR1dkFOx1U6yirVCsfDizEDmlUGX9eZrrNsjk7GmblZ6JON6VyWY8pz82lieXkZmiA52BAYajyAl4mfUJAKmtapHA2ADh7KihNpvESHUQqJJsEABTUrbLPOwOIKx1JiQHWZAdQVOl/WWJYkRgdxDrlsHlk6+DJ0diUWoMGDXoIEFTrAdFHXhphlkDHFBadJk2ImSeInWgom5akwKFen8qtcC36NAeFydR3iP4wif3GP2WZpeck7AdROSmIcVyaXRoHBbrKNdDqiEycPfTqgkM8hDB374UGICkihIAgBxzZVyqHCucnmM5DjMkWngAAkok93aJzFYpHznII+vTRxdwrTMzNYXVmF+IhSKQTkyyul8iQcUx6OaRCSh44OOkm6kc7mOIYECojq68YWGdheXCqxrIE0HTCdnZ3I5wvIZHJQ3+JB441SKUSpFPGakLzMDJKdnDbiS+3SdHyAi8SbIM6l8MDHzOAChzAK4TjXMihL1IXVNfJOvAodibOLcwwifSjLZpz4/rJ0amuRg4/mQuVVOmka1DdOKQ8XCWWwxmDgCpaoDzMzU3QOriFOaojjKuKkTJ7LLFtHvVFmkwYSyl5z3KDhbdCwaO5W6fBZX2+A7EDyTGgcmgzOcrmjszOLLVv6MDo2QIdVL+nVuIanMDk1iUUG3NbpZK/QgdJsGvkBmvWEojO4iMZPwDkPwoDz4xCERqddE3LmLFMGawwg1moNrK3VWCaeY2iz6aYDeHCoj47HfvZJZ50DnVDrpAs6w3Lo7C4ix7UVk2F96r1Wq0Jzle/II1dIo6c/w0DZZjz11FN48KETdJQOY8/uw9g0up1Oqk14/ImP48knPoYXPvlp7Nq5B0ADKTo1Dx0awzNPP4yR0SLn4w4DZl/DD773+3TIlSjnWTr9Yjp5t6OrM0/H4RN47rlH6PwdQZRKqI8ruHt3jnNBpzydUJVSFYWoiMWZWSxTz8rrK9i2dQzdXR1YWphD3KhgqL+PZZuwxPlfX1um7qVQrqzijddP4fSpdzFPO/JjBgXOM4jk55YB8P0Hd2N0cz+yhRzm1Y506wzCVxlE37FzO44+cBQWOHT19qB/eIBBthLp5ql7AW7evAV9JZ50pclRLyyWoE/BXb1yjeNbx7Vrt3Dm7AfQJ5QV9Lx16w7Lxin7GMNDI/jiFz9Nh/geOgNrDJ4cAZIIc7OL0NcCS4ecGfp6u/DgAw8gk8rij/7o+9S9GENsO8sg4Nkz57Fr116cPPmYp7e8tMr5LXhH+7EHDiOddtizdwzDI10YGxvknER+Ld66NY2pqWUcPHiYm1gVQRCiSnt09tyVVv3tefzdv/sv8fKP38Xly9fI0zSalO/E3bu4eOEO0tkAxx48gDPs/5VX3sCWrTuwc8cuLM4v4rvfewnf+c5LmJubwkPHj+LFjz+Fp59+iuM7Cv3fe9u3b8cTTzyOvv5e8pdjUHIeg/3D3G9KSIUFKBCn4MkKA98TE7PU5Sr1gfIO0pBuV7g+mlxrEe15Jp3i/BdBVfMB9XwuRVq9vOwC3Z0deOT4w9i7Zyflv4DvfPvbDI7dRLHYBZpiXL1+CysM3s/Nl/yYCx0FgLZzjUG63r4+lOjsrtNhu5kO9W1bdmGNDtBmwxC4CGOjm30A9N13zmAL67V2/uiP/oiO/7t49913GRB+G48/+Qx2MBApnmUDp6ZmKJ9ldHT0QMHvU6fOord3mI790xjZvBuJpXHo4DFso0O8Um3iPdbfYnB1anoabzMgXVpeRMj1f/vOTe6Fa5yvKgPu09yfCnjowUfwhS9+ievnU0hThgEy6GIwtURH7ar+38DlNW9bVlaWueYT6Kv1b49fQ0dHFt093ZThAAr5bs7JJvT2jaLY2YuITtuOYhHDAwMYGRlER2ce+gOHtY1vt7g7MUEZfID33nuXa3QF/Vx7o8TTH8lcvXaF/S0hlQ5w4tHjlG+IjHRx9w7K5w3ML8wQZmlbsjjy4BHsPbwHlm2ilqxxvy7jxo3rbJP1a21goB99nI9l7o3VWpn8x1w/69wHC+jpcfit3/oafvu3fh+VdUNXZydu3rjN8g50dEQMntzFba65VJT2ulOlbTxz5jJO04EvPiOu6yOH9kOfWl3mfv7zv/Bf4OrVq/iN//vf48/80pcwM3WHuhSTdhmlhSWkuU7WKU8FvAu5LkzPLOIf/n/+I7buPIC1coPrbAz6tFlvbx8eOPwAHnvkMRR5dvj0iy9goK8Xd27dwoVzZzHHvbbG883enXtRKpWwynMVpxa9XQUYeVpk2RBtTcIzQVdXF9LpDB5jUOPWzZv4t//233EeljE9OUX+pvH9738PEwwW5bN5lJZWEHJ/bjQbGGCQdmR0CGfOvs8xXcQ7b72K/VwLhw7uw9692zlf3VzbF7DOs9fs5CzGb05xbV+mfFPYxnNbRWuDwacP3r+IIcp/z46tOH70IAZ6C2hWVoBmGcY90aHGdZugWEihUlvD2voSKG6e9WrI5DLQGJw57Nu3D709PYjJ2xp1qKNQhPamedruWq2G2dlZfEBbGfJcsM7zUoUB0ICEmjx3RGGK+hhRJzJcfwG0xwoaXMii32jUeVQwRJwf417vYP5fQFnm81mvP1qjmXTa82Nm1JEeFAoFTzeVihCFATJME/IHnlZj7terPBfWeUYMw9D3qwBOEhuq5TV0ZEOMDnZj86YhFIo5pHMhBoaKSLCOHsro6Wf3Yus2R72rcZ+4jZnZGcp8ELJrm2kvH3viGdohRx2dx8LiEt5++zS6OvvQ2dGHZiPBls3baHPWoXH29fdwLSywbcnvZz09XTyfMFDV2cF6w4EDB3D18hW8xP1h9u40TnGvu3nzBm5wf0JC/a2tI5txKM1PoYv7pf7YsKe/gH6ubQXMJsYnSKeKIGzghU89hUcf34e+/ghhVMbq2izlnqCHZ4RiIcLa2iJtzwplnSCTDihnrcc1BFHAM5GRTsxAa4xUlEUH+Xvv1BnKIMEUdWl2poSBgR6EnJc3XnsVVA9kUoYOnm8XF2dx4vgRzmPD61Bvfz9+8PKPofOgcw46DzcZ6BgZG+Z5pQM7dm9HaamEm7du4vKVi0yvoBGvMagbooNnLO3hURRheHgQfX292Lp1G/eEfs5dwIDeCsqrdfTQzuV5rtf+XKXOCX+AMtm5cyfnqp9zMw3pxmuvvY6ZmWkEQYCA56/+gV7SHWFdGtVKHSMjYxxTiutyBefOn8V7p95GlArJS568dKCjqxfZfAdSmTzXRYKQOu5YX+wqci+NcHdmHL/7lX+HWnMRv/wrP8M9oJ/zPYm+gQ6MjQ3QJncC1Ky//T/+PZw9c8bb7E7a5s1btuDZT38av/RnfwV/8S//ZfzNv/Hf4ou/8Kdx8vGncXd2juet7yLm2vjFL/w8PvfZz+DJEw/j6L69iHk26uO5rpP3g3zK4dRbb2J5aRGgnLt6erFp82baiL2c9zSefPIJDA0P8cyTw+rqCtYZSO3s6EJI2Z585mPoYwBad7U0z9b62v8vf/mrKHZ0sw3lQ7tlZki4pi5duACjJ/qv/tW/7PX44YcfQkhZshppBt0DytY545poQA6kVCrt5Z1w3GbGftd9XYqyS7POzFBlYFfrw5xjXZN6VqeexJSVsW0E2QbZliXu5QsLC9TNJofoyIfRdiUIYGBnyPMekwpCFBhUT5O+eAGfhHag0aiBXaHCvsAWdQZt13m+V0C3xvOBsxDZVA556lHcTFBloLfBfabBM4p40x+K6v9TrVNPFqYWUOI6UDDV8VzfU+hC0ARSpGFmMDMEtDUx24J2LEUZO7CcUGVweIVn/OXSkh+X1kTgAiQ8sxuAwBzSUQoJbaJLgIjvAemJpwbvN0opSmKaBzODI46ZQXISxLQVcZMMAewR/jEzyjKA2Yd4wm2D7gwCkHjC9o1mnXTVB/wTcF4T7mNmBs8z38HHzDxNM7tXHnLswhcob8Y+SdfMoEfybHB8np4L2KVxTmPPv3MgHYN4EQhfNATC17tzBk68BzU3tjGWmdk9XoQrEK/GetB7nNDBrMBDEDjSbxJi36eZ4d5DOtyqPnx1zus3qENGGkJ1xDGC5BxEISgo1Lg+Y8onzb0pRd0DHzPz/DB7ry/xpPGrzKxV75wYBJRqnKqTfJQKvw2Sh5mp2ENMPQXl6gJDEBocRalxgk9A/vjD2iYhZv9Nz0ugefuQhC8j+kfSdn9UP1X5OvWtF0dejdCgvgr0ByVmxr4dfB3zat/Oa6xauxoPxUN5O4IRWtSFK9qGAGGQoqxDRJRpxDUjXlVvZp4HvUs+LXDUZwfHsbOa9fCP8EVPqVmrnVmrP5UBjrqWeDAztmuBGqudQHnhCpT/EIxyjD3cX2dm91DMWnkzg2QgAJ82vlmrnkVeBioPOCf3g1kLx6yVCkeyUxvxZ9YqF23HSTbTO60cfRjCFZ5SliDmXhvHDY4TMGoCiAOub+kOE4heskHcGeVJWgnnFrRbqlcTtWzyHCVc8DFTf8xs/Ki96tqQJAnYGQLnmBA3Brh8vGoGlL/baG/GOlYRCTH5kq40aTNFh01h1qoXvsbqUVtFykL9CvwLf/n8xliMqcBxHPpjOeOiTghGtQtgED2NF3yM7xpnwnEnGidBtIjK2o2fDV423sDO+ZN4aJepjXhXCtI0M/zJjyhLKEpFKuH4W3rVbm9mvkwyET0z8zybGVlNfL8qBx8zg1kLEgZUY+7P3uc4fAAAEABJREFUsdO6J33mhdcGovu2SgVmRrrm151kgj/hafOkKrNWP+18OzUzZT3cj9/Oq39f+RO/zD5sp/7NPnxvo97f1sw+HGvSkoPwpCOhOWoX5cl5VJnAzJTcG7OZ+fbqSxX3026vQZU1N/Yn4Zm12vjyjX213VbjExADgfqnjiXUOTAVjurUTnmleldeuufAVpwiMkemE74BZiwTAGCOVSzXO0HtBbFfmIB407vuNrKxMdc5uNCcM+iJkyZirn/gQxpmBjNTNfRbPAQmm5z4MtE0o45tyFZrKOB74IjJ1EytSHGjXuNpQ0tXwXWueQhI3yB6AvBJNtoobXCdNyhj8d5ql8DM7uGbmX83a6XgY2b8/WHfoqO+HcsFygtULjAzT0N53/C+XzHnSPOtfUb8iYcq7w5KhZbSPk4IXICA9tnMoHrxK3oqE57yAuVFR6B30dH4qKHQecAFAWcm4fm2IVRPUzScOc+jCtUupu622yqvvS6fz3NPbJ2DVWZmaPejeVc/IPUgMNJ1vk54KheIHviYma9TW4GZQU/CPpVTmXhSn0olU5UJRzQEois+VWamVsxtJL6Nc9xbqXekqbYqIwbUTnCvjG0kS/GvVHEV1Qtf/Ssv3tXWrKWP6l+g/lXfTpUXtHHbfSgVqE2N533Nn9qoD7MWzXYbMzLEF+GKH6XCZZGfH7NWvco8UN4x11dCnW73rb4EaqNygfJmdo+G6tsgPjRWM/MyE76pwQaIrkC83J8qL0g27ICZ3ZtXs9a4WvVaU2CdwRzBWqC6Cu8hNfprEvIvfozzBj6qk9xVp37FYyaT8TqsvPCJBt9mg57eTfRFgykHqyIPjjjKKFF7nY/TvPdp3WldKBUt9Vmv13zTTCbl9djYUHVqZ2Zeh9S/QHwKxKPA9fR08kLdhUIhgySuIWlW6HTIsKwAfW3ozl2bceyB/dh3YDsdfB3Yuq0X+/eN4uQjB/HxZx7H0cN7sXl0ALt2bII+jVrIRijkU3S4hGgykFBeW+HlcZUH/TKWV0t01k3gyvVruD0+jtt0qF+6fh2T+r94wgj5Tl6sGUys0si4dBbdA4PopjMxZH5mfgFzpRW4MAsXZJHLd6O7exDpTBFyTitwVKVhDCP2nSsgRToWRLwUN3h5LoO23BuRAp1eY2Nj2LZtG1LpFBpUhohpnuWqC3gJC3kRKXR0oMHD1Vp5HVU6wZrEU1CVEkaYishDQKE7AI5pKx9wDCle+sMoTZw0CsUODA4Oo6evH510/uX47oIAddHjYSlDQ8nzBrLkVcHgTDZH8qHnlYRJ12CO9AMHvvDH/IEjYv+a7CgKKNsKx1iDI57KLXBwhByNX7GjgI7OIuSITLGNmUFPDx0vncUCcvRApak0ES8O7AEkQadkSAdGHul0RLmtkteax+vt7WVZBhnyKtpZBsy6ujuhPisMmCn4XGHgVUaXjAIBf8IACkxrvGYOsADrDC7L2amA68JiCaXlVTpE1qAAqv4fLTn8b98ZZ8BsGWZGXezgPPfQkKf57vz405RbJpthWQQnpgHWmc+nUil0cO6KHF8YBFhbW0OpVKKDZ9nPvxaB2rQBfLSI5KhYWVkhf2UumAS68DZ4OVVdxEtVnvqR2ug3w4WteZGzWwa4TgeDmSEVRjA6SNcZRJ+fm/eBAQUmy3SYRhHr6eUOghhVOoqX6dBfpSO4SpmJl1QUIaC8mrycJjwErdPJIsfc2moD9MGQJyBJAHOGTDZAZ1ceo6P9dGL2sryBO/5T3rdx69YMHXHrdEaC43WUUZaQBmCkb3Dc7BxpkBo8WMz2TT/PctJUaPA1HvUVkp9cLuIcZDA42IPRsSGmA8jnc+SnieWVJepfGWEYolDIUU9y7LMBOSYlt2wuB336J3bwOljkvAAhbpLHy5dvAZal09wwMT6PW7dn8P7pC3j7rffwwx++in/4D/8p/vCb36MTdwUdnRF27xlAkFpHvhCznVJDB4Mczeaadzh3U881rHUGwjup9w8wANjZkccYHYjHjm3FiYcP4eD+Xdi5fRSffvEkPvuZ5/DJ5z+OBx44gk9+8hPYt3cvhugo3ULb8HOf/xw+/ann8NQTjyDkfJmr036tYmJqCRY2qY8FOuyn4Bxw6dIFBrxeR1dvF+YXOY47d/Dd733b/z+kSyurmKJjf5lzWa7WSSPh3Ncpw0EMj45gbNMmOrQrePvttxkwnMXAQD/S1K3AhSiVSrh46TK++93v4cc/fpn189D//7rGwGBXVxfXVQ3DY3049tB+PPLIQ5zjCKffP00z57B1y1bs2bMfz3/yRTx68iR2M/DURWd0Kgpx/txlvPLj07h29TYDwitYXWuwrxVs374bszML+OEPfow//MNv4fqNW5AjeXx8Er/7u19mkHMEf+kv/wo+9rGncfbcaUxMjNNJvx0dhW7ksgXMTM+hs7MLhw7txi72FwQOb7x5CTeuTaBB5+HSwhru3plCJ3Xg9p3b9Dsa0gwi1Lh2PvjgKv7opR8yoHaFwa87OH36LC5cuIgTJ07gs5/9FD7xiY/7oKmc0PN0ZJ46cxpf+fpL+M53f4wPzl+A1tLKCvWANnb/gUPo6OgiD9vRoOO1m87ncoU6EwQocX2XNj4NIp0FnyYP1NVyGTUGpBwPJ4jryKQcauUVVBkMNx7IVhhY+v2vfQPf41wscB+aGJ/Gj3/0Gp3iS5imTly5chv6dHAQZjHDAHaZNm6NfS0ySL3K/nLcv5yLyOcqKnSQkiQD5GvIZHJcW50Iwgibt2xDoZD1stUfONUYYBrdNMI9eAhyuqZSGc7jLgRcvw89fAyLdFhfZ4BdAdzRTVsRse/9B/YgT3t+/twHOHfuAoO+38M7776P73/v+3jjjTdpL0aRSoV4/+wpzDLodvKxx/DkU8/ikROPcU2Og9snhoc34fr1CcwyQH7qvYsoza8jCvJYWSqjUq6jg3uY9LSb54bS0jzCKMELL34CBw4exKHDx2ifUujpGYJZyLoU2wYwNKAAquNmt7a2xLGXEDhDeX2Vej3LfuvIcl+5c/s28zV093RwjTAQxP130+Z+fOkXP4ujR/dRd9K0MREDy5u5Zyyhr6/bB4PLDPC8f+4ixzSDbCFHHoy25AwsCYi7GxnKv79vgHtBhYHDaa7fLmzi2uvooH1Kxdyrga6uLFaXG1gu1XH75jzxSrh9Z4Hzk0c2l/GXmJs3F/A7v/NdzDPQ38U9NJ8LOQ4gpp49cvwA8ukIO7bvwqc+9dP41je/jf/0m7+FEvU15LhzWYc610GBtnN9pYxmPYYLAly6uopX3ziPB44/hoMHtzN4dYY2/A5lF/qgVkcxh/6efly+cAXf/c538dI3X8Lw0BBt0+N46IEHvO0uMDBVKs3g7ddfhQUO2pcd95oqz18NnukqtQpp3kTA/jq7OtHH4NJqpYy19XXu6WkGp6bRw7JNW7fiC1/6BeQYnAyDCI5zaDAsc58qFvP4ws//LObmpxGGnLvyMs69/z7lU+QYl9CRLyKbSsMRX7BOOzU/N8UxXEUmzOLnf/pn8TjtlGzrC594BsMDnRgb6kBPT9qfOSk69PeRBve2OnXfhZRPmKDJi3hy34XBzLC0WEKDAdKIe2Yfz1ZVXkBrPATr7JXhnpOQdyo6Zhbm6bpOoDOcOSCTTVN/cqxKQY9RB7VPNalnxgJHMJ7zHMcQUI6O9UFgHC9LiNA63De4hitQXmcJToCf/wr3+ISOBDbh3tjwfeR5BnMW+P2yWCxC54eYNiZx7MilcPfuJPK5FOmtoFIvcU1PIVeMqdMlXLt5nXzPIpNJWL+KHNf1MPeHJ598DpVq7PeSuXnOwdlLSKUK2LlrD/nMoUpb12yEmJtbom2aw/p6jSwaqtS9Em2RLjD5fJZroIh6vYwwirkWRiAn/cGDu3GLQdPVtQoeffRhJOS1o6MHv/mf3uJ5rIkVBsUvXLzA4OsSKtSd+YVF8l/EIw+fxLVrNxAEIVJRGs450gX5atAmbMP+Q5vxzDMP4YXnn0KeNh/xOrRv13j2yaZSGBgsYO+eLaQVAZThtm2DOHx4F8rlBKlMgJu3x7kGi6hxndWawI6dOxFS10ZHRzHBewRVgu0SdFJHH33kQWweG4T2+pOPPoQu2qlzH5wHghBdvT3cc3KYWyxhdWUNhw8ewUppFa+//BZ+/IN3MX13BescY6nE9T89wbURYHRkjOPIobOzB9lMgTIDnEUYG9uGSQabDx8+ghHazOmpOdy8cQcDDAh2d3XTjtUpsxLbpijfTezeeB5chvZdwEivk+NbxZUrl9A+a8Yc++3bt3Dz1g2cOn0Kg0N9/iwecC1fvXbVr9MZBjZnZxegs8U6z93d3PNS2QgLXP/r1RWcu3gGD548xjvVJJYYrN62YzPyxQxks8cnbiNwAXi9oq6t43/+n/8Ozl24hL6RYZbVKHraRwZ6s9kMtu3ageNPPIFHP/lJvPhzX8Sf+Wt/E6PbduHUuUuYnSth67adeIL789MnT2DP5mF85uOP4znKO+cauHvjCt5583VMTU1yjGXKMYWOjg6Mj9/Bpz/9KZ5Ndnu7oU9B/+hHL9PmncUbr7yC65znaxz/yJat0LcB/eiV17DKvdnCEEXarTrXeI5n8D17duG/+q/+Gv7pv/g1dDIw/+v/6p9jaKwfEW3H7fGb1K0m56kO2QejrGNuuE06IJWqLMu7i96DIPDzk81muc4yUCBF+htFKbZNAXCeltoJpNdqJzAzaC0RCaIjUHnMflTW5GYaBaGyfj0EgUH9pMm/cJ0LEIYp9p9BOsogm8kjl86Rjyx1sAwzByNUeS7ReaLGAGoQRHAuRMy7o7rJcM80GhPjPueYBkkI4/1DtAFDk2ebwPNg1MemB9ks8emcIy1H25DAzKAnCALcP06zVrnqDPpH+ggQhWmA/SSNGKlQZYlQPIi+aKjvJuWuPGQUWat8nXdf9SNo89DqpkVD7dvAJkg2aKitQG1UrzrjGGS/Va73++s+St/8WM0MeswMZgbdcTwtdq18EEjmKk9YF/s2AWUiHEHIsUp26s+xb+XVv8bUpG2SDdVaFvAKx7mN2J1oJV6uZuZpgg9LEPJ+FYaObzHUnhnPl1L1p77Vj1mLX5ULHOUZRaGnJV7Eg5mRHssCxz0z5v2vLlRPz6zVXrgCVTinfsFxJvdAdQLVmxnUv5lBz/34ehd/KlPfGr/a6V1AqpAMBOomChx5E3+O/IAPaSZM4H+xzDyoxMyU3APNv/qS/0UyVYX6UlmbP73r/xVWmeoF7bwjA5o3gcoSGT91K2IElcXc/yX/RHs/8UXXUcaaz4DrNgjEt3l5O9fKq84RJwwDji2krByhlTdr4QZBwDYB7n8SKpp4EYgW4Dj2gPPf9Giq95mNX2bG+haoyOzDvHDvB9ULzIz9im4L18ygx6yVfqQN5ZFwjTVpUFRuZr4/4UuuKm+nygOqd16fxb/qwIfNYGbMffhj1hiTAigAABAASURBVF5L1DHOdYIY0okgcAicA8UH0I7ETaNNS7ztQgyWW4tIooS/+KMSpzYElapf8au8mfm+zUyvXp9VH1PWbRyfcpzgeDUOf87bwDcz3144vl3cRMy9WO8Csu5p+jx7aOHEvgwwgGDUJfBp4ygVsAhqr9RoOwM4YtOGc5ztemOJAfzt8OHDQetlYwwedyOv4p8E1XMYMDMPek+ozwnbAK0yM8MffwxmLVCd8Nvj07tAZQLlBcY1YWbKelCdwL/c+9XiP+Hdh1sTEscB36v7MGPWomP24djb/SvVXAmUVyszg/TAzGDWAvAxs3ty5uvG3CgHsAb/ucfsw1qNod2P8upXabut8m1QmXD1rrzZh3Q038bhG3WNjKj6HpgZzMyPQeMQmLXKkoQrhDqqftVedaIvG6sUfFQmYHbD7gSent7bOMqrPTj/MXVZ9rlNw+OQt8AcAuegd4HaeKC+6N3MoH4SDkb8tMdq1uLV7I+naic88HHO2B582Bl/q1z1Ar62flil9zbEPK/o3JBQbmbG9s6PTfVqT2a5egADYKbfuPeovnUuanpbqne1cxYAtDEcBptzNByfb8S+DebLND7JR2m7nXDMTInHMTOYmX83a6V6UR9qE7gWryrTu0B1ejcz31ZlgoD7gkD1jQ27Kzy9iwfNl+6Xbf+zyjUXAuEJR2WipVTvypu1+hGe6MM4dOkT5SqaahvxDBMGDjF921WerWOeW1R+P5ixIX9EW3wIJB/HMWYyGZ5rUjBryU5l2ssoJH8nF15MnWPPxGlRFZ2Yuqg34Ys3Zw7KC8yMuC16CfkVLaUaU6tN8BFc0bsf2nMr/LYsVK8xix/1JxAt4ahOPKd4zld5FEW+f7UVvkB54QuELz6FJ3wzU7FvY2Y+FY6gTd8jbPxSuZmD2oqOaIs34ZoZVKY68aTUrCUL4YkX4YmGAPc9ZubbxvSP1OpVyM8jWmYtnsAnob4LmPU/ZubT+3+ZGcxafao/ndtVL1qCdnulAvHjeaPu6lymfMw5V52ZeZ7UTgA+bfxWPVhvlEVLHiqTfgmEp/ELzMyv4zrvC7pnrTMO5/00tCtGACe91W9rH1Zf94DrSzgWsA+ezwKC5s7MuK/LPjQQU2bYeBz1WrIXqEi8KB6UUGdjngMqlXXeneoQf6pvg5n5bEIZq87t2bMDe/Zup2N8lDBCp8w2DI/08yLfi4OH9mAv64ZGehm06SLeTpw4eRyPPvYwhoZ7OQE1EqshpvOrTCfp+soiFuZncPPGVUzPTtL5ssRL/wLmFmaxQOfvHB2L86US1ugEqPCyWWKwYZmBpzIDOAqEztI5M7dQwjoDD2VeHldZd3d6BhcYVLg9fhcr6xVU6YQs0MHT0zuMBg9hS3R0r9EoRLykbqeTZffefeju6UUmm4cCYAODg9BXoQ0ND+PQoUPYvmM7XOAwOT3lAxkScpaX6Soj5KWlZazTyaiJm5mZgf6fTppfZHj5jlIRHTpZDyk6gDRBouM4EWZGWZinG/DyKmVIpdI0OmmEXKi023RqlenMXeMlX86FCHJoBZzkLJ2rmQ0D5UinyYsy9xLSChBl2D4V+bw5g3aSIBUgTIVgh4g5icb+02yf5vjVL0kgikJPP0OniPgOaUBVJ16lgA0qIhAj5EUucKDS1shXBelMhJGxYYxuGkEHncVDQ4PoZYDJBQGWV5Yh4y4+dLmfmJhkIOkKHc53cPPmTUxznmo00ALxBHNY4HwqYKp5rNH5ucbA5tLyCnVilZe9mHOU4zCMeAuYp+NzbX2N4wLAk4BzAbKcw1wuL9vKvhvks3XhqHOBlUqLqFKPpMQRZaxAeHd3Nx03aYCy0uVqlf3pa4HlNG5w0xBuwLE4ykxzIkMgWut0DOrrOhs05KpLU5ZG/kVXNDu7ushLlvOZ8vQlzybnyVkAg0OOfOorxCre8VGm02zF81vZ+MsLza/oiJ7GVquVvbxjGqCQOiBdCYIUN6MEKwwu3741jomJRTrtG5xLh84uh57eHAMMnRgZ7WbgZYhpP4qdOTqr1jAzM4vbt+8yIL0CXfISHuxp5+BcQJk1UKOzOaFSSV904Gg0mtSAeAOa1KMGge+UuxnYDhxvmo7nDJ1eBfT2dntnXI7rQIZmeXnJz1mDa1hy76KjS/qkchmhKArRIANL1BnNe4VOsCq9oA2u19JilXyuYXJyicGpVxkofA//93/8Gv7BP/hn+Pf/4cv4F//qP+Ltd9/BNgY9n376BP6b/+ZnGcA7xEDmNbzx5g9x4+Y5dHalcPDgLmzfuomO9QUM9g+gv78P27dvww6u7y1bN6PRqODIsX34whc/jy996efw4qc+huc+8SwePH4En3jxY9h7YBeGaOeOHD2EXbt2chYTBlIWsW/PbvR0daDMoOziwgx27hzD3n1bEEZAX1+Ew0c2odYoc25msGXbJhid/lduXPb2Tp8Y0ift56n3USrDOZnEe6fOc45ilKsNjHPNzDEYd+XaNXjn6NQU53nCO+WWaHtOnXofFc5VsVgAYOx7p3e6yh4F1JOEG0DAQMbw6CCe/fhTHNvPoqJPy775Gl566ZtQIPr110/hlVdeRU93L0aGRzgtMTaNjKK3uwfrtLcry8t07g4gFaU43nV0FPvwxZ//JTz04MOUIcvTKRQ7cux7K2VYx85dW/DY4w/g8ccf9e9aT7IhV65cwe/93lepX4ahwRHcvjVBnclzn+inrvShrz+N/XtHsW3zVgTIsL8ctjHQNDk1j9/67a/hzXfOMkjTgLkM1hmk417JgOwiSqU1vPRH32aQt0r9y9HeZryeUhxsv52yr2FyapW2tEzcJUzenQL3PARBCP3hwve++wOcPnUBb7zxHm7fmcAS19Mqg1cVyj+ioz8IHOqyG/UGUmwjh2fCda8DZmVtHV0c+zNPnqRjs8hgahn6hHfojP2UfABs/96D1LtdKBR6MDe7gjffPM2A5TlM3J2hXvair2cA2TCLiA7OiM5NhxArDETqa7pz2SKdyl0oFjphZtA8d3QUcPjwQZRp+1557YcMrp1FJh8ADECOjY0y6NHNPLC8sgTHuZ8rTeHmncuUcyfXaUgZFRBxTLAK9+bD1Idl3Lp1HXJcb9++HVnuIWyIG9fHcfHKDZSoA3L8Sx+npxeJ32Tg77tcz2tIkjTeeed9vPLyG1yDp7C+3kTA+ZlhoGCofxSdnd14//0zSKdCBpPWsUgbnIryYEwUzUYOmVwnVldXMTM7hfm5aczyDFClg79SXaUNWkUcV6EAjr7KvMBA0949e1kWs67Kec7i0cdO4IEHjuLBY4e5h+epe/14+OHDdN6PE6+C6ZkJ0p5EjsGgTJYHeu5rUTqC9tDNWwbpvJ/Gay+/h5A8AxHW12pYoj7NzS6hi8GQG1fvIEOHNWgftX/EDDRWa4vcR5axsrJOWYDz0OT4cszHGB7qxc6dezB1dw76euiJibsYHs4iFYbUjVV0FjNwnJ0VBmEvX7qJH3z/h9ThOfyrf/5v8Ptf/SMc3Lcfu7ZvBg9IQFIj3SbqPGdo/TQbhjCKkMoYtm6jbDu6oa/Anpmawc99/qdx/v3ztEFVnDx+DJM8+8xMTWMvA2abN21moGwet68sYHqihB/94Ef48le/zP1zgYG4Aka2jGHzji3YvX83+sl/Z3cHdTVPB2sD9Wad57ohrHGxXbt+DScffwzrDGhVGzXKoI7DR49gam4Gk4Sr165jaYlBUgZBOjs7MT8/T31LMMCA1DLt/9kzF9HdOYavf/WHuHL5prfBC3Oz2LZ5M86eeR/6BoM+4t69cwtbR8dwicH9EdroZdI+tH8X8jkjXyF279rEuc5g755tXAf7sWPXVnR2FtFsNsBFgoD7dcz5anC/1T4aOIc7d+543tYYsK3Xm1jluXBxaZXTGqFO3ArL6jyLJAylynnHJtTXGvQELlBC+k3Oic8ymJEiDz1cmx3Yvn0Henq6IHvQJA917nGObULOuZmRTp3zmELAic9Q95qU6RzHXeO8plIpsmzIU7eFn44i4hnAy3yzmbC8gDQDIDp3VOrrCMIG5hdLWOe5ocG+Eq7hvoEOdHanMTKWxfMvPs398QxWSiuUZx/l1c33d3BnfBHf+tYPMDm5SL6HefZaxO/89rfwH/79b+M7336Z+/UgqpUG7Us3jh8/gWKhy49NlwKdD4rFIk6ffhcuiAEaz+kZ6vXIAAr5DDKpLHZu3YtCRx6Dw0Ns/wgef2wHz/VznOcb1P8t3Ld/hPPnL+DC+Yu0F+/i7bffxeLiEudlgvvdKehcND05zT3uIm7cuIi7E1e5rhZx5zZ17uGjDFD2YOuWATz22H7uy4/jySdPYPPmYXR1FzAyMsgA7E4GJTuwY9sAAtroFNfsInWRcWFUGQC+c/c2enrz3s4tL69jeGgIkUXIZ3Lo7ipA35hy4eIHuHjhAu3pNVy8Oombt+YxM7eCldUmrl8b5/qtY2FmCWPDW5GJimzXj23bNPe9PsjdSXsxNbWAIMjiyqVbPLalua+cx+x0CUkS4eUfvU6et1IfGrQVdfI7gu7ufsppibaXd5WVFWQYAK9wbnXu1VrI5ann+7Zy/c7i9dfeoM2dQ4N3J51VZmenoT8WyuXS2LJ11P+Byguf+RQGKI867dQI94Ii94otW7Zy7P3UnRA6K7z3/ru4ev0KVayBWxPXeUdaxPW7d9Az0AcFFqvVMnq6utCkHl85v4L56QXqKEDzgzMXruDv/6N/jJd/+H2unToq5VU0aaNXluZQLa/gxuULuHL1OhrZTtwtVfBV6tb2w8dx8ud+EY9//EXq3gC2b9mGo3u248CWPuwc6UJ/3uE4g/IP8O44NtCDlaUSz2zXqS8f4K233vLgnCMPRr3sYBpwn5jD7/zeV/AP/tGv4lvf/i7+4KWXeD54F89+/BMcYx1Xrl9HL21HlXezOvfudOjgCEOD/Xj+hU9gevYu94AURjb3e5uX5/pTHwFth9Zkk2dRvUdRBJ1ZIx7mZEuUF8Ta/7m+VR8yNSN/IHC9q106naYeBFy/ec5pBqKJjUdtdZlWH3XeSwRmRr2oQW1FX+e2Gu0DLPZlSaJlZzx/pCifFTSbCfeFBtvU0WSAsklblwpTtEEB1HcunfF9p8h36AIYYWhsBOlcAVXiyz7qnlVvNBGTtngQTw3OufhSKgAfZ8bfgJlBdcK7H8Dn/neNT3iA87w79h1syNU5B7A/NkHCuwOJwlRmpiLqUkx+EhX7tmqnNmbGMvNlendO7+ATszzh+mp6EHHxIh4ETc4TkYhj0Hud9wrNmfjTe3uMZubHpvI656RdLloCM/PzKdkGLoSemHcxJPC0wUd490ObvvhlNenHSMwhgXmdUl8CtRGu+hWeQOMDMZUKVCY8blUQmBn5oSzRGr9wWeTpipZw26nGItC7+sN9j97NJEuCczBryUnlQpP8zYyylYzJOfNmH31v01WfatNOlTczaPwqE5hd/nOxAAAQAElEQVQZdIbRnGtu1E+7HHzMxEcL1LfWltprzswCJLHBGeWvaAs+fMzMv5gZzMzn278odUop8aA+VW5mfwzPzFTl9UQ86UU8tMen9zYINQiIbzwTIIHyju9JEvv2mg+tYb0r326n9dxq63hPj1rtHDG4wJtc02akiQ+fhOUCyUl8fFgDSDYqC4LAj8XM7qXCUx3wYZmZof2YfXQOVW7Wqld/7Xczg1kLVCYIghCBCxCYg5ZwwjWmvswMmiuzFr5zIWUB6mSTaQwOxdurBm1Oezzqi+igBAitnzYN1QnMDAFtd8C7TBA4AATelRJCTH2gyHlcTkjCWMcfZdmZ2vLtHv/OOZ+/V+7M89suBx+NQyAcsw16LHcbea3e0BnHDqjWMW9mPi/darVtcqwab3IvxcYjusLZeGW9ckbehUvG+SqcRNrqxyD9YiF7cC4kvwFfjG+AmfHdeTAzsAA/+XhapPOT5fe/mxmbCu6XT4sX4ZmpzpT9Y2BmG23tXp2ZeZ7AR/2bGVdIsoHX6oNV/kf1PvPHfiWQcuksLqCA8Cc9am9mnnaiXjbGamb3eDBr5c0MetptfJ5tlArMzNNR3gXBvfZ6vx/Uvv1+f97M7rVRuQB8lAo07wIW3etH7wLVm5mqNGx9+zEczP/zhRu/hKdsW2fNKFuOuVVuqoKZ3eNDtLXWwMfM7tW12/t2bG/Wqmu/t9YZ54DtPC5T1bXB+O6Vl22Vuo131SsrUF79KxWorA33vyvfxgso9zAMiMbZZCeq44v/UZ6l3EebHsysNc4NHmSLDPzHcrNW6tvcq09YC/+oXBnRU9+SkUB5ga/nRhu6CFEQwZmDESQLD8ybmUhw+Im3b+12GoNANARCMjOYfThXZrZBs1VuZtAjfIHy6qdNp8FzWRwnKkbb3sZxy8b4Qv4yI32mGofOEkr5CtEwM4iezrDaN0RPOO2+sPFonNprXeD8mIRX4/lZ1WqnuVH/rT8sAcdgnq5zDoELIByddc2Mdr/h50l8qJ8gaNUDgN4Bg5lBT3sseg0Cg8CZZG4eR/gxDb1SgZmh/ehdYGaeH/BxLoBz5Clopcq3wYxt+aM+Be22ZubbgI/KNA7JQjgag9KA9BLyIbkk1CvRNKPcmVe9gM39j/JtHOEJ1P5+MGu1FZ7w1Y8g5lybmedH7dpg9iE++EjebRBdFnnZxtQNgei2QXVmRtkG0Lg0viBwKNOvUG1WvJyx8bTbtFPR8sB7kU9JX6hmdk/mKhfvZMD3YWaeptl9qcO9J+YYhS9ZxvfRM2vhC1HlqhcfGmeGvsk0/c3i38y8juqeJDqO890aUwDpivRb8Z5Gs0E5kmYgoO5xb23y7K560Teze2NQP9rHtdK4ujwd4Yq+cJukJUioA+Inl8v5+534CakbZubXgN7VUyoV8j1o9c86M/JwH7gtW8foRO/BMC/tuXyODtQ1HpKqvAjVsbq2zO0pRp4BrT179mHHzl3sLE3nzRQdDneYTtAhP49mg/jNKi92ZeI3USjmeAmMfKR8hk64WQZRVxiwqtCIRAxcFrt7YHQ8NeGQLRQRRCnE5uB8GrDvhG2rmGPbqelpOkHm6ARZhwtCZIhvYcjgRAWr5TWUaxW2dzAH8rtKp84iBxzRsdFNPopwgfPKEEQhFnmx19dLLjGggI1njYHYuwxqLCwuQsG8arWGmi5gnCBdFAK2l7DBkTn2wfMWlUrTIwDzrNlYfAkVStBgcFh/uV8hbTkkl9lfKuWIG0OfolgiHy2jFiOMqCyI6cxdYYBgFZrkMOBBKwigR5Mth4j+j65qXc7ousdR7xpTlE75MUapCBZQIbkLxeRdSlmnvDWWJheNlFhlAuUjKgbYb61eAXiJKHbm6aDvJT8O4s1xsKIfUm5RKkIqnYKxbLG07J1VS3RuKXCmT5qGnDdWos4AhfpS8FIynaezfXV1jfRqnJsyVun0zFJh9+8/wGDYQc4PnQG8EK8ykKDxSJn7+gYwPDyKrq5uhJznBp2iawxs1TknAWUi+tR9pKIMMnQydNDZK0hJnzhOjW+NfVYYyJQsXeCgxZhwjhI1ROsxA+1EAuE0Vcdix/EJ1Adg1OG0B/EmujHnt8HLQ4PO2sACyCljxNPXPK7QebZGJzVIuIvOq0Ihj0KhwHF0Qc4dObOkF+VyhX0CUZT2ELiIQVRgbbVCOTUZ/Gi1y+YiBqUiOtb6sWffNmzbNoKtDDBuotOxr78TQZjQoTyHxdI8YZ1rhpyY45gcAupPFEXsp4kqdbFeT6ChR5Rnls66XD6FVCoAhwsOHXqCAIjSpBEBaQbVs9k0slyrGTp/JZN1rrUFruOZmRnq6qqER1uQYdMECvatr5fRoPxFtELHUYWbtuQW09lTXatjfm4Z1xjMKC1W6Mycwte+/kf4tV//LfzzX/9PeP/MDTqV16gfK1yDCddIgs0MCvzMz3wKTzz5KPT1niOjA+jv74I+dZWlc2t1aY06kMam0c1Ih2mU5kvgLYw6YyhXliCH9LEHDlCmazh/4ax3XGYzGWzaPIqF0iwmZ+5ghfatQWd4SFn19PTjuedeQC5TwNUrVxl87MKhg3vwyeefxiOPHMX2nYPYvbcPQyO9tHtTdAQWCXnmJymnFK1DA1u2b8LJRx+GCwJcu36TAbAynch1BEEK+trF8TuTtJuTqFZqDD7eoRNxBscffhhPPfUUisUu0poHVQxaM4Vi0X+CYycDvceOHfNylu5VGfzYsmUTHc4HGMC7TfwattKGP/jQMYxSN7p6ihhh8GKZQbNXX3sN1xi41df5jY9Pct6qcBZA6yyhw667t5862g39AYs+JaUAaTod4VOfegE//4Wfwq/82f8CX/rSz9LZ/QScC6D+tTa3btmJtbUqvvKVH+D/+tdf51hmsW/vITz40AN44VPP4thD+3D8xDGkOE+T05MMgHLOb97GD370Fr72je8gm+vA0NAwtmzbjrFNW1Hs7EY6E6JOXfnRj17F8MgmHHvgMMe1HTOzs3jjzTdx685t6CtI9X/WyQk/MFjkOBxSGaPDtQpwBhwV2pimqcfZbETddphmILBWqVMvUmhyzDBwHHXKmGuG+ppJpdHd2YWOQoZBPSCdMvzUZz+Jx0/uxxOPHcanX3gURQY3zRzXaQVpOvYzmQ5UKgmdxJMM7M7COeOclnGWgUbZiGY1QaMSc9130EblYRZhbm6B/cbso4EoFaHMvWFtfQX6f5Sz2RRld4TO4yfxmc89jycYzP3CF/+Ul3tI3Zzn3pS4BGUGJjdvHcK+/dtw9MF9eOKp40inEgbkL+PwkZ3Ys3cbx1zDAB3pjz32KPr6+tDf24uHHnwIjz/5DN/HMH53lnLfzTazmJtfYXD0ImYYVDhMJ3mtxj4YQF3gWtL/lXv58hWuxwqDLAW88cYbeOettxlQrjFgMI/BvlGMDu1EPjuErZv3I8t1o68EzRciVMhnhvMyM3ULDR7s8vk0JhkAWWVAOMMAg+bw9OnTDAy9jIP7D6BGGzXQP4ClUol7y10Gi26iXFmGvhnj6rUPSG+VAYQu3KQO6Q8E9PXXp06fZbua30f27N6N55//JIORT9G5P4xbN+6Sr27uR4ZLF8apGoY7DKwPD/dj+/at1IMGjHrS5GGqqyvP9dJLuzCInu4spOM1HkjN1fwfHXz1q3+A27cnUGcwfsfWHmxlUKNCuzHY34uujjxtX5n7VYbrocS1lMP4nXFcv3IXzVqMix9cxOULlxExaFVhUKVJI5zJBdTbNFLUsyztq2zxzh078S9//ddxhcGffCrEB++/hwtn7+DP/5mfwfL8NH73d76O/QzMTjAo9PaPz+Af/i//HH/rf/zn+O73v4d33z+NrTu3Y8feXXj8qScxum0MpdUlhFxPy+vLtKtz/v/aDKMsXn7lZc7/BOU77v/QbNv27fjK1/4Aw2NjAPtdXF1G7+AAVhmAMV6CM5kMbdQ8VpeWcebMaerMBLq7e7Br5wHkc734/a9/Bz/83lt4/NHHKOOEgeRp6BPwkk1fbxcOH9qPdDqNYo5yuTWOU+++hQ/Ov48b1y9yDsqc0yIOHT6Anbt2IJNL49rNm5RnBS5Igb5IOASIwgznKuT6atJGdnJO6wgYVIAFqBGp2khQKPZQpp0sT/lzYxg5mAPMDDEP9jobVKtV6MyyymC/zhJ+L+aZVPWahwb3LLagTlW5hhLy10RAOx44hzr3sjL39oTnqnQqggEQPdFp0oYILwxD35f2d533VpdLUPAnFUXQAR5stcK+Szw3ra9X0eTGm+8ADhwawDPPHsChI4N4/ImDePZjx/GFX3gen3z+Cc5RGs99/IinE1rIYFeCqckl/N7vvIYtm/fgpW+9gnfePIvvfvsV5Emsq2sI+w8cw8zsKm7cuOX/H89T773PoOYNXOd+lM8XEbgUx9jEyPAOrtke2sEauro6uVctAAw+v/nGac7HLhQKnYioM6XFFSyVVrW10k72IhXlsHXbLiwtreDAgYOYn1/AkSNHGdi8jYDnDqPggyDNthlcuniZa6oXWepAZW0NO7dvoa48jKOHd2Gwr4CkuY4Cg+rFvOHypbNwQRNjY0OorJcYnCwyP4wa98o53gNK3O+1P+w7vBtHH9oPuFgrmDatC2gAuWyOwd47ePXHr2Hb5i04dfoygmwPokwXNm8d9PplLovX37yOVIp6PTOPVCRZVHDr9nXuD8Y1vALNVbGjE3e45k+9+wFtyRSWFss4d+4y5dWFzo4BvPfOB7h8+Rqa1L2EDuCQ+trfN4QoyJCPAoa4t8n26hw9xbvF7du3sbK6Qr2KcfToYRw9dhjag5eWS4iTKmQDFhbn0NlV5HuDZ5VZynUG7777HtK8cOq/mpiYuoP3z51lsHQVAc/k6WyG6yHPffY4Ors78P7Z93Dm3Cn09ndhbOsm7pV3cO7sWSzzzDbc14v+zh70Fg3Dgz3kA7DAYXqphjepH3/3f/t7+K1/+694VlwnnVP49ku/jx9+55v4gz9g+trr+KMfvoL/8zd/D1emyG+OOlMq49/82/8bf/8f/mOkUrSZtDP9+RCPPbAfxbCB25fP4fKZ97DIIP3+Pbt5jtnDM86TOHr0KEqlEs9AdynPM7h48SL0X7M0uI4XS0uYpS7dpP20MIXf/K3fxnvvnUaKZ/wx2id9QjNXKOLdt9/EyvISjPecs2dP4+KlC5iZmcLq2hKaPMu5kGMzh5A0mqTL5Y86z+tUGO7fMds54iWoUK/MAjgXEgKonr9YF3MOYmVZ7jw0N9Z4mXv2Om2Gmfl6rXnVyX6ooEYbIhywOuH6FgS0IcJJkph8VLHCPbBWrXMN1slDFSxG4MiHOb/3JOQ5DCKfB4NMgQUwQsPfrWJkeB5PiAvqQLazA1to+8NcBg2WxexLnKsNr3YQGPiP/DrnYGZocCwJeTMzsYx2ebvMzBBTaBpbyPUckKbqBBqH6gS+MX81eMdU3f1lLObahO9PQCjvrgAAEABJREFUdZaAa52c8XAbkaavJA+qAx8z87hmrZRF/p2tfGpmKqKsYs5P0+fFV5RKwQXOv4uWmXl8x7GKV2ONxpHhPiZ8vvof8SrQS+KZAdQmSUxFCCj/MIy8HERXoAqlaueBBRYEcFGEkDoa0abAHKkZEo7X41COREPIvUH0lW8BEYiZcPI9HvMxocH9RfZH93c/dp75FHyQrpszBEHox6exteXepqsygeglZMCsPRby6MgXy8BHdcIRiAszQ5uGUrNWO/Axa+XNWimLfP9mrXczgwuAIHBM2Qf4sMzYn5nxBR4/kSIS1Kd4BB/ncQLKmHhkxKmMwDf+Blr15tubtVJfcf8vo5Q2AEwDzYenazDTPCSci8TnRU9NNSUJ5zlJ4MvNDHqUhCG5sDoQN6DRGGXuAoMgIf/gHCWcsyRpApobNjI2gVG3CTHrYECKehlRL9RHwl8C8DFjJVPJQWUCvnoelTdr8awyyUl4ygtUD/KtvMC/K0No580MZi0abf1gtS/T+M0MH005yg05qNwFzs9lyJRUiGv+HXzMRNtxvhKuQTaihIIg8LQ5RI4BzDu2CajvAVPbAJW1wMyIY9BjZnCmcgMTAOoxgNmGTiCguFlG4jHthsbYlknMSdS741zLRpmRBlq44KNyY52Z8a31Y2YwM/g6pmYG/5C+crJR1jSE5mBwvm/1Y8Y3lmHjUb+aB9vgD3x8GVMzUiI9qYFwlKqulTYpo4RAXeE5ix2wBWCi7QLYBr/iT2BmMDP85COeBKKrOrM2jmi3oFUO3160hNtuozz4mBlUZ9aSm2YUH3la5fcXqa3otIFN7/VhJj4E97f4z+QpbNk1/AnoZoaAehU4yoR5/MSjvqUH4kWgaqUC5QVmBjNTlvL+cGRmH47JrJVXO4FHvu+XWateRWZ2j57exYNAeTNT4vsRHYEKzFrlygv0Rq2S2YDxn/BEQ6mZ3ZsLM9YK8Mcfs1ad2kkGStVemPdSvihPVObaWuazXLtNrt2GP+Pebx/IPBETctXCU3sPfDVr9WlmfGv9qN92/wHnKs3zvfY45aVTwhL99v0Ibcq0p0bQq1mLnllLzmonMGu9qw/x5YhsBPGjPpWi/XCtcVAwpffKNJSExfE9UBuBUJwLIJsRIIFjXyojeZ+0f5mZz6qNwMzgnPOg9zYf7TGr/zrPfjX6McS3mcHMoEf4KlOqd9ExUx3lzbT9HlCOZioXFqC9pN1GaZuGmfn1AT6Sr+rCSGdYx7ltQngC8ahU9YEL4OeIfcQ8/6md5kc4qgcf9UzJAzRWyqtc9QLxqD0tYHuiol0nOsoHzqC2OrcIX2UCM/O8qp3OMAn3TeGIL/ARzv8vIArMWuO6H0+9mfE3QbSdo5YwL3yBWavOzPTqZSK+NF+FQoH7U+hlJf6DQPTrfG94UD9mBjPzbfXuM/ylvHhvg95Z7HHdBg9mBv1TuUCqGXP/ijf2LJWZEUPAFzNKjkjir0YdEs2Acm6D6BKNMufUEE/194OZeRl7HeD5xaxFr0q/Wy2uQiD8dv/Kg4/SJnlSufpWqjKwvdkGf0xj9ilduVfPtmbsg+tH7dXG7EN8M9axjWgKVE/O2ar1o/GoTLIXqDSVihBRh4PA+bkBH7VVv8yyLkLIepVJRnXGhETDzAD+0ABAf8yps3ODPj3xCj5Km3xXP6KVsCwxAxc+PBg4502orkGawg0oe62VgGd2M4PjvIKPcOTzkf62xhOzNIFR99VGeK5OR9E6g0/Tk1OYn5vDMgN/gjU6P0qLS1hbXefhMA3nQigwNzs3j8npKearXKAhOrvySDP4kkpHdP7k0NPHS/tAPwrdXdDlrkFmIgZjs8UOdNK5m8oXsM6LYZmXsJAOgZDOgnQui4CXl4iO7Vw+jyidghzxEQeUjiJ0dXSiUMyzLEIYGgOoa1hcnkO9WeaxpI618ipKSyVeqNfpEKh54ejSq4t7ic6rKQaAlK5wTBUprFGK5Et5BVArDFBIaeSgSJGnLPnp7GSfhTwvrxk4JPDGkoFWTWSDgb2YQbVElx9e4JuEmEbKZIioSNL8Gp13Ncq2WMyiu7sITeg6g4ZKNWkCTVCFQb+G2vpJCf3CiDmqKtuuMYjYgjVoPA32CT5mRlmkKP80IYUwCiBlitl/k7Ri43STXpWBSgW6FOhb4bxKHjWOP4oixBZSTlUYnVLdPZ2tQCoXoxRGfYnPFjRg5uBcgBo3C0+fY0zMQRfIHOcWMDq/K1ik03VqZg5Lyyt0FFSQABAPa3QkB2GIoaEh9PX3IyF/CmxP0tE0zWB5FKXQ0dFFh2AROcpe8o9SEVxgaI1/lX3XICeE8RBboA7JWZVKpX259LUN0tEm5dCgfmksWnTpjc0e5NNx3pkg5hjAR+/SMzO7b2E1ADIfRSmIV0GKl+UU+0srjVLUiyycC9gmZmpoG+oig2B56nAmnUWWzvJUKuXnbp2B5KqcKJUGojCDdCqHwIn/GPVaE5lMjnrSgwzbqH1fXyf0Bw6dXQXSSSGVdkhQ40GoirX1Jep6iY7jdfB+jQwd55l0xDSFQkH9pgHE/pNZtXKMXD6D/sFODA33YXCwF52dBc8zODAjZvsnptEPKPOItPIcQxAEqDOAL/2Zp6NLzuga9SemEZYhLdHJOjO9xDmiU4jz4siM9ENgZrJxQALkcgVUGYwAnUNROkS+mEWNuhylgGJHCrlCiEw+jfWKQ8D1LR7HNo3S6X8LV65e4nJq4uSJkwxUPoaTjzyGrVt24NCBo3Tq76PzsgN3J2dw7sIHuHbjCmJXQZQxSHbj4+N0yJ3iGBp0Yq3QaXqT/RVxd+oulhgQmZiapHP/Et55533KNUA+143yWgPTk/O4O3EXk5N3MT5xE0eOHcRDDx9BkXNx5fpVyjmHY8ceZL+TuHXnFrK5NI4eO0L5DkDGtocBrBx1tLOrm/Z0FR98cAFf//o3oK+urXAt9Pb24eTJR30g6AoDVtLlVQYyCsUsnbSXkKKedbHtyy+/hV//F/8WX/v6N3Ht+l309nUwoLsDvf3dDGzcphPxLh588Ch5ewhaz6lskUHfvXjg+EnsP3QYY3QqP3j8OHrYX6GQ45w7TIxPY6W0jIN0hOcyeXzjG39Iu7/AOsPevbvx8MMPYXRsmLSn8Nprr+IsHbLS3UnK+P3T5xksmkZf7xAunr+COoNv5gA572txDWu1BSxXprFn/1YcPrIf69VlWrI6LKLzIYxRrpawjc6/3bsPck0AIwyEr61zXVP/K5UmbjPYrK+WHZ+YwXe+8zq+94Mf4PU33qRj+C7mS4t4591T+NQnn8Njjz+KwcEibUYKMS/ANQZLq+UqBrnv9FL2jkyVSlU0aK9SqZB2KgVrOtAsIBWlqf+d6O3tppxTXIsBzUGDtqWKPbv78cwTJ6gHAf7qX/kVvPDJR3Hy4QPYvXMbjDq/urKOKp2wCpTL2X779g06/TuxZcsIeclD7z/43vcos3O4dOkqg8wTaNQTbNm8FUEQYZUB7iAEAxHzXBY1D8YAQld3AVmu0Qz3wpGRIQwPDwEcwzL33q7uPugTkbKDYWRIpwN09xSwfccICkWHz37uE9i3bydSLJ+cGmfbQejbJnroYB8eGtCSQ4aBhqvXrlPXr2J8fJb6P4/f+I3f5fy+i+WlMm3DKG4yeHCRuljlvmOB4fkXPoEXP/UCurq6qL/nOb4ig7S9tEVpOAto9wwdxV7MzS6gtLTI9VzD8eMPwHE/6exII8s12M3AfrNRQbNeYXmCoZFBb7NqtCmbNm9GNlvAnTt32UePt+Mz3Kdf/fGP6Wh/n7q4k22aOHz4IHXyOOVexYMPPIjR0U3YsnUbHnzoQXR3d2NxYZH2JYeItmqcQQvQrt++OY5LF68zkD4PFiNFh3+93EAhX2RQ6Qblv+TttYLo2m+2b9uB7dt2ss89lJVBcu7oDBFSZwcHu3CEPBzZvw99PNOM6f8fbdZw4MBu9ptGOhXRttSozw5p2k0zoMi1FiCC47+OYgZFymPHzhEYHXAJYtqJXnAbwVbqTZP29C2usxBNZGnjRwf7sZ3r77/7m1/AynIJFy7ewXBPDqfefAuvvPYa5hbmcf3GFLbsyGBuaR5jW0bxKNdD32AfCj0dyHUU0Mug8cLyAvUrxouffYFzA+pBDcu0MfOLCzj20AOczw7ar7tIZyOU9A0CPHQ22GJ6YQ4nH38MBZ659H8Kbx4dQ5XB1b7uTowM9eOhhx6ijg1T5w74AMnYSBdt8UEGwMrYvnUzujo7aE+maUPv0oaOM6idxusc39Tkbcori0cfPYnxu+P+jzx6eRZ4/a13MDk1hyvXbzMwcgeXr97B7Ylp1OuGddqEaiWGmfProUpZBVEKjRiIWVbl+l5ZWUOxWKRejGLr1q1cbw2YGfSEPHM45uvEA/e2ynoZ1XIFcTPm3IaIogipUPO34vVvlWekWzduYnFxkXrjkEmnUOd6KBYLEEXte2ZGFYsJCeVSRa1eR54XtCp505kioQxVVmO7MAo5951wQcCxVFGuVGHMp9IR1+gW7Nq9CU8++TDn7yjfd6DRrNLOX2b/C3j//bPcv4lvDvp/OgvFHINsi7h9Zxq79mz3curvH8Ht8TlEqQ7Mza1Qr8uI4wCpdA7S6QEGxrWm6tx7yQ5uXLuLmakVTN5eoGbmuf56qLdlruWmH0+DF4oaA0/nGKQ6ffoc1/1FvPzyK7hxfRGL82uQLM+dY/n5i37PLzC4tWPHTv+HFidOnGDfMdLpNOd9Ch+cuwhLUghcxLZL0P9fXZqfZfk7nIMldGrfz4I6eJ3zfgbPfIw6l8vgxz/8EZqNFdSrawzEFuACBwXDjLIMwgABz7qbt2ziPaOP56AKyrT7fVwzA0N9SPMeAtp5fRK9iQCL3OemeFeJUg5DQ11o0BZt3daJzZtHsWv3DuTyaZZVkUqFGBjsxtjmQSjYtW/PAfY9iP37jiKdKjLgt4RGzXGPACbvzmFhfgWjI5spuyr09PUNePnVqGdhEMG5gO/AKoPnAwODlHMWAwMDPIu8S+1osN0abty4zrPBMnV2C3loIKJe37h+CyUGFbUPLHNNDg2PUh+u02bfQb1R496+Ddl8DhQqdE9pWgL91wJbtm1CJ23ttZtTGBkbgOzQIoOzB/buQZ46brxvnXnrLbz4zAmsLK4iHUWgSiDK5XDr7jxu3LyJ//Sbv4Efvfx9PPPcs3jk0Uc4XwM4dPgAnv74x/Hs8y/gl//SX8Xf+l//PhZWq/j1X/+X+Kf/8t/ix2+cxi//hf8Kuw+dwN6PvUib0otByuIJtj926AA6smlcY7Dz2oULWJidhT5BvG/vPuzetYtB9ZN4jHgHD+3GAGVfrZcxS9szS/t27dpNTPJeMLswgx/+6Pt4meeANM/tMdfY97/zXbx/6n0Uu7tx7MHj/nygs6g+UW3mqDsJVhhYXa+s0u5VEUQOMRoII4P23lqtApIClZN3kyptSdowjNkAABAASURBVAOJAY2kgXrcRIOQAH5dt9c7X71up3iWd2zMLYbzm6BJO6I62Ysl3jPNzOPVeE8Unu4gNfIsOkACM4M5g+rUtrJhi5q1BgBDhbpcow4lPqCaQo1t1Vccx4hp9NRGemIAGglHRedURBlnClnEAfkJWuXOHEIONpPOwOkfz936Y4y4HkN9606kVGBmMDNfLj7NDEXaU+EYeQ2CAC08EA9+fDrfa2xm5uUgewc+aiNQvZlBbcFH61fjEP81jo+NkNAex7wDWEyEJrha2Q95DczBWKQ+fxLMDGatPtW/+FVf6kfAZr6+nUoOwqvyLq5U5aIZhiHEp3hRueioTmVJ3KIvfv27MqxUuyiKoLbqq8nzoPpWW+WlOwl1g0MBkRDRFjW5p8fUvjiJ7/FFUhAtgfIJ65rce2PqnXMGIgJMpZNm5nFhIL+kbE0EvB+5wGBc++o7IX9mBj2iKVBe5U36ApQX6F2p6gPOKQmgwaBhgzrUJI++T9ISnugKV3mlbTAzNvsoNCmHhO2dA3S+AfNmABGp8SAkXg/MjEWJH0dT/hKOF3zEjzHVj/KBcwiES16IzDas1TtB9Wbmy8SjQDyacc7Yk95Fx8yUtGTHnHAEzpwPZhCVpcIh03CkJzCmhigVwlH+jjRSgUPkjBjwdeYAFxjBwVTuwCcmJAR4HPUjPgQagplBj3PO15u13lVmZlA5+LT1UO01b0pZ7Ndbi1arj3a5mXl6ele9QHm1AeweXZUJVC9QHnzMDM5aPIlP1UkuyrdwqLnUyybPBAl1tMEUVEpDAL7S9lG7aacAB7C/WOuZugA+ZsY5d3CUkfSUr8w7lgU+bY/ZWB8EBudIhWA0BuofSQCph9Q35n6esF+9x6Qv2ShNkpY82DXMDHrMzOepZXCBgyNhM1MV7uG33vxv/VK5KAVBgMA5IHbcGgIYx2VmMDOw0KdmxpRvG2MVCwntRbORUB7SA8CZg/r1dD2CQetf72zpaQHqsQ1qJ44NbAwYfygX0TAzGHkyM9z/iJagXWZmvk/wUXlbPsqz6N6P3j8KBjODxm4gV+RX9czyR/y1yvjif1Qnh7V/ue+XyvVKUkr+RDDKqY3XRjBLIJthDp4PbDxm5t+Fr7FsFP+xRDISjiqUCsxabdtlSgWqEygvMLN7OmHWaiN6qhO0cdW/QGUCM4PwzFptzAx6hJ/8fyn7EyhLk+w8DPtuxP+//WW+3DMra9+ru7qruqr3ZbpnMDtmMMBgMAAIEjJJESZlyTo+kn3II8o8Mg8FWcfHJmUdy6JNHRMEKGIhMJi1Z+me6Zme6b26uqpr3ysrl8p9eZn51v/398XLV1U9A9LWX3kz4o+4cePGjRs3Iu7N94r6qVTv/z4wytnDwGFLwL/AhzcHMwuAf8ejfsRXF4SmMqUC8SgwM71+hJa0LaGd7uplGjDECmvIm15V1mmpN4T2Zp0Ss06qtVij/1qp+pIeRdxbuyB+tOfjwUdtCVzSQIcM9LTorxW+8kq741KeAuKaRAD1JQAf9ad+Aw5lDwJJs+ajP6H+wSKO0czgqH90ecM7MZKyOaVCGsIXiAfxJdC7GdtwPYKP6pq8+4m3OIphZjzHN3lXadIWcK8mjiOumWgj0GYRujybdcpVZtbJm1mgozJmAh2NVX11ofve5Ue4Ke2R3pUXntJu3+JdfCr1zvGuk+HxpHP+eZCW2uu9xTHJ5iNNYCSkcoHaq55FMLMAGoveVZfQQLMYLsiyM17hC7o8KU1J1zmAqw8p5wF8uimz935UljwwLgSbSZ5MufvzpGIzuyfXTrsk0O7mxUODZ2mdA5WCT8dOI8iiwHtQxLslNYDz1GbbTnuiMZ8G6OYT6kcXRLcLKjMzjt/BeXePHzOOlONU/S8Ay8UjwtPpRzgqcxSSwMxgJghI4ZfqhdcFvatC89Fdew+2baaNEFQVDklt0TPy6CA8AfiIjsYjunwNP2YWcMBH5arXHtDmPHbfO/OvubGAK3pmBj3CafGcr1TvqhOYGWWdhPXStSHC0TlDfJhZ4FNlTZ49lKq8zTNJS0B70SKoTHSlFcFAcE2bAwTqh7nQj/AChPnTHNPCmYFGAKKnOJn+ELZBR4l4kD6LvnSmzYOIaAnMDPcf0qAcQFuqYqf/12ZqcpIO20nUeOmQY6i/vx895Qqdlf10Og/S6VDmxbSNRV709UlE72PoUqdP4unSWyMD+XIRQ9vGoE+erlNx54m7yUu8p9cwX+pBlMtjncGkpdUqVhi83WS+RWVq8UIqB44uZDU6mxy56u3pwYB46O2hgyRDB2eMnt4C8oUMrycNBlPXkBiNVtokz5u8PK+jurERlD6by5HXJtboyFAZZwTFYjGMX+MLwuPCX2Ogcm2jiurmBhKuyCwvpZlsx9DogtBgILJBw6I2m5QL2eLCo/Jpskwt2jzwNelgqaGxuUlnSz304ZzB0SlaGaqgQudmmxMhZfBcrLl8DlJ4AfioLGafcSbuGDkfBeXa5CVbE9qm0kiJfBQhxyBjNpdFLp9HoVAIcsnmMpyHiBCHsUtZnHNBeaQENW50G+RNn1B13oc+8uQhJi/GMfcyOCTnfaFUoEJJsXlZIw/SgYgXR52V1VbGWAG1FTp4pANVOiWd91Dg2xO/yTms0yGQ0Phl6UzLEHrp7Cj39iLOZANvMED6skhH5cTEBKanp8l3Btu2baee9aGnp0x6OfCszjmpYmVtGYtLC5BCt8mIcXXIeVepVGDOB0em+Fpf38DC4iIvhm1kKSPHsalcUCgVGXjoR6lUQo56Id46c9sMMnLew3OcznnokfwEjjIUtOlYbBGMO78jTotGYZMyVSrZSsZtzm8cax7iQLPOtbDEMbY4d6Kl+m7fUZRh8K+MfL6H/DDNlelUHOC85LlxpnSi0mlJZ1KTwQbvDQ0GIarVZaysLmBVX6FNZ9Pi0hyW6EQ31hfoWIvjLGXs4ah3uuwLZBDW1zeRy2cwvmOAgZcd2H9gLwYG+9h3XkNFjrpT7slR5hn2H3EuopB67xhYbNN516TDdJ3OxWpIa1yb+nSt5rjZSOjEbHMO2ogyMZyPOCeONGLImMu+pDxPFDgflf5egAXDDHSNbtuG3kovUjP2nwv5weEBOkYHAg0ftxjYKeGJJ5/A2LZxFMo95CVBFEfkYQMOEa5evoHbN6fpAJzCzMwisvkislwXd+fu4v0P3sfU1F3cvj2NM2cuoVCo4InHn8G+vQexa8cuBlfu4vyF81haXqZDs8F2JVy+PoFvfvsV/A//4x/iL7/+fTr1J1BjwHt5eY3jq1NPpzA5NUFH+AaWV5YDnzF16dqN2+x/DlnqutGRdeHSeUxN38Eyg376lOfLL/+Q+ruCW7cn8MGZ87h65QbpNSn/InFWqZPlMOda6zN3Z7HvwEE8/sST+LVf+3XKYBh3Z+9S92sYHu7lvHjmW+jv13hO0J7lcfqD97BGmzczv4I//dp38aOfncaZcxN4/Y338OoPf4xvfetlvMcg8cWL13Dr1jzHvsxpcBgaHMA4AyR9XJ9vvfUWLl26HD7Bcu3aFe4Bdxj0/RpeeeUHeOvNt/G9753Dn//5N/Hj194I8LW/+B7eefs0gyVr+PKXv4rf/u3PkNcK5pdW6ZjcxPun34GCWwtzS2jQabZtfATSj1YSoacvg4ePHsKRhx8m3jnWpww6nsfU1Azlscw59oG/QwwU9NJuzM2tBvndpRNWQZd33nkfhVIJMI/bNyaoUw5H9h/BKMfTWy4gQx2RE/AAHbXHjz+Gh47sgxz43keUeRa5XIF7yiDXKO0EdX9goI9tPHRwnJleBjcB9FUKnO9buHDuA1y7eg5nP3gHVy6fRqUScx7iMAenqWMpA8d9/RzPkV343Gc/jmeffhzPP/MMKgxg1hgEWKTdWg7OVUeZTlJ/7qBSKcNHKTJZj0ZznetrkwGQaer1ChLuY7Jva6ubxMkx4NhGrd6mTezH0NAoDhw4TP7zkC3SvOlTTrIrmWxEXcjBRYAupfr/zy9e/BAaTMoFuHfPLjpoN6n/e7B77y5s37UL5fIQA2VD7CfPQN1V9tWiLvZAtmp8fIwyzgc7IZ2/dOUiaRv27d+NNNmkvBJsbqziJgMBN29dpz5XsWMH93wGOHJ0HtbqNQaWCpy3WVy/eZl78CJt8xx08DLvwx6mAKp0XeeIKMoily3yDESZ0LvvnMcjjzyCX//KrwWZPfrocQwMDDEosY4rV66hr2+Ackth5lFdX4cCRUu0tccefQTvv38KPdSPqTu30VMuoq+3D7HPoVToCQFf5xzl10RfpYKRkRHKthdjo6Pcv5vIZcocW4n05iD7VenP4umnj2Fzc5HB5rsMPhhoXinLNQa5PsCevTvY/zIGhyoYHStj23gPjjw0iFa7gQb3wWwmAzmz29wDVlfbOLB/P5566kmcPPkIhhn4Wd1YAagL09M38ejDe5A0NjBc6cHdiTvYRnv4iY9/HHuPHkGhpx97Kfu+sX4cPHIY+VIec8sL2Ll/FLs4n8NjI3jo2FGco+35g3/9h6jTSblr7x688NLz+OKXfhl7D+xGnQEkfRV5Jpvh+W0Zuxnw1FzPLcwjVyzgKeptD23y9Zs38O6p9xBnc+gbHIK+rrq23sDbb7xJ/prYRd3R15CDj84z0rf33nsHO3fsRqW3F00GKXrKJXz35W/TTvVR3yvcOyivMx/iX/7Lr1N/S3j2mee5FkuoN9rQ10xfuzGFt965SVtXpTzbHB9tIm1FgpjzDLS579dJN8c1026to879MM5mkfJfsViCp06B+atXr0PBjEmeY7McZ55nzRzxivmCqnlOa8PMyHkKnasiththkMuxrM39W86NFg/myhMJOh81eYaVnHK09dKJDOc0SRKu1yp0mcjxHJYSWTw0iCsc6ZjwVZZ6R/tcxSzlvMKzqPY8nXM97VG1Sj3s7+Pe4WkPItrcbzGgeJ771gTOn7uN9WqNNnYdly5ex4dnzgXZbm6ucD1Voa/TXVlZZ9synCtgbHQXg+t3sbzCNgurlPkGHB1XSyt3cevOFKSTGkdts8FxZdGi42+NZ6Yqg9BLDKwPcq71zRqyK2NjY/it3/4cZrj36Oy2ulLFgQP78Tt/7dN46PB2PPvck2zfCDbnxRdf4FzmsWfPHuzYvgPLy8t4mLbdzCBd2bNnP8YZcHz7zVPkP+H+M4Nms4qDB8bRU/IY4772zNPHsbmxBP1RAWgDjx1/GAP9JayvrZF2BjEDYA3eIfoHikipC02eO27fucsA2nsMqF3hPLgANQb7V1YX0eB5vUQbnC1kcfDQfsprGUODFfaxikZtDQcO7qVulnieWsQiz1Jz89O0fXmMMBD71DMnMTDQS73tDbryxBNPIxPlkcuWkMkUUOWdZWOjBu3Xe3bvYfD7MAYH+9HLO8qtWzeg4KfskfRgmfvhBu3T8vIi7d88VleXAwwMVLgOsgE+/ZlPYe+eA1jgnG2q9IU0AAAQAElEQVSst7B/32F4z7tLPWEfDQwNj0J6PTs3jzx1zXje6+urQOshYRAkQ3u7urbC9zqu3biGHO9Gn/7c4yj3FhEz4NLXU8YAZWE8k1+/fA3N2iYylKfjxTpD3XTOUNtocH0Ybt5ewM3JefzB//Qv8fv/6P+IscFhHH38CZx4/ElMT07h3NkP0GYwd3z7OA4eOYRf/2u/jX/y3/63+OKv/zYmZtfx7R+8gbkrE0ijAvYdfhjmY2R4JvvcF34ZL730Eq5evoI/+sM/wh//8Z/gMvOyjRs8u2ysr6HR2EQvbd/Jx0/gM5//LE6cPMl5OoDt1Km1zSrPcDn84b/6AwbgN1Hnne3kiRO0oydx8+Ztnk3+Aj9k8D2Fxwbvk1V94pt6orVqBq6RGJKV53hbtMUqi2JPi9GGo4wS7pEN2uwWdQ8uhREvZTvZN0d512obqIXzfgsp142nkz8X59DiXtWmDUsY4PQWATDwKgszxzSlnrfgnOdaSZg6yCbIdnjvYfyX8L5kcJCugM960JVl1NmX8gL94a0u903qdEp82ZgG74Wqa3MsIO8J083NdfbTZD8GjRFmHHOCNu2abJr6dc6FMvXPwbNHhPeUTKteuA/mNTflcjngqc7MSN/D0/PoPCAA78BKzQERdQl8zIzdG7rjEu1O3yn7A+scPO0fcwDHb+ZhTIVjZsyTd86fgw//YhdDj6fclJoZlBc++Ii+gFl0y7rjULmZBV66dcLTeLp1nrxEUQZmxioLaUoBtXjPa3E/MLNAt9tetLugMgH4PFimPIuCHohXz/tom3OlbxZJKLOEdyGjvCQj1ZtxzNxX1E4A9i9Iidel003Fd8o5U71oSK/Eg5kJJfSpeoEKlKqN8mZ2r77zjjBedB+SYMwdVHFwSiA+u1XdVPS6EMoMxEvRJk+ChGkivi2F84DOCKLVbWNm6I4bHKfWZkrZaAzg08VTyleQPBBkkzCfBnCUnZnBrDMejS/MKfVdqeZNZWbGpmzHVLQECXVLqZFP2UUioM15bnN9pVz47IrvCYuTICszg3hjl1BQVeBDmfpHeMzu54VrZqGteNA4BEJU2q03s9CH+BWep35LLqpXXqA6gdqpvZkpCfwoY2ZBBmpjZioKNEWv20aFZp06lUk2AuWFxykQCum4kKosoW9M9ZJHyrkUgKnkDgbzHVGNAlE9qDAJ95c0RaDRpgCTLQAf8aaxeM9GvGCJFc+xOhFhvWex8wZHel0QjrkklJl5QAopoCIZ54jYMGND4CPjNTOYGUsB479ETAFwzsHMoHGkLAtAXlh1/4flejEz4iqXgjmkbWMnBFojM6WAmQUQHWw9xlQkOHRQVFCdmT2AlwImy5Kg8/CdPDiO26zLWxtt2vMgQxFhvZnBEcyYus44zDp0wUf9CJhlXyAY9KjsQejKwOyvrk84h2YWZOU5P2Z/NV6gSaUJKQf8V6X4//GwWcBQ25AJv1IkaYuUE8qgjUSCZLmZ3RsTX//KHzPJLw14Zvfx062OzOwX2pl12kguquziKi/Qu5lR9h2Z671N+5KSL+XBx6xDV+XiV+Upy/Vj1qn7+bzeBcJVajDE2oM4t3rvgsrv5UnLzLqvIVV7s06Z8t3+QyV/bVXBzAKw6CM/ZhbmOqXEtTd1dI5vWzLT2hHde+OBQY+Zwew+qEx4OqPIF/ogH2YG6ZLsmtlH26D7qNw7OEK3raMs1E6pmQVMs06qMs4I12SKhPMhW2ZmPOdlIb+nmcHYwjMN64b5X/jhGNMtG6c6M+M8g/Pg4B1bs15zqnE58gI+yiece/Wn1MxgZqwhKyzXXVHlGqt47+KrTHmBkEVXZWYG0Tbr0OjW44En8v7emLrFwmvxPqQzqUD8iI7AjDrN+RSu8Mws9KGzsPiS7rZpX8BH7+LTzCDcB3kSrTZlK/lKHNk4QuQdwQd66lN964ystp51Wd6NPfkVnTb7MNq6TCaCZ53K1KZNmuDjiad+jcSFRwmyNA02kxk4yjzUm0E2M+FctXj3EB0zY30XwCdFQlspPvgC4SjVu0B5MwtzpXfxIF5S2Tv2r3qVSX/NjPejDM8nnvggpASlBj2iLVzR0bvSB0H1eledQOPwXNvOeXiO2XFcKheOoIuvfAdUiyCHbp2ZkR/J0ZOXDh8d3PQensajuRCoTv2ov4jnTq0J5QUq16dUN5ubjJ9tUI6OHVqgq3qBcMyoR1wD4kEgmkQMeGYdfL7cGxOL7vEi+aiN8L13oQ+zThvRUZ34FZ5wzDp1URR9BDfhnLepR5RGKI+cZ5fGPh08x2Vm6D6iKUgf0AOw2rH/KOMRxR7GuW5T/1KOq9OuM0blHefFeeE4yK8jPJV7ljm2Ew/ddmYG4YtfgfLg06lP4W7euhW+XslFMS/ivdAnB0dGt6Fc7oW5CDp/Klh1lw7/hflFXi4bqNUbmGN+eXkVbSpmRAdWm0Tv8uI/MT2DSeLeXVjEKp02NToXazQACp7W6XRqMEipwWd52RZ4ClLvdQYsE26oOQaA8gz4tXjJrdU3YB7I0lGQL+bAOzqdv+uo0anWoONwtbpGZwKdRHEcDI9oVzfWWdYE/UkoFAvI0hnmvENKwXhORJuTpICYcMVPno6KgcFBZJnWyN8CgyErpLtMh06VgVZZWvGYL+TpRMojl+OCcw6kCB3EdQHepKNC/K/wsl8lzyknra3Jo3GLszGyHKsWvSbLeUOciZEvkhbHmc1mKcOEjrd1VBncbVI+2uA0WT101JR4qc1t4Qk3zkRwdAQYxyOlgRl49EebylRnIG91dZWOm1XIuSW59vb2YmhoiE6kfowMD6PMAGOJIMdMsTTIOapilWOdp3NJTvo6+09Js8ULhtq3uVlscr43ag3IAS6HueSZ0ZiIV+fc1lkf+OC4mxy38lo01bUqGqQn+UnW4q3BIEt//yBGR8eQoRzStA0fO8S5CE3O6SKDiTU6WsoMpO3ctRvbGQQ7fFiOq0HqXR3SQzkUmlv9rlLmhVIJJcpJc9lm/+ojx3l/MIjqvYc2gSrHasBHNuCEsmMRnHP3QO+i1aL+btKJJmetnAyaZ8lZjg6NMaL+xtQ/0Rdo7OJFZV0wMwgvy00nl81TdzwPA4D3MdE91hn4nJycpmNtATUGJOp0IFfXV+hUqyKho6dNaLbqnOMWYspsmI7gcqkMIyU59zbpRGryUqi2GmOG/YyMDGAvHe579+0LDj/xWmNAdI7BKfEySJ3P09ksHrRGJC9P46866esGg/Aab43zXmdgp0Go09HXbKTkyQEmMDjnA2QyWXjK2JmHxJnNxwxk90EOx346EUEtzbEsx/VdqfQGW9PbV0GJOp7J5uCjLOnEkL7VOLcF2p8dnPvHTpzEtm3bsc4A/s2bE3QcT+IHr/4EH567hCtXb2CatmaCDr/Jybu0SasMdlzGj159Ez8kTE8tYr3axvLSBuYY4Mtkcrh+9RrmZuexWWtijcGCGzdnsLRapwN5DVGmjN27DyHDAE+DzrLe3n44HxGvSt1sI8t1uLS8zDKP2bkZwLXRpONllEEZ2YX5+XlcunwVly5N0jY4zucynaJjlMEwTtIx+Vt/7W9g+/bdWFpcwSIdrjWuhZMMoKqPKh3u+krAidu38bOfvQEFonfv2YHDRw5ifPsgDh4cRrFcwPnLF/E//8mf4b0PLuP9szfw7e//DB+cu4G5hXXqTh2ajwuXruOttz+kfG7i9dffZ2DqLnK5Ipz3KFFvisUirl+/jjXaCvplcYWB3r7+fkzPTGJwaJBByHHaj2pw7q2tppiZXmBQaROPHH2UwagRBghnEHmH4ycexhd/5QXs2jOIa9duYWluHVcv3EYcFTHYN4yvfuUr2H9gEJ/9/DE6Zg/iiWdO0MatUfYNjDEQpHV6iGtbClPpKVNPy5hfWABoNz/z2edob8t0rB5k+88hij2yDJJM352hU7WN3dv3hmC2bEHCQYjWHQajlpZWIF10zkP5NucnTz1vNrlDpQ5ak7Jri7R3zWadjs86esoZ/I2//hX86pd+hTJcoxP7HP71v/6XmLh9HfN376BWW0FvX8wgUwHbdg7iuRcex2MMYm3Skfnmm29wPJuo0HH92PFHceyRh+kk34liqYAG7fHs7AxOnXqHNKoM4s+HdNeu7VhbW8INOsGXud/IpmjdLM6vUdbLqG2mtA8eKwzoz83Occ4KHFMOZa4JBSOLhRLksF9aXKSzfhag86HOfUfBEXPA7ZvXQQKcpwm8/967+Kf/3T+lHvw4BAT+3n/8n5C3CvoHRzHI/aDGfXdm7i4a3FMT7r/adwulLC5fu4Q703ewoXJ9Yu7qRSxSZu2kGYIRvb1FrFaX8NOf/RitVpNzMRs+kbZJG6NDsKeuSZci2qIlBpZT2oWbtyfZZgOzWn/UffMxUs6JAj2yTfqE1/MvvADnMtiz+yDnJg3B9hs3biDLfXKdzvULly/ju6+8gbfffR+DDAQ99tgxzM3NIkv9WFlZxMFDB/DY8UdYN0hZ3mX7u9igzZeT/uGjRwHq1srKEm1nCjPDJgMK589dxdkzF1CpVDBKu1nboA4wkJxw3IMMul84dx76/xd7CkXs3D2GkbEB3Jm8AVgTI6P9DAA8wnSQwaTD3GMHKNsy+qgP3oM6bfj4J16kLWbQFMAx8psv5jA4VMHIWD/QqtJWbOLC+bPo296HO6t38dMzb0J/6HD1+lXkuc/Kdt+evIViTwHmM9h/+ABOPH0SJ59+Ar39FZ5tgM/+8me4XnJokmdz4FyvYmR0CNOcw6OP7KMtLtMW7cTA8CCcd5QCsM6988LFi5i4M4FyTw95HWCgIMH68iaKhR5sHx9nMLoI5zzzO/Doo49AfwhVKOSou1exf/9ePPPUSbz+kx+jv6+Pur0Z5kkB8aeeegpN2lAfZTnm/XjhxZcYLB3A1MwSCqUh5PL92Kil1O0czx8t6l9E2x+h2UxR6R3Ajh07kMlEANrUrxbtYQENns+8p1BZKpko77hnR5HD8tIyFmk7Wgw+5Kgr3nkGzHvYts01H3GuQTBEznHtrVHmLS6RBM6M43Odd551RE/7fsR+POWYz8a0fcvEbaC3XESRe0CBZ0Uz0uLekKF+pzz3dPiJ4KnTzkUo0MZ6ng02GOhzcQSYRxTH5MFR1h5HH3mIQeQ5vPLKK7TF3Ce4HgvUr3Z7g/q8gJ07dtL+JlwfwNi2frzw/El86tMM8HGvLNGGx9zL7nDPO3f+IsbHh6hfOzAy1IOhvjJyHnjq6RM4cGgMO2lrdu3egWw+y307wdLSEmWfg/M+zJd457ChudI5UP93/a9++ZeJN49SOR/+AObEiSP49KdeoPzXsGv3OPeyx4L+iNbg4ADnrUX7f5W6cRtjY6O4eesm6dWxfft2jI/twP49+xnMrCGfpx7tGMCxRw9Bn2CfnZ2iDu2hHqxDZ40LZ8+h6GLkrILXuK9d+PAMxkYy1OEpDAyWuT5pc1Y2uJ9NZGt7fwAAEABJREFUU4YR4tjh+PEj1PWVsN56ez1iztfcwhyWV5ahfU768Bjtck+5GMa0SRsyynXR01ug3K9xTJvQfwNw+/YNUGWQ4/l+mneYuzOzXA99rG/BU1Y7do7hqacex/DwEPuNcPr0KdqACfazyHW0Sl0rIsu2CqjqHPDqq69SfiXEUUw513Cdtj5fyKNGfajzjKf9/r13TzPQOIE33zhFmw86dIpAmsHp989j4tY09u7bD62lSl8Fo5RrjfuJHBDOJ7g18SEmpy9hee0Og+YXOLc19PQWoT9yWaadfuKJx8hXFZlcL9Y225iYmcO7Z97Bzp1DNM8NZF0KzzMZ+DAmiCs353D12kT4WvK//7//+5ihrc5xv3nuhRcw3D+A1175Ab759b/EW2/8FNsZdP/ML38Ov/u3/xYOHz2M4Z3jOHPlMq5OT2N6ZRWDu/ZgcOcenL9+C9meXvz+f/8/oH9kHN/41vfw3/8//gX+ye//N/izP/u3+P4PXuHZ4xpuT9zBBM9wEWV15MhhvPjSi/iVL30Rf/Nv/k189bd+C1/44hcxwwB/sVzGJz/7GTje486fv4z/6//tn+HGrdvQ/SDm2iqXSlwvCZxzMDOorM79LeI65DCR451AZdJ5M9VHtDFxwFeZ2jnvgg0TbrFYDjQc6WWzWdqSBNW1dWzwXgsY54o/SUq6+QBNnlvbDLrGMdeXxdA5uBHuIw3o0bkDtBUpzyvgPtrkfKZEimkfsrQj4rPFfXF9rYoaz7vZKIMaA6gtnu1jjk88qT3YJiL/nqvQk16R9qi/0gvGyhHTFnpzoATYRQtUDIA4RIVjG3MGjSdlmQBbj/KyZdL1hAahQVurKvHUBclGbYUjUL0jvUwmDn2kbCcnHCXT6Yv9ia53EcgybUKbUvPw3N9VZnC0qwnMHNq8bwrIFtSHeJAdFoiG3sFH78qrzDsP4z/Jh1WhnZmRVjvkm9wLVO69D+9KzQxq3wXVgzRET6noefLrfAQzvhGEq3ql6D6c95SgV/ErMDO9hnbiU/0rVdtQwV8JEjToHNQnWdsaLNuYGfUwA/FHlMCf2qQUmiChc0mQEr/Lg1KB8AVmBvGgMoHmTO/gY2ahDnxUJwDnTfVdMLOAI5k6T7l6zgn7YyE4IDz4iA+9KzUHOG8w0ktZKN9BopSgdmaAEYdGh6nBOb2AVQa119x15aS8QOVmbAgEHP5mLmG+TX1pMd9GRD2P4+gePU+eRVug9hqjmQWZqk5lWgNpapQvKTLVe+Q8aAoBzmWnR/BRTngJRIcFgV8zg+c4jfPS4RP3npR+DDMLeCo0MyX3QPhaU0rFi5kFXOnHg2XdOkc5md3nQeUiptTEMAPzKc9GwhOYdegJRyC8B9NuXuNRfwLluwA4oYTxdsvSNBRRTBYyKcfNmwk859t7MCVIfqa14hH5OIwJbCEa6RYBM+N8RZwrIx1pRxLyqpfcwLGojbOU7VPiENg2ZX9gGWDw5giec+UCmIkWAr8pcR/sD6xTGbaeB+Vj1mm3VRWSZKu9aKhAbQVacwn1opPnyJk38iF6AjODmcFRBmaduRJuGmTpAHTqPYVlZgiPxkPQawdSaE8HZZYSEu4NKcedkifQVqjOOSNOB0TLOXfvPdDkrw4+Qjn4pIJAgxn+mHXam3VSFvEn2ZJfwrXF3rfwzYxj6vQhugKzTjsjL+CjMgGzoU8zU/YenW5dKOSv++/ijAUP/JhZoAGOv6vbynfH+gDqR7JmFvRKtk64ZhZs//2+7qN3y8wsFOrdzCBZCjqluPeYGYxjVV2XdldP1PYeIjN6FzD7//eP8O8B9crDqN+OmmP4qx4zg5mFKrOPpqIjO6JUCAn3Yb0r1btAdQ9Cd1waGztFm/arRb3TGIXXabOlF5yXbpnKu2BmgacuLZULT3C/f1PxXwnCU4VRnx3PdNRA9oQwpzHPO4E3IWxBdzxmpCk1otx03tD+0aXVTR1xBH4r3SJB+hwTXxKNlXISzW4b74w2jOCIsFXPHBz5M7MwVr1325hZmDPxKRpdm6p3gVlHH4XfBeF0ZaM2gm6d0u67/FY0E+QnCvIw2+rfENaYaIiW8MWf+nMmxhH4NLOQCk/gODalaqPUzGi/fcBRvzq7dmmBT0JboHfhgnJmcwgynJc8z5vqq1aroUnfv/DUv+ZMvKiNzt0pZZjNxjxPZ9gPifJHfaVbtM2MJfoJk8lMSjyDaAi8157RGVPCM9DP864xgTZSderTTG0N4kXtBbINgph8q9zMqAMpYDxHaN/ZYkF8ib54M7PABxPyAoIBbCUc1XdT5btAhDAvH6ljG+fdR/gxY/9b41dbtRMoL1D7nwczCzS6/JtZ4A9bT0I5CyQDjUGpaKnaORf0R+OXHATiqd6uIaH/WnjqT6mZhX7UxsygR+WiJxy9Q8UElZsZzBzMLFQJR7gd4DrjOM0MotcF8BGe+NS8mVmoF3/SK91xdA8BH+FJ7hq3dx7OCxxC3jl0aSoFDMIXXYF40LtRaT3Pii5iPW1ct1z8d/E86ap/I01yTY3iDu4d73Q56m4Wnvk244ZNxrKavFO0eadTe2oR9CivvtzqapWBig00iFTnRU4B0Q8vXMDps2fw3vvv49VXfwh91eI5lk3SybC2vs4NKwF5R54OoxKDdUalX1haxgQv03fnF7BOh2qTC1BBuDUGCarVdbTIACi4DC+l4fJFRTMJm6zX6JROOdA8nXTFUhE+4wNkC1lk6QTK5HnRiD0UaEnhEMdZSPDFchmimVCZQKHVeQFU0EvBTUcBxHREJqS/zmCnIvcJ57xFAwqmERdXHx2AJdGgEOVU7hiANDjCRreNYdfu3di9Z09w0A4ODUKKKOdMAF6IEvKcLVcQ89LteVHPcmyCKBORxxiOdMGnOwESuPrN06mSo1PO8zJQo7O6Lqc+HdLtrXGIhsB5D+ddmMxICuGoWsTpTmZC+SVb70ExODYF+dglenp6gjMpK1kxgOedh5z7OtC3qRhS5AaVwznRj2Dm6Yht09nToLNxlUGPdaxx3haXVzB9V07pKWwwwFYoldBbqZAvzxlM0VPpxfadO1GhLHM0slEU0QnYoGNzGQr0aRxxJhZL8NQTZdbWVuiQX8JmYxMNBs3lJL9Dh+4KHTG9vX3YsXMXxsa2EcaJbrgzNYPbdyYxy0DgmhwNNOBrDEA2GCjpp6OnlzpIREjOmtM9e3bTedwX5ksyl0zWqbfSD8dNO8N50riNjVLKkAm89wFfC1l1aicIcqXuUnXDhVcOuiiOQ15jVVvJVKB8ifLRvIqXKnVfqcrVj5mD8V8I0G7W6TSdx82bNyG9q1R60N/fh1KpQF7ARRwz6JGH8xaMdJb61dNTQQ8dXLlcnmsQ0CdUVlZqqNUSyBmatFPyleXc99IQFLBBh4wcg/qEw/VrNzHLwKN4blFuExOTWObcaozecS6DZTCA/GksG9wowYcqBaoLefCAi5FaBBjzxNOYwKdJu7G2skY+6tCByAVddVhdXWNAZ4pOzAUYAz4bm2tIGBhOGLRpUOelfw063JsJ9Zo0W4mnzoFtZvHyy6/QWTnLwOR1nP3wIi5fuYm3T53F5OwyUsticblK+3SG9TcRZcpwUZG0swwgTrH8Mi5eusM2k3QQMr18HbdvT+EWHW8r5GmG+nzh4mVUOQdf+c2/ht/53b+Fv/17fwdf+rWv4CEGDCen7sK5CNlMnjJaDcHNq+w/lylgdGSMsmgjV4wQZxz27t0Z5D02No7nn/tYcOw98ugBHD/xEA4feggjxK9yHdXqTQab7mKRQdQpOjav37iFFA5HjjyE8fEdaLcTFAoF1GnDLl3ieBk0unX7Fu4yeJjJxIjiLNen4cq1KdrZKtY2PO2sQ7sVAwl58RnUGOxeX69THh69vXlavjZ27hrDx156Bh/7+AsMahzHMAO/y5RBmzq9vlElT8vIZCKsVzewbWw7Ik8ZMri6tloj/9vxCbbrqwwhaTkc2n8Yn/n0p7Fn105cZlC3UV+ls3c/vvSFT6JJWbYbxsBVgvnpNWwb3oXZmXnoE0xPPXWCul3k2O/i619/GTdvzeG99z5AhY5Wff1nLhcxeDKGZ595HA8/dABf+MIX8dWvfhVPPPE42w3h+rU76K0M4tTpM3TA/gDI1rC5sYEJ2oTFxSrXT4OyBOkv4/z58/jxT36Gcx9eoY3ZQBxH1MNV6FMmcoIq8NdOGtxLmvBcW5vce+r1FqjOXDMxfvOrv4Fdu3ZgjoHNhWW2awNr3M8KlRJypSyOHD6Ep599Gjsog0OHj5C/AVy8eIE68jrydKYPDw8Q5wCeePwx6vIyKn0lnDh5DMsM9Cl4IL2fZSBedjuTydImt7C2usEx3kKrZegtDZJOicHJSa63JnJ5xwDzLG4yoCh7GvkMVqj70wykXLtyHYuLC9SZGsa2jeDq1csY5fzu27uX89+D06few66d2xkIG8EHZ07jlVe/h/fPfIAfMICzuLrE4Bz7oX61eYEvlvJBrxM0cf7i+fCVi1Oz07hx8zompiZw/LHj1MEItycmMDo+iv6BfurmdJD9DAMPlcoA5Rnj7LlLDPCuQL6qcrmPAbwxOJ9Dk07mO+R5ibq3Qod0X/8gxqj3+/YdxP79+yFZyHY2acP6+odw8MBhyiGPCveXkydPUC8Oo8YgxCwDp888c5QyPY7zl87j/IVztKMzGB0bwq7d21Eq52g3s9i+fRTgpM7MNHm+2UR/fy/17jpqPAvE3KNuXr+J0x98gLX1FdSbGxgZ7kNMu5VyP8jx3NDm4V37xsjIMI4fO4aP08Gvr6V84olHSaPKNV/Enr3b8Uuf+Bh1qYFHH30Y28bHkFJ+O3ZuQ7EcYWCoF7uJk+eZZml1FfVGi/PwATa4jyrINjk1RT2uotA7iIR9zsxynrnmHzl+DE0GReuNGmY4Pynn52MMyH7p138Npb4iPvnZT2KJ86egUaGYR66Q4XyXqUs1rDNA2lfpoS1sY8+eXTh0cD/HNoiXfunj+N/9538HxVKJ87OAAwcO8HxQQpPnvm3btqPMfWXXzt20SB7OHBQwjLjPxdRR2SbN8cTtO5xjx3YFjDGg8swzT0LB7KNHj3D+IpgZnnjiCQwMDiHMIe1fqVTBpavTmJ5Zwf/zf/wD/MG/+nO8d+oCA2jArZuz7HcQ2WwBzkeIaG/bVJw4zpBeBgnnoMCzUiYTs1+PPM9MCTck733gOxPFoPARmYMu1UXazzz3ds2x2lQqvcjStumcqfLIucCjAhYKepkZooj9EvL5QuhD9sLQQj6XInJNZGJDkes6SznElAdJQGdJM4Pxxdh3JpODcxHiWDwnZImriHtii2czU3mU5VgS1sfsIyXtGN99+RssS6lLGzh+fIwBwSqGBodxmDZFfxx17eoNNOop57WH+ww12TcwMlrB5z//Mfg45VlokkH7Huw9sJ36vQizGgrck/IFj3a6gWsXr9M2MzD14nPYf3mtApMAABAASURBVGAv9u3fQ1kXMbcwy7np5zopQPakxv2mf3AEfexbe1WL+9CH585gg3vD8so8g/yncfP6BfLdQH8lj+Vl6ehNzFIv57gWE+I/88zTIcioNg3qrNaaj1KsrCxBwdYSg7+Dg/3UqQzHuYI7DFw+dvwRjDEwuWPH9jDvb717BquLK+gvFHF4/xGknOeIZ7VHGKzbs2eM/TvqdxO9nFOtUX2qXIHGQdqhbC7Go8ce5l68I5xHfZzjmWMN9VobG9Ua96RN9PcOoERd2rN3F/oHKsTdjYcfPowodhgbG8GPXvshXnvtVczMzDDAdwXnzp2D84bq+hq2bRtGu72Jt999nWvnLtfwqVA+Tjs4MNCL7TtHaBevs895pNx1tTY+/elP4aGHHmJf/VhYWEQum6MuxshmMzzf3MEf/uG/ZV8L0B96RT7HfXgGxUIJ27Ztw4kTJ4kzg3ffehcDff3Ui34kjHj2lHrheClMbZO2u8G5p92wNezeM4olzkuNgeI+ymenZMq1EUU50rmLTFRCLlfC/Hw7fN1us23UF4OjU55LCXAAr2u4fG0G752+gIs8L83PL+HP/80fh08JP/r4Cfz6V3+d85cL8/6d73wbU9NTtLnD+K9+/5/g01/5Mh6lLRjZtxf7jx1HmWf3YQbQ11OH6YUqzp+7jP/m//LP8Hf+3n+MOF/GnZk1XLg0iQ/PXsC7PAdcuHCFerWG1bU17jV3oD8y0tnQcV3qPHSHfd3gOblFe7C0uoIf/PCHnItTXIcpg40tTE3NoES7JlvW4j2qQZ2WjrRaLc5bO4xV72YObe5DJMM0oY3JUS4FrsvMVj4HHwQCmBnnKsv6XKh3zoU6Iw0zgyMIV+XrvFson8/n4amzKdd9nUHchEKNohhpmoKKAT1+i77ymUyG5SkilnkVkN+IdGNnaPG8uLK4is3qJlqbTTTWa3C8wKY8LLcZHG+yrMr6taU1VJdWsMl7UcqxJwzotqgrgMGcqBqStvoXIDwR5WrGeoIKzDr5hGvOkxelGzxfKdX4hJNwD7IwiBRtnh0la5WbGXUnhfAEoq1y0fHOse82zDxlmGW7FHXe3RLKJYURjW3bgO4Xbc4LySKKMlz7gHBEw8yYT4h7/8fM4HxnbMwhx33DqGue/SBFeNRWvCQcU4tyFb/i28wgPoXX4LmvxbuQcBCeFCn3f72nnMN0K693sJ2ZMbHQXnMWcXxcQjCOJ6TE985Bj/oXhL5YYGbQexxrD/CBDnujtUhh1BkFVxMyZWxvZqEPM0P3MVM+5StbkTdmAq9mHfmItkD9mRk+MlYiP1incQnMLPBh1klVRtTw48yFOr2oV81ASryEYxSeICEfSoXjnMF5g+cZimhhXAlxE+KYGcRXFydlLYuI66E5Ah/RMbOABz56Z3JvjN08JCO+pFzEAkePs+iyKPBrZoGGmYW2Lc69aJk5dP4ZDKRC3sASgXO+U8a9TGcF5zR2gScmdViDZ87MYEbwDp5tRCIF383DSD+hrgnUXxf0zqaBl26qOuUFZmrf4VVzJnzVSy6eOi4QHlILSainHTAzOMdxoMGqOvMOwnXOh9SsQ1O0umDWoaF30SG75Mu4vtKgLyrjdLEsRefp4CfU70TILOyQSKFU88juIEjZUCCOiAZHfejkiXWvrbGdBfrCFc2E89imAUjSFvlosR7k39hefSShLKHtSYOwDfpH9UG7Sbpbdi5U8VdCEF4KsL2DmTHX+XFO7w4I+uLu1avcR8RjeWhLGkTa4pF9hLGn4Z2CDnJKGcR+gDT7QXhIJaRE7qQwmGm8W69M1AcTwICE/sNUcoM4TlmUwIwVAEl0+kwDPyn5BesExrQD2HpS0Qh4CHUakyMdpeCTbtUxG+rN1J6yUAGFmW7xoVfhtmmIlerdUwfNHMwMzndSbD3CEej1gS70GqBb52ibVdB9//nUTPx0QHiCdIsv5f9dIDrSIdW7ML8GpSo3M3QfvXfzSs06dWorCPUsU9vOeA33ytWAoDoBs0EW3dTMwruZqejn5i0U/cIv0TGz0C70TYyQUoiyP+B8gnkW/8KPmXF9+DBOM8ODT5dns065aArM7r93cbqpmQVaznuYM2p2wvtDIukjIQ9qL1zwUZ5J+DEzaBwCsw59PPCo3DnSZJ3ZL9Z3UR+kmbKwRVtQp186oQzMLMiIxaEvLx5ZpjYCladcn2QUuv8ZCxz1gAnFJ2rKAaEcncc4Rsf91kgLzAtL4+tCly7YP2R3aJ9EW+VmBjOD+jAzoqR4sA58RKe7foSn/d6M7cjXz/Ovvtkk/KiNQP2ooEsHnIPIecQ8s6lc4Mm79gfh6KwrmamdmQX+lBeemd3XFSDUgU+3XvyJllLQBmmv1DlJ7zrfEBXqQ/RVF8ZKeXDQyGZilBj/cZShzroC4Wu8oql24k0B1zbnNI4j9k95sX23fzMLsgQflaWUebpli7qyES2N1cyC7RUf4lEpm4Xzg/eO2Tba9OuJhqd8xJexNKX8nHNBDmYsIWGVmRn5EaQwHt7MAONYzJjB/UfjSMmXij3PN6CcVJuSbhf0Lui+K21zz1M8RytJ30gCkjUzmBlRbSslNdJhwb135dVe/QratMUC5VWusZh12oc8efbU586YJYcOzRbPtV05qX23bczzZxfUXt+QlnpyycCq+hCYWZBXl2bAA4IuJJSFcASiyeLAu5kpS3VNOU8JgfNB3oUnULXoPQiA0efZCr4c8Whm0FwLxCP4aAzSo5TydMR38HBMNQ3qX72aGczug/pTG7VV3sxICdD8gnNNAiGvfsw6PIiW3tVmjffQKu90TZ4dzSzIosuP7pd1+iGbslHUa9HvgmvS6aML6/r6Bu7QOX3t2nUGKC5BTukrV67SSXAH12/c5EV8IQhInRboHJRTPkfnxBqdd9Ozd7HC1HzES34PsrkcjAosO+c40REXXpbOwhwdXREnH5yQNplpNmq8XNVgniLiYqs16ligk1CORhBPbdtcXLqsrtIZWeUA67woG2lHmUwQvAKRck6mAJ1OMRTIAttSukEInsojfmL2bWyXUHnbhISz0eRk13jpVQC2ysCXaI6MjWLb+DY6Y7djL53SCkoSnY6nTegrapcXl1GjMJEp8qeCLOkWaVTyxQJyRV688zHHY9yMkgAtHRKZiykDXfiVppzQZtKEJjaTzfAiHyPPoHGcjRBnY75nEGciOPIriChDpRxi+FFeIINnZqFMvyIaXAV9S6UyFR9o87CZ8ILQYOBKStDgWBMas1a7gaZAl+80ohzjICvnPJx3aPBCPj8/z2DFBKYZIF+hA7xBOo70FfAxc3QMN1FgP8VyCY58tlivdvqUUYsL2XsfHF/FnjI0j4ImNyejczLOebQYVGtRBs1WHWZGp9NAcPLFnC8Z4Nu3JvDT19/AZeqgvr6vSmeBWYSYTqkm6SdcXAXKXLIXDA4OMig1jv7+fkSkIV0R7/r0RJMOY/GYo15WKhVoDHo3s7BJSW6aR5WbGWWXBJ6k6+DkayxZ9isc5VUuZ3ub+iOnT4uLTnVqr7wcEdLp3t7e4ORRXbedxraxsY7VlWU6vtehuuHhQerbNs57jDYXqI8c8tKlTIQojlCgfkXBKQOul1YIvqyubGJleRNSRU4pDB65XJHtUwY55jAxMY2bN+7g2tXbdIAtYWWlitXVda7jRb4vsF2b4wTxEzRoA1qUKfgkXLS1WhNt6Q4cPGWZLWSZRqx1BGO7lGLpQJ06pfYJ579NeUjWKZ03m3T+yCitM0inMVcZQNdc1xsbbKu+21hjUGV5eY1O4zZadPCRDcB5nDl7BT/92Xv4o3/9p/g3/+Zr+NrXv48fvPY+7i63cObCLbz7wQVcvzmJCQZn7s4u4cChRzC+8yD6B3Zibn6DtGI0Gdh78433KYe7OPXeWXz44QUG8M5idHQcn//lL+DTn/kMTpx8ApWBQQyOjKJ/aBDZcgELdAA/dvIknf11nL94ETeuT+PU23ewNFdHb3EE2agYnKPLy8t0dFcwSZs5cXsSTa4Zfbo4irIYGBjC3j0HMDg0isHBUQaGHsLq2gbnexPXr9/iPOeCfPO5AgNg1wlXKYsqiqUeNKlL0k3p0LFHH8VTTz2N3XsP4NKVO3jr3Qu4cHkKzXaMUqEfacvDkpg85VEulLGdzt1CMc+LZhLmSIG3ffv34ygDxLLh5xhonJicoiN+ls7XJfQx6PLJTz2Fhx86wvUf4RCDH6Mj43Tq9jKw+Tzr+7HMYOXErcng1Ost9zBdxZ2JW9TrPIMhN/D9736TQbs30Ndbxq5tO/HDH7yO737rh7h84SZ++pM3cOXCZerjDPbR0argbSaT5dhbbJ+Do53Wuh4eqqC/r8yg2DRpT+AH3/sefvza6/jmN1/lvN1AT+8YDh58FH/9r/11/O7v/A3MTs+hzXWyfccA7QFAVQXVFuYQ9Nyot/rLszjr4Gk7vTfk8hk0aAc3QvB0AxHtULPVIB1juxTf+uY38e677+L113/KYOybiMhn4stYa8SYZFB4fn4RZdqyVqvNcf2MjvfXcfbsWfT19dMWNhg0HKI+lDnHVerbO5hlIPKTv/QSjjx0kGWrmJqeYJ8erWYDnTGPUuYxenoqWKJTNEdd6O8fQIN74J3J6xgeqaBYzHBcLcpljrQrmJudx+TEJPQVgwcZcDj26Ek88uhxmHmAF9Y2193S4hJEZ5C09GnfsZEh3J2exKOPPgTHAMef/ts/Rp1ykKxi2pbB0UHsZBAyy4DEjl3jcJTVwOAA56eIPTt3UC/XkJL+th07cfSRY3jqmWcZfBin3IDDhx/GF375V/DosRMYHdmOwYFtePLJ5zE6tguHDj+CZuLR0ztMve5HrWnYtn0XhofHsGP3Xhw6coRrox+bjTWcv3SGAelziDhXFy9cwh3a/lOnTkF77+GDB1EuFnD71nXqSAVHGAB55rln8HEGF3eS33wxy6D5ItfXMvtYh/kEK2sLdNafQf9AGft2FzA6OoR//s//OW7duIVF7t993CNgWaQ+Qso9bZPB1InJW7hy9So2aVD7KLvh4WHyOoQe7nEJ95oPz34Y9go575548iR+5Vc+x2DlTsiePf/809ixc4zr2hDHnrZgk7Ju4chDe7HIgNR3Xn4Z5hx27d5N+XrucxWUenIsiwE6grWv7mTdzdsTrBvA3dkZ6vEKDCk2ea5aWlzESnUFr7/5OmbnV3Dt+tWwL/f2lpDJcgzcR2/duMrAxwpi73F3app2IWHbNVR6e1Ci/LTnzM3PBV08x2BZFDu8/8EpnHj8JHUspW7Nocp9XvZcgdR+6nW5XGb7Ci5wTgqFIuUxwnNQjWeVYpg7TyfUz974CcwYGJ24yUD6WXz7O9/B5ctXSdPQpk5evHyDgad1LCxtoFpt49LlOQbz3+O6vs29aIM64pCh7m1siNcKMjzXrTMfcV7iOENZtlBgkFR8yS5m4hgV2iFwvxngPAHsh/sPy6TPAAAQAElEQVTOenUdy8vLyHGP7+/rQ6NWx8StW+jt6eGcREG3Mpk4BBQHBwbgKSf1oUuP9vOUss5kY2RoMwr5CNkM2LZEPW/B0U61aJc3GQRvMAUfqgTpZlifwMwCPdXLbifkR2uxzbOD2qY8/0mHmlx3LZ53Wjr31mp49NEj+I3f+DKOHT/K3tvIMmi7uVGjvZzjmIvUn4eguVjlnnThwgeYW7iN0W1lPHbiENoMnhoDrB+eu4jUGhgYLOHQ4V145703cfDQLjz3sce5D1W4f13hfjWLWm2D66EP03en8K3vvIxXXn0N4u/mzQme9S/h9Z+8SduTQN9ikqcMX/r4x8jXo1ha4lni9jXKoI3Tp09Rf6o4e+YS5zcNstSeHscRKpVeHH/sGMa3b4P+aGqtuowC9a6n3Avtabl8Ca00RqMVQeeQ2ekZpBRi5KJgT8qa0zSPxx9/AtlsFpGPqLdFaD6lh4BR1k3cvD6FDOdu/4H9aFOeL7/8A+q8Q43BnwJtQRRluD6WMMd1om+rSHm+nZmeJ6+9tGm052ur1L0Pw/p69NFjLCtRv89jhHZy1+4deOjhI/j4xz+OHAP3P/rRq5RHP0rlHPoHi1zjQxjUp3+H+/DJT72I3kqJ+IewlwHaPXt34OTjj4V9bmh4AFXep5o8dxa4bvTHIjt37UKSGPS15iMjO/Crv/or+MxnfplzMoRrtEsV2qq+oSKibMq5rOC5557HU08+jZs3b+A2g88Td24GudbqVQZz38L7p08TTmHizh1Uqfsxxz04MMRz5QrPJNNYnF9ApacfkcvhyOGjeOmFX8Knful5fOqTT+Ol5w/hs59+Gl/96hfxld/4Eh5/8jjyJc+91OP25AJhFhcvXeda/i7+4T/8L/Enf/RHDMjG+Pyvfol8PYsm9ff0e++Cyxs5nplmZ6Zx6ux5uGwBt2cXsFSts7wPJ1/4BB5+4mkgLmB49z78Z//gv8A3vvst/If/4e9w38xTxnmeQzZx/sJNvPLDN/D/+hd/iK9/8xvQt+S88qNX8K/+8F/j69/4Bj748Cy+9q1v4P2zp9HHs3LMvfzq9Rvcl2cxt7BCuWzCvEOSthFnIpgZ9GjNOefC2jST/rSox05VSPlba1pz1KYtiWhvhB8qYNAfGlR5J1S9zq812hPVCy+Xy5NmHGipzMyQcq3LpmRov3TXSrnmQWKtcMZogyQDvtoL16zTRjyIRps2Q6l35Nd56nQErQE5ojksNDdbaG40UF1cw/LsMmau32V+HZurm0gZWGgzMOgsAltDfTjSCJ3CkCQarSOPxjXUhplBjxlTVomfB8FzfQmSJAn4wnXkS+9q0tfXixxtVcR7ihkJcJzCUb1AMhM9o93sttP4lKeY0ORZOWmrnaMNzQIwRJ7yNA8waNRotNkvCMIB+U8CiK5AfXAwbGZMUuK1A80Wz2aiG7kYRuV0lIaRduCFjCvF1mPsS/yIrwYvHkrFm3MeZmxFEL7AjP1QFupX78I1s0DJzOApL/BJKWdvLnwi2MwCHRbDUXZqoz2sxf2ji292H0e0EzKQgGP2LrQ169SbdVJHOqInMCNPxDfr1JkZ1FR1AvEp6OYb9JvoXTTMLMhTPKlMYGaBTzPSAZCSduCJ41Z9F0w8EFLitaiz3XLhslmYD5BEKh9P0oIZX1hhZqEuJV3RMGdwBO9dkJ/fkiH4mN3H5evWT4eOXpxzgVZL/gtdftlXQtm3OP+aA/UhvIS8S18k97AnU/ahjiJOuebbxE84hoRt09TIqw9ySdlO7c2MPHbmQvUdQHiMvJuRz9CWBGGhXPQTtheYsT5VHcKajGPqJcvEv8ar1Ow+jlknLxpdENEOnlM2gJmhU6Y+t8A14CJBPdSpXmCmesDM7oF4A8erVJBSfin5JNtBrsp3gS1DGbae++UI9KR0sgGO7KlO9Lqgd4GjrFL20cG1wJ9eU/YpUDloL5VPIXmlcB7wkUfXxqQ0gqGebcwM+pdyjXd4ptwQGOjwaoAZf6HzqJ1yKTvtgPoAJB9PG+ape947vpMO6YM8OKd30mRebdTe+GpmyoIGhjVt9pcEnQEfQ6d9ShoCFrGeI0oEpNrpNpR165ItnkSv0+dHaUiWopWQBimwWQLJu8tGpy4JNJUnAjp0HPFMrx8Bs07ZVhJwzFRGHoOMO7QSClb0BKFaVDgudhTadF63BqQXSiMkD/wyE10EfE8Ziy/83GN2H6dbpT4FGrLSLnTru2m3XOmD/HbrlapOaRfMOv2JF4HKhdMFvXehW9ZNVW720fnplplZGGeXpsoFaqv058Gsg29moUp43TGEAsmTuoEA9+UsPNWrHzMLfZrdT7v1Zhb0AFuP8AVmHVzhPQhmds8OO+8gXUtoW1P1rzfOffpzwOJf6N/MVBygTRv70TGFYjxIx6yD/2CZ8rqXURNhXId6F5gZvPPw3oexqUz0BWlQFmgZwRHPOQc9qhN0JNj5TaZDe+c9dG7ki6xPWMfCVTuzDl+cbYqiDQUQkyCPlM2NTRzPLC7k1UZ7KbYevWvfaW3tN4EXyk7VXd6VpyBCe9ULVNatN+v03x2jwZCnD1p/lClc9SFQH9rH1L9wu6B31ZsZuFveG5vqsfV08zovam8SXYEZe9sCoQpPtJTqXZDSPrS5/5oZdOZVe/WpcatedziNRWXaf3X+6NBIWN2BdEu3un2mlFHAoe5383png468eUY3s3DeEz2B+vPeoHO/c6zjmaPZrLFJwvttCzojCEd8sFCU4egjUl5gtjVWBzhC17aaGcws6BpzrHOQnCLuSR08cPrSAKItPsUz+ITUmOGP8qpvka/WVixISqpyDpcY9+mYWejHzELfHZxOH4E+dTykbNitgyE8ZhbaSuaSp8CM2ktcjb8L0hfw6dabGcw6kLj2Rz6tSrRQJ9wAPghIxQG6PJh12jsKxsxCnfh8EFo8a4kHlZlZkKvkqTYq01yuM75Xo19E8sLWo3ozC3Pe0r2BdKQ2xvMLFy2XZYK21hn10cwCv2YWZKG2XdpKBeDDahiH4ui/iuKI/oYMIUt/axHj4+PQHzTLz7TAGJhiGC3SN7PAc1e+3bGDGmVmAH9cqaeXRMp8cXS4NOg8XUebF51cvkgFzcFTgfP5fKhvc2JaZFpBRX1N5O3bt7HGC6fKIx4U40yGHTpEVLhsJibdPB06/Rilo0KO3ZjlWoBVRn71SdapmVk6G1exuLqCmYU5rDLIJPqJ+uEhV8JdWVmhQ2eJjrf54JSJ2I+EtE7nyfzSIoTv4whZBmtVBz6qD3lObpaOoWKphBzTDPnL0EmSIa45zwtYM1zEm3TMR5mYNDLkn+U0EgrCaYyXL18OTvbz5y+i2Y5guRKSiPII/VCCJuOaUqQJmmwnZZDx2KxvotluwnmHbAiUxkAEJNbB02S0aZzJBjJ0Jsp5E3jMxogyHkbeHY1DtHXYc85B4L1HRFBeNKQgAjMLClGi88pHUTBwZgZNMvj42CNXyHFOY9KPIZyIZd47yncZGxubcF6XiZQOs3XUGCSLszkU6eQqFEucxwHoaxgLpTJ8nCHPOTjyVKOTYXF5BQqkZohfYOBvgIHN/YcOYmBoGHImqb2C1MdPPEoHVJkySAHyZuYQZ/PIF0rI0kGh9+WVNSwsLmOd/GiBbXJxgbg56mA2m6WcUzjKpVQuoFQq0OFe5lhjGs0WhK+vWLtNJ6qC72YW5jOOYwi0eLsLNZPJhDJyAj1qu0pHmxyiwjEz9uMQ+Qgx5WlmoQ85WISjOdYiS3hg8JSb2khnVqivyovXAp3AZnZvIwv4XD/ipVwq0YE3jLGxYRrkhA7UaTry19Fob3KMSegrpfPNWQwkDk06GNbppFrZCqKuLK+DcRdQmCCXpOGxsV7HytI6nZV11rXASgJYB/KQMuW2SlrexZRdCWYOVH0484jjLNocS4uRKQcP7yIYHEAgy6G99EwgveMSDXUpjVpWjpVshDbbNhvsl2vCB93yyFH3S6Ui8vkCZenQy4BUqVxCFMWo1RqgbSRfbNt2cC5Dx2Adiwt0jC9thq/sfff0FaxtJNiz9xBymV46/NvEL6BY6sf07Cqqm228+fYHDC4s4/SZK5ibW6cjzLC8UkccF2jPNum4GyBvKV742At46KGHsHfffhSp16vVNazXqphbmcOtmdu4cPU85hZn8eEFOltXVzE9OUt5VrF/93bUq02coxP5zsQUxw3oDy0GB4cQUW5rDPTfvDGBa9duQl8/d+fOFM6ePUdn5wdYXl7F7NwiRoa3IeHlLyUMDY+iQJ2/fv0mvvf97+PU6fcppwIdt0McxzTnphjWco7OyasMhr/55hn0MVDVrGcwNVnF8sImlpeqqFIXGEdBq55icX6VsII0AdarNayu1bBZazKIN8PA9Ju4cfMW5dLEGgMmjxw9ikE6JT/7mU/jkUcO4QgDW9lMnjqWUD6P4sknn+V6H0Gj1sZrr/4YmwoEM/B9/doVvP/+KTprJ6BPPW7bNoYC53Xn9iF88qXncfPaDIPOKU6/exn/0z//A7z95mlcuTKBc5RFq5ng2aeew66dI+jvj5GhXbvJwPImN9DrVyfD16iuLi9QR4wB8En84R/9OWU4gb7Kdlw4dwlXLl5Cjuv/8uVLmJu9i117duLxJ07i6CP7UO7NolSO0GQfoNYm1GPpbJvK1WTwUna1VCpQB2n/uJYz2Zhz0aLtcVAQgksUNHeordc4h9OYnF6nHtRpg5IgzxwDqyBNfVqkwH3xrbfeCZ8k1acnT5x8HPo6wudfeAFmRsf3Ldyhg7tOu7XCfW1paSHYqGwmh55yBfMLS2i3LfC6c8ce5HNFBmKH0dffB9n6qakJ2sgeNBgoePOtN8MfNslW7Ng2zuBBK/DT29vHtdPkxr+bAbMmKr39dKpPY2Z6Di71xEuRcg/PM0A7NXUHL734PDIMnl24eBZraytoo4Vdu0gvqaO3J49sxpPWNsiONelYzNMWKwglO5ehzB869igDlBtYpeMWyLDNIG4xwL5KPbvGYMzU5F32PYuUtkB2d626idVqA46O/GkGoie4jsbHd+GRYycZUN1JvCYunH8fs7M3qc/XsWPHGJ599mnuQ0sMdJzFmQ8+YPkkTr//Pt/P4Pvf/14I0kQMBlc317DBoJbGoWCq/oBAn/zNlzI4fOQA9h/ei43GOhRgyuVjxBmH9fVVymudun0IY6MjXC8tnhsayHJPaeuehATr3K83NuvoYfBxkeeKhYVFRHEU+lJwrsDzg+y6/iBpmXrqvaPOFSm3MSTax11KXeoL75ubG4gZlFtcmeE8rnPt3SQPVTzy1DG89LmX8InPvoinn34a28b78MQzT2BsfBTXKc/pmU3a/xa279yF5198gbS2QZeBwf4K3j31Dm7evBYCOjMzU9g2NoLhgX46bmso077G3IMS6vq2oUH091Ywy2BVzL3L0pTz1YO5uzPoKdKucN0ND/ZxmaTo6+vD9HgGsQAAEABJREFU/NwsSgz4jDB4fFCfVuX5KM851x6qPXJxaSnYup/85KecnxXarSJt9Bpta0w9bpNGL8cxBh/5oMM16u3b776HWr3BubuAYQbPM9kS6wYxQh2uUM9X14y2ew2VgTGuGWBkdBh57hMR9bDBTU0H2KmpSUSkqX054SRJ/tXVNdQ3ayhyX1WArlarI5vNUJ9S4kbQo71pfNs2lsfUP4Q0x/NeJhOT9zzK5TLYgGezFnRubdFQ1HlIr2m9MmjZ4BnUIUW5VEaOcw4+0pM8dUUEPXliEcSX6p1znKMW13MTNe5nba4772Ok5uBdRFRDm4fxSHicnwL5la1ZWmzi3ffOYpnB9p/85CcYHR3C/Pws6dRwYN9ubFSXsXD3NnaOD2Ln9nEMDfRhafEu4gyodwUUuOe22jU8/exhPPXUo9g+3o/Dh3cjk0lpt1bIu0cxnwmfSu3tLWPnzu0o9ZTwEgOFv/nbX8ULL76Inp5eOItw6r3LqNcSnHr/DN56+xQD3C342GFwaAg6Fw70D0J/RNhi0Oax4ydRoh6lXOsJnW/iuVTOk/44dmzfjoj6dYCBziz3k6nJaUi2dTryi5TnIPdLyWiDurGx2cT7pz7AjRs3Uan0IUsb+xu/8UXyvo7+vn5keD7Qurt69SriKIL+qMmTtvdtHDy4Hyl14ty5yzh4YBcK+QLeeYfr47rsyRT3rhwvWZK7I/8NgGO8fWcaLbbxnL8iz143blxn0P8ySsy/8MLHGAQ9gOGhUe4t89x/bmPvnr3IUX4XL36ITNZhx85hPP3MSe5dJTifIqZ89h/YQ3t/A6c+eJd6PsSg9RzeeONnuMW9trfUg7RFHbAM1/E4964ivM/znLeKjc2ENn6Y5/ESPvbCS/iVX/k8MpmI9cax5JGhjty8dZ37yATn2+MCzyPXb1zG4vIM7kxdRYo6hkZGmHrs2LELF89f4LloFWs8hw8NDGAPyxq0ZatLK4idx9TEDN59+31cv3oLly+cw83rl/DTH/8Ur9Cu/uhHP8RF7q3V9TbXRArzMa7SFv3e/+Y/xY1bE9SRHvyrP/hX+C//4X+B73ztayj09OBLv/5lfOxTn8Qd2qElnqGWeQc8ePgh7hE1bFCPpmdX8O67Z/Dm62/hwvkrOPrYEwD3pbjUi737D+I///v/AL/5W1+lDahimeeUGs+25d48nnr6MezdtxevvPoKXnvtbdq8czjNIO3rP/0ZXiavv/f3/i6+9pdfw6e/8Hn8zn/wH0BHzRrtNri2qgxex1zjEefXew893VRn1mw2i4h6pNQ5T1l7ZDIZNnVocX3Ktrd4fpBepynZJagcMNS5YJVXufDaPAuss7/16gaWKWOzzhlfOKoTDovUlHtDgs57ByclETODHmapRxlEstPmyF8MY+o4HoH4VSr+BTpnbvJe1ObA5Vhok9/IxWRWbbOIowxi3nVA8moXcbxqp7x4EzhWJuRfNtDM4LwLsnBbfYJPm+cm8cxs4N/MIPso3rvl3ntVB9kpY2YQDeGoTikVlGOK2FVCu9YM9eJP9cLt0lI+znR4l0w85eFdhEa9ie4jXNE0M9JLA18aj8o1Ru3B3bzKNWcN2pmEd5KEcrKEQmkD4V1lPCir34jjMLNAT3TUh/o0M5gZurxi61F9AMowJWiMAtES/DwNNVOZ6kRL711QmeZIoDIzUxL0RW3CC3918dQvX++Nv4tjtsU/x6T6bnk3r3YqU6oyMwtj6/arctULVK/+xKvAzFQElf18vdoLR+2FpLSLY2ahj45zUvOlPbJOObeR0A4LT/iSnZmpeejDzO6NT/VmnbokSVlupOlD6qkj6l98BTAH0Qp4CSjDBOJNkHCPb/Bcq7WpfOiMv1KWay0k1Hfx1KYdMDiSMfKZBBrCFw31IX4S8pFwj+eRL/ABPl29Uz1fw4/y3B6Jk4Z3sw7NRH0SVGhmoV64eheYmZJQrozwpc/KmxnHb8pugYV3/g74WjtmBrhNmK+FOvFtZiHfHYcFWRnnQWNsc5xpGG9K/UlFhHs7s6EPvYqGwMxCmXgy6+SFL9CrcEDfQcr2rVZK25CQtuhzQthS7dpyOFDCygvUVvhgGzPjONrQvBAd4ZsTIqNN82AVUt5cEp7VEzGnAkJK8SacEy3FRH2bC2NJtmQsOinx9Z4SuQt6F8CEQdUJdR0+U+Kr1Gyrki/CTQNOyrfOj5mxuXjulOlNNcITfgdEWzisERrHCYJwzCzoqJnqQyXYBcxIiSAcQYcO5cJKvYMPq0GTTVxwvG1Ch3czY23nx8B/fDezTsHWb7POu1knVbGZwcyYJR9GoJyBlPx0gBXhR1VGebNC1Uw+Wh+Q/h2/zIw8uwAcCh58NK6fBwP/sU0Xr1vffTfr1JvdT7t1/y5c1atOqZkFXsw68u/IuSNH/BWP2gmEp/RBFLOP8mBmD1bfy6tdF+4VbmXUwky/KVoKqIuXUh9TGhylCfW6C2pmZjCzMI7O+uvMR7rVHny6edULWBTamJk6CnP4IE3hmxlkX4Wbsn8iBrx0i+6DqXD+XSC67S17Lxy1U/rzYGb3eWKl8AJIB40FrNd7m3Iws7BuZM8EZhbaql79pdJPgoMFuZgZWuRB9QLhJBwHWG5cRM47OO8BpnAGPWbGalN2K03hyItxXaSixT1D9NW/Ew2CmQWZ6V39NJu6E9aCDdR76Jfzp7wIK1WZUjODaIGPmUE09K5U9cKTHDkJiJwP96POubHDI/gIR7jM3vtJ2Z9ezDp4qu/imXXKRFflnjJ4sD/hCVQnGg+CygSq1zhFQ21FQ+Xas/Se4x1a52y1NbMgS9ULEs5lm/uBUtWLVoN3RWowZeGCDLrlwjfOjeh3zvhGUSS8h9ehuIvwOmdLhxCs5F7hPfujXyZVEJN9sXvS1fmBPWj+cf8xI66Afai9Pq0KA/tIkVD/xZt40Ji0LrwXf2qfBpw2dUI4AllPkFaoZT8qEwhH+qs9jMoEI6uiKTAzuKBDYGrQY9ZJVS8QH0rvAfWRvUO0BSrvthMt730Yr1IzC3rYnSvNj/hRO7URqI0Z5cpgcwisWus+7dAXOCwjfxq7C3mzDo9mnXL15X2nHny6PClVX+pTfQtYHdaLJ5/Kq078SQcEKnNBJhb60rvoCK9Fn03Kcxh0rud+mnC9i6bqhCOaAjML/IKPyh+EhGsj4SFNH9hsJy20qSMq66M/4tDBQ/SnHEaRvg7xovuP6sSP6Co1s0DbHOA8x5yhEwMwXvDrDIxuoMmLrXGmM3GOzqci8sUSCnQMwByqa+vB2a+AUUIlcbysGQfrCFLkOOPRpDPNU4l7e8sYHRnGAB12hXyOk8o+6KiaozN5cXUDLs6g1N+PbLmE3sEBDDDwlqOTLEunleNBWYLRhUjCjTMZ9NFxmKVTLKFi62t81W8f21dIP8MFK+eaBpvhpTlPAfg4gpkhy7pCqYhcIc/Ld5NOzXXy2IR5B3DhGCFD+nn2K+fa8uoqpmdmcJMBOX3y6MqVa8jkSpRBJSijM5pUTpyEu0GnqRyn99N1bHCM4juVfEjbR459AW0uaE00+JBEeG+2Gh1DwBOK8wYfO8AQFFjjbtD51pKxIS3RE2iMLS5cyUeT3GJ9i0oAM46rRYfcPC//jbDAE7aTXNSuxTZtLgjhql2jUaOjq4712jpq5EMGQE6vteo6lhkckp6qf/GRpUwl5xxllHDsdV5SDQ4tbihNXkAydGJIhmaGOJuBeU+H6wYNXQuwiI7SAgM5NegTLnJSayG0eKHdpMNnmc7ajQ3yUmuR/4TDoAxIGxSS9Cuic6DA+cwxMBBlYjjvIT1QoBKU1SKDFTOcL8EdBjHW6NjJUt966PTpp36Ir4Q64+hkKfeUUWa5p97COc5BGmSteQkLiSdyT/rSZTMLMvRsJ2eemYX5lyzNDBH5AlPhqo9uuyxlpQ3EeU9d2Aj6Jv1IuHDN2I59Cz9LOaWctzUFcOtViokzYAnZiujkyaHMoLhzmSCTjY0mHQtAjYHDjfUGVhlIVZoyMJqJ6XzLFJAwGLnOYGvKYF2pmIf4guQIwLb+tTlfchg16YwRZOJsMBZUE6zQEVfbqKPN9S8j5dQ2GKkkjDvIiDqUJEmQS5KkW2kS5jmhwjiuKXOUWwK0Ob9mhiiKOR7yyL5i5kG6m3QILS4ucTx1jqsdgjSryxuoM/gnZ0cuE4NTxnqgkCtD75x5tDj+61fmsDTfwukz1xkQcZiYmsXFSzfxNgOqly5PoNX2HHuBTsB+1Oot1Ohw76dtyXP99/b2QGvzewxg/uXXv47Tp08jZl+ZnEcatbB73w70DVWwa+8ubNuxA5v1NiKfwzoDQ97HtId57NmzB7t370E2l8eKnPtcCxk6jiOOb2FxBcsr65ibX8IVOi5vXJ+gvZyjzvVhauoux7kR8nU6iUrlCkD5jI1tw046PyXPSepvSp0YpkO0Uu7BD77/Kj44fY5repWO9DWuqRb3eYc2N5KVRQYW1lvYYAB9fW0TFAZi76kvTcgprD82GBsfC07XxeUlNGgnlsjbJud+fmGBzuezeI+B0e+8/F3oax3PfXgGL7/8ffzpn/wF3nrjPVy6eI2BlgWU6Wzev38vhgYrlMMqZhjk+P53P6TTeZUO/iEUczGd/ztRLubQaizi859+As89e4KBwx4UswWWJXB0KG+uN5FybqoMAC8vJWjxoFmg3LMZh5GRDNfhBo6fOIqnnjuJj730PF4ijI324fUf/xCv/fBHnNMMxxdjZnoaf/fv/h6OH9uH7bt2YieDqkPDvejh3Goe21zDWu8ULnUQ0LrMF2I4D+QzGRToeC+VuF6ovzmu1YOHdoNxCSwvVDFxexKg0zebLbK/GLt3b8PmxipowjmGCOur6/j+935Ap/R16P9nneB8nacj+6233sb1Gzeo61HYgEfp6L5x9Rpee+WHDMavUv9zdNYfwuDgKEaGx9FscIFwnVar62hyv4xjT0f8XehTR/l8lg7+IgMC/Ti4fz8ePnIYYwwA1mqb2MUgW4WB1KnJGepBRJ5X0GoYmnVDuTyEp5/6GC5evAFDjGKhhCOHDuExBkJjDuDG9SugeUGb61RBqWZtA5vVFQbkVzA9NY2xsTHMzc1jcWmZerpKOhfJzyaus921K9dx/sIVvP/BRayvJ+HTRIMcx/zCMvWvhiiTRU+ll4GQKlZWFoPOOZ/jbpNFpX8EO3fvA8yFwMPtiWtYXJjG8tIczlPnPvzwQ8gWXbhwKXxytIdBF9n2G5Rnm7bm7szdwJsO3BcuXsCuHdtRLmUxMtKPx44fw6OPHuVajKBPhy2vLeKnb/yE/M1T3zdof6vkzXH9LCBN27h96yZ2MuAjW1ap9LDfOvemCAmNzQaDdD19JajPOtfI3dlF6nAZe/bugedZQn+EtUlb0qR9/OCDs/izP/sLTN6ZxMzMNC4yQLFJeZ4//yHPDTehb0S4PXGb9mGRMgAOPXQcxf4ByigLGEIAABAASURBVPI6y1aggOP5yxdR4Fi//8qb+O6r7+P67SrGdw9jiHNdb9YoowX0ksdPf+aXGMR5An5jg3IYwQvPPYmN6irA9byxUcXK8jLadBQeYSB0dnoKPTzrlBkcrdHGlvJljHGe1tfqaGy2qP9ZxLRjF89fxLUrV6E9ssq9foD75NjoKL5LWzA3O4vFeeoBg6ybDForQOZdTFk/hpWVNeg8oHPREvftyck7cLT37aTJwMg0tu/cgX7aLn1bScS1VuLZrs5zRk9vHrMLk6i3ahgbH8WefWNBznMLs0h46dE5qMExr60tU09S6m4BbdoH4xrtKXJOeMbIcq2ODI9Ac9dgnXcOy8vLULn0pcmyYdr5MmXa5Lkp5Zyura1RBzYwxPKUm1yDFzUFQcQfFzR1IkXSZpfsJ2MeFdqGbQwqVyhDmKHZbnPtZtB50jB20Wm1eH40gOrJNZ8hTo7onvkIcRyzPIEmPiXdHM+frWYbPN6hj+ePxYUN/Kf/yW/iH/+f/hY+/Zkn8f7p98J6b9NuxVEOi7Pz1O8McjmH4YECbewA98Ea53wDu3btwl0GyZcXFzHKYHqSNPD0U8dx4sQj2LFzG/Qp0WefPgF95e3yyjKWVxYwOzeNmbvTPNNOcotIeA4uco9MiNvG8Mg27N13CLAYt27fxXvvnkeZ546f/vRNKHjeVxmifAuc91Xs3bOPtjOHRq3NYOZR2qtVTE5Oorq+wrE3kGMQ9/qVSxynYZnzcu3aDepGxD32FM8HDYojCetinHvSoYMH0dc/Cp1X8pki7dAG58IwSTsk/dEfZLQp48uXLmNudgkZ2sfengy0ZkdoW9d5xrvD9ZW0m7hy+TZ0Rl+v1ljfj7XVFYwOD3E/KkLz1OIcjo6NMkDcwPziAmoMmusM2EM7Kvu9yXVfKpVCuXSjt1LB3NwCfORxkEHhXD5DWQ9icKiCVQa+B4f6uL89gfFto/AcVbmYD2eKl1/+Ns+3F9HXN8B57kORa291aY3rFMhEWapbhLrsR7OF/fv2USY1zDAYee36NTz88MPQepJ+/+Qnr+OHr/4Qfb0Vys94bpjmHMTYtXs739vU5xXKrsixDmDb+HbKcANN2iSqN6T7A3393BPW0cu1N75tDDvGx8MfIMzevct5Srm28h35lHzQKwUD11Y3yZ9RJ6jjCZi2scZg4ZvvfIA/+/Ovc5QGfSJbnxr9x//oH+F733kZxg6PnXwchx85Cs+zz9L8MraN7cSRoydwYP8RDA+N4ea12xjoG0Kh0ofEefLZRIt6XqGM/rP/wz/Af/T3/iZ+9Uu/jD17t6PBgNfp0x/g7Xfe5bmrhnzRoViOqbMcM89Ya+vr2GzU8Y/+8X+FL//Gl/H7/+ffRy4fkR6wtLKEjc0qFFiVLTAz8pyiRbsRRRE2aDtlC5aWlqnLa1yjGUQ+g1qtAaQOppnkpbxJGxJFMW1MEtawzumRjxCRhqO9URqxHnza1CvwfOw0LrZLZAxY7pxxnkiW+w1o22LaA0FEGuCjdmYGM4NsCYs49qaSe2UULdo8PzvS93AwzokAtCc0mAE3R7si0HlWfItWF0g9jF3vzrE9+1L/ko3nGZEdQziiZykgSHg30BgEzjvoUXtBi3LUGFQmkK6ucz4caYtuqrFzXj2pxs6LYzj2qT7UntkgE08jmFIuCY2u1qZZRwaSSXcMoi8+JXvvXZC9+tC7Y38PgmiDj8q8Z7+sV2pmmgDWAGYWaHiuZ+EZjLw5tLl/pmjBecB7R5GkATRW8SI5gI8nXfVjZjC7D6pXeaqxa8I4N5KhZNriXV80REs4oiF8pWbGvhM48krygabyqhOYGZACwlfbLs5HU3evfRenWy9a3bxSgWgJ2tRZpWYW2qut8JWq7kFo0k6pTjypXmPRu9oLT6nZfTrdes0Vtp5u3oxjYpnodLIJx9eijjY5FxZkwOogf9Ht4JmKAki8IcNfZkb5tZVDFGU4jog0fKAh/gSsRKr54FnX4AAY93kuIqbYeswMZhbe1F8Hn3yxMzMjXU9wxHHklRMCMN/FB0A8zRO69qODworOj1kH11sEqjz7l36BuubZNCVN9kXdMbNOA/42s9CHWSdlUeBBcwAufDML72DHHTkhPGaOKcfIMWssfIGZwUX1AD5udN6dg+QjMHOkQkoch9oIAAMCIDwqc84Hnt1WWzODmYV6s04aXvhLr0S7V5/QplLlwny1aF+kNy3aEp3D5Itoc36Ew6Yw/lMKpupXuALlzQxkAkbiKbmm5ADKg68QX3wJMm3TBqU89xkBAVKYWQDhdCG9N+Y2dbBF/lqsSgHjDwF8UraXjNkcgk4/xGH/6VZ7ot37URlgMPMADHonGlODnpRlgGPWCPyhbUcAhDEE+gaY8Rc++nRoceQk+GBeWM4ZZBs97ZTeVa80wC+SCsX6ZWahLzML/YOPWafMmQt1QMrShHkmWz9mHRxPHMcyo84FNOY/0jff9eO5tyr9eRDfKlMbgfK/AKb+wf47fWLrEb7m5sFUVZKhwMz0GkA4Ak7EvfeESqn2AtWZGbrt9C7AX/GY2Ufwuu27+Gadfs06KX7uEZ5ZVzdS2QCylQYQqpn9wljVhyC0JVLkHYyp3rvlfIWZEUBQ2gE88Ahf66lbpPeQD+06+Crr0lRe9c45SLeUEpW8JoQ08C5cQRdX+PfB7snKzKBH/f88bre9mQXeO/2Y0EMfahNeWGTewXEfT6lwamdmgbf7/BEJ1FquE9ULQP2UGnniJjTEHY26j5MSN5Sx3jkHMgGarQDKm3VomnVSDp7FKRxfRV/2TDTMjOUGPdr3sryv6swk3sw65ap7EMw6uiAaGqfoddMuTeGb2T3aKheezheO5d7IswagcWyB2mgs6julHUtZ3n036/T5YD+qFz3RVV7tlepdIFyBygSqNzOIJvgIp8U1JRyVqV8W0662AyivcjNTNoDoqF3Cs6AASEjPEMVRGGuqd49QZmZsk1L0bSjI6akDmWwGcSaiH6EVzve616l/M2Mb7m0cd8IAmfHgrDYpz3opz+MpOmdt/HseM/UH8pHyVwLxJl5FX6A8C7d0z7E/BFyVh3rKW3mNEXzMOjLXu8oDkD9w6hxjPubZH39Uz6YcJxv93I+ZsQ+7VxpwuQ6Uil6be19Xjx4sEz3NhyDiHUSpmUFtBOJXoDYibmahnzBfWg8RZUAQTpN3cqVqJ3yzDq5ZJ3VMA7Cdd5KLC7REV/QEZsbxaS45G9QZ0TIziDftY0qFJ1Af3f5EQ7yrvAv36nlXAvdSz7OWUagJZaEzhkD0wcfM0G2vMtEVSGbCq9Vr9GWs8R6+gLW1Fd65M+jt7Q2QZ9xLfXb7UzvlBQnnUTIWTbfOQJYCnFVens04qEyMmIYgw8BllkTiOAM9rIKLHBSQ0mXnnrGQYtOhXijlkGOb7tfKxc4hoVOryQvwOi9ea+tVbNTryBRyGBkfRrmvB0U6l4boHOmjo7GnUkGhWILxnxyaCTnMkI9cIQ+KnhffGkIZgxi9xC/RWZBlf479N3kxEkjtm5ygGvvMkfdROhOKpSIW6XzSJ0wVREhEzRkDiY0A7A6i0WZ5kwe9OtvWyGebgaqhkXFs276Tl+8Y4sXMkNA4t9QHnTKdBdxCQiPdJiQULEjbHEjTAKZN8rZJp2SNTsVW2oTn4nHehUNci3VtLviUCx6OSktBJ6TRbDXQbDfQqU9okFrBqdCi4WnSgdRo1Wlq2vCRQxR75PM55n24lCdJEtqJN41D/1/scnUN+hTeEoMqa8xrLlaYrtDxtMqAkPBqdAis0LG6Tl7Bx/mIY85DgWrnHGRsq5pHOrKSrbmR4kdxTF5S1OmobPACpsDoBoOkm3RUrDL4vqxP5s0uBAfVMgN2dQaSJJgWD9ebDN41GLDaoO6p3Rr7r1Y30CBOyj7ynMMeOvdKpR7ODqjka8F4xlnOB+deOJqzTQYaGpRZm5dYo/ylm+JZThQ5G5TXXxhoLJ4GRfxrPI3Ac4OjBeQ0UX+CDB3BkqMWjfhsclwt6obKvPdhUarOe8dFl4WZQbKoUIfH6bySk1r4VQbW1Y9o+6124Eia5FWfXK41NqCvpTTHUk5/wl3c0bGZJp6OroTQIrRBG0b9bzKw00R1tUYHWgMNBmQin0Umk4OZZ/8ZlIplZLM5JKTTpINNsqXK8D2lDqU0YoBRKR31xszQCnNQw8Z6jWuV9W2A6g0EhoA2xyyQcUp48ZG80yQhHTJL40VVhR7JJWFDAdiDUS4wQ5ttVNYinSBrznWdelFn0FS8F0u9lHsG6tRRLhnOXc4DhayhUsrg4J4hDPe2MXtnCuc/OIMPT19EnQHEpcV13J2pUqcTXKHD7p33LmHqbpWGb4BO3wPYyaBTmU71DeprX3+FzvR+DNAJ2uK6yRdztDMF5AsFOjNnUKcR1f9nqa/vBDfbOp36kzOT0B9TjDLAkMvmsU797GfA4eQTj6PSVwl1+krYO5NTiDOcfxehWt2EwaOn3AMwILdzx26Uy33I5YvYtm1HyK+vb2J0dFuQ9/z8AoaHR+mYPoQ9e/ZjjOXeUhQzHjHlVyR/hUKJ7UsM8s1jnWulyeBwpaeETJSnU7SEbDbDQFoDCW0CJ4W9G3Zs247jjx3F008/Rfm3QlBsfmGRY2jQCdvLAEoRUzMz2H9gBxq0zwODfdSxJqUfs58ZzC2s4jKDZ/qkz8GD+3D00SM4ceIYdjNo+ZWvfBkvvfginn9uH/bt3oHFuWWkLYcIMXk2HH3oED7zqV/Cxz/2HA4d2EPHcgn/q9/9TXzqE5/CAJ2qSwtrGKgM0tEcocmAldTMcc4LpRyyRY9rN/TJ4hk6sfchy0PVtrEh/Nqv/QqGhwY5zjoDjAPs4xH2u8ig6l28+eYb0B9QyO5IN9utlAGqAiLKBdS/fDFDsbQZTJvD8vICqgyMyonXVykzCHEIX/jsY/jyF5/Ekye3kW6FjtZFbqZ3MTd7F9ymuN4WUa9V0VfJYai/QLnHmJ9d5XpMsbLcJk8t0p7n2qxz/qsMWMwwMFLC0MAg5b2BkaERjiOHfo79kaPHMdA/wnke55wfhBzdZe5NpWIBeQZQd+7cDsdDlaP+z9PxXV1ZRTYT05k+Ce0fPvKQ7S6XStg2up06tIlrDNhHPo8f//ht3LwxjVOnLnIuUzr9N+lAb6KHdlNBtauXrwDcz1LalerSBjaqDdTpoO6rDGA7A/mPPnIMb/zsLXgXo6dcgZ7x8W1hvAfo+L9LeaxvNHD8+DOI4zKuXruDd987jTNnP8Tk9CRWGcTM5WOsb64wMH8aP3rtFdyZnMY6zxZRnGG6ihu3LgfZCrdJvXvv1HuY4xrQ/vDOO6dw6fwlBjtvQzZF3wgxz4DeTgbnjj76KFLn8O77H2AXg0n9fb0A99pZBojaXM/nL5zhvrCMcm+RvDk8+dST+PJXfh2f+8Jn8eTzj2JgpBeVwTIUCM1kMihS5lnuHdlsFvqpHUPHAAAQAElEQVS6QulNmWeJx04cx8OPPIS9B/Zy+G2uyTHkuP9MTU0x0HQrOOyvXLuMd957H4cOHoLRjv7sjTdw69YE9H9H/uhHP0REnW3zbFBlYKeNAlq1fgwPHEalt8L1WsQkg+/TDHgmHOQQAz767xFyhTY+98UncOBICQ89spemsI1r16+z7xziTIxxzsMTTz2OkeFB6BOqZz84DelHsZBnwLGB7bRRLZ5FFhgI3za2jbYzi//7P/3nuPDhZe6jCdYYKFGgw9Fe//mff4362YOF+UUcOnAIA32D+NQnP4VbN2/hT//Nn2CD+/XhMLYU+/bsQYNBiN7eXgwMDECfgHvppY9jZWWNstkLM4Ps5joDuhq/PPLzC/O0tUOIzOH0qVM4cuQAAyVjeOTYPq6RKtu04SNjsH0Qxx57GH2DvYQ+6scGqrTVDZ49yhwXDRr3siIaPIttbK5jdXU1nOFaPC/ledbRXpvn3HjuqXkGFUZ5huwplyF7n+Uc1ykP1SUJx8+AapVnlqWlFazTRguoUPDmQWEjy7RIG+65pQ1UetFL/SiyD+88dTHlOazN9VcLoDNKmwf1Sl8FOfbb5Jmpxb1N/LS4l2ru1afj+FPuh3WeIz3z2SgDPU3uNd6AnTuGaJtX8NILT3ON5ZDP5PHBqfPYNjKE45TLo8ce4jqk/rTAi2KNuAky3Nf379mLH3z/p7hBPRzoK+OZp4+huraKjeoKZbRMnjLkczPMj/bYq1evQFAuF3luSqA/grzKIKfOZoVCmfo4wzMAEEc9tBsOhw8dpq0dxSDtV5W68J1vf592PY/xbbvBeD3X7yZ+8Oo7OHf+KrL5fq7xu7hx4xquXr6AFhEkh2KxjGvXrmMX1ypVBP39fdAcrq+vMdh4jjoAnDlzNuw12scvXrhMW9WAzhnffvlV2rAP0Ffpw+pajbKJMTrSB50dCsUIld4e5LluI9rCFg9FrUbKflswrsX+/kGOI4d6bZ36PcWxLsBxUiOet6cYtNQZu97chOZkjfrgvEd9K7jpmW/yjHf37iw2abN28fxwU2PYvQsx2y8szuHc2ffZSxvGA9Wl8xewsriEOeJXqV8OEddVL+36Yc7tbu6xfVxTE/Au5vrb4F7Xpu5tUFa3qFMJJiZucW1uYGi4H7Jl7771NveVObx/6jSkzzWen6VLfQyM7tm9Dw899Aicc1BAcOeuHZAsT9MeTtLG3p2+i2PHjnHdac+pYpIB7nWe7VdXFzA1OcF9PeV8XAZ4tunnestmYy6vhGu6n20qXAdGOTt4H8F5Dw4S5gzOO7YFpu4u4ZUfvYmvfeM7WFheRtsM3/jmt/Bf/5P/mvb6FmZpww8feYi2KKUe3MDU7SkAHkdPPoknTp7AvoMHwti0FzjKI+b8tc3hzp1JHD1+HCnt0tmzl7C4sIBF7k1tBidStgfYP+viTAYxec7kMvDMJy4NQfEljm9wpB+9Azls1jfC/YisQfcBrUsxb2ZBd7LZLLQuCzxTaf7JIO8rdWjeN2lz9N6mrVAqPIHWeUqb0OZ8a49ocZ13cZV3jrJig0wmi0ycQ4a8mRnq9U1oHbRpq+I4Qpv7AdHC+hMd0da7II4zHD9nhjhmBvGtetHv5tVGYGZwlFscRTwzxwFXtGWHVK92alPbsn2O+mJmMDNo/AKN3cwAWBg7+AgPfFfapaPUzAKOys3IW9KkjFuIOCaNT7IUnt7jOIaZcSwUGED+PNU6AYXOmTTImRVnHGsS4gFkDc4b6RO4H8DUrlNnBs5ZHXriTEYJ1F+GeUHKeTLr9GVmEH/e+yAb8BFPZoY4ikM71ZsZeYoCrt6Jxjx55D4suRn7JwqcBzz5ceRNdIRnZmEOhacyAaiXqhOYmZIwduGYGSQP8ezJl8o0T2qnvNIHQXOterPOmERMFM30W2+gzOweiP9ulfeO5YDjelWZ0g44lqnO0H3Up/oPwHGrX+mDdMaTT/FrzoVxCNesM+57dXw3u09PdMS3UjMjH8bpToJeqk8zA7gHGu+i4PSKvuTSrXPsy5Fv0VB/eldfSh/EIeFgr7yLIBCu6tWv2irVOu2Wq04gWkpDPflIEwdeR8USEr4nSRLGKhwz8qoMQXLpgnBYFH7Uh5nk6mFmHVCNKkJqSMNYjW8CdHCICz2UAR0lVHUHZz7UPTjWgNKlpReCmQU8ZinCNOihxqyxijcBYIBAOknbCXTmsFtn5Fn4LmpCEGXacI79E88E1tETR/maGTx1QeCcg/hs0TapTzODyswMZhwreTXr5BEeDTBlHYhnBKXgQ35470gFvBen5DOhnARpAspMYDA4IIAxvf8j3olGegbnfeDPrNO/bAEoVL7CTO1SvqZQG/6Cztlt2mHwMTPisJ757g8xKdMWEtp42XmVG3VSaUrmzNTGoHFLJmb336EnkAu/wBqVBHDOs00Eood3jdnujc0A5lWWpin7TsGuwCw6aYcekdjelEB4ZvfzmluVKRWCmbE/zhfnzOw+HviYdd6ZDT9qJ6CgSD8l2D0QgpmR1v0yMwOofaCcUzKYilGW6Mdt9WcsM64pmlEVBzBTu5D99/4SvS4I0azTzkxpChhnf4uwmXV4BUKKrUdy0JptU1cfpLVVHRJSCnJUPRuHMjMLqdoLwsvWL+EJtl7vJd0ys07b7rtSMyNpu4fbzaium+/2Y2YBV3UPgvDMjHPgQr2ZQY/adfHA+eioaUr9Se6NS/Vmdq+d2UfzotPF0dx135UKzDr4nutM9rqLo74FZp16JuyDXHDe1U40Bcp3wayjj6Jh1m1noVq4AtFU2gUzg9l9ELJwBMoLzAxEkjZC61t1ag8+ZsaqDvA1/KguQEI56Y7Gc1yqPEH6IhANgXQk4ZiEr8Y0VUgpaCOE9626lLqud4HGp7RLR6l0UfRUJ1mq/h6ok60XM0MXx8ygR313QTQEeledmQX7J5rdvTTUcywJ76XpVipbpjap1ivL0i2+1ZdA72onXsHH+85ciW/Ze9WbWZAlf/HHiAXayjba7Q6ovQrdlg0IfbMvnSdU7qlDZgbxYmaBhlknVX1KHVY/4kG0lHeSs3X66ZbBUjgPmCOYBV0H24KPZx8610pXxXuDMZaEtpxooT/REOg9k5E9Zq+8P9D8kgLzlAvJ3PsRD11QofIan/MOzgNGHlLKVH2JbwH4OOfQAXRwqJ3qN6GepOxDgAcevQsSyksAjZk+Lf0RHrnqjJF6IpwHmoWsmcGMsCUr4XSA+v1AXxHvCd5z7yW/mhPxamZBf8zYnqB26l91gs64OnTAhyhhXGaucwfjGdxxrGqjtgI88IS1w3cz0iee9x7CN+vMWxe/W0ZUiNaDoDLxLhzl1aZbLx71rrouqA8z0qcsVc+JpXoY2q0ETfokdB/S+LvtzMgbQe+iqz5ES6nw1hmzuXNnAm+9/SauXLmEDb6r3kztEO5SuoeYsc8gbyChjEXPNWlgIl484jiDDAOV+VIJzkeo0RGkw7aQzAGeQTs59yJenDLZTBCuRYB5kP+UF6AGvHfI0REVMW0lLQY7VumEXOYlfAVzi8toSkEo5DqdUC7KMKhRCpdQXVLn5uaCs2CTl0G9VxnAkHNujk5V8Rh4K5bgqSRtCm6T/C0yODdHx2CdwTeVtTiomJdufbojpsN0YmoS5y6cx9TMNHh+I88ZDjylgHj55iErS4ec4+UwoVBaNLKaDDkfN/VJQAbaNBGd8TuOzcPMoNFGdObk2DZfLCDD/uJMHMaRpYMty34lHzODJqvNQEebQT4ZBckxRQKlbuvS5igr7z0c0xBQpfEAuzEzmBn7A1soofB4sFC7mH0a8R0DL+oz4nyJ95Tjd5SvsBXETfgu46K/2G5zvBHnLqZjwRM/5ZiNuDk6L+MM5YK2mgHmEGdyVJocFIDUpdmchwKtckLJsaU+zMgboVpdp5NtBRubNTo1GnRmJNSdJudyHTU6qxSwkZLW6bxvNRM6MVpYXqmi2Wwjw37y+RINbsoy0tjYhPceGfIYx1k6loqgEBgcWEWVDiJw/Lr4Cifl2MgqOAR4BgcdjYtnW5XL6dSgjrV5uKJpwBodtYt0BN2hM3uSzqYNOok13wItOM0T+Ki9xhY2JsonoTEUDemj8FQfUf+UCmrUQf2Vdo06q81NsM6+BAoQiwdzjjw66kIbLerCBh0/+jSw9EC0Io6zUOhBNkOHZ9OwsryBNQZMleqr9wwZMPbAsgahhs3NJmWcQsFI5yJIphQFDB4g6L222UCLxgQsNTj+9oQIzgice6VcQkiIo6BWQhtgMIifbCaLmHrCV/JM6fEGKvpc5B1FTB1TA4Qg0ImDi4viQsINPeABMLMwbvBJ2Jnmu85gYJNGwPssctkCjP9AO9FbyiHiGukvZ3DikZ146dlD+NJnj+G3vvw0PvfJx7GNDrPWZooagxR79wxgbHwQPf0VRLRZcaZE52IN3IGoL/kwbn26anl1CZmsp11aRyYGtu8YxV0GYFL2U+S6HR4eZnCxj/KsYmN1BdPUjdu3b6HS24tdO3dibnaecshgcXEBLcrAeQ8zw8LiIgOxeTz+xJPIUH8nGOi9eOkKbt26QxYMTep4LltEHwMVgKPTNEG91gqBXpVpbjIZ2g22leP29u1JDA2Mo1SoYJBO5ITrVHMwN79EB3cT5WIP9u3dhSLXSYlyatDWRc6jTDsNWQbai1KpiMceO4Ynn3wcmzT++npUBXsn6NhUEEGfvhke7sPHXnwOTz31FDztV8JJ3bN3L/vtxYdnL4dPJc3NVdlnnXIpk/8Stm0bwVEGmAYGK3j4oSO4yaBLnvNWyhWDk324f5xByBPYOb4P16/cJE9FnD93lvZgHq+++hb6B3pwl4Hpa9euYmZyBj/47iu4eP4yCjkPA7nn+ty7dwzPPPMEjh49hMMH98OrgrbozJkPcfzYUXiu61XOz9NPPY02A7Dnzp7DEu1+hc5zczHtwgacd9Bay2QzKDOoUmIQsbdSQYb60eaa8ySaY8CyxeBbu7mGg3sr+N/+nV/Gb/7ac/jUSyfx3FOPgaYbe/aMolLJYXDQ4+SJw9i5fRA7d/RhjcFCz0NYiQ794aEiHjq0D0cf3g0ubVAl6Phf47w3qfrUjwXpXZ6yGw8BqBqDkNNTc1DQYGryDk6/f4qBYO5HXBOyVSsry8iSb9mly5cv0sldoVN+P7SJ1xl8kf02M9Ros2KtXXba5jr7g3/5h/g2gx1/9Ed/ivMMnEWuhKHBHRzDQ1hbqfEwAWqfobq8gj4G9YcHRsj3UYwxaP/MU89i//4jUFDl3LlLdMDPYnR0O1qtlOX7oT9GWF5ew9FHHsahw4dw+eJFOv6HGQy5wr2hQK1zyHH/A0d8hkGGH//kFer/Feirgw8d3kdaAxyTg8Vt9rHEYNkyhkcGUSoXQbXDOoMFzzz7PPYdOIyxsR2I4xx2796DI4cfxvbt5IN68ST1tMVx3rh1GxcZDF7n3vDw0WNYW13Dog7gZQAAEABJREFUB2dO4cqlC/jJaz+kPN/Ft771DfzoR6/Cew/ZsJGR4fDpvIcePsgzRpZ9DGJgsB87GSAcGRvDHgaI9ck+fTpaXxV98rHHGJRaQZv91riP9fdVsLJSx+kPzpLuz/DGm+/j7LlbuHT1Gu7OzlG/15Dh+i3ky9B+eJ2Bl+npOa7xHgyO7cI4AyDnzy2T5joDRS1kXBavfO8V6vchrK0tUzYxMtTHnQzWfOZzn6YcduPFX/oYstzXGwwSxXHM/legP5ySTs8wuH6CgYmeQhF7d+3EDgZYN7kflvMFzM7cpdx34fXXf8b5H8HknbvhE4BraxuYmbqL2zcnWL+behqh2Ujw1pvvMvB+G0P9g0E/Ms4jT5t/9OGH4QyIKMMCA3c0/tSHFtYZeFJAVf+XpuzV8tIqCvkizp8/T3wfzgibDKg+zfm6wDXbR5kc5zzNU04jDHKWyz24cvU6atzEGu0GznD9XrlyBTdv32AXLeiT0CvVVWSyecgmNYmX8GKxwSAqyI/2aOdcOEtU16qco1bnPEA9SLhvTU/PhPGCzyrLtPdPUyZ1njdypOksYlBphnaY6zMFtBelnOcWg2aedl1/wJIyLRZyqHM/Fy/LDFCukNYGdY4qjhb1sM19rlgsoL9/AJ7n5ZQbnvoSaL9n92hzP03aKXUwhneeEEPngCzPhJ5nlAb3uk999jD6Buoo5daQtqoMkvdRbwzPPncYz73wCHbuHqJ+5FEujdAWjeDY8ZO0gyegr6J966230OKY9RXP1y5fx+nT7+M73345zMPtm5N8P4N33nkPr//kpyFY9QjXb4Hj0lflgjZEf1RTKpUBR11IwLnr5fzWMb5tAE8//QTfK5jlvPUxiCf9WV5YwfjYdpjPYm2zjdTn0ebc6Oxd4rz206Y8+eQzyHJP0Boe37YDK8tVrokWA4plZLjxjm0bQ7lcYlmDtmk3ZOeKxTyWVlYxMjKG/r4B5Kh/RQa6arUmRsbHkeO8JTwnDA4MhLFN8nKTp42cndVcT3GfzyJL2keP7qGdHSCdbSgW+jB/dxnbx4fw+c9/nOv/ACq9eYxtG8T80l3arCZm2H58fDv6evtQo3447oO3uOevri4jjlLsZN2E1sv2nSGgLHs8MjqIXM6jr1Khns1QXpsoFMrQ3nr69FnaM4/RkR0YG9kZ4PKlmwyKngXgacMb2ORZbGFumcecJKzD5eUlZDmWYjFHW9+DsdERPHbiBPbRJsnuPkV5PvLII+jrq4T1uswA4+zdRczeXeB4+vEB+6zVGkipjwWu/wxtRYFn+EHq5Sb3/tg5aDxay/Pzc3jvvXcxvmMce/fvwdzCIu5MTXEuWpybDHp7SpRljGzGIRMBFCnLDc4DcAmMdxRjvsVz8OT0Ir7JYPe//YuvY4oBXHMxxMfL3/ku/uk/++8YwF7Btu270Ns3gAzt1BzP2fp6eNDg91V6OacZtKn/dV5wpcNr3M8KxKsyyJ7Lx9Qxj0IpB4NDag5GHeUvzlvKxAHeocn2CfhOvtrgevZt9PSVkS9kkaXtzGSz0JPJZOBpx1q80+k9z71KNjXi2V15ndeRphxrJoBwWrwvmBntQ8oq9sG8yumbAXjmbXNvrNKmbjL4KhvSpg2hWCjLOsg0NjeYAlAfuh/GmYh3nRoc50O4Kfd7MyMG2Adly3yb9oLiQZpYAGcROv0ZvItYBpBNQhraiI7G5bwP7xpHk3yrrAtmxvlfJV+NAOJVeC3KQjKQ3SIKIspCbcwMzgkcUweViWfhgY+ZhfKAz/ViPEtRtTkXzQAtzgmnDEYa4PDM+AuAmUH8an/UnU00hWMO8JGj3CM4L7yEec9zRec95dmvyXNas1nnuNvQ+CTzdhAM4Mm3mcFTBt3xCEd7h5lBT7dOeiC+1feD41FeZWYGpVEUB3rOPN9Vxvmg4M0s9B+xT7URSJ6QDrIrMwvjxAOPWadMuCoWL2adMrVVuZmF+TPrlKtMIHkpdSwXX2ovUJlSlZkZ5ZJ+BMBVIhmntM1t7rHmWc+7MkytAPGgMZgZzAz8BT3iR312gTUcv7sH6le6IzzRkA4JV21FT/wob2bQu3Dq3EM158JLuUAoRrGHhOvHOc+uO/yrnXNc60QQfYHKPOdV5cqrfzYI/AR6xE0TIPIxjEoX6kHyXFvd9nz9hR/RI4uUObWL+zNXN2AeZI9y7PDTpWWknHI9tslviz6KB+kqLzyyAdD+IkV4UvZPQmypV1FwMNoMM1NBALNOP6IBtWMfIIheQNj6pXez++1UbGYwE6ghu2YiHlPyIDBjfxyPc5QvF6cxL0iFF6DTt2gLMtk2MoU2zEQT8JS596JhLHNwnJfufCo1M7ERylUnGgIVmnVoa1wJ9S9Vpxygc0ZaAjJgQEJhJ21mGFA1yYa8g1UBwHIRC2VbeZWZUykhCWj6bWYQDwLoEQ3WOtoNahNYrdIAFnhh30xTVgjMjDjWqWf+3rhZIt6TpM0cOJ1cQ2lCvpN7eTMLslLfzlNOfOdPKPOuw6uZBfqO72bKi0HRSADo3ZNel74BXT0mGtnk+0d/zAxmdq/QzMK7eBUk1D2lD4KQvfdKPgL3cdr3xgUkpJdSpmDaoW2m1N17B5/7bSUXMssy/ZgJ15SFfvOaTN3n630Uvvwv+zETJVBOXSJMgz1LSCiFbcmWL/d+zCyMSXbCzGBm9+r+fRnNk0A4GqPSB0FlXXiw/MF8dw66ZWZ/dd+aE4H669I0M8qemsvJF+8C1YGPmYU64QvAR3VdUC+Rd3DEU1mXD+XNLMjAUVZdMOvIqItHcgFH+ILuu1KBmYX+wSfReYe6xmyYF9HgDDHfmROVPwgP0jPr8GLWSYVnZvdoC/dBwNZD7MCfmbGfjt51+kUo5y+kBp4rE8J9nRYtM2O13euDBMQujHaIyNDj9IsgfCZBf0Q/5YuABJhjM9KiqQ59CZdTRdyUJDsgJM2rmSkbynUmafHMFQr4q9MuRfKATWExu7DAo+ZINJSa3aejdtIJgfKBPzIgu9wFM+vQMQcDkHDf0nnW811nJNFkMdRWqZkFHkVTPJJcsGHCSznH6kd58eMd9csTlBLUXu2aHJtSvQtPvJipd4Rzn+rUX8K7s84Q6ke4ZgZHOpGPQp9qCz7qs82+BXwNPyoTiI5SFbI5kzTwn1KWOZ778/kcstkYZsa+W6xLQl79EJll7XCOa9AXKFphDmj3ki1IKYCfB+GprcrNLPDsHFPfgRQp5dkOtA12byzqk+gAaQvUXsCC8GNG7ACcK6ahkL/UjglbkXfeb7iNs4eUYwmaeC8VjpmBXaL7iH4XxLdA8jeze3ypXuVmbAvAzLbG1OGjW59w/1NbQcK1onKKh/0jtDEzjjsJdws88AhPr4nm8AFbofkVmHX6FZ5whGtmgQfVqFygOq0d5c0M3nV0D3xUJhBvSiUz0Xbew3kf+FM5m9EmOoDGweCQJCDPHTmGNq6DCz5mBs+2Gd4Zi8Ui/QhFvkdhXqvrVSyvLNGHuQ4gDb6XKv1h4k9tPO8FIPMhTxq8MgPGjCCh1Bq87Dbo0DPv4OMoTG6T7yKQzWbQ28vLazEHzwuR40CzvMD28rKsT1qUyiVkiKMAZYtCrXPBrTPQ1CJdBUMjOk18nEUmV0CLi+zu7Cxu0EGvryTbpON4ZW0tBCvu0nm4yrzjgiuWe3jJLiFLb7cEpYuVPmkqZ5cWXpYLKcpmQAmQ1xRa5LOkOzExwUv/NOQYM46vUChACz7hAnS8FEZ0QigvEZsZYgazzLJclFloXKpr8KLaDUpSrSkoAM449gg5Oshy7Fc0fewQZWKW5QLEzDvKBzxZOPaliYrZH9hPwknxW2UR5Stc0TAzVndA7wJNVuCFbdQuZd+JpajzoqmxO+fBRtwbEipLQr4774Fvyt5z3Hk6Enp6etA/MIgxOpIH6FQucp6K5TKbOjoQG6E9zCGh8slRr7luhQUBcBrhvIf4EaQAFL2XE/PatRuYm1vEBh1G1fUaNuhQWKczus5AdJtyJrnQFgY0Sa+6vkln8nrAcy5GsVxGsVRGTGd6lrqRIURxhoqcMkjYIm/1YAR7K2Xk6Hw2M/KTcCHXSKNKWKdDpwbjulF9NpuhGnhoUcSZGKXeHupjltJLsby8SmfYMtMq29QDHbelv5KTmdFgpCxPO/Ig0xqv6rLZLHKEiHLQu5lBerjOwKn0VgZAG4b0cmFhIdRJf9QenK8G58tFQL21SV4S0srBWYwmndvNeopGLUHSdkiTKMD6ehNrDKguLVbppFqF0upaDY268Iy4hhqDquvVTfZV43galFWDaQ3NZgsGT/oRIQPnBMw7DzOBwcygtdRONN6EPAGeupjlGtNYzVSP8DjqXMiEXxZ+3/vFdQ2wjPimVBdVTrrykq2nvMwMeswMGc5vhnMdOYeUDpP15Xn4ZAON9WWUcylefO4gPvPxh/D8U7vwxc8+htG+NuortzHQ28KuHR65XBv6ZNvC4l060CIUiiVMTS1Awcrt28ehDVrBu96eEh46tJ8O0V5cY5DP0enWam+i0l+i7lbR39+HxflZmBwPjU3kuEFWGSS4dfM25WKIogz2MtCoP+zo7evHJz7xAh20n6PNatEJvIwmL9qd4SaQXWvw8LJZd5ibX0eV6+D69UkGeH7MwMVFLC+tYd++g9i9Zy8dm6dxe+I2du/eidFtQzTSGxxPFdcYjGkyiNA/OETn+eOYn1/GN7/xCpZX1iDnb6NRZ1CmRr1vcO4BBU/7+3vppC6CYqUT/ik8+/yznMcEC3SYLi7M06m9gm1jg3j0kSM4cGAPHmawZJrB5CvXrlBm0yhRdgf2HsDJE08CvOBm4jxGhit4+Oh+9PWXKaMevPXOG7h08TymJ6cYDLyIN3/6Bv7ya9/A6VNnkDQM9Y0W+sqDeOuNUwyw9KBJZ7g54O7dSbzwsUOUYxvf/tZfYpUO5DUGQm7fmqQqeJjzSNinAqgvvvgSDh46gocOH8HQUB+2M1CkryBdYRBwfn6eAaEpBpD24Kc/eR3/73/x/8EpOpOnpjW+dQz39WKSwRQFV+vct1JYkBnPA5D+ge/OxWjRaVmvbWJgqIi/83u/haefOIr1tQUklPmVK9fgvcOO8TH8zl//Cr7wxU/iyJGdnLMxHD60AwqoPnRoF/bv3UkdHMH20WEoADPQV6QjOouUBlKf8L958yZkd0+fPh0c1jPTs3j33VO4ce0WA1o3iBthhYH4DW7G6wzUzDJoIZvhfUTH/C0s0PE9OTmBMx+8j9cYGHRcd9qzto2NokHezTo2p1wuh/l/8smnGKhZZ7sFPP/8i3TU72OQ8SL17mXMz80i4xOgXUNPMU8ooLenQpvapAN/gDKbCp8Au3VzCqsrG6zrC4Hfkycf5xwMY4V6t318FH2VPtqTBnLB9iZY5p589cYtlHp6se/gPhw6sh+PHDuEfClmoPE8Ll76kG0XKbcDgGtyT02wsbmGSl8PywImwucAABAASURBVJfR4L7Q29sL9bNv/0EcO3YCTzz1DP763/hd/PpXvoIXP/4S1hgQ0B9DHWLwfm5xAWM7tuOpZ57BZz7/BaRGWd25gxL3tGI+w71nJow/bXOmWx4/+/Gb+PEPf4w/+eM/wx//z/+WvLewe9duLCwsY2R0NIxdZwvZ5GKpiEOHDnEdFPGzn77DNbcQvrpZwUMFyE6efBh5OukdT0g5njHirMcgg7SjDA6tra1TNgMY3zYO2YnKwDbS34Pbd5axf99+VCif/XsLqG+20K5z3qpNvPPmOerxbpbVce36FdoQyTUHfdJq2/ZRPPHESfRWerhmR7hmj2L37t1QoNTzwHaaQTP9ocSzTz+JDO30B1wDqpNzf2W1SptgYT9I2oZz5y/ihReeo23owfXrN/Daaz/Gz372FibvTGPvnn2oMYgYuwwmJiap/y3qRhnjDLA/8tBR3L5xExPU47feeANv/Oxn8M5RxnOcuxXKZ576/C527drFeWzStg4wkDUOZw6XGJC/9uEljPYP4y71fo66vbq6itd+/GN8eO5c2KN6KJOZmTk4n8MSA/W9fO/rG6Aul0EhACnC007acOy3Rp333kI+5tlJ6wxpSltfC3qsc01/fz+ymQxyuRy897Q3EWbn5mlT14nX5H7YQMI9rs2zh2gKEq7XFs9GOe7nGdL1zrGdR1u0edlqsr5a20CNurpOWVWrGzyPtAP9nt5e2uxNKKhbo70x2pcMg+o86gQ5iL54Vap+xFONttt4Oaq3N1Duy+DREzsp2x9hiLa+vjmPz33uMWSzDZ5Zagws30GL+LduTDPN40//7PuYon1b36gHGeorp5956jBl1cbOnUPYtX0HHGL85Cdv4RrPYjOT03jxxY9RF4exfcc22vD+oEcab5nn6KtXrgfcOxPTuHb1Bl5++XuUU4O6MIGh4QpuTVzA7OwETj72OD798c/j4y89zzXTzz1rAmfPnOEUNfHsc0/Q7izhvOZ1o4mpqTnKJkt9bmNkZBuKhRKeefo56Azmec6VHPSHITov6fwpm7dj5/ZgA0Z5HtUnQFdXVpCJM9w7U85dlUHRWTz77Ano64zXVpZRKOQ5j+2gC+apb5cuc27XIVkriLW0uIqJ25PU03UubcPocA++9MVP4z/43d/E8FAPDh3YiWZ9EyODg6iuLsIspW2KeV8A99vjlH+WfRQwNT0F6fep999HtVZFO+G8lLJwtKX6byT27t3PcZVDQLXKs9eO7btx+vQZaF+7enWScmlh5469XBuj0B/QxFEMcIYqlUEYIhzefwTbx3dyLc0iR/s1PXUHtfoG1rhWSoUitnEdTnOvHaDd9bT3ed6T9uw+gFy2DO8y0BwvLa6Qhx7qwwbt2gLnbRA56r/2hf179rDvChoMFJs5jmUPktRxblIUy724eGUSlb4KcrSfsAQ+SrB7zyjGtvWjpydC5FqUSROO5RF11nnjOzpAfhLm5nmO/v4PfoQPPzyPV37wQ5w7d4HjWcR3f/ADVAYGcO7yZbz17jtopi20eO7lb0RxTNlUKecM98E8z4E5zvM63nzrbe6Vk9Daizn/4tmch/cZtLlnK5+kKcC++Rsu9rDYISVfTZ7nsvmIVW00WnU4Z9DT5J3NOcdyC/qR51hbXO8R56LVbkGyytBmZCkz4XraDbUzM9KIIH01c+TBw1kE0YqiKNAKuDzfJrQpZtbBcZ5j24CehLbDzNDT24OenjLbkFfxz0rV6cwNdPjsvou+ypWaOSgVjiddLjgklEOzTik22mg3E7SYtnjGF16WNkx0zAxmBvGpsWnMogk+2nOZBF5DnoJUnWSitkoFypt16JiZmgSaypgZZEOFJxrqXzTEg+oTGsDUUpgHGjxTk1O0OP+e8xVnY5pt1pGk57xp7YF6lHLTVl79ggPt5FscPxCzXYpOXn2or1arzXNcK/AkHsyMuC5Ap75TJ3wz4xqoo87AXotzrz4E2HqEL+BWszXfZI51KhOYc0GWogU+KmMSfsyMfRraDCILwHGr3lH/hG9mgUcmgV/126l38N5v1Tk8+IjHLo7Kzbo0TK+BR9WHF/7aUqkgV75+9If8iCcjP2A3juulTXkrr/4FZhZ4ibkupTNdvtWH847yj6HHzOAciaDzCFegMjPbGosFPjRO1Un3lOpd9LqQUEcSCjwVKfKWkKeEAzHvOfugPKnbnCtVm9k9mgnXmnPEIa5oOfKTcJ0JD1yLJBuy3V/CEQhHoHLPPiKes730j8NJwX9kJGX7dso8RJ99EtnMwpjNDADnmXe9NkFOYdHVOvCsIxmA9UbBOvMAaYFPpxVgZgHAx6yTF+9m7Id9irc214hoKq9UQPTwY9ZpY2bhPfxi1swCXec8PEHjb9EukCTXaALxmtLzbxyTcw56lJqZskGuwtVLppAgWzBE2YQ0Hbz3W2N3HZ0jksoEZh2+zSysDZWJX8lD/AvSNAG4r5hjQjySQ4eFhP0mpNlCQh+BJQ6xi+DN00VmBGzJzzFlHuLVwbZkqhIggWOxmcHMoP4DsIPO+IjPcv6Eemw9qQZLSHgGZIKENAUpOB7imNk9Wk4dAIHnDk2+sF/REDgHSLcjnmu8c/fakQR5MygVngBgDyzo0DESSmkPGtTzNmXBVzj+Ig9kKiVPAkB4+IXHrFNuZjCzUG9mIa++NAdKNQcCvbe4llQmUINuGvLkTe/C7YLeEcbKOWQ9yVMOLvShNmad/pQX7oNgproHcIlkaQoOlmMVPRb83I/a/1zRA69sSx5UILwu6J1KAVDHsFUPPeqLqZnB+Q6YiactgKH7mBnMrPtK/tgX25vdL7tX+XOZj/DxQJ2Z2hqSJA30hKdqpV1IaLM0L3o3s6A70g3wUZ1j2YPvwmNV4FXlZupDJR1QfRckC8dq4alW5aKpVKAyM4PqzYgItuCYVSfg6z2+PRetMMSrQPVmBs8zkNrjgUd13X6IQl47lSQd6HXrOqVgvSh3UjMLMvDsT3RFS4AHHkoz8Kz6brFwunSVF4BktZck1AmlKhOYGcwM3jlEnuuVKV3yME65UmosnOoJTnUE8YOtx8xAAqQKKEX3YXvR70K32Mzu8St64PMgTjevVGOQfJXqXfBgnk2DDNMtnVJdF191ejeze/2Bj2iYGTztExvznl5nkgYc1QnAR7x5yt3MQr3oshgq894pS12mNDmRjjJx5qDUs00XKJmAo7ai262XfRSO3s2MYuv0obO27n7CV53wdFZVKnx1qvN5qjMCz4bUUBVtATWBe0vCNZQyVR3ZYv9t+niaHEMC0RHdlDzL9qmhzjfqQ+UqU51AdWYG8CchvTbatHwcL2da9eoHfNTOrMO/ylm0JQfH/igTTwJUJvGtcYG4Po4Cjto6Z8wjAKugp0tHY9C7+hJvaq+8QO8peYkyHk5xJCE+AOJZ9d0iM2PX1n2lPFLKJkGXpvo0M/LhQh22HpUra2ahvXgGOuMVH2rfblMuWzoIPpor3aF09xCfmlOds806NMw67UVbwCahX82P2pqZigIfqheAZapT/2b364XIpcZqC7r58/WBR+kLZaU69dGBmPPDefAObAw9CcfQpJ9eKdiFc6xjhcaYUK/MDG3umTon5Bjb031aYxRfohlnIsgfmKcvtM0+NW6l4KP7iOg4EZKiC1q8bLYSKicVRIOQsDRxunwPDg2Gi6jK1NhzwfbSmd3P4JyEm3JACRW5zsvsKh1QCqo1eRE0H8HTEIteQqbVfnl5OTgC6rz0ex7oBc57yBkdZzLop9Ojf3AA5d5e9PT0BEEqsLFMp8vGxkaYiIg0dQEXbaNgUkqoxQNTjReoKh2ya4wqJ1wovaRRKBbIXYomx+e8h9pqEpO25wXVwVwWbSqN8w4ZXrKzvIDrsh1xYQjXOUeRgTQQFMN7D5iRHpchBQs+EZVeAo+1ALjIWB1wHfM8NaohxKvAWKbLJ0hWPGoi9CkUXUQlxzQ0Jn0GsfVJRln/TC4D8UMRs2sH40JVuzov2lIS7+JQLvkmVJxgSLLZ4FQdpDwzmZiO7U2srW+EVP9X0jqdhS2OO6XDJU0N4kkBthYPvJwqjgrQ2DOck2KpBOkBO8EKnckLdIjWm5QpLxriod1OWGXoysvMKNM2pCua14QEPXUmijJ03vciw8CaDtZtzlnMfKFYhqOu1Gq8BNOh2JJjkxdzpZpzGOBjj0w2A8lMX+0rh2tKQwikvDw3sLGxCTntFOyt0xkqXTDOXW9vhU7BPgzRsdbXVw5OHfCRjBSwEC9RpAUoiOCch+ccC8S3QLj5fAGZTCYYcJWVKBPJVvqvcUin5ETUItSCNAds0CkX5yiXjIMumpk4S/01tLiwmwym1jbbdKbVUF2rk/8WNjdSLC/WMXe3yoDfJpaXNrG6usnyJtuRYOrDhaTNtZWmHAQFI17Uf0JddByvwMxD/HfH5amfrGKDFMJv0XA0KSMZD+FHXE+sDGOTcdScpdQJwMFUEYA5zisEeucALYDBSNyRhmgBFuY+CbqF8ESce8kkou5HPMlUenLYQSfeiWMHcPyRMRw+UEBPoQprz2Dvjjwd84ZDe4fw/LPHcOzh/di/dxseO74bfQNl9PTnMLp9gI6bTUQ+ZSAvRuwoF44pIh9NBkgjOkCPHj2AX/21T+DYow/hyOGDePjIQ9hJZ+ZQ3yBGCYf2HYAjr/XNOvW0iWtXb+L1n/wM1WoNnvM0OzvPYMkeZGhcF5cXoTWQ4ZqqblTRU+nFxz/xS/jiF38FTz/zNHbsHMGRhw+jwgBBhms14airDKwWS72k3ca777yLGzeuYGFpCivrM4gyCR597GH0lPNYXp5Bs7FBY13A9PQ8/vzP3+Cc0/GXzeHqlSt4mHSzmYiBnwy2jfdjfPsw5Z1grboKFwEXLl3AN771l/ghA0n6w4Y2gyq7d+2gY/15jv0oneoVBjAWqE9zDO5dR0+xF88xMDM3Owt9Gnf/gb344q98Fr/3v/7bOPrwEbxEh/xDDx3mOsni8uUruHDxEor5IoN0Swy4TGJkaJwX4BiXz1/F6ffOYm15HUnLsLq2Eeb9xMnjeOSRw3jyyeMYZfCx0WhhZnqJAQqgQrkPDg5jbFsFWseZbAGbm00G9dYwPTUFMyCKHI4c2o3x0THkc3m0qEdnzl3E5NQs63IMEk2GwOGH56+gSRuUcBajOAPPNRwzNepkQoeCcxEdagkKHG8hX6atbzPYM4++vnEgzWOJAfTF+WXydhfq0+g8f/Thg/ji5z+Fgf4iNteXsH3bIP6jv/u38Lf/5ldZ/snwf1bmaOPfP/UhZu/eRa22jsg7jn2NAYcPMUKHeLlcwXPPfozO8V1YXq4iz4DLBu3uOvekzBZ/fbRJPcUeNOkc3cGgSD8DQ7t37aJ9iTE2NoKpyTtYXlrE2toq9adGC5eg1WowUH0XiwzKlstlHD9+HM899xyDZPvx9tunaGtqWFyaxc2blxg0W0aT+O++9SYytJlrL3/EAAAQAElEQVT1zXXq9Rqa3J/16ctVBrfXGBDYd+AI6nTG6JPAdxkE26QNzcQxeunQly1t0h5XuIc26RhfWp5H/2Af+vornOcm2mkDqbXxzLNPMZAxj21jQ+irlKlTt7lvlzAzM0U9d3AOyGVjBgEKQccn7ijwsUqb3UQv5bCxWcP7Zz6A/hJs34H9OMxAqos8nn3heRxgwPNjL30ce/fvZ1/GddePTJxl2wSDle3wKIGU0dhMqCvUpY0Gbt24gyuXruP0qbPYt+8gKpUBQh/0qbgLly6GgJinfc8Xi3j7jbexvrqOGu1vSh0uUlYPcw088fjj+PxnP4vnPvYsg8Z7sHP3EPl5Frv37WMA5jGuqQGW7cHM7BIKuSLOMZjIkeLm9ZvhK4tzUY5rdxlXLt7Ej175KeoMiF26cBn79u7D+Ng49nM8Y9tHqTc8C83fxYa+qpU2ZpGB8Pffexdp0grB3kwm5vzugWxr7GOUe0p48cXng1xknsdIa3FpBasMqn7wwTm88/Z70Ne2P/HEk5T/XVy9uoTvfucnXActNGoNVCjv3bv3MLDbgTiKMdg/gNGhYTz3zLOcvwrX13Xawqs8diTIsn99K8T169exc8dO9JR6OL6L+Nlrb2Lq5u2wpvr6Bri3DmOAAULNV6FUwiDpvf/+aepbGxHnK08ZbR/fxXXVi1IhF8o3eZZbr1ZRoS0dHhqiDWmij2fK3t4ywOtNkwFL2XN9AtXJMLBUPxF14+Ch/Wg0a7Qjo+ilfhaKJbYAMtyfZS+SJIEg2tqTzIw621ZzqKzN+gb3yxbPiDWukwbT1EdYZGBro9bk2kmQzeapux46I+RyOayvrxMYOOF6z+YieNKOqEdpCq7NFnEdzLGftA19ii7PcyQL2K+RlxhLi5v41l/+FKXiENfpMgNS72Jh/jr27O6h7B/HysI86rU2vkGc2zcXsLzYwDe+8W385ddeo205gyp52z4+hr27d+Bjzz+PT3z8JXzh85/Gju0j+OXPfwYfo16UywVwE8X+g3ugs1eGZ6vx8XGQLdqVMdTqCf78L16j/byFN968jW995zV84lO/hDPn38ZLH3+SsgG+//0f4cq167h+4xqKpTxu3rpBedRx4sRxrK0u4Cna9UuXbuLu3AJOnz6Hn77xFmq1VvjDyBrP9Csra2i12wyuDof5KBbLzI9C57OBgSHoD34yuRjDw8O0CXlkogj6P1ArFcOZsx/i1Kn3sbK8goTn0EEG6EqlIg5x/x4e6qeeaw7q6GHA6vKla5TjBu33ElZpJ/XHm9cYiP72d17Bd77zXcpvFnPTN2CtTSS0Y54TVekp027PIBNH3J+eggLjBQYyr169zsB+L2bn5lDiGtuzZyf1qoQUTfT05MjrEIPgb+HVV34EjaHEff3ixSvYsX037d4ujA5vx3q1jtnZRWQzRbbp45jHOJ91nOW63KRdqnH9DessHsfcixd4Ni+BmsGzYD18QvcKA5ED/YOo0R6Ojo7SxvTDuRgPP3wUo9wLG1wPkuvy8jIDmHNI0haWuEdMT09Ql05jhYHi9fVVDA6OIput/H8p+6+o25Lkzg/7R+59zvm8ud77qnvL33JdVV3tu4FuDDDwwJrhjLhEjsSh9MAHLS1yLVFLD1p6ErVmiaJoNCSHmgHGwhAE0EAboF1VV3V5f+t6793n3TF76/fP851btwoYo10nTrrIiMjIyMjcGd+5pQ8+OK1jx8/p1OlLOnnqgh44vEsV73Zd/HYVHeZsjvEta4zltmvHpPYf2EjfUfombKhSo1mq0WqqwR5csIfVtnVJ3arGdl7T//E//T/pd373X+qf/O6/0I9efkXN4VFdunpdx06c0O/883+m/+Yf/n/0T3/3H+tP/+gP9PGxDxnXktprq4y5Vpd3m+9897u6dfe2tmzbCJ8SHxcaHh1Wg7kZHR9X2UgqGkWGLv4wYcTB2vMfMJbItsr6T5wVxCh62JvX+wBq5jqlxBhXWX892ceEUl4TXc6Jbc6+BePpsB9GhIzvvqYTEXLeeINyiY36XF8UZabn/u5blg2ZjvG9X3rNmy+sVeFTBmfyiD5Nl03T4D4Dvs5bJ07dZnBePBH9vsY1r8+C+Q3anLecIyMjzGMrg8dhed0W6NB0LXsEhy3ouy9J/gzyxnVFRB/HPF3n9h5+0zQi+m3Oi3wE84VOI0IRIfGpmZuIyDqLiOwPTCP3kRTRH5vLEXSQcl2z2ZSfiOjrd31+3de6iYg8Z5ar9NyAbxqeA7eLx+OOCLmeYsZ3f4P7BbrATLDFbubpeqYMPNFHOZVCHvcAIvrlgvcY8e5ZswaxZvV8b6KuKpfZW4oo1ECuiD6+eCKCbymin9ZmLsmykOTPoM6pISJy/eDLdZYlxH+faRvgeNyGinmqGZDxZVyMsiYdzIn5RvTpRETu3iNobajXZXOl86ZnvVqXfXpu6UNEQD7y2nKbwXMSERnB/dkisw3YdlxOKRQJHeOPymapxJ5egW3/VsE7gnaALLWhlErmI+TH9J0aTMvgOgOC8AnwU07F4/ZWq8D2GkCpBj4FcookmaLba3K4NWyhRs5KEZFBPB5zXQfCJoUKVUaUVIBjCPL5A04oSWCJJ+JeCyUpIu6BeCKC7/7HMkQEvHvQr/qV698RkftJocHjueh6rng3ch3TTGtJ32AMVQam/57OIkIRoawjOZ9yPsJ5oOyp5izft4lCAsf2Y79hXhU27dRgHNOJoB8gob2ckqudp/d6OSKw71AySVXIAx9oiadISYUngnc17/WQgUAACe6kfNfg0SxBJ2wzhZSKgI5bXB1KtBVFoaJI5PsQEfIT0U/pgG6qe/qtOKO5qUbeAUihhEwVynRdRECzyHUpRU5ByWkBPwTNNGvGY3ytPwNdOXV9RHzSh0lJSQrsHtaI5bEY+uPRv+ExLUNE0D8kf8iLx/UkiujTMm/PlVOD2w3GSZEynvOuc7vBeY+pZvzKc1VlPOukRtiIyOWIfuo6KeSHKkWEjBsROR9hWazzTtaT/p0f68LQtxdlw+AbGczTwMuJRFC1tpySBnNWI7uhKEMG+Qndk0f3PTX0chE5c/pv+LqHC879eYr543E7Y5IDcHkAn7TX92wwIrJ9FdmWlJ+IyLLmwn1fEXFf6ZOsZRmAayMi93ed53RgAy5bBvNyOsB1aogIJ7yXdbK2jRNBnaeBFvcnyZ+IuDfP4nGbeTlNrBNBoWZ9uTwA0D71cb37uNK8LFeE7YUZXV9PbjeeISLyuIxvcJ3bDS5H9NtTkYQTEK5YbjOeZSoiZX+djEcHrg0VpKmSWIpALXrq/sd9I0IRkatrp9ARRbcZcsP61/1ljyclKK7rzygRdCRjPMvmuTFEhIwb8Um7cSJCkUKDx30iQsY1iCcicjmij+d+NftTcj/qTL/LeTfXY5hOI/p9TCOir3P7+T6eFNGvG/Q1X/czuE+j0VC5frZx3f144vHY3e7U4LOcU5rYl7rZxtwnIjId03SbaQ3SCj/Zt6GKKivRUOU5Hcgz4BHRl9d0DH37cz9l+j4PF9xjWAa3GyIij5ME+rkHNlP3AZ/imojIbZ/9iojct0+PPPfZFfaeYzi8V1i+COoB8+qDyx4DPNbnoSY1rsH6cGpw3nPR5n2vwp+pQBrzQK4aPhV17mu5IiLPv3n05Uny4/YBmOb9+QF91xvXEGH5DMpji+jrtMaW3Ne4BufNxzr1O8Yod2i2B79PGCIi+zTjmY/BMQbxDGR0f4r3zWV/Xl1nHM+rU9MwT4Pzbo+IPN6IvnwV8lX4i8yH1P1MfwAuR4T8mEaXM5PjZRX9pH69+/ZYI0Pc7Zu3x9FmHiMij0U8FbQjQsG6KnnnLAAxH8Yf513V/FJE5A6JxpJDphstgBejD7lDw0Oyg1pZXdHq2oockIyUFJHyoljkMmx5ZVlLvhjLKZcdq8tqd9pqNJv5Zc6DMCikstHg5X2Mi4TxDNNT01yojGnDxk3af+CgpjZsUGuopSYDK8oGdLqZ9jL0PUghb1k2VQCWw4O0gnoMNrHArZg1LnQ8Bk+0X26LolBB2xAXYp744eFptZq8rFNXcIj3Ab5HoNW0CnCtA+O1GLtlcV/Tk58kRZF4eeqpTdCvh3HXjEuFuGToZJ10mZgeBl+x2Yu2lEIF+m22GhoabirR3wuixwuiXy7Wumuyvjw+96uZpDUurzExtZDZ8vQ4NHc7XWXjxk90CFDMzy3KF3zdTKdSTlmvZaOJ/oYUIS6ol3SRy+vbXMAvchm4QgB1ZaWtDkZVsZilJNtVh4urLpmiWXJZtFFTU1PM07iGeSk3vZQKaK3q0pWbXGAtSh5wFErMUWk9FoUGKY1ZDx5fF7263GC+xkbHuUgcU6Jf244CfhK6RJaFhQXsa82ovOw0su00sZ88Z6QF8zQ+PqZWqynPU4fLGAd/AzmKoqGiKGW6o1zkWuYOi2GNwLrtzkFP28HU1ASXtdNy2XTdJwL+6M94JeNQfup84BnYXEp9HP//sVZXV2W8iYkJjbOIWtgpKlfB+I23TCB/eXmBS65bwG3GUoDfUE3AGjZKqakiDSkI4Fd1g/nraObuMsGTOV2+MKc7t5a5dOpxSY09ESjqEHDttmtFJHnuq9oCJtkmLUdEyLIbIvr5CiTLEkEZJ4yK2CTcT4oIDZ5ISRkisk6trxUu8mxbtY2aeuMaR1FIyMCXJNNIUk5DkespQc9yVNiqeAMK+jTQaVGgPy6sl7jwvHPrtsZGRrV/zw69+NwTevyh/Xrqsf362heP6unH9ujow3u1YazUhVMf653X38j/tK//KcGjTz2refTqYGrFBeely5e5PFxSLWTvJDVToZ3btirxn//J3u1bNxOQO8RFeIs5KNUqhnXr+l394Ls/ge57OrD/MH5nigvga7p1e16Kll599bh++sobOnXqLIHDO9q8ZRsXjAc1OzurxBi2bN+iPft36xe4uLY/PHHyuC5dvqRjxz7mEnVO58+dYx6vaYGgYlkUrPUGwZZrBCM/0I2b57Xv4BYdPLiLi9AbzPkdrS4t6tTJY7p166puXL/ABfeb2kYg7Zt/41nt3jOpy1eu6MKFa3r1lVdRfRd7G+JCekFvEmw5feaM7HsazZKgyXVdvXZNjVZTBXwPHdqjp556HPwxLqbf1Ms/fkPnTp/QXS6Kv/iFp3XkwZ0Edk/rlVdf1ks//YkWCcp+4xtfzWvL/4+9jz/+WBcvXdbevfs1OTGtE8fP6Ec/egXNNrV/70Ht271fU+NT2UZvE3A+R6DlL7//A42OTBB8PqRjHx+D79s69tEx5BkhyLJfP/jRO7p+dZm1NymvnXkCWB99dFJ/8qff0z/+//6e3nzzbU1xQe5fb27E97z4+RfxM7N68+33dOLkWe3YvktCgnffu6jLl2+gz1n0O6nh0THqQyus9YT9pSK0trasTq+tZfaBsjnMZXWwngsCtm392Z/+RP/9f/fP9f5759D5PJe7StiK1QAAEABJREFUlQ4eOKTNXHL7V8Mjoy3mfLdeeP4Z7SZw8dCDB1Rxabu2sqiSk/dTBOa/TIDtm9/4PHqkDV/vw8JdAgtDjWENlUPirlrTkxvzJfjjjz2mq1ww//AHP+Ry+0NdvHgJO7lIAG4EG5hXq9EkaLvKvK7QZ0OW5ciRh3Tw4AE54DY9PZ1t7C6XzvY1o6MjGmJ/dEB1ngDa0SefJmB2UQcOPaSHH39Uw2MjzOcS+0lPdwmOOgjpYNMqe9UkPqvikDrMvtZmnU9Nb9CxY8f1gx/+UP5/k07By+UIsW6G5QBaKpIefvhh7dyxXd/4+pfwZYm9pdQbb75OEHxV87Pzuo6dbtgwhc9fw17PE7S8rJr9eGpyTA1eatfWlnTn7i0tLjnI0sYGRrV/3wECs5uYt7bOnj8vnwt8OT48Nqz9B/dp197dGhkf03WCix8RAC25zC8aLXTysA4eOkr/J8TRQ2WMEOif1K4de3X40MPauwvbRPc//41vqZGG9Kd/8h1kkfbs2avHHz+qQw88oNPnzmqetXfh4gUl9o1mo1SRSnU543z80cd68rEn1MF2HCx//fUP86892+wnc3Nz2rVhi2Zv32JOLhBY+SFr6xXNEpTfSjDw5MenCMquYC+Vbt+Y0Z6dm5Tw+yc/vqXx4VFdOntRHfbe7loXH7+KXVzTwvIs62NKN69f0aMPH9Es8/z0U0/qZ6++qmHW89zcXe09sE8nCNJ+fPYS/mGbXnjxeeZ3Tf6V7euvv65/8S/+BTp5QHfvzGnjhq0Edj/ST1/+qcZHx/X4Y7v15NGHsbFF3bxxU6OsF5/ZHMi6cvmqlvBVY+AtzC/oCwTohltD2Hmh3/7N35LYR7rooYne796d0YG9B3SagLCQf/uWTdpOgGfjhk3atXM3wSCCQJ2e3n73fdbdmpZWVvTwI4/o0Ucfkc8PD6D3B5mfleUOAdkp1ZxlhoeamiZw1ShqPf3kI3r+uaNq4c/m52Y0xNiHsfMWaYUtjY+Py3tLWTRlO7pxFdkxAI/FAaUCO/U6bDQaKtlzmpwZkv0BUBSFDKbj1O3e3nzWWuF8ssZZbX55RbOLy+JYhV8ttUZA1ft/lyBOjd/xmbLDWsfZyL+6XVxcQj2V8lkPnC7nQMMyNtRlo69rIa+w/1GCgqWa5Tj5AjkStrhbq51lHTi4W4uzK3r0yFHN3FrQE48/m/8QoNmQVvxHWK1gT7ipyakaGBWmqtnZ2/juM7py6YLeeftNddsr2sFel6Kr4DK00bSEHc3N3dbtmRn8XsU6XVOrNaaJqS36+s99Szt37WP9XtTsXM1etKTdu1k7Dz4Mzrh27jyga1evsI4v6QLB8n/2z/6ZVhirUNijDz+K/9+vXTt2MVePaWpysxqNMdJNnH1rdZn/AiFPnz7Dep8jqL+CHPPyH8QUqYHfGlGjMaSNBEhL1lybc28PuHDuVN6rGs1SMzOzunbthnqcCbds3aThkWHmYk0LrL3lpTVNjDb1+ece1eRIS1s3jeEHptHjJgXzfOSRnRoaTVpYbGvr1q3sM2P6hZ//efzWV/WNr30VmT8n/wHe9u3b8vrrYYNtJrzqRT4PNLH9Hbt2qsPZ8nvf+x4BwA+0acO4du/ariefflKPPfa4nn32WZ05c05HnzjKuKfhMUUg+Aq+r6ePWRsrnK+lyP/5XIDpcubcQNB2Se+9+y5Bzw/kPxpawx8vzM9lXbTxLRcvMh/40lucj6zDM2dOSQRrfOm6uDiHHhrYdWLNX5WY56effUq7du1SwX7X63WYlz347Ca0L2uoOawijRKYPokeG5xNFnT8xDn5XzjpcS5rYzP+te3IWIM5r/AzkuP+o0OhjRsmtG3bBvxEC/vuqoT+6Ngoc9dUUSQVZaHUKLTWqxS80/Qw9OucAY6dOKX/+//jH+jv/Uf/e/3n/5f/m/7JP/19/fS1d5DhhN5+6zV9/7t/oj//49+HH2O4ekEnOCN0q7Zm1+bUK3qaYi63bJsWU6DWSFJdrGlsssm4k4aGkzZunFSzWbCOkryv2L80/McOGHzZbMlPk7UfzgARIb9/+ExbFEVes6ucERYWlthrV7OPbhSN7J9V0wGo8HcMRxWT5nWdAf9gOrUq1nNPihobbqCLUm3eYdrMXUSS+azgQ/rBvK5SSopMOPr5SBo8ESG3V5kfjCVo19Ascn2J/+rhayr8iMfTx63kukV8nnl2sV3LFQEXhLZvNHiskMt0KsYREZmu6yMi+yv7SJfF4zQilIpCEaTIbX4RkcviMV2S/IkIDdpNX+uP93vry7JZLrfdD+5jOm53GjGQu8fYe+gcnRWuqziTrWWZe+g+vxOjB5DuyWOZrbWe6+Fv2qkosI8m9tXKqXVoMC/ja/1x2TJ0u5UaZQM+ZR6PaUR4zAlMy1GbZQbUSJ3rU8alQFrSt0E2yXwiQmK+e6zF2muDOUmijjnGZOT3UY8lIhTRp08H6Ne5v/l7XkzL9feD21z2eMMZIFJkOhFB6dMfj/f+PiDyiQyJfpazZr8SNv0J1Lk9ItRjwNaT5+/+dJC3HFXlOfOa6Pdzm2EgScSAH1og73rLZJwBuK4HnTXWkNMoWPcpqYqkmjSxDiIi22yinPG5p0A8ZC2AJNdbToPlqml03uA269T6iCSxNamB72o2SzXZfzAZBe/HqZASfi7C8yLWdU8d9jJqM48I19fYaH+8lWXoST2nzG+RkgpwQKAOvTD/HqPlscwR4eRTEBGq8cUSaS0Z3zJH9HGdN7he60+AG8E34KoefLzmOvgCg8u5D3RNu4d8NfLVFfSpwzzdbR36dKwj80iBgmhpsx93emvy/lTRt8saMw+PxXiG+8t0kWlYpIhwMevAeC4k7K1kzyhQdiqSjNJjXRsq5sr6L5jnFIWynLVpGJDZiTtACM3zLfoHQMq8ifu1CvupkVMArGijXQbzMpA3DTeq/5hvDe/KfVmnA1m9JpyPiIxoPIOEAgfKQ0jjiX4RoQggY9fkBTitaUZicExPPBGR9ZSKQoMnoo/rcu2vf0cwTYM5Z72mT8YZEZlPBK2A/spTqz8mIWsfJ8I2WCPzZ8Fj6FFfyXzEExH36Cf4Cr1U6N7yaP2J+IRuRD8vdNjDN1rn62j/1gT1ZRz3qThj11n3n8iYG/2FHZi+bammU+8+m7WN9EF5vOIxjoHsv/YT0Zc7op8a8bN9IvptEXFPJxGhTx7nDco+zPUR/bJpVdigZXXebZ8F1w8gIrL8EfFZtFyuGPcAN1fwNSibh3kZIiLT8dxF9PMR/ZQuuc2pISKUiqTEPLuv171T0xVPROS2iJAftxlcTKy3lHKtv4Aa0KfoG9dg+cRjPoa+rdXQVrY9t5u3U9CoT9kejeuy5TEM8hGR+WC92dZr2w12CjEJW81igRzkcVbyH+vyApPbBr+oNq8KO7J8BvcN+qRI0Da4RMVnPsY1RISyfKC5XDM/EaEiFSqKIrdFBGRrRPAa83jTvfoIOkrwigymYfAZwrJp/XGdaZvXYK9z2Tg19uV8RJ/PALdCH86bRFGkLE+BTC67ftAnpZTl6+u+kttM12lEZFnF47Jx7t8rjOdzltsiIp9xzMO0jes2g8fjulQU7M2NjGe+kM38Kny0aRhq5K7RoyFhX5DNunHqclEk+hf5/FdAT+D32GsiIsuaUmKsiXy/TLX6j22zhpYUSUq810QRmESXc8Aa89OVn4gAJ2Q6Bsuh9SeQpwAS/Wv4ely9dfsxSqLBMiVwhC/0uFw/mLOIT2gbL+LTcxYREp8utPGAqtf1EBGKCJl+RD8f0U+1/kREzlmHhkFf5z0XTl1npIjI9CL6aQUft3ssxvWcrRID8fgiQpbVYzBEBGenNvrq27N4TNc03N90qMqfiMgyi6diHVbY6gBqxujxNLnDMV1QmIfOuj1U98auoAWoPyOjedVuSinLFwESZeOR3PtEJKVU5LLf3+a5A3M/B4lbxHUi+v2M4L4ee6YNv8EcdIlrrBEXteyp0WxqiAuLHGAaHtYQwTtftra46PIhyESKImHopVLRZ+yOq2urcgDVF05+gbQwKyjZYGX7TORDuQOtXmRFo9To2Jh8iZKKQk2ELThkuU2RFID7dblEKRstNbk89QFxaWmZg10HlKTm0LAavDgPDtk9JqGbocovAG1ebjscgod4I/flWyoKtTudPLndbskktCQNqc3hvcMB1IrxRHs8A2gTBG4TyHTQ2HV0YBJ7cl236tPqscB9AGyhr6JssFH2uJxZ4xKmy/VHTzUHvcRiTEym+9d25NRVvMB0eUl2f9e5PSKMolQUXByMAB5jg8uNYXTQdM8sf5UNrKCupbIo1eNl0DoryBfIIHgF+ZFRLj64LK/Ry+rqGpdHqypSqaJoKNGeUqGiMDTQR1KHA3kPQy5oH0K/vlAaGx/L/FvokaYctLp05RYBjJncZ3hoBHtoaghbaXCB4fmoMDDPpSEhi+tL5Goyl42yqZIDsyEVzEnVVUShiIReO1oiCL/GBVbCHoaQ3TbCHbR8QRYRAi337yFrB7wKXbhvo9HUxOSkRoYZMzINE/gNRV54XRyZ59lzPD8/L19COPAsnoBgiWzWg223RDbbS2RHJ0WEPIZms5n14Hbby8rKmvwi5baa8ZrePLR7OGwxUz7MDQ2j61IKLojGJ0a5lBpjzoZUFi0VaQi9DatsDGMvlW7dnNO1K3M5yDQ3g/2sVjlAhei4W2ggT0RSGARRJfhX8jOQoQdytidsyzJ1sa8uemqjpzaH1x7QwaZ74NlRuK/B/T0+g8cnFmyvWytIy3XdBPMYEQytBuDLmEU2A0QiaCMdfCq3KxhfQ0OsjQYvrp32qnpcHLpPm3W3tLymMwQFZu7c0uyd62qktg7t265JLklr5PSl6Rtcwt28saA7d9a4TD5PMO26rl2bJ7i5SzNzHV26tKq52WUNtQoVyLCG/SwRWLrAJWfF+v/G17+mBw89gK1K17mYvXXjrk6fPK+f/fQtnT9/RfsPHNHW7Xu5oN6mtU7oyaee18T4Bi5xKgJTV/T6G+8RyFuQf3Xc4kL/oUcf1irjmJub0e7dOzQyNqSZ2bt68603ciDoyvVZ2iutoftt27brcYJaDpr28BfvvfcOwZuPCSwc0Te+8fPasmWn6qrUeXTQWevo137ll/Xk0UcJhuzV3t070V6XQNpePfHEo7L+Fwn6TE5u0EMPH9TOHVuw7RV57mo8TdY7NlJHCe9KLHmhENbpbX3vu39BkOX39MH7p5F5s772tS/oxRef1OTkOJeJS/rRj17jUv6Cjh+fRZ8XND09qbffeZPL3g/zJfrOnXvgVYHbxtdINXYxMTGJPY8TML6KLSfs97qWFhf0la98MY/58ccfl4Orf/YnP9Clizex1RbrZ4Ne/snPNIQ/37t3m+xfrl+7pVu3lvCboY8+uqCr1+7qgQcfIWh7jkDpNQK8r+oDglov//QNzc0tqEFfpaZmZnt01bAAABAASURBVJboH5qdX9blKzcI9l2SupFlG8JXNZuFOt0lFa0e2llVzUtWt1Op7iXsuiFubTV7Z0XvvntO168uaHG+q2tX7yDrNQLWr+k7f/YdnSUQcP3yFX30/gfaTnB+/9592GjSDAG0mVs3dOXyOe3avlkvvPAset2R9bCb4MLUxJTOnTmrGYJOQ60mgeqXdO36eU1OjzBNXe3ZtQcdjOjoE08zj3vQ+6kcyEzR1MfHTkJ/lgDJVbWaI9jG5az7y5cv6+7dO4yvh666qqoe8zQNTGlqahKYxq+19eY7x/XyK29x4byZA6B0jSDqHMHqfQcPacvW7frz73xXmwn2fe457HxiQq/4n3AtCoIfbQ2PDDGGUhcuXNCzn3tWTxE02Lp1Gz51iGDxA8i6UzsIpJr30FChVivp/Pmzso/YsWO3hMUeP36Cy+o5nTp1Il8qb9y0kfYCO601S1BnYXFWk1MT9G0SSB3j0n9E586fY529jn0tau++vdpH8Hh6y0a1hpsK/Mbkhmn0d03ehz23/ufT33/nGAEaYTsrml/s6Be+9Uv6rd/62/pbf+vvYEM39NZb72llqaNhAjwPHnhYv/6rv602QbEtm7dxeV4TuFzSO++9p8uXb+rj4x+z1s8g9yKwIrYkcNfUWe3q3bff0bf/9E/00kuvYPtLyDyi29jJR2++QzD8IvYkRp0IjHbVKlqav7tMILajNoHS2zduq42Pmxgd0a6d02qUhcaGguChdPjQYQ2Vw/Kvub//3R9nWl7f/gORiclRPfXE4wRgd4Hb01CrVMEecuPWVZ0ksHLgwcPasXu3Ot1V3Z25peMnjunk6RP6zvfeJDi3T9/85re0B1vdu3e/dhDcLFLStm3bsJ2Keajk/fBnr76FvV/VQ0cOy3vX/gP7GIcIbBxHzqYewF6uXbmqTdMbtBHoccaw7h584CE98ehTBOXaeuH5L8gBlOdf+LyOPPSwzpw+S7Dmtq5cv6lIDd26M6OIIs/vxOSEIpIWCYS9/JOX8AM/RVfzeg4720ag7PatK5wtbmhiotTQUK1NG0f1+KNHsn14Pz54cL/8Bw2T7KPbCY6trKwqilLeHHv41umpcR0+fBgfMdc/5xSFvKcPcS7xgbgsS0UEtIfgMSHvdd4jvRcK/Yi5UQol8GqFGsxloYaGm+OaHN+IHKPorZb/0Mvn3HzG5dzLVqqKA4p1usK+0Gav7XJu9RmhwgkbxLPGebTZTOR6aoO3ttpDvhHt2rtDzeFaQ6Mt7dv5sKp2S+NjG7LvnJ27qYce2aVuPaNDD2zSg4dbwH5kabG+p+Rfrz/7zNPaSgC1RPZpgl9r7WVdvnKeffUka/A0Yx2X98T26rLmZxexpTHkLXWAfe/E8Qu6gG/evGUTutujJwi0+5/9ba8l9Xot3caWxye3aJmz48TUBtZFqW3b9hEIPK5/9I9+V2+//aHeeP0dNVljH7x/XCdPnWWf3IZPeZW98IJOswcPs/db10OcyVIUqrjI9fptEeS7feuOxkYn4HNDGzdPag29HD78IAHJayqYh5HRUYKWj2l4eIQ9+4LOnbykfdt36YWnntamyVJFqrS8gK3Vy3rm6YfxYUuamh7T9p2Tus2ZYmJySHOzS/rud9lD3n2HMbUJwI5pdLilZV6WJsbG1ILPzZs3dOP6DXXaPZ0/f1kt/G7VC6wgyfO4a9duNRtNnThxQrfAvXXzOvVt7d+/L+v31q1b+IUx3b17N/9q9uzZM7py5RLzvMYeOabHWcsrnBd9vhwfH9Ps7Kx62Mj27dvz2WTvnr0Zz3+U1eWMhplq3759+OGL+KbjzNmQ1gioz87dYlzXtEbwff+BXfjKXXr3vbcU6KHmzLdp80YdOnQAv7CsVqsh/7Gm/1iy6hYaGprUtWszWlpuq92pdfPOHP0KVZhke62NvZdqpJJxdZijCpx21mcRPW1hbnbv3KLhoUJryzNStQJuoJOkslmoxvZ6kqJIKoqSvTbpv/gH/08JDdr+zxGI/+M//rb+2//uH+p/+J/+kf7nP/oD/Vf/1X+pf/Y7/5P+3//1/wtfPK8J1u/k9LiaQyXrDN74tqGhhqq6zb7UUNkUaVNFI3J7xXgjgiWbNMyZ3+dJQ8G691oXT1VVajQa+L0afbTQ8Si1UpezWbPRzG3GjwjO4KsqUmJcJXZeyX3dpvWn2SrBLxR+d2ODiCTo9qDbVInviJDM3/PcJijf5fw8c3eO89E1+Z9gbzSGVRalanwCqMhdKKUyQ0F9RFJEoSI1VKFM502nyvgJeWrVda0EoyIlNXkfKRmrxat4B7I/6uBj7M+MVzF2j7PDO6/LTiNCEeEu0Ks00FNE5PqIfppSKKWU69w3ImRdOI8U8hPRx40IF7Ns5jnoZ723eK+PiHu0BjQGMmZ6jCkicn+XIyLzpQKeSV4Pfm+x70gqsLkWTYGOKpmOebYZd5d3eOcNbd4tnFqWVe4hPHbLMyiLJyLuyaVaPH2+vZ7pVvCgik+PdWpaZLNczpuvocue6HLuDoLzFfNlkBL0Pd9V1rUJJnASfP1HSg3mznmPmWqa+1Qq5s20XRd8RfibDB/jRkSWw2MJ5sip62nO9U7vB9MbtBsXRnzqdehjun2A5zyWjezqA/xcZ5kMxuv3UubnNvE4NbjdAIfMgyalsC5Sxo+IT6XuY/C9Q4DsfO6PTTuliumJDAyXYl9PHovbLZOhQu+YklwPUuZtWgaXK/Tq9eCxOV/bf+A3UyEVZahsJJWkTEu2u4KM14fTmvedHsFICTnIV/CqoDeg7dTrujJOnWARErjkVKTIMkW4ToowjTrbRO5X131ZTa9Svy80qM64EXEvNb59Q2U+CpD7H8vSw26lBK8S2sKPd1kfVQb3w0nDJ3LZ+BUMcj0k7k8Hear59HUdkVS3C5WdIRWdlqxHg/U+SJ03VOgG0qrZ581TWV+VEpMXEYoIFUUfQpKhqi1nL9OtOFCBAn4owgBvaKgWD2XSACyngco+noLR17zb9eDdldsGIJ4U6AYMgQcVRfCdQVLoHr7WH8uLyEqev0I5ddOAZsV89cfLpNVuT4KcCaHjXgbjRqIeuL9vrs/Irv005KBqroJoTv/dvyzP/djm43JEIFswBmRZz0f06yL69igejzmiX08x6+T+dJA33YhwMePcX0YBuc76cb3BiBGRZYj4JDVuxV7q1Dh/FT7RAd1yc0Tk1HStqxrbyRV8rTdlPjVGWNPWhz6dmjrL5X4K5s2GRL/7PxF9+hGR6UTE/c05HxG5LRc+82UdejwR8ZmWfjEiYf9l1pHnyzL1+/Tba+yqn/vrvy2/+7k1IhTRB5cN/ZEiAWN12RDxCY75uc50DIPyIHXb/XmXI8IJfqW/l0WELHNEv17rT0RkeVyM+MSuXEYi2gRYQoN4asr9PqZHRdZLhS/zGC1HRL/dbWTh61ydfYVxXHJf+2mD8xF93u5vME4EdTiRNuehDj7G6rFbgboy1EiI77L/YaC811die6BNmEot11lfCMinVg2ueMIA7QjnKHzmEwFfM6M+IpDf/qwvv/2e5R3sM+LxmAY+dSA71fkTEYoI7KfIEBHZz/h8M+gzSN3XdMsy5T4ui+f+1Lw8DuuNprxneIyWKaLPy/URwd5Y5jNn/xwVqKNWxbiMbzCe+zmNoK8zgPllPuu4zlOtVCSl+/yi5Tbk9lBus1weg9OIcLc8XvMznqFiQ3Q/19V5vSMXa6iGnzv0cbzW+/27vJ8n2gIwjkHYhVNDn04t5yMiyxF5DwiVzVJKwvbaMt9EvWUbQETkfu6L0vMcFUVCd3SCh3l31s+pEaGU0joEuAMocp3Wn4jIZeOKJ9MmdbksjRuwqjN4HDTlT4Tr/3pw34y0/hXRx3N9RORa8zHkAl9uK4pQAorCfPt2bNvzu8fgTsT6E09EIFOQE+MvMwz69dNPdGU+nwXTMfhc4zl0e0RkGxzmTsE0MnG+IoL5qDIYz+C+tguD86BleTwOQ0TkuXI9pkCblDyfqVABWJdr3O/4nd303KePi65TyuOJCLljRJCE/BhXXEqlslGqYILkeqCmUhhB0LloFFwYjKgBjjsZfABeJTiyysuL/1Lfg7Zy/QKzurKSDb8sS3nRrREcSQWCQt8vOzMzM/nlsyhKRZHkwKuDrXZ2XZxdAk8Mzv9k1y0ur93H8jlINsTlil/UUlFkHr7AqlhIlikCwcl4UAW8IxKXa2vqIGNdNcHnZZXFtra2xoXgSr5INO81v5Dxku1+Nf1Nr0tgLLeBu4Zil1eWtMaFj4PHa6YHnmVvtBoq0Y/YnFNRqGy63FCj2VSz1aStVMKp1bQ72OUJtq66HCQqZjIl9FKUErKmoqGybCgiMpSMIaX+oitSoq3MlysOeBcpycNO9G82W7zYD0sKT1nGsxGZl3hSKmV9tEZ4qQdXUXhm1eVg7uClN5geealQQDfAd9tlB6Buz+jMuUtckF3lsnRGC1zOV2wmgbzWV4U+Pe8rzLnn1bagCJUNxtJoamhkVM2hocw/6xbOPmuL+fX4rBcHUReXl9SDVhO9Nehr3bSJ9nsMXebCYDswz4JF3WPTnfc/UbmwpA6Bs+XlVS6LlrW4tAQsyr8ecuBU6Njy9bAr93e+0WgiIvqjrUKJiTFPEFwYZqF6HP7n1YzrsaE+7L6hgjmq2YFTKjQ9Pc16GNMatmG8oijksfSwoQ4yQ87dlMiMjU7mS4But1KooVS0sIsRbLHQwtyqbt+a153by1zo9ITacj/ep6QkRf4v8W0oFEGakWghjQiGV6O3LvQ6EmvWPK3nOhUSOlZIoGW8iJDbUzGgI9pAUCgCm2BirNeE3Kmgv/qP9dBjztm7JNtJbQ79tvu/XV2jI6ZYRdHngXTqWE+A59IbkekZp+IivMXF6obJqRxoPX3qtH768s8IKp0leHpWyyst3ZkpdOrsoi5cXtWbb5/XS698qNfeOM4l7CJjqVUwppmbXaVeUxsnJzU+Mq7HHnlMRx9/SFsJyrzDRerv/JPf5eL3Xf23/83/qN//gz/Vex9c1tT0Fu3Z+4Bu3l7QnbtLBMQO68SpK3rp5bc0v7CqVmtcewlKdBn32QsX9cZbb+lPCax8+NEHOn7yY128fB7/MS//wcQTTx2VLzOfeeZR7dq1SePj42o0S2g0NDt7S5GkjZs2EyTYqjNnruovvvuKXv/Zh7p47rquXb2tSxeuqs2l5sapKYJpt/XeO+/o1VdfUhAKfPDwAX3tq8/q53/+KX39a0e1c9cWKbrQm9DuPVs0OjKCjxW22JFtjCUE75YmJ8awqTV8VlvDI0M6evSgvvFzL+rLX/6ydhHQW11Z052ZBYmJmJqe0I4do5reuEk/+vEP89xNT0/ho7v69rd/qLcJTk1xof5Lv/Q3c7DmoSMP5bGNT4wSTL6tW7euwZNBcknx3rvv6Z//7u/o2EcfanJySFOTk1yaT+qdt05wQXxD/v/i2UdUGdaMAAAQAElEQVRcu3pdbdbwpk1TGhkbw0dgWtjWj370M9bvKoHgu/BPunz5usZZm488+oSee+ELlG9ogUBZA7tptUbhPa/FxbZmCbCmuiFUxgXmvFLBDlZ38sVbYh0M4Vd8oFlZXFSPS7IRLm57XKB/93s/Idj8R/rDP/gz/fSnr+v27RVdv76c7WUY+qPD41zAj+sswYJbBIomx8a1f99u+YJ7ZXlRDg5cxD42btisJx57Qo8ceZg5GdaJ48ew15+p2Yqsm61bN+ppApS7CYQ9+OARrRJoO33qDIHgi1ohrxq/MrVZDqasLHeFG8FvDCvVpXwROzo6whwe1ejosBYW5rS6ssx8d/WVr31FO7jwv3rjpr761S9h0zuw57vo6gXtPXBILdbD1Ss3CXK8Js+h/aT31Nt37mp0bFRbt21Gn/MEBsa0acsGwRD683r06GPY2Eb518ld5ulHP/pRDhjcIJB84tRxeG7R9RtXoDnN2tmtZ5/1r71Ws5/p4mt37txBkOZBLePXLW+KWnv37FKLdTHCGEr2NgceEunE1CT2t0MVOA5KLS7N6/LVi0rsqx+w3s4RtG1xJjhz8oQK9GRdd5i78fFpPfjgQ0qpIaZUp06fY4+6o7W1nhAB3zpD4Oef6Mc/fEnbCKT6jxauX7+OXhs6eHCf9u7fRrDjMQLGI2o0m2qUTbUaIwSOd2vf3p2anSXoEIG/n1KPPWaI9h07thGEfFTXr9/S6VPntWfHfu3bc0CqSu0leDk+PKENyJVw4hPYyg4C0g3sryQg+vM/95wef+SAvvfd7+udN98jYH+bgPlVaBesi1lca0fjrJmLjHeo2dCtm1cJOB7V97/3Z/rZq6/o0AMHkem2JqeGNU3wTNHTyEhL/jXwL/zCU/rmt77BOBoExp7QGD7Ie9PQUAsdPaBf+sW/gf53axfyf/VrL2r79m0Eqx7F9pY0ig9ZIUCZGOsUa+3Ex8fxPZED7w4gOqC0efMWvfv2u9q//6Dsv0+eOonM89jrhKbxDTt37mIPbGhudkE3sa05AlajrOtlbLtmMvazZg4RKA82EZ8h9uzepaja+uC9UwTr92jblnH8zho2doW5W2Ltz2uMgPqGiWHt3jqt7Vsm9RQBv0cffVAtghtVbw37HdFWgqvLy8s6ffo0gZVh7G1ZPj/4nGDI+zmX6t57esjh8bi+YH9LKSlSyGcQnwv8Ml13xXzUakRLTTXYV5K8202iz00bp0Ur5401RZRKqSQt1MPpRiTaQhHBGhBpIg1JST5/toYrpXINO11E/tC3vvUlfNllDQ1NEvi8rJm7K/ic97LNzi/N6uhTh/XLv/4lPffiYf3CLz3Put6m7Ts2qkWQqUfQ7fbtG/i2rhbmZ7WwuKBXfvqS5ucX9cgjz+jpp76ia9cXND25TVOTG7Vr+16dPHFJK0uVzrDHnT51WW++8a7aqwxWYk73c05e0fUbt/TxsXP60Q/fYB7XtMo6amA/t2/Pa/++I5qb66DfWj99+bwunr9Neprg6gnmf4uefPIZ3bhxG13ZbjZhp7PQu4n/G8IWJ5jXOX3wwUc6f/4SPu+cuizYkyfPqNNZ07Vr1zU5Naktmzdh7w/jz1dUlz2dPn9cX3j+GW3fNKVgvW+amNTMnZt65OFDBIQ3oaNHsZVl3Z65oZ17tunpZ4/q2eee1d79ezU1PaG//e/9sg4e2KBbt2/mPeHy5Ys6f+6U/K9ADLea2P2Qdm7fkX345OS05gg4Hzt2GpnHdAsb3rN3P+trVHsIeJacy+dm57H3MZFlbFdYZ49oZLSl/Qf2YrtiLhv69V//Ff1Hf/9/o8efeFQ32RcvXDjP+rTdCB87ob17sfVt2+R/Uvv48ePMxyn5V7iXr9gWWtBo6d133mU9bNPTTz6Fbqe0wruHfWLeb2du63vf/3MVZa0t27bo+vULWl2dzetlcfG6ur1Z/N8MfmmX7jAfbda15/+xR5/Slq17NTQyid0kxjcDjVIl/lec2dZW21KVtLS4gu0WauJ/qFDFmdb25n16fGJEIyNNpVSDU8ntLYKszVahVAioVTYSdi7mcwJZOmKR53IUoaW1Jd2auaP3P/5Q/+C//Af6l3/we/rTP/+2jrO3+ly4sOB9O8G7ST9pampSXfirlrxWXWnf43Xs+qqu1cQ+vd7d7nUtHqcR/XXYY+9yn4ikgjXvvNub+HuP3RARmY99gMhDgrVbZzBt4xvc3/hDQ0Os4ZbMs9Vq9eWlU3utK15VkHsD+9lucEaz3RepwTkVHeELVtCvCNZ3Vjq4b3xEBzm7Pfa1YO9pqFmW3oLBTwrmpeC9Q6Q9ArTdDjpnXzE973+Wx+OICFW8x1jGAVhHg7FGhCyry13rU319umw8inLeKSqVx8jocx/XOVg56Gc883D9IHU+IpxkPRrX/AbgBstqiIhM1zzEY/6mExGonnHgS83DMMz7mNubjWbuAwb67SnQI4cFlei1QicFNeLsWKPHFCnL4P7e/yICH9OR6Vge1xnEMzw8Itd5zCkV1CjPuftmfOwlImXdeEwFZUNKzA10LXfFnmJ8593HqQkZJ0WhiHCxn8Koh/5rbNIgjCUxbwkMY5mOwXZou6U69zNNw6Ds1BARsjwRkeUWj/v32GOdDtqozu0RfTzTcnvFuw0i0RyyvBGWQnm8FfNgG4iILIPWH9evZ3PickQfJyJyX7Fe3RgRqqHjvHkqlPk4HxGKoB0ByKngjsRrqW8X1IRol4xrHuIpCmuqYm3UKti3I0Cq1ecJ04jI9COCviE/7u80MWeJPmBTrKDbB9eVnC0bzVIFAdWImr61yixPUw3OoO5jGSJCRVHSXtBfpJFB609//imwXkPgSOChRcZoOUzDclB97+M6t4Fo5H49/cU6D+w8os+D7zxO24X5GNzP9Kr1+XZbzTs8RVVeD7WU6+BvvAjrT/AJ1RUJ9eZvMC1a5NS4Eji0O59yN8aBjsteS4b7+zg/ALpAQ8gKPvxNb4132y5r02A8+bEAphtSBF8S1Hv0QzDyg08gc207ZTxyE3nTMJh2wCOTWadh5jW+Uj3ogVtjf9aV6zNN8AP9hvgP2hFBdVKs5xM2YnC13yGlrireI8N7HqCwEHThM5DBclBURMDG7TChIq91+EdEbqOKduul3+7yX4V+/74d/tXWv64m4q/St0yG+/E9lwU+zKnHGNHvF/FJavxBP6cD6I9VcmoY4Lk969cV94HrDfdVZR1EhMw/YpCKx2M2kF3//HV93RQR9A/5IYs+e0C/b0S/vuYeosa+DMKqzM8QEVn+Qd9UCJk+mYvaxqu/+kT06ZqGIaJfjvgkjejn+zRq6CqDeFw3AIrU9+3N+a73A9spvK1Xg3Hddj/cX2ccg9sjAnp9cHkA9+NHBDpLGbT+uH0AEZFrXY6ITC9X8OU6kk99rANDsW5LEX+1T0R8qk+/UJMYPF9OKTI//o6Ivnx0M0+Pr29XAzzlBzQVRSBjzVx67p2annL/gUyWzx1Myyxq2wN6tr67zptQgAFEhIJsAswXg1JBXSMVagJojjNZzdIHJHCxI/bwAW7N3IknIhTxCbjeOE5pzm2Wy+A6j89pRLDflFl+47mP5XRqMM4gdd44phGBHPiX+9vc7vNDl8BhRKCrItPN+CllGSKCIdbsDb18Noro87c87msa4jFd1xkiQj6P+TxcFEmJMiif+qT76DtvKIqCPbSRZYjo862Zh/s7DvAq5sVnM/MzmH9EfGoMWn9qcI1jMF7NHHw2Narr7sdx3n65cmCTPani/Oa+xjU4PwD7joEfjhQqOQuUrYYiad32elmfJWf2DA23fXJeND2Pv+R8YUA96LybdW4e7uN25w1uNz9hsFlOZLP8bjM4n+2CeuNEKPN3W40+Bn3FU6MPA9n8iYiMGxGyvsXjdkNEv42q/HGdwTI4jYg8Bx5Do1lwx1QCDVl+8Vgm243BfajKvNzXZYPzBuNGpExvIIfHdT8Yz+A64zvOYtrOu879GujauivQbYv3sSbvc653nVPLkGmgF6cuu94Q0bdD06rva/f4hoeH1Gw1lYpQl/hEh7sW22VEmIRsO3k8uVTn74iQdVFg64bUYwPyIbxN4HN1bUUdFmMbR7/GZccqwcR5LmyWV1bkwOgqOBUTnooiK8UHNgcYvRBM3QPzYCMVEgcXwaxico3TxYCHeIkxrBJg8UWCL9cLDqkJfOPMEGy9e3dGq52OSpQ0NDKskdFRjQIJizOfVS7ILGuFM6mh7foIDzjUl2eN96sS1kOINERdT5ahh/I6vMS0oW06hoo69y88noTMmQ7d4NXlZGoeViDE5ICkX+ATk1is4wb9IiUmIGXH4Ukpyn65AC/Ccik7MPGkolCz0VKjbChBo4dzsczmI0Wui+j3iXA5yfo0dJmT+fl5LfqXuhxSI5IighfITqafikKmY51YpsAoUr7g6Ndbb4uLS1zALcm69gt6j8Mne4O6fK1xIbC0tKbF+VXN3lnWlau3NL+wolV4ectqYWwFzkOqZXupSbvoyPx8yWBotYaQtynzd30Xmc3LenddROT58AJpY0td5sPG6Pk1JHRZMafiiUAPgPvZrpy2udiu0Fmr2co2IQXyreagvP/C33ZVIVeBLoZ5IR8fG1NEKKVCIwR3N27YKAekzbMsSupTbl/DHpcIxlpHtguX2wTa19Y6XFC15XG4j+ehQldjo+Ncdm0g2DKqMpWMucG8NtF/jcPskopxin61llfa6HxFy0uk6Pbu3Xku22a0tLQqzE8ebqVQxXoJUqTlu+hDlIpIkkKDJyLEh3491ayBcHsUvENAQ5HRIkIF4zMM5M4vrI2GUlHI+pCSzLuLgzZEBPVJfjx31nONTAbXifac+uv+vMsZ7GBq0EJd5jbrkLVmO8u65NKu3e5mnlTr/Q/P6JWfvad33/9Ir7/xvlbapRZWmurFZi21J3XhCrjldrXraV0iyLW4mlQ0R1VE0jCbW0EQdbRsKroNDj6jORBi/8W7qFQUGiM4ML1hKxe2c2o2RzQ5uYG6YUUxQmD2TZ08fUl1GtFap9T3vvcTHfv4DLbR4uJxk9oEwOtaBAEvZFtvcbk/PjmmxeV5lc1CC8sL9FtlrDUXrru0a9d2VThgiYuy1OFC+6JGRoe5RB2mbS/Bh66++52Xdf7sTZ08fkkXL9zSSGuSYHOlkaFxNcsWekH3XGr612u7d+3Uju1bubR9VM8//yy0WlrmwvHgwf166sknVTI+63cMHpu3bOECc1zT0xOqOquauTmvDrY7NDShX/iFbxBo+yr8F1VD+yRBvP4cVIx1Qk8//bS+9rXn9NRTR9VsNnXkyBFt55LZgYi7dxe5EFzSvv37CcR+SWur2PDqgtqdFdbeEPV7AP+6ZphA8WndJMA2PTWtjayxr3/tG/qNX/sNfMkSl9BNhaTuWqUb1+8SBFhC/qYa5RB2UmtqaqMOHTyIrjbLMs/MrOj0mUu6dOUWvBomYwAAEABJREFUY9rCnG3U7NwSuu+w1nvoOfKa6nCZNsoF8dTkdnQ5rrJoqMVFcLD+feHYZb9JdajXXYNXKHgZ7uDLRtiDtm4Z1cjImDglM3875AvjrVsntGGyQSBnRM3GMLKv6off/4m+8+3v68MPjun8mXM6f+6CNm1GTvpuIUi3ZQt9CURfunRBDzy4X7/xG39T23ds0guff0Zf+vKLGhsf4UJ8mUv1DdoI3tEnnkSOpBK73b1zr/YT1Pf/p/fmjbtc6C9JNXopRliZLbGXy8FW+63VJS68e4XGhye1RODk7p07unXrth5ivqSe3nr3dX39576ioiz0/e+/pdOnL3JpPqcbt2f04he+hM6kY8dP6IMPj2lmbo453o4OV5nHYXznkmbn79LnhL5D8O6ll36i5nBDv/Vbv6Wp6Skl9rMNBDuGCRC++MUvEHS+xVzf0qVLl/KvmN98+235F9wHDhxAp8OqcGqXLl3Edm5rBB88NNTUtauXNT8/S3B9hIDvLU1iq1sIMu8msNYaGdLM7IzOEkh894N3dPbCOb3y6k8VvkEhsnzz2lUdeeBBxvow9vkQvG/CZwRbGVZEge2d58xS6cDBw+iZtcse4T8aaBUt9Jh0YP8BzXKmsB+8RIDDe6hluXLlqlbw+zu278QG9mh4aFTHjp3hwv+izl++rDszi1peXtH4+KhW8V2HHzzCmGaZp0XdIci0Y9tubd20Ax6l7t6ZBe6yRtoqU9IIF/0zd++iq+uanhrSr/zqz+srX/689hNQ3zi9UatLHc3dlZ5/7jlNjE/p1o0bahalrl27pvHJCW3YOKXTJ0/p0IEHtGnjFjVSqTk6zM/eUoughoPfW3ds0eTUKLiTnAkWtLSyQN9ROYA9OzurgwcPEDRb1sLcrMbHx/Tii5/XUKupNme6q1cZO2e6paUFbHCfJscmCVbNKmrs5KMP8R9tZL/N/tWF75xeeunHevfdd9XhRcRB6QceOIztjDPmGXkd7CfQmjjTXLl8Tdt27GJ/u62vfuWLirwW13SN+Xe/Gc4V+/dsQmerevLoFnnN7dg+pUeOHNAG9NQs13Rw90ZVK7PaNNFk7S5hN7dU12taa89rYqyp/ft3amJ8SJ7PhK49nwX+0HuWod1u41c6Ghkd0wjB4oiQH9f3vNdxJukCHmtUlVqcaYKLSOu46CV1ljv45Y6GmqW2YfeNJF6oe4ykpxYBlCEf4BtNxkY9e1HBvKVUqNFoAU0VlAOG3qcCG67qFZXNrhql1CwL/e7v/L7efP1jvfbaCS0ttjRPQPjt9z7Qxyc/ZI1+oMTF7tz8jPagp/MXzqrRTLp1+7pK6icmx7Rhw7Q8vxUyP4X/vnG70ocfX9Lb75zCT51Vl33y5Mfn1YhR/dG//HO9/97p3Hbq5BX95MevaXkpaXJykuDtHfapKzp/4YJeffV1yvO6cvmuzp+7Ac8x9fA3124sagl60qi2bN5P31qXLi9qqFVqZHSDZucWmJdKt+/M6OGHH9HI2Kiee+5zevqZpzXPfuV/gWB5aVWXLl7WmdNn9dZb7xJQPQ+cVXtlSbvYa772cz+n1Aw99PB+PXhoXDt3TuvLX/u8Hjy8H585oZHxBP4Jra7N68OP3tbOXZs1SnDvy1//oiamRliTt/WTl9/SmbNndf3GTXmtbtu6SX/jF7+pPay38ZFRraHjMwTuHnvsIe3YviXvd1/+8hf1ta98XXMz8+ytq9q8eQfBVmhcv6UTx09rdaWLr5nRHfbTIg3ltbFl6wZdvXaRdbGmzVs2MBcTrIMhxjqDHk/phz/6C/lX41u2bJTN7ujRJ7Kulzl3L3O+LJl/B5CfY93fvn1b76KPjeyXVy5dxqfcwS/vwL4PyWfGpdWOJqe2aN/uI9q0YY+WFjq6eeeWCuxhanqDDh/ZA4+2UtHTzZtXsM+Ojp/4OI9/+7Zd2MJHrLtr2M4d/Npx5rPSjp3bZNm8Tny+6VU1/UvaehrGVzexbwgxvq4K7G14tKk17/djLW3YOKGt2zYi0xhtws93xDfnhqTmelDVNrqwOK/hkRb+ualGo1SJvCV7wMjEuEYnJzRLe4EfunLzusYmRxlPQ62RYfn9bHFlGX5tdrRaDXxoh/Xqd1GfT+sUaiGjUtIaa9xn9bIsKSb0EKqqCv/Uyeka+3weHxfxS7wvdTnPNZtDKooig/s1Oe9IkcdqfyCeiD4d+wnryKnpRoSM3+D83Gq1Mk/Qc2paE4xtDNu3Dg0JGe0nFhYWsjx93CLzajRayNmlCl7dnnr4ohVkFHNhn1SmAh+9pg7vRgl7iSKJYwxn0g4v+T102pBlKhiLZTJYBssaEVmmBP8BjuvF4/FIdZbBeUNE0CJFhIznup5l4h3Hee/lmRZltxtcH9HvJx6XzSuiX2ddRkSW0e95BuOAmuucRvRxI+KePB6P24xvPZtmb/390vWNhn1rkWlYjpQKNUpsrGiwn5BPpYbQrfXXLEr2jFp+Al2MjY2pXLcVy8eAVVC2XBV6t60Y1+B8ok+BflMqQEX/kBrgRQQ6LuQnIsgnFSnlVDwVdhiRpDopVEhKQCiBExHUs+bIF9AP5qNRJLHU5JRW+ig/li1n+IoA04KRr5DX4685Z0UEdEMRTlOWI6A9wBFP5uP2SBmvhk6FjBV0DLWNSwnMACxenfHoomDNJegZrD8jDPpbhgo6ESG3G7T+GCciZN5lyZzV4qlVkC8Yt3EHYFyxTw7KTumaZRBj7LdLyZVQSSH0Ba1Uk1Kg7h4Oskb06yIi04ggVahISREhoXPBz+8DVKkoEvKHIlW0W9A6l22D94+ZjnI5wjmBG/f6mr/rI/rzVKFb12n9cb5CVy4mmBqKVMqQArkUeXzrpFVnMZKyDUUh4xvEM6AFKzUa/TbT7rFG63tzmcCke11DK+hfKKIvG1XUeYyf4Eh9zhGhiD4UpIhKUw98/BS+2HNe8t5d8M4d7UJ+zLuGbw9f63wfavyJ8lrtZn9iOep12gl5zIN25qECBmOq8nqnBl3Z99Sef/J5yuARrCmqoI1M1Nd1bREy3Zr2Pu9Kxqk5H4m6iFCS+a2PX+tPJdcqglYgpUIRfbyIUMF7D25EqQCRHcl/SJQKKTDACGght/kVKanApg1UiyJgmpHHbxytPwN514v/2sR0iiKgE/o3PQN6EQFunyeD6Oun7utG9z0J2bVeHdGnbRqGAVpEv35QliKPL6V1+lLmNShHBDVSROT6iH7ZNA36zBMRGtRHRO5nS/gEevSwztcFpRQR/gaU8SMi80qMJyWR74PnwBBhHtgBd9sRNX2UH/M1uBD0VfRxsE6F/6NfBLl1yHjkB2lEv+3+svMDms5/AjVZg/J4jWOgkk9kqJijet2O3WZbGYDLIOVPRCiiD65wm8F5GnIy+IqInI0ImvrgucqV930N+kf0cSIit0b0UxeMY3DecL9sEfEpu4iIzE//xsf6MAzm13mDcl/LGRFCY4ByXYTL0v1PXVfYeIf11fdLlqtGl+5fpCLLFeF+tRKp59ptpmEf1saXdQBmX3UyHi30D/y210eRkhqcD8oCWvYhiJjwJ2UUMrb5VeBGuKT8RITMwxBh+6vlgF21Pr+677GsrrcshoiQ9xv3NdyHmm3HuF3OicZ1m3EMEaGIUIGcLnt/Mo5BPBH99kQ6wHEaEeiuymBZIgLsTz4Rkfn6ndn3jD5r+1xmXGNF/FV884+ITHPA37gDiIisn0j9vgNa7lfiaH1uS+rjuM00IiKPzWcIg3EjPulvPIPWn4jIcgvfrGDS+qi5tSigTtl0vebcTE3fPtb7mVa1vgc5X2NnskEA9iNKlAA0p6ruwqsnj8dz1+R9wvovmIsaW/J8OU3YUlEkxpFEFrvtcv7n3Qnx3G55PL/9vn0cIX8N7xo6Ft6pcXJsjnefQR/XO++56cvdAx3CyOs2CnK/Qd7lCJRAxnVuMzhvoJox1Rlc7zGY/qDNXUv2xUazULl+lru/j/OJQRqcdz9DRDD+Ip/1bVOma5wCXUUwZ6wl8xuAeCKCb6GvnmyDBo/TYJl6rCunEfGptZNp3mdj5m9CEYH+UwbxmFeXWKfXaA1/4xVFyrSavOMFNHrsHxVzgVlK9Le/dj8K8mP+Hov7upw8ibLcQEIRASQ28gqjWl1d0wIvemudjlIqeEHuv5CaiJViwgULwczzy0kkXopRAAPtYgw9jKGL0+pyoBLCrHCB54Cp+/pls9UakgV0IMt1qWxomMDpMBfeTQJmptmFlmVYXlnNSm0TKDBN9/MgLIvlMJStUTWGxvOL5zKXhqvttfxS2mUsxu9DJf8iwe85yQbRKDGMUoGReOzBBDdZGPnljZfnkfExDY+M5Jdp15eNQgmIFDJPhqjgP+ctS83EWLED6LcziVGAhX44dPaAah3P+vcLuGmnlKBZs9i6GF4vg41oIf8Sc5GL0iXaK7W40Gsx4cZvIH/AzEbWxeHW6L3GAGrxH8xroM0CtI5Nq883qSj8wikuHntckrW5rFnT4tyq1lZ6UCs0jB6LdV2YlyHTwha8XMV8WvYhLjimpqc1Oj4uy2MZHHyfm5+T59s0WlyMOHWb5cx6Qq6hoWFNTU3Jba63nB0Ccf0X+t69Re1L71QUmobPGHzGgaHhoTxvWQb0MTExIV+eWo+m1+MCBVUwlpCDS66rqDAPKvOnw1gWFxe5DJvPtmWciATfADKKIkKDcc0RzPYloddFl4tlX9qIJ6WCRV9Do6N2u6+/ik14kYvEleW2ZriYv3TpGkG0G7p+bZZL1DWtrFaChHgHgkIASaGiD0EaSZ99rH9DxZqo0F9tHPQiZDRuRChhQ6koVNwH1pHBbYoEusFjzDOpwusAfMlyuN4gdEA7dp6KpATdiARKUkShcF7gByBwGUiNXF3b4HpZ9C24KUDUrJ+03q/XC3WBtV5Dd7kkXKua6saErtzq6KMTt/SjV07q/VO3dflOR+euLWi1bqgYGlEUDS53OypSS63GSA4uNcth1ch2lwvok2fPoNOONm7eopu3Z9VojejJZ57Rb/zW39FXvvYtHT36jOYW1vTW28d06vRVLh8v6vKVu1wS7iMY9pg2bdlB/U19dOy0jjz8sP6D//A/1N//+/8R6f9ae/fv1tPPPqknn34Cf9DUAvz8gnXogf26ePG0Zmdu6plnHtX0xnHtP3BIjz3+NGNO4LX10QdnuSArdPnyvN55+5zKNKqh1iTrrsMF83v5DxcO7D+sn//mL+rJJ5/TTS5033/vXV0lKOWL4FHW2GECGM88/QxtMzp96oZWlmsVRVK3vaw1grzNVOmBg3u5zH5Ev/Hrv6y/+Us/p3NnL+j3fu8P8RlBYPgSMnSVUok9rhJgackXu9NczO4jYPr6628QVP4eB8CKwOYkga+CgMwePXDogC5duaAz507q1KnjunjpnCYmxzRz9462bdqiX/7Fv6ktm7ZqbaWt99+/oLff/kg3b9zRhx9+rClYo2QAABAASURBVGZjiAvyw9q+dbOGCEh7n1jlktiX6zdv3ta2rdsI5Eyhh2V1OjUXwcJ3N9Gb8GCFLl+5qZd/+jO9885HqjDFstFg3XS1uNBWkZj3umS+2wTce9hG0KdWF2OrbJLYnjdLX5J0O8uK1CbI+bD+s//sP9R//V//X/Wf/5//nv7T//Q/QV9PY+eVqqor267/f3j/3X/7j/Qnf/RtAgCXuCyf4qJ7Vl18drtbaBbeVZDOzWtsfJjL6iu6cPGMbt25xiXvkpqt0MfHP9R3vvPn8j+ne+HCJcZTQ1+6ffuOrl65ga0sZB0dO3ZcKwTWJsamdf3K7XyBf+3qLbWa2MfQGDrt6e2ffaj33jyhM8cv6hoB5jX0Nz25UfPzS7p++5Y2EziYmB7XP/rH/wOv/JW+8tVnqduuVDa1sLis1siYVttdLS2voeOuRrlYXOBifxU/226v6sTJY8zpeV26fFF37t5GzrbeevP1PF8NghyT05MSukzYmn+teoWL/0ceeUSHDh1klUsHDhyQ9/SXX35ZLfz85z73rHyxHCGdOHGSIM1Ntbg8b3fWCMzNahhbHh0dwVeuacOGDejkthx8NbGD2Pjhww9hd4c0iY8/evRJPfbo49q0eZsWFrARxrFh00Z2tiDgsMK83NXu3XvkfcQyPnb0qF4gaPirv/Ir+iKB3xH2iBPoeGp8gjVzEjt6R1euXFaz2dLNW7e0adMmlWUDf7yoy7cuadOOCdbFODCtXbt2kU5o374DBHU2o59rKoqGnnn6c9q1c4++950f6ONjp1h/la5dvUEArgutMtvSzOysbBsNzgk7dm7Wtm0TirSmhx96QKPsebt2bJCqkvWzWRuR7dib7+rY2++pyXlomLNPp1NpdbnHGtxAMHSF/jvR3YzKhtgvaubrovxr1Ucfe0Sbt2xinVzQ7OwdffjRe1oiqNrprjD/oePHjzHmN7Rrx1b0taSCeZyammA+SnR8UP5nZ29ev6Pd2/dq84bNOrT/oD7/+Re1e+8ubdu+TTduXJf/mG6UM9mbb76pI0ceYr08T/9hvffe+9j9Zdac1GwO8e7ChFdJo8Ojev5zz2nXzh1qNJL27NqpbQQlf/kX/4aOPDiuZ559HDr7CJ6OaIT2oSQ1WHvtdR+2Z9cmAmobNTLa0LnzpzU5Nczc39II/qNXWYeHtG3bFvn/Men12sAnLBMsC7Nn/7Gsw9jhKue/Xq+nFmc5n3tsdyklmxk2Xqm9uqruWkc9zpNN9rFWUapJv2Ko0EpvSe1qmdqatdvVIutlZGgUE0sqYJSwwAa0hjiD2X5SKhi/xDeBV+V8iqB/0txsV400xMQVzGVPi7MNvfnmGf3g+x/rpy+f1P/0T76vx586on0HH9Czn/uS2p1Sr77yjt59+7i6q6W279iui5fOs5/dUVkOaX5uCXtdxjbG8Jdr2kFQ/dr1Gf0vf/RTXTh/RR9/eFk/+cGrqlYb+Iy76nWHpXpIRTmmWzdXkalSUQTz8Bh76SLBv0VsNuR/CWB+YYWA5AJ+o60OwdSR8UlwKk0Q1Dt24pocQFxDZ2VrTJFaOvbxHXn/+Ft/+9/T448/xjrZoDNnTsOzqz379uI7R3SUNWn7eOyxJ/S5Z59XWTR16JDX95g+/viY7IvGCI6OEIDbvnOTHjyyT0Wj0o3bV5BhXl/7+nPac2AL6/WSjj75EO17FGUPu5xjr91AsHUM2S8RiD4jplu3bs/rlVdf0SIBzB07d2KnH+jBBw7qiSeO6PCh/dq5fauKxNo4dkwnT57U5OSUtm7doRPHz+gvvv9TbG2J/fiGamx51859nNduK3oNffThCd3Bxz/9zOOcF6Z19+5N+VejDzx4UCsri9q1e4cmCQ5eIAD+2uuv4ktv6fTpk3rppZfwv235nw534P/CxbO6evWyHn/0MYKkmwjWzmqCgOrl6ze0mf2wjsS4tuB7NjBXWBRnn0Y5glyL2V+Oj48h71Z5/xzDl1fsS85zCOJMMaLFxRVxBOOcs6QG/uT06csYZANddrXKmljgvOt3qi4bakoJ/72fdmwV+/c68prxGdOXTb1uW2VDKsqKdb6mZitpanpck9OjzPs4djECj6TgwtnvVIayEUoFJhc91UHQkDZBQ6UUtHW5hFjrrmqlvaKCQGsPYdu8n4jHa7fDmdxlp03W7hBne69x1SDw8Rm/1WrlNWwc+wCv7xXeLSve89yn5CLMYwNdxnWbx9XpdGXaq6x99/H5wDgRIY/ZefczDafuU1UV+2aHc1Ev9x3UOTVv96vRTouA8QrB4Lm5uYwXEcxDT35PMG6j0YSHgP5ALIvrDR6H5TK9sijUYswRoYi+XBGBL23kco93GOtjeHhYllE8pkGSdZLl4QxkWpbdbQN9uM19rEPr2mVDRNC97o+T8VqPxhvIJDeDYTokiojM2zhafyL6SKZnCGzL7RGR5YoI9NHNedebVkTIqUmkIqkoikw3l+kf4j9wXC4bRe47GJPHZ/k8jxHw4P0j6lCjaMh/hCYlaBXq4N8XsXn3sy2ZFqYvgWs5e92eqxRRKCLok5Czl3m5XeuP832gayUF3r6ugkJSpCL3czsmKM+nwTJWyFWD3+tiJbAyb8sSQV/1H/crUlKZQkVK0CoUkRQR2V6MbxBPkzXRwv4jAjmtzx44VcZN9E8paQAR7i/abXN9fhGRdW4bKtC3edtGMBloFBnoIYGeoBeJrFP6ma7l8KVexaDcV+uP2wwRdKSuZqCmS1apgIhq/pMiQqar/FQynW4PP5HLtUzfdCP6dHI1XxH9ciiyeII+o1NBvYHa9XEK+kkRQa/+x3L0wDdd1zh1XcVkVZw9DCaaUqK5hk5fp9aP7TMCTijIsoHwySdqBV1SIRkK3nUTuvJ4I+IeXkS/v/mahlO6yRgRSQGgTgX/wRxR6gzGM5GIkGUzRIT8RET2CYmgclV1ZP4pScZJyBBRsB9WkOvbhvsMICIpImRc8UQkvvt9I0IRIdNIqVIqaiGMKnTVY556bLIDcEC1ydnCchp67EUZsHU6QacgScgABdablFSUSWXZyLKXZSFaVKHbOiq8aAXuOuCHTNMw0JnzteeRdVdBL5fpyzRAR/AL5Ye6fgp18GTIFZRZj1W+G2KeKyorxseHHJ/INCKSiqJQf601lQopUq1ARvGW5TQCWuZTS9ajwfJYN+KJiHv14nFbRJD7qx+3udbpAPpjrtBVQpaAtzE+AeNlvSGD84aIUAIKZHfZNAyfyguBJeiFBo/bIyLLq/XH43A9o1TF3K9XMz/oDZ4RcY9GRNyrN551ERHO3qvv08pV+ctlgwsRkWlBGe3W2IFlrKkbgJAtKAfoQT7dg4jI9R6z+Q4AEZG7ygAKOLU8Fr7yJyIyjUghwVHYej64U/rsx3IOwG3OW6+GsPFhF5babYaIkOWICKEZKevc/MnyiaD+PjAu1VlXpmn6Budd/28D94/o0xzguv8g/9l00Gb6hkF7BNJacVQMcMjmj8vGtV0YnHdDRGCfxb3x6t/psS7+OpCsT0jqE53V1H16bDRmXRmvKIIi2sdfWKY661rrMn0ynojIMlpX4jFuh7OnU6+j7ArWaWjdJxTuA8CMHkiEbiIiy1PhsLv0ty4MpmOkAp9Wcv60PYLoKrojFX1dsB4Nxh+kzrvN/SxfRJ9HRD91m2GA7zQi8ngi+mN0neXo4aMtl88fvXX5TN8gHtMfgOsyHj7ddZbZKWiIHrI8putzlnHvB9ffD+5jcH/DIO/U8rhvRKhIhYqiyLK7f0XAKpKk6OvXuveScpDLMQvzDhCKotSgXz+lA4hoVpBVKpQhoOW5sR56PZ/bu/hE5b4+Q5bcORgnIlSklIEtKeMwUfJjWWvmyzDIu54uogsWVuMxKnV8dkD+LvuvqLG+fK5yWhSFu7AH91RhVy5EBP1DxjWFCOeVz3GrxNqMN+if8EtudloioMF5On+KnsuWs8cc9vXcg2d3HXoZ1+3Giwh09Qm43uC2z4Lra+Q2XduIwXmD5Qz0XPi8U0TumvHRWS6sfxnP+Aa32y48voL5d53BdQVrxul6tyyjcQZ6dBoRjKlS1+NkP/JY25ztB3KZ/qA/BHLW/A1uM7jSfCDFVNeqWeeWocNdaId33YxrJMB45psKBspH7P/eH0zHeKCocBsZl12fCoyrQCGNRpkvOouiUJuXzuWVtXxxV3LwKRuNbECr6y+h7my8EqeRCowGzSIXg/VE9hhLyG0RweArmBa5v18EI/lwVauvjDYv+T0l0zGklPtGBPjKlxArBFHbvGxbiRWT5XNRj0l2Xdsv3j1h1PCpk1y3wku1/5ley7rqYCoOxfJmwAHWkixDybgKeAYKqViUFW09JknYRpuL3y4LpGyWigiWSYUuuqQ9FXniQZJUIU+Pw5np+EWtQBcVkldsrt3s1GzMmaNqBG9zGbzGZZRfpK18SGT6EfBgTKssqOXlFTk1rK217+VryPgluNFoqkJO0y8tP31reHoTKpjHLB91os5gY/ELZwV94zebHA5TAQ30RgBjebGt5cU1tdd66jKWHhARSutzURQFsteyY+thyC6n5DqoI1MqCjEImccq+l7DMP0rUc+B59hzLp4Oc2WQgguOYQ6qQ3K76S4tLXIJNM9L6Bp1Hdmwa+bD4zQtyy6eZebWc2xea+jK/RvYpvXiF8wGcyr0bKhRmDeT2uPGtl12X8vgdBVbzrYCzYqXgEajBYeEXuo8dtPznDZ5cU3oomudYxNdHOjS6pIWFhfA7+vA9Ey3LJtcAo9h7yVjqdRpV4xrVQvzK1yarWlurk3ApcNFUhedSrZDg7BdoUs+ikj67GPZDa43TkWmVuT+CtL7wLImyqD0eURBNrE2a3RbYceVbLcDnRo/zBPIqQL8/iciZFrBfBsv5zOecQDyKZWS+4ArdF9jI6qFYgA+FXUV+jW/AlsxWqPZ0OjkBk0S9Ny4bZ/uLtZ699h5HTt9Qz97l/TMTYIbi7qzuKoFbOoWgcuZpTnNLS+qZGMZ43J/cX4xr8fU6qmjVZ08e1aXr97Rrbtzeufdj9TlMviJo8/qq1//eW3etktlc1QjBK0+JFD60cdn9Ad/+G39y3/1xwTr3tQbb37IxfAZXbl8Ezte1ObNG/NF8CSBpCs3rml5bVkPHD6kAwf3sw7muXj9WP6F5uzsLX3/e3/M6Nv6whef0Z49O/Xs009rYmJCJ06ckX/dcv7cFS57r6vjAMnqisa4NL5y+ZauE4CZmZnX3KzHNMz8hD788JRWViotE2DzL2ZajabKRIAG/V2/ek1/+j//sT56/2PV3TVx768idaRqhbRWk8umvXv3clF9mHmPzPPs2UsqiqZeISD5B7//x3rllXf1lz94TbOzS7p5a15vvHGCy+/z+uM//mNduHBBkxNT2rZtu65eu6qpqTE98tgRlewPly9f0LYdmzUxMaann3xSRRQEeq/Jv8h79ZU3CYjNE8T6Z1vlAAAQAElEQVQp0E2bIOGyjqPjKwQNt23bybikGeak3elpYnycQPQIuh2jvtaFcxd04fxFgoar2jS9GR0F9tljnibVaddKrKeyMayLF6+q3e5Bf024VQ0RWB8ZG1Y0uiqHaw2PFup5vWNrRdHS2MikhhrDwtDBX1N3bU0jrUKff/5hggWndOPWWe3ft5XmVa2uLbHvNZVSyJfvjUZLUqGp6S369V/7Df2dv/Pv68Uvfllr2NPl67d17sJV1v4SepEmJ4e1YeOEegR5ur1VYd7M3zL6uMtl+wxj6MkBq+PY2w2CVucIbp8HWvBYW24TXFnS9Ws3uXCV5uaWCchV8r8QMDs7j0wj2rxpm1YXKo21JjWPnZwkONloDhNIWCFY+32dPXteP3vjTS7/r+jQg4e4hJ9WA5sZao7kP455H1u5evWmUlHqkUcf1cT0Bi0sLGkF33n9xk2CCeewtSWC2pu0ZctGbZga1ZaNk3ry8UfAm5X3i2996xc0OTmFXGtKqdCLL76o2dlZgsJXVVc1NjGBzWxjTlrMz5L8/xIcwjgPEYRfIgi1uLCITla0aeMm+ZmZuav3P3if+WwToLzAWOY1Pjmu7Tu3o0fJf4BSpJL1W9N+TbfvzLI+39Xs3IImkMP/vGvZaqgsGwRvNurc+XM6duI487iqXbt36cEHH8j2e511e+H8efR7Nf8C7/bNm+i0xdhXNTs7p+07mP+1rm7dwLaqRcYwqRZBwbGxJmvoIGNZ1oH9h7hED82yTq9dva5333lfP/rRy4x1WIcJLDawz5GR0SzLKnu1f5XW7bX11FOPaufubXr2+af0t//ub0v1qpaX75J2NEIwdevGzZoar/QXf/4dLXP57j+YqDn4z9y5pbLR0DJ+r9dNqKup55/7ooax9xX2SP/C8/3339EwF+n2MRNTk9jfBnhtRw+n9Nprr6oHr4cffZAx7FPiPOBg9/79ezQ+NqIHCPy8//572rVrH/MppTSqshxRzV57k8DpqbOn0ekGPW0fRtCmwKBPnjoJXpL1/tbbbxPkukNg7xbztMz6n9E7b72LTn7Cur+lqckp7HiOuZ7WDXzIO2+9oUkCTF//+ld09IlHtYsg6Bw+89b1aypZq8Ga3oDPOY8dIw1zPa8PPv5Y/mX3g0cI0s/OaGyshYyhVfbcDVMT+sFf/AT9LMn7c0SoYl+2PirOLbV9QK8Hfqk2Z1jLPzU9LZ8Tamw1Iu71K8tSTxEAHCEIIvS0wt6+Uq+pQxCoywa2tNLGT9zW3PwS55EeOtuDDifQGzicZQKv3+EM0eLyvpEK7KSHHmvkqZg34QsKAN/NxeLI0GbWeEvjwxOkXZ09vSqOtLp2bYkAWqkrN27r9Jmr+qf/9Hv6i+++rtdeOa9zZ+/qT/7kPU0SyNy4ZbtO48uPHz+VaY+MjkgEqroEzTEqbdgwhT/bKDZE6IfqTmjDxGb0vVmPPnZUC0ur2VecOXOdsYg5GdfwSEP2WUfQ88TENP7hMRX4jjX2qVl8xOJSW1EO68OPjuud9z/SXmyowK90qyZnmK4uX7nCOqj08suvsJfcJoh5h2DjLfgdwQclNcqWFhbnWcPsK5MTGhkZVwP6u3btxv+P6tTpU/L/KzXQ9cWL59RshXbt3oJ8C6pjTTPzN/TQI4egcUsfH/9Iz3/+qMYnmrp+/aJW2Y8XeS8o8AENfGm3l7S6HPjbWps3btZV1upf/uBHunDpMmMos60e2L9XJ08f1w9//Je6DL8NU5MqUmh2bl5NfOrePQf06KOPM789NRvDuoCff+1nb2pttdI857dnnn4Oe7iqpeU5La8sqebar+Is6DG88MILSpz5JydG5T+yeuSRB/GnG3Rn9rY2Y/M3bt3WI08cVRcbO/jAfl0goNpur+rI4SMaHRnTTgLmL774ArLc1Rg0RseG5PPFwuIc62lWN/Fd4+ydKSXsq5Zf6sbxO3P4jlHOQkoldrRD0xu26APOEJfYe4eGJ7LtVgE+Ac3B2b3ZbKpinURKEuNfXFpWjzNyKgoloKorla2mGs1CreEGa59yU4qih/xtrawtqiQoOjLeQtZhTW0Y08ZNk5oiwNpoptxHXEwWvGiPMI7RiXEVzYZWeaeKMqkx3FLNemuNDEmUfb5v0N7mvaGLD/QFVySp4D3L+S4bvqHNmlsmWNnpdpjPJVXI7PXu1GOamJjQ8PBIXoNl2RDDUKNEcNap8DUMWcNDIyqKQhGR+1ufa5wNTGNkpN8mHpcb+OEhgppOrTvL4tSQ/QkE3R90dZCti1wuO20ynhL/0iKYvcZCX2NvME26yH2d9zuD5Tc98/D8Ou82MWWmFRFZVvNweQCW2XPvdxjjD+oj+uMyHdOOCFmOQb7CB/bwk20uIQzOdwkmdrtdBfZgvJJxR7CWGJP/2Mn21WYMluF+3VXr+o+IrNOBDOLJbbSTlfsaLJPL5uG8deZxD+oq5HLedW4fyO06y+egtFPzabVamaflMS/rw6lpdhjbMPPmubO+A2OyKBGFepyjpaQO4zG+aVseg/OGiJCwF7YVbMj6FL6dCXHjOkSAQ979IsCBrvFDhVIq1Gg04dXLY7fMxkvotw99Oda4B+gx5i7693j7UMky18yT8hOZnhQSYDqec6fWT4EtO9/vQ1/V/AdmJLnN/MzDtN0SEYoIifF5fQR44uky/9aHISKQoaK2UkSthI+gSpGkgvXqtVryTlBxiVixV/bqLuTqe/zomD8R8SkdmHaNoAbTtGwRoQA7t+FPycK7zmtTbGYDHNfTkBPjm4b7GJx3g+sL6KV1cJ3B7batLnq2HSAC1ZF5uL8h4zCBXc5ulceDcuoMtSJCAznq3BlFKBCnvgcDGlKtVAgLU36M77aIUERoQMd1oCqkjFukJMstamDLd58+DOTHdJwaItbbKJie10ur1UT/yJp6Cnyv6yGZ+VmmPP/IXqzbi22ii1+1HBEB7wSrOvumiJAfuEgMNaVQIqBqWzCtCFqgVWGjPezXtItuqbLXyGDb7bEeagKeqgvGApFsb0F364dyIQ1oF0VSJIrwiXB9LbfVzD+l/PH4DRUTGBH9Or7rKFBjUkVdSkkRtBnchozuU9OHoqIKJd+zyGLU2GbNeHs5rRhHxTkNYrRCAxFkXOSWQl5rwdo2aesBDQh2imRalSrWQgT9JFlGknufiFBE6J58+uueKuvfLTVym8b94PqEfhL8IOViphnkBvj3p+ZliDCG7tEmd18+1ml8kpqndVBgJ3nM7h/0YnwV64Mc/flGRs+7eQ4AUWirM5iO60Ph6nvgOhciPql3ncH1nnfzFu1Ml9BKrqZIVZ4U0lxF+gkNJKKSduQyLUO/T9zTe0TQRzxQZSx1XZEXdZFx+voypR4qqHJ9hPuE/NTQdhoR99pcVij3p5p+/b6m4rZMk0mLCBcBZOTbn4hwV2czRMQ6HawLXtaheCLAA8j+Gz8R8VfaBzL/lYbPVNSsEfMb4N+fRvTpel4iPpHN+Abj2hYG+c+Q/jcWIUe7dVKRMi/3zUlEny8NfIxTy1UR/XrzNU+D9e11KSzmniyMKSJkuT0P4unj6p6eTTDToa02sMaQIp+HrRPh45hU0AJI2baNH+HyJ0BXmXaXfbTHPuOyeRoiwkX6fzq9v800s9yM//76AW+PwevRbSZmfKcuD8Dl+r7+NTbU7fXwcd17YB4G43rfuJ+m6w1ui+jLahrmbVzzcZvHaXCby1lv8HJfj99txh2A+zZ55zCucdweEXkO8Bb5jOS6Gtl7vE85dZ8hzs6tRlM1c+DzYx9HgpWkUMRgPrznKc+zxwNpfHpPPguKvhVrvcdeV5Mm+hinKHCkPm9ErYI5T6xREt77CqBUgf8TTw2zAVBURDghrZmainwl77dGr6HX4/2uwlemIvFO2eQcyJ7Ie0CCfoU99piPGppOe5YJ3JpxMyrGVcm2k+WGsvuQ5HqnLlt2Q0S4Cjki87C+LLNx3OC0j1IxlgDPtZLrjWcazhsiIjc6PwBXeT0FanJaI7Pl72LbXds443DZ9cZNhWTcGq30aHO9eCJCxvP53HPovi5HBHIVGYzr988eejD/iL48ro+IvPd6fJa55J3QYLw+BPqpMw/TrSwnMriveCL6tCyTwThuiwglJtwAugSa690+wKuwl0HevIqiUNCnjko95q1CXnd0WwQE+CQP1C+KnsSl5WWtcEEkHr+MGDwQZMQ4u1nwiFBEUgCgyQzd14KYYXN94fjQv8Rlql8m/bP6HkRqOnQRsoth+S+f++eXUEWb6bR5ETLcU7qCsdYaCNxjcbR5EXJ7FCy0KOX8oM5507Es5kXnLLPrDDX9IZnpJV4MnM+8kacGuWw2NMRF5QgXFH6RbFBuY/Qr6//8MeKDxTc6sPzuW6Bk8/LmryJkB7a22sFJ9PovYRzIut1Kq6ttdTFGeisikQSgXLeM3g3WY5YTfXhyDcYdzIPH1cWYg0m1bCVjsLEjgvwCbyhoS5BPpEVBBi4RkfUgBfNVc+FW5eBpXSX6DanVGpZo86HS/C2HQT4M01c8LV5gx8bGuNwczwuYKkVAr/LYVhlvG9o9xtPNiyQleCOD6dimVrlQ6HLILsqGChyM7coLpMIoLffo2KhSxm/nBVQwKI/VeLapHovU9rRC8HMZ8K9VBza1ht0scbm2SpDAOmu2mhrlMnhieopLIV5s0bt1Zxq2lVVsfBVcz0tKvAggk/l4TMYzb8uWioKFg754wVLYQqQe4zWNwZpZI9hXMV+pUdLWy4GD5eVViXnfsGETF2W7lAqcKipuDYciJaVI/ZR8BHUBZ8Cyk8sf5wfgCnOv0JVTl4O+WU5kdGp9R0SeZ4/BgFi5bHyXIyLPWaBnj69k3BEFzZ/p5xpwTdNgfIYj23itSqY1oF2xASoky6MkOS8cjvM1urLMlZFp8HxWrEGni1zitTtJ73xwWheuzmh2qdYKL2RqjmqZ9VKOjkgEwNairVUChtdu39LS6jKXyxMaHh3Wxi3T6tG21l3ikq+j1lCDS942QdGzeu/9U9q0Zad27j6olFr64KOT+t5f/pj+PT1BgLVWUw6s1lVDMzNLunlrDrsNPfPMC/q7f/d/Bb2uTnDZe+LUcb366k/14Qcf6MMPAQIRr/z0pwQLpnT0sUe4OJ3j0vuSFhdnCSZcJ5B0XTduXtP5c2dyMKbJmlle9uVwRwU6n5ocE9OmM6cv6Wevvqdz5y5qEwEzB9D+4i9/ouu+VD97kTFuxncknT9zQXdv39G1y1d17MOPuBA/Rf+2piYLiXloY3trq12trVW6dPGOfPnrX6acv3BZ/n87Nsoh7LGrleVulmd4qORieJVgz0Pau2+P9hJ83bN3D/Q26MhDj+jxx4/q4MEHCNSOoUt02irh0lWTdAvBsJ07dmojQc82/J5//otqDU9qYaHN3A/Lvx7ctWePDj14WEPDU9DcpNmZRQIGN3T77qI6BE5uEMDzH8cYRpnflAqNsxpZPwAAEABJREFUs+63bNqsjz86pjOnzhDQ26THkGMN/CtXrunypSuyD2kT+AqMyv51cWVOSyuz6vRW1CV4dHfullbxAXk/sc9SqeBluMnm28LGie3pmaf2aMvmIV04/77OnfmQYOQf6wc/+Au9/sarqtXWho1jmiaQ2Go10MtuTU1PEah8Xf/qD/5Q//h3/qneee99nTp1Wh999KHexQ6WuFAvyjrjHjiwV77w9q9Q/UvGI4cfwa7mdezYWf33//0f6C+Z22//6Z/rBvPrP6SxHvyrqKefelZHH3+Si/dtahLIaxPIWCUItMLF8q27d/TRsY80M3dXx0+eJH9GBw49oC3bd3B5vYXxdvUP/+Ef6R/9j39GYOMqer6m3/mn/0p/9MffJmDwkn7045fohx2urOkAczoxPqmE3927b5++9OWvaufOXdj7UeAp7dm1leBLQ0OMh3syNdhXfFnrC+ZrV6+ipx/ogw8+zDw+JC3LUqdPn9GfEwx0EL5sNLR79+6snw6y1/ipK1cv6+jRJ7R5y9Y8tz/+0Y/QyQxr5CY2dlC+HG/gp4tGge43yP58mMvuqakNBHum2S87BFJWCErPa8+effhW5TkQj4MpFwjwv/XOG5raMKE9e3fr5775dUVRYytrGhkd0ugYtr+8qInxUYLrI+qxby4uLGuKfaHENnpLXeS5q0UCR/Nzi1pjz14g8Ltx40a9/96HrJ+b+t73fqJ33nmXINEc9rBBy6yjGkfooJZ/dXvqzBldIqg0v7DAelkVLk6TGyZ1e+YO9gnvyTHSJf3+H/6+/uAP/wg9/jjTPYVv2TQ9rOPHLrAe51hDi/C4KwdiVjkL7NixW59/4YsE12vt23tQVy9fY52Madcu5n7DRtbnqKY3bM52E/iVLmeUnbR9/RtfhN4ddbrLml+Y0fWbV/XYY49i38E6uqTzF87ra1//Or6lZh8fJVADbrWqk/i5D469x5ysUj+Mv1jW6tqqamg/ePhBOVj09LNPaRdzPDc/x7pH9uPHmZtZffjRx8z9XuZhU8abHBvX5MQk/mYRnyf1Oh3tpd+br72kF194Uts2b9ACQSD/ccjS4oqmpjZreuNWbdi0Xa2RCdVR6q133yLt6stf/Zw8tg7js52NjY7JvyRtgOM/NvF+niLyfpRSqIW/9d7SJkBiG202m4qIDD3OnUNcsodqicMw8SVt27pZa5ztlgnOrXXb6nE+WVhaUbtdaXmtp7nFNamwD0zI0dMwAZeKs0RSaGp8gu+gT9cU0WlPESE/NfQNZREqiyFgWJFqpbKHrQ8TiB/X4pJ0+KEDGoHO5NQ2Xbp0WyV7VVWPamhkXNdvdNQom9TfZZ536Stf+bpmZufUJPi71lnJv3wsCVg999wz2rZlMzJ0wduo5z73kKbxXU3W5J49O3X+0rk87zMzs9q1a0ybN08jp3T2zDm18DlfwRd85av2B9uhUWn/wR0qOK+cv3iV/eaKNu/crtv4ovc++kjnLl7Shs2Tmmfv7lSlNmya1q078/of/sffIxA+o49PfKDjJ97FR74n+41D+CvL8uRTT+r999/Vj3/8o7zmPC+j+P9Lly6h/1VsblSXL5/Xrt3b1BpOmpgcUnM4tPvANu09tAObfVYPHt7L3rI32/Z1gvEFej118iz77h1t3DBKUDJpfm5BFev87uyCzp2/Dc+TrMuuKtZsl/nnqISv2KHz507L+QP792vHth36+NgJDQ+PaWx0Avo1a3FGDxw6jJ4a+uIXvqopbPTtdz7S6PCkKs4sQ60x1sw5nWH/fve9Y5qbXdHtm7fZczrasGFSI8NN/N4Gbdg4pZ27tqObO6yVu7py5Srjn5XPQK3hIW3E19gmL1w8bzPTPGvrpz99SQv4EzEbI6NDunT5fD6D+J8At0/1ef/ChfPQqNDbOPYX2r5tt+qq0OJiB5/ZQafS1MZtunztroZGmjKPSEl1BHxKNZstpSLJ5/Kz585h5wvyP63vdp/xjF+x86+yNlIhfG8bfm2J4IlhbHxEJRtFcM6rORtHKearqfEp5mFiWBuwsamNExqbGFWDoGyBj/dfcXdZF07brDWvtzUCyi2Cq2v4moI9x4HV0bFhlY1Sw+jHMrJaKTeAMsu7xtoO1rplLMtSiXH53cnr3tBkzbcJVHXYR1d9xu/0mOtSZdFgbjvy434Robqumath2gut8k7QwVcN2u1b3B4RWX+NRgO9NTOucdxmXoapqcksh3Hc5r4RhcqyoaHWMDxGaS/RYUWamLNKxh0eHlWAV1Wirc7yeAyVKyBkHiSf+kSEIgLapVr4O9Mx3gAiQkVRZPpOTctt4inRV4E/i0gKwPmUCloS/Puy+cye0KnlsB16fI1mI7e7LiLk9gIeA4jo61I8Ef18RGQ89zdo/bFuLJNp5bkEz02us5wR4aIiIvN0ISIyLfM1jmlERMaJiKw31w3aLO+gbP2Ix20k+eOzR4fgvnlGuL/1j8UzD5hEpmteGcK6YW5YGKFCriuZV4N4Ity/Zk57lJT7lui5yRprNJrgW7/K7ZbB0G9vMkf99gjjrPNBgIrzk2UzaP2JWB8vPn+VdbPG2d/tlscoNV8es+vMg2L+RERfP+xbbh+A8fy+H0p5beAcMp7r0QZ5lCFTrRmDFFEDUsGe1sTumqyzIhXgoRvkrfEFCdmCdvH0GEdRFDJYRrCyDszfPCICegFmn26vV2VaRZFUlkVuu38c9+cjot8uJGWtmJ7bnVa9noL6hnmDRzbLEFGQtS7cakiKSLkuIsTnHuDIsyxd/NRAXtMHGZwgMUg1NkEh15m3cT0Ot7LdYy2Bds2T0aMP8USEUkqqa7DqJEpAqEwFbNGF/IQS8taVFBEZX0ZnPiyH+0dQof5jeyo83iKBK3muCvIGwcdyVVVNg2iHJ31ryv36vt6Vn6BvgGOZ0aPnvJAS81riwyMl1qTHoowXEevlT2gUvFOXdcn46vW2kJRyOVTnVOwtCqlGSQFtr9eyUcppwTgS/j2Su1nmWhEgU7z/Yz1koBIMKdEBvKDsj9sGqfOGqjb/uDcvyrqp1OW+ocv6sL6FXoJ668d1XfaPmnIE/fCd9icpFciUAKnC/owrHs9DiW8ge+9jvoNCRNCnD4M6p6bh1BARTrKe3Ndz5DRX8uVmDzVZRxQiItM0zv0Q0a+nS6ZlHgaXIwJ1rbeHyCcp1H9II0IF8xARigDgxUgZa98mUgJfynRJ8ud+3oN8lRXax3OdEQdpBHTXYVDvtojI8mT+8Ompln1JLT81PHtZDo/F+BXz5Ra4KBArQrJ8Brcb3B4R/bGQQiXT6PFeUa/LOMBxalo9AiM155WIT/pFRG42bYOLPfxNZRuo1yWEXkU/pAa3XxfR70cFMvjb9QNw+ROIiCx/RIAb+tc9Nfw+CwNc1w/yn03/uraIUMl8FynJHAc4ES5JEXEPPG7xGMfjNlBkXmp0WmVwm+v+/wH3qa07zulO3TfiE74u98F66+f8Xa/rwXmDfZ/wL5bLe4HbIz6h47Lb+rjUM+aS/drjMmVDhc11kaUmjYi8FmyPA9BnHvcd0DDtNjEKg3kZNSKc3NNhROS8+5lmRGS9dTmzup9tSgoVZaH7n4h+P9eZtsF504kI/FgH6Coi7skcEXlujGuwfAbziIh8pvU5smD+PfYu708G45huiqQy8M2poSIVmfaAjtMEjYg+D/fxOdrncdO3Tuwvm42mnFqfpm1wu3hcb2hynjBECqUiaYjz/9TUFGfnYfX3RinBJyKyrtrc9zFF1BXIVWb65mcIhfw4XxSFs7mPa4tI4CelohCkSFM+R1sHGZBjqNlQA92nFLkvG7Py+3sRSknkgahz6raKd6BaPfTchY/noK1ur5PbM83185LlqbFX68mpIWCR4JOgK/JafxIVJTK42O12ODt1oc+BANsWdmn9GUzLOB6n6Tt1X6eut65rKyr3q9BXyG2fxR30Schi+jVyDsBrKgN8tf6Yr8E4/b5JJe9wBft5MJaicLmkrg/Gsyxt1oblFk9EKFJSAjeR9pCzt87XtL1+nbov6PlT8x0RmW6EbaFG5xW6qf8KeBwRkcdr+qZj3jV8IuBtQFYSRVBGBuOJx+c4vw9aZqeWw2221dLzwvz3PO/uz7hTUSh5cIYum4KRPfn9DqVcrhmcCVakUpKiUI8NrM2L5xoBMg+ubDQZXEN+/IJk/ACvbLRUcLgwTkUf9+tyYaVUqKRPo0GfCHU5yLR9aFEoaFMElyBtLSwtYkQV0AOnm5UVRVORGlx4tfsvwCx+y2jeEaGEQooiKZKUMP6IUH5IXLYiikYBi8j0umyoaxi+J7ELLesi6F9jVK5z0AzRlaCbypIX8m5+qTdupgueLwcWFxe5zFhSp91Vj0vxmnGiUuT2REs23gGYVo+XhzVe+ruMnb24TyoV4DXJByAVTNDQ0LCGuAR034hAjgLjEQFR5CCAaH0L4xCLuVe11e6sAmuqqOshQE0qJTUaQ5IKra50VNcJmiMAjor5SamAbqJd9KuZ3x40OqoQrAfUCjWRoyhKxtOVdVRhDx3oWz9dUkNApzXM5QGXjqOjo4pI6nFQbRMIAV0JHdZkTLeG29DIMIGjCS4phxXosYUD3bJ1i8YnxtXEAfky3/bYxMG5n/UwMTnJRfkYsg+pQD9d9LjKBcsSgfuKxd6CZgm+5bKcsJEds3HNdw2bHQS2Xe5Zdubdf/EeyNdC1047bOq+gE1FUlE2lYoi87M8Diq3uATqofOEjTVbTdXoyTawxEXj8PCIdu7arclJLi6tX2h4Gipsoq5qoQKJA7oUfIAkCd6CVs0i9VipyZ9atSo631+nCNATtlJmmSJCfoxj2hEF7W4zNFQwbwP7KTwOZMpjSoUiAnnMwzOiXC5Sor8hclk44jrQLtDfVJKiEE9PNcHUGqeSmL+E/AbrLyg7TUWhFhfAXneex5SSTC8VBZf9t7S03NHyilQ2x9RocVmu0PTmzWqNtjS3PKs6dTQ6PqTx8aYmxkaUYLyysky/BRWlNDY+jIY6/UtKchcJKn744QX9/u/9L/r+93+sk6cv6r33Pta1a3e4oL6jxeW2Wq1xbeLyfmZ2SecvXtOtm7PatmWXHiKguHHjFjGVOn78Y4IfP9BpAh/vvvOOXn35FTkAcGj/AS5dR9RslrpNEHYTgYDf/M3f0M994+tawQdcu3KRS93b2rVzk/bu3cSl6phazR5yJniOceE9ic0PcXHa4U5/SL74e4/gzWuvf5D/+eG7d+c0N79MEOcjnTx5Rrt37NKDhw5odLjU5597So88tF+HH9yjZiNpZGhM2wmubZieUkoFfqkiiPZTLrNP6OSpczp//rKqXiDrkEaGx1UULYIrB7Rl81Z5c/zVX/umdu/eoy984Uv6+td/XufOntd/8V/8A/BK/Z2/87e4lJ+Qfw13/uwZXb92nfaL+slLr7Fep1XHkE4RFC7R5ccnzunQA48Q4N4uYmrqyAEAABAASURBVKBaWF7TxMRGHTjwoIaQcWRkCAsSPqilxKSNT0xQP6xRguLLy0u6ffOW2lx8llFocmJK777zQfal/kVrx/tC3zSzvUcR6sKkgmLZLKCXVBZNbCewjSb+KaDVlfA7vXattaU1bdxQ6qEju7R925geRn8H9u3QeQLePXzvo48+qm9+6xv62te/qhdffEHbtm1F92/qzNmT+uDD95iTt3Xz1qLa+LDTp09zQX9WVwhur3Eo8AX33bt3NTExrcnJDSoaLbWaowRN76jXS9rEZfkXv/CEGqw3B5Dffhta+VdGE/I/lXvhwgWdB14mQI9L1tj0uJa4wF5YXCBI9aGaQw09fvQRTW+e0De+9Xl1WGuXLl/WMJewhw8f0c9/6zk9eHiPFJIiqdViUaaC9gmCHDPaf+CQCnhHlNjxafmf6PX/W/DIkQf1S7/0C/o6Nnvw4AGtLi3o6Scf1yMPH9FOgifjY2PauJHxsEaPHDmSf6m4AzvrEa1uEoAZwb8dPHgQXW3TIQImGzdt1B4C6U888YSmN0znX4K28N9TXDJfIABTIsNXv/o15nSRPXtNnn/7evvohD84SZC6w4tEo9HUpg2bVRYtbGNSjz/2lPbue0A9B8hTqQPwvHbjqq5du0zdmj73/DMSvmf7DgL3c3dYN3f0k5/+SKfOnoDXQg7obd++jf1qTWK9LGALXm81vtd7QF3THVhbK1mbm1k/K7p46YI6nG0cWB0bsz11adugJQJ/iwTXfMF8+/Zd3bp1G7+1zBy15KDBOIGEZz73jHbv2aEJ8u3uqvwX/d//3rexl+uMeZN27NzLNAU+YAM2M0J5hPwWlc1SDz/6MP5it8bHxxWBDXOOSKkg2GudLevNN97QpfOXkK2noZFJbd60QwuLq7o7M6/r12/gJyvW3bwOP/wgdvw8QZgrWpjtQquJ7KvotNS+vbaVHuNc0NzcbVV1R71qjbWMD15dxEZOanZulkDdbSXmZdOmTdjBJh184IBa7HFLrFXP09GjT+o3f/M3NTo+rqHWEHawg2DtFYLQ7yFfV7cILO3etVff/Plf0tJSWz/6wQ9kW7948bzeJjjtvacStsq6PX3uEvvAjF766Rs6e/6qJqe3aeuOHch/DTsexwdtUXuV1Y4fu3X9jrZu3qRhgu57d+1izU2qqnpZ1gJb9Yucz0Nd7+fMoecxsQ9NTk4wfmnj9Jiq9pJ2b9+i/bt36sDe/Wo0RmR7HxlqoZeVbM+PP/k0a61QB56B3a0xF5cuX8EmxzLP4eFh9DGETx1hH1pUt9NWJCFLV2UjlAqAcoNDdkSgz+usi5aGx2o99MhWfeFLj+o3f/tp9oYhfeHF5/TEo4f1xBMPa4r1v5Hx1fRptJLKIaG36/jHBd24eVdbtm3XansFO59Riz3VZ6GK+XvokYP4sC/rsccf1Je/8pwmCEZevnJWz37uqLr1mvyrwjq62rBpg3Zs345/O6252Xn2uFuam1vSz179GSeZSvv27dbnX3xeTz79pKamNqmFn7l++5p6EYyrApLKso2Otmt24Q721gFnGj1V2FmpyYlJgqKX6TulNfz5ndt39MEHH8j//+DDhw/LvnbLli3YzLDsL/fvP6ANGzbgX6+rQGebN08rsd+vYIs95J7aMK4g6l20xBoJ1tsi8m/Tjh3b5V+Kl0WpmkW8uryqibERlZxPxsda2rptmzZsntIHx+b01lsn9Cff/ras1566mpqeUJGSJtmDzp87i9zBXjyv1157XT/44U/wm3d49+gQUL2Tz/HXr9/Ucy+8qLmFFW2d3qsyjei994+xZgp881NaJPi+tLSqPeyjtr89e3cxnhtaxIdbtscffxy5l+ADz8lJDXG+fOaZZ6E/oy62u0og0XhFUeCvD7If79WtW3cUrI+lxWVNTEyo0SwIsM7piccfk8+eDzzwILaaNDU1JUVofHwyr7PW0IROHJ/jvHNSp85c1Dh2Pz45pWnmfXikxVqvgF7uUyupqkMoQ5PgjI6PUK6hswzJpOHhISX01CGgkOXjBdL+rGwmLa8tco6aR5sdJcqRsH111GgVKpuRoWAdRFGjp46CNZhYC3XUgq3KVkNN9ragTjxD8PKaLcuSfbMnr+E1gkUuR4QSclgG+0a/dw7q2+zB1luD90jjWP+LnMF8ph8ZGcm0nLbYi2ZnZ1VVNWOLbDOmZ7wK+xFPRNzjExG6/zEPly2j+wz4VxwUzbvZbMo4Pd4lXdfhfGI57H9cruDreTONiJTl6vHeUTbRQ7O5Xq7wRS3Gbn0VyFpxlum6izw2Z8x/kJq2y9ZBRCgi3JT7Vchl+m7LletfljEisqzuazzrQTzm4Xys65oqfHknr41G0VAZzE0H26kln5vM39CnU2dc590vA3wiIstj2hGRZbTuzMfydfHRlslgHNfnvnxZNuO6zfqNCPTTuDd3oNzj6X7Gd51T07ZsEZHHajoRcU+fpjfg5768XslzxnJUXSVAyM1ApSyzZRCPcf0O53GaT0oF9Evmp6A1APfrz5txXZHQZwKvwgYioI299fOhiDBKTlPG67e77wAywn1fibUEGdZVreDiqk6hKJIgIj9VVWnQ13mP3RDRnwuac7vbjOc+EaGUklIU+uSpwasoVpCGVyiXvd/WKMz4BT7LtJ03RAS4dAlwWes91ewdQpcVtD8Zm3n7PRJM8CPzNk2D7ntqdOViRGS8Qd68DIK+aRnP4HaD6wZzFNCAuyKVbspAFWlkiEgKxu1xeDzJekCnqQjGW2ebsT1Zb3TIdeZV23dSYfyIUEDH9ZaprmlQ+Itxh4gZqnAZG6h6vUxDPMbPuNBymqBRpKREG0pjdLXM2zyKVMjtEaGIkOsiQoOnYC4MEUFbv944fbqFJMYDf/G43hBBHQh9OWpRpJUR1FIUptG3gYhQgf+PJCEEchmHtqqfWt8Du/DlskJKvP9EF/ntM+gmKs2nj1uhg54iIoOga1s2D/vTokjyfUFKbpCyArEncvSD76dkDmU88UCvNpDNn4zXl9G86ZxJSZH/S3ynGh2gl263h+9dQ+0MXqIlxCumXG9/Z7kjQikKFUWJfA1ZEZ6fHndQpm9IkWR5IugvUJDBfd1moEoRAZ2UU/EM8CP6fSJIgQhS2j/7yXS8BtFJga1GhAJdRTCW+/hFUL8OpuGRua9hIFOEcfoyF9hQRBgVPTC5DNDFiFCYT2I8KKXHfWkN/xpeA8id7vty/aAYETnrOvM1OJ8r+YoIZfrRl58qT1XWT2JcCuWzUheelQFHXfEuXJO3RBmFvhGhovBYxFOLYh5Hl/cB86RSCeSCcTp1/z7gqaBVM56IoF9kPIU4L3WQxbaq/ERQSQ4yCvQRFGv6UqWIyOC8+aUiVOCjjaf1p4aHYb34r00i+rQi4lM47nsPaLmXhy5FZK2d5NRtufBv+TKe7dhpRCjA71lnnFHIZh263XnrzeC88QcQEYrog+s8foPx/jqIiL+m+l8ve0Rk+u5EVgl7NESEq/4KBLbrSstg2S1TRNAv3aPjNtcbIgLbKXJbhS57OPwu4+8xt873ONuJx2Mf7BUUs3/ugfdZWhFIAB3XGyIi83Z/8zOIx2VDBONg+Ma1vfbg5zMMKFmmCNpdWAf3763zdZ+Ss7TPun6/MIrbIiKfmQrs3XWGiD4d8zB9Q79/qRZnUY/NeK7z+bHLu+8Ap4hCTc6CTsVjGYxHNsvovvbfHo/7LHInbxplo5Tl8r2Rz15CBPdjeciyUcSflvdk7TF2Qxc/4/VtMM0iFSqBxBhcjgh0WkgQDCWVlq2ATrOhZtnAd3fzOogI8JL8WGabRsp9oMw8V8xxUSTs3PhVlqlRmldAM2R+ESE+iuS0D4m86RmgJPH+KfVkqPBRHkOv8nleanF/0uI9xDpyWtw3JymlPPaSOSQr0xrQTPBwe42MFTRrbMrtyn64m/cs69jzaZ322yHBJ6Ivp+vdngGd1nUvj8V0iwJNrOMNeBXIFhHoo/oUiP0mJSllmcIccrv5m0dKKeuOrgrjMcEtxm27bDH2++n2sN2BrBGBPCH3J8vIaqF0+W/VTNdg3AoduJ/H4XdE52vqanSSgYnNKWX36bEvG8f5iMg6bmIb5pMoFykphCazDdSfshXPU4kNmJ75GUwHdKWiUAmdAogkBeM0QDdlQ3ZnD5YK+bEQvuw0gYhQRCGR+mXWdcZt5QAbhwqheMZfFCUX7WMa4hKmxaWBF46VOGQ8jLvZbPHiPy4r13y6KNR8gkE1m00ZXF+hDEj2y0VSB9pdKpx2iNKv8RLdYcF5c0UF8uPUL+uGxOCsiAJlFBhoQfC00SzVYPAGMQ7zbmNYdpbuXzERFcbSYzE4iObJskMoUNwwl8cNLg09br+wL+EkrNyIUMm4Ao0Gh7JUJ2GnCqFhICLk/nYwHltZlveMz/RNwzQjjNegrebit53TlAr6NuTU6hBUDVU++HWV5wFmKY810Vpzqdehbxej6AFVdvRdDrRClhSlyqLJ/IwqIrEI21pZWSFd48DQUyoKNTF4y9loNGWZLW9SSXslLxj/eqjDnNXIm4oi40SEVglmesOp0aF4uhhxh0N0TfDQvEzH9Aw0I2OlDheQa1wkmW6bfAE9g+fF4Hnu4jz81+p3Z2e44Gq7q9xmqBXqcgB2/4rFMIS92eY6vKD7IsNz5LlaQzbXGXdlZQ2+3UwnItbl6OSx9TKtDpejK1xYgsdhogtd9x3waGKjtl1fcNmuh/OlavMePddPT0/ny8Xbd2d0Z2ZW/icil1fazIUEC3WZj4o5tN1V644gIpRSqMBeo0jZiViXFfr0YtbgAS8iwE2KCOa4zmOokNM2EpGwmRIoZJ03uWSyzt3WJbhUwbeuQxJ9oV3Rr8d8Os18oOl+xfpcQA5UDtWJBEgZQr5US6mWWCtiDNnJFsIeStoS9ZUgRWqcWm0C2C5XHICdFoxxcXEuX7K2CaIoEjaW0P0qspdcXM7pPBfvs3MzEvKuEXDtrYXYlzTLpZh/TTTM5eDE5BibVEPjY6PauGmSi/cxLgGTaq757s6u6NWfvak//MM/IQB2TKdOX9aZ0xd0+tRZDXEZPz+3yIUkNsWaXYH+rdtzev21N/Wnf/Jt3bx+m+DhDR0/dlxXLt5Qm/kbaY1o/559GqHvUKOla5dvsGH39HNff1aHDxFY2rJRjzxyRBX+ace2zVpduUNQ7YKWV28z53N66KFdOnJkrzZtHIdGEGydlP8fmh9++CGXr7cJWkzoAYIWiwQsLl+5ptPn7jCOUnfv3tEmAlS/+it/k6Dni3rwwYNcrN/S1NSIHn7kIS5Yj6rZHNYmLuGXiUrfnZnVIgH9VBTMQXAJu5jX5+LikrYTKPx7f+/v6eChQ/L/f9W2MTIyqhI7+cu//Ev92Z/9RHOzbf3ar/2yhlqFfvC9P9fLP/6RUpTQ6Gp2bpnAx6ze/+iUZuZW9cCRx/X2ex+paI7o9NnzOnHqjN5114/vAAAQAElEQVT/8IQOPHhEE5Mb0f9r+ujj41y6ryqKQkylav5zAHV25q78i77x0VE18Tu2w4WFJS7639eN67fwZT3mXjYt2TYNPey1widAAnuptEygZnWlp7pbanlhVW2CZYVNDr/exO8f2LtZLz6/X9/8+ueYo52anmgQU+vqZz97SdsI2DcaTb399nG9+eZb6Eq6duWK1lZXmIuN2kEQe2p6ox7nMvyrX30RvzmivQRfvkKw4gUu1/fsPcD8zaksm5oYn9bBA0e0dctO7dt7SA8+cETPPfeCvvWtv8Hl9zg2nZj7B3X4yAP6lV/9ZQKZv0i/hnbt2k2AZKuGCATYHyyvruqjD97X/PxsDmpu3bpZqVER4Hhan3vuGYIljxDIH9Nrb7yOPMP6u3/3b+sXvvU8Nj+k8dExPffs5/Uf//3/WEePPq7nn31B3/zm39CmjVu0AZ/08EMP65GHH9J/8O//ewTZbmh+5pa+y/y+9+7b2rZ9K/6py/qZUrNZ6uTJ40r4o6tXr+q73/1ODpCU2Ejfv23Uk088pS9+8UsE5h8jKHBbU9CXgqDeNb1P8GR2dk6r6HFubl5HDj+kF174PHRbWiboceDgIZ04cYL25TxO+55HH3lEe9DF1OQkdjfE3Hc1OjJOUPYGAbYLrIFZJfbOstlQh8v9ada6/wnql17+gc6fP0XA6Yxu3LiCH19Va6jM49m9ZyfBvhF99Vs/pwmCNDt2bENPJWuxhscw4xX+akhD+HD/0cOv/fov5/OBOBAX+OECe22xp/gS/BDr5c6duxoaSvIfAOwlYOL15sDxvgN7tYXg3Auff15f+dqXtHnbBu3eu0MPEdTcND2phx96QEefelwzMwu6fuOyRsYKjU+0tHHzpEYnRpB5WQ88cDDbx949u1Xhj3tsFOMEtFfwBceOvY/fOpl96KVLl3Xo4GFdvXyTuovqdQN7mNKVK5d1/OMT2rRpizZu2MbcjenMySt6mPleWljWzOxd9s9ldXtrkir00GQ+kpqNpJHRIU1OT+jgwX0aGm6i+47sKxaZK58P3nrrTb377jusyzcJUp/RxNSkrt24rgZnusR578bNW9jLKeZ2WXfxPT97/Q398KVX9e4HZ/KvA99+82OdOnNF4+Nb8HPg3F1W5V8uRENFc0TXrt/VrbuLzGuh+cW2fvLSG7p5e1EX8a8//slr8P1I27ezTjZtZb3sws5HtQN7PYjeHYhrYBcRwb7eYVzDrLWCNTemHsGYpaXFPF8HD+5h71jTN772RdbquJrsP5X3orrW4/jQQ/sPqubMMoTtW1ebN29RiU/F6LCRFnSHsk21CGB6z7ffniNYtgqPYJ3U7IOm5z1xfHREo8PYVaspn0FbQ5XWenc0t3SHvWBJ3/rFp/TIo1v00JEt+spXj2rb1jGVqa39+3bq6JOPoodV+DW1b5+DxRO6eP66vv/d1/TDH7yhc2evaGx8o8bxrVEOYVOL+uGPfog7XCEoP6HllbvMS6VHnjiohdW7mt4yqt/+W7+m3/jtX2Hu2+j6ulbWutqze5sW5nvatGFIt27O6BR74ssvv0SAbI5A3FvY0sfos6sO41td7OrRhzbrf/e//WX9H/6Tv4F/+VU9+eQD2rx5Qj639brS0089o+07d+uBBw7jg56Xf428i4D4li1bGcf+vK42sz8dOHCAAO4J1v9JjY6M4WvX9NrPXmPOSi0szOscwc1G2SCgt6A1zoY3b95QwWXUli2b5Pzu3bu1det2grmHZF/hX6hOjA0zns0qCbru37dd3/y5L2nTxmmNT23U3v2jrLFh7d13QEdYC89//gXye7Rj51a1WQu3Z2/plVd/mu1/eHRYO3ZtVdEq4ZmQudA066Ioa506fYz1eTDvOUP4hKNHj8rB4bIo0MNmcBt6+513WGNtjbFup9ivPR465L3rhReeJ61oG9fw0KhOnz6bg8iz+Mng/L558zbWndQoh7V71z48aRP8hvyHSJs3b9R2/Ms3fu7reuihIxKtXc6mk/jKBvvXzRu32Ydm0Velumpobr6Njm/qnfdOMp9rWsOX+Cy+3F7Vyuqy1nzWxpd3vI9iu6trHcZbaojzVCWpTSBwZu4O/nlV3nObrWEpFQwl8oWm9++UpFHOXDVnv2az6Wa1RpA5VaqAdq+tbt1VzWYc7MOJOSwYZwLsX4P+Cd6KWhGhgvU4MTGuCplKfK+w6JER+ErUVfLZwFCy1qnS4Ey+xtneuhgZGcl0nDYYW5v3Q58x7B+mpqYyvgOxPfQWETId7zsRYXKZvunU+APXdzFqpwMwv4hAx2uZVpcz6wDX6fLyohJjajTKTNtEe7z7rOb3jQ46bWd9JpA8jppz+Arz4csmv8OW+Io2PD0nS+yby8vLeTxFUZhU1oFlWeV84DG3Wq3Mx+0G042I3MdjM0RE7mcCltE8c8oYnZreoK/zgzrbtPOeV9NxP+szIlSkAj9Zq0yMM0oFtx1V/sPhSnDP/Nw308tntUrWq8dscJtTtxeMzTzcbvprjM314nEbSf54bIN+rnDeYFzTcnuDOXfqfgPdRPTH77nzOChmWUyjX45s36blvgbnDZifKt6XeL3GABkZ7wgpijw+9x/wjgj5Hc51/f7CDsoMEUkRkcHtEeFEKRW5rtezbnrI1KMu3ZPF/CMi46T06Xop5Ccicp9BuyhHkVQ2h9RIDbGsMj3rx/oVT4G+PW6nwVjEnUDNgbzCFj/NMxQR9+hHRKZFQn0tFJLLpj2Airk2DUNECEQ+TtV/qKvhlxhPROQ2961Y7/06ZX6BTzCNTA+a7pzztfkq83Wdwf1SUag/nsg0I0K5fp2PafVYhzXjjITei4Z65Ku6zrRISJUfutJXmY7r3WBa1l+H9e60i00YTBdpQIEOa0A8EUH/gmr0VZFkvYrHsqWcJuMoVPXqbDem4/H1dSFFFEqsKyGjeFKKzKPfXuU81ffSiIBnUoR59MEyiyfik3JEUoFdSAV9C1qliFD/CVkGy+JxO831kST0m4pCliN4329k/5aoZu3jAyCiSBlbNf8hIfTJsS9UnDPJ5caa8cpjsmHmGtE17gHaop+U5wV6iT0gFYVsr4aIoAPtPmcB2cD16SciPqG3nqdCCqlvPbrvoZJSuNEpshXkk5Iq5s0243l2XtRHHmTC93fZp7t5v6iwzwKbsr6dH0CP/bZmbZt2BN+A1p88PpRsHVs3EaHEHJtGpKQIl9dT8gU6MESEBk/uC40BvxpdJ/RaZjqRaUQE+oQDeBEBD0bmdvLiqak3mIZToSHzMdCMDqrcX0FLxu1rMCKUIjH/hRL0KGrwRIQi+jCoc9qnr9ym+x7Xf8JfQuJM27pQfvryOxsR8EsZavI1vGlFxkr+o3ApdP8TEeJDVU1qgDrj8DoymIfHes+2jIkeK94JalKK9Asn/ZRsjT0r0Au6qqFVk/bpWC4Q3H6vrsg6ygT4sq4KzkCpMN6ndUrzX/sxD+vHYISIfl/nB2Acw/3lQX6Qut0wKH82LZLlT7nauhnwK7A9jw8lW2DV2PuATkT09UKv++uMH9Fvc71hQC8iwP70x+2ucWqIiE/RdZ3bI8JJhojIOBH9NGELRZE+VZcR178i+nim5fEZ3BQR2Z4i+rZhOQ3iiej3qcj7zqnHPtXj8rHL3V6H87Np2XYanDsK9OR+He6dnZq+04g+jYjI68lnHLe5L2aS5YW8cplMSkkFfs90DVRlP9Pfd7oZLyJcnftG9PPub7l8NnTeMg1zp2Ewss+Lri+RNeDhvOvNIyLwaR35vGk8y1cwHvc1nRT2h1XGsfyWpcI/hkL+4zqnNeUK2zBN0zbdId6R3B+h87l3bn4+p6btc/0w78dinfkcXVmf1i9nc9MxjnVhffr+YY13UOtf+DjTjzDXEDOOFM4niVy73eG9cUX2v41Gk/VXyvimKR7TDNKKNd7jrG2o4SvkCMZQk9as6w7yLHPvYn24nOBXorcSXbg/JOT6iFCm+Zk0FUmRQn2/VDH3PZlXD75d7iVr+CToGWr49Xo9cKpM03UePwuOui79enI+Qc/1EUFZMp71WxTwynrpcY7sAP0+A5oRkXFTMl7fDj2Hbd6PeujAMoKi/lPnpMEe3+SdzuC5jIgsRw85DRVzTRX6TWo0kkpstigK5K3ze05nfR2YRwdd5jHjG8tGwftsiz4NdBPykzn2sy5mHeQMX+Zj/Yix18YBUlHk8eR6cCLiU7QG9TRlWhXzapk95g5yeZ1UzHmRCjXKdTlC8r7cx+miw07ua50l8KwDQ0Rffz362yd00YfpOTWPyvNarAtoASoUZaIZgYmuFUpFycVbMyvCCh5hofqltUVwsdFooMxSTn2J0KTOOC5bAKcDyO1Mkhl74fufmLLCxWOcFm1O3d+0Swbb4RBmACUPMCKQp1DRKHNq/FSw4JmsLsbqAQXKTwU4vHgHadDebDayjLXEZUJHbRRbMb5QUiqK3FaAn1JSBEpDMR2MzfrwBEWExCfrhkVv+T2OGsVWONgG/ZJxJPVp9Ok4X67TNR33MQ2PG/aKKDI+3fLH+B6TdVCgd/cxfo/DmRTgFoqIDClF1r0vXUcc7C0T4yiZqyEND42piKZUNwQWaYH+AkPp5UtZO88lAsIeR8Wcm2+BHizrgL9lcDlSkh/LbIM0uOx247qfX2AHc9Zjzjy2LofKYKElwDgRgfyJfaTWWntFyytLstOam5vV2upaDuyuENwdyGTaESEB7u/58ea2DM4Slw3LK8ta4cKtyxw0mk35sqTEHj3H1rP7pFSoYkH5En9lZTU7hcR4LLv1a9oe39jEpEbGJ7Aiqc38dtF3j8Vih7qwsICcy+iuglaVN4V5NgfL6nZDD1tpDbW45JyUf8FbYT+zs7O6fv06cFtLXBLjvwTZzKNCCyJXgyeeiEA3BeIUzJP1HRmDgu494IAgy+sxRESWp2L+arxNRFJivBGRu9R1rW4eQ1uW0fPWQwDXu0+Xth5QgecOEfTjU2AHgW35jxJqS4GzFmlEKKE7EsTqO3nno0jYXUPNFsC6LCgn8OjibrSVmuBScmR0BHstKIPfLHM6wgVmSIyjh12uaoHgy8zMDIHINSXst4whiUDZcGNczbIfZPGmOjYxxmXkNJedU1yubtZ2LkenCVyUrIEh/JNtsUug4e6deV0h8BBRauPGKdlvbd60RYsEGx0cmZ2ZU6qTHiBYsnvXTp0/f0ntdpcAyCN6+sln9ODBB/XcM8/oCy98Ud/8xre0e9de5Gjq/fc/0PzcnB556DByt/XmG2/qnbff1l9+//tamF/QLAHQmsva8dEh7ds3oSee2Kup6QYX5tv1uWef1Je/9HkdfeIIl9KH9eCDhxnDFi5KD2t2fk4z6OAiwZGpDS1t3LKFAMMiAau7XD5PYkt3tLiwpqJo5aDK+bNX9a9+788Jrt6Vx9K1LbBIatZgl0vzbqeX7XWFSz3D+fNX9ZMfv6T/5Y//MTetGQAAEABJREFURN/7/l/o1u27tHf0p3/6bX3/+z/R3dlF5CVgMTbEeN5Cx5t09OizWm1LP375mH72xsf68ONLeuvdY7pNcOh3//m/1Otvf6i33j+m197+QCfPXlCVal53a/35X/yFfvLK61ogEB22J+xsrbPGWlrSEvrvsmaCyfd69y+YlEpC4KFIhRL4KQosw+sh5GXSw3a72GuvywoPqduuCaCuaW2xpyUukLvLtTBdLvvgQVDW89BZXdTzzz2uZ44+yAX/gn78o+9LdRtfsyj/IvRDgsI379xRry6QaUUFvMfGJ7V12w41uZjaML2RNT2lO9jJMuN49NEn9Nu/9Vv5Iv32zbvI9f+j7D+jLUuu9EDs+yLOueZ579L7rKqsyvIFjwLQ3UB3oz2HFMkWjTQciqKW1khcWiP90PzUGv2XtIZLsySO2GqaNmx2wzQaQAGoQqG8zXLp86U37+Xz5rpz9H1x383MQqPJUeTdN+JE7Nh7x44dO+LEfu9lkB1swnbWaha6xD6rgMUt6bQh3Y3hsALfj508gf/6f/e/xXOfeQZPPXUSxx86Ilk6ol/F9ZvX0TfQh5u3bqCjw/rU9AS+8atfx0PHj8nWdumiflw2PiwZBmSzq/CfXWwXTexXMO8h2V5ZthTI+gi7FFzqU3DLP7jxox+/jGqlX/Y+jiuXr2BYvu3A/gMaW4nh/hwri9dw9uNTGB8bxtee/yK+8pUvaDyHZGN3MDMzqWXbSUHbubkp/O7v/rYCoZ9NQdOvfe2r+MY3fhXLCgCEkOOaAv7Xrl3HDzTPf/EX35JOt3D8+EOwP9+Wr11S8PHN117HumzqwvnLGusNBdiHMCq+y8tLWmfNpKM8ZpqTEvaV6+vrOPXBKdy6cQv+za6JiQn4z8w+/OgJaAC4fO0yhtV/amYc81fPY6OxigkFJc+f/0R6v4YspwIlc5ia2IVjCvT/1u/9F/jggw9gH+4/wxwY0FcfABlhu4shaNwL8pMNXL8xr76jCPIh2rKR6cv7zO7du2UbG/js557FEwqKnjz5GCYmxtDR/jY6OoIL81c1d23k9Ry37l5TYHUYC8pffPEnWF5fhi/Hf/bqz7B33yR2753C1Mwo/hf/5d/H//Kf/AMcOrwPo+PDePyJx1LA2sGOLe1r1UoumZpodbYxf/k8qrWIL33p83AAu6G1PDYylPxAs1EoiDaHqcm9GBvdg6IziIG+aYyNzOIf/P1/gOe//DxKtvHTn/4kBeD9gxlROrglu9uQru/cuS3fq/UUIDuspUDTmXPncOHCJTitr29gYHAQ/k3pqH382tVrSW/W54ULFzA8PCQ7rmFjfUv2sKDgXgOj03tx9eYKPj59GX/x7R/j+q1VLK+W2GxVcPnWJgr59NfeegftIqDRofbLAdnFFK5fX8e168uYv3IL587fkF1fw+ZWqeDQNs6euYClu8vJT7Za2zh/9iM938L4+DhI0dD+73JF+z/lZ7IQtAZyxEBcuXJJ+hjWHljA555B7R1bOkNsKwCSxYBlBYCPHTmCz3/2Ga3nBu7cugX/n5bttgLP0tX6xiqa8luf/eyzuHL5YgrqTSi419CGvq0XOO+nUjzECpTSOjqH+iUFLJJdtNS3rcvYuemIX//1PcjCCj764A2N8SP09ZfoGywRM2B4tE96viufvICm1vjq+ipu3rqL+YurWJf+3nljCbvnjuPjTy7L57SxcGcN3/7WD+QndmsdDarfdVy7cUmB6CvYtWcKt5auoxVb4PYt2fWUeA0ixorGGDE+Nod6tQ+LdzbxrW//lfQ6LT8zhqh1PTE+jWqWY/fsJKYnhvDI8RncuLqK6cl++bkrWpeLWuO3MTpSw0B/wGB/Ba+98h5yXVT31QdRURB6amoGn3z4sfbGtlUjvQStwfVkO/39A2i3S9kdJccU9u89oL1tUL5uWnWl2jpYW93A5avXcV3np5e1h0BzfP78BfHWmW+zCSLi2WefwuzMBLLYwdraIg4f2YP9+6ZRqXY0p3ewpTOi/eijjz2GTMGqs2fP48LFeXR0Vjrw0CGwGrB7/x48/0tflk22cPPORew9MIVjxw5rPgqsLC+i3dmS/d3Biy/+lWy0hhA0w4xp7ffrPHNL62dtbV3BzEXMKHjc1HuF/YZtsa5ziH3OqXffw5mPP8HQwBCWFpfQp2Bqo9HEoJ6hkSxo/4mhLnk7mNXaKToV+fP9muuD0s80Wu1t1OpV2e8mFhbvIEZKTx2tvWGMjIxiY2MLs7N7Ue8bTmsQDAqiUoH7gKbWV8lMe/AG0jlPfan2LfmQXGulUqmKXpR9t0S/gY7ODzOad//QTEXt27rI8Jg6Ou6pCX4HqGittWTP9p8V+Sn7ghBj6tvUy3OpzTqvZBYDTiEEZSX8j1Kfn43T0bndz5ROQwxot9uA21W2r1nX+wmUcvFQhrxSQVP6tT+q6TKmUP8YIzL5aY+lsIBCLLX+BwYG0NfXjyWdJW9pPas60bcMQfIYSKKjgbkfyaQH15tm0Sng5GfTs2zOXecxt/TO536GHo7LxnF/yxSDzy/URVRbfArlLZBBZSkTAXlWQUMHq7XVda2REpuaR/O13B6P6UaND0qmbb2bPkk4d53BYzC4XOpdpxB0Ohqp7DwTD9JyBM2/CO18PB7Tdz/nmXRY7OiPJEgmTLdF+X3zM/jZuXGdG4kk7N+i+ESNK4JanVCpBGwL6p9pHCThfgYokQRJlQDTtX1anpbm2GBbM7jO8lpG66NarcL6cUf3c73BZctEEjFmcDKdHj+ZBdzfeCTdnPi6j+vc1qMTAhB1+V0qmtrRBVghWwsMiFpLhWzGMpmuwT8o6twESXbtzMxA8ctRah52VKuy50V6AUAS5jsyMoIhndEACj+il9xm6D07L6TP3tyarmW3zOSObmW3rgt6zkNEFM08EFK81l8BkomH6RqgVMheTOuejAUkp+nB3QTFPSCJKFshmWSPO/MKpQd1QjC1kyoJzItUHTMEASD6krUjwE4yTrCsei4kDMlEA0qlnk1fRcnW1aHHaTtwP5JuSuC+biOZ+kv9n+oDpaIswSwkKPVs2vZHpd5cIE25f1vnO0hOr7sQ4j0aUHI71Gbo8YNSCEHrW1Q0LomMUoHWQmux0LOaQQYYJ0pvCNC+U8D/TK+QjRmnW/YYmeYq4aKbSILsgvFcSxIuG3rPJNOcuc78yO5zkkMDtlyl51lzX1g+CdsbRzcvRNPUBBoTYgAFmday5WEAop6jdBiUB60V5yTVQePSt9gAgQgCy1HoXNTpRDBU0hhCCKLh9qBnA6T5jkCCEWDUV1Cu/iSFQ/RsnarTi7saracSnk/zwE4iu/ikcgmiV1KolFqNZ4Bq4GQDUV5IF2IOm0ApnagKZECMkhcZqHIp3MJzKhFtMzHEJFNv7EE47pegLOGrE4LwWEmXNEbVF4X125O7ACkcAXZSjFF8471+ru7KrP56oKBH0/WmV8h+qAE4sOp2oWgOywTdcuEs0XRfoIvl/oa29l/TwU6idEx+Gkeiix5AEqYRQkxl/Fwi7/f7uaa/hm/ehsRbevFcBdzvn+pFhCRI7vANUAHljozubzCuwWUokRRaECR09UdKHqvBDyEE1TOB+5VaGKX8vnN1N8rPQQH/YIH5FIX38m5fksIrBUXi58dSCuuBGsQD8L4StW7oiv8M9Pqal8tGJ7s9Sz247kFQ1ac+ZBfXlT08lx8E1/uZZLI5KLnu53laT0E4atb4ujpz2XgkNTb6UfZhyVLx3hfJRDvKrskuHn5BInmPjpsth8E8es/OHwTuPIRAycXUX9/4+URS7V25Tc/rF0oel+WKIegJcJt5GkhRUrWyRLeUty7lIDo6EziQ4nrvD96HTCMR0Jf79kCPia/5uM70QwyJHkk339MZyaQn+7kgeQxQch/LazANg6oTrvkGjd3P29vb8Lut8S1TTUHNmu6lje/3obbOVsYzHZ+tvAZIJvlc12g00jm1V1/JK+msZR5QMo7PVM5NU6NAFgNiCMh1LgjK3e73bON4HFAyX9O2bE29I7hfDEHj7qT3BmuhpnN+n2StVSvwu5N5mofpeDzu19Ee4jngzng1HTo7aw3KdxOE+RcqF9slonx2nlVR0XtDnkcYvO5MF/KTHd0/dnSWK+RzSq354P4CQknr1vUd4dgXBPEjmfy5BFbetXHjlDu4zknhMGjbE6iP+RSS2WB7Keyj5eDsP0yzK2+RdO756NGTBMkOzb+QbBILFD3jk/LyOzwz6dxz7Nz0SuEaTOdBMD3vTSRdlN7LdE41z450ACnS/bpQgiRMs6q56OovT3XGtW0YSslgYjGGrm4jEw6Uem0+33VtclNjbEp1fscrEYK0LR4xxsTHOUn17H7cvwemkcrdptTXtt3rQ6pfgh2EnYxUvebZfa2LjubS423p3sY26vko1S6hUw/jGafd7ugM10n6cR3JxNMyd3nKbtWvI70Z1zQ9RtMMJdUoxRQ74HOE6xgisjzXS2wOK7YHVq4nkFKIcaH+UDJRE3Te1sbsssFl123o5XhdF3h+wTX4t14TffGw0H6RFxmsKsi2pgvFTV04WAkG15t/VS9S5t2FquQKCDIyEMpdDqrLEGVkIUY4mW5LA2/IkZin6XWVCEQtsii8ECNIQutQE14oF4b00Zbxbytgt7m9gRADevImByWn2mxuo6H2hmRtaxLIiBgzWFaSgA5fZUEZL2C+hQ7VREAlrwmqyLMcxtF6Vh4QQy5H0oeqgtKB8V4/KJFECCEBlCQeLG9T40oTq8mIzJHHmmhV1DcTVgRpOmUyDs+D58RzXZEuq3K2HlPgjg1IEMvZmw8HFpu6ODAN8y7KAiDujc91Hmtf30CSO4SY2up9fRgaGUZffz9MvyM9NhpbugzZRowUbj05Off1nFblRG1XUPLcutxbMJl05AuGoLE35Ow9VrdnmmPL6vqoQz5kB20tGEOQHAwav8YFCwykBaIMIKUfKovIpeeh4VFE2WBbNmJZh4eH0S+5LReUYoxJVsvTll1bBkOQPB5nKXr+6XLbSin9GKDUViBLjFCp5qjVK+JlvRGZXjwy0XR/ksK0rQGFJrPjS0bZCFDqI1CrBAXEi4Jen1KTb3xNl+aZQulCoQq3GQrRa/snaSWH1A8iwKnbVoif55KIIcBjJE0DuuRuodg5TJZpPDtyoJtK8XZJ6Ih5hkotg8dXrVVAUptboRzIKznGFXTwb3Xt27cvratNXeIFzb9YIq0h8WEEBgb6dDk7ikFd3PtiYXp2F8bHJ9FXHwIkd1trqyZ7HRgcgPMoPi1tys3Wlua1hY211ZT7N1gOHtyDvXsdDMt0EVmi0PpbWd7UZdUmLl68BP/Z3tWV5cTrxKOPKlD0GD77mc/h8OEjyj+DX/mVr+PZZ57D6NA4HnvkJE4qgJaHKoaHRjA1octard3jR4/jd377t/CZZz+L1nYLeYhYU4A912C27OdW1rF/zyBIbNAAABAASURBVB584+ufwdHDe1AWDeFtoiN/saQA5pQCus9/+St45KFHxPeoAqPH0dc3ghgH8Mor7+PM2YvI83488shTGB2e0QX+Et588z289dYpLC6sYmhwHG+/9QEuX76O/j5dMkqGDV/GtaT7kuJX6oKrhY7mP4FsqqmL/235qu98569w48ZNXXS38O1vfwf/4U+/g+985w1dlLdgXY+PDShY/D5iyPHN3/hd3FpYw7//k+9j/totLG+UuugvsdUq8e/+5FtYV9BMJos8Fpic7td8D+Pk4w9jUcHkC5fnsSF+Egdt2UxLttSWHPbFzMRJ69U/BFJ2qDVRBaVDqo6h20YXQMm0AzZDzSVMUARCWdX7dA3QC3qpQGafDk1V8RioB/zub38Gvyd4/kvH8dUvP41HTxxGrUIFJZYUhFiQfiJmdu/BY08+hENHdwHie/qTcwpUnMXpT87KVxZat6ItPusKFG3q0nNLPn5FF58OrJLUhf0qFhZWZFdN2dRF+M9B1mrye/IfywoWvvPOW7h06SKqWv+Fgp7TCgDu2jWFoaEKrl6bhy+Es0hdhi9j9+5pPK/A5vPPfwEHDu1X8GMGIQZU5Z87RYHtxiYcXOnrqyugsCr5mtjeWkOtGvB3/+7v4eiRgwpkHsPv/73fx9e++nUUzBXQW8K+Awcxt1drTzp96acv4YUXXsR//A9/gf1792N8bERB20PSzVG8+tqLGBispSBSoaDuRwq2/vAHf4WXf/aSxnUD77/7Lv7Vv/rXCnjdABnwmoKkQxrnY4+dlCwd2ekJLK+syJ6+reDPJRw+cAAjgyN45omn0d5qaX4j5ucvYnhkSGvwIra3N7W2q1I70a+ghA+ZDdnKjRvX5QeGMDI8iKmJcQwPD2ld1LGmwNLK6jKGVF9V0HK7sYF+yfulr3wOTz/zBLI8YnZmCs8+/QUc3HMUDhKePXta62Mea/INDm4UCt7FUJE9AVG6lYOFtmqMjQ3iG7/6FdGuSt9tPPvcEdGuqy2gI7u9Jrv3nlStVhRYWU60FxYUgG038dFHnyiIu4jtFjE2NY6N7WXs2juFVqeBA4d3Y8++PWhJn3O7ZvGNX/ua1seA1sdxTE2P4ur1S9i3fw4zs1NajzfQkD+rVDIMyhfWNO/9A3WMjAr/seMICogeOLBXLwiUfwUaCuy3m23UK/24fuWO/NBX8fnP/bL6juKA5jb5Q50LrMOjR47iV3/113Dy5BOaqxIlgsY8LT+yjKmpOdlQP7KsirnZWT3PYP/+g1piAZcuXZZ9L2JYF7321ZVqhitXLqeA5NraGjraX15+5U20ixxvv3tGdgz8wR98C2fPXcb8pZvyUVO4dHkJl64sYGFJAdDLC7i72sQN+ZO25mL+ym3cvbsGhhoefuQx2V8/tAXLLoZ0pgJGRqa0dgY1TRm89q5dv4aPZZfbzXX4ByFcdtCyoTPBxsYatnYgzzK0dWCuK1BU1Zw1tG5v3bqNsYl++c+34d+a9G+2Oli/pYDq7Zu38cnHH+LMJx9gfLRf/HNcvvgJMgXpSgWz++oVTE+N4sb1KziidVar15DnOSCfEbXH9cl++/rrWs8V2RWkh3Vsy5Z9wN6QT24q4H1w7yT+1u99HUP9Y/IXFRw5/AwOHjiOn770Mr7/Vz9GyErpocDLr7wqPUSsrq4pGLaNgQHZpNa4hoYDBybwxpufaG+4g+9+7w288/YZ7Nl7SGepAc1hBZbjmAKBNcl7fv48RiaGsbq5gtiX4bt/+V1cu34TYMTFS1e1nyyi3j+IodEhDA6NKFC6CzevLWJ5YR23b9yV/jo4/fFZ7VlbknUv/sX/4e/gtddfxss/+whvvvEypiYG8fBD+/HEyaPY0NrsrxMffvAJljyf8j192rcH+4fw5qtv4drVG5q307iq3H++tqL9039R4OKFq5LjLi5cuIxXX31N9riEU+9/pH2po3nvQ4xV2RZlj/vBkKFarePK5WuymWVcOD8vH97CE4+fkB+zLAcxqrVyST7Gwdfp6QlMjwXMTvVJh7nWco4/+bNv4fSZS/KjW9jYKrBwdx0vv/IGzl86jzI0kdfbaGMF/fIvTz/1OOwPH3n4KCbHh5Fpuh2w3dregud1WzZ34+atJMvC3btY0XogLWMN7773PvKsgjyvIISI4cFhVPIqjh87hrnpWY0rQ63Sh48UYK321fDQQw9hWwHiqck5zbtk035TrfZrP17WHrOGai3HsPxgvV7H9PQ0tn2OVpAThPzbFbUNJx1bp0ePPqy9ZEpreQz+AbMgObxO250CmfdHnaGS7cqvNbRGVmRnPs9tah+PWjd5xXZUTxcyaxvrqNXq8J/O8jh8nhweHtHabCATrqEogIr6NEWr1PtQ0JoIIcCpUGNZdjRe+SyVO17cJbRsIuRg5MfKVI5ZxObWFvye4XcZkKBodHRoLVAiipe3/LySI9N50/VV+ceK1rfHQlJ+akF8ol7YW1hZWdUeuQ7L1JOFMaBSraAiWS1butSRzCTR40eqDIkm3ZBUdRdijPdoB8kFMD273rrzOF3vvCWf63G63vrJ8yqqesdwuZC/dL16S6815JbH7z0CkQRJnVVL1IRv2razhuzM9Arpz33Npy47wAPJ9QZXUfrPZKzGK8XP/Uii1+56ktoH2nDZfR5sM1/zc537ut2QxcyZ5CtSP7cbXEky6YPs6sv9DKZTaM4buuArNZfBc0kg13xXskzz38G27K6tdyqSqMo2M9VDiSQCQ5LzQZ0at5AuSGqv6KT2Xp3H47LlcrDbucfjepcNPXvp0XA7lPzsdoPLRdkdZ5SskMyF7Lgo2/AlGPWsLiCZwOUHgezWm47rzd85ECRzibbO6IXe1QHCyXciG3pn8Dhleq5KUOrBOkwPva8SoOZVE5rmoiM6pRaHoa13pJZs2nzdF0q98cUAnZVLcSwlQ1stpQAgCSfjG6RaeOymC3TbyCh2RCG+hRHUley2uU/QmiAJksJTI+4nslt/v6ZbsrzUPhFjrj5MlablQlfHRPqn/j36bjOOZeiB9UN2+fbqfh6vTCIV4tNxE8j7+KYXsoBcPtb8Sr9fyE6D1pGHCqUsy2G7sS7Jbt8y6byULjvSSwHPp2UxPfczWIeFdNaR7+1onjp6UTJeKXmMZ3oJbGNyiUX64atOomlangffIRhXYkj+EtaFgaSrUh3JNKZUsfNFMuFiJ1HjIQmw1OiK1E8PAKL6amUmmZB4FxK+kNwGy13oWYjCIyhdhTwgOo9EpnKeR0T5yEzjiK43BOGKH0l3FRSwnqExWgJo7js6Axq64yuEU3Z5qAvJbjkEMApM0zmZeJGEk3VkKCWj6RhIIqifgeyWSeWCaMjUVx8okUx8unMClaMgQEoCpANJtDO3BTx/KMOnaEOJpL5LWE+l+ujh0x8Td30J0eY9sKzljtypr/EgtqpL87+TJzz1VVP6UN/dum4lySQTlExHmXiUcFAVGojrTK9U2f38bFbqdq+f6w3dvlT/vw5uEwllomQCKgFEL7m/oUu/K5vbXNcDPz8IJEFSVV184yVZNXZKZ24huYOj0YivcQzqlOp7ZecPQq+9l5PUeE2rVD8IuLMOumUokfS3wLy8TgqVDd0xf4q+fAAgGslnqESvozLZQVt7migA6PZV4YGP+OuJJEiq9Is/Pfs1zx4GydQnKI+MmuPQa/qfnJteD8zDHa1zz5vBdV7PJNNYjGucHlAF262yex+SSZcP4pJMshrJ9abt/MFnl9UxZf7qydHDc10PenW9/F69Cq4zqAj6S3bi7BcBSXiMJNP4PFfuG2KEx23wc5KlLEAyAZRU7JYJLQX7fu8ppfp1/QLJRNs0oNSj47zH02VDTx+kiO3guq4HJEX3vkwkpaoyQQ/Hsnd05012cTOdn0imc7DPuMbLsjyde32+8j6W53mSUYT0kS0K3+fiXhuUfHZut9ootHfpEZnout3jIrtyJN4613ksfufur/fp3amudx3v6WWSwWfYrgxZohG9R0jPfm+v69xruj4jmpbpZGqzj6boOi+lf/c3dHS+6eg86bJEQIiSQ/uJ63rylpKXCJD7kOyAXklQaN8NzKRLQ1ef5tsbs2ey2WrofaGBtnQZNB21WkVn9Era9z1vQZVR/My3tG2V0HkK2s40H2JWSF7L4XFYZwkH95PbDe7f02OMUTJFWJYepsfmcpenbYp6lB8S/VJn0NID2vEpJO/NX6Y5Nl3vwZY1BEDNqd2ymK7fm1wmqTailyx3a+e9pa1Yz7becVu6i3IfgEnGnq4sM5Q8Ts9tS/26eBBekL5iyoP01R0D4dx8jet5sh6kOIQI8B5eUL8I4+KB5H7lgzag+S+lf8M9NBISE730YBtJkCE1ud68LXtT71XNNMYOgnDizlyYP0nZT3EPrB+PMfW3LOJv/N56ch8zMF4wks56MJRizNAdmDsYGCKww6Ajw2nKqFc3NnVhWKR61zV0YeXF65c/K8yKbkrRDS3IbR3w/dxrj1qYA7ocqGgxeYK39LJlRW8o0LCqQKrlMTAwKTgTftwZbDcPqndbgAdCWmFdePDZgzOYlhVoKKQIEAgxgKIPJSvKL1+WweXSCKr3x8ovpMBEQ+OBDDnqMJblMRlqoQ1fKpHiSwFUJyg8GRCViBCiZI2qZIIQ7FTy9OIIJevEP9nun2613pIMmohA04doFqJZChMp9xiM4zyB9bvdgv8fyLKsAKyj1aYcQwftdoGOnItlJ8UfgOeqLYMkmRysF2DQfEtYkOzyUPu2Lmu2dCHosbudJFpyNEJCiBpPeu6kS8625PW8+6VwXS+FvhjZ3NwU/3ZyrJATaMlZQSL0+HXEQ+LAc5tXKvC5xH/iCqJrW9nc3MLy8oouRTbS5c2m6DkQTvEOMSa9GDfEqLE24Xb/34Vbm9viW6AElbcTFJrzEKPqgIZsEZSzJSGxJUJAs9WGdW89JXnyHBSOwfIODAxgaGhIzrUmZ1HR5WUdwwokRNH0/IkISA1OHJoapx1SR7qqVDMMj4xgbm5al2BjuuwbwsBAPdGpVPI0dvOLMUNPx9YVdKWXPHUoAZElCbILrtBwNE+UDkpBIa6qVTuUTAcgfOgvNMBS9gkly5rJ4XbbVaEPSVBz36sjVSlq1kNH81PIsBMv1ZEE2QXjd+lF2VAm6G6eK5qvDfmFGEPS0czMDHbt2pX6LS8vi0qBmZlJTIyP6TJ/JOH0Sx+TkxMwZNaJLskKBl3KLqcx9PUNIISoi+VN9S8VWByBBo10eS5f0ZTvKLXR1NQvaj5c3txcU8DjJqqVSrK/7nhaGOjv08XriPQeJdccdu+aw9z0DKZmplHtV9vUBPYe2Afb3/ylKwoGjAJl1OVuS0Gkm7pwnsPi7SXUq3146vFndPE+gYVbC5gan9J0EVvrm1hZXkXQ+p/SmHK9MPZXBtCvS+C+ShWzE7MK5N3F+TPnsXfXPlzSJXJHa/XOrVXcvbOJ4QF3qCDqAAAQAElEQVTpa24fKlkdN682cPnCAs59clWBidsKnH6sS/efiv4WiAxLi6uSq0AWcsnbkj3IVtTStSVKbiSgJjDKzwXNXV7JIFemQ04H62sd3LixhAvnlhQY+0D1RK4X1hgy7N6zH2OjE3jyyafx3e+9hG//5atY2yq727hIN6XvJV3Cjk70YXJmFHOzA9h3YBbTMxOIsa1gynmc+vAD3LyzhLbEKmJArosyhijvqQpAOgJqWRVFowNf1HU6bfmqpua4k8B+ChoPSQT1o+wUiBoTBco7AYpPIpREWxtjJUo+7R8nT+zDnt1RgaUj+J3f+iwOHZrA8tIVXL92XoeqBp77zOcUQJhCUea6MG6go8PDr37j6zhx4tEUEFxZWdMF+QrW/JtRuri/eWcRI2MTyPM6llX34xd/ij/64z/BX33/BbQUnH7++a/h4YdPYO/evbLhSRRFW0GNuvxFv9ZFhoXFmxpzCx988I6CBdd1ib+sC/yf4PS5D1Pd9OyE8AJ+8zd+TTR2paDO/PylNOZC66+Q/x4eHNJ8rWNyYlJ+bkOXcU3Jvo7B/qpyybq2iH/3b/4A//3/43/Av/nDP8TlK/P41ve+jZ++8orgZ4jVCg4ePIznnvscnnz8WXz1+a9i1+xuzXmJzfVlZFmBL3z+GdxZuCbflGFbgdv9+/dofczCh14pGT/5yY9x6tQHOHPmLHyZOzU5rb6baGlP/J///u/jxCMP60L/CqKm5+ihw7hx/Touz89rbDn6BuvqU8PTTz2FotPErrkZHD50UIGUW9hWUHVldRmLiwu4IrnHRofVroDB9jrWN1bk+zewnf6Kwbp86QBKHZ4vX72E5ZW7sFwXLp/TWr+DffsO4eixE/jRCz/Ayz/7Kfz/HS+vLClgckftt+EfHri7uI5Mlz+Vai55KijRQhrrwd2o1gIOHtqtYOcwPvv5J/DMsyewvr6OSl6VzpewsHAbWZbBvoGByCtVjE/ukl0MS3bgwuU13L5zN+m0r69P9Cp45MRD8J8SHRwexPO/JJ3vncOefTMYGx/E1WsXFdj5EOfPn1Vg8KLoZNJ9TfYDyf6J9tVtnDt/RnZ7CbduXZWeN/HDH/4VvA6qlZpoTAHat25cua51UKS+16S/lvzh8tIS5s+fl2+6Cf9fxB47mWNK8u6eO4iL56+i7OR68ZEv7UQ0FJg988lFrKxuya9uYd/e/Xjk4UfhtQBG+CANAjEGHDlyBBcUZL1y/bZcYwUXr9zEBx9fwjvvn8aNW0uo1ftRtHOE2I9qfVhzF/DhRxdw9uJ13LizgtvLa9J6hqnZPdLflGj3pSDf1Wu3sbXdQQxV9a1gbW0TleogRrT2mu02qvIfY+OjcOC5r68q3R7B3/v7fxf79+3DyMgQapVMsm8iMAiY9vP9+/ajX/vHyPCoZDijddPGqgItDz10HGurK/jSFz+Dd996C49pnjb9J+eX7sqXjeDRR2YxMhgxUCtR19o4fvQgpGRcvzqv80QDc7sm0Ww3UNX51VDXfFci0ScZxkcGMTk2ItMsQBJRNhPV9vnPP4qZmV0IYVA2+orm/QKuX7uJidHdWFlqa219iKWlZczNjqMq2xrUvri92RZfKEA+qL1mGA3pZ0H7xMcfLWL37gNYW29pP5vEyPCYxjmkfeWcbNZ6q8lXF9BdpYKp68i1/isKzlV0YdzU2X239HJX419XAKsAUNWcfXLmHNo6KywrKHja+9OevTh8cC9u3NzAwwr27Z6bkv94Gv/oH/0afvM3v6m1ENCvdbS5saRyKblncOv6Aq7fXMQ5BdOzvE+UM2xubGNgYBSPPfoUVpbX8dqrb2gcbemxxE9fehXf/c73sKB94vCh41r3+/DUU89pvKPyd9tYXFjWemtqnBto6Sw7MTmLm7KxV189pf5VnHr/A+zZM4vRkQHkGTA2PAwND0vLDdUfwOOPHpNtDIrGFs6fO5fm44MPTuPc2XlcvHALf/Tv/1K+fh279+zGQ48exW/9zq+ibyBDHkqMjY5i99xu6aaOJ59+JtEeUBD97bfflZ1ua8w58koFr732Gs6cPau5W8Lrr7+JFenvypVreOvNd9BqdpDLf6zI5ldX1mVzq5iQD2/qvD47Mye9DGDx7lKiNyAf7zP09evX5JtqsuV1+YgruLt0B/5t8o8//ggff/IR/Oe8d+/eLb+/lWx5eGgYtVofpqamEWOus8IVgBkY7UsIBs2BAla2gUy2CKdAIAbRaMBno4rGVZMtR110uPnq1euA9tW+vkGtmY7015JfKrWucsm1JbfTkS4hKNHWOqhobWZZBW3tVVF5tTaA9Y1G4h1jRKfThsecxyqgs1FjuwnqUjqTvD6/dDRpmc6mUefgkZFRrZEIp1qtjgBiS2fKQjiGhsbiC5OW3jetL5/b16Rz8/Fe5D2zUsnlOzKAhcZZprXa1L6zrbM5JA9ChH+IsimaFE/obNHWOYnKg3UDqIoac0cgGihBQsAE69oX8ECKMWrsGpOQzL/T6Uivxo2iE3YwTa+QLjrpOddckJQ4EVXprwQkUwUQ/44OaYV4hhBUqyrlftfzO06mfh6n5828jGP+zvM8T/hu97mBpOhnoP6JXJKl18d0SMLJtHq5283LzyRBdiHEkMquD5KnyzMmmn4OIVM5okeXDOjWh1RnHqZNSg/SjzJkMWh95MLLpJdSOgPIoLyE5Y8hSv6YnqFkvcYYEUJI8+Kyx9x7BmVeOjNZT7aN3jjMt/dse0myKDAqbFgOkVbOBKlN51vzcn/3Je+3lfKRMhV3Sfhkty1V6Mv4Ek/ytTU2y0qEeF8XnmcoJRpaY6XWQ0fvaR2tHc+R5y6YQMIp4TJJPeGeHkgiQCBitDyyY+uLDNJXV5+laPu3xy0PlErjiow+fpJ8Hem8lUCUYT73IYIMwmOiF7VGQvA8QPiaGxGznrCTXCa7lEmCpEiKofB2ULp1Ow/GN+w87owrJBySKQ/SgWU3noE7yExky9THc2Rwu/ENLvfAXVwmu71dNpBMPFx2/8RHc0B63FHdggDIKxEkVWbKTZ/slt3XEKQXIUifZYJOu0SMvX5IddBsAZTM3WeZl/TYgefavEmmNeJ+BQq0ZZulBlqUKst3WkbzMriMB9KDdSQRpDeSIHlPDuOoJrW5PaiNVI0gBMKJDCAjqNzTlmplQzAIwTRKSPmSL8sCMutG55pSz6XkjFH9M0IkEFQOausGxYEQ1KbnPI/ydRWNNSBE1xMkAXUqpSPzhRJJ6a2QvswPCcc0Yp6B4m2RSslCqi+Uumj38EsRMqgl9SWZcj+D/hY36dfy9egE4ZgHSeiT+Le1JjutUnNV6BmibyhV1rPceJlshiaoNtfb76dHJCK4n5I8kktsQf8TE1ovyt32ILjXg8+2kVI6dr2BFAX1dbkUTecGkkmOB+sCIW4FHFgN1DwIBymVfw3X1e5rcFmjTTguk0RPP1BKMhUq7MwDKd56dF9STFUmCVL1krEQqCo9k916kq7qwk67H8hufeKhOYggJPk9/ubhth50tJ+09Y7gerLbFyk9WE4V6Ysk9NHYPIBSdQaozvUUn25ueoX9q2Qrk/4L9dnRW6qXhuS/AaoQBVTfCDIA6I673Olb6g60FI0yPUOJ6Omzl+OBRBIkE47bodTt25VVjUkWz2kWtPdKQ0L51Ifkp55/0UMh3Zluj4dx/GwgiRgj/saksZhDDCHJ4j49cB+SEpMuJii0N/fgQTwhpf4kVWTCdbtxnRtIpjbLSd7XbULWl3EeBFX9Jz89XLJL17x6NuQx+xxjCDvtZBfvPtHuPJTyf51C5+M0t7aP4p6cPVlJdrupS4+vc1f2cvMkmXyL94WeLMYhec8Ofp6m+xssv9eByySTDCTluzrpXbjUOvVZqV6vo6L3FkPUWbJHD0qWQVmaC5cpR2uaBtN3m+tNx7nIC7dIMvtc1dJdWqYzaJ949Asy2U5V757Gd39DCNQdEVFqE/TdUrWS644lT3L6XL26uqr3je0kc6G9r09n4zwGEIDH5nvBYseOVAVStDQH7U5Ld/sNbCtm0Wm0hdtJNNs6G3Vahd4hGthc20JTbY1GC64PIeiMloOSqSNe240tNNxfsnnuKxpLTfJ7HIm314r0aLmh5DplWnmEdSWm4lnsQCfpxe0Gy9zQPaXn1mVStZRB6B2FAUmOELprzXRJdufJ/D1PMahDVweFbU1jLuxTJI/pqQVB4zEY8X4dtIapNiZdQcltpdeueJBUTffjosG0rA/HbJwb12Da1ovBZZJpjB3pxWAcUwrSZ4xBfLsQQhD/kPgbx7iWoa1+7XZTc9GU6j69btyHZOpDEqbrvgb3dZ0hysY8P5UsF40yQQ/XuXGC5OlBDBH2mR5joXlOsuzoIppWliVZe/x7/IzX1h7jM3VbtuJ649i2a4o9WCfmFwoR07TeE9xIBgviTha+o83Dly0tbW4dGbM7G8xk20YiRsY1QTCAUQcfQSaDjMqxU1ft60e9fwCmb7rMIphHXbCV9ybGbRYyzyvI3N84gdANlUxHpxh9d/mk76RA07IsvXxbl4pNRZ6tAEOpPoy0GALlpGpKXQy04CCh+1p+H2IZrOpSi6KjiW5JLypr0jc313UAbiY5AyOymCNmFUSNLzBLwhQ6YLV18dPRobqjckf6sqPxQmroAqAtPVk2XwA4d6cYozIiio516jG4j3PIoQFMshSipanSeFUj+QnIMUVdig6gv39IchHb2w1sbwk0fi9coSDECPMI0XwgvCI5q+0HcNxuG+hooRZQSfQti+s9HyRRq9R1cVPXgbiOKOPNNT82pCi67teWcUJ9C41xS8HPDQVctjY3UO7Yi+fUOjbfTbVb5wwBpWiLI8zHB2apDW31KSR8WwvO9tkrJz0qINraqc9kH6bZarZh9iFEyVlLtFxPUjaUIWqRqBIDwyN6rqJEAM1bjM3DuvLcNBUgsWxbumi0nKYRhOdxJXlJkYlpPvwMpSj7jNIBST2h2yZHp2mTQ8zR11/HwOCALtLGE9RqFZTSc1AACEpRLwj1voou0SRnDsSc4lGCsnnLmIBUHwM0f6WggBNJqEGfUrnadbgrpEDLZvux7np4pYxHn9TXZfWEHvTp0jKewW3ODSQRGEAygXURNdYEkts5IL4aT72vhpHxEUzPziiYNKyLtw3Mz1/GWV3UXrt6TRtGBkaky0PrG0rVSh+arQ62pPdtrVcH8Ld12daRv/EYSuVESHYetT5UlA3WBHU4aDE+PoFMtmh6q7K3ywqALemCcnhoEMeOHsL+/btx9Mg+BXIegzdGBxq2Nxu4c+umNs6GLp1LbInv3dUlNJS/9/4pvPDCTyTzBbz3zkfST9T6GsQXPvsFvKGL4LOnz2GgOgDqprq93cbk+CQy/VtXoG3+3DzGRybx8LGHMDc9i8dPPInONsFWBWhluHD2mgKkN/HNX/8dBTSu4GcvvYmPP7iIU++cQV91BGdOsUhysQAAEABJREFUX8K/+8Nv49r8GhyQrWV13L6xjCuXF/Haq+dx7vwyfvbTj/DSi2/i/NlbGk+GjvxSRQGiUutFRoBCB5pCfqIim9QHERBeLjtUSZu3pg4VvZRCduK7xcCotRBT3XajwMBAny54l/GDH76C/+7/+n/DSy+9ghjbGJ8aRdQhzLbptd5oFijQxK49Uzh2/CAGh2qaxy0s6TB09doCbt9e1bwERPl2TSHa2oAy2UtGogqgP8sx0t8P6OJge2sdPsh4zZeSRpYMmZRKXV9PrZMYRStBVFNADBE+1BS6zJ2dGsZnn3kYzz2zB59/7jD+1//sd7Brdw3vvPsjBSxOI8/b2NxaBdVnYHBMtvAcpqemZfdtXL58EX/53W/he9/5Ll7+6avw/y9Z1SUuYkTMq6jV+yR7ifMX5xFirr1rEKfPXsC8gu37DhyC7e/OnQU0Fcit1yt47OQjuHDhrHTThn9renNjFe32FlZX72JxaQGvv/G6Lt9PS5/DqNYpXxoxMFiXv2ugWsswP39B09iBfRBBXJ2/hmtXb+CN197GmU/O4rzWUkP+vb+vriDDEqp5qeDbKbTaEevry/jWd17C9374HQxN9GFwbAj+PyxREnfvruD3fu/v4G//7b+N8dGZRHNNgf8+rdkzp0+lgF2tnukCfx7T0+MePpYVsLxy5TJGhgfx6KMnFDQ+qnm9id27dqdxn3zscfW7qXnOsaW98Yuf/zz279uDk489ipYurze3N7C2uYaskqMjmzx9+hO88cZrCjwsYnJqXOPuR58u8us6MDYVwG0If3CwH2+98xqWl2+jLBqSw76pjdldM6j11QU1ZHkGyJZPvf0eWtsl6oPDOPn4Sbz33rtYvLug4MicdBk1v01cuXIJ/YN1rfUtfO5zT2D//r0gO2g0N+U/KrLbOkZGB1HKf128dBGz8l0ff/wJsmqptlrqV+/vw8bmKkJGUIuqob1ncW0Dt6XTThnRpyDVravLeOH7P8GHH36M05+cRk11mdZlVTo9/vBRDCng853vfQdra6vSRQt3Fm8rOPKhxlOVHDVNUSmfOYSqAqX79u7B66+/gffefUc2B9lGSzIDdQUpWnoxWFFQalM2sKm9dWX5rvb+PiwvLmoptaWPbVxSIPX82XO4oLytM0eMVa2BQezdewR5Nqi5XxDcRlNreEi6C8k+liAh0KfA2oLGNTAwjEMHj0iHwM0bt1OAK5QVBaVvpz8pfuPWXQwMT+HoQycxOjGlcQyiWh/EV3/plxXonRWtTOvvQ+yVPZRZFVvaky4peNhUvri0LHtcxYQC8guLSwpULynYdUHrpEiwfHdVQZwSmc5Wa9Lz+sYGShAdbV7XJYv5DI6M4Yknn0JNL1uLGnuus0ip9qqed+/Zk/z6tnxhlucYHhmRvY1pvC0sLy+jo/PJrZt3FDAbwchIHe+8844C/5exf88YPvvsI/hbv/PLOLR/AsN9wMZqAx9rTh8/+bBsYBnXr1/Gls4ube1XG+sbaOsssrGyjFL2VJN/q8o2K3ku2TPZboQTEfDCj97H9atLGBoexzPPPqnA/QHxn8C7b3+I1cWm6ABvKRi3KZozMzPyUU/ipAJ8E+NjaLc2pMdpPHTsoGRY09x18P77Z0BWkVVryZauzd/A3Mw+TE7M4er1W/JR52XjLQAR1y5dVTlia4uauzVclC+rK8gsM8bKyqbaSvz27/w2vvkb38TjWkdSo9bNFRzYvx8zUwP4wfdfwOnTZxBDFXMKgrfb1DyV0sUNWN5qnkPC4K33TmP+8k0sLG3ggw/O4rU33kG1OoBL4n/xwmU4CDqswPYZBWsreR379h7Crl37NAdj8il7cU320ZJNbmtfHR2dwLQCjkCG+Su38NOfvYu/+N4r+MM/fgffe+GuZB7GwYMPw2fwXbt24TPPPSfZ5nD54rJ85k28+MLLOH1mHh99dAYDA4NoaZ9syx6ol9f33vsQP/7R6xpPn3TSkk9bwsb6luzgPQVoz+HUex/gw/c/VntV9Ou4evUWDirYe+vOXVQqlaSL23duY2VlBX0D/fIdpeZ1GNPTM9i9ex8++5kvaNx9WFxcxqrW6oYCyv5hlmqeq76K4cER3Lm9qPU5Lz9RUwD6us5E6/jgw/cwt2tK+8Mnmqer6OuvaP2XWiuLWnfXEAIRtQeuKXhoOSYmJkTjPAqtqXa7lK8q8OOfvIrVtU1kskOvl5jlcKDWZ0HPUavVgs9V7XYbMQTJUwM61HtNR7rYwob24hAiYqzAlxCmW8klB6O6l1qHAW6LMSBEqBwSvUItNZ1rC+l4Q4H6QfnMIEMqi7b8VgVV+bVSBwFVITAgiHf3udQarmFAZ4FcZ3TXVfIc1L+m3mV67xcxZlq/TZDUOBspb2rtZeqTC994pHoJovduAUl0dJliHJKAPlDK5MMrlVz7Qj8YidKyUHSlE/uQbKdvoTOVbcZ1XejIH0pv6kOWWgNN1OtV6W0DUHAYYhAlZyl/SgY4dTQ3jWZbNgKEGGHdm67P5Zaz9+wxGN+yOjc/ki4mcP2G/KD7up/xrUM3kpRcRaLtfhD/soTqStlGobltS9aOyiW29c7nPj0aLpOUfMLVeE3fdaZj2cyjV+eywW0GoEz9uryKxL+jfd5t7mO7dA7JQwaQlExFAvMgmWzBY7M8FE4IEVHnrBLCFbRlM4VyCLcp2zUvkokXHkjmiRKoaH1WdJ6wftxsOw+aX5IiQVclmUkKvUSh97S8ErVeAhxcodZY0Py6TylmPR342Z1L9QrCcdltpk/Sj4mu+/jB43Z7R+fejtZEKT7Y6RtlB6T4iz5JzUuBju4MKlojJJOcPTrmS3brev0AAgJ1RwgRTqWceVRdEG7coU8GNd0HUv1CAKlcLeZhsIw+v3Z0IWm79vowHUB4mjvAfQJCyBJIzWmsUCKp7+6HZKr32Ls1+raQAmOR3XbV6mMqynY+lmOnmDLPRRYoCcpE88F2kglHjffaSEo2yxjQG39b6xlKatK3tC85Sp3zCl0UBOkhMILckSmJw/SckPVlXTC4X1v1JUIwvirU5k8p3ZBM9eEBeuqBBxNJPVI0gqBLw/iqhHVlOTuaP5LorQUQIO8/u77XpyyTsPfG7mcDlB7MTVNV9/BIJpqUXkFJuUOHJPQRqukSQe1RY83zDFQZO8m0C+kPLCETQ8xKyQswAth5R8vli623LI8I7hsA6twcs6CxtiRLoXrVETCdEh2tigJODAEhRuHdn3PzTG2kZCSi2qP8N2NAuqtTPR5Ixjc8UCWeZXo0ain5S41bHHbqXRJ/ItF3W0c+27pryX468okd+TRDYV/UgdarpNZ8tVvt5E8L4YQd2aFEElT+N37EXypEFFYQrvuS3R4kQXbhwXrLZT7OKcKRIenCOHpMY3Gbyz8PpHsA/ja4D+kS7vX7+b4//4ydRBJkF6zVHh5JBAF+LpGEbTeGkPp9urlLh6SqRc16UUlCSTAkfLK7PkvpmNK/qMDyG6BkPSpTl1J2U6Tcz10of+65W9v7LmULiRHEW2/s1q/bSCbeLru9lFwud3PZinBF2VWJvuuNUsoflLpXKUWOCOgmdrP0rQb1vVdUgWTiRXZzVd37mO69h52CZTSYx05VykiKo3iaBf7m9Ito9upIJt2SXZ17DZgX/jOJJDz3RDeRTGPyHJHdcrflF38br+s3mGw6rXGtc9dDyfIZVExz7NxtZFdOt5F0dWovZSfp4T/zRTLJSTJh2g/7fOzcNM3DDS4bXCa7uGQ3d53bSu3vIQIhWibboRyFJsltJBMf0NgA2S247R7syGyepGmUaSzWfw+MSzL1J3s5hCdeANzXuB5Db+7cx/UEhVegV+8669xr02WSotD9uI91SDLRhJLp9vq6XU2I8unuq+ZEe319Hau6/3N7X1+fzvw5mjpv+vxjPtA6297a0vtsS9LoqSyQyZf7ztEQAtPZflPv1wbf9Xss9VoNeQyQarVllDrLthNYHvMiuSNnqfF12yxvKfrdHGqPsi3tZ1qjKqHQ+9Lm5lbiV2qeQgggCUmVxmLa3b5lei7lf7TY1Wwehfh0Ur06pH6Z7DULERlDwnHfB2mIhWTuCNqJZ1PvLh2dDc1bHQC9l6o7nGx/LZ0Zi3ROYfdMq3Ot5yuKD0mjCbzYC3T0jmVaLd1fd7QvdWmqWR+S8Nis50zzFWNIz1CyjAYVNQZJISF7fUnu4ImHZGNQu+YPOylIX1GyGFx2tXlb9kTT3SRm0JxGTZxzkuJDqbFMeuhof23pTG9dtDVenz9LzZnQTO5TQBI9Gqbvfs6h1ONfyXJUsizRV/W9nOzyjSEke7MtxizCyfu7Zbbs1rdpltKD2x4E12lIoMbjsmU2uGw8ktDgoHdeo7lMPRNORjKQTHWFGPhw0WNs5jZ2E7QAlKAhzxHyStouTNGKJgkRAEKAcap60fGLL/TyGfXiqcY06FJKhJIHaqOpyHg8+YWcVFO3/m0d9EvJEKUsaEAgYJnaMrimjKjURLuN4mM8kUqfEANiHmHlmW6MESAlo3sALkPJ8pbBdUUyzkJ8o4ygrsvePNdLRIxCpSAii5WUR730hRABBgACXaxS5SAZVJEW3NbWNpZ1ab2mS0GXfQFjp2P9eax1Xdb39w8ikyFE8XBf69PtzkuNWR+EkCHLKrp4qKcLz8y8GeVgItp6WW/q4qGji4OWdOF+phOi2qUv0wWZ5HGbwfJ5Lg0NLez1rU20Czll4aW+GgNJzQ0EpfgHZLqAsJxQMs1MtD1P1HxU8goGFCiXCuGfGo8MuuTtRwyZLozqGBgYQKVSSbSs60zlXBefUTQIwqlHc2hoSJcUuuRRZWqXLNaD5e4eagu1AGRACBFZXkWMmfjUUJXjrVQroPqEGFPekF62dfkZpWPvWQ5qW78k1T9ogPpIKNf1FhTpNh/sC11GtHRhsi3YUrmd9Gi9kURVY/DYPTbLgwB0ZDuW1Q6ylKXZUYRAjT/D0vKKLsdWZbttXQ61EGIHNQVVsrxEq7MlK26rrQX3zSuyO/XTg/RGQZkASiRBUiV9tEFoGUiuQtC5B0kGG49QXPYasiylNgZKEaVeElxv3RoAggwIoQtk95kknEh+qq0UX+u9XxdhmeYxzyuI0rn/n0H/ls2iLh994RzlxGu6dPJFzpo2XK9/913TJeONW3d06SidLK5g6e4ythTobMnBlpJvXRfLy9LX1ua2dFdDXRfHRbMjHQCWu16rY2NjU4GnLb3UNFHqILu91cLqyrYueTfR31fDoQP74ACJtCd9N0W/g0Kb2C0FwC5duY4V9d9qNmDftine67qI9CXo6dPncf3abZw/f1kwryDIOvbvOYiZqTm0ttpYvLWIG5dvoNAliH9zZ3piBgf27cfczLQuShcwO7VL67KDd958H++9eQYfvX8Fr/3sDK7N38a//8M/wb/9t9/SRe8FXdR/gmtXbuLP/sOf46+++5Iu75sYHqhrDUtdev0AABAASURBVOkif3kDL/3oZV2yf6DnAiw9vyUa2x2NTXMEKNBbRaFgtMxMGzlQka/rUyAn1wtsAEHZTyH7l2GpP5KO2s1SZhqRxZrwq6hVqojC6+vLFNhYxZ//+U/w0YdnMThU14X3DPbs2SXcAJFDpRrR31/Bw4/M4qGHD2FUwQj/+cMsp8Y+hfGxQfmBHBXxN80YAybGhzElyBU4VdgItQhMTwxjSz7Hc9vRy2ulQtSqhEzPooKEhqRFGQqVd8DORfVRsipDnkHjaGHX9Ci+8pXH8b//r/+xAmbHsXdqAgP1EhOj/dizexpDg/0KMkzqwroJBz5v3Lwp2Y/LNvan3ziynV68cBeLC4tp7azLRnfpgv7r3/gGnn7mGV2YD+Ku5uLG7QVcvHRTwdItrOsgtryyqov4OwChw0EL8wrMzs9fRCZ7f/jhh/Hcc88gXQppTqZmJ3H4+BH8yje+jt/43d/CP/ov/wFm5iZ1CV/D8sqCfMJt/OTFH4rPogLtF7Apu7ypgM/8/FUdUDfx5OPP4OC+wxhX8H52ZhaZdLC+tiK8dTz1+OP4B7//OxgcrCsYsk+ytNFQMPO1t97ChnRckvKn/fi3/+aP8d3v/BUWFpZhO79w4SL8wwVXr86jU7R0mf8JVlYXcOXqRVy/cRkDordnzwwKzdsXv/QFfPUrX5GcSwpAX8YlBR4/+vAjzXNAp7mFhTu3cEtwV8G9P/i3f6C53cLm9hZu37mD6dlZTCh4va3nI0cO4cyZj3HxwnmtjwaWhe9A+tBwPx597IT4L+LW7euSZ1tzsaV1d1f+MUPwgU4W4f+DMOusQaYClKVwb6FTttDXV8WJEw9jz97duLNwC/MKSm9urck3bKZ1PzQ0KN/dxNLSovKGbKyD6Zkp+Y1NnFPgsa01cvvWAs5o3c/N7sXw8DAonpNTDsRNYlt77KjsanhiDEsKkGvBwP9/IXQZtHvXBD7/+aN4SPM7PDgiWWO3v2zXa6ihQPGpD95HTf7qyLHj6reooOuHOHrkGA4fPozHn3gSY2MT8J8wtRzev0r5qGPCvXDxEi5cvCouVUxN7dJ8N0SnDyOSb9++vQreP4YZjWN8dAR79+6VXQTZz3msLC1heGhYtrOKxlYHeT6AO7fXsLi4hnptGCMj4xgdHUPUGcdB842NNSws3JU+F6SzLfmmT/DiSz/FB6c+kj0F1CrDePONjxR0vIUoWm+/dx4//NEruHLlDtY22liSz51XMOzD02cl72XN+2KCm/Kzde39dQVXMq2DgqVmEZicnJEfGdS8DWCgfxDbOicNDgyhWqkDoOa+EM1lZHmmwFkHp8/Oy2bbWsPAufNXcPb8Jfz7P/lj2csyRkZGsK2g8eDwEBAD7iwuaM5bGs8CqtozVtIe0gAQ4HPTqVOnlJfJRh49cRzTk9ZHH0JswX+2dv+eUfzyV5/B8SNzWluzmJ0eRFQAfnV5G9sbW1hbWdO0S0adKQb00ljTPhO1/9mftXTBFuTEos4jctfwPkVGXL+yin/5L/8DXn75Tezee0Bj28TePYfREo2v/dKz+PKXvognn3havGYxNz2JMx+/j0H548bWEqanNC6sYGwiKuD5VXzjV49iz579OHT4KBbv3sXN29ekozbarYDvfu8FtDoBK+sNvK1AbUQFWp6yiZu4eqUpXQ0ghIgNtdeq/eoDnD13GT968UX8xz//Pi5fuYIDB/bINobx1ltv4nOfeQYfvDuPHys4+d57H2NxaRuvvPYehoen4cBtDBXMan3v3rNXvqbAR59cxicOYn5yAU3JM6Sg6K0bi8hiHcNDAzh29GEMD48iMJc9z8Bn2pm5Wc3jOs6cvYRLlxdkN+u4fPUq1teXpL9SPrGN9z+cx+VrK5J/BINDVcn6V/jgg/Oy51XcvLmAaqVP6/ginnrqKPbtnsVQ/xCWJat1TGbYtXtOvnZILiNAcVUMDIwgz6poNoLWxZLsr0TkAOZm9mB8dBbLCgg3WsA1yf7m2x/gwqVrstcRHDv2EE6ePAn7/vfeO4XJyWlE2eiqApxDCvBfvnoTebUuHWeoKDgyOTGNQwcOYU30/ENilSyHzzdDQ8PYv2+//M0ZHD58SLjEpUvn8MorP0Fd827fc/vOdY2/Kb594ntMvCaFV0Wp81uz0ZDs2/Bv75aa78g+rC51tJ7G05qPWRuZ9sstrevNzXXJE+AXdMYArykCoqO1WAA6amm9lSADSvnUvr46trc30w9x5HmQ72kLp4lS/izPcwTZt7Zs+VCmtex3wE6rhbb6ZLpUr1UznYtayCKRa59qNrZSH5LIskycIX6dBKZlngRRSpBSY6vLT4p4wjVtt2dZlN+ryRe14TrrsKlzm8/sJFHVOjct069Wq4lfRefRXOB647ktrwQIHV6Xrq9UclQkb19/TXqvoaq+1Vo15R4rKbmkE+Om/ll+Ty7XWRbnbnPZ/psMcF0IEdDar8geSgRA4AB3yANaRVPj7UDqgc+jekjlQILC9Kc77gz1el17+yCmp6dhmVxPdrE8rrYuJVxnnfg5aH6g5Ge3eayuLwrxU5vr3EYyzQHZpRVj7MrNrh2Yjuka3Me5wWWSSYem47os1x4duv1jzBFFyzrJ5AcTHc0tESR/VeMLQEkERki1iQ6U3Me0DaZpX2rZ1YS23lUYovbhJhrysYWoQDIwdGU3j4QnXbTkU92vUqmIX57ouz1KJpL3xkx2+5pXR5dQ7i/1IKieLPVYJHC7CmJHmE7v2XmvH3aS23eKiW+v3fUxatyi6zNhzMy7hP/18Hu5ZSfdDulHGFKSebk9MsAQlBtICgcIISLGTGMr9GzZXRdUH9xtBzyvSOOI0oXnJ2jABpIgRUtnno7OU9A6hsqF3mVL8SeC+hmIX5SMY0htmtuU73zdry+Repue+LnZbR6v8wdBinEzgvDyGBAFIaTeIJkghJhyI5pGT9ckhR8ThBAgLUoPEK5K3pR3iJOEE6lxl27zE4R3vz7ZgfZ+Whdsg/KBVLNBPdIcF7Jty06aTqH+EG8msMiFfJrhHo5oWC4DlFxvm+/J73qSagHof9JnR+94VE6aR9cmoOS+Pw+qvmcDvTbXFRr7PTmSDrp0SLoZpHWViuovOxKOm7zGu7X+LjTmlloKSP2QMSq3XZWq7wjB9ZSPjMirudqAKCXk8nnG7138QjtHKduKMSCoPUQoB0iCIYCqN1j+nszWj8skhSsc4akDeolU3x1wnfs+CIXsrlTDg3X3y2rQx/R7fCB9u4+q0yfhai478kU9nB4+SY1Tg8Cnk/v0asju3Pm5RCnRJS+IgKhvtanO9NzH4DKUgsZpIIXjMQiKnblUc1cXO22kaApcfw8IzWep+Sm6VeqvKoSfwzNPQxfpF3xLH64lCTK4mMByuh/peqa6B7/c5mfnBpdJQh8XBaXg5z+qk5wP1rpvKf3rWIMASt9BZ4yIKF9m/UDJOMpAmj7TmL22ejK6vVcmadQHdGP9GMRbLaZpUDF9SCa6fiAJ+0ewi2u6hsK+QPdQElN0AwDhwfo3lKr7NKgJJGE+3is9FrIrt+kZSCYc7CTXlZp/UUz0dqq7mcXxEAwud2t/4Td3anu5HwsJbiCZeJJ09X8SjO/1YCTblHuQ/nbNfSCZaHqsBpJJfvc3GLPcmXPrwfuTc7KL5zaDcQ3GNx2Dy26jCztz4uLfBCSTLCST7k3DACXbi8fT0Tu4ZivJqOp7H5L3yubZe0gySX5q2kvNT0fnLdNI9T0k5STR4wWlUn1669llt5FdHn5+EEzL4Dp1TbK57DoDybQeoNTRmcZ1vdxln1ENHqP7mVcP1CXpJD0z3Ct7DlKd/JBx3Nc0Dabps5/PqHmew+tzSwHTTQVE3adP78cxBBQKlnlEmcoxULRlvRq3aSUaWsP9eu/o0z1xULv5GCyr9x/TzvXuUMkiajprcqevZTBeCCGNO5YZPC7TlCoQYncc4mY04WQ6E1bkNzLdmxZ6F2xDW5Hk6fYPomNE87RsvrN22XxIpn5ep0HlUmvdfMyP5AO0I6KeCZFO66lECFHvZn3aF7Mkn2n3xmYaJCUDEHUuNBQKkDZbDZ3nOgmfpOjH1N+68NowhCRviY7wW3qxLTUY15FMvs9ymz6UXB9jEI0geZj4WXa3Fzo3dzRHLb3H9fq4DUpStXYmORMKAkABlHrtpGndB9e3tXZMx2WSCIGJr/mHEBBiBJVDyTjGNZRaNwaKF4k09lICGABVAGlcltn41qPB7aYL4eRR7yLKcS+VMC0/lpoz6wjdEYmWdLezn7fb3XfSHl3zcB/TJcVbn9IVAre1pTPPYVt6M3+j7KhGGDufjgygJcJtMWkrb+rlxOByZ2eBurMJekL7tGDySiUJ5kXU0Iu+J8XQ3mHocnOzlS4V1lc3wRBlHLkGKQl3+JJUneq1YEoptaXAYBdaol3cA5JSBVLyQGt6+a5Uq5qgAGrSovrnlVwvyRU4t/GR6qNJEUOEGGC5DTHGxJMBib6l8YLPhRNEy3JAiYxahDXE4MVg3BJtBVISWE8yHuvDLACKlts7evHXjYyezcf1MeaImuyo3JctWZaLrpyQOvYWrukYrGsD1T8Xnl/0vZBlYRJA06obDb9wNhUM7UjPmZxMraYLAV0GeMwhhLQYPQcG04SSZYlyTIW02LAhEPCLp+tJinyZIOHLqCE9hCzC7YaNjY10We5Amf+MYEcvt/19uqSTnJbPjtVykJQeCpBEJn6SGJBMeaWSLitcZx6WzS/AHr8DcXcWdUG7tp5kl7jqElJ/jyldfij4U9XlSYzduRADMAaUktObksfkS4uSIb14W0cebyZnH4UXBKZl/kHykNQQA1w2uN6Q9C29u67U/HhMrvMzyTRvMUbpCt2kuqbWih1blgVd2A0I+iV7lK00cXdpURcjGWZmBzE9O4xdu0cxt3scE7rMLfUC6590tD6sJ/PTLMBjcxm9JDm6RYIIggjo2/0SaH2WWr/uQzKNiQGAXgZLvbwkmqJhXONgJ5GiJ+iNrZe7WejOPgUedyWvIDDq8n0TDlB7E11f28DS3RU0FNyv9VURZTe2YeubEqRPdqJlo3kp0tpo66GdfExTz7ooaWwrb6f+m5vbCoyu6nJwHRsKLskPSgYPBrrcr8FrgqLZbLTRaZXYWNvCxjoUcCh0kb6Od9/5CB9/9DGKjoPWRL2aY2JiQHMyhDyvJxv+6KMPcfrjT3Dn1m1d1q9jYmwSI0OjOLD3IH7tG7+pwCkxf/6qLraHtIlXcPniPH7yox+jmtUwNjKBh3U5PDk+hZHhETQaBV55+QxuXtuAg4Qvv/w6/KcP6/kgBmpDmFagcdf0XOo7VI8YH+sDdVW5ubmGxTsr2FJwed/cqIKDYzi4eyKNqaZL4oP7d+HwwSkMDWSSL0dfNSKUQcFTImgN+2AxNJBjRMHP2SkFSYYHoaWAAel/UkHMusadqYJSYNQcd/Ri7t94mpudQq7tAdImAAAQAElEQVTNu9Am3NQabkiP9XrEwGCuC9yuP19UgPHalWsIeoOZnh7FlGx1bmZE8uxCa3sN1xWI25L8q7JtX5rOTEwKZwTjYwO6lB7A4T0TePTILoz1ZxislNgzN4Jf/7Xn8dDDB4VTE24/du8exq5dUxjoryNKziCtlIgAAgrtA96PCh1M4bES0BDU0pYOmtDQcHfxtub+uuzmjuZgCfW+gNvXb0p/bVzVpfz81euI0mOl1o/+gSFcvnwVR48ewVef/zJ+6WtfxrEje/Ff/N4X8F/9V/8Qe/ftlj1v4YKCfe+++5Yu+E/jL7/3l7qIbmNjo1AQtY2Dh4YwOTWtYMP7+MM//Hf42cuvqM8mLl68iB/84Id45+13sKGAbH9/P8bHJ9CUb961ew8GhoYQtB4a8rkXLl1QucTYxBAef/KEBtVBjEFjaCpgO4+f/ex1XbSfky1va97HFHh7GEURZJeHEBlx48Z1NDY35E/qmqtBzM3twe/89m/hH/2jv4//9v/8f8K/+Bf/DX7jt38H/+Sf/VMMj4yK94j0vE/raR3PPvMcvvTl51VeVjDsCu4o4LmiwOw3f+uXsUuBiOmZSUxNTwh/FhfOn8V7772TLtd/+tOX8cMX3sLK2mr6fwY3dHm+e/cu3F64gbffeROvvf4aTp85jbHxcRw6ehy7FGD54OPTWF5dV5DOvm8ANyX31OQk5i/Nyye2cUlB2Rs3rsF7ytBgv+YzoNNuYGl5QXO5Ib7rKBQYXl5d1v3eTYwPNrB//17Ruym+txV4ua3gzqv42SuvpLluS7cDg334ylefx759e/GFL3xWYx+QD1nF8vKadAiEGNEvP3RNdrG9VSDLqgoGLyuY9Rx+6Zd+TTpv4obsZ3pmBigyle+4E1a9J+nQ6p++dJD4yadOYmpmTLRyDA7UUMkybK5vSZ9LQBkVoNnCu++8hVMfvItqNcOTTzyBTQUNq7U+DMnHHD1+HFmsYFOB+XffeU+6mEdbe3pQ3biCjXN7DuDwsRMKVjYlY02B5U3k8rmD/YPwb9e3OtQcruDWrVtYUcDwPdndFen1yuXL2LNrtwJio/AeGGKGlZVNjT3Ivjp46sln0m/XjY6MaNy3sLyyKDvK0dHecVlr/cq1a9LtAhYWlyTTNVy5fBs/euFVnDp1Qb5hCrv3HJPeW3j9zY9w6eot1AZGsaHIU9S+vKkAR0tnIf9AEeVbtEhFu6Z1MI7tVgcV4TBIDvmbswq8+retBwcHUcmrsueG5GuiLv1Y5jviX2ixR+3BlbyGghm2mx1sidfdpVXp9RO8/LOXVWf/HmUvDQBMuceyqRe6m9LN8uoqonTgAJbzTQVE9+7dIx+9jssKYO0/sAsMbUS0sLJ8S3Is4TPPPorjx/ZhdLiKieEMWWwrWD6LocEBlO0Spc58NZ057ZcCgajzXFtzV5r/dhNkQAhR85ZrPHX1r6gPFQC8gW9/+1X8d/+XH+Ff/8EP5P8mkeUddLQH7peP+OLnntNL3gY21ldwaf4TtNtbqNdbOPn4fjz2xD7MX/kIaxt3NcxC54klvPX6W7hy4Sbef/cMrt++i6YCa50yR1u2sWvXQZRFBe++d1qByVU8/sQcBvsHMDI8JH5t1W0kuQb6+3Dl+lUsLt/BvHxjR772448/1lxEbMjH7Ns7o0DlCt5/7xxefe0DXLp0B6+/cQoff3IOS4vL8r+LeOPNt7GiIHNLOliSrS0ub8hXNvHe+x9i756DGkM/Dh08hMMKAH/ta1/Ti2UNj5w4igmdg24tXsVb772NgZFJXL2+govzd7C8vC5bG8amAvV79+xBX30Qw0Nj2C3/tHvXMD7++Dp+/OIb+Pd/9B+xf/+h5Hs3Nxv427/3u/j85z6D40cPq88oPjl9CW++9R5GRidw5OhRjI2NYXFxVeOOaOpldXsb0gUwN7tfe/AmJsf3Y2x4Uut5GGfPXsQf/OFf4rJs/ML8VVxT0HZxSWub1MtrgeHREenrMj768GP4hzzKghjVmcC20Nc/pP2n1HiP6XxxVmu8gTfffBNXFKy+ceOmziGTeOihhzCjQPTG+gZCLPGNX/saYl5oz/lANr0Kr4uh4VH0aX6OHDsqGpuIDLoAaCELUUHyLYwOj2P33D58/OE5jI3OYmJ8VvvfANZ1RvcZbLvZhs9XDa2ZLKsghAxReaVSkW8AdCRAS7ac5RXUtD+OjIzL526proGW/HCBtsbaQogEdFbJ8xydslRbB1oGoiF5SjX5o/NlIf/b0Xmi1HlWBi/6JQozUXvQuu+dOQudUQ1Nvbv4h5e8Vv1c0/uLz5FVrS3zqkjOer0OkpKvJjuqpzkcGBjAwMBgqieJGAOconx72OFjO1aTxt+GaZm+aXeKFtqdBnymkQZUbqIojRMTPdMxmJbfA0imestqmm6zXD0+Ub7F9Ov1mpvQkf8rd8acSW9ZFgECYAlKzCyPqAnXfQwk0dYZgST0AVAigPB8SU2ylSmsr2+ir29ANjEMqT8F5D0eIeu5dAaSqWxabiuF6PMTSVhWjyeXL3VbR77eeHggGYeUDEGg3Phkt9xDM06W5zANkolup92RXeapbHlN27wNAGE6Bj8X4uu8h+PxmyaUXG88FaXDTqJH8l5/KLmfstQm0oDaGQOCdFxIb5Tsfufv0YmqN13La4BSFL4va4BCT9adAdBIQdKFlJMqA9JpR+NtJ0BZpDZVIwTxFZi+n0kKp0hAMskNJfO13MZzH+d+tj109G4CvZt1ZJO2LbJLg2TiY1z3MYiUPgGaVguFIBzIzmRWoFr8MV6j0dQe2JSNtF0FkupT3gOSSXbbdtR66QHZxQMIFREiAPmlUsHEjtaHmKqeCdRy72MZDb2KPGSIEJ5kK+RbPH63kaoTuPwguK/Bdc4NHlfKXbkDUbJS6ylq/YQYEKR7w05zGp/LvX6pjUBQnxCIGAOc0jqWXMbTdGpYlL119VNI5qRfI2oMzkiCqWsHCAVCTjACrguiC6VEyx01GYV01dE5URSFI1zVBfUPO7ie+8ILRf0e/JTq/4vqjeM297PJiqIko6tBdufM7QZXmkavTBIhiDmcSn0VAuXqTtX32khVmLjWkBDSt/2D6dhOSCZeAFFIR7bbwmOUzNS4gnRcyP+35P/9DI3ZayzNk3RVStHm5bpCeBCHLAuQCAlEXjXWmHSskttL0YZoF+lZnIVUSG+ut0z2HbnOXSFGOLneOUlnyR5cp9FKZlERPZIgmdp7X8bp8euW3RIQYDz1Vj/XGNxuIN2mXmrzcwKptjvGbpvxe0DerzPuzpCSjIVoQIHKoHcGiJ3n2TgGj9fgsmkF0emV/eyy210mCZIufhpEs1dh/B6YVwwa5c/1cbvnz7mh1/fB3OOM0jvJ7hg0Lz05enju+yD06p273rnBEpuewc+fgqQbDcC5GoyTivqSiakGacwkZUfdsZCmiJSMbzA/y+c8NeiLpPp2++gxjcPtpWwVD6wFkm6+B6ZHUn0Nqpb/LoWf+kmucgdUJZrCQSbcIEQDZVdBz1293cMFwECYdg/I+zjk/TaSSMlZTwmpovtlmi6VWqcGz7Of/0bo0dtBcH/raufxf1JmfNut8wTa551LAff6m27vgWTSgZ+N92Cby6ZlIImenfX04ryH0+tLMumO7NK1n7ENJ8CnEykcCJSbjltJJj72KwbzKGQHpo8HEtntRyrfoWH5DCShKsAKVxGyiySHns3nP0nLfd1TttPDcx9VgeSnwHVuM16QzfTkdb3Bbc7vyaQH15FdOnpM/tD9DX52ey8XFgJ9zii1L3YSGM/zIfGQ6UwFItFwnd8zHPMhqbbMZFLb/T6lzKDUPY58uwj4jsZtlpuk3je207uN9xvrPRf9LFIymEcHpMohpPlJ7Tp/1qoVQOds/xBnIVuz/CRRreUI0gkDYIimEyH+hc5DLZ2LtsVvC5a7orsIn4dp3wvCa8V0LJt6wPOPlCS7/JvbjBNE2P0qksPvYa43Peck78kpFYEab6mzhs9BUPKcVPRO43FAPLGTzNP9Da6ybry/dTTGlgKc1o1xSMJ93W5w2UB265WBuqsNHr8EML0eQIkkSIoGJWdIuUaO0rYuPRZ6D+kYVO7sQKmxFzrjlxqL9RJiQF7NELR/l+r387KRFF0JACQ999r1KN5AiETU3VBUf48hxqh6wuMzz1J8SKoOCCLjNeS6jvQIpSxmkj2qhHt9zMN6Mg03BNlAAIVQotSdhAaoj8ppLRYoxMO4he46DKZPEiTdPYHbXW9QQ+rjMknJFbr0RAcgaH4hIkCJVCOol+QCzZ0XcAufLrK1l8kvI5VVKBIAUS/lVQW1POkikYzVgyqk/BACyK6ChvqGUcvqMF63XmOUYtqaLBuZ+1iJtEBSNIOoGZSRRIh6UG66Pggbv9AkkkxKdTvpchCPDFnehR4/9+tBqX6BIfUjCVm7oECuie2rV1Gr5moLSfZgeUJUOSKEoJzSQZn0YzmaCpwZGro821LwyL95arBjWdfF69LdZSkc6NdliBeQoV6v66W4XzxMl2ovtcAbyej8EtSRXmLMketyMYRMOu3ICZVotzpobrd0AbiVgi5N8fQ8OVBYakJDjLBheoFHldvSbVMXFQYbGZRSuxZyVS/yWSVHpVqVbP2Spw++xIgyUpKgxs0YELKIECNMT92TjKZVzStQa5I7lw0EBXa2HeyS0Q7okmNkZASVSiVdEJQyXpkLNrZ0QaNFShIhBDhZbueeS+MUGofrzK/QPBV6thxRcmRyXDHLkVdqol1FpnKIIc0JKT2KkG2orcXREbG29LimgIYvlWwvak7ye25MPxc924T1Y55kEArhuo76inUan/v6AiZIZvfJsizhZeLvftu6jTO05Wyolhgz2L7q9X5dENckZwWkW0pdKA9jeKSO4dE+XQgNY3J6DEPDfWgrWNCybiI0vqA+TH1Ms6O1RPEmu3WQnERAApdJOFk+slum8DPrTBDltKhNHboUI0sE4ZBdPPczkARJdGmItsrYSdZHCFEyZTvtRIwRMQQ42R4atkVd1rVbBSwzSVA4Ldus1ggZUeqiMc9raCpgt7a2qQ1tW/NRgDQdihTFo6IL0H7paVx2OYQ85IiCTrtQgHYZ/v9JV1ZWAb90IKTL2+WlFV3ormBxYUkXTk1dZg5h3945XRr3peDomi54t3VZeefabTQ3m2hvlVhb3kwOdmX5Lq5fuYpL58/h7Tfexql33lHw6DxK8Tt+9CF4jc1MzeBv/e5/gemJaQVc72CwbwBPP/0MDuzbj8O6HG5pfA4KrCyu4IP3PhHPNV2s3sV/+LOXcer9s3j85GPJXvfs3gvogruUfU5ODuHgwTlUsg766xGZdFnRBcHEaAZNmS5cb0GLHl/43GP41a9/Bo8+fAD7daH96CNHceKh4+J/Agf2T0g/BQpdXNYqUBkYHuzD5MQo8jykeRhTIHVoeEBn+hLUOvS4oLUxMzWGhx86/UN6fwAAEABJREFUiImxQQwN1FBPB5BSvi+g0AvyqC7bZ2dnUJdv72gO++UX98xNCH9Awa4CmQIPy3duITdl8W9ubWgsAVtab5po7JqdwIE9E5gbzzA7VsGEghF7do1g795xPHriAPr7JE1nA7t3jWFmZgS75mZRlb+wbTQVFPf8UnNcao4LBRAlMkoAJBACQeiAJQiqeO65R/CP/9E38eUvfQbnz55GQ8Gc2woqLCg4fVtw/eYSrlxbwJ3FNeV38K1v/ww/+tHbePnll5FJT489egK//du/jq9+9cu67N+Lz332Oen8axgZVcCqsYHr1y5jTfYzNT2C8ckxzEnmuT378OOfvIFLl64nvK3tDckVcUSBgn379inQd0sByHdx4+YN9A/2Y0DBotWNNdnnOpbXVtEBUO3vw6OPP4pSa7NfQeTp2WlY53v3HsC+fQeklzk4CHHr1lL6zei3335fl/LnsLXVQiH/tH/vXuxR8OXC2fPI5ZP+n//yf5A8l8RjE6+88ga+/90XJMPH+LM//xZWVlcwNzeHickJjI+PIRDCeRnnL5yTbP145rlnMT0znYKRiITtZ3t7XYGIj8T7DF577W0FFs4ouHYb/f0l3lHgY2l5CddvXMWFyxcwLnuaVAD29bfOa1YovzYL/6nYG5L9+vU7WhNbsquIXbr0r9X7FBQZgX2I5/LwoYOyO9nI2LACg3cl/4p8Yr8CZhuSR7pfW1Zg7zSuzL+GCwpAr0uP129dg/NGcxv7FVg9qkDDYycfU3kfjhw5KN86oj2thomJMSyvLGNxcQGVvJrWRF99QPz65X86MtUMs7O7sLy0iddfexd/+id/oSBGBzNz+yF3hoWFNQXpG9I30dKZ6PQnpzVzUJ9pHDgwhzsL16XDs3j6qUfhtbl8d1Hqy7VXQ/aQq/8SSGJ1dQl7d89iVf7mxvUb+PDDT+QT6mhsdzAwMIw1BZvX1jYwNDSKS7KppZUN1Ab6FRhrw/o6ceIEzp87j5s3byKPFVT0EkAE+IK9rX3jxrXruHP7Du7cuo1qlqOSVTQ3N9HSwqFsY1Fz1dfXD4Cw7xoaGcKo9H3txhVcmj8nvTQT7X4FJ3bt24XhsVE88fTTOP7QSaysNfHDH72KM+dvYLuTi2ZVgbcleL6X1zsq38ENBSzbKNGU72grILmpdeP5GRgaRFbJsLh0VzpYRb1SwdiwgkPVOq5dvw7vHc3mJi5dnMeKfEdtoI6mLuMaumAupLc8r6QxZsJHzLCl8892syMZgLsr66j2DWBL/rcifVR1lllbW4N/U9O+ortvZjqrab1IDx2dh6Jo5NLP8NCwdJijqhcy+7sQC+27Fa3bLbz04ou4u7CIlburmB0fx//sd76Bowdn8PyXP4+nnngShw8d1hqawMjIsPTW1h7WREV0Ojow1CWP90qfBX2pWNF4+6T3EIMMQgEpBcryvA9/+d0PUck70skmnv/KV6GYHtaW1vHij19Aa3sN+/dO4zPPHcPwcNB8HcDnPncSjzyyD5XKlvjP4mvPP4eIDaws3MSM9qX15baCjpqLK5dll/tTwGV6ardeUAv80R9/TzYzgMceO4larSp9riSZt8VnW35raLhPdCP2aR2dOHEYhw7tFV5F67xffQ7LJgcxu2sOI9orStTVv6O1EXHuwjUFPhdSQK2m8+SazrtRl8zTM7MYVlB0Zm4vxianMT9/DR9+9EkK3h86fEjzfhXVegXHHtmPd95/BZvbi3js5MMYGOqHbeaq7GJtYwUNzfPZs1e09jLtNzV4T1i4dUd+4DLW1lahLRoPP3xUco3je3/1Q/mKK7h18zxe+OF3sb6+gCcefxirOmec+uA8Lqbg7/saZ006HcFJtVWqREVno6HBEnOSefnuCj4+NY871xe1L1Rw9do1tORndx8Yx807C/LjQ2CMOHz0iPS6gWqlCvvficlJ9PX1YVL5xMQEbt1aSP5lj/aINa3pV155Ff4N4iOHj2jNTWJ9o4HxiSl8pGD122+/heGhAfmYNbz99ptobK1h3745HDqyB2+98wb8Qzenz57VWr6OU6fe07x1UK/X4eQLiatXr2J6ck6B1NPoKLJ57fottHUGN2xrHSFEzd+w7HVSvMeVT2BoeATeZ7cbDWxsb6Gti22vs1XJuqyz0urqJqp9dck4jii7bWtNVyoZ8koFPhdv67wbYhTpTD4dyLKK9Kj2PEPU2op5jorODa4v5KM6gqhzX656kqIZE7TltzL5ppqCp26Dks/m/qEaktrntlQD+elt8RWVELSWm+KXIajc0Xq23qta9wafxQudlV1vME5TY/TZnSRIJnodXU6UCnYUCl5lstdCZZFDW+eYEI1SJn6FzmmWyzIaTC9q3MZw2bz97DUetKE29a7lZ+O6b0f9O5KxLSilY2ifL+UjIWjqjNJqbYtnG6X8hukZTJtkGh+UTFOZzoNXkkz+IZ6NjXWVi6R7SLcasvAz0dGZypdCIQ1C7UXSs9iZRAKSWleNpAtSZenHDdabc8visnOS4uOTChK+5SPNQ6MQU8+fgaQQgtbEJra3GvAcIqWQvkmqf5Qsmc4VFUGeZHNf+39Dj587mH+UnquyC+vSOjSO60nem3/SdO+DaRjETO/ohbKu/B29l3kePU9kFz/EkNpJimWZwO9GpU4vnjtIaSSl15Ag0QVSH6gLyVQPJcsaQpeeHjUP0o/m1H1c73aSacwt7VVlAZAigm7qtRvfdhIpWhKpkNyu8/idG9u59dCRX+ponZea71K4ALv/VDZP681jhlJbdAwQhnFJJhlNx/SgZ/exHM6N022DUrAqJLvsQAFVB1WpizpRUP39cSY6wr73MRE9mF4eIzKNqZTMHpPHo86iWSQ53FeUUtl81S2VAcIptYuec/d1brxCinQ/kiAp+4rJNkh+inax0xcELI91U5HvhipkxlAtSp0PDFqyKlN1EA1R3+lrnlItyG6bWhEi4LN74XUt3Zg2pS7nWRYlS4TMAklfAQgxIASilC8gmXiYLtktxxgTfY+tV08y1fnZ4E5uh4RRC+j5l+yuNxjH4HIPSO4U1ckd9XS/ysYI8cADiQhCsKwkk14tG+4lahxRYJ8jHezoiCEgk4+PGrtqxUn60zcDQL1TQGJYtiC8GINazNs4HRTSSen5VN6Rf6YC1tC7ZSEfXXhSALSVG1RMfqmt/YMkMukt1z4SRLeULB35W+vI4GeDlA6SAiCNDQH0P9WZnsF4BpcTEIiSO0pSyxJcKZF7OImOeJovSbEoTdFYqdzDSxX6IqlvdNtSqVtORcltfAMlWxZyBEY8SNvjSSBcKBlXGcj7dGPs9nG9wTgGl3vQe065ujpXJn7+7mF9OjeOoVvLxJMM6ZEkLCf+huR+hl/U7HqD28guXdMi6aoEbve4nUt5+kjPaib1JYzefLu9Bz383rPQkozWj8u99i4v13SBJEimB/fVDImffJ9sgGRqcx+gWya7OZRUhBYk7BPUDFI2AVHQ+vSUlVqrRFB9gJqU3+9rXgbLBSWSSV7zMpCEE8lUj53kPqnIEuYtbvfokjt9oFzNWk4aiwv4/yv1ZPqbOlk+Ayk+O0hkt9z9BrxW3GRaPbDsBteT0lUpXyDw84Pg+TUY12veOcmkh958ut3gNvSScEiCJJJurCPcT+KGUhuA+1gm5yQTfhpPYOLhstsMeCCRwhUO2ZXdTcY1kGoTuGx/KDeBUv5NX/qIs8ZZCtyHpLMEZLfsNkOq1FevTPK+fCpDk9prMy/v+c7JrkzWiccmEqmfcV3nvIfnNj8LwUVl4gGmsr/c32Bxu32Atnx0qfFY/0G83O65abXa6Z2+FHIITFS834YYk89u6YzcaGzDZ1i/RzR2zp+Wm2Q631s+9+m+F2TwDy87cFrXO2bvzO3zoGUZGxvDgO7R8hhQEVT1LmJZSuml0H5hWulZ8ngslstymq/5W8aK3mvyvCIbjSh1pio0hlJrtqPzCrRcvJd7nFH0oQr3N12SsJyGXPcK1PpOMRqN0TxdHzVukkkPpfaldqOpu6FW0pFx3F4Rf7+/GNzHMrrNvIo0hgJtvcu57Hrz9lhI0RW43AOSyb6MV0rWrt0XcF/3cz3JZNck4aRpQp5FgfacEADVa9jqU6Q58/nZ+va4C43BNKBkOYUKqAt0Jiy0dxunbdsQb5Ii1QWhJ3pu72jNmYbBY6T6xkhE6dfjB6jxdgRtOMUYk7xd0Yo0PkrooAq3uQ/ZHbfHaB6GjuaPpOh2+5ean1LChp069zOYDtntX5YlyG4f03YblEoBCJABTpa9h+s8Pauh1LhDllcRs1wD6CSDdqPaYGIhRJDcgQDqOch4YpYlYyKD+rVTPxO2UdjoLWh/dQjD/aMg2R2UFEMprq1JaUvpTb9UylBIIqtEVBUV8MVMRQaW62CW65Kqogugil6YoyY8c10lB2NA4q9n83FbzCOCFEx2ZbUCLA+UyG4dScQQQUCG0kJRttSnRC7ahsDUCySFl6ntPpCZ8KGF4LF6QWjCtfB8ydrQIlnXhfuWLhraennxn1BsKQgxODikS6kB0QuiFZDGJJmdW25PvmUkCT9bb5VKFXYkVY3ZeBXNS6nF3dKLmH96e3NzS5eK22iJj/uKOMCgF8gS67qQvLu0pBfbrfRS60UApSi9J7wYQI3V5RACXG8grRHIFEowEJlkrGgODMYTCemrg5bG2ZKziAo8l7rNykOOtuRa0yXmxsZGMnSPw9CRsy1Fi+KdVyrilZlMwvElgcHjtx2UaomSy3zd1zLllYouZSrIc/WVDmx3lpsSlZK9W9Z4VDZ+Vc425hmarRa25bBFUn0z8Y2JZyEdhhBR1cWs+1tm68s6IokgOiRREV9fOqoIJ60vjb0QdDT3oq05dr3nxn3cv+g5CDnjvlofsqyOxnahC6GmAmu3dam3gpgBDB1dSgWkC0xd5pFtzeWGgoIraQ1lwoHGJ3IoC8q5QynAMiRQHeQUICRSiOgmMoAkLE+IsZtrPPCLni6LoM2FUDsDMqodEVTZdaS+dwBKtqnEy196ti1G0SykPz2CpDPZWwHPoTcm23whe3BfgAghSgc5slhBrg2O4tdSoLWpQGpDNtTWi5DHSHbHVijIiDIIt5r6RGZgCWwpQN/RJWHbti6cpaU1LC6swBef168v4IIudDcVIK3X+xWUGMH+/fvw+OMn8dRTT8OBzkeOHUEtq+LtV89gXYGRG5cWkAGo6VJ7UwGMznYbUYz6KhnWl1fgoOj7736AhmieO30af/anf4IP3/8A8xcvJzvfrUvlpx5/Ak8/+ZToH8TNGzdx4+p1XFNAdlkBgydOHsNXn38C+/eNoq9a4NjRWaxtLGN9cwPf/8HLqPfnOH58DwaHZJO6DJ+bG8P0zHDC+9xnjuO3f/NXceywxnBiN5595rgu7x9GUWxgafk6RkZqOHp4jwKSMziwb1ZB2Fw21sDgQI6piT5d6EYFkQYwMz2KumxrdCb3q90AABAASURBVLiKSk4syx9sb21Lt0AgU9ueufH0209LC9dANBAUAKnkpQ4mNczOTmFsdAhZDKhWcoyPDmN2cgSZAv4dXfbWtfZ3T09ibLgf1Vy2VBbYt3s3hhWIGRzoA4sG+iodjA5m0nOJqclhOLi6SzwfffQI9u+dwvLdG2DZUNuY2maxJBmvX7uFrc2W6gO86UGSwfbuHEqyKch2VdKnEI6hlO5vIUTCf55yc6uJ3XsOaS1VMDhyAI88+iwOHzuJrDqE1948hf/7f/9TnD1/BScePQSI7pkzZxSEWMPlS5dwUYHFG9ev6OJSwckKcETz0Gpt4szZy4i6dH/8iZP4/Beexj/4h7+Pk489hN//e9/Er/36Z1GEJtY2V7GqIN/Q8JDm9zgefexR7N67G8PSnS/lG4qWrMhHUj6uKduH1vDK8qouyW/Awb5VBQeuXplPfv/4seN45pnP4Kknn8HRYw/jK89/FYcOHsX3//KHeOtnb2H5ziLq2hOHtLdUdWl96NAhdLT2pDgFxG7hj/79nyog9DO8/95H+MmLb+Hu0gpWFUzd3t7EloLeo2PD+B//P/8vvPrKy/IrLck4BP9JzUuX53Hn7l2MKdjqP7s7MTGOqvagO4urqGhvvquA3JQCrkcf2o/33v8ISysr8rObCb+lS4+skuOhh2cUFBnBT156XcHXea2PRYyOTqXfYPO+1VCA5PixE/C+ODU1hVqlBgkhexuR7DeSfP2yoatXr+CsgodXb83j9tKV9BuvufbFSrWi9TKFkZFhHDi4D88++3QKEu/atQtuq6r98uUrCuDM47LG498CW1lZli3nmsMcHR2wlpfXFNxtaj0H2UmOpcV1bG225Yc7uLVwFwuLSwr+nN75PykjKuJbrw9gZbmJxcW7GJSdnzz5mHQjn6F5/9ovfRH+s8iLi7exoqCpfeDiwirOnZHdhBr8A1WZ7PPatXnMXzqHl378Y9nbVVQrfRgdGcOS5md4eBQH9x9SkKOAg+Ufnvow/cao5/TZ555RUHgCMUTxHtJ+cgeX56/gJz96UT42E/4W9uzarZeJTPq+gTX5tYMHDuHZ5z6LUQV3ri8soC0f12hvy//Usba+ikJ7wu7du7TeBzA3uw+j49N47rNfRImogOJdkDleffVtvPHWKfmqSeT1YQVSo7xELeWfnJ3HhoL6tqX+oUGsbq5jYGQQSwp8X1dgtVl0UIYMMcuxrQBoS/N+6+Yiatp767V+eF2vr20h6pxR6x9ERS9EDQVQmzoTBu3hLa8RQKZR4q7mw3vGms4XHRAtzWHBiKB9ZUPrfUUBoEqlgopstX9wCDGL6kmEEDXfksP7WAkMDQ1ja3NbfrIfNQX09+8/iCXZ+8ryMvpqFTz80BF87jMnFaxbVrDzNbz26sey80/wyutvo6N5/N73XsBNBco62uMdOCOJmtZhRXYf5RObOtNua2+7e3dJtrSNtvAs94aCjNtb28jygL7+AYzoBTCvEc997iH803/291AA2L/viPxzDScfPa4RbmNyog/PP/8snnv2EXz9G1/C7j3jkvUGIoGBWq6gWL9eMuswz9t314GsH4sKLr//4Q28+94pfOe7P4D/BO4HH5zF0aPHZAfy9/Lfy0t3JNsWUlC+AgwO5ti/f0Ywiyjiw/JfmfRXV8DuwIF9OHLkqHTwPhakp6KMWN9o4vU3/bwumpOo1mvoH+iTvzuBRx49ITsdx+bWlnzOkmyrT3vjNe3LQ9izdw8Wl27j5VdewqX5S3j5Zy+lH1oaHR0BKb3Uq4B8SKO5of4bCqyv4ebtBQVe76LdogKqAc3tBjR8jbumPWoUn31uVkHHfVjbWFXgbwC//PUvYXJqULa9KZ8whs989iRIyk6CxtkH28h7736IudldClA/Bv81gpPar/vrudbPDMZHhqT3uuztpvRzGYcO78XUnMYofZeB6QcFSr34remMfUDryz/g4N9GnZC/nJmZgv2ZfdJnnnsK241NrK2tyHd/BV/7yte07uflj65iYWEd+/cfw9jYVNJbU2fpAOhc2cazTz+tvAn/ZYCYAYWCmFevXtJ8bWhuAtpaE6PaT6zvW7duasxj0sMs3nv7A3z4wWm88MLr+NM//TYuXb6GTIEo/0xSrv3B57aO1kxFfiwwok8Bf9tlR3xr/XVEzXdb7YODw6jkVem6kJ1l4lciMFNdPZU7sucQMgTpQgtLaxPyFxQVwFWu8G+OCw3bknVVZ56tdgubOvOta502dHHiCwyPoyzLNB8ev+tESPPcvgctvVPUNYa23q9Iwn2bqvOZ3e8ZK9p7XHa96cUYYToud7QOm9Lr5uYmoL410XG7eYYQEl9KYD8bv6KzX7/8T1BdCqjpPAOtyhiDupdwnml9uy2EAIPP/iSRZZnmqUjgObc8qkaeV1I/khpaobOyxiZdtHQOKOQbqzX10+WDZTVYFii5rCx9mnqP8TgMHrP5urwlX2KEHi4pHtKn64wDEE6FDtjdZ6Rzunm0pM8QMpBRKAGlzlekcvUnu3RM17jua36m4zqDyyRBMunROKkO3b6Z/H2lkiPGHCQTDzIm/XRkY4a2zipZVlH/GiyLdWYQMqLm0bl5QTKZvnXtepLCD8ikc5IgmZ7xc4lkqkk0VHLeki5Jwv8852VZqOX+pxQvA0nJ2hFrt5fQYwLLQTJ18HgNxne9y6ZJUrhMMpEUjVLLxKsMqc64IFQPZTFBocUi1qmdVCPcXqZnFRGMxeBKlHr/6ug9yPXmfR9cIxxhl6VoCEKISU9B9koyyWE9GNPgeoNlL2UnPVp+FjpIGg2u79YF1UU9Q/6hg47Wd6G9mtKjRgo3GNedSEqHRQI/R81pAskS1CYXiqLsjpHs8snk8IxDUqRKd0s43VJ6TF+WpcfnF+UkJScTrr8Sjh6dG6AySdlZBifPm/WiJanHAKki8S+ka+tHlem5l5MESfTaYgwqS2avchZgoGhovcsHkdAcRASPW/X2HxBOKd9CdmmQQgISTSiR3efCguw8k906kgmPZJLJOIZScxBFP4uSRW3qltpJupjKLpSSETu8SYqWagmUGmup+dDTzqcAXA+A5D2AEtl9Nl/rjbY1T5JpSGaS0m1MfQrJ1eWp79SGVE92aQTpxXxNp9BehyQbpC8CljXpSn3RRilfCbWrQd8lfLfkH7qzz29pTZgOSfUNcLJ8zg1uM7gcpCfnhsCgFSNgvCeX60mm56Dc/ZxHNcg6tC8WoMr+OCcJjyMBA5yTboFkLpMtmAaUPpVL3342kATZBaGlsutL6RT2z5YyhFSf2v0lIO/36fH1uN1Xzfc+fia7uGQ37zW6zeDnlEsuCd6V2/zd0APNs3FEItW4nAo7XyR3St3M7T3o1nS/yU/juVamglJjBQjyrwMeSFTZAMlq+mR60uN9fVsPQksf46TCzpd1ZXC9179zN5H8FG/X3QcNHoUenfeg+0w+2A+JhqYLDhKQ3efEQ/qUyDIM7KRCuDtFZcYxWHbnqkofksLrQqpIX92+JNPTvS8/shR+t4Z0Rbfsb2q9JgD1zzUASfxNyXI8CL8Iz+0kEx2SCcV1qaAvkqnN6yjTXqCJSvblcao5fR7ETxUPfHGn3MN33ps3kmnNRdElmej+IlokkwxgCYNxDIUmxPRcNrjc9UeFxCxTH5KJB9ml73YokV2aD/Zz2aBmzXOZMpIIMSBG4Qeil4xnME/nvfoHc9cbHqxzmeQ92dxumQymRVK8IoKNEEg6cb2KqY/r/dw727neQH2RhP/Z95BMdHZ0Cz2m50zvC55H803nKvExTZKA/Ha3DCR5ygKFIKitonf0gYE+VHUe9/lPqk/nUp/9DGlO1d+yiZD4ES67vq2zc1N3+m2dn2O0LqPeSdpIZ3whm3aMUaVS42aaO8vm/pbDYDrOyYCq7goquivK8+45IATqzJ6l+jzX2VRnzKrOskEUTYMkSGp4VO5aJNncJpRURxJijEL7kd9fvDe5PTAihIgo+dLZVWbR0btMR2fxts6lxnGb31N6YDzTtY5jDKlvCGFHxkp6dpv7Ou+Bx2fo1UOJlFyy+0J3Ph2d2awHt5OUXF3a5pflmejnqGqeKlmWeEDJ89fRecZ9DKUmzuCygaTGT2ibEsgHy0+2hd/jAwIkE0Ap9ZVNODeYhnl4XfqMFCPTuYlksiHPo7olWZ2XOgt0dFdUpEOblKlK6ybGmHBI3pubRFtnj1J2JbT06cgHthVLULXGm+k9pJLGek8WNbhsZHJHbgKU/oPshGQaC0n0kgPEHq/1FCywDdMLzIRIqkMQIIlhkUmKuZQtQ7QxegI8iELKbelw7X7puR3QbpToNInNrU34z4RtbW+h0W6io39gV4QYA2q6RKn31XUBO4DR0VEFHvsRNZHG6NEjCbLL2xPu9oonvJIjyyOCXnRBySk5fMjyn5hrW9GqCyHAcvYg7ig8aMJiDBBZqCcKGVqhCQYIMgIIGrdAAy9F101+8ekosFNoUzR09FLYbnd0AdJKCzvqBTJmFRlAkSbVF215JVNZ5NKHIKn27gtWpnFGyWPwInIg1ZDneaLnl+YQIup9fUnvlqMtPZOE9V/RPOSVCjLhl6Lvxeufwt7YWMe29G58UoalkWzrcqHRaqYLB+N5nj3xhQzHc+8X920FtjvSG6WzKLlIyjeUKPQS7EsNO7SOnJoq0FJA0RdugSGN33TMz/maAmCLunjv/Uao621b5mtwALMjvkFOmTEgxIggnu5bSrcef39/vy7h+pM9WI8xZhohuvJoPjxXPaAMvKJLTdMwH5K6rBpN/Wu1Ompy3r4o6tdFZiYHaT5NOTOPmSQ8Do/X+iCCmCDNkeWGUgyag3o9zV1TenR90r8up1w236gxxJBJPuiifhuBebq8zWSb/f01jaOKTMEqscfwSJ/mL+qCaEvUS81tpvY6RnSZV1dQkIggctEKADRuHTJL2R3KoGcCkhlK5m1QMVWRVB4QpCvri0J3eyGdSt2yAgKqJCMoCMxA5STFS/MsJOMbPD+Fng0Njdl2V4gOdlKhNtcZXCaJvFJBjLl0V8DrBYXXj3giQlMmKNXWAeTMAmPKix2nZp6WpVRbU3OzrAvuhnKEID01QGgwgC7bAAcblpY2sbqyjb76gC6WJ6XTMQwPjWJ6ahYz0zMpsNfS5nvx3Dl0ttbx3Ml9+PxzJzA31Y8vfvYxfPWLz2Kkv4p6BtQjUvC0qrf8/mpEhR2s3r2NU+99qCDqJbz1xpt48cc/VvkCFhduS5YS169cwb/+H/8VXvrJj/DDH/xAF8MXsKoLvoGBASwvL+DI0b345/+bv5OCdg8/fBjj43Vdzg7guc88jAOHpjEzMyCc3XjkxCEcPLhbc1+XnUZdHl9U8KIi++1P+eWrZ3Dt2nlsbS6LbwO371zF5UunFaj5AOurdzXmHEcOzuGh44fw0NEDOLB3FoMaVFNjbiqIUbS30FcjRocy6C4fg/0RTzx2BOMgpReIAAAQAElEQVSj/VhauC4/sYLG9obWQAb/6d5dCqTOzYyjrgtkyieWnab6VDExMoC+DJgcGsChPbtlncDm+hrWV1bTzKwpWKfZRbOxgcA28qxEVCB3WIG7XIGKZcna2F5Fo7GKjz56H5uba4ghaLzX8J70fPHCbayvNVEkG4vaV2030Jjt2UqZgepCRKE1IHeE0tWAdJbh4KHZ9FtPOpfgxu0V/MH/98/w5996Ed/+zsv4g3/3LQUKl9Au6rhxaxWTM7mWUROPnjypS+19uHXzBr77l99GLuXs37cXWQzYt3cXmq0N8WhiY30ZQxr71772RZw4cRyDAzWcevd13L5xTjaX4cDBWRw6tB/HHzqOXP74zp3bGBoawkMPHcP+A/vTn559QbZz4eJF3FFQ67YCBEHrAbL7i2cvSv5+5N4H5AsHB0fUdwSjI6PSU1ObfA0fffgJTr3/CT4+9QlOHHkUn3v287g6fxVXLl3GW2+9nS7pX/zJS7hy+SqefPIp2dfncGl+QfWLknUUv/arv4T9ChrVtYdowSn4nclu/99YW1/C0888hqPHDuJb3/oz+aNc43sMjz32uIIey3j1tdcUzLyAja0G9iuo8oUvfQGzc7vw/Fe+gqNHjwJaI1H+7M7dO7h9d0Fju4vDR4/j81/4MvbuO6gxTEqGm1hfb8p2Na/aK1s6CN8V7plPTuOdt97B4u1F3L51W0Hsi7ikYLZ/y6qjw14pf/f4yafw+OOPY+/+A7L5Owo8DMJpcHAQ3uNu376V5soB3+npaQUxV7Guy/O33n4XP/jBC8LZxmEFgp56+ikFOSbh//f49JkrsveGdLUonncUrFxVwKdfwYV+rG9syS5k39MzKIqILcmt2A62N7axqbbbt28Lr4IvfuGLCnA9p8DIJbR0nnno4aPYls0vKJAqo0179ZWrNxTcuITvfvcjzWOBxcVl1CpVRJl0RfvBkcOHtO5PYHB0BHfXljG7a1ZBlrt484131O8jvPLTn8q+rmHf7rkUSHnv3fe0XtaRa5+fmJhMPvTc2fPYu3evaAa4Lmpt5FmO/bv34e7dZQXBjuGQxj8wPIqxyUkFyRcU/L6LlZW7KNFJtEbGJsBQxdTMbkxNzmF6ckbz8i4+/ugsfqpg+FtvnsKdxTW0yxxZbRiXri6gT7YZtUedn7+MIHkaOg9k1QpkztjSPhGyDHmlBjBHkDzb222towDquVqpS/8t3LmziNW1NbQ6pYKv21hToGVTgZaG+jd1RvEe7f2grj13dHRM87qNTQUQQshR1x5eUTC20N5C02+04MBRLhlKUHv+AHKdwUiCDOkcBQTNaSk5Snhfi2rP1Hf+8mUwZmjJp5w9cwHXLt/CjeuraDXrOHdpEVduruLM/B38yZ+/iR+/9C5OKTD5ox+/nORfXl6GU6WSIWpOve4Do+gZctVVkIlHCBEhBAWkchQ6F2+sd7CyvI7BEdVXtvHd7/05XvnZT3H92iVcuXJG8m5BXfDKaz+Df8N2XIG6C+c/QSXrwLxqmodhBeIc5L5w5TburGwpkN1B3/AE5vYexGc/exxf+OKX8fVf+SaGhqcwM7NHa30L586fUb6Eai3D3OwgnnrqkM4cRKXawfkLp7G2cTf9VvOumVn4jPbee2dguV/66Yvwb/Z35HBPnnwCD514VPPWwdLqFrJKVW0r2L13Dx557DF885u/gt/4ja/g+OEZ7aFbQGcDE2ODyT/OycarCuz19w2iVu3Hk088pcDnFCYnp/ClL3wJNZ0dHjtxAl/+0ufxD//h72D//lmt+0WMaAxXrlzFhXMXsXB7VXtZLp9xR3mGX/qVz+Ghhw/g4YcO45//83+i4OWC/NNn8PxXP4vN7RWsb67iyaceRVt2trq2LR2v4Mrlm/jRj34Mr9mBgUzrP8PuXRM4e/Z9rK7elkx9OHpsF5597nGMjQ+JzipCJBzgbMpGHYzymef69avw3jgpnLvak3/pa1/QXpzhjdd/grNn3pcNFrh54xrs1+w7fOYFSszJh37v+99XMPll7N+3H7Ozs7JLwjrZWN+E/0z8uoK1E+Pj2Ld/t9qnsWvXNOakv12C1bVl2cWt5PvWtIb6+vqxfLeBzfWW1u8k7CO8/mp9AxgeGUdVay6LFXEOaDbbWFFgf00wPDyScLMsk3466bcVPa5MNlutaj1rk+20OrLhilZPhNwyCunRvzFTFh3JLNBLs9dpS349k47WdQYIDGor4bN5/+AAsryCqLndbDTFpw2Sqb2jl+2K6jPxt51VVd5WEN5Bmi358SxGSGgE4fdwms0G3McwPDws++1HiFFnq3FsbGzAZ3/LAyXT7I4nkw9uwO84tmvvHU35Gb/LMACFxtKt3xTtHC73aDg3jbIs4DyXv7Mszk3fdEqtC9N2HmKU78s1RiCqbBzXu1yKRozE0NAg6n3VxKumcxFJ4VNyFElG0zSvsihTnfmZfl9fX9KbaZFM8pi+QcNNbSQRAuFEMskAJeurkmseonSqZ+iMXWouPZ8xZuor/nLgHdVBe29kBucd7dmWo8eDpHC7chU6/xtKjd9z2dRZ3bnrUMYdvDKNyTrttbndfZIY6mvaBtd7nL5U8xjd7j4GkklHJF0N17lgOoYHy6ZlMI0e+Nl9TJ/ST6Bs1PrVZZY2BG/bCOjSNq0gPqbbA9epCtZtqXm07Zim6w1kt2+p8ZDdMkmQXX219c7u8ZFEkinc51ZYDum9lN6D9E7GNO+mZSikZziV+hL9XOtFJZBd+mSXhzJX39N7WehR+xo0sizmsB2ZlmWxLlwWhsYUYJnILh23lSgTfY/Rbc574D4SQ1lI4DJVymIQJ/XUeoLGFDRG9/UYTFMo6dOrj4GJhyuN45xkkieoL0k4FZKlswOMAVQ/1/f6BOEaSCZ6rjeQNBrcZnCdK8qkGJeQdEIS1kVH9zgd+bxSA9IH9GhUIAl9AMngAuln6hmJtsdo+s4NbvBzCJ7HcmedUtXlPRAJkeI9CBoDyZ25K1Iu5JT32si/jk9264xrHZcam0ghBkDU0EulxuGy0GFw2eByUAeJqnrTgsbEVDY966VQX5+ZXCap9pDaTdO2VEhnxu3Ixg2FcqoP2aVDShI9l5IN8jsJ8OlEElG+iQGIGUVf2ha+qiHxuhClP0JtZYIYZW9qLAE0Oo2kZ8uoR+F321zuQSkZ3O7lpKJoiNhOo0vqIT9A+J9xd5rSHPiZZKJLKmcp6/A8FZCkgu6HDCCJILkMUHJfQ9KVmLtMUi3dTwlZt8bqJ5KpL3k/N759sO6Pxapbb9pkl4bbsZNcNniczl1NMtGEEskkH0k9IZWN9yBASatYvCSZ5ratM4D5q1qfbr8uvlGEaWW6RTTJbrseE+0H5XTd3wiexF6jbKSULwQIsgumYyCJX5S68pQ7+PLtOzL1cEmmNj8b1/px2UB27dN1buvVOf/F0B2zcbtQyEY6Qi13gMq7uiEJBghK8S9V6PJSh+Rzev1lLmpHSq5LhZ0vPz8Irvaz9RHkC4Pou64HJFORapNBA91H9BJJkAJVmI6yv/Z5sJ4UrsB1vwist7T+dZ5z+18j9nMVxiFF0/WaJz8buo/SkQq9ZxW7H+G7QNJZkt/jN57Xlfm7gVS7aFqmHhjHbT0gmfp3dWN+Zfd5B8H47tvRgbcsvb7xqXay27/UWjYelCyLsjSn9oelZPBzqS+XjeecDCCJHr7rem0u9wBKJPXd/fTqnRvftS7LyhI9Pxvc5jPOgzoxL0OUfzVOtx+Sv63ozO0293N9DyDBSRo9yeqzQ69/R/NsKKQb4/faQogJ37Qsg/OYeBId7a2uM0nX+YckB/Vu0Ke4j2VwR8tsnI72j44CZc6bOqebjtsNfvYZv6M7h1o1T2do17ufz43b201YNpLa22OCUnLGGFIZGlih84mBJILANA3mQ6pOC8rnQz9bJsvhwCd0pik151R7zEw7S7o3nnkmXPlLKJEUKylRfToau3FIJl1CKYhGtVpFFjOYrn8ZrbHdSO8paobbQtjxFaqI0qP1rGI6T3u8mWTo7++D60vZ24NgPAPJJKP5kXSVNaAjb0t6aqGQLtxPQqjcllvqJBnz3LqtoJp3z43u787GLTUmERF+sbPnluoncKV5SG6S8A+S+Df0O9q4WmlO7SOherURiQ9J9JJpW4+OP5Uo4P7WgcfpMRrP7cbrQSH5O1qntheXjWNZrS+PIcboqiRfslfRheSk2Brc2FZcRdN6T0+m3ZGNW8fdOe2greeO5tb1bndf8yFFyEQMDxRlP3pSYxeZiXgpxi1tpi29dBRSYggxTZ4HZzANMzBj2Sw6uiwqOhE2uEKNDb1kb2xtYHV9FRsKprY1eNMMuriu6FKnUs1Rq9cwODioi8q6FkclDdyXFn4B8295rupiYU3BwYZepG30HmBbCizFsJAWzN95KYPq5SST/CEEBBldiDFNXnpWOavk8MG8o/6FxqWukjYIbMCUoZQw3ZbG3WoWCuD4uUj1PXz3sSzOyQBSC0MUvKhbWuylJi5mQQujki4tKuI5MNAP660ra5kcWoyZegGWzWWSaGsBbm5uKW+LZ6FZgBZAkcrubwdU9WLUi5WWbKpvt9sJP2p8A9Jnvb+OXDxjnqGQkDZS43hc5k9SMgtk/EE6igb1TcLoq5BuOqLZ1CWIX5T69eJfUXtVNKl2z/mdhRta3M00vn4Fkepa3B1Ju6HLkPX1jSSPUGFaxt/UZUkJoiYn2idcXxBYXstkyLV4XVepVJI+SMLjzfMqjGcdkQRJ2UmReBdFW89I82X7cF9Dl2dbvEvNQR21Wk14lMNqJrD+pmdmdLkxlGi3dInr/i1FZJqa944Wj/lZpkw6jDFL/Ukm2Szv6uoqlpdXNM6OeNQkay4brgmqKge02puSU46raAAKMJVlW3imoxcAXcxF2YfnoqLx+XLIvDpa3DJvjacUvygwfo5Ml2IMftb40U3u63EaNMXiRWk/qjFo3ECpQ2m3voRx9aUzhPsLaJuNwodwu+3GaWvODeXOurD+K3kuOYio+af6QcnjN7gPpBNSNGVLJBFDhsAoul2bNZ71abA8hWi3ZePOoUREBPXxs/XflgzWPZRCiKBy6pBNUjZNxBg8FNguc83Nyt1VBRiv6EJxA/7rQLdv3MA7b7yGa/OXMDJUx8T4sIJED2Hvrik89fhhdHTRevXSOTQVKJoe68dzTx7Gs0/sxyMP7VGw6lF89YvP4Mih3YgaT0X0Ib63b97En/3pn+KPFJz7P/43/y3+9E/+OP2Z2HVdTD6hoE9d68MXtNvNNQyP1jA1NYLxiWH4N7cGBuqYm53Evn1zuHv3OtbW7wBsIM9KTE+OoftboJQtDuDgwb2ypy0MDtVkPxu6AF3XhW9VF3AVBSI2FNxZQ9He1jw2MTbWhwP7pjA9NYpcA99YuYPNtUVdOl9DvZop2DIimn3iA4wM92N6ahj79k5gcmwAdxevYWtjBaPD/RptbgAAEABJREFUNeyaGcHRo3uSLMPSVyWnxl7AQdZCAaP+vkqScUxBxX7RLVW3oYvcUmuklAU5ENJ2Ll/f1DoaHh1U8KtPaitRlIUCcmu6rN3WWLYVSFhCoX1geWlZwbp5fPTBDV2Ob2ktF6Ig+2UOIAj8KfTVAdMLZ4lOm/Bh1b7MKLqDQqfTxgcfnsWZ01fw4ouv48aNZXz726fw7e9+jNfeuIiPTi/i3VPn8fZ7Z/HqGxeEXyg4XeKP/ujPFaiSHlni7sIdXbQrOKRgeiXL0KcgzuzMlObqFubmJvG/+qd/B8cO78fpD07h5qWzmJsYwpQu0fPkMxXAUsDv8OGjqOQ1OGi6T0HZAflDHyImJic0T6Oau21d1q9JfmiONnHjyk1oWCgbBa5euYFPFGBcWl6Sn6qmPy85MjKiy+Jh8ZnD1778y/iNr/8m/tbv/i3kWa5A+jksK4i9vLSKen0Ac7t246WfvoxL81d0gX8bv/aNX8Hf+7u/i9mZac1hEy+88BPpfUXlTVy5Oo9lBXNGRvqQ5wX6+nMU8ktnz5/VeqrIFvZi+c6GLveHMTYxrSDfEg4fPo5Swatr125qnjq4MH8JR47tx5cU+Ghoj5+cmkJTfuu73/2BdP8DfP97L8M/6LC62tacl5hRgCbTOlpdWcSc9NmQjYwMj+DQoSNqm4F9QghBfA7rQnxbcw60ZVtbjTbmL18Tzi4MDgzBvsgHyCtXLuPjjz8UTkvy96GuvaTe36+g+TXxXccTjz+NX/7lb2iuSwUo34J/C+8b3/glTE4P4/r1uxpnxIlHDuDZZ48p6PR5PPzIYezbtxttjeHjD6+jVDD1xnWto5vraG4X8B5ofwYJuiS79W8fD+pS/KmnnoADJWfOnFaQYgvDw0PSQwu3FhYVzG1pzfcrsDIv3a9j3/79Wsd9WN/YxKEjx7Gtfeu7P/oRikic+vBjfO8vv6/+I2hubyf5Fu7cxMVzZ1DKvjc31xHle63HE488iidPPqlg2FPY0NmoKDvyY01omWFdwZjdCqZWq3XcVJCa6lOv96FklM3fwLvvvY1rNy5jeGxE67GluSygIUlPWqMKRly8cBF3F5dkd6OyiYiQ17GtOWjJ916Yv4ltHSrvyu7OzV9Ch4UAqA8OoJCfLLUgNxR0ztVnoH8MmxttydPCts5PA4PjSQZoJQetmZX1NaxI9lXxlOMXj4bGPox+zWEpgToaM5R8Bmxrn6gqCFeKvnHX1K+is4/H1mwVWsMtBe7HtbbWFeS8I9teVk/Zj/oVRaEuASMOAItvS/uK+y4sLkoPNzF/9ZoCuW0FgYGxqTlMKKi8ul1iUYH0WwpQvfjKu5i/vgTWIrbbmYLRWxgaHMOtWwuYv3IFWSUX31XNUQfVSk1jJGLM4WBtUN6Rg/J4LIfzsqDmrK013o9C5YsK1L7y8nlsi2dWzSXDGD65eANvfzSPO8sl3jv1CS7PX8Xo6KROk7mC2hluLqzh9Plrkn0hyVSty8er3QHzmub6vNrOnbmmee1XkPEpvP7mx3jn3Xfw5LOPY7C2Ibs5gT17ZzA7N4GNDdvoJAYHK5Ipk/23VSdbC0FrbhBnzp7FJfEfHqnJh2/i5VdfgZP/dPOe3dPqNwCpGd974RT+7NsvaO3/R/zge9/CYH8N//gf/j6++tUv4fmvfAEj2qdee/1nmL90FXt275dsQXw2cer9D7C4eFc+ZgEZM/lGndWk00ZzE8Mj/Wg0qDb7n4Na5wHf+MZT+M1vfhGPn9yFRx/biyeefFh4NfH5ArY3V7VHDeDgoT1ot7dw4tGH8a//4A/ws1dfSjayXz56cmoS1eoAjh07qn592LV7ElcvX8TM1DiOHNqLZ556BN/89a9o7+7DdmMFNe17E6NDOHJAvmFjFec+OocrF6/h3XdOYXnlrvg00Nhcw77du7Bw6zo21lewe/ec/NgR7QVVrKysaHyLeO/9d9HXV8PdpQWsrN7FseOHZe+DuH7juvbnIfnaPtnRBpo6d05OTKm8CpKStaq6LY3pAKL8RFuXDNPTU1qvHfnm0W6/lTUc1Xh27dqT7O+RR0+ir38Ia1qLUT53q7GteqQ+DfnddDbWJJaiTxLen+1Xq5WKZM4EQT5oE9UsQy4bjgxo6N0tooSIIBDI5HOCLFIiIde6auvSo9PchnV1aP8ejI0MAkUTaytLUDOkKIwNj8AkvA7aWofpPUlnbfN2ndeIf7N3fHxctlhTYHwtwabeJTbkJ4xnIAn3DZLLgdFCPqkjiDFKRxEen9sNde3jTcumdtM3eJ+JMaAsIHmoPhlC0OjS8FwJ5JUovXR0/mrCZ5WO/FGpDt28VF0B0+0BKaX4EwO2W9vQ0oZ/g9l5W7ry+6BRLJvfO6Jk9bP1YJmgFLTmSKIt3aR68ct17vaY3Y9k2v96dSQle0RKkp1kshm5z1RFMrWbV6JRrSR76vEXMpzMv6NF7JykdBHURDhZx4ERja2mbKGCyCxBqfN7ITCO6Vv2oijgcikBSpU9ho72cNcbjGsgRVtgvF59kk/216PTqycJ45Hd/F5/FVyvLLUbvweuNx0DxMrPJJNsUErPMmK3W14yIUGE5IMCdAQEdsZWlvf5mr66p4/7poK+TE8ZSNFRoSNbU/apj/m4wv3cLvWgEA/rKQbpW43d3gD1z/gxRJBd/lH24r5Qau/MlYrpU4gYSdHr2m5PHtcbvOYK8cpiBYZCe1KhPr33LJfdx/TNxyDTE71SKukCKakeAOO7H+n6IDmCZI3SsewjaG2VQFNrpmNChJZ/+x6t1LcUgnqRTPWkkPT84Ifs1lmuXn26r9FDqfkz7URL7xKl+JCUDPdBaPdok3zArs0TKZl2jLn6BeEaoLwLnifrrpSsBvI+bbJbNpFem/VGstvZDfeAOme17z25UArP/Qx+JikZCNPwWnCOnWQ5DH60vCRdTPgk07hCiJK7kHvuKC932gCiEJSQUAKAVF99zNfzByVNV6JBqkHPblOWcIMb9WD+hfRg6LWrOn38XMi+ErQLFLLPdrMF2zbFOoAgmUQwrsiojQJV+UFUSLXv5IVsUy16guSidELlQUCVS2ioylXOKH8YtP9keo7o6P23zY7stoD5kITlJ9nlD1EVP/u6juUsVAH6K+mty1ePkpml5VNhp1219z5kt0+3ohQ/8+wknj17cRvJT/GPWsNQelA2Pap/gUJ7RKF3MEkIkvf6WX4D2eVpnYoRSkq2bhWcSo3L0Cs7NzxY57LB9SQTDz+XEC2Is2go635cJRySSR432W+Yt8G6KtKcF3o0MhIelEjq+z49MqT5Ibv1qfHnv8zgr9V5DtxHFqS+PT2Qrusidzl3y/72eMQZxjUUsiXbbrceIJkASr06FT/1cb37OXdDLyfpx53+3bLb7oMNqlR7KTxpVWNymx5UR1A+i9pcdpaUq7u6E575deWGcA3CJ/FgMq0eUPNPUrhMKH423SAeqWLni6RwAIYdIPFgIrvP5m/aD7a5TFL9CeuS7JaN1wMo2a7dbhoGt6k6fVzuQar4uS9SNFVHwS/6kEz8yU/nPVySSTYopXnWfJNd3B5f5z8vl9Dv05XOSvlJ13kcBpIQQpqfB/u7jF4SDikb1fy5nmSSpdR68jOUSIoMVdLsyixcryrhQcAEUHK9ssRPXy4mIPlAf1He4XV/PCXul3EP13Xt3jnyAZ3cGxuQcKmxe7+p6W48y7NEK+lR9lVIJ4X2Vcvmfp5nkgmn0J6b8CQPSTjFGOCzaZSfK8XT54vtRiPhu97Qq3dfMsh/5+lMahlC6PoJ5wY1i16Ebdv3AD7Pm7bBZZ/9KV3nukPv6L3I/HrncY/dNNK4skz7byv5eJ+jLQeUerjOjV9qrNabc99hut403ea80HmmopeZwAJEB3CuoZMESQAGpPGWO3qxrHS95p64nzz+pvZIt1vGis75Hb0LbSlmsq571Q3Fu4zTo+OxuLefPfbeO5Fzs84kF6QL4xiXvM+NJEjC9eZHdp9L4Rfad0rtO54Xj70LbZ3XmjC9EKPmKEt93Z9kokW3ao5LjdN43X7lvbHDCML1yyIjEQSQTbV15+U7mLbOyO4DJZJ4kDaUTNftogj3o/xXkK0+iEcSpCxAMhi3o/lp6S6ykG1Cybi2K893iCKg8ZpuqXnugdDShzStqLFWUNE9TqrUl+kmWdXHd86dHbkL7X2l+AolyQC6dB9CiBEVvXDZ4GLMAI3AnTpSmolAiTsDUlEKbycDbWy10Gp04KBjFA0LbwV0NEldkOGpXynjg8ZEKZY7OSLQKlrpJ8saetFf10vzugzJQdRtPbekIAsqW0zBxIYu8ZtaOB6YB2nZ2lJewpNQVp5lCCHA4AEXll84/z/K/jvYtuRK78S+lXvvY66/93lvyr3yBiigCgUUCugG0ACb3ehGd5Pd9DNDScMRQzFUSBEaBUeaEGMUCumPiZkIDSWNxojisNmcGZJt0QbeV6G8t897d705Zm/9vjz3vHqFbjJC+c66mTtz5cqVK1euzL3WPff58l1boIA3h5WZLhrhF4owUyHklIOnfRx1fZwbnrvpSKGIEciJsgVfIKuytFFo4djuaGpqQu1Om2DCJMagwjbW8gKbjy2Mizen6ZmueXA+4ALqsRww9m+N2wljA2I+bTTWkIufPeeGcYcspJ8dnMyywgFrXLMFkyowIF7HhrkOmb/H9pgRgcKUGQo2YAIvFYVK8uK2PCLguxHLhmOsq1argmyoTd7ipde4zicnp5hrR9NzszieugIp9xu1t3kMJYh47CaETKZwYs3ikJzJeJ5XD2eHxx8HUUXaIoDr+Xm+CX0Rhr0oUqblvMSAmm5VlSrgG3ahV9Oe8lyGXJaXFldwaG9ST29k4LGWcARb3pM4bauylfXX613zY8iLv0jmNRTQMqRMLyKyviN26lPu5zVatWO31Van06XO69zgZOFFgs3XYKhK81k06uJIayG7SQLcEUlr6Hger6G8ukGfIfunkdV9iEM/okD2hWShMbZCMt+NGrkcEYoIgZDB9V7nRq4r0Dephlk+ef6NvTq1cPoCzhtyaDeA4MFkIQRuo4hQSkmWa4u5VRh6PxsiIuOYF49XI1fLi0rIQJg93jS1oCApUQ1nzYhmRECzzHvCdCNCEcFYRc61nRrwDaZdsybJPNZC/kMFNItUkQfyEFBrE0ePv/m1tdkngNjR9Ws39PYbb+jKpQs4SRd0aP8eHdyHM5rAdqdV6+DeWRxDPe3fM6Ff/cXH9KWff1h/+Ree0aefeFgP339M9997XD/3+U/pF774tL74cw/r5z/7iH7ja5/T3XfuxXnZERPV0595TI9/nL5f+DyO150E0N7V8up17dg1o6NH9+sEztI77jiqy5cuqsG+rePovXz5vKYm2tq7d4eGgy2dPPlBdqa+//77unzlslKRJPT8KkGUNfD95w5v4nwt0KEO+rrVG+CcXTOKFubnCDx0NTc9qdmZKcbfZzIAABAASURBVJxdqxr2N7A9beS0oU63wgF7UEcO71OnlZBLECBMmp9pa9eOGQImF5FhTwf2L8D/vPbsmaP/GtLt43heUZtgajQ9cJApjsXAlq+v3CRAsqwBTtP1tRX2e1sNe7PPek9MT6FCDX031Z3s5Lks41jewrGYCrEPN7S8soxzshamGGfoUGXZ1eralgbYWbarIoJ+pRQpl/N5wctxJNY9SUK3xGEc8JZSw3ODPSrkP6voP/V6/I47tEngZnWtVgONdmeSAMJTOnDgAd1Y2tJrb7yrmdmuHn30EX35K4/iUD/OPlzDWX9FrXah5cWbun7linwgV1WJg/4ZfebTT+nJJz+pDS44Z957X4YrF67geL9TjzzyMfos67VXX1Pwz/ZkenpGO3bslv9E7eXLl1UWBXQ+ry9/+SuanZ3ToX2HCHxtEeS/oG/+6TcJzr6NY7pUtzWJbDfkdPHiZd1Ah99/56T+r//n/5tWCXzuPXycgNsb+k//L/+p3vngHfn/7Hvu2ecJihxljY/pEYJrv/4bf1U7CWpOoCv79u3R7l275T/Xu5tg7tGjx1WVbaUI1n9WCT17/qfviKNL1rEbBJeWb67o+tVlrSGrnbN79fSnP6/jx+/J0OlME5R+TxtbfbW4eN9zzz3avXevLqK3hw7t183FRYLZJ/XmG2d06tRVplFo/4HDciDlsUcfURv5bm2toPNvaXHpig4d2qfZ2QX0bo+KDnq5a07vfvAugd6zugGtTXR9lgDYIsGIyelZ4f9jna7plVde1U9+8hMCmJdVtVq6gbP+htftxk3VdegugpTPfO7z7MHjBJUvwctpVVVLDzzwgPbt26vHP/aI/upv/GUdPbigg3tm9Ngjd7Jf1nTl8iUCCH3WZVM3CSb+6Ps/0YUzF7R4vWZfBPrbUz+fU0lnTp3SG9gXnyFvvfUWY5wkMDnS0U1wnv7sZ/W5n/s5/Yf/4H+l3/zNv6Z778WuPPwxXbl0Xe++f07tiQWp6OqDU2ekKLVn9z6dJ5h+/Niduor+7d2zR48+8qAO7N+vEptw9vRJ7SGwH6nQxMQk+4X7FhfxPmfkyZPvozfLWmfvnyPofOP6Ivychs41taqOfvyjn+itt9/JczlPkG7vrr165723dPr0B+j+ii5fOg/uZeR5hXkOtJ8x/YsEL7/4IvK+oTffPEl+Pa/55GyH4N2mrly/pqWVJZXtSk0KBTq+REAHs82ebqsqJ7S8tK7eVo3+7ZZUaH1jXWxJdaY4J2v2J2ej1yVwgK2vY3c4byrOmQ661eelwra/xfq6vIQO9JlvmIAStFdZsyFnSQXt0IAL7vr6BmVpwAtkgLPJfWiLu5Yisu50JiZYo746BJlnZ+fU5ryenpnWjcVlnbt4VafOXtBF1ufVN9/TuwT8VuC9LtpSNYkt6apqz+rQkXvU7c6Kq4KmZ2Y1NTklf9Ncwu5tbGnvnr2UEkHHLa3wUuS/KrKFPvS5QxbIKM+pXQkWcDRvSurq5tUh6xB65fUr+tFzH+if/M739OzL7+vVN85iyxcwdyX6/jbr8D50ay0ubeiP//T7+vb3niNYvsR5sKnz567pzTdOou/n9ebrr+rjH3tK3/rG6/rv/tt/oe98+1mtLG+xVzkHuh3tPbCXs6cv31sefeRh/b2/95vYp6cVvBzOMJ9pzif/ksyB/fu0F1viO8QU58sse9EBO/+/v6dPvSMErSP7D5LXBFRLTXQb/fCHL+qF59/CdvX15pun0ZtF3byxhM6/q8NH9urue+7U05/5vGZm5vXiC6/oj/7oTyEzJFC8QF6rw5qsoDcXL1zT7PScjh45pEOH5rVn1y69QPDyxs113XviqD779Cf0l778WT3xiUc0HG7o3PlTKtHDG9evchfY0GX28u7de7Rv30F99pnP69d+7Ve1Z980Z8+QNZvnHFrHzlyU3zPOnTutXTt36Nix4+yrRtfQ7bLVqN1u2BOXtHRzUVvcvc+wz6yDR47sl/+0+p133cPYjRa5Y+7de4AzdI8mJ6ehP6V333033+euX7upxx77uFZXV3SAYGt3oqUhAcbFxWvYj1f0xpuv6uLFS+D2dfrUWdagUJFKWVempqY4IzfRgUmNgqd96E+y3kvIe1pnzpxmnPfU7w918+ayVlc2sVEDzc7uzHV9H6jeB+yBqqqo60NvSy6XnG0d3k/YGrJjOYFXFYyLDO0o6G+tUzPU1vqqFpHH+hp7nTtsPexpQJC7GW6yo4fqVIX6BFl9qZzotsWjNpZXdWTvDj3z5Mf12L136o5De7R2c0kVd4lKPcYv5eR93WNvuJzY+xHB/Bvo9yA31NzMjKaRgXNDBO3b4D1e8r7SsNs8H8M6AVfTGWILLD+XjdPBnhjfdX52bpxBlk+gd0Pk0str4HeOAe9hMicYsyGX8cGgz2OjAe+cNTarz/vnkDEMA2yNc+9rkRruQQ04Htt3FecJmXpMWGWMAbqwmtdwgE0oy5ZMg65qGM/47XYbG9PNOmDaXquIYG90Mo7xLDvbtoiQcQywLM8vIjKeaQ7hv8k8wf82r8Nt3iM+xDP/5sPgdj9HhElkWmO6fg91mxtSoKtoQTRJhlbZZs9U8nylRqK/18V9PS/LoMZwGpiqEu2uN0RElkPNuRAReU6eo/kxWE/8LJJxzGMDEZfdbnDZtNyWgUumcUasBOMlRYSM5/aIyHPTbcn4bnOV+R7wHiYFcyrUwLtIxvEcI1KmRZUiIpfd9m8D0/b4BXst86WkFKU4RBVKyn2RQQPvNfkgr1+jiEB3ehqim5ZpFztu/iIit1m2EZH7u5/5S+F+yslycb3Hd7lqteQ8InK7x3WbcSIit8mJ966GOxWsyPN3u3Hd5PHNi8f2s9tGNDxuIdd7jNrrBEKqStlnodGQnn4GmhQRGVy+HeiacYYwYPpuG48fEUpFIRWJm2yjuqlVZ7kNhUBv0XM/96dSKSVnGegu0xryfhkRSL9UijSCVOQ29200ShGRC7nOjPEUMZL5aN41NYy83ZYftn9EhArzKtMIBeOI5PENFPN4zsf0IyLvZ8s5IuQxDMYfg3HdJ8I0QymhS0q3aH0430ZwKgwr94mBKCDXYcYb0aLKn6wz4ZJq7JjlVjMf0zH/hobngW0IayLGTdiAIfsE0YslyH1BoQlZ+9IObgNE3j+hmnwEXi/WjeUyKdPNnbd/DFkXF2saI4K5jSFBm/kkUSeVZcGZUqjVqshLnksVVVIUknhHjAjwg4fRJ9sdF2GyZozaPNqGIbdRdeNMmR+KZSpoKRT8c535Mk9GighnGRomb5C1EdnVgBsiQgVrbxmOQdspIpjDiEYDP4aafg13MSST17yhPsJ4KdMpCtZXyvw1rCLMCdbkZFznHwH63v7sPsYz3Kpnnh95piEiFBHwl3IeQRnQOMFXw5wtiyaXITJuuy0ftdWZX1dHjOi6/LNgXNf9uRydkdcoRrwYx2C8iBG9iHDVLXCbwRURkce/ndeIj+IbbwzuN4Zxn3HbOI8IJexJxIjOz+K72kGgBhk12/JxLlJE5L63+vMsktsNo0fbk+aW7CMil0FjLm5TphExmpvrDSkFehLg6i9OAc1EU0gBbkSAOwKRPL6BYv7cXo4Y4UXER9qMY4iITMuNfnZuGMtwnOc2ZBIRbr4FfjK4ImJc8tOfh4i/uH0s04jIvESM5OMxPb5hXHZuyhEh92vYuwPueQ1r5n1GtcapgV/3NbjMIoybKCJTkCM+OqZxjRQRI/rosfuOgV0sg9fM448hkhdImX9tp4gR7e3H7TGV6bpfRGBb6wwRkesjQk7mw2fHYPsOGBHZTkbQ3hhDeayKGIbvy6J6wN0DaqqRhWMtBpE8VslFv8LetrmrRkS+m/iOZvqGiFCHO0qB3Wuw364z+HwtUqmGO0Wf+6/vsM4H23fxgnuRz7uqamHPO3J/j+d7Rrtd8RxqsI+uM3hOnpvLbe40VVXRr4RLZdvpdsvaND2viMj3TGE3XVcUSWl7D3jOhgKeI0byd3l0vrSgGfgPttQjWNfgzxXvM4FPlJGgxiEGhvHHkFJSRMjj16x7jRxcRrRK1LvdPEQEPLdk/jrtTu5jv05/c4vjerTPI9yLAfiYjmVpGPs4nFv+pu+5RXwU3/Xu5xwSeYyIGOVUJO55MCoWW0yGmtHH7z59fL0OIkeEzHPEqJ9IEXGrTk7sEY/hsQyuMkTQJwFFsIYjmRvPcxivkUgRQXvxUZqCpUy3hjUDsrYNAzciMq5lbt5M0zBEd4fsY+dNU4/mGcopYlRoMs2Gaf95MGKr1VFrez3KqlTB+6bHiBit6bi/caEAbyM+PW9DGnJZH1qxI+XOEaOB3SHC5RGhIZcjdxgOkgwpFQqUR6D4ZXMLB3qPl9CaG1ZRJLU7LXUJJnkDZjSE0QBDLg05kNrbwhGwoVWcass46TdwAAT9ut0uL5ZMio1ScmkKFsQKWKDwqWBMcCzeGsEMzBN5bmMQT3YwGHCBr4EGqGX+IkLm321CidqtbnbuVGVbKdiIHNpDLlkDFqQmN05EYpFLlQiUIdTDsbe52cMJto5jZhlHBQ4ANvkEc/SfcPJvVk9N4YTDODdAgp+IkFOPudp5aGeWX05tUJz3cCzYIbCyvAK9QR7LxiEiZFkbAjq2febd+D3mN2DeAsf1dtytENzbRH7GWV5extG6hrNgK9OICKWiUCBHpq4hG3zIPI3bx4HZZ149+qJhqsBJgnvor5kmzgrz2gPHufsmjF8LB1gqI6+fx1vD8TSkj3m3gWi12ips5HDezM7O4jibV1W1tL7BekPXYxfw1MYwO/ezafi3F2oJB1gfx+QqsKIVgjGWnTe5x6A5fywbP3vNQ0nJ66iQ18uyb9hQfQLzlrPxIgocvQOt44C183kZB5DnFBFqoWvmxX291uZn1GdEz/URySKCfoXzak6ep/HsPL1+/QbOrSVgEf1Yw3GyqJrxfbFyvoHTdQsneAu963YmcUBM4CCfzjxXVRtaXXhoq+awaQZDRYSCdWhYp4YAHCqA/ErZCa1iqFQ1KiopsQZt9pn3WFUlFUWSU40hpztFNMQT4qFh3S0TUU5QL1MJfqmS9SxYi4hQSqZRKCLyAdRDPy2Hmr41NId5b0BTJHRFJXmIHV2j8TX9I/c1nTGYtuXnPNHHsraetNstZDAht0WM+pFBUCrY96lI2/xV5FWWfUTAbxLsoONbeU8PcSy++85pnTp5GudupYMH9ujokQPat3dBO+ancLQu4whtqdNudPzwXn38kRO65859Orx/hzbWrilpE8ftlIa9JRyJNzXVDd15fL/27Z3VsaN7CSod0EMP3qlPPXG35uemZeftNZyNdpLu3rOggwSIWu0Ch2qX8bs6c/qUzp45qW6rwOm4pjuOHdGu3Tu0E+dwwZzkTdgUmf/r15e0jm54D1nHJyc72tjEqZkScy7yHt4kWFwSIFH4ua9AQnbs1hwcA5x8nU6Rd2irAAAQAElEQVRLRVFoiO3tDzaxU2vMeQUbWmjXrllNdlvojtTUmxriEC1ToxaByaqotYnj1HS2cKSuryxqY30FvAHy6mpqugOtDd1cvIEzcEXLa6ta621oFcfqFvtqYnKCMTqKCM0vzGnHznklDs4GTSirUgP485kwYB+sbWxqg0BFFBPaGpTa6hci/oneSAP0s49eNfK/IT85OKEhJsqHLMkvyDXzSyj9oN8wbld79+7j7FhXwd49cuwO1ZFUcXbMM+dr1xcJllzR6tpQk1M79L/49/+efvO3fkNf+tIv6NMESg8d3C9EzLo+oC/9whcy/0Ps17WrV/Te2+9q8eZN/d6/+l19i8Dnqy+/onMEXTY2aq2ubrDOM3rqqadxck9Do8D5fkVvvPGmzoDz3E+fJ7C7ReDqXQKIJ7Hpfd1z973avWuv3nrtLZ16/7Rmp+bU3+hr18Iu7Z7frfnZefCGqpjbUYKn16/c0MMPPappHMv/+D//z/Td73+XoNmmpuen9RiB/N/4q7+Jnk3iVP9AVwkA+huTL7/8qv7pf/+v9F/+P/7f+qe//Tt6leDjt7/9LQJQi1rDzlVRam56hiDxowRSvqZup9KlS0t6/qcb0rDQYHMg1dKNm9fRuYG+860fKoquXnjpDfR0gH519M4772udy94yZ9VLL72kV159VWfPnpX/n8iJiQmhOvIvOKwRUCoi2FPzyKfRmTPv6ZFH78cuLjKnCT330o908tx7mmV+C/MLnMMzKjgrjt9xXFs+Z/oD3XPvfZqdI0CAkqyvb+nq1WvyGVdxnrBhobWGrb3BHC4RmLiopeV1ZLGoRYJkiwShDx06ov37D6DLIki8pB3T0zp/8gOt3LyG434rr9n7BMkvnj+P7Pvav6+jI4d2q4+98xn96KMH9MjDd+lTTzxCUGNetuPeX88++xNk9jz7oqdjx47pyNGD+uQnH1OH867d6eov/9IvKaGPk9PT6MgT0DyotdVNKVroddKNmze0ub6pJz/xCfiQPvuZz+kwvLY5F9gG8HUVXvbpKoEhtJ5zoqUV5D3gfub/85ONoMuXLqnAjt5cvK733ntXb6OvP/r+D/XNb3wHeVzW1//kj/X9H/wQPl/US8+/ZHGhc9M6QSBoZWlZK+zzVc7UNe5cDfcX/98dLYIPDz78CPZit3bu2a3NLewIAaBLVy9T3shrZbmsrayxpuYs4K2r4SCQWTCnITZlUrZVO3bsVg4acB6tb6woFUnD4UC28ykVWXYpCvnsdJ2Dpj6Hi6KQoc+dxOeDSF1kOj09JfNZMOd17iM1xt94NGuZu06D4Fw3tzCvhN3JUJp+X0WZ6CtdvnIN3VjBBm1qfauvmvtehU1dXetpiYBUZ3pOnakZ+nc1OTOvTWzVEBu9srKh61dvqNWaRDeH2VYvraygD8HZNcmc2/BcynqfOEc5IllncxYaYE/KsmL8hoohchjI+jlAp4UNHPQrnT69pOcIpl692tMvfOEreuqJT6ATn8EuPUJA8YC+/8N39P4HZ/Tiy2/o1OnrjDPU5uZQthULs9M6uG+H2oU0N93SO2+9r8Wba1peHOrkB5eYY6HJqTlVrQmduOchzqF79Mar6MfX/1SnTp7Bpp3nPNuJfu9FR0I3OdPW0bV+b6C9+w7oEPrdZw4vM3YHuc5Md3Xn0eO6dvmafG6duPtubGGXM3aW9W5pabHR+bM39M1v/kh//PVv6K23zsoB/U9+8hM6deoMAf5n5XuQf4mgKCqJNXjjjXewqZu6976H9Md//D3mN8iyfezhB/QrX/2KHnnkLj300AF1OoGsJf+fpM8990NsyintIei7ubbBHjvCGTepqYkZVWVba2ubOnfuiq6y5v6FwyvYDo83g51dXO7r29/9ib79g+f05jvv6tnnXiGwvgEPG9yLh5qZm5f39cbGus6dPyOnu+46pn379mknwdeIpHoYeu/dk8x3Jc9hlvttKpL27d+jNvt4fn6nAokOfaZx9t199x26fPmCHvvYo6xdT13OqKPcCWqUZdeu3dpNAHh6eo45dmW973Q6msZWLywsoDtSMObM9CwyPKV777tXdn5UrZbKoq3zF69qBXty/wMP5jnU7I2DB/fLHauqUKtVqjPRlss97gpLy4ta48xv4CslFEdSz7+AwDvY3Oyk5me6euiBu3Rg35wGvLNssd+OHN6lWfQrmg311tbRPfRtbob2TQ1xMjz15Cf0+KP3KfVX1AbnkXsP66F7DurjDxzSA3cf0frNRUaRIkIl71Kef1EUueznie6E/Dw3N5fzahvHcijBc1u77TlUmYbvpO7nOtsktxs3JduZoZw2eM/wPXOI/vY4U9xmvECWY/D6uFyzDn3OnC3u57Yntj/ua4gI1ci0aZqP5CNa4aHY740C25SKRFmqkW1DqSEf8G5t6HNHdd40oXXePyIKlgis5kPw2hs8t8RcDB7AucFltzuPCEWEizlvtum4AooyP0Q7ZUhFyODysB4qzwf+TLMoChlq6ge8V7pN28ntHs+yHdM3rukbz+D6Alvb+PIQjRS1TMf1Yg/AFuM12P8655YD4mTulqvkuRrXfTyeyxFBe5Pn5fUzeCyD2w0RkdtFcj/TiQjOor68fq6zfhTw5n4RH9L0s3mIKJRSqQJbFJHgr4bPoTxHyOZPgS5GBOVGYn6mq9uSdeR2/NuaFBEyfkRkug16ptuS5zFAP3pbAwlbGBEZX9spYrRfBpydPh9r+keYF2V6lss26i3eayaGKipYj1FgtcnyMG7EqK95srwM5n3ExyDbv4gRjutQEcinzJv5E1QH6IhI7mvdMC0e83p5bIHjugg4gJdMB5K1TIaCP7TleuoiqCD/6CeyHCJCwT5QRGYlgudtSEwyFYUCwEfLbJvMQ8OeYyTK6BvlBgWMGNHL9WAmT4l7T10j9xAJ+iwvBYaKbfBTs10e14Urs+xN15Ar+OG5N+R/0SfC9Ju8Ru5j+RhcNrhscF8/13Wd95Cfx/WW+7jNucHtnpNxIgL6greGuesjfBs3kIOYblW0lDKuV0Q58bidh2rwbCOsc0PkB3Jus554nEyLDqiibGmHFIacc5gPzkW4oX9E0I21sUBy20A1CJZRDf4YGpch0rCALosUKeDfHUWfmvkM81wS9QZqwaIdOyMgYdvKqsjnW9ViL7PfzSdXMRlAzvSKlOT6ZN6otDxq9FMK/hXbQJl2kcb7JQVt7E3zN8Kn8S/4WC5N1tKanx/K1qhucx4ReU41slA0I362+XK76butQbJ11s/a1YoIpSLlXNupQc4Kyf5U566OCEWMwPMc1zkXInOfMUSEioK5Rcry0a006u/HCMoCnAMf1jWCbR4bWuEBXiKCZylilI/H0Xby3FwXMWrP1fRzHvFhnXFcZ3DZ61D/TODbbRGRx4r4MHf9z0JE5CqPPwZXRETu7/Lt4DHHzy67j3PXOW9YF2ac+yaEEBFu+ghEuK5hrW/X+5puzS1ZR0SmMe44oj1qzzpw+zgZV+CPQNiwMR8iRUSmO+K1Bo91CRr4RATPI+CRsoDRMz9zWbeliGDvJjmZJ+djiKDHNrhuNF7jYqZjeVinnLuvYYwzzkfYyvj62YQ+1NzXmMzPtvzF+NtYEYGs6/wUEfA/4tN8RIzKIkUEPwX5JuObP1dEBPrMPmCT1E3NT+XxRti6lYxv/p1nvcR+jOcVEZlGxKiX2w019s/4PwvKqaGPMkTEqAYZuJ/xI0Z1ueG2H+MxPT/Lu+SO4rL7GFx2vXOD8X1+jOm6zu0Rke2r6/v41gbcMxrPnmGjQKapzneCIedkg84VRcLOVryndPI7jO9X4zvAaIw+7zebWb4FtsW8+C7Ww6cSETKf4v476NfcSQaccUNwhawTEMjBuaizlKVWq9LEZDfHkGzjC3gqeZ8v4EMk+5ym8bOYB/PSblcyzpB5+L7ksYfoU0Rk2lJAu1ZEZF4S+9frMxw0CqU8t4mJSbXbXeY4oRHNFm2BT6yX/Raep31BYXnYhgN+9rglZ09RFPBQMI6yjhnfPFgWEYxLe8m4RSoUEZmvNj4tvxNVVTXqA8+IHo4COk0G0zG/Y4j4sM20XV8UCXohadRnwF3NYxvc33g05o/PhyKF/M8VwY/EU4JuSqaTIFMDQ43OqlBEyCkUSgEOz8aNoKZRTh5jPJbLBtGukJz5PdQgkvkzGMdgWtYRy6FAThF0Au9DevDDmW9+3GT8iJBzkUzDuLafQ3TAvnHvZ7ePISLgYyS7ES77nT3ncsPehwxzFrrXVqusMm3zZH5MIyK2UZjwdjlX8MM0Up8XySELyHP+jDtFbHdkkE5rSiXO1aYu8+JagViyvNn6MN5jM24SkPOmRNJqd9tqAWW7UsFlx85wFVLZKlVWZWbSm3eVF/tVnPRWfCuVX9zKbaVMKVSWpSqUzLmhYeLm1WDmzbAvfQ7Cmd7Qh1AB33zMH5LLm9aby/im0e12stIu41jcwMk/HNY8I0PkIyW6pLwhChbUi72GA8F4W7xs+7cBwFTBph4taoz4q0oCgD0FPFetlro4lx1YnZ6epE444nrapD/qIAYQ90h5rCEXBcSLbFtqtzBSOA8L5qwoFKlQAQ8RIf/z3CMij9fFIeO5pKJQiXwmp6bkFzvj5HmzoVAZRYQiJSnEWtXIYpANqOXdx8ng+fRwnDasv8Xmw2yA8WOR89giWW4DXvoGMN0oQa/IdAZs1sXFRZwD6zIOqMxxC2fNuhJzMI8G65PHW8cxY8Pq9XS9c6/jFuPVrGvZqpSKhKHt43TDwbWyquWlJeivKfMJnsf0HN3PYN01mIYdKC5zxpl9RSSlVKqDTNv+bQMhBCAiIcOWyrxZCsqV2jhrSnj2PHo4W82vSK63Y6uqeAlJBTIpt51fs/Tr0G9CXYKjHcbwGkxMTmtqalYTE9MqeUnv8aK8tdnPMt8gKHD92iLO7I38jYIBRrwsW2p4mVhaXMpzRRNVdUq1gQJZBIGvqBKr2cd8b0pFD9luKco+5SHlhvoB8ve6DtQ0tRdaAe/iZ1ZpervemA3CqYc9gZT7GG/I5d7zppK1Tc5oq6ElRUSG2msPsYhCUZSMX9IILodjA/9NndAvqDY1fYcAfEiKcH/xPEAGg6w3gh/vjZQS67pOv74oSswEdPoI3L4G2JXGesG60AgNGMCIdFir+flZ1rWFA3VSJZ13zHd06MCcZqc6OPuG2li9ri4B56luSY++Lp47pZ6jPfWGot5Su6xVxEA7F6bVbYf6vWXt2z2nZrhO8Oi6bt44rwHOwSuXT+OUPYeu1IDUardUYM/mFhifIKVIXueKtV7Byb60tKiySjh0V3Akv5ltwhYByAH28TrO6iWCPkU5wVxKrRFQG1h2Cpz8WzhF13Ttxs1sK3oEFFZX17W8so4spIR9SW1sL7QLyra3EaES2dj2Ncg0pdDW5gZjLwNL6hEglfoqmOsMdmiA47Oi7yT2L3Eoed9X0Ot25zcwPQAAEABJREFUKxUs5fTMpPrgDHG6Ji4JQ4KhPcpFi3ZkDqtKVSUxLsvOHGr25jr0C01NT8H3FoGKNSFYlfCKSsh2YBVnr/9s6yZB0OuLGwQ5b+LAHhBEhRRGp4bekHWurTvogJgLLQrBlKEOqoJ1qzQkyCFaFpfW9K1v/Uivv/62ev0NvfLay7qJregPt3Tl2rX8bc4ampgMvfTSaZ3Gmb/IHgtJFTKbnJzQz33+c3rwwfsJ5k1reXlRbeZpe33q1Hus+VUNsXmHDh3WZz7zGX326U/rmc8+oWum/err8jclT548pXPnzum1117X++9/oCG2fIqAzMTkpFJRMvcK/e7p7Jmz6FKtA/sOElTdjUN6Sy/89JzOnj6jvQQElhdX1BCUOn/ukmwjfvVrv6b5HTv0f//H/6X8JwP3HT6gfYf2qj3Z0ZB122SN33/vJGuFnmNTJnG879t/ENlvan2zB41ldO8tAmvXtbyyqBaXNf+iygMP3K/PPvMk+6bS8uqyrt+4qief3KF2u6Pvfve7zOWM5uZm0aFNnT17mWDcawTqThG0PaU/+qPn9du//S/005++oDXs+Oc//3nk8YwOMq6/3VW1WuI40PTUBPhvy9+c/M53viF/E3JqsqvzBC2buqXf+/0/0I0bN9RnYW5eu65gjR66/37tJzC+ThDEdnxhYYf6nMlnzp5jPywypy3N7VhAZ25qY2ONAFFXXqcNAh77D+zXfQ88gLx2ao7g9NTkrPbt3a8GnTmNfC9duKDvf+/brNslze+c0ZOfeVKnz13QT5/7qfytVNPb2lzX0595Sk8+8bj27N6pHTum9OmnPqEDh/Zo1645lejo9PSElpZvaoF9//BDD+jgwYMZ9u7dKzvgd+7crU8+Dm14Xlq+rqPHduvM2bcIjl6Axi75T0HvJnBy4/p1AqlP6I7Dd2p2cl7rBFqvXL6uu+8+gS4+rP379+vwgcOaJXgywRkvdN0Bg5defFkXLlzSG6+9qWsEh3bD5xxBnMMHD6C/s3rn/Ys6f2FZb7xzRRXBmAIdt17+6McnNTs3pX/5r/4nzpxlzqpKkxNd+U+Q33HHMc0SkHv+pRf1zW99W1G0dB9B7A7jfvwTDxJUukP+k9wiOeCbVGR9TjiXqrKDfWmwMxvYgA3OtFXaNmS70WA31rnXVa2kqlUo3xU5P0TyOeKztWB/tLEpraw3A/qvZHvitrqulVLK0DQ1/HZUREBb8j2l4VwYcmcN7ITbC2zSHDrj/T7kHiPRgl5V7GfbXOeb2LUlAsh2/vkeVnDXGqrQoC7QqT6B+jXOoZD5WZibJ0g0FI2cE+wVgkHtqqUNzvFN7kyTU9MKbG1ZVkqp0iUCWmXZUlW1scctFUWhVCTswVC2k5PY3nV0rM95HyH5DtQjoJqio3Y1o3rQZl5t/eEffFt/8vVv6bmfPM9+/L7uu/8+/drXvpj17OChg/qFL31GD957p774uSe1Y6ajy+eu6vNPP6Gnnvi4vvbVL2t6ssV4Id/BW6xhKir24nn94PsvwuOSvkcQsd2S3nztAz337Is6+cFZzr6O/Gfsd6LXBXtmfXWD/kNdZW+ePn1a9RD5c7e598SDSlFgF6/pwrnLeu/N87px9aYmWm1tcn8vipYOHDhIwHEfOIu6cOm6WlXonXdOERB+Vm1eUL2v5wjCXb16Bdk0+t3f/X29+uo7eumV1/Tt7zxLMHig733veVYv6amnHtfHH3tAX/j5z+nxTzyS98U777yl9bUV7VhY0MH9B5RSqQtnL+nShSvytzT9SwvOW/D05puv6r/5r/8n9hi4BIZv3rzOnK7o4OF97OOennjyGZ249wHOrEbf/d5PsIcb7ONNTbLvBgRLZ6ansy1c2DEn38HqusfzjMT59Nqrb+Wx9+8/hM5vcQa9wfiLzGnI2g40Mz1He6V9BGB93q6gd1/5ypc0HGzpK1/5Inayr4r92UL3Dx06xP5ZQ2ZX2Uvr6rB3l5ZWND+/QLB2Wdev3dQ//+3f0alTp9Wg08u0TU5Oac1B/utLOoNNCNb5Ju8ybc71ErrePw13ur7Pbs5387yyskT/IfRbKtmTNe1DdHmLwF4RjTrtUks3rslr/It/+ef11V/5IrZC+qt/5Yv5zx8fP7ZXn/vsE/rUUx9H557Wo9jAnQvz+ay4eX1Rv/ALX9CxA7vVbK5oulNopp30t/7qr+iv/fov6/DeWTX9TdXwE2rk/TEY1OQlPDXIcBOZDPK5sGfPHtkGoARKRUHbljYIjNoGFkVJ2yDXub/l0UKGa2trqrABNXajxs74eZMAsW2BxyrL4pZtGQyGiijUYv+3CXyXRUuGFPCC/pueISKUsEF+T4lg00oyvZoxPC6Ptz41cwpwI0ker/Y7aEiJd8QGrAa6AmruBwmd3VjvyePR9Oc+DWs8rkyMO34ejx0ReQxtp4jIfI3xzJ/5Hj87v/0ZdKUilFKIw1e5nJ9hXsrr4T6m49zj2l6Nc5ddD+qtj58jQh5H2yki8nORChWRVBWlSsoN8itSUo2d9jqbrkjW24iQabhcgO91MLhuDBGhiBGIZD5NY8wDVVmXTNtl9xvRKzLtAZeUiHBT1gn3M0Qk6uCrlgr0LiJyu2nTIIVy8nguuI/bTM/PrjcoI0aWo0jGiRg9J8bw/D1340aMiJpHg+jrepcNHsO5z0nTWWevWv7GEcm5gWL+uHw7uH+Rklq8rxQBCrrVsD9cL6XMo+kbIkIRAZKBbPsTMeI99+EwS+jvED3uc/567u47hojIMjNuRMj1Y1m6HBF5jBSFkgDnkfSzyTyO6yJGfSJCdGanoaOSi/A/ZLxBLqei0JBWthk/G9oAl5izfjZh71Ih+nnn9lSnvuw3qpta5tOg2xIqkem5KiJu4UTAk+Bne4yGsnHr7Wcecz/L4/ay18jPEaP+1tXb6yJCBfNxnfu6bB3WbcltBqaYa81zROTxBtg4r1HDernRbS3fTTgncCeoxb3F+9FyNn3j+IyLiGxHx2NZ5wbslwFnhcF4puX6UbkQwsC0JeTXsBZ1fs8Z4Cyv0bOIpEiF8jjsexC459TsfYBn44zAz8iRF8asG+is6UdEloNI5rOmD0U1rFMDT/TgcQjUMv8pBfgpg/k0YEZUlCO5NE2jiPgQJEwgddQrpwTJyKWasTxPQ65QCMrgg6OfSQ3doNHA16illqKW770+ewrW0ryMoVGtUaIjCwhLcpvrGuhEBH0lz6mxVkPXmKmIjGdcQ4TxQvKHtjAgg9vbIkIRoXEyfcP4uSiSvN4Ro3k18HN7u5+1nVJKGkOpUAXdgvFGzVJEfAREiojcJ2K0BtYnyzYiEJpupY+MuS2DxHhG8Bq435C7aJM3OH1pcHtE3KIfEX9ufP3/mSJGNEy72F63WyTgy3ya/8ZnPLKKiFvj84hueqV0i4+mqVH7AXOtc1uzTUOkiMh9PVZEyMnt47yhr8fxGiTkHBEKNwINdCAq61gDnnkyNNQ7d1vKSzrihy4f+URAiY8rI7YLPESEgrHGcze92wGU/HFdLvzMj4iQ52OICDmZH+OPc9cZXGdAMH68BcYbYndyG7URIzoUQf1wPhHB/EOJXCTju68xIkZtER/moGTeIsLFTMt9DK6IQEddAGrLkTwi8hgRH81pyh+PZxjTKFLKY7gx11OICH6OPq4bg/sY3EI3xjHnrBxjj3XebX8e0AhwTMf9IyKPOZa56w0iOY+I3G5c03WdSBFxq14kr7lx3F6jUxGBpaqxQMOcD4YDdJln7m6+l00Q4/D92DAzMyPfUyCTcUwnIphTMCHxXtTXluMf2NUa3iGv0EhW5jslzgnXI4KIpIhQUZSq8nt1SwVlqkQTbeLO2+d9bVHL/uXuiGzDyrJUkRLrah77vCv0GHNLPXypPmNtQ8xXSqGUGEPKvPpO5fYED8n1sJxlAK8FNqDgHl9z3hjPc9gizlUTYGZY6Ih7bSP7PaAGRSbAz4gkQcfyHtLX9ERK1KdUuAkfw4DzcqA+72FuL4qkqqqUzIN5ZACf1zXnuUGkiMjtnodIzt3XOY8q4NdySPQHFVk0eY6348CWIgJzBa/chQQ0LEiD/E0jInJ7BDjUNW5DA4xHVabJD1A/xDPPhoigXjR/OO7tYzfQM0JRhErkavR6Wz7jNtPxHCyLokh5vu7jdssz04OfBs0c8RSZ3zHOOPedJeMypvt6rJRG9JxHjOY3whmiUwNkNYD3YS5bJ4J7TKHgthqZj3E/0VekiMj1EUkRlCP4wSARAbE6gwc3TE3MarI7IyuSX1CdD3CWOYA6QKGGgIWBNinxkl7yUl62SqUKKBJTrpkyFx4Lj7qiKLh4DbXZ25Q3p8dAFFkJEgyZlscwWHBuN7hsJfYEDX4WqWQDKSQ7/U1zq7fFy/ZGfgFfX13VKk6GAZvJeB0cFc7d3y/cKwQ/NnAMD1FW5A21UKCEitCAunWCAL0eB6FCKaXsiJiZmdL09BSOlTmCZlNq4Z2qOVjNt3HaPLt9Aoelebm+uMhce/I3Pyanp9XGMQUxNYwxZKEcRHA5FQW+u6FWCe5uEswbspEFTtOwJojPj5L5S6qpG3CxaOOMnMWhaudK0zQowQhaVUs2cF3PF5mnIimCvkBiHikVLFeSvEkwkKFGFQ6HVlXJyXRbrZYMAS6mQoExa+N0twyLosjr5fYDB/aN5AD+ACMbEXnsEvwhPFrOi8jADnSvabc7QaBxMvevGd8QyDwVKdcl+hdAq6xk/icnJ8GfYOOVmR+PX9JW8GLQWA6sk78F4zUc8pInhbw5zGNVtVjHgeyIse6mopDrIpIiQzDzUXksP5EiQhVjpFRoeXklf/NpgxfZLRtR5rS0uKwb129qZXlVoaSScaZnZuFzUpZ7CyfNzPQcOriFg2xDEaXqYQXNrqYm5zCgjfq8cAxxrjpQ729d+VBQSJ1uS612BV9DRRqobDcqKpwvxZYUW6paA8aTpqY6mpxqqyhqDYabtA1VlFKJgeoSdDGdgpcIllv+7cWScocAbd30JHZkwkqnQvRHn1CuBGLF+lv+EQGOFMiowd4OBkM5FalSkUqKdGTeScZzeVQXmByvwRA9QLmUUih4qaixEQMuR0N0bUAgN5IIyKziyMT5TvchdZsE/hr4kvGbQV7DsioV0KgxtkOcb3UNBrwMob/MGgxxkG/ZaV808vPijUVdu3xOk53Q1EShiU5SUfSR/Rby3lQD3ZWVRd0kiHTy5HsEm84RoDjFeqxr7+4F1q6QtKW5ua727lkQ4tCli2fJk0r2R8XeHsBLjd7aweeAmr8Ne/nyFQJR5/X++ye1jj2xzrfoHBxSy8tL1K3Jf4Lw0qVLjHkFfdwiSLRCvqkioRvocZ81MP2KPT3FxWSDYNMqDsEe+rZK8Gx9a0NbBGQ3qFvDuegLQlGWQsAawpPXT8iqbBXoT0k1OjbYVB87Oz8zrVZVqs0eLdgDNYu6TiBqAL2Qsqw72wHVVUSAmN8AABAASURBVJyuNfZ9g/aNrU21sFdR4MT0GEWh4F/Bc9Vqye81PWhAAhu3qeuLN7RJn4Z1dLCuVqNUttTCcVmjGxtbQ12+tqQbS1v5W6lCV6NqKaCXkK/5F30ikgJokMsIGqmWgroSeuahVQXrKXU6jQro7N67mzNgS31sQCqlEmfu0vINtSem8zeN//D3/1BvvvGG3n37bU3hjB7g2H377bf0zW98U//qf/pdghh/Jstl//59shP8APldd92tNmt+1113aT/O++vs+S0CKjXO9g8+OJkDcg5sinT8+DECCbt05txFffu739O7BFf9/4wewOHewh587zvf0Xvvvq9rV64xw5o5b+jlV5/XW2+8rG/92Td0+dI1ffzjn9Qiev1f/Of/hf7sz/5MU7MzOnnmNIGyd7J8o2DfEEyY5hzZvXufjh69U7vI29jlO+48pnvuOZSd3btwSIv9jbiwDQOtri1hx26yNsuaW8ARv7mag0cP3H+vjh27A32f1z0n7kX/J7SwY579MtT09DzBjh/p4IFjeuaZn9eJE4d05MhRTU/MKPHvBLJJBNUunL1IcOWcfvHLv6DZmUl1Oy2Ckh/XwvyMBuz5bretXn+awFtXL7/yOntN+st/6Rd19x13Skiih35OT0+plfdLqCor+NzUzl27sG+TeU3eefcDLsWb8lp0J7qanZ3VNLLZf3C/JiYncMLfhH5fXdb1jrtPMIc92JahpqZnNAcff/vf/Zv6pa/+op586pME3G+gk4Ju6OChffr8zz2tv/W3f1O/+Vu/pqc+80l1sRv/zr/3N/Teybd0/fol/ehHP2aMFmvzqP7KX/k1/aUvfznrR5t96nuEz5YT992nY8j/7fffkW1UhfPy3fffVBND5DijyclpbbFvfTakVCCvizq0/4i++aff0Q9/9Bxrvqq77r5Xe/bu0/zcAvOe1iS8L8ztUKfqaj8Ba39T2n/eeQl78sADD0IT2WAzbGv27Dmse++7R3efOKInnjihZz7/jP7G3/xr+kf/6P+gf/gP/7a+9rVf0Re+9AUdPXpUHfj2L3wszM9rAzvy/R/8QCV7sNWe0MlTZ/TaG2/r9TfelH+Jw/VDNnk0JRf/Wt32pCbBW11a1+lT5wj2LMr3nLW1De3dvwc71NcWNtnflJ7k3Pb6FynJG3WIzU6Ui6KE9ymVtl1qkBdWomlUsf5FUchydTnC+3vUHhLO+ECla/hvqQSPLa8yCvRpkNd/iXveEoGmPve1CPegDzS9RjVy8nj+pZCKgFMqK9XYllR1lJj7QEFwak0DdHF1eVkXz51lvpvawJbDhfzLMOvISimpoG8bGra//gW7TdZ1wNlUMC/Pt6oKVe1K/UFfC7sW1ONsUxEqW23E0Ghzc0urBNBvLq6qwXkY6qjfLxl/oFMnz+nokYME4yZUFSnbgEuXL3Cx76PLE7r/geN68hMPE1A9rjuO7hXHma5ePqOZyXbmvd2qMZON1jcH8l1ldXVLRZrUmVNX9fu/9x3m09cdx49r545dqtK0lq+tExQ9qcvnL2ht9Tq6OqE77jiiA4d2qyiG7PWulm7e1CR3Ngf9l+H5EAHTIWfw1GRB23V434LeDOflDrXZ+ze46+3YsUNzsws6S7B3srtTr7z8rnz+tTgzPvvZz+o+9ktEwqac0MLCnP7s28/qvQ8uoPMT+tM/OaXzZy7pz/7kj3T+3AdavH6V9b2hl154Sbt27dSrL72mfXsPaos5/sv/8Xd1nvPeMvaZuMh9bOeufULh9NnPPqlf/sVHkfGW5ucntbW1osUb6wRfL3IezGj3wn5NsMcuXb2u04z3+lvv6ycEmG/cWMM2ci6XBfKY0sMPP6QHHrhPDzz0oHxHOXv2jK7SZ9/eA+pwNvod4mMf+xhjzMn72/bgBz/4MUHfjXzu+fnqtSuanZuRA7rDYa1HHnkE2tPI5HLuc9l/Fh5d3USXiqLKvxzR2xqwt2axxQkbfZcOHjysHTt2KhWFFm8u6+qVm9xBl3Xl+prmCC6/8/578h3W59H58+fYTyXPNbq7Jd+fSs7/TQL6/ssDq6srStwVGnjpUF8WSd5Pv4l9O3H3IU2jT++/+4Zmpzu6+87DiuGGnvnM4/rsUx/TLxNo/cxnHtWhAzu0AZ0qtfTcT9/QD37yA738+ouamO3Ac0+9jRW98tKzKmNLTz75gJ56/D7tnZ9Qw/vZkLtvyTm+tdWX5TdkLwbzLqq2/JcWutiOTe7aywShi1Sqz1pvrvflb3/v3XNAQ+7NiiQMQoZWp1KffdbutjQx1VGr3VafPdljHBDU4v4R2LEO+73dbrFHhrxr9TOJmk1kR0iWAXJIRckeL1W1wMMutdi3KSVkyJkdIZeLoshnm+2Kcgpk3dyCAftj3NbtTGDvJtXijE6pAEcqGKOupYjI9CIil93H0DBuM0IAv7E6qwU/tmEJXgwiRYz6GZ/HW7Qa7qd1PZRtbmNafwFERMYv4CkiVKLvpmt83ZZcV6GbHts8+HkMEZExx32cG1wZEXlOBbLys+sjGIe50yJDjf55muI+AYvMlakyXeOPwf0NHjMicnXESN4Ro+dbMoOIxzGuz7alpSV5T/nZHZ1HuE+6NZZl5DaD2z2W60wzwrhjhsa5eRyVIyLrxXjMIrUhwxqjaw13IykpwhDYyb6aGh1hwjVnYQMU9K+QT5HMD23b/ENE5sV0Dean0+koIuRng9sjwqi5PiJu5a40jufgPII29rsUKqLgFSuxP3vitUyoiQSfmR588MAnMkSYL+UxTYvKrIfWA9sx0Y/p0D7C8VjGM7/Oje/c9S4bIsJZhlDQMVSzn8M2wM+0RFBP7n4GioqIDC67rubuoEQdABH2Y4/2BhD7W7yBjORpXgxjPiLoA3i+RVmoqAqlgn7lQOLMqwPKvjuD43HEOCwLc2zyWnt89zU9l41jiAg/ZryGEttbDXWGiICvjwIoMp0xjOmNeXV9gW5ERB7XY7hPRIzGgCnj9nDEJta0SMwjJaNkfLcNuH8PsIPDYZNtgWCsQTctb7pbfNAagj/M/dw9IU/vde/5iKDNM8nNyh1oT0WhwvuYdvNpCMYXdUqFh9GQcfu9Iesy1ND7nCEa9kTTQBN+RroXjB+MYdmOeDTfdd1QL+pr8ob+w5xHGLfO9eaoaWrqhzyzdrk8UEqwaR4pRDQ8B7JP6ERoyNiwBX59C5rGYzUKcohB1viGRL/gWRl31MYjPATzMKjhmU/e1+5P2Z8I96OR8Rs0MZKUgeoC2Vm+QVkkj1+zifxsG+w2y9N1bosAETrBYCH+8ez2nwVIKYJ25h4FOWXjRIzKESEQ9G9KiX7G95jGGY/veY/rXB8R2JAEKehJI7lZuuaRqojIbZ7nmJ77R4zqRfIa+17ueh5vffxscIXziJBpGETy+7n5qllr0zBQnceLiIwbMRon4sNct6UIJMlamc5t1UyzuUUnIjItjzsGbacgpznj1xjPBt9vAz9Us0KNs9zWMIYfIiLTTZH8mMFtt4MrI0Z4ESP+bm9voN9s01MYW3kMlyKMX6OjA1EEthHcmME81ZSck932iYi/AP82BIoRH+KYB0PEqC7iz+d0ucWbdcAQEfBX53r3vx0yPj9cR5b5iQgX1bAvxpArbvsRMcJJ5OM1ihjVmZbX13lEZJru6meDy7lP+vNr4jZDRDhjTckoj/GdR4TGuUim6fEMlrLbPG/v5aJISkCkET3QZfy/CCJCZqkoAp41ShCM8HOMnuEogTSGiJFs89joSERAI9F/VD8eJ2JUL5L3jfffgPPB7alI3Hcr2eYXRSEn03N7bd2jgtXDftb4oba0uLQo+x16+CjHdIzrvh3ejRP81dhwuqkqKpWcCxHYYNZzwN2YKSADZZ2gKpfNh/sM4Ml5g612nWlYB2r22gD/sZ9LzmwDJFUgq1QU8pgePxg753m+kduDAU3XvPb7vXyeRIRSUWi0Rp5zyPPxe/Mm7+jr2/7+IWdXWVbq8g5cVS14bXL/HueucYf4Sv1LLwXrWwKJ+wOZYEMNMqiZ4JA5j+ciwU3T5LlnnixDYECMys9em0Tn8RxEqrkrNtAJ6KXt/sYz0KyIEU2XDRGR59XinaGqSsoFckjwFG4eAfTM0y1ARjW2zPx6rAYeDSIX4+Z6dCGS1OZ9q9WuMk3jRETmISlk3g0RoXEyTgMN57fXuWy0hMB8Vrt9NE6jiMhgWoaIMPo2jOQ3wsW2IXM3G89yc269rdEXy8jQwLsBrYOubvFpXPc14Ya5DpGL6RryM7L3uvhZ6IKhAdltrhuDkJ9pJTPgRnfqs6iJl4J2NaFOaxInxBbOn1Vt4NDv4SjzS+sAJo075EZUc5DyxqwCBW+1Ki7bCLli43CJGNA+3F4gxoeP0WY0A0VKqqykOCTs3G7z0upJb6HIfXjI9Lcn4me3uZ/5HG8YhWR++jjG+yi1HVzu1+8P4NubppYnWOK4M7jcQ3H9Am+aHn+CTQIZmbZh0B+qj0NuiOCMX3LhrqpSHRxFVeX5tbISuf8WjoGxEE1/Esdup9Nm7C1dwkHi3xYfDBspCiUMiiIUKI5CGiDDPg43jzlkAR24sAPB/HuOhiE8eC5D5FAwh5ZfyDFONYteQK+qWsLGyJvVuDUKW1JXIctWq6WyVakoCsYPhoxc7tDWaVcytJlXF8dDCY7HWMd56HEjAv6G8jfKNreQI/xFhDyG520QKaUCvFp2XpRVhcHpZseBnUo04/zYHOkOjkj3qaFj+gOMi79NZ9hiPWxI+s6BFnTm5uayw3yGoNL09DTOpRmcVfOsQVfZMRKJPd4AUgSyTSX1reyIbTOfWZztVdXKBn8dozhkDdo4VCpkOMBY+yBYXV1jPo2KolRAD0qqGNu8+8UVEWeHGHtQXRwiksccQQ6yo6MVYzUKBbqcopB/I3OLYMva6rrOn7+stdWeqrKrie609u7Zr253SgPmbn4SY9Ys3goOoxWcUg5uVq3EHvFL4UBTUy3t3T+rg4fmcaZP6+DBOR06PKtDR/bgXDuAE3IGeqWYkroESTudQlUV8ouhcOL3+5vo8abE/rOBr8lXCJS1wd2xc1YzcxNKqZbxO+h2gQ40TNprZBDJOUumiBLabWoCmQcXaGU/lrZfKlLDGuBwD2RQpFKtVou1aqvVdr9CbYyvg7stntvtCrn3OLg2oTVgrzjYLNauUlkmJfZHREPfQuY7paGGOLxUJEVIRdFIzM/zLUKamqh05OAOPfzAIT10/1F97rOfzA7AfQRD52a68DlQU/e1TnCwYC+b/gblTdsz9q+/nelvbF44f1avv/YyfK3mAKsY8+LF85pFFwMdsbP2+o0bunLlcnaCOmCwML8DfgtdvnSZMaQDBM5sP9ZX1rTEhWN+YQdOu0bXrl2XdW6AHjaRpCj4VEqtSpvokf/EeWIyFbLpTHalVMiORVnu7bZ27d2jGXR6/4ED2rFzpyIV6qHHGxzoQ/Y8EoFvAoxrAAAQAElEQVQO641D0TrlvTY7N63ZmSklZLlFkKDHXBsMvkgD+pRlmzVtsRZDJYW8ZsKWT0x2NHIoSO1uVzV9NrmA9LFBHsc6soWjE1WBUqisKjlI0ceeQUY1enYDh/r5C1dxlK5qDQfxFjZ1UAdnSF+bOFDrFEJlsN0ChqojFNQVSUopKSIybX7kT+PBMtToHlxQ7vdqZNLWYx9/hEDW0VGQDBkePrKbeZUqi6R5AoN79+2h3LAeqwSATurMmbMEyW5oa2Oos2euanWp1t7dh3XwwFFduXw1B8Xfffc9XTh/UUePHqPfsr7//e/L/8fd/v0Hcn7hwkW9+OJ7eS3a2OQnP/VJfe5zz2hqelK2DXNzO2h/Fef5kl548WX963/9deq3dO+99+pzX/y87nrobj3+6Qe099Be5tfowJ59GhJofu7Hz+v3f/cP9ZOfPI/dXEdn1pHPQIePHtbu3btyUKGqWujoFms7q+9/7wfqI9sf/uBHrJL0uZ97Rv/R//5/o//wH/x9ffWrv6xAHteu4XS/cVmDZh15TIM/IDgyk23VWQKhmCDoH9dxgptLKytqInT95g3w+vL/3+c/Z3nh3CVNT03gZJ/W9WvXdBjHfqtqEwBa1+WLVzQ3M6fN9TWV5RpB0AVNT0/p/dMn9db75/XKa+e0sdHTI48+roce+JhmCNJ+4F86WFvV5tqabl6/kelucc74m76vvvaq3n7rXVSx0QMPPoA+1dCcU5eg7JGjh7R33254HKJHa9jSXtaVSc5d/5bkFONGFOpOTureB07owYfu04n77sZ+9PXt731D3/vhd+HrtD79zDP63/7v/iP9u3/3b+vRx+7X3MKEzl0+qQsEpp789Cc0vzCt6bmuLl05r4OHd2NrZ7Vnz4IuXyZwfPGc9hE4nJub0/MvvKyZ+VkdueOQJmY6+uQTHyegzXgI9fDRozpw4JBqSdeQ5wo2wTq1d/c+7Zhf0Pe+/V395EfP66XnX+Fs26k333xbkSrt2LVH7xPU/ODkaQIm19Ghm6rKlh559GP6uZ//eX3iiU/q/gfv14MEeQ5gDw4eZAyMdLtd0v6M/tpf/00dP35Ui0s3dHPxOmfHfl1lzR588GGBpiJxxmA7Pjh5Uh+cOsl+K1SUlS5dvaYPTp9Vpzst68W160vo2wr7rWT+e9TvNep0JjUzM69UtLSxtqmZiUl1Wm2120Vei1XWNLAmiTFsGyexHymShtxzbIcq7LvUZL0K6isCG0PsiqEsS1VVJfcdnTu1IkKBXZjABpbQjGigNeDOM4TnEmijc214G7In+pwlWyq3aYg0YJ4O7JkmxDKtmgN9nXtGb1Br6PvVUErIt0E4CdvVKsSch6o4K3bsXMj7r0mFrt1chPPAhm1ocfGmGnBt84qCDtijDfS/hRz8TfI+drioCs1is4tUanVlHdk3jJ/ox3jMKRXQWt/ijrEJ3z3d/+Cduu++O9gjAPbh8JF9OnHvMcZb0SuvvqA+5/n5sydV95bZv9LPfe4p/dZvfpaA5XnNLczr3IXzevjRE3riU3dr34EJxqrz+Hv27Ne1q/RpzWqZ4OqN6ytamN+jRdZ3arqjJ594WH/vP/ib+o2/8lXN75rQ+tYNvfnGa/C0poKz13+ifoL7wXXOvRI9WWONe5wnM9NdPfLwg5qBxlECu8srVzQYrsvfyl5FFqFC01Pz6N4y95857dm7Cxu4gk1b4VxY0bGjxwgO7tIzz3wO3b5fDz30sGamZjU1kbSxPtBbb72jP/iDf6VXXnmRu9RF3Vha07vYkzfeOa3pmT26dnlZdx+/RxOTba311nT+4mX4bbPMhTY2tvTd73wHvSz16GN36sjRBe3bO6N77tqnKe77E60J/fAHz8p/7nfX7v3as+8AZ/8VZLisf/mvv5mDqj10ZP/+/dATet9hndZYw1rdiY7uvvvurDvPPvss58U5Wb985s7MzKjF3cfti5yBCwQ53eZvn3a7XX3m6adVliXymEAPGua/A5tyKed+v7p48aL8lwnqYcD7pC5euMIeXGa9dmkXduHypavsxR26//4HlYpC/iWLCoV98513dOXqVV25dlXL3CfLIqHDDfwOFBJ5oxVsrffDFHZ8F+fijtkZzU1PsGbcEWMAP30dPrBHj9x/r1ZuXlcXXX7wvsNqodsT7IU7D+6XNlbVDJe1sXZZ8zNJ6ys8c5dodaXrzPfXf/PXsTk3VLVKZHSn9nH2+n7pv04w6K9L3Kkmpzq8I3SR3yDb9OnpLjJtK7EnBtiJdXTHZ4H/C46JCewwNsb2cgK5m3/fZdqdtnyHM7gupcQsBc1aBXLxGvjsCiYfEcy/zu3GM77X1nldD+kz5CzsyzaqwQb0uZ+voz/5ntIE96yhfBebmplVF147k6wdvIo7YQ/70eGsMfEiJVs+mW5VlUqRVLHWNXNO4KdCyuPzblrTr4BPP0eEIkZgO9ggb5Fq8oigxIdsk3uU3/NsG8c4tLBuTe7vssFdDAibNowbJ9CA9+Oad3FRtg0VlszQYAvREnfTeGzz5DEiItdZrw1uj4gsX5Ea+DOewW1+NviZZmx0nfub54jI/UxbJNe5XGGrK2xKhMeq4VfbEPK/lH8KWp4HHfmMx3Cep7FdR5bH8Np3CDyatuvMu9fbPPo5IhijAcR6sChK6AdjoMfjdq/NuOz8ZyEiclVE5P2ceaHGTjUoaYhe+T3A74M1e7nhslsULcYb9QOVMesMlkMbm9Eq0ZnEjKFpegbzYXmad0MJjufXxZZEhCJGYHrG5/FWXcRonu5nnXRuvIiAjyLLSuh3TSBzSNAL9wk2Q4KinEzvQ3BNSI0yzxGR+5v3EY6gWYqfioi87h7TsnfuOYzwIADW7R/Xj+hQCz+qQwkahiIlFSllmhGh25P7GWgUHTJ4jg063cdPNWRCzW066vLP9vezZVqyXw0F95MoqE1SbQhyaHgdIkbyHM8FrCwLj2kYcI/xnnV9RCCPBGuRwb8wb7AV8lwjQk5jnkzf4Ge3Gyw3042ITMttui352RAR2eZIgRjMPHkqch+RzK/peC3G+KNVCHBKRSSJhW24z9TYKtsJc2cevIcMLke4FlQ+EaFU8sx9rEbeDTKK4FlSTVmMH+xrBXuLwTCrGoElEAqZz6TGe2PI+Pmv3ZGzT0Z43p90BLOunUsRIfOR14t9kBJ0QiS3G3+ourGdYAx4gpPcpyhS7md8Q0SoVtLQugavzTbUDNwAoi+xdGXS/IxICkAa1WgbX07QCPtAoOnH2yEiQDVfhqF4VMPIdQ2fjONxUxrzlnJX1wmsxNwKzoeIEQ03uq2hH5MEpXEVNOMjkCv5YVysi0eTgg90IkIJiKBCf3Fyv4ifGZP5Wjbu4XaDKTg3uM35CJA9o8KgIkKen0ijtiY/e14G0xj3dQ7aRz6uM7hvRIz6ppG85M5ilG3ejMejIuIWfPQ53aqPiEwrIjTup+1kfg3bj7f6+Dn8A4gIBXmRkoqUKJmPWj5XacrPP/sjIhizACdugUie2xh4zJ+IADdlPJHG7eM8q0BNg0a0XDJEhIoi0VeieEv3IkZ4ZLSNyrotRYzqEnP5t+lHRNB/xFdE6N+WzGvEhzgRcauvttPPyn67+lYWEbmPtpN133S3H5ljZPBOcH1EZPzb5+F6j+Nc28nl2+siIveTE+WIEd3R46gcEX7MEBEfkW0eD9mN6drWGowcEZnHlIIxKCdJoZwiQhGRy8a3vTeNiAA3qeTOnTJ+c2s8kWrsh/EzLggeP2JEx3VuAy1/IgKdKORk++822/MC22IZuG58N3Kb64wb8VF69s8PeZfOONjHslVJ8OZ7jsc0734v3MIv6LuteTIdUBXY+lSUKlLJRsHu8t5tPI/tfj38Ppvct9fx0/fwZ/ru77uuYYt3MI/JNtc4RYTMv+9BPXyJHCIqC+qQMU25zeP7nDCec8uyqgraGJ+7dx4X2s7Nf0TIKZiUoc8d3TURXutanodIZVnxXtZVVbV5inzuei6OWZmOx2lxp223SoLISYmDxOvVQKBhEs32WeayZX07eLwi0YcxXT+adwPPBWO2VeYzL6kir1KBXAVftZw8X4PLpu08IhQR8JByX/f32lcV6yBpiCHxOGN8quRyk3n1nIdqwGngWwBHPQPyoex+ZVngx5nI4HLGg0hSjKS4PXYEfOjDZLwxmM64PMLwfGrs8jDfIUdtozHdHgGtbfCz203DsvLl1ffvAl0IdCEZCrjJjNdMoYbuCBrmKM4pSCmllGXsPAL6Jgz4mSx/GnDdJ4L2kAr6l5zT47EHvDOaB0PyDzcU1aTKFgEfLoabKNsWDvgBTvImandVA2N2tBvsNGpgOBBqiQIZCitsxQSob7aFXrP5g+eIyIwVKEJVVrxIT6hLIDVFyko5QIEbNhpDyHUJPLkPEBF5wq1WS4ayTCJKoprLk/k2/0iLTYUSo+gd6LbbbQXjNvAxwBB4cy4tLcmKX0RC2UvGibxo7m+D4Q3ucr4QhpQYJkKQrsEb4LDbwsm9ItPK86IxUmTnQVEk2nu0r+HQWNUWhqHPuKZp8KZzbn4igqm5X5XnkxhoDBWyjAgZf53g5gD5JTZQFIn5NnmMBH5BXQ+ZmZcBBmJickozc/Pq4CwqCi91wHOjoReagE3Nmhbw2mKNJnnZnMYJ0OWlzJusKAp1qLNDOtG3xzr0cNKbV5EiGJuNZUfH9evX1WPcPjge123G8zpEeF4arSdzd53X0vQTPFuuqzh1/O0aQx8dC9bHvCHkbDQq5m98r5nnbzlsEmAfMA/DGv1t7BpeuopUqlW15Dm4zeO57yaOh036IDpVZUvzyGWS+TZcfjdpY0rMtw10GbOjAn30/FvoV0TIdIbI1M+WSReZluBYX1utttoEV9vtrsxDj8B7PWyYcy3PMaUi64CdYmrQ7X4t//m58+cvyd9ouHlzSZZXKkLtdktTU10cZXPasXMGR/Ukjr8DuuueI/rMM4/jCDyBo20yBxMOHNyrvXv3ag4Hbbtd4VzdUK+3oW63hEYHGTTQ3cLxsIl+rsHPlkoCj1UplQRZp6Y62r9/p44c2a877zqKTCZxypbYoD77oNbQATP0xLyJ1EYWE8zTe9Uy9v7sg9M0tfjIsvT85LdO5BpK/CuyDCpkNEVgY3Kyq0nm50CIg6D+hs/W1iY4UsEebjBSFc5AkUuNRlDDN6XBplRvaYANQmVVaIC8SnWYe8BAf3Oo3lYtVou5TOjOOw7r6OFd7KchMtjQvj3z2lhf1uLNa8x7r+6/717Nzs3hiJ3RTgJTDkzaCT2DU5ElZ22uaHXN+Dfy3JaWV3XX3ffh6JtmL/Zw6J7XOzgtl5dXkHsfh/Bqzjc2NjP+1OQ0ct/U2to6M0lqIbtLBOeWlpaFemhiagbH75Tm5hbkb9Xt3LUz698AJ5eDxX1e/q9du6EVAvHrG31oD7XKBUPMcHl5mfpV+Nhi3ftqs2830O81ZBksZU9IfAAAEABJREFUcFFVyLNQh/oSe+yLvffO+saGgr0tdG2TtethA2qxRq0W85qUbbb1tUaeKwTSfDkyH6kotHPnTvRxGnm2VPBcYm+iSGKpWb9CTq6fxO7YcZmi0AbjDRjDe7HdrRgbO8Q+jSjVYx8sE1RY35S2+o0atAVCqpsGHRwiw6G870z3dmjcHiHEIJD41OA36nQSenxIgU179713ZToTE121sPsDZNnDtmwRMF9eXiJ41dXK0hZBpmM6fOSIvvXN7+vSxSV04jE99dTn1MehdOnSFWxlLf9fgHfecQK70SHg2svBrB//+DnyG7Kz+ypBp+9+94eq6w0dPHgAp/+beu21V/THf/J1dOSc9u3bDx3pkUcfUcU++MEPnsN53tIGTuIT99+jXft361OfeVJ/+atf1hNPPqG77rlb7bLSO2++q/feOaWq6OiTn3ySfb9Dp09fhvb7OP5fkOW/a+cuzU7P6OaV61pBDzc2e7p04bJsg/75P/8f9Dv//F/ob/+dv6l/9tv/VDsICP79v/e39OknH1aWS9VWg+MiUqUULe3ZdVC7du4j2LGohjVaYW06nSn22IQOHTpM/3n5W0gOEtecs8/+5GXmd16d9oRefflVvUOwg6VhD/akofTW22/qmc99Sk8/9Um1O6XuuvM4OrRXX/7yl3Xi3vsIEL+gM6cvqdWawuG+ikN+XefPnctr+dxzP5XTrh07dJwgy8MPPajFG9f07ltvgLemQ4cPagf7ZXpmWus49D2fxHmSUsFcEsGqNSlqra+v6ubKDZ07f4og0ykCLGd0Y/m6Xnr1Zb1KgGjXvn36h//H/1i/+Mtf1bG77lZnsqXX3npJz77wIyzQQJ8n0P3YJz6mVrcl24XpmSl5T1hbHRB44cVnVbIXHGx3gPIXvvIFHT52RAcPH9ImdurF55/Xa6++ogjpwoULBO7P6d1339e5cxexu8c0OTmj9987pZmpOb304quSko4evSPv8+eef4FA1lZ23k9OTavTnYLGpRzU9zk7xbq3J7t6/Z039Y3vfkvf+/4P0Isf65/9f/+Zrt44iQ5s6hTB0R/8+Mf6nd/5F8j7WeR7Uf4lkOXlNf30OegTvPvRj36M/JdUMI9F7kMOwv3w2Z/kP4u9sHOv2hNT6Hap6eldBMY2kWmfObd1c2lVm7z49NgrM/PTsgVYR6drAoeYBhXswwY9sZ7WKMSNmzfl/Vdjxx1IDXZ8HxkhUOg3Sqxfn/MmIrJuRwRn1oC2OreZP+OEQmurq+ypIXyUdK/VGBejWqOAKZXoVEcVNjAikPHkLRqmn+8WvMS0OGcaVlngFEWSIokrDFmhTWyjbWEFTwFNGlWWbU3PzGmDu07B3agzPc2spATOgKBPm71dsW99nwjmXrUqZLXOHIZ5Pw24P/kXN6amplRwp9rgnKjZJyKZRkoFc+kTLF3XFna8atVa27yplfVFXbh4lnNiSv62+eHDBzjj2/K3yI9QnpisNBhuaGamg4601OlU+r3f/7pOnjmrDnr7wINHdN+9BzQ5LZXtTb1MIHYfwcKoK/bSEuta6tq1U5qelT7/8x/TgcOzrOuS/vCPflcXL50iYPmBjt2xT5cu9rVvzxxyX9X1axeQa6k9u+c5Q6c0xL7u3btT991/p37pl38B3d6vhx6+R0eO79MEe2oX5+udd5/Qo49+XIcPH4HXKV29fpn5bsnfjBzyTnHgwAHmOKef/vR5PfHEp+BnTg8+eI8+/ti9mpme48w+rmuLqwrOtJX1Wv1o68rNdd1c66szMaXgbvPEE4/pxIl7NRyEjh29k3HmtW/vAdau0pe+9CWCl5/SU596UJ/4xL369V/7S/q5zz+hu44fRHdrrSwu5nv6u++f0vWbq8iaYKEaTU51kc9N9KmtTexrUVRa5UzewlFQsGf61pUysTcWddddd8LnfvlPpJ89e05e04UdC9qHnfH8Zmamdeedd2L/J+W+a9Cxeq2jC4uMbxvhX+qaX5ijb8o4p06dyvklgsOTEzPIYl7Hjh9H/lPq8F4jHM599s3mxprOnH1PU9iok2cuopuNNrbWNT03hZbXsj3agtc+eri12Wh1cVM75nZoksD4xsqSJrtt9CpperqlutlUKoZ6++3XtMZd40c//D5nw07V3LnX11Y4K3aoZs077ZbEHp+e7Mpn384ds34N0zxB8L07d2uR9fI3aH3Xnpubk/uXZam777pLB48c0q/++tdY5yn18l9SGahqJU1NdtQ0NfIuvTW1zHk95O5tOUUE9ZVWCBAPeJ/Y9F/nYK9McM4PuWdEFLJc2VLQaFivDRkv2I8NBFqtFrpQyriJfdvjTmBcl5273niGUblGR/vIY3ALBti3ogwNmH9EyO+QxnV/2xz/8hTVSpGUUiEYUTRSDX9+9yqqQon+tVeFMyoo+915yJybAA+dcz7k/ap2HYQb18G/+eJREZHnMBgO/Jif3eb7ksFlN7gs+kZExokIeEquklNEOAMYwWMBo0a48/gAjblvSkmeX4HORwTTavLd07o3Hs+5ZeHcY49zlz0X55a5c4P3kPFzG2vsszVYK5EiRmNQzGPdymtKyJMFkcGyzeCpuEBzRGSeM23mYB59DrW5Czp3veucgy7zEjHqEzEat+aMkBLrb9k0YvoZz3NynzFExLj4kdy0IyLrY1Ek2bGTUAcrQwNP1o8eOtSkWgwD/chrWm8fCgV9RIrY5gf98dg1fanOHz97HM8lwaChYH1cbzznhozMD7dHBCVlmY5xXDXq53oDY/psgrVgPHyAZpsGPshlTNNzsOOzzztvm/PPss3E+XELB75ie02plvejeR6P7brbIYKxt3XdNCLgF91omH9Qz5PFpUS9y8aBq0zCZYMfPFfvoxr9L3gHquHbY7vN4xtvnLs8Bre7r+UxgpTXMCJyXuR7hbJ+RcStfNwnIrKeWJet1+YhA7x7/PGYNXI1eFyRnPt5DFTlNRr3iYg8fkRonCKC8ZM89qguwCmpi7w3TassSmSV5PsH2Lls2Ynk9jwuMuIxjyeBFQXlGOHCd42eBrYhSSpSom20J3Jf5kE1dZb0CGpOH9umIWvmNo9jgFFFlCxXQkYNIHSeR+9nC0mhhnePBh9CEFANTubgfPNzs90eERJ4Y/DcvU5yosmkXMxz5ME8NvDjtXB9RJiNW+B3Y6oUERoyhu+AuU/TKOd1nXOhP7f2gUT/RJ9EKQCNcHJJ1EcGjRN8uBgRshwMw2y7GYNzIBjLdR4vYtQ3IjJN1xsYARLbhEQ/+hjfUOf9AZ/wClL+RETOczv1ppHLDZsatiNG7Rnpth/GGQOT4BO34Da0zFuDTPK5xjq7j8foQ9/l23E9VI1fw3PwernNOMZ32evn+ojRnMdtzt0OB5kHlw2uN0TQkgDnwO1tpm0c1xkiRnijsjK9iJBTRMi2yxARuc08uW0Mpmf4WZrjducRkfdHiQ2OoFwk9CQAZZoRIadQZD0wrdsht4Fze53L4/qIgFZSRGic3G6ISFQZkDK6kbb3KZUyuvWcltG60e767Yz2D+lFRH6OIIeG8f5t4HEiwN2GMa55srwMrosIGVc/kyLiZ2pGjxH/5vqIGPFoVCbhsQwR1FPnssc18KhgHhGRx4/4UPYII9MZ8+V+GifwPvJM/fg5IjIt9/MYBrcZIuABcFtEMESDjRveAuOKFBHbNJyHbk/GMQy391VEZFzrZELfhc1o8j5jL4sn9nc+J7gTux9VGd88GBpkNK6PCI3opHwWr/Iu7fuD6yJC2U7CjukZzINBJNMyIDSZniEiRvdCXvqjwK5jmwryTqdDD+X5e1/5ucFeeCxfcVIq8p6TgrOpVp/4SA/o837tcRvOAbcZhtg33xW38HFu4FM0jVAa+fo530w/JZ6534vUw6/gd/Ih7+UNdichszGOZQFKHrvkfb2qWopI8rh5DN7r/A7vcZzX8Nyq2uBXyK3MeY28+/6FMw6LiKC+QAbgFC3mK9a6zrI1nscuikR7kd+xJifaaleVcqKvcQzmy+D6iJD8IU8pKTkHqIJ+k8cbxSG60K3w0ZlmS2UquKc1spxNy6Db0vh5PN64KVKogX4tzhcGicg/FEEOkvtlcDvP/qQiyeCy6VlHRusitVrmqaK/sp64byiUtsHliNDtyThjMD2Dn53XKMxg0GONesh2AAw/pAudiFBE3CIX8WFZLvJeYF6LosiyS8g0IhQxAo9jEPOznaRaxinRafdx2cQDOUUS/SQErboZ0KNRKlKmO8G8DZPtKvNoeaT+sJJSR56IK7ZQcpZIZVUqyiRvmgwpRoSqQmWr5GW4yjiJ51QlpZyXSlxmh7x0bw22JPoU0ClgtAQqFKsoSs8jM5AvBnau46SDuqqyTZdCKSUmESqg1eKlqIJG4kXUENCMiNxuvDIV9EkqihGI5A1q6GNw/NsO3jwNG0UYmohQgn65zY/zhg3T0GahpUKKBIs8D7kEebOuO7AJraIosjJPTU1oZnZKrXaFI7OnVYJ8iwRODB43IEB3FMKBkV7ebKYfEfCJjFIhJ/MheS4F9QXsNbmP64qikpQ0wMgOcGzU8F9hDAp4GMDLOsEWO0zKVoUTaApnSyf338Jp0Ad/mPsNoC5SrYp+7VZLFWtgXgwu2/lR8XLURMFYddYDy8QG0Y6LFvQ9l0iF5uZ30H9EIyJkI7TG3M2PjZN5WiEw47IYuYTfEiNWMmZRJEWETG9hfh5H0bT82/xTOBwd2C3gz3SWcPIuLi7hRFnFQbIFPwIaDTFm7DNVZSvPtYTucNjQJujMavRNgAIZSEVKjNPSxMSkKngwXg+5FKmgbkpTBLciRvwn1iqlpAEytUE1DDHofRxRmzjUPKcBz3zYTBgihLG11SfAsoQDdRPYQg5brNuA8kYe3zrrudd1MI91nESree5zczNimvJvrbQJOuzcNa+9+3bq6LGDOn7HQcoLmsLBdfnyWZxlHxDo2QI3QZP5s54bBAw2CSiUVdLM7ISmZyZUtoLjtqdh3SPvC7Fofm6aYMYO7dgxpwMHduuuu4/J39TajUO0IUjZNFsqSr9BDzTk5alpahXsq4RMOq2WKvaGmC0D095jKdGfVkneALU+TA0o1FERCngtstxb4JYEcYccbmvrK9rE0WeSFQ60Yd1nzXpZ3hsbPegPcepN6ujhfdq/e04lL0OdslEg8C5zq9JQZVFreqICCh3cN4tTdE7337NTD99/RHcjt+nJEqdl0tXLF9TH6Xbx4nlZTv4mm52Vmxy4V6/fULs7ibwmsiO9qtrIqqUKJ+EUAYzdu/ZqYnIWmS7QnrSO09M6YX10QDMkJeZom9Xh8uD9WLCYLeR1+coV3bixqD48OwjagJmKUl282iXjcGdQDzvXQ6fWcIRewbm8vL6kBgfb/PycOvA1u2OnUtnWunUOKKpKDKc+emk+zhF8Mh8bm+gcl4AeTtUNcs9NkSSQezhQzZPx69prVimlUhGhKPT1HOsAABAASURBVJJqDhoJ3FSoPTGhSWxYwZqUrUID9KAAZwGHcIOOe78knjs4L7s4tQsWsFYjg0igqKQupSTjVlVLVavFXLqan19QUbaUAM/52tVF3bzRF53FkUJbUkDDL5YeK3gqikKV50z9z34ipCaG6KhkRxWi1VtvvacXX35Zl69c1ckPzuuDk9f06iunVQ9Dc7Mz0GrJ+/jA/h06dHhCdlT/8IfPsq8uCZESrDyvV199XefOXiSQcEP/w//4uwSvLuvChUsE1wnKnT2vTmdCe/bszjbfsl9aWuR5hx555H6tE0y6TtDv9TdeIdB6NjuYjx49ql27doOzTzeuXSf4OaGjBA7m52b14ksv6eTJD7Tqb8Wz35ZXVrELa9qNI/qxhz+GY3lOx4/fpR2zC7JNmpnuCN+xpqeSTuNkvwA/q4vLun7pqrZWNzRB8PO//m/+ifqc13/tt35dn/vcU3rk4fu0eOOS/vlv/0t959vfQWil7rjjPg1wUmxsDvT97/1Yp0+fl/+/xLvuPKFOa5LA3uvM+wr2ZIE59bVn9wE9+ckn9KlPPaEHH7hf88iyXRZaurGm9bUNHWQ+H7z/geZm5nQvwYw/+ZPvq7e5oruOHdXdd9+tmalJ6H+A/Ad6niDhP/vt39elS9fUqGKPrGKn96q3NfRRq1lonDhxQkcIuhyA7gMPPID9qDRN8GoSvZudntJO9HFuboY1uqAhC/f+++9rc72nAnq9rQFr01K7VanmzrG6tqzAVmxuraIP78ry3rVnl375V7+mX/srf1XzO3eoSdKSf+mBOVUTpX7l135Z9z94H0GUa9jqFZ2/dIng4RL5ohYJWl84f1mvEEBemN9FwPt9vfH6Wzqw/4AuXLyEfBstEjhcXFzUzZs3oHFZ165fkf+LgR778yDB+wHn1htvvK3vfu9H+vGPf0qA9WQOqpYo8SZrt8VF/WOPfzLbirPnL+qD06d1+fIV+c9CX758Xa+/8Y6i1dYHZ89qdmEhO/QnuxM6f/aCDh88rl0L+9C5nazrGb34wotaZW6Wd1V19ZMfv6AXCdyePn1O589f0dLKmi5fvaafPPecTp4+pWGEjhKsuZN13MI2rW9saXNzqLfefI/g92X0b4t1k1aQw9lzF3T5ykXWbp3g9rT8pzxL7BcGSmsEXTgIOIMG2IBSa9j8HsHXNrZ1stvRzPRkXtchZ9gS5/v4z4PbdjQYkohAXyr2W+eWTQklSCbWYl2KUgPO0kaS7Zr7mZbLthsRQYvkOrc1jFNG0gp3MohgE5rcz/cS00hFqNWu4LWgeciYSQW2p9evNURBBtijK6xrgdwH2PRZ9m8X21amQt32hFIUQGhqaoqgVBcaDaDMfzBui3419zXv9XXujgVrnVKpQGdrOw/BiWiU0NU9++Y0N99VFNKRY4e1vLakjd4me+enmuZcunHthq6yfzbXtnTpygWtrC1mnGN3HdeZc4sEKhf10EOPanNjRccOT+qXfukJfYFA6b4DCza38l++uHbzuopiHX6lLfbGl7/8uC5ffQc4STD297V373599Vd/Rf/Ov/db+g/+g7+r3/iNx/Rbf+1XsV8lduBh3XPvIR09up89eF6tdmiVe8gbb76ObTmiJ558XPMLM7p0+bx63PnfeuttrfLS/sabb+jMmQ+0sHNGhw/v19333EFw8SjrXKAyfWzsdb33/mm99NpJ/Rh9rDqrKlsrKouS86Slhz/2lIZ1wX5a0fPPvaznnnuB+8w8dv91Xbl6Tn/yZ7+niakOa5tY+4Ig5kFdYu82Tc1+2CH/VYvDB3erGaxja7a0Y2FKDz9yD/vnsubmulIk3Vxc0wp74sDBI/QZ2aWibLOmE+zzN3Pb2TPndfrUOWz8Je3Zs1cnTtytCV6SNzfXNDc/S0CVIDK26s033tI0en7+/Dm1eWdZIQjoM8N/1eDMmTNaWV7l3Kmx8zNqtTpyQLLBZq2sLKK3A/pO68EHH8RG3tAmd5gbN65olbaV5UXkeErXrlKPDS85Uw8fOahde+b0zOc/r+vX+5yzBbLvaZkx19ZWmVugj8G9dJPA+DWdPr2hetBobnZW16+t83xOX/zSZ3Xo0C7GrdCfu9SdqJQIUpuvXTt3qsXevXrtapbp1atX8/OVy5d1Evt7Dfv01BOf0Cz6OTc9w56YZH5ruvuue3TowEFNcwYcPLifdezp0Ucf0fsffKAe974u9a1WKUdhl1ZuYDeWmXtPA+4e7Q52HLmdO3eJNeLOuMm8CmmCgOvOnQusSVspiVSD31OEeE63ICLQrUrtVlu+/1Ts5yF2wOUWezfbBWwNBOhr+TQ573CX83q53fgF9xDnEZFtRo/3Bvd3vzGeaWZbgq5FBHMYZnDfmjEawPh+jhQa93O9x3EeEXn8iMDG2hYUKjiTFCnXe4yaO5x5cZ8xRIRJs75NHnOM50rjm7bLESO8YHz3jRg9u80QEXkct5Xc44pUuDqDxzSdiNCtduQSEXKKiFzvNm0n498+foqEzangM5CjMkjBc6Me91TL3XJN2/yZVkTIOQLJcxvWQ2gUuY/pGyKJOn6AVHKZbLVKmUZRpIxn3iNCTiXz8hjO/ew257eDafo5IqBbSFJOEaGIgHbKuUgB+OM+47mmlHI/03ZdgZysex4zMTeMjzLArwBWTcEWqLnPbmEve/0t+Z2zZq7uL5J1iCzPx3Vj2l5r653x3d7njuE8IpBvfQvM37je/Bkaj41emp7bzFtE5PkV+FYo5rJxy5RU89IS4DN7FcEzuiiSeRnYvzCoFUryOkeMJONxg1qRLAOD6bl+PC5Ntz6uj4hbz0HfiLCY1HB+Npy9zjkIbDIyHxEh2JPPT/cf0/VYEaGCNTeM2wbcGc1zRMh1BpEaYNw3gjF59icioB3yGuT2EDQTa5ykkFxniAjqCnhJGSJCESGnGlkjGDWjx1xfoBdu8/gRcasuIlydaVhWfjDO7TCuTylyPz+n5H0h5hR0CdlOGdwvpUS9Mq5bWcZsEy0Lt5t//wKHyyJFgAVSRJhtNaz1AOf0MOsAY/AskumGgpIEKvMPoFAkcLgL1pxnIkUE7QlazguFCiMAfBBKk0HIsrkFmFKxBWQS9bDJTvcRHmvB+Oa5RicMEaHMC3nTNDJ4Pv5SRJ1xB6rt/DRRSQF/fm9MRSghw8Rzch7QFrKKgrWCRzX0qzO9BroUst5xVZNThOdDZ3I//yy4T82ty7nB7c7HYHpQQBopm4SG+dxqM/Kfg0YR9ADcZNxx7r4wK9OEbTJ4Z+7GiYj8fAuXCSRsZTBn1/2bICI0lus4N70sU2Tp8hh0W3LdbY+Z5wZ8IQtIbj+P+DMtZpTrIiJ3a5D1LWAyEZH5GPMgkvs10IyI3Jeq/BnVN/m8cDlXbv+I+BA3InJtsz2WH1x2H9sH52OwbG+VwY8Y9Y2Ij4xtGobwD/CyTqWkIuuZ8hyUdb356HqAO6bv/PbxzZMhIkw107hdDq50+wgCftBf6JmG69w+wkf6+N9cX1vPtnVjjGO8mjrnEeHsFtyOM66MCMaK/Dj6mYt5XsY3Leej2tHPiA8xRzxFphExykdYH/6MGNVHjPTX9AzGiNhu46GB75q7HcUsn4hwMfNiPvwQMapz2TQaCjlHVhGR+Rg/m96tMu3jsmm5TNeMP849l6Io/JghIlSkdBsvXu9aNQbN8r+dRirY+0kcaQP45Qylb6KvSB5vDBEjHj1OUSTGV6aftnFN1/Z8jO963zkMPgshl22+x/az68d143tDzX7yfcI4RVEwRmSAMRkSPFScp+4bEVQ1ud31pqUwWpP58hiuQ3xU8qmlIXeEAedvjf6lVKosq3xHT+nDsSIi94cVeU6CaEQB70PeX7aAzXy22ZfnfkUqZdwCfkWq0QWfe33u6e4falQkAZHpea5DzpOE3MxjRFIAUpLn7T7u71iG71Wuk0IRUPJACo3Ginw+saRqmI9IVdliPm2VyMj9BtyLnJfc4z1Wi3eQVlWqzXNAq6az280z3cUQyqzw4Dq3UZR5NVj2lvW43jiezy2cYC4IvGEv1NyVPBfjRoTcPyLk5H4D1iGQjelFoj6SPI0GnEA2GZ88wljupcxfAtf3wUR9BP0kmZ7HMngfjsakAXvfcIA3zLWBL9eMIWLUd/zs3Dim9bMwqh+yfgPQakBy3RhyBT8iAh4/hJpxTct4ESHznrItdhlZURcxwofiLZoiUT3CT4l8BEUxyiOQCfPx+lmOnndE5HUv0cM53mvnpvALQQfhQBrkscDyxcSMIZgBClBrqKIq1O6080u1y6lK8gFdMGDBQZ1SyCkVhapWS5OTk+p2umpXKFtR0RQIZyjWUykKlVGqSpVKFLEseeliZbc2t7hEDTS0UoJo4Qx4Cccs3RJazeYxQHA0acaPSPKG2cKBZ+PgdtP0+H5pSwlBAi1e1rvdCXXgq8VLt/N2uyM7cMBQkVKGCITn8RkrItRiPl07BWencaDMaBLhtao2cwlehLZwCmwwfq2qaqkoSrOWFyoX+BEKFcggEoagEfKutcXmXyMg2sOhOlqghhHBY4MWyCPBi6GAniGlQpHnWeP0XpdfSAOcEvl5vjYGdtx5s/kl1FCykVuesx0GzCGBb5zl5WVtEoipm1AfQ7OKA3ZxcVHua3oR1POiNmCD9noDOa+Ym/n0JdtGx+P5uWC9G+j0mI/7D9nYqUgqGLvAiGQoCuQxFI/Z0dKBpwmCOVPIsUugps1zkXGaLEfzMDc3r9nZOXXaXaWwTENzc3OsRRv5CXqSaRjH8tlEd7z2EUH9pNqsa9NIrjev3mBt6y9ycLlVVZqZmpIN1gB967EOxi/LSuZli0jG+vomckZnuf6O9Ksvy2OIXDrIVArWfi3LzTSCPZB4MS3YD15N7x3YkZ1sHZxFls/m5gb4WwpePoY4kaoqmM+WagKcwQv28vINHGrXkMNQLRxaqQj0olYB3UR5YnJCe/fshOYEBzKOqMGGEgHHdie0i+DsEZyeOwmazs1Panp2UlPTE8ijUh+n4jUCLafPviePsdmzzg5wjsNLEnMWaZhp2hm+soo+0Efw5G8XMSUVnh+4ZBL8swoapZpsqJrLW6+/QWDhJk64y8hqXbPw0G6XlPvApkyvhFinU+rIoT367NOf0Gc/9YiO7p/TkQPzOn54p3bjgN21Y0LTk6wF43dbUg0v7QqH4Exbe3bN4LRb0B3H9wsRIasNLS9dJ1Azg65usSbL6kx21UG3FJJSqamZOW0QxDl38TKBkitaXFqRvz36NkG5VRzVN7NjdVPnL1zRdQKvi+wHO4UjQl2CnRX7cm11XSkVjNewhgMVRYkeJsaUhuyBxeU19vVQZWuSNSupow3neX8YODsbraBPNxaXtLG5rgG2VZG0hQPfQYwtOw+h3UI/q1YF3YY+A7WxO0VVyXXTOENbPM/tmNckulvkvd+oKEqVlCcnp1jrSfmXFGZn55BNl8mHUlFQxvFWavBuAAAQAElEQVRcN1rbWFcfm9ob9LSJ036T4GyJbff/STc9PS3bhRUChf3hQJZdQV+P2cVh7DFSSqqqNuO1tMmeu4KjdW1jQ0VRgR7IYogzfR2nfU999lSPF/I+zjO2GDIR+znUwhCYlmmbnmFcjog8d+9R3ZaohnZPTAGZNcwhadfOfcxrhnw/a9SVLywjtgttIevFq9f11ruXVXBWfUAg8zqBiQMHD+GMv4aD/5imZ+axpT1odORvSH38408wp77efed9Al7vM48Vzc7OyE7zWWz/AQJ+dhK/+OLruoaj+bHHHtYnPkEwAaf6sN7Sa6++jO5c17tvvqNE8Mff9BlgRx995GElZv/eO+/mGe3ZuUevv/6mPjh1UjevX9f777yjFwgWXEE3+8iqwYZOovt7d7c4Rzt66403cFxPEcDq6ZnPfl5DbO0LP30BPtHli+fR4/N65dXntbW5rMuXruCEX9Prb5yh7m2CDx+oqVuqh0kb/mZXa1KnT57VK6+8rtm5nezVFUVq07chQDuLI3tLsKy5mWmduPu4jhPg2bN7Rl/64tO6584j7MkpHcRhfuPmUubt6c8+oEuXLuiP/ujr+gCneRf9fPCh+7V/3161sHmHD+/SRHeasXapVU3qwrnr6vUDJ/vHddddJ3D2X1GnMymvzcULF+BjU51WpQ/efw8dC11Hv9bRx067hcyva25qTjPTs2pjf7vdtookLa8saoBjMggG3Fy8Bv9bOnbHcd3/wIP6zNPP6K4T9+nqjeuqwJ9emNPa1rpefv0NPfDwQ9rDXC4SHKgj6UfPPk/A6pruo99Xf+UrcvDk0CEC5Dv26SqBzSUCIv5FIAdOP/nJxwkOHZdtXuISmVLSgP3U5w7yzW98kwDI2WwnVghAv/Tya6zJhhYIyN68sayF2Xn0dYIAz049+NBDOnL8DjlQepNzeWHHbt3/0CO6576HFUVXa9iFPvcQ079x46bmWbOdu/bqY48+rj2796EX8zp6h/vv1P79h/T0pz+ne+5+ADswR4BjUwcOHNbQ/bEPm5s99HleH3/8E+yfhjWZ1372w82bizp/8aL854VTKsCXmmGjwAnz1puv6vLlS6qKAfq3pocfvFf33nNEu3fMaapTae+uBc1wlnc5Wxs2X0LDG861hfnZXL+xscZ69CDYyC8YCTkZyrJCPgO57PpWVXEnFJDYx6K+EgJAvo1gRZ5DRPBcUx/s003ZRthm1eyXIhL7oq8W/LeqFvLtqOC89FlDlnGZDrSbXG6aIeVanaoELynRp+CuURdFls3K6pparRK+B6oJbg3RL4/XZ3PUlmdKnMHTyEjwNCAP8kaeDwyqx71pGX0ZDGrm3aI9KdRSES2eGZPzfHKqjWyX6FPo6ac/rVV05cSJ+9HtSd1374M6d+aC1lb7eu2V9/Te2x/AT1tFK+lV7EF/EAQD+4roSirYx0vsrdOUpT1792pxcVUD5HIFG9hnPY4e3q1jR/fq7/7dr2n3nlk99uj9BF5/Ub/2tV9hPy3o9373jwmynUdvz+nLX/qC1riH/NzPPaXjd+4n0FZiR99Gywfau39Ppu+7q/XFgTKfpQcOHEKfd2mLefd6fU1OT6iopKXlq3r77ffUQs41spibmkePhnrnndO6fGNTz73wpl5+5Q1Nz7a4o2ywrj32ypYWb27q/LlrKhLyKjsqIPbqy6/q7IVTurZ4VUePH1SfO8zu3Xt1z4l75ID+YNjT2vqi2t2kk6feZs9e0r49e7QTXa2Hm3rrzRf1t/7Wr2vPnils0oQWF/u6++57OAM2FErQ62nXjl164YVX8vq9A98/xc4uLi5raXFFbfSjzb3lxIk7NTc/o717d7PmNXtqFht4KQfAvf4XL17Qq6++Kv8ll4mJSa2tbiLXs9CEv7U1daETEazDbgKN7yoVku3EyVPvI791AuOLOnx4jzbWl4AVvfvWWzp88LD8p8J/8KOf6MyFi9rYGsjfgr3nvr2KiKzTvntvbAfv2+0O+yvkX6LhVQ66/czrrt3T2rd/F7rb0m/+1te0f/8OfeITH8s8bGIXd+/epVa7hPYevfHWGxrwEr68ukzgeor1XVARBfy8qd0EXPft2a0J3qWuXrqMnb6hmzcWtYwN89nou/21K1ex51uqmO8f/MHX9eKLJ9VBHt5D/r9fvT9SCvUJKIk0RXC25G6oJiGzdeYlFb4rVIXa2P8W5wJT1dzcrFrck7wfe5yF4/24ztwtA9uTEnsnknHINHpuspxcZzCu12sMRVHIZc95TNd9Xb/Guk1OdfO47XaVZbnFO5TpGN+0jBuKTMN0XOc2lyNGa2Ra5ncM7i+S640n7gnOza/zCCgCoNzi3bjjduMY3C7GHtPTben2OpfHYJSIyPwG6xARcnL7oI/dw85FhEzfY0ZEnrfnNeY/IjJfbjdPIhkfVuQ6g5+rqlJEQicbaIDEx21D3qVMLyJkvIgRvTF986LbUs0F0HURoYiAVs34NWMlsGrqGsYYZL2t4d8QEZm2tpPrPKYfI0Y0XFdj4Ux7DBEB7cZoGcYl8+0K4415Hj+bTsSIN7eNwX0MfvbYVVXmc6DhParApnvdTcNgHOeWp/tERObfOt9ut5lrwRyHmTfjGiJGvJq2eRjn5lGkZPGEZ9DQz3JSpmn6HqfGz+M+DTIDnf1SqEiJ/R6w5j4Ne3A0tvevcT2O5HbAuUbJ/HjciIBOmceJMI5JmYcRnn9GjOpdFoYqIjK+aUQwJ/jxOIaCZ9+riwaaUcr3E+U1qyX2jXnyuK2qlWlQCU7ksul5ns4joOuXfX00ua9rIiL344cfMyABdG2omntDw5g1vJon41iGEZHx/MPP43HkfVUkV4M6Grdh7IRsXRkx6ue6iFHZ9X42eAznBtsS5xFxa04ipVRglzoqeA+URjS8Rj3O4RRJDCdpnEsR8IG8TEukiBBiBrw2AT4z5O4QEYi1UQXdoCkplJiPobRdxsZW2OYRlCqosz7Te0SDZYkIRRiSpNAoOTcoj+k5jtcu84T9D/NLfz+bt6aJES72AtErIqlIhYJ/A96hi4Q+pMR7TsPeaNTYTrBOjCAxV37I+jIOqjIl0T3Xjdqgz5g1Y4/GrDXOKSigl7+tCrLHjEjyGkYENaOP8T3ueC6ujYhbeImytlMoGA1gXo0nqA9TROQ+mT54+pkUER/WsC6ZP/KIUETc6itS5qlpkB3CDCkK/9CtNG6/VUEhImReI8AV0qM/mYJ/zg0R8REc/QXJtOkNPwICNpsMEcHzSH6eo0Ek41sXnHvIiFBE0AIVKrzn3OaKiPhIm+tr1sh7pEaeBteNcV12nWG8PhEjnozjdoNEHfrSQCs/I1eRIoKfH35yG48RoYgRMDkzqqC+4C5RFEkFeUQoIqjVrVwk04iIP1fnegMouS1ihJPQ74hR2W3GqeGT6fLo/aUsV485xjWO5Dkpp9FzLiqCessVArfXj1o/+tPthlxLv4jI/SNGNG61geByfRvNiKBWt/AjIpd1W4qI254sxpGumNa4ISJyv4jIVW7zOH4Yz9fl2+sjIvdxnWHcfnu5RgZ+/ovA75YZmI/7RoQzlrqRS7YLPChYG8t9fMYURVIYARvUYLDGfLpzRIz0IpFz303kKRk/8j417u06GhHQ+otB28l9mu15RIxwvRd8DphWgR5WVTUal3Z3G+O7r8E4vl+U4DEg0xqtQUQYPYNp+V3cfdkmuc7lYA6mb1TYUIt7ShTYY+TmPiP6iTtPBbTU4v5uKMsqkzGvw0HDvW24Pa6w40Pemfra2hqB5yKS+ezg/4lIvC9uyf5985SQodsiQj6fJvD3VJxRdMnzdptxxlBVbfjogFsqYjRH8xkRSqmAj1BI8FHznDJeYgzfWQc4NJ2LVHCYNNjxPnfmLfw/zkVPy2WAT2Qw4N2L87QxcM9Cu+XksYwTESpYn4hQRDBuo5xCo3Fp87g03NIP97NcI0JFKpSkfEZZV10vkvuUzD/nRVIJVOhbqypYg0Jlq1JRlUrUR0p5HcZ7wbwZPE7O4V3w3rCeDfosUtOM+AzKt38a2g2eZ0TkOUWEEmNEfPis7dRAJ4+xnZt/P7s5IlRwZrVaJblnqSwD99F2igiJT824deP3FsOQ+XDm8TPczRcYyiI1jGN83wV8J2jo53hZzd0OIcr4qLMiQua5KArGLuRk3qyHfvfr+d0TWsnI0E4FjJYIOHcqSxRm1GnkCO9DUKqy0AsFuDXGwQObYGNC1AXEPPkBL96GoijVKlsqotAQpfPA8EtdW62swOQEMwvwpGCNauuJRBme+DQIbKiUpLJVKBWJF+5+3jSm5bE9HsPTj/4cKObFdSmSpiembjksGtpaVaVpAg1VWeE4WdeSvx3Bi/AWgYQeAYEaHPcLxg+Jn40ihSzEEsVr4zRstStkU0lsmnWcXosERTZxTtppZgGLFBGKSKN+WZYV5UqRCubDHLMiNmBKESEvvuVVMxEDmRKTLopCBf3HENR5fo1CqShwlE5oCsdDB0dGSkWWjReWZgm+G0nuW7VaKqtKLQwPU8Sxtax1Ah81iKmosoPSDgjLNDFGRGCcNpHzJm3CkA1y/1mCOHZaThHA8ZhtDKXxBZ0hnk6vR8U4dnBPzUzLweaJiU7esA0bsIczskW7+5eeF3MQacjFOCKQUaGUCpVli3lNaW52gXwmPztgYx4HOOIsbxuqsbxddtvNmzcJQN7QoD9UkZgXdIcYsSEGwBAR+UWwgxz8TZnZ6SnWsWaeG1keKyuryHCgiKQKvUxFS4pSRVmp05lQWVQYeeNvgjeUeZWSzH/BXCzjwi8S7I28Tig7Q6pkX01MdtRqlejpQHZW+XlhxxyYQ0jUSqXUJuhQgdO3w5aWVIRK6Fk3+jbEyNBlmGZNtqBVa0gwrM1L+NzsJM7BBR08uFe7ds9pYrINzRrd6jO/VW2sryCbq7p46Szrj4xwrNapthqrMe/Mt0YvrT81wdABPNQEhgpwOt0SuRXw4pHRBXgtklQQtCh4s3BelQ1j9eDLMlzHgX9D64zZ7RSysVpeWZLnM00QdGZuAsfjtI7jCP35zz+pzz39iB64c4/uPDyvxx+9Vx975H49/MA9+tijD+iRh+/RiXsO65OP3687j+/V4QNzOnJol3bMdbVzxxSO4QPwUcu8rizf1OrakhwQtCxn7GxDRzc52BrWyXpyk/169fpNXb56Q+sbPWGWNL+wU/fitN65c4/m53dmh6P1yY6z5eUV1nrA/LusX0uKQl1syBYHpp2AA2TW6U6paLXEStJcqoXTcJ3gx1WCsddvLuPsXsW5u8V4m8h+VRvwU1YtHMdz6k5MybT8LbQ+zAzRmU1sktc5FYUKwLo0QIc3cTYm9s3y6op8cXCbIsl7osX4BW09Xpw3Nja5ePQk5tztTiixWEP4bNTAWwUUjD0Jv7W20J8euhXoWRSFbH8cQF1ZW5V56XS74PTlQGkqCmgVqpBp1WqrI+p1QQAAEABJREFUxd4u6DdkT5p+q9WC3xIdGGjI3kuM6zqFNDU5gT3oqjuZNDEdStjTqipUwXMJpJQUEbIO2o4497y1nSIit/vRL+pFabvUaG5+WlF0tbo6VKc9o62NJLa8Vpf7ORA0QbDiyL7d2rMwQ0BpH87pw3kOb7z5ll58+RUCcze0uTlQd2pGNS/QBw4eU9UicPnme0qprUcffVRf/Pkv6otf/KKOHj2qgr28/8Bezc7N6Ctf+bxO3HtChw4d1Akc+UcJOPob0SkGWrx+WXceh1ZVoqNHVFaJzdNoyL575JEH0ameXnjxRX3wwUm9+PxLWl5a1O6FOT34wH164skn0Pm79cwzn9bnn3la/96/+zf06Sef1H/yD/9jdaoW++YOXT53Xm8SCL1KkPHgkRmCYOc1PTOlX/nVr8r6/vjjH4fOx/U3/vpf13/yn/ynBEPu0c5de9TpTjKnx/SLv/hL+vf/3v9Sj3/sSX3tV/6K/v7f/1/rr/zGX9fxY/fg7H5D166uKEVLf/qnf6rf/u1/qqtXLuqXf+krqpj/XXfdpS9++ataWtnSQYJwMzOzLEtoEtrvvLOo115/mX5/rF27d+iBBwi63Xu31gjgvvLq6wRv39Lc7G51OjM6deayfvijZwnA/okuEcj846//CetxPe8T67e/jfrgffdht66pR3B5HUe2L6JHCSikKAi0sIfXV3Xz5jWtYWu2NtlbBFzrpq+jR4/IQYZZApY7mPfy6vroW6QppEJa3VzS4tqiJjjTdu45oCFB7/0Hj+rchSs6fPS4vvClL+me++7V7v379dWvfY3A4+N69LGP6a477yIAMUX50Zwv3byh5eVFdGfIGldZR48dOaoh/B45ckTTU7Ose6EjR+7U1PSC7rzzBDZml/yt4A3uD4cPHZG/udpIBFrO5L187NhduuP43axjo5X1LS0tLesQtCYnJ+X93eOl4tlnn9N7735AgOpdLRHgGXL+NujvFnbnzTfe1SuvvqX33zutF55/WW328H0P3C/r6g9++F1Nz83pldfe0OLymr70pS/r6PE7GfusXnnplDYJ+OxZ2KXEhfLo0X164MHDmpvvqEJmmA9NEkQ6eninnvzko1pfW9THHrlPnbKlwG4tE1ifaFUqotHePTsISM2qxr6Is6yFnRj0NtH/IXMcqCwKyjWzFjKTSvoEZ04bp3INHgJE/+jJWRRNg2xLFfSxnaiqSk41NjFFsO8rLczNMJZtQFsVe66Gnx50SsaNCPqWeVyGkeeRFIwpBXaxj10t2Z8NF3CudZrgTlVVlZJQFfhppVCbsY2XKPsuYV4gyxwGef03NzfAlmy3vEYNhBoW1Wvm+4YhI/AjpYKzO8AFAT4ELtX6k6+/qP/q//mHevGlt3RjcY29sMTZtFu7dx/QPXfdo0WC6P5WsPm7dn0JO3BC3/jGjxVJBOOu6F//3td1GN2p6w5BrRW9+cZ76hPU3M0+7GJ/r91YYa909ZUvf1mz09M6duSYbCsvnr+q3/3Xf6yT719i7Sb0P/6LP9V//p/9V/rn//3voENvgrOuc2dP6a2339UHJ09peW1dJ09f0+lzlzTDXr548Zq+850f6lWCoRfOXSUwfEMTE1OMdZNzs+Kun3T8yAG1uCN0W1298JOfanVpVVcuXWff9jmPOvKfyF3YMZ1/sWTA+8PFi1dVYH+/9Y3vM/Y1Hdh3UAVr8N67V7TBfX3IWelz4uLlq9rk7t5qlfJf+tjsrem999/KAVmpx33njDZWewShT6FzpWZnp/QL2O2yVeuXv/oL+uov/yL3iI7WsSOmv0QQcHJiQhcJVJ46eRbbs6SVlbV8buzbtw/dahHk3GTtBsjiPdqvaWnpJvasRVtF8L4r/xWDyakJbXLftT5URaXFm4uam5nXJHeFAfzeuHYVvVnO+3kDm9XttrFBNf0ndenSJU1PT+rcubOc45vyN0WXlm6g5y3dvHGD4PAV3XXXCUXTwq6c0Pd/+CPs9Q10yid8yPrpXxrbRE7+88Rl1UFmNTwKHHFWrmpuflYHDuwicP6+Ll86T4B0XivLi1pZWdHE5Ixef/0N9OuoSuy9dbM90dUGdsc6MMDZUaRS9564T68TLD6Orf3c05/RJvZ5BZtifM/h9ddfRydeQX9365/8f/6J7r7rPgLB1+Gj1vmzF5Wi1ARnRrc7jexamkJmRRGKEDZyjuepPJeIQMaLyKqHPrVz3fLyMnegTVkHIuggKaWE/LrQqsAZUIM8sAMtbFKJHcjODO7QXmfjgsA61tAYZNrWOw9u+bnNe7ZIhVrca1xO7P2Zmcn8PDnVzfnU1KQmsctFkfL4ESGniFHuckrJGeP083jjZ99vrB+35xmRHxGR7ZV5cjtVWf/d11AUhatYzybTjIhcdmWEx0uKKFSWLaVUQKtGJo38Z2ZrjGAG7HKNfEzfcPtYEUE/aDDntM2/cbSdyrLMcnZucLXl1sOxEBEq4M/4nl9d284p8+k6g0jG8Tnve/Z4bLcZaFZEZB5E+khdmK8P6UUEcxuCJTX8M638QLnhHBtwBjm3wyQxH9t2txuvxv4bIsJVyGmQ+cwPt/0wjnmIKBQRGVxn2bjeeui5mwOP4TbLw2OYTETIuCI5zxDpFt9+dh/nESP6lk9E0AOqPkxGYsz8RUSWvxsjItMpuRS7j9fD4LLB/Jm27+jGLwrkRx+XXd+gAy67KqXkYh7D/EdEnmvD+D5vnXuuEYFulVnnTGMMzS1ao34RH+am3UDHAzgf93HuunF7g764zmC8iHDzrbHMl+s9VMGdJ5oCW5LAaeDbelCT1yrQQcvBdA0RIeci5f7bvPCYPxGjcSJGe8k4EaGg1WUDRUVEpm36RZGUsFkFdjLCmLqVIkJpW54ijftT/Mjndhw3GC/iQ1p+dr1hXL6Vs4cb8Y+5WC6WmRSKSIoosFGdbDMjQuPkW5fvi8NhrbGsc1+ezUtKBaihgEZZVpRHH48ZFGts6GDYY9SRjIsiyZCYq/MCeXi4AZeLIdDwpgmH9FTWU9PJD7f9CAVPYDEPCvkTjOBCgz4IMEaAV6DnKQqa/ARQTqlUROS6gnMlP8v7opGDrKMxG9o9+1q2BSOQEqQilOuEPC1D4zfQFXRzGb5uz81PMjnA9REhzz8ioBNycr3B5YhRXQQ5fVz3s5DEP98FmeuYB+Owkpz1DXdygRGukkUzpu18DG7EvHOPSy5mXiIi564wnvMMARmQG0AuU+l2A8Vbn4i4NTeRQFWEf0r1KJMzg7blBJoi4hb4eUS3UZn3ipjCUK43REQewzLUdhrjWxauijA9+jGG6wyuN7hfBO0K6ISKolBEyMl4BtMzuG4M4+dx/3G9u+Y6zgvjoJnjpj+Xu31M//ZG1zecL8JQ+W5aFAneUuYrpVHZecSIz4jIbRGRybj/mK7Lhoi4hRMxKhvZbQaXhZbkYdEz0zcUyGPUNpLfuDzOI2JclOkYblVsF1xnfgwuG9wUEZmn8TgR7FzWyG2GMb7LEeEsQ0SM+m3npjfGjRi1RUTGvb3N5Vz5Mz9c7/6uNi8RMaK/LeuI0XNEGOUj4L7jCpcjIveNiFztOp+fY/qudN1HAPtZ4xdEgDQjfDScQl5zy39EqqbZ4Ha3jtbDdCjRgzZ+usV1Hm8Mfna9ISJu8RfxYdk4vnNkgJeIYL+Nzmmf26YVMcI3rsGyMoQJb0NE5PuF70oRke22+xrPEBHyc82cKWRe3LXZtl01Ol9j98tWobIqaG+YFXNDL/ggg+35+/xGX1MkgQCpegT4MzyHIfRTKtnPtu8p9xvgb3TsxvMpOAta+CLNp/nZwnc6qmdc7qiu872sqrivYnfYzvJaVFV1K3fZ0MLv1+V9xHf9kr6eT818At4iFRlf8rz5GSP6lsUQP4THNFie7rOFj9fjGtxuOdn/3CCXEj5K9mOBDINJDzgjPdcGwZheQZtzkWo2ch+fbqZBGQEoIpSAhmf3yzjbv9ztvoakEC+UqnlPNl4wTpHCtfJzon/FHNu8G3Valk2hkmcVSTW4A/i0vhtM3+CxzMeQNRlyB3BdTe6Fi4Cn7X2WyCMYkfm4fQQDNdA0rkgRoTFeRCgCjslFanK/eqQHzNFjeizXG1IKdLPI4PLtbQ1jjMajv8vc/92/2abZUNfkGQ6ZZa0G+rk/TxyycrufR31op76hL2zlT0RkOWVZUeP1tc75Xdu5+yXqYZ5hID5kcT3pkhdQB3fa7ZbKVqmEEgzZIBtbmzhH1xi4UbvLZa3bkkL5RWTA4tUoYA0dQx/HiAexMlVFyVoVCgTnDgM2+yaOBS9OSoUqxmi4ofhFz56usirVJVDYqqBfS71tBd3CSWDFrBmn4fJRs/GGLktKKaniAhjkW70tXrjXuUwNmZs0zJtwWf7Gmfs3KMUW468SRFtdXaV9oGwEtnlHjkJ28jddLNABQTrze4MgycmTp3UT56GF6U1Ub/dxLlKE4KUASj/J9UM2ncG0CjaMN3DFy26LwLL5HdEaZLkax7gD5GewDP3i2cubZqgCWXbY+BMTk/CYNPCahVS2KuTYurXgJRvEY1kuQ+Q0gM+S8VoEfLoEWlqtVh4PJlVVFZdvnnlIRQmdNiXlutnZWS0sLOSLeYl8q6rFuAXtSQW4LQIs0zMzmp1fUJcgywTQblcqUPyyCBwjE6MgF3iWl+eU58PLt0hD1mKQdadWyDQridIaTnA7aCISfHQyr+vr6zmPCI2TZVXAR6c9oYLc8t5ETyy3kS6XKqkXemIDY6fRlStXcKKtZyeHdWttdQN96WkLB2QNnnkyLUNKBc6xLfR+nSEjy8o88YBMWpqamWbeXZVVoQjz1agokrrsj2mCtpZJm2B81aq0Y+e8OjjPNnC2OWDVoGiGQFYFeiGea9ZJpB467PKAgNcaDr9lHF6rOZi2rhpH8zxOsX379mg3zuvZuSlNTXdYt1C/t4HTbw1n3LoSAdFaA2xrD94azc3NaO++vfK3OWbndqjjQDFrmlinqpXU7hRqtUOtVuBkm9KB/bu0b+8O7cDZOTHJukQfOgPVzZbYlarrTZyXa8ghcAJ2Gb/BIddSp1sgs4Fa7Zb2H9ito8cO6NjxI7rj2CE99vAJHdk3o+HaJaXeDd24clr9rRV5zF275nTPiePgHcCBmLR754wO7JvXvfcc0dNPPU5+VPfdd6f27p5XPVxnnqvynxc8d/5MdmzZJs3OzTHmQe3Zu59g4EDvvPe+Tp05qzX2ewk/DgB1Wh21ypb6BCBu4uzssz+3CII4cNg0Qg4T8NNmrVuKVDCWkGUh6/8WBxwPwqRoZWNdawQw++yv1Y0tXbddQJ9TUUmpVK9fa219Eyf0mlbR3bLV0sTsjCp0Q6SiLLRz9y7k1ZF1tuc9gS5U6Eq705HnY5y5+XmsbyN/w0ghLeP4HGAfuu2OhB3sw1Nthmqpg93sdrvyXvM+azhEhsDqxppanRZ62Vaw3gkdjQjZ7gWgTSEAABAASURBVHnsVRy7HquL89RjWyZ2djVqcKZuanFpCbt3U6azvLykFXRxkwtMURSMCR/MJ0Wi3FWREjIbqFUFulFofm6SINEeHMHHtGfXDk1iIxg672XruPewwXOqWQtIKSIyuDyGhgKmAkf+pOZmd2l1pQ8ffRz8l3EGrzO3KR08uFcHD+zTk098QocP70IPdqJP6NQdxxn/bhzoOzU7M6fXCKp+/Y+/roK1qrnY/f7v/6H+2//2n2j/vgN66tOfpO8R7d+/V/fcc6dmZ6c1MzOFM3pF9xPke/LJT+n++x/Q1avXOWMG+tgjj+lTTzwp/9+8H3vsET1M0HRiqqu5HbMEaLp6863XCUCtaW11TTeu3ZT/v7wr167owIGDBLru104CvjvmZwhgvKNXX3sVOzGnr3zlSwSi23r/3Xf0L//l7xHw+EDT8zuy3l28ckP3P/yQegR8KvTkBM7tIweP6O/8rb+jX/nqr+gf/IN/oLvvuVvf+s539aMf43C/fk0ldvvHP3le/+j/9I8Y/yLr3hBI+X393u9+U4s31/S97/1EP/jB81pa3tS3v/VDvfzCy/C8qj/8gx/p2Wd/onvufVT9uq233nxbc/DhP5H84588p36v1sKOHcx5F/pxDbuzof/uv/vX+r3f/135/5v1t/t//gtfRJ5HtUXwOqVS7c6kjhy9i/05RNZPq4UeT8/OIY8DKtChYJ1X2Vs7d+/WsePH1eHMKul36dJlXblyWdNTk+oRxDp77pQuXz6v/mBTHWzO3NyUfDGaIKBjsH07d+GCynapnXt3SOWQMVe0NVzWjj0LmppbULs7xXNfd95zTDv3TOnM+fdVoLcPPHgvc3pA995/l3bt3KG1tTWCXFcJ8JzV7Nw0Y/b02muv6b333tW16wR2sANV0UKWi3rooYewU/frBoGvhYXdmpvbmfXTd4fZmTndccfdmpqaykHwLc71SKGb3C0uXbysf/yP/1/ynwb1t9q8H+5g/u12m3mFLjP3NQJaa+sbkgK7Lq1tbORv987P71Cbvf+9735fr7/5jk6e+kA97mt/8Ie/yzgd3XX3UWR+WHv37dePfvRjffMb3yaI98d69L4H9diDx7SDc+zcuZPav29eizcuqR5gk4uevviFT+r+Ewt66MGj7N0ZrSxe0cc/dr92IOvHP3af5ma66mDXahzX05Mdzc8yL/b35vqS1rARM9NTajjTOlUlcZktsDsT4B/et0szrUbdNBCWWMOtNcbsacBaDqCVsHhV1SjRxzaiaXDGYGsq7qKuc97HXtoudbGnm5vr0G805D4UEdme2gYK+9VmvMS5XoBRYptK7G4JHwXU3e5fWPJ9YX1lSQXjzM1Mqc1+8bfKI0IevyxLFUWI7nKfVqtSRKjPXbYooEy/oMV0bE8jAvxCDbbX44l5NOCI1ONsN71Bn/m3J7Rzxy6CoD198P6SXnz5TS0RxOuwlgXzf+zj9+m3/sZf0qOPP6jzF87q6NFDOnX6HSlW9XM//5i+9OWP6/ripl548S298sop/ckf/0C9zWAdj6hNAHOSAPHkdEunCNB97zs/1QsvvJMDsWdO3dSenUd1+tQV/eQn76nLntwkgF8Pkt4lWL8wP619+/ewrybyHD/11DO6ubilGgf2RHdW3/jms/qDP/qmXidw2+rM6OXXT0nFJDYidIF9+tYbp9VCxssEAY8fOapXXn6FfbADvZ9hHugX3rgB5+MB9HF+YT7fzY+yL5pU6O33PtC+/ft1jHvD4594VP/z/9nf0f0PHNCJE3foOvQ+98wXdezoCQLJZwk8ntTi4jUNhptaW1tSp5P04ks/1ac//RT2pma92up2J1Xz8jfgLuU/GXv23Dnt2rWgiiDvY9jRAwRLrcMHGdN3zBRt6N+pPvdB27eLFy9yP9yApwPIwAHUDvOYRsd62sd5Mb9jp/YfOqxLV6/o7bfeQP6buu/e+9TnvcW2a4479L49e+S72n7OJp/zLXRyA/1NzPfQoSOamZnTA/c/jP4OsZWH1ec+0u12dOTgAR0naHmAs+goQfAaua2v9wlwn8QGDVSUAW+bmiAQ3EZnRLIOFmUFDe+HRhzTunHzpi4wjzvvZF7o7MEDh7C1pZ75zNPaubBD4gxcWdnQgAPW/Plb+T//81/QO++8m9fm7XffYz61Xn75dX3n29+Rz1ixR0+f/EB7du1Uxf5+8403CJJ2uLftQu9FwPU1VWVbi9cWVWC/J3nvqOBL7Luq6mKqW5wZi8y5hse+lpdX8p7yPmlj85y3Wm3WrmZWyrnH8Vp6T7rSe21xcRH7uqLE5izYp95flp/Y+1VVgtZkML0h9wvnLeQ/wV2nYO9GBHrTZg2mVFUF+tLGZk7Je7xgzw+zTUms9yZ8+u7bZF7cV9vJNDPwbN4M/f4WeAPXII+hTKtBD+3MN68RQZvynOu6RvaDLAvTHbdHRG6PGOXGy+M0TZ6vSK4jYwzPk1nTNmSefo8xnaJIGTeYi4GlZrmbDEPWMCG3iBF9fubxXOdxau6zpm96HsO5n102Tom8vVYuZ3zm4faIkPv63dkw5H5ac0+OSIoId8/ydMF9IyLzP+7ruqIo3Jzx/ZyKxJq05PqIQFaW6QiHpWbtqozvHxGR+4158t4fOBCEnyFVSb733o4XEX7MPLjPGFw5Ljv38xgScjOYH8FAUSR4M50alBpahkaek/tads4FSsRovn420CF/XDbegPu9y4kxGmgPcQ6ZZ9OKCLneYFyfX64XKSLgobgFEQxGf5FMLyLQs37u7+cxmFZRFLk+IrJs3UY35tHkOXgs8+WxvO7u47LBuBGhiMg0RHKd+7jduH6m+tbHdaZnHFdGjPq7PMaNGNVFhKszGN8QkYQSK1RI2JSyrOC1Zn4DmXaJbhpcjvhQ3iArIpxlMH+mZzxXjJ8jPuwTEbnPmC/nEWF06pVBpIjIsrq9PWmMF4oYgds9Dl3yWnlsQ0Rk3iNGeCIZdww8SsGHO2NiP5etQqlIzLvJa+Z5GDehNx1saFW15LKhxEZH0BkCDe+NmCL6KctrzEuDCam5K0UkRYTG8qvZuwg71zkf1n20qs7PtrFFkZQYc1QOZDAEaugPYRY8+IWcRqnJ/YyfmENBQ9pujwjoul0ZJwJ+G0aE2SHnFo2SgrkKqMW1SmL9h/CH6aEcQAH8eZlQCT/bPI0Iyb/wLd6jLLOIoL3Z5rtRE0UGTFeuN86HMJrf/4+y/36yLLnSA8Hvc7/3PhU6MiO1zsqsyhIoXagCCugGWqHRaMGhaoodcsx2ZtfImTXbNdv5E3bXaDa/7HDNOJxpkjs7JK2brQW7Gw2gATR0FUpXZlVWap0RGVo8ee9+n794kVEAmjNzM85zdfz4OcePH/frJ15kqUFdRxLkEGKMO3m3JZBOPf5PAre7Xr3NytBvev1v007tmhi5LqFVO7RJqvzwhxzyD48lIJgaSYJkyv/Yh6qleihJTR7L4ALJNKdpnpTH9kOOsLcrRol4rDyu2kmCfAhGMd0QAUYiRYhZYfSQTGNBj/FGenVeVQD1IxxyKONOPQAyNaY5gh7zGzUHBhVTO8mUuo0c0hiN4dR4hhFd4yXbF67bR/XGMUjUNJ7bRuB6g3FHdf2B1oneAbznk3TzDh/GM6RKfZBMbSRVwg5944yA5A4OyaQzkvAzwunrDNeX0ZJxp50kSBot0U2Z7Q9yWE8S3K770WRE+0dT45H82DjQYzwlaaxR3jpx3uA2qB/Jnb7QM8IhqeaHoKaP0XL5R8F03d/1nr8RkB+n4/YRPLTAYc3If5JEDOFjvJn+CDyObd1ljB7bvvIe1/UGFZMcrhNJFeWzUMH9PZbTEQ+pPa2JYY37u92gjomO091AMhXJoU27UIm++9r+Da7bTcNtpRwnySHN7ZSkUeE+NZ2P8+39wvhD/jnET1hDHp0dtiHJVGphlBq/FH29TMNnLQZhJbmUgvLbA/R0Z2n5Qwxpj4kxQwhGhO7USnTV7hiNyOk83sS04gu1Wp7OeJbF72nmqxCfdd2B5eLVfJum64NkyXQeMN3h+ZTyqz1AazHT+7/7eTwDyTS28aHHY3f1buZx3D/Pa2qPkq/CQHOcZQVqurMq9G7iMSGZQozCGdqLy5nOHjW3K/UY5gk6ozjvNnWBn8q6kp/3WC6PwHIYzIehp3si4xiMk2m8GEbjibLy1kMhfXiMSjR9f9GXHAO9S/a6bQz0/ltpH6XGtH7MewxEDIBdcgxDejoaaPYkq3RVCqDH/JumwXyNoBS9UmNJsSApTOU0acZ3/RAGGOgdyrhqTXhhe6yg8R/mQ2ojxeGP0DC9EZCUHWR6ZytkO9rn9Q5jPZoO+ZN5GPUdpiUs15A35RP/4kxjDuu0t+/I7fY+zLvboMd6s55JJrks20DvW8Ef/X5HB6ouKhEwoi/zi1qBol6DpIMvzTsy7hADWuN6yVR9CEEDaEHph+ntzEIIlB/IkfsFSuRg8EGnq/7rq+tYfrCETQXKKhklSV0O97GpAFBfhzMo+ONNB6Lp9oE2BdMyjySR5VZeDoAa20Iqp5mPIcogcsRYIIu5oECeDRcASUhHumxoYUaXBlNT07oMnU6GX7kBUL+YLs9ijKqPyLQAbKxQ3xCi2nOYD6P7t5Fr24fUKHyD8QGKpwqWtS++bfx9HYgMI/4Dg3ghBv0q4XZl6KUmMoQMmRa+U5dLDST1pIXrsvtj+zHddQVTHOhIG7WUZXzLYlyn26jbCcEQwDS2xy3ThYAvIYxQaPEB1Bx70yegvC9jVldXJXeUXfQVNJhPlx5rCj77MtcBSfNuG3HAsK5LH9Op6dK7rwuEni4LB1o8QeMOZGR2fObNuoKeQk6mrosfy9xToNrBzI2NLQUze3Ky/eRIQ8iQ50W6KPJ4pRQS5XBL6YuSJYSo9hyei6h5IKVXjWXejZPLuZIUvW4CB5Z86WK9uT0TrUKyM0TUdakSYkxz0tMFXyWbMgx0kdBWEA4I8KVYnhXiHtI4wCh7LDIkGiQsJ/TkebbDE7SBlHI2A0HNa0Z9KOeRi7dcNib01M9z2pet9PSyQBJRvEQ5/JqCsAzAugL+5rmuTcMXQF3ZjaFnJyl9Q86EHOgSb1262xRPEdMK0BzQBdzc3B40mjU0W7r09jxpE+jJPn250NO6b3fWE35TOK1moUBXgX0KNBw5dgCHD8/pArSJqAvvGAeQS4BMX/QiMl30BtUVtaBLvZ4CbhupfnqmhX0HZvDI2cN49tkn8OSTj2NudgozE3XsmSjQDG101ufR21rWxVuuANdJtMRbX5foG+tLuHfnOhYW7qAqt/Bg4bbmbg25giDt9gpWdJF/+eJ5zN+/jXldXJZVH75kOKALyklfyOqi1UHT+w8eYF4wMTmFvfv3Y1qXfYeOHkG91UShgKLtNkr/xrmui9UNBW5WtKZWFeyi7CLXXOkVUDLJHqWrruaGwm9rfrZ0QbqsdeC+8xpvTcGMdQXT22BTAAAQAElEQVR2trTZVbL3ZmscISvQ1kVsqcmrK2gSajlq401sKUjgPzc6v7AAfxMm2Yzme0P9+7KREAK6orOmwOayLvaXlpcUiF3Hg6VFQHZT15oJsi/GAJFO67jblt+WnZKEDbOnsteuL0/7Wg/+BRX7CWh7DApEmA5JDLSOOrKfKLmSDWvsSiSM6zXU0Rqm6jKN1xNPbstlAJnwu9qUNxW8sF2HEFHJX1sW0xlrNJDLzivJ2hcNb+bj4+MYH59ECLnms6913tWBqZd8i+26MgEMnxAjSDEyLP7YZ4hB9jbAnbsPsPBgDbdvKcB1+z56A6KQ/2loLW8qcHz95lX5tA0dxCI+vPChApUfaX33sH/fXgUrZ3XxvokXP/lJzVMX/sbT8soq6uL99KNncfrMWbTbbVy9cgU3bl5Hr9dOQbyuDiS2nYH0Pd4aT9+y+vDCRfjPGS5rrs6efUTjNSRnhUOH9oteDTOz01pPczipoFhPt9qnTpzAsaPHtC4+ATDAB8b5e3fBqotv/tU30NFYHa3JGzcu40/+5I9w8aM7+O7338aTn3gGW5tdoBjHg5V1rfUuTupy/UkFw5547Al8+MFFvPHDH+Jf/o//A/7ZP/t/4b/77/4Z/vW//g08UKDv3t2bmJ6dkF4H2Nza0AW59XEJv/N7f45/9+9+H1/+8tfw5pvnFYy5heUl7dFLa3j99StYkJ2GkCl4cxv//T//53jv3ffx5b/4Cs6/f0GBxMsKNJ/DE088hV/+0q/ii7/4i/ipn/ppBSn24MUXTmH//r147vnH8fSzZ2Rrffiy/01dxO/bf0iX5pt49/2LcNDovfcu4MjR4zhx4qT4owIS9+BAqgqYmp7CR5cuYXF5BQ5Evv7a2/j6197C5cuXMZB9+dvxhxSUG59oSpUlVlaW4IvFGCP83Lh1E13Z4H7h9AabWkd3sNVbxdhkgZm9E8iLiHZnBb3Bgsb5AeYXruDw0T1Y3xSd3ibGp1rYOzeDw0cO4JVPvYw5BXevXr2qAO49jbWCzOupAlbF30BnnjffekdB9U+jqcDUWHNMQfhp+alFyQ88pkDJpz6lwMXsHA4oiL4pW7qiOV7fWkFN/uZb3/oWvvrVr+LxJ57AmTNn0JQtLirAur6+KhrzuHHjhmTp4ZVXPoUjh4/g8ccf11yu482338ThQ3PS0ZLoyHdL74WCwQ3582eeeRJPPfWYZFyXjg/g+z/4juZnH06eOJ1s9oQCKtOT4/jiFz6vwPFpiG08/dxZBaKewq//3V8W3SlsrN3DoQOTWF28L5tbwaJ8s//881tvvS57eBc+z+2ZHoPXf6vewMLdu9jcWMb+PTM4tH8fakWBPQq2dyXvuNZmLQCzrQyNchOnD+/BzEQDrUYN2u7kR/qo5Rly3RoF7WeV5rjUuTBXY1J12ddeFLSOS5kHE8zfv695yFKeJIJ8lqEn31YrcgzkqzLbQwWtMYFwYogJX0dVeC1T7XXhBrV1dU7ty99bnt1+yXUkNQdd+YMe7COhp6c91ADtwaX8rccOgWlPi/KDznuvLcV7r7+pOQri15Ajxlr6Rj3KOho1yU0FAl97R3vgNdlOgTu3r8o2N7Gyuiw/skc+s5Tt3dL878HZRw/j2Ik5PKU99vQjp/Cb/+G7CqA/wL27awqWv6MA+wIGfXFVAvXmOJqtSfzRH30Df/Zn35VfeR3/9n/5c3z9Gz/Exrpk6pSoJPOhA7P41S+9jF/50qs49+gZ0ZpHu91HvTGjoOkl+RAFwKfGcf3GHUzrLH3jZh95fRo3762gMTGptVVibasje+/Lhj6h9bIXU8Izbkf75vTMDD748BJeeP5l2eAZHDxwFJ/76c/j7r0FTE3PaT020dM60uTg7Xev4LFzJ/Gtb/8FFhZvyb/8lHzEUb0QV/irv/o+Xv/Be3juuVe0Pmc1xgRm5Gcd/B0fn5DuZrClfdkBwbfffhsXLnyAJ556CvfuL+D/8f/8/+B3f+eP8eU//3PINeB73/0evv/d7+CUApaTU5Pw/I3pPGK/OjM9i7rOC+MT47h46Qq+/LUvK9B5HAf3Hcbc3v0oFKxua7+NMVegsYerl66i1Wyi1WpKb1vS0ZT2lg2t3Wu4ceu65qEAtEk3ZO/f//73Ze+Ax9jaaMOBUjKo7xj27Nmjces4cGAf7t69ozW4lny296Qir+GP/+QH+NZ3Xoe/AZrnuWSfTfJubm6JOpDnhdZIlWBaQXFtV9izdy/qOv/VdIa8du2abKnCO2++jT/8vT/AlUtXMX9vEf5W8MmTp7VnLO2c98+dexxnzp7Dg8Vl/Mc/+wt4Pk89on2uWUelM8uBg3Pa8wqtrQoX3j+PhQcLwj+Dx889gSzkuHr5Ad587XU0tYYH2v9ijBj0Bthy4B4Z6vUGltM37AfpPBBCBHS5XSp4ZJvx+gwIwlmB5RvzLwe0xlDpzEAStVpN4zfgx2tWDZK7RMqrMoSAqDGVBUk1V3Cdy9ad86XOQsY3XkN+1/X2H5VeXt1el8683vvyR8kPBGgNR/mALY1VJfrGMQ2Ckqmexnffns5OHsvgs1OlGXI9KUyB8x7X7cbtyW9Vks1geh7PbcZznXk1uDzq53aD6wzOG9epyyQhtpLsJEFSZYH8FAxAajNdbpetA5II8mGV9GBQcdgXQ3zz5z4qSh9ZolFt8+56ktKPfIvqetKD6yS+8Ky/TOunSP3c3/1GacJTwfSj5s4yqAiIZdNxPakChnSM4z5OSYIk3Id8mJIEwDRXqc1yaZ/xf3nhX+RGGMqEXY95St1UJxWI70o5JNpuM6SK7Q/z5TrTd9VADtg2U8mWSYJk6ms7MK/GM/5ugJ5R2TKR6qc5qcRApTN8pbUx0HtPuU3T9kpSvZBszvoxDLb3Io9D9TdCpXkYaD91nSGk+jL181huN56B5I68Ylw/wzGMY5s0feMZXEfuwlflqE7Z9EMO+6eCPkgmml6/5sX4pmtQc2pzuhvEfrIn43g9Wk7NmkxqOC+mYd1Sc2uZnTeQQ97cvpvej+Y9HwbL9qP6GOGaxgiMU2ou3EZaHuewzTthWpYNeki3U7nhTyVh3N+pgWTCdx/oIblNRxIK1ziGUvcgQ2mFpB/XQfcMISOC5Pa6LXTmso42Nza1D7Wls0q+1f51AD8ew3qJWluU4Wfavyq94FWJMJHqNb7v33p6j6Vw3KevvbmUr/SYLtt+Kp17hvYNPRVcVxR5SiF7HYLrK6TA5U5dKRxIRiglomSIWoPY9ZBU+xBc7XFg+XV/NtB7eT9BCbGUzgWDFFCthBrUL8guDJp71Zhnz6vTIZSyb+vD+BUYgBBCAqGLptsrZ0WL4jpgkHRUoZSihi0QjWoHSKb+1p/B9EiKD2GrD7Yfktu5YX8XSKZxnA8gMkY16kddXWcgqZkgotqlLvghH/Zz2UBqTI1XJcWIgPKu/0nA7Up1QXIH4tZ1Qx2p76hd6e4650kmeUn3wPajPhqP5lH1pHK7YKiTgCBb9X1EyAmhCmwjqtcckKrDxx/3M5AEuS2fxhlhxTjs67Jt1OA8OcQnh6nrzLttwf7DeC4bRm2u6+s8rIlFED8G9YbrDUPcKvFB0t0+BuSwjmTqD/nsShaU7raVur/pYPtxeQTbVSkxjutTQR/Oj4Bkom3eDCQTP6N29x2BrAijp6qqlDVeyuhjlHdaqUwOaZFUSb2lZ/JhPuGpzmlC+AkfJBM/JFOreTH+KHXekBr1QQ7xlE0/biO5Q4Mc5lPj/8qH+3ocg1HJn9zXsrp9BO7nvFPbh9MoH2n9jupdZ7BtJFADSa2dAFC60vqBHvcjmWwm4auOZJozJbAtOHWbAdsPSdALUQu80p6/XZ2SSjpPmV0fu+tIphbXGUYyuNJ564MkTH9UNp7bSTpJMGoj+bEzWmrUB0kEPMQ3DbNGrRWD9dXX2cd3MR2dmUMe0GjVEAr1CgBJ+dLBtqaIoH7ej/K8QIxZKlv0vvYb7z9+J+/p7rXQvuZztvc443r9+j6/q/tw00g6Fy3oST5aTFmWtJZVR1JTVqLU2u7pPd8SuN8ICLcjzVlH73Ueu9R+M2yPogC9N/Xgd8u+9h7zUBR1RPFsYYxnHgzms653m4bA9aV8sfk1P4Zym24MMclrHJLpLNYXf75LMJ7B5RGUomN9mxn3ybMMUTYqwRLf1o3PVCRR6f2skiKV07tYki7RHyT6femhJxzpI9EsJX0JuWXRC4JokTRPFfqiUWlAUjScEf6IL8vU1x2L+fV4JGEezJP5I6mewx/zYlyD8243kNzRge1gd99Kc1hqvN3gOgP0GN92MezDRIccjklKcvU3rvs7rSyLYFSGpPRaHNZXcFpabwbhkSOakH770p/0Jn4q0TXvMeqMoXwqCxd+ghZwkCYzGX6uC62oCQpqDCGkF/zJiYn04uoySbgtBhkCBSEgGl/ToRFR6e29krH4wt6LYGNtQxfPa7q86MCPWEZPi21LQVQE6OWzhiIvQAYd+srE8EA0xLMmptDLcguFjNaHPqqDQXtSyrkPkYHqG6AWHXi6urix8WUy8iIrxHd9m04D0l1aDMMX9QEszwiM78kxiJIu9QrUFXyycfqSZmpqCjO6EBpXcKCuF2wvpizLJXuWABrfRmbwZJFM9KP4CMEvm5pc6YUkSIqvGkxrcnIipYWCFbnGqzeaGJe+xzROo9nC2NiEdNCUDLnYr8AAQC+CoFL9eDwbtVOPq7mVUXgsYiCH1JXj6HR66be3NzY34bkq5JjEii57unA6lCeX/vtJP6bnP5+7rgDTuoLfnkcNha5fisVFzDOAREeOzIuj09nSwX1LfTd12djFQPPbVkBioJe6Ie0C1pU6qW2gi5GOLm/u6cLuvi5uVrC+tin76IlGTzQ6ujxZxqKCVX0t/KKoaSiqra02w1aiYR79UuU/b+qxoCeTc/E80jelJWC7sryeY7d5Ls1Ppc2qrwXDQPHl+YsIIQKyn0pg+3NarzVgelH2HXUhFGLUvBUJzNumAl/+Voz1nqm9kF6hxw63rUBsT2P0ZaylFqZ1UapMMslDUs65r0uZbpLNsgxxxLhodKVb03VQYXpmemgjou/12dMmtbT8AJtb6+gpENlRcKunQIxYkL000WwW6A/acoaaX11MU4fWruZkbW0Vg7ILmS0cDB1XkPOAgg3jutSe0qX4QV2OHT6yD1NTTdnGqvS9DH9DptXMVdeC/4+t6ckmJsZrWgstaGpQZKUuMAvsPziDI0f36dLzsAItJzE50USvvQroEhm9NVT9Dc3xOsbHWjhy7Kh4yLC8sqhLx0n5mBru37uNW7euKXhwG3duX8PS8oIuIq/oou8W7qh+emoMx44fxsyeaUwqWDw5M4nHn3wCs3vnsCYbnVfw4catO+q3gi3pLqvVkGlN+Vuh6wqYemPv6PL70JEjaIoH12W1mvLjwu9hs9PGzTt3cOnyVQVUtoAYMKgAxgyZBY0R/ibqsnTYsF+EjgAAEABJREFUR4VcfQttloxqz3ME2Z7/38MlBUK3NBfMJDr66OkivaMNpydb9ubvYKcDmQhBc9eDbSYvCr+WSteZqjWunJ/pxxgRosbVul1aXUlrwsE/f7t5y0FYzelAG/tA69L2PRBf4liHlxYg27ZNdTW2YUsXzL6QtOP3GjBtkrLOClGGE8SPaZgfQ1MXw+bZ/WyLIBCTnDH1cWC3VtSSX7J9t7XeuwqaaGmhklPpyP674mtpaQWXLl3He+9cxN17SwpErcuPdAHxSlKpclUFcphPFT/xI4guFKzpSrRcPnEc7Y59eFRfYH1De4xuyOu1HA7C1GpRvmVB9nQXt25cl03dxIZw7K+WtHb8rbZmoyX7m4W/BbmwsAgHEN9XsPDtd96B9XHxww9xf/6efFoP167dVJDiLvx/oY7JLx86dAiPPfYYoubn61//S1z44Dz6WpcDzQmkhNZYU/xtan13MNDc53kN7a0ujh47jk8pKBYYMD09gxeffx77907jH/y9X8PnP/dJdLubmJ2dwt//B38Xn/+FF/GFX/4pPPHiJ3FrfhET8gP/9f/ln+Af/P2/i1MKQC7rkvt3f+d38JUv/5kCjV/Hmz+8OFxjkxOoN/LkB3oKDK6tPkClgO0jj5zUfAXpZ6CAXUzffr1zd15yPIEzZ07gm9/4Ft7/4Af4mZ9/Gk9/4hN4+eVzaLcHuHjxAX745jsKhlzHN7/9OvbsmcNHH11WYHQd77z9Dq5dvQ7vFZbn8KEDuH37Pt584x3N9RIuXHgff/zHf6aAwm38xV98Da+9/oZsPeLQkeMKAq7iw48upnXQkL01Wy288eZb8LNndq+CLifTHuw9cHysiSNHJhR4qiMvchw/dhiZziuUP8tzYGy8oXlqY3NzXTJG+agGDssfdRVIvXjpfTxYuiM/k+HYsYOI8scL964pIPEt/Pmf/qbsYl5zMYYHmut6ERVsvIXz774puS7h+vXrWNcZplFvwvvnigLvHfmKRxT09De079+fxw9+8APJ+64CBUBNQRb/X4sXFMS/Kr3M7tmnAMUD/OVf/iUK+cQN8buhdXLhw/fhYMlHsjEHUJ988klMTU5Kp6toyb7OPKJAtNb2/gMHFEz6RZxVEMP712UFmN98600kH6C5XVhawOraIuy/G81MOillh1tY21zGwUP7cO/eHfzZf/wz/PD1C7h963ayxU+9/JLGaoiv2yhqJa7dvIif/8Jn8MTTJxHCJh599Ah+6QufxbnHjuGZpx/FgQNzeOLco6LbkQ42sCl/Ojs7qfo9mJmexImjRyR3jp70MqU5nBxvyb4KdLTeDuydxpReplRAT8HhtvznWLOOg6L5/HPPQG4Te4UzMdZQnxomxpqYlH+u1bNEe2Z6Umu9ITzJJmSvN7uKUntpnke0NSb0VJrTKJ/XVNAo05rM80xrqStbyAH5IyJK9hJbCuT0pFeha+2Kpvye93vT7ctX2o9537UPDGrr6jwJPZV81LCOWltFgkJ26Dqvefs+oSdfZDrGNw/m03RaY3WECExMjqMrP+FDfHMsotbsoDXWx+c+/xLm9tSwf+6A7HEDawqyzd9fRlGMYf7+EvbsOSB52tizdxIHDk4LZznZnY54iebKGmTjfYTQAKoMm5LTa3J1dRM6AqLW2Kt1VgdYoF8Sv/d7X8OpU8fx3/zXv4Z9B8bw+LmD2ptznD55FD2dzW/fuomqzKT7CUxNzqCvM6QDYTXtVQEBM1Pas+dXZPMVhIjx8YZ84zJamuv7srnDCvpPTkzjhAJ0Z84+ikJnqXvzD/Dvf/M/KDh4CUEb5F998zuYHJ9DWRbad2+KvxKF5h3sYmKywCNnDmJsItPabCFE4hOfeBoHDhySXR/T2bPEvn37tR9syc8v49DBY9ja6it4v0+2/h7eee9drKwt4/U3fgDP6aOPPiHbGseemcNo1muyp77ODlNoTYyjp/Oijn2YmqlhrCEdac/eWF3DMZ0Vjh09iudfeBpHDh/Fl//iL3H+g4v44IOP4D8HfOvmXTy4vwiWEc889SympqaTva2vr2lOm/JxBzA5PY56M8etOzexvrWm88sMDh48iPPnLyjgfEC+rNA6XNJ8tZMcNZ0r+oNu2ndWVpbTt+E3NjZge9m3fx9sY/1epXeESe2gAbazrgKU3rsrqiyEKPvvS4a6ZClqQIgh2frVa1elky1cv3Y76f/E0eMY6MJ8YmICP/W5n8bZR8/hu9/5vtZyA/sPHMbK6gZqjSaOHj+Fw0dOabxc56s12VMPDqReuPAeCvnLhsb57Gc/k3j0L3sWGvSDC5fkuxs498hpFOKplgM97SWlAxDaH3taa2REpbVZE7557mr/rrQwS/HeVmC+1AFsQ0HihvbpvtbshgIENb0LVlqLJJOuM51d3Nd1A/kEBiDKVgaDHkoFnYBSOs5Qk14NhewXejoK7va1Lw/0jmJe/D5BEkG85tpQSKa9O8injOhnWYD7hxjS2FGp+xusf49vmjFG2Idg+3E5hACSCYxfSQaD8Qzu75Sk+I+JvvmAHlLnNJ0JTUNFuJ/B+d11JBP/pFIG+DEeNRalZxiUr0TLgEFplATGc8Y8mD/nRUb8Ygcq6dPg+izpPaCUzkd9LcNIx7tlhh7jGCArUlE0hzJ5PNcbXD8a27RcN4KyX2r/6ad+xrPc1rUqkj5G/dxGUtV0FsYzuGAc03Oe5MM2oVouA3Y9pHQo3zDq7yb3JwlyCG5TNvE2om8c45J0ksByut3pCNzXkBC2P1y27shh3xhisgeSSU73hZr6Coz25Cei9sQsK+TPcgThlppj68VjmWQIAerqrNIRjX4q+yPIvkvbg+zCaZTtWvdOh32Z+rlscJvlI4f1puGyU5JOEr77Gpccjrkbh6TspkxAcgefJMz3iH/3GYF5M5BM+sCuhzSNYYWyYIBW/SClrh3RcJ40Lp1N+nTGvHrM3fTdx20GkolHSlfWgcF9UpvqnCfpomhCuEEpUwo9JPUJlbkD0OMxDCSFXyV9uGw+nAol1TtvgNaO2wy725wHgYF8a192EeT/GEOySbeFGFFqrceQAZRyAIQQQDLp0nmA23UB9oVQuZRdQI/fBUmiKikeh3yqGuapEk+VtB0iUs51uc7lMYZtejofqL2q5Gvk97VZCm8gOqVGGIjGwKSUBxxUta+qNK7HrrQpkxQdASWDbDvVSxYqL0KQFAgMGjyiKqX3EsprbOETUXkCCAghKiVIKh39VCpDbRSEHSAJPyTV/hAq0VQFQADbbdh+qqrazj1MSGL072Htx3OkMASuJelEPEP9AiIzQQQZQDJBGkdjBQ1ndUIPSaR65f1DDnGdt46MZ0jlXR/CSjRHVUwZEVaa9KxxlE38OHWd14kG00+V+pJMqdsNpeal8lyrL1VBMrVLBJWgPNJjHIPvMhmFE6A2pdv42H5IyWYhVCaJILsNFDKQbGjkLyqPp3ZVp3rbcFkOfcyojSTcnyRGDznMk0TUOjGQGlP0oIckuL3G3VdVO7K7TNJVqc4ZkkmOUX6Io5KCqhTbwRMneYS2g6fW1N/8Ok8+pOG6Ef9Od8NuXPJhH9cbSCqpIJVpLGX1s7u/eTMkLMm7u02o6kP1DSkluZMaD3p2p6O8qtMPydQ30VeeJPwYzzKNwGXX/yQgh31I7oz9k/D+ujrTNozaSY6ykMIf5rdz5LDdn+5n23Jq2EZJfNj+SGNt1ypL2YhLPyqX+/5onW0sxgDPixhRt0rw8Ic0QSAI50f3UNMbwcMe2LHdIKIkE59uN67H97o1lF6barBshlG7U4NxXW9w2fQM6iKVyZZE2+UYo6vSWnMf03XqPm4giSCduH7D99M+j+vmJxQBMY/p7rurF1N/8c79oGdIVz5PtIdyBwz6pc7hG+jqTte0ZaaiG+B299vU3ejq6mqKb3R1pu8lPAgnwvuI/YAhyZ78AdK+uKl3iY7uKIP4rCmeE2IUzTz1I4PkqsTjAL3uQGeSEh7b41kv5mVLdyCm6XqSIKk+Q7xRvMTyGKBnoHvBUmflvlK/J5iWQYRT36jx07uF6PT1TjIQmLb7k0P6IpPGcJvzBurDeKXwR3LapsxbqbGyEFDTPUWu83oeqaZS8vSTDgZ6BzNOJb5K6aaSbVCg1xwUeSZ9DOcCgTpblCilfFtqpdT45sPjGCwT7NcCdmzRMpFM8pHEUBbAeuj1OiklidFDMuG4n3FHAD3D8cz7QP3Ei/g1nUpnC78bQ2Mj5ZFokNwZV92l5nIHjIeEr0/Jok+1ma6hTPQr6UEkEi3bWqH3xkw6hMbwuE5NdwShrkuFugyp0ItmnmdpcDeacUNNBPIsQyXGSSKGgEyTLjZhXioxUmnzFH3pW4skDJUfnQqIoIms6YKlpRfaAhQzVP9MY42Pj6PVbMIX2kVRF+1hX6gP9BDUGAKlHmMgHvQup9YoHgqEbfpiIWFXwuunF66BLlU6MpYB3ObF6oVz/959XYquaYH0Uz1J0QjwYzzo4OaFs57+7GtHi7cvpVbwxPowmfQkfUQFT8gIMiCEiKhykF5MhySseL9QZlmOIq8liMIzTrTs0meeq020jBdilPoqVCLg+kajAdd7PKfNZkM0hSPhoxZDs9VESxeWppX0n5gHPEau8bKYw/rygu/2urp06qKroIYDtdPTs2DIVB4k2UzfkIknDS95Qhp7Wpf8YwrilppbtxeyD0a1yV588TI2NgZS0yOeehrDl1U9jRGzBixDWlxa3GbNNDq6kFzV5VS73U2XRqu6+eu0exqSuvBvYWJiSvRCuvRaX1ewRU42Sq+FLllCCDCdQOlA/ABUuUrz29NFUGBATXiyfQx6JYLwCunW+sH243xeFGAgOuJ35KxKOZGeyk5Jwg5hUxdXpptr/lzuaRPIioiZ2Rldfs0hL3I5946gLTvbhPtDsxdjQBB9iE6hyyUHnvq6AOrrwsZBZzvYvpzXEPpyaIMkg+fJ7aXtW4J6Tn3RYz2Yfevf0BDNWk0XoaLnDYMkCvFiyMVfsyXd14Iuu1ewvrmCWjMgrxO1Rg7zVunFm6FErZYhU3C1rnROl9hZXqLRzHTpN4Z6I0O7s4r1jWVUZVf1OSYmm7q4q0n+McEEDh2Zw/ETB3Ds2D4cPzanC88DOH58H8bGCjhA2+vqInhlHvfvXMODu9exvrqgeWljWpfu09JhQ7abaS7qzQbGpyZx7cZVvPve29hor6FUwGfP3BQOHd6HEycO4+jRg+mSdv+BPdg7N6PLzxnJUxNeBV+y3b57D/6WaEP2+Mijj+Hc44/jpC7v0p/PbdWxqQ1vanYaDvxtKNjn9Pb9e7h++xZ6uqhzMHRpTZeD0mmFgJJAlE57mouYF3DAdb2zpSMAFGzt6NK1Qn1sXMHcGeRaC21d/iV7kh0leXRRHvOATIG8gV5s1xXY8by2Wk00vK7laycmJ6Xnhi60B0iBUQU5twQDjbmhg0FPvIzJN+ZFIVsr4GE+xksAABAASURBVP62kYHqKwC2D5kJgmzNvrglfU5OT4mfAkG7oGWwNwnysV6zxh/Z08bGOtrSQ09r1eu0pnXtg0TU+vf4HltqAERb7hAg4GCwv727KR43Nzdk7z2EGIdtWv9tHV46vT7c16nec9GUjqamZlCrNxRA7KAtHVYiFtUvKCWC5BjKgv8dDxlk8zV3xMryomj4UkiU9abYU4DC34x5sPhA9SV8qRsCcPz4UazpUjhTwQG5a9euKMC0mGyjMd5ETYGde/fmFUhfww9eewN/9Id/jE0Fqj1fXrPvvXte+PO6uJ/Dd771bfzu7/6ugnDv4eCBg8il4y0dFJ9+5inNbx1TsvEsD5iZmUKmubD84i75uNmZ2bTe15bXMDE+iSc/8RRu3LyJ8++/h+mxBrwWf/jD7+vS/oDsYl22OMCJ0yfxs1/4BcwvLuD0mdPi8QZWtbavXr+Epuz0xrVr+PKffxn1Wi7fNIa/9bdfxZNPncErLz+Jxx47gQcLd9GXjQ4Ev/YrX8SDxbt4XWNcvnIRCAP1G+D+vXvwn+3dv2dTF/gfJN1NTU7j7XfeQ72uvUR23GwFbG4GnFTwpdvNJGcDly+Ll+VVBU7vIs8KUP/WtJbWVtfxmc+8jOmZcRw5ehhXrtxCiTpefuWldIk/Pb1HAZazKXDgb5TtP7BPl/YrCmQ/wBEFL4qijinZjlwqYsgQGBCUOnDtYIr3xY7mx/+P4FZ7HYXW2uKDe9hcX5J+O/Lvm6D8HNgTz8soqzZi1leAegwDHbbXHizh7s3bqEr7pBYc0Dt0cC/KXls0VtDd2kBN+8kNBVHfeesdfOub38a777yb1uKxo8dxYP9BnDr1CJaXl+XDS3hPy7ICt27ewpVLV/C2+tyXPd29cxfPP/+CdJPjr779V1jTXjWmwMqfKPBdkrKn/fjsZz8L/1+03lMr7W2///t/iN/+D3+Ca9duJJvJJHehNfOD730f3/vOd+D/q3Wv/1T2RBOdfgfPPPc0ilbE2bMn8NJLz+L0I8fwyqdfxOEj+0DNb0f62bd3LwIixuTbv/61b4rO1zUnH0hXW5iZHcOFD97RfBxCrUH5pLaCQBFbGw8UnNqLp554FCe1fr70xZ/FSy8+jycefwJ/9Ad/JJ/cxKOPnpH8fZBARz6lyCMmxlo4dfIY9syMSY9LaOYDHD24B4+dPoajh/ejyGQJ9UJ2VUhvm+gpqDzeamFC/u7okUPabwrkWj9Tk+Noylc2ajV0FCwlmfZa54sikz1oUBlInudoya/Wa4VsJWBqagr792sc+U77SNPIhJrp3On9mJQmtE9n25BnOUqdGXsKFNpP1jReXeNm8ochRBSiE2IUv3UUtWwbctSE15EtGdp6IfNLRaH12NSeNjMzLd0O9eK6eqOmPbSF2T1TkmUdY+MN2WgHodZDrdFGu+NvZrY0BydlC0/g7r0lrUvJMXcU3/yrN3Dz9iJQ1STbPmxudOGzEyTchvYWal5/+MZF+atSPiOCkDyyo2X5mK2tLmJWk902NUaJ2/NL2FAQro9M4xONsQYeffQEDh+dw6c+/TTW1u7hySfOyO5qkreBvXsPwmfh995/W3axjhX51aWFRRRFpYDaIkKstJ6AteUNLN5fx/L8Hc0F8Zhs8ZDmes+eWYyNTeLNt97FQPy+p+DhxNQsZvbukx9alU1mQEncubmMO7eXcF7Bt4XFZQWJt2QHlLzjeOTUMcwrMFvT/D733HPSe1N8rslG1LcC/uAP/lg2NMC9uw+kmx7am334m6fnHnsar732ffnEWRw+fAgfffQR3njjLWysb8C/ALG+uoR/9I/+Juo699zUGWJ5bROZ/M6Bg/vhv6Zx+aNLsvFx3JSfCCGXTZ/FuXOfwDPPviBaV3Hxo6sar41LF6/iwwuXce2jayhCDVevXkNba6GnM2Vf67PUxbZ9kdfi2GRDeugJ57Jkm8Lp02dF6xIq6SBonddqddRkVz73Rdnc9773PeR5gRhr8C9x+pcbN7V//+zPvqjA+2e19gbSb0v62NDe04AmBOTwbLy4rLXXLFDIZvM8aMyrwluDv+F+xn/qV77omaefwU/91Gfw/AvP4OlnHpf+38Wy+jUUPB3obLSouYCC8t/4xrcxObUHlfIPFlY0d4u4cesGWuMtLC7PK9B6CKcfOYm+zpfT01PwnyMf6NxbqzXhX6w5sn8Wf+/vfAF/89e+gM+8+gSIXsJlALKYS74MVMFrtKO1PtAFQKnzlAOnpWzZe3BXZwzj+D3CqfUDPQO9Y3Qli89PrsvzTDoTPZ1fejprD0Srkp8IKhtq0m8IAaXOWsYfQVWVO/7FYwfh12RzBs+H05r6VrLjgcY0ToVSOikTLdMTOyh1+LHsHsMv+EWRST6qqURf55MoulA/j6vKNIelZDRdlw1+X3BaiscQArLkiwKc3403ypPDOTf+qC7hSm6Xra8hEEG4AURkSEAO+5Kqk480vsG0SPMNkEwAPaZLuk+JgQLe1kMu/iqdAy1fJT0aSCLEIWSi63lxX0MUPvSQ1CdA/YMeUjmB5fd8mwdVS8dVAqNFrQsDyaR3khjoXExyiKMO5JAOOayrNGcJpA81px/zQTLl3ZYyuz5cp24ao0IIMbWQQ3rD+S/TeCSFM0jtEP1qW/7tCvUNCUjupCO5gua20iBOSSZ6LkMPOeRNWeyWe4RLMtEzvvUls9PoEUHrKcQMQTyLtHgb8mk8dVG9+IlI9QOtDYPnLoiXuK1b4xpEEORDPkimsnGx/ZDDOhdJOkng/gOtEwOpejOTWpBoQI/p+D3Ec00y2blt3Xy4TShJJyS1hmLqR1IyEJn2/ULrk2Sqhx6S/hQMf8xD6flQEAOhEh7UN1isRNftxiSZ9GFeXPbYdGYXGJck/G8nH5joeZ1j+yGJgfTqdeGqgSaGkr2SLlw2uL9Tkk7S2AO1kwQ55MU2YjAvhoSoj1HfUUoO+4zKo5TirZSfyYo86S7EKL/os4Fq5Vf68s8A1ZaBZAL3Hai+r3e5wAjPQ679x7xZNzEEmBe3oQriu8KPPkkX0jcjNEcBmQ5fMQaE6DGMX2qsSlDCQVWm2YBoDfmCnwqIVB+llXj1+JVeRjWVO/NmXiv5TQq/1F7hMjVu5T7GFRARRFAfjaKGSnWV2kUSux9qLJdJIoxkVMpg6gDJHQChp9IJKiBnQDAYVzjQYz52g6pAcgdcdrtTg8cjh/y5vAPbvA5xNQ6Eo3OC1VVKbteXFkQCybRt3pCgO91Hmah59xijMiW/YVT+0ZTkdlWFMJJfNSRBlUnC9EzDYD7UAlKf21BpoirxNQLzRQyfUZ2aU8WwXApFoPmz3dACqZVkoivvr3Z9jjqpDQRI7oB1YTvpay+AnpHcpu82g/Pkwz7GEWqi7dQ4Ti1fLv9C2nYejks+7EtS63yQ7NZ9RuAxoEkyLedHMGp3G6Q4GvSOKjIwPGzHDk1yOJ7bTOevpwnRGOKSD9OgPLYf94f4CsEVQ5lcZ5quoRosN8k0vutHYDzjuN06M13nXUfSyQ4Y1yCl7tQ5Y/zUV+OQD/sY90fHMb7BbYYfzbv8vxdGdEb9tAykjVFJmtltW67exaOLu4EgrAOS8GPa0igo2VJe69K2aLlSeZs2SanFIwMkE1gvITjvumEb9LgfwHSeNB3jeW+EHrcZXG/YnVczjEuaJlPeeh/19fpwH3LYDj3ub37dZj/vvHHU9GM/xq3kfzyGaRqch+hVAvfzPaLxXD9cR5JDOunqDqrtAJr2pQm/3080da/aVyyio7NxP4H7e1D3Nd9OXTZPo6CpeSSpd9S67nRm03uacXyOWFVQ1X/1zziJB/k/8+j2RFsqJokggB7/KdyeYg09xSdK7cEep5R8ADVXQ7twXb83SO+Zcm0YPd7bPU4p2Vzn8Qzmw+8jbd0LWKeWgaT23+FeC+WN736m3ZPPMp7zrnc7yY+tQ7cZ3+0khULxV30Mx+2VeIkhINeZu1bkCa+v+IXbqHpSfWX5tCDaN0UEBOSSKkGJSnWpLDzfkRS6w8wFMQaEGFGp0fyaH8sKPaQqlZay877OPpZFnIHyNQxEGI3LYd5lQxQ9aVjz3pUcfUGZwHTJh7jGMz5J6Adu9/gJJEcpmV2HnadSrhQopUYQXyr82I9pDUFI262mk+hu24LzrnMzSZ1nsvSuXdPZ8yFPw/6hoYsoN8RIuFNPlwCbuqSBmGzo5b6py3CjkkQQiD29RJVSQB89XUD1O31Ug0ptQRARdZCPzBBDBPXPA6qgRQMETbANO9PkkEgPGaTACiQTozVdaBhiyMUCYSP2Nwna7a7KSDRM0/oZ6KBayvBJgggCGxhQ5DVMTExqsTVQFAWMTwY0Gy1dPoylxTelS7dmc0ztNWh0tHUxtrnVUUBgkByY6Zv2MC11CdaBF8fGxpZeutvwC771NaTtcaukk74OopDFySYldiaZChjHEGMEybQJm/e+Dq6bm220t9rpkqedLmF66Mrp2HGsra0q39Z4m+jo0rHSnJhOX4vPC7YycwB8oCvyOmq1BrKYqQbDORITdmyuqFDBMq4pUNnWIu8pmEIy8UZSc1Am3nyRMj09Kz2NSzcFQKArXPe3Y7Q+K704txVAMJ8dOSHzU8qgoccytiVHX7KVmptS9ZubW0k3eVYTuSh+M5jW2Ng4Dhw4pIulaekpg2VqizcypGBxs9kEGTUfUJ+IKNn6cmp9yQ+IZ81/DKKVFYB07hcB68c8OM2yDAxE0pNTWArA7ZlsMQTJJl1bDkNPth+EN6kA39j4mGyhp4s3z0EnLaAsj9JrTxf0Gwk0KDwOSegHfS3AroCyb9dDj+UkA7qizRA0dq75LwWDxBc1nvmzTNYVaVpMup9U0M28dmSbdmBdzYNIoqZLHfPnC7aG1uekLqKbChwWRYZKB9Iq9hGkkk5vE5ZrGEDbRLrU1QbWaObK5zhy9AAmp1q6KG1rPghwIJm3UEg31IYXImQHTUxN+rK7KR3kyAvIxirU6gF5jZjZM47p2RbGx2po1jMMuptwUKO7tY6gVd/ThWJbF2R+D7g/Pw9vdvt02T27Z48u4hZx8dKHuKLg1oYCGNMzUzj3+GO6UD6Fpz7xZLrUPHbiqC5Wa2jpkn5BASX/f5P3FubR1rz1tR6s82PHT+LgocOYmJpQ0LeptbKJxaUFfHTpIwVoN1Kw1f9fWFt2uSV7XVlfxYZ0GuQQVxQ497dJt6TbTOWebLZikE4qLK6spG+sRgVWVhVEXF5fQ6zlqOvCfEOBRX9TdGV9BRWAickJDLQuOgrIDKQ7B+A3tzbhec1kh11t2JvqU8gf2a5jjPIhPRS1GjyvlsPzbOcdosaXjTu/qeBqR7KSRF4UmoNGgpp4HUi/RS3T52AY8NSa7NjOZH+52h0UIJnWtlhMP7Y1gwseOy+KZIddXVaW0mdTdj82MS57yKElhVwB47r2CP/ii3l3P/e3TJkuaT0P/pPEQIUoWl1IxNsJAAAQAElEQVStz1JjUjJXIUq2AaA12miOIUiuri4+K1Bjqse2/zLN/y1Qib9SgT3Kxge6uG0roNaVbirpXdSSnKV8Qldz60vzu7pgrxcNPHrmLP5v/9d/gi9+4Wd0+JrE3j1T2Lu3JY4HuK/A+tVrV/Hyp1/WhfABXSjfkP1ksKzLCsCub3TgPyU8oeAnGTCQT51fWEjrvxIF893Q5XOMmepkdwo4rMtve3/5xNPP4ulnnpVtHoT3r0Gv1BppAlJspY6t1phsu4FV2VVXa+TKRxexuriIixfex4rsd6u9hsmZCdx7cBcffHQel69fRKwHjM208GD5DmoN4vHHFfxoaN0rYChXgBB7ePPt1yTHeV30f4CB7GFibAxUwOjE0aM4fGQ/5vbNYM/eKfibhhOa62cfn8JTjzbw4osvYKzVwKT2zpnJqeR3m61JHDl2HM8//xQ+97nn8eqrr+CxR4/ij//4LQVAFhEl9/LKstb1Gnqa2/37D2B8fFI+JMcLzz+Ho0cO45MvP4Of/blPwm2PP3VWQcA+7tx/gHfeO4//+KdfTkFZm8L58+cVCPl9LMw/wMUPPlK6KLqr8ncNHNA+0WpOoFFrIDJTkGcd8/P3sLhwH+sbyxqzAftAsaO58zxtodvdwMbmEm7fvISZ6Zp0sY5Bf03B42sIXMftWx/p7NJBSwHjCKCteZi/cw/vK4j8lT//C/z+7/0hvva1b+GCgjz30jcD53D8xEnNc1vjTUjeEh9dvIy5vfsVGF6RrxzD+NgErirIXPYDThx7FE79bVAHcH797/0aGAK8ls6dewL23wOt8yeeeEI0N7G2soZTJ0+L3iReeP55HFawfm15BZ2NNj54733x2USudfXEE48rAHYIjbE6Tj16Elu9LYRsgIWlezh5+gQOHt6H5fVF2fFGsq9C+9YLzz+rdXAKP/+zn8Tj587Agc2G/PWCdHjs+GH0+230dejev28vjh47hJsK1u+ZncLs9BRasu/f+e3fwb/9t/8ex48dV+BzSoG7DqbUduvmfdy4fgPeOycnxnDi+CEFAiucOLkPtbyHMY2RZ5X080DnmA1MTk6kgHxP56Sbt27hw4sfaM9po64A6+kzp6SbMdTkc5I/0loutZ/ab3d1/tHCQZ5naPlcACCLETX5nEntkzX5UeipZEg9+fJakenlYCBeWzANQ5CnLOQbDUG4UXtvnkdE+adMevWY7l9qXJ+Lvd7tk132y5F9ueeuXq9rPbdFAajpjFwXv1NTU5jU/lOT32UA5PrkrwPyekxQb9XRV3C7NdlAIXvbs3cckxNNzCrwmsUazp45g1oxDqKJpQebeOOHH+CtNz/EkcOn8Ae/9038wR/+ORZU3+1kWF7aEs8NfOPrb+NN4TTrLeRZAzHWIPeLWtEAGVCTTrKsjiyvo9TlZ18XOI3xMQzUZt9sHv0n5d32rW+9hr5sticCa+tt+cVlfHDhigKSb8lXzCGEIN9HPPvcKXz2s8/h7/7dz+Mzn34Khw828U//z/8Qf/vXfgrPPnUa0+MF/GenX37xOQRUuHv3Lr7+9W+CiAr4dlDIlm7evidZFjEme9nYWEMMBdbXOlq/Y/KFm8iKGs6cOY6vfPWbGAyIH77+Jv71v/6fkz/w/yU8r3PECQXs+/J5N2/eQq1oodspFVBdwO3bC5qbEhc/vIoDR47imRc+iVc/+zm8/tob+O3f/CP09a5y5uwp1BXg7up89PIrL0JTj2PHj8HPM888g3379+HK1Svi4QwmJqZw9859XL50Feff+wDr2g8eLK2i2ZxAnjfw+GNPQccmTIxP4+0330VT8jWbY/Kxczo/LGFdZ43llSUM/E9n4aJW4EMFdq/euInAqLXSBEtq/W/IvCvJ0U0+z+ekV1/9jPhsoi/fferUKRw5egj3tV6np8cxOzWmd6M+FrVf+Nw4MTGhOa4kexulzjC2305/C+sbK9i7fwLj42MY19o7cuwYTp48iWeeegravtHeXJMsGRraQ+7dv4H/8Nu/CdtNs9nCuALhgwFw//4CfvjDN/QONICD3Q29R1lHy2tL+MQzT2JlfVl9chw7dhST8v1tvdOY57Nnz+LZZ5+TH17DcwrWNooqpaUCzEUtyheWotlNMNCaa2pdj401Ybv0nh5ihky2YFqddg+V9ERE6aOf5OzLd5bSaZZF2D69fts+4+mcZR9AMtWP2jb1nkVSNjVIYBzTcL++BB1sg2n25UPc7rzBeIZC/sapyKCqSric57nylfReys4JfQzzQoryUR4feqqqQogBrnMf97Wuzb/rgtaY/ZDH89gueyyD61wWGZBMEDikNerrdo9hOYznvFPTHEi/A9l+pbMH5AuAIBoxwQiPYJLDfXYDqRaB60jC45gf8wg9pfRgHiyTmkWjlH77GFQ9+Ja/8qVxRsScCJGI8rtVVe3oSMMiSHaSIKn1mMGPx3A6AuNYNuvDqdsN5LBfJbs3TowxdSG5Qxd6QoiJdtBYhig8pyTVCgRaJ0w8jNrcMBrLPBtIujqBx3eGZKI96qei6Lilkj582nMeqmMC03Hf3bTdd1TvNuehp5RcpezcMKojH9IRivTdkz4HiTYgOUKOLC/A4LNhpbYy8UESQfKTTgnIRw90pjUfI9rWr8fyvLouykHahpzfjVdqDl0HkzEllZWkcZwmGtt8RwatXIJWhcBtpMoCjzfQfYFpkYT1YCAJP643kExt5t9lDQSSOwA9JJOspm8cg6rTT9DeH2SHmdJUoQ+S+hz+GNcwLH3880frTd/CkBQbEkh6dA9ySI8cptZXqXVn/Er+Jao+CEb0yCHe7rJlt4ym535Oc/mYQr4nRM2t+pDDcUkm+Y0zouG8gSQQCFjeAKR51lwbbwRqNarMgEm3HifIPqDHOAAlH5O/TWXPsSD12/YlWv7wk9qVCRozBcS07q3vqPFznbOKWoZcm06MhOcg01zkaoviLdgwrEb1t/wkEz9ZiLKbCK9tA3Y9Lo/0IwFQiRHqXbCSjKXsrhKfVeKROgMSA+2jqkalcSrXI+yiliRSW5XADZTsTk3HqSGIL2g9us4AE5RvJYUtMI7rR+Ay01jOAeQQz+1ID9OnywaSCcddXDZYFg9jeSHfHbSWIIQqyVGJhRK2M6ocof5KE9HtD9PYzu4kxg3G1XiuJOkkAcmkA49bSacVKvi/CyKZ5iTGCHVFJaZs02IAMDMASCKEgNFDDmm57H7kqPyQyUp9PZZBIwFmJardTArUBaQrPUyloQxID8k03oi2afS3fcmID9P/UYAekh+jqyrZSZnOF5ZNo22PVe2kxiHpxM0SvUxg+h7b8zCQPVQ6q1SyE9eNwDgjsO8wkUrnQqCUDBAvBiod6miESxKjZ1Tnsul6PNc579T1BlI0nNkGt41ATRrDMg3PQSMaJMVHSEAOxySHKbYfkohZlnBG+sVPeCrVPRxvm4bmmaTGfghC+7Ef99td6bLBdU4Nzv918J9qJ5l4J378IR/WOkf6c4hH8iHfWg/D2uFn0r2ypeYb8ikVqNLwxznSn0g2RA7zpdbOCEb8khRvSEBq/kRvhDNKSYJUm3TpfgbPn9udGpx3vQF6SIpmkM+V/3WADXrUP4aPz7X79nWmHghGNISZfkzL4AL9sQ0+F3jP8N7iM7Np2C6ifAQ55NOoxhuB20vrUG6iqNUQtTfYv8giAREnKX4jSBUAlHrPM10DQN019PXO0EnrlKTeX5qYnp7WO0wDeVEkH9WXD/D51HKQFL2QgAxJD95LDVF8mu6m7nf9hY+B7kBK7R9+J/A6LjUHlrvcni/XeW2bTl968r1AAsU4errjNa5UKz9Sic9e8suu8ziWe1CV6OscAD3kUD+mbV4NHtdlkiApLCS7cZ3bnZKEaZHDFHpcbzmcqodkzKWXRtKJ5SRFS4wN24WhvD5B+x7NRYhBfTLEEFSn9xTXqU9QOYaAQu9YheYp19rPdRaBHtOybMaBcF02DyNw2WMkX0fnKrjOfdRdXbgDrqu0d1v3Q5CFJB6NiYQ30iFJDJ9KuikTTdM1mM6wDdIRJY8gSiZqfOne7T8JQmDCD8G4FN1KdO0f+2kOR7SdWj7jmR9yhFv6VafEoOpvT3xfCo3pUrCmCyIvEBtZqc1BuhXxSheSA3T1YuuL04EM1oxh9Ej4UobiwTxoJUMsJYAH9ct9oRdjoejlui/o6XKtrUNaR2P3RbtMCjOTpCTHECjn5MNDqc1p0K8UwO1rIfXUrytowwY80AVQKV7MZwhRL/YNXbi10Kg3QQbE6Loa6goK5HmBvnA7unB3urnVTfQgPC/2GCJCFIQAGw05XLwOoq6vb4jnLeF3xO8Afiy/Ze1rYUlUjZULsqRDy5znmXQ6hCCapXVSemIBMoCkaJWwtKZlOlta2P7mjS/CIWMXmia3lM66SWYvuMS/5IYOV2SEn7Is4aBbRxfonjuSaewQMjUHZFnhadR4A5iXKDk95kDz63mJMRdOltrc38GfjoIsNdlCTU6vFC8dBYs89mhhBxkhydQHesxDiHWVRzJnumAaR+ELPcnel+67cjp9HWwB69Zz2cbCwgPJpss2OcOmLnJiyOWQADMco/mn5O+Lvxy1op7sMAu5KAQ4GL2uILHtrq95MG9d8Q3xZWAMklncy0lWWrBkpfJA9LqwXJ4n6yEKr9GogwGIdh61oT5yzeFWewMPHizgzp07sp8uWq0mCvGay8GAwJbtSfRDUOcKcBql38SL2nwAqesS1n1sz4YYMtS0JoyXy0FlglE/11nP1idJmE5/0JcdVBjZqdu7mut12UtPeh1ofmq6JBzTJa26YCAdu59pZJJhbKyFECn73dRFWR1HjhzA1PQYDh2a02Y0hsg+Ws0a6tJBpUNeqUsvKLW+qBcjshS/UbZdQ60e0WoVqNdyNHUR7n6NIoNhotVQfZYuCEvNOUkFNTbhP70b5Iw3O1tYXl0GpSvrPX2DQPNyb/4uHIRsjreEvw5ozEUFULu62LJsSysK2ijgUcrOKZvIijoOHDyIqEua+/du6TL1OhYe3IeDMnmR49SZ09i7b1+65K7Xm5q/JTiourqxDgdCb+mid2F5SYHZLqZn96BiRFeX/J7LtsZcXltDVquBsoV5BclWNDZiEI8DLC4vwzqPmexUi2dB7Q6YlJqDKJwYI3xQqGnt6L1HutiU3fQRJLPnxPYZYgBIUClJhBhRV6A2SkcdBQnbspsSFfKiQCbbcH2mecyLaDaQhQrdQRul5mVLwQb/6fSodtsYSdl4iaDxXDbUJEtTF5atVgtNgfW4qsCfvx1rgkFj5IK+7HigNeL52VQwtysb8xz50DCwnUlHlLOLIaBWKzCui9yx8QnUFc0zNBQkjLHQHG/g6tVb0tU6Hiyu6TK9hxKQyAHWT2RQnjuAv/ap1OKeTqE1UCpQtCUbWUvrwrWl5kBbD+wD1ta2UFNAoexHWLabN67hwwvnMdasYXZ6HC+98BwchK1esAAAEABJREFUNLrwwSVdXK8oUPgcXnzxRTzz7NPSM/DkUycARnz5K1/H17/xXaysrmt9zMA6/MUvfhHnzj2aeL53714a79r163iwsJjG9LfGFh8sY2NjE7dv38Hy8pps9Agee/QJHDx4BOvaQ3oKOgZk4r8N//9zscixrKC8eR9vjKGree/1uxhoHvbOzWr+I7xHQy+YoUb0qg5OPnoCjz95Whf+x9FsZmgpiPHUJ86hYk97VBcPHtwTDxuYm92LjbVN+dIKP/z+a7h35zZefvl51LrAM2eP4ac/eRaelL72ki0dCDUQDs7tw42r17Bvzz7pd4ATCvD90i99CbbZJV3eP/Xko3jhuaMKBjY0t8uYmpzCbdH9jd/4AwU8lqSbgIb22vHxcfgg5SBA0Fp++53X8MZblzG7dzYFFL7whS+KfgPvvPMuFhaW4MD39OR04mdrq6N5BiSQ1vU9zCv4OtD+P67gLiH7EagR9Uah9tvYUlCgKvuajx5W1hbx3vtv4cq1DxEVXM6yHjrtVWyuPUA12MDqyh289fZ3FCS4ivfffRM/+P73cf/2XQy6AwX/xnH88EmsLWv+ri9JX0vCaysoNI8/+eM/wztvv4f33ruAWzfvqH4eV65cx3vn31dAeAEbCkKtrW5hZbGDBws9bG4MMDk+lfTxyU++hDGtkXv357F3bi8qEE8//bz6XcXGhuxVQeJPfepT+MUv/AL+2//2/44v/MIX0NB+ceniR/jal7+CWAJ3FIB5cP8+3n3vHczN7cHRY4c1J23paaC1tg5/W+6m9if770Pyi9/79nfQly2ltRaYgqkt7Q+f+fQrGNP81LX3+C92OBi6vLiifbST5DzzyKM4uP8QHNx9Q4Es/5+TedbA+uqmAnzvpGDM7N690nVfMhUoFDAtZa+ryw/QrAXN6QbGxhryZYVsfj+kdNn6GubnFxOvrVYTm502JmQ3/mby3Nwc1rQuvq6g223Nw5bOZItLy5KtD6+9gfZ0v6jFEOC8/WepPcByef948OAB6tJVoXXU0d6yvraCGIJsfoCu/LjX7dhYE6pKvJTa17yXQT6M8hsxDP2Q8WrykVH+17Rt7x4Lmivvtc57XMPk5KR8wjTGFaTaK12MaW+ttF4ZgY2tNVC+uV920Rt0NNd9lLL/RrOGZqsO3R8i10eroXOMbDpjoeDpefzJn3wFVy7dwfTUIXz44U3tFzm+850r6HQGuHO7r/ava+7laxa7CqRlOLh/PyYVxGvJl0swRO2DlCwd+et+vyeuieWlZfmgVVQ6J5qHtgLv/kZrEO784hb+/Muv41/8iz/Eb/3mG1hZ7soWO9o3Ku2hF+S7r+HAocMKhK/hU5/+KTzz/Gm8+upz8n9HceLEXvzyL7+Kf/j3fhGHD4zj5376ZXxe8PhjJ/Gtb/wlfuu3fhsffHgB77//ESYnZzEjHUXZW0d7h3/ZYmbvHnzwwXkFA+fRbW8iLzS3g65OG6UCqm3NVR1F1sT8/VXsnzuKUycelcyQXj6Uz3sEm1ur+Ku/+svkk69evQ4dH7Quz+PkiVNYXl7HrTtLKJrjyOotXL5yTUG9ZzE9XSCw1Jq9jPs6a+zbPyv/v4j1tQ1UsqezZ87i7r15fOVrX9F5YDrZeVPB0bm9+2Eo+8StG3cxPbNXcxrw3rvnsSG73Te3HyePn8SJ48fR0LpyAPnatWuyjXHMaq1T5wf/wta16zfQ7nS1bo/jzp270u9VzeFhXLp0RWOdQF1rc074+3Rm2TM7J1svJV8DJ06dSetgdnY28TujPeydt15HXq5jYmIqtd3VXtTRWvce0td53uugrLqyt5p4qiHo3Ldf9nLz5k3cunUL78jv9RRsrdcDrl27qLEjfu4Xfhqf+eyncfToCdy5fV97YQNzBw5qLU/jyuXruKbA9UDB7b6CA13JMTExnv5yR8gy3LhyGatLa5rrOcztO46btxewpTNMXqvQGK/j/fPv4OpHF7EsPgsSUjc2ZAubbcswJr1spTkosgyTY+PI8xoq4fUHAwyEHHU28lp3sNR7UKk6l13vM47Xv+t8XiGJTHQK+QSqX0/rsi/8EIPWUkdjlwmgZyD6SqTrAUg6C697nydMzxC0ply3pSCt8V3ncX1WIod9bD8kQflZEzFvI3Af8+M+zru/U+OZtlOD88YpdN4jRUvg+hG+6RnHaaqTXE4NxvMYJJ2FcYxLMskcQESGBPah5tfvy0KEH+ObjlOSGPWFHvIhzd04UD3JpEvjm3f3NwCVmwWV2vtKS9gnVtR8Vn0NO0hgvBCodg7HBDX3OeyHPZYBesghDsmE5/EM1qPBvrnSmNDj8pAHUZd/d5kkRFpjVuKnhOs+TlvN23xAj2nvhhE9NX1sfJIqR9GsEngO3I/UeHj4uP8I3L4bzIfB7e7h1O3Wp8vm26nrDc6PgKTGDwlK2cMgvSMOJF9fUEIaEBAxZogC9/dY0GP6HkfZ9DNqswxuM4zqSMJlw6h/pTUFPdxm0PXGN5iucUkmnZMUJuR/qSNhhUrvEVJYomlc1Wi/66uqTPhGJoUrcN40ySEt50UIJOF01O56quDUQLoE6WGwQ1vNgKqjAnkGBhWFZ14tN6lGPHxMx+CaUeq8eR7CEN/8k0y8u956Nz61v5dlBZ9d+70SfcntOzLKLpP+lBqfZJK9lE5TP5Vd77EMrjOM+By1jfCNYzCOwXmSiZ+dsuzbPtDrze3u25cPHmi/cF7HIdAKUWMpnvu6P+jr7KUiSIIICUyvFJ8irp8KUG1VUiIPx3OZjDCPIQJRZw11hfUdtRdmujOJMSLTGShqX3KeDCBEwrwIBvLLHoMk3B4pQhg+5HAcqW57/O36tP5L0enLz4kvHQoqATy4wCxTKXQWgrDcvxTfSX7taZYLekjqE2k+XGdIFf5gBZIwT5YPelK7eKZ0pmJqJwm3kwTx4w9JkFRDJUCSw3RI7vSr1OzL97Iqd3ixTlQE9S8yU0f9iES5PbZpiBjMi1hVtkqAXY9xDCRTLfnx1JUkQdLZ1N/45qVX9mF+iO050LhlWUKVghK2aeO6o1MDSTWXSHhuELheCUgmeaHHdZ73gfxYJSFLzd0wXwlP9iFcksL0z1Auz2GlD5KJjudFWa0z8Sm+SKrvQ4Ae4ytJ+DtzJDzXl6LlNqcknU3gtt1AEgwCMrWPZDM9DZvGhGyNsN0S7mscg/PQQxJBAE0UBTEGhDCUE3qMZ3yDiqA+SH8C1pPbSSbaakqp63bD7nrnR0ASJFUs1a9M9EbjmIcY4w4vJBPuiK7xRnkRUP8qgfM/CUa4lRp38tKz86pKtJ3uhlHbKHUbOeTDedePwOURuM55pyNwmWSSx7KRhJ8Yhvp2fjeQw3bX7abhsoEY6nzUViZbrXbsmwwgI0LIwBBBDvGtN4P7kTSp1Mdzubs+7tK9kYw/anfedYEBlmU3kD8+zu5+xq3pvs7nS49B+J+oaS5IKgPVID3utxtGcwetd/NgMCJJhOjzT5nOmZbFlDwW9IxoKJvOdT6ne2yf1wx9n1dEgzEgQSB8h+mzdaa71RBisk3jmhYZEh3L4LE2NjbQaXdAEqbd1PtXs9lCpvO/eTSOYeiXIDs1VAnfY5iOcbM8T23DdyjtH9G6LJMfSf2lI+x6Btov5KZEJ4i/UncefcEAvtsjiCidQI95VpJ+urqL6Cr2YXquN38kU5s/XO/91qnBdaT5qJI85tV9jGNw3kASQbbsvPXU0bvZsJ1JV7nuyUPM0nuU6XrsEOMOj5XslwL/iX2pH2GbXhBrUkMqk0SmPrUiQ6OWoy47yqUzyxmEmMUgegEk4aeSvjyOU5eldSWVdFyKj8Ffq1fjVeKlku8vpWDnd9MhmWRN42pM8uF4lcb8USCNT+kvJl2EEMRDBdMc6cJjAtymG5IcQTJBj+kN+ahcAkmlwx/zYHDJ9IIvd/ua4KLI9dLc0ot3HQxAf9DTgIOdziY6SAdBbZximiSiDDbPCw2eJX5KGRh0AoghAxGQaTE0Gy3kWSFalYTAjuF5w4GwREptpaASuL1CX4e4gQ4nSDQK1IoGspBrDDGmuoHG6evyV+9kgA5DHlN6F33CyiKpi5cB/PI7NKwBoLG2ttq61F/ShfamLmO6SMEQGVm93kChl/dCL7E2kJqMr6FLGKchRNGFoAJJyRoxlDnCTyXnYn4GOjSTASMabrOCDc4DlHymEdQ/Tws/yjihx5NqiCFI1kztGWq1HK2xZhqvlHBuz6Rv0w/U2DsHQuurj64uz9q6vOjqIs245ruQHDHm8Dju11CgZlwXuk1dvjWbzTQ/kD49B0OoRKePzfaWghXdZPQ1BYPqzbouuQYwbS9Wy0QSQfwabBtdBS9H4HbrpNTFS12XxHmeS3/UvA6SDiBdQI/nY3FxCRsKPFi2THORRdmK51eH+FK6hXCdmr+6LkfGxsaSPFG6cJudX1+45sPjOLX8PviVWpTOD/lqo6ML3I4unAzQMz4+LntvKAfkRQ5KraUkjTGgKZl9YTqmy9KoQ78vcfxNOB96ki7ltIPwKi26hi6H/S0dy2Da5sfjljLyoHbr0GNZ75470gs6DSueOtJJiRBCqnDbMM/EW02XuyS1bvqw7vt6ybBdewzLm+nlpJKclRTU0Jya55aCWXleIMYcRVHTJeJ0utjryD78bWf/P1z9fgcLCrhsba2j8iWmLn0td71ZINPLT1FkGNEeyBf0ZFdmMeiSOC8iakWOIs+QqTLKhra0qW0pSAnx0tOm0dNL2sTEBCanJmVixIQunw8ePCT7GsDfSFrVJWTXB3MApXjvyH6mpqaw/+ABXLl6GZd0OfeD119L3yql7KKtDcK6qUvG1rhoEpgcb6BWI+7du57SY8eO4Ijgs5/7aRw9fizptNUcw/TUjEbROJqPQ4cPoyH7n5iSTjTeuFIHUlcVjHcQ1Re+Hq+o1SACCgg00lpY39pElB17U+ppDnKtC18iFtJvKZmtf19q20Y9mMu2KWjubH+VKmuNOkimdSQ3meg6ANuTbtuaG+M3tEa9lv2Nob4OGg3Z2czMjC5wp7B37wzGx5oYbzUx1moomDWJXPPUFz/mwWPbXmwb65LHBw3b4dCehvJ3NTfUnPWUmkfbSqa5tK3aLu7evycf+QDOm0Zf8xhDpmklWo0J2H4zrT2KhmXKZQO59LKhgH5HNKm2jnzzhgIiSyub2OhUWN3oa95hVSDxojXhsaGHpD6HP+TD/LDdI2i/gdMhjj978nVDv16JHhJdTS2MVsrVS524fv2+LuK7uHVzEadPn8TJE0cULH0Cp08dw6nTR/DFL/4svvDzr2L/gT3wn0pdW19S0OAefuEXXsanPvVJODg+vzCPRjPH3n3TGqRCX2vkG9/8S3z722/jtdd+gKtXr0pPq9izZ4/mZxYXL16EL7dPnjwF73vjCnTcv7eI5eUNlGXAu++cx83rt7G12cb8wn386Zf/FP/iN/5HFJMt7PdXzygAABAASURBVD1yQJfZP4fDss97utD/0z/7MywuPVDw5B2sb67Av1hw+94trChQNKMA6/6D+9CaqMtHtxFyp6VsISogtin+n8a+fbOYnZnV2GuatzFMTsxgZnIGizc2sL91EIcOHUK9qAtvHw5pXY5pn76vQJyDb++9/QHu3LqLtaVVBdQ207eSfuN/+p+xV4HZBQXzjhw6jLrW3cL8loI9b4GazzkF92SG+NM/fQfXrt7E3N59aCs4295cR1MX9o+fO4FXPvUsfu1vvIxPv/oCHn/8BO7ev4WXXzqHUwpEUPv4vXsLGNfa/v7331LQYFNBli6uKRCy9GAJXluddk9zncF7REvrOgsR9+/e1f6xhvWNtaQv++e61u6+fXvlwwv1a+DqlSv48P33cfHD87j00Xn5i2uagxWdEbY0xhagvXtVwf7LF6/hzdfexve+/RpWFUydnZ1Cs1VHTTaQFRliLOSDK3z4wRXUdCZ59dWfUmD6k3hEwY5XX3kGG6sdfP87b+E73/oQ776rgM39RTz11LOwn5jZM4ff/b0/wKxsZY/yfe1tMeb4SMFS/9nopYUH+MpXvoILFy4A8ocXzp9HXfvd2TOP4fSJkzigAMvGRld038Wbb7wB/wnhea3VTfnReQU+njj3GL74y19ClE56WgDLCnpPTLTgX8o6uH8fihjkByexZ3oKb7/5Fi68/6F00EWoMhw+cFxte3H29GMKKAPjzQmcOXNOeu1qHrbQqE9gYnIKAwWTLpy/CAeTfTz7rd/9fawqgFwo4NQaa2Fc+87S8jL27TuoYM15TOisMdAhzbIsr6woIPc8Pvu5z2qHLVHU6hjICT5YXsGN23dw6fKVdCajfM2agv8xK9CWH9lqd1FKH/Zj9jP2C6urq7IDIpOvGWjBdxXIvT9/H+12GyEEnev6aGs/yYsC9mtavJqvGloKZsboUql534Q2PsnUk7oH8JNpL3V/w7Cc6SyWI6pTIVquW1tbS2MH2XxVlWqD+AjS1br8+ZZk6qE13gRiJRmj+CGKIk9jdHX+HG8qkCxb3dK6mNdaWhU963Jrs8LXvvZDfPd7Hyq4fwUXL96UPip0dGbp6hL22LEDuH5tUX5jSwHQb+N/+Xd/iAfzG5qfTZQiUEF6QhuV9udazTyHtM8UWgt1nWUqvZwQlea3g9L6ZIl6qyFdBVxSAPfYsWncuL6B3//9P8Jbb70N8/Xsc89janIPlle38Hu//ye4fPkqvvq1b+Dtt9+AphoXzv8AL730qOyjr7NAB+MKBr74/NOypZZs5HqS+fjxA/j0p19SkPIeFhYWcVmBzyvXr0lnmeTbwL65KdGifOw4ZmYn4HX76KOP4fqN+6JzADeuLWB5sYNbtx7I97WxLntbWlrB+Xc/wM2rd/Homcelq4toK9B17tzj8pUbst1T+Bu/9gV89tVXNX+Z+qxjr4K3//i/+Ef4p//Nf4mZPVP4O7/+N8VfD4uL9/G8eHaA7tq168mG5h/M4+DB/ZJ7Cd/97ne1ZmdhO/KfQ3cg8qD85cryKn72534BTb24f/jhJdy9e1+8nE22YRux/l577XWcv/AhVlbXsShfOjYxpfwm7t1/gPvy8ZXs/45s/9ixY1hdXU5z3dZ8e6xN+U7Tvi+dvfn2e5iffwCfCfbsmcaRw/vl41/CJ544o/nry74yzSzT2GPyn6TOGN0SUefWgQL6hw7PwX+FZHNzDQcOHJCu98BnpXqzUNDzGvbMTWNzYwkL87fx2KNncEU+d69kvC0+F5c28ejZJ3Hu7BPa4+QXHjuDwFzrpsT3vvst/NU3v6N9cxlXPvoQHFS4qyDqg4VVXL5yFVevX9Z8LCoYfEJB8It49ZOv4Jtf/QYaeQ1FVgCMSGfIPKZ1EkOA13RNvrWqKthOfZYZrUfrBXqM4zrj2C9A0juf6xzS1PpyO0m4rT/oqxXItAZHa9h9yaG+3C9qfYcYZCviCZRdQH1LQPlC57sQIkr5647eHYY+BsKxz6iwpYucns5IEgAU/9BjmkH5GOVsVPZPqQMKSdEdYFSf+NO7i9ucd2pckqJf7eCS1PhlKhvH9I1vXJcNrnPZMKLv/MN6iiYSWD8xREkHBIbED8lE38oy7+47ApIgmYokEy/GMR1yWO/G0VgkMWo3jvPYeSq1URASTaEqhcbuibcBQhS97coKSGORFA7VXiWw7B6LJEzbQA5xSGL0jHCi5sH5EZBMdG1bpuW0ki/f3c/1I72O0ko2SQ77jupGfcjhuH3fkchWgGHZfXbzBz2uM+zWtcsGcthvNL7Q009fdmI6BpJJD25wedTPedcZKslTam8c8UkS5LBfJTlkXSi1J1TKG999DSQ1FwOdc3pwX+vOvBhGuK4j6W4JBxZEJeMrSXNiXJIpb7pucx22H9e5G6Wrel4IT/SCKXnWh0gkE8/kMHUfj+3UtAZa26UPnQm9QiVahjxmiCEk2zauwSjmYSB8py67XqRR6oxSoRQPYWc8t1fSzQiMa/D4pPVYopR+K+nZ9U5dtgQkkw49ZyIhUiFBpcJAd1sOqjqt5BPMf6m5JbkzPvQYl+ROHUn4sU8c8e+y8ZwanB8BrFxXqt/DOlcMIaTzSyU+S6Tzg3jri4+Ozk19nYcBj2c5K5CEJYBwoCcG6zcqBwyxhqk/OcQUagWolYywfiD9ltIVwgAiBwZALChPuN38UGcXUmUBtTcafThf0GNekPD1uZ0ijWP54MdDOk1QQj0wvCCuNBYxnDvzTXUc3sFUeu9A5Xy1Q2tEb4gvXAhdsru+1B7nVFWJ74QThv1TnXiQGDttMUSQTOB24Mc/TY9k6gM9JPVZboPGVk7qSDPquR9CJfsrQUREBkA5kiCJnUc8Q2dDiifXkUzt1jdJV+3InArbHyN+SMK4BpKpL/T0Zfd9+Q5QBf2QBClta/1BQEFiVm2l8qXs3PPY0/2A86RwxZvHEUr6IZnS0YfxbC9VVcpG+xjonV/MpnFIptS4ITzMV6IJcIdn6Iny/VH+wDIYyI/juw+5u07rQfyq61CEXW2pTmO4j/Mkh2MxgCT8mG93tLzGIwlC7YiActh+3JayBEh9uJPO5FlG7ObTeKaZQGOThGUiH+qQZOoDPcZX8rEfkttjIKUj+qNUzYDXp+bVfHusER1y2Jccpq43GEed0g/58bZUuevD+CPYVa3prBK4jqSTj4H7uMKpwWM6dd1ucJ1BxPQzNHaXdwPJJDvJ3V0RQ9AZNId1OmqgMqQ/kfpAj8c2JJ8t+zBtVSe9R73He/pcZ3D9CMigrOcKO7yZjoEkPAfQ47LB/cnh2G4zkMOy2wxCB1Q1ahvVuWzArockSI9fyRUM0r4+wvf6ss/3HkT1KXR+9nnNYJzEz7asltt1PwmMlxeFzs+5qACJpvo53Y2/27ZGeXcQe0MexcRAijRfIQbktQKDqg3zYyADPBbJpEtSHQD4DsBnc89hrrOElgl8D+q7U/czDwPxM9DZbDSuU8Oozb7JfRu6yxDJJEMl32OwHAaPXYm4wSN7jJbuoXzXV9N9RhYjQojiDam/6buP6RmXaoN4Nk+kKSDJYxyD8YLs0WmpcdzffHlsg8tu8/jOW2aD21xnMJ2u7n+2FMPxu2Rf5x3XVyBKbSIJygqeT5KI4hl63M9A6b/Io9ZEJr1HkITrgurlahO++S/yDDXh5TEghpBwc9HKhGR86CGVkxzKghQdAehSJV4GKOVvzJtryNTgbALXV9v6H6XmrxrR0zjBY8cIyxDEAzmkMcJzaj05HfUznvHJIW9uK62PNFaVxiYJkinvfobdvLqhtD1Jt85bH4aQZRG1eg0NXfQXWhAhxESIIPxUGqR00MObmTbmyKDLzAyFXoazmEuQDCFkyFWuKXAWVVd50kpgIHxPtl9At3Q5sLm5iaqqkOcFarrkKXSZm+vF2n1Mg4wAAiSb8JjylWiJBUSN0ag34XE8bl3G29JFRlPGX4helmWg/hnXL7dtvfg66GRjTDJJ2V1t5n0RD9pci6ImHhpwmmU5oiYlCCcTnUJ6MH95XiCEKAgY1ReprVA5T7yEkKESTegxDsm0kCyrg4T9tIDlyKQL64NkoufJ2FKAZkWXjNZRKcarZLBBPBXCGdKxMQx1liMTn4EabzjnKmeIeaZtUD2rEUB9M5DSoybc41QeU3iQfAONgRAlbwZ1EVQwzkDjdzXHXS3Evg7VlfDqvkjWBdlmexOWx7zAtKSrTHqCHuvX4D4G4xiM12qNo9vtK+CwprSnqpBks14BprGDebJudIAf6KDqcTx/QTwaxwFXB4VCoC6u6upTilZXm0IfeZ7Lbhvp0tYBp9bYGGqyYwiXpOyvn/A5Ok0CqY/nUNl0cdbptqEbZcQsqKqC52RtfUWXVF34gr6nlwvrP4QAkrDcleitKwjZ1SWuZbX+bOPWAyG5pLtSh02DiuKhSvrbUMCp1GzBlYK2LmLcP0qfUTYZtXZCiPAz0Iui6VmnTkeyRq3XmAfkRZDsOaIuHzx+VP+6Lt9L2eLmRlsXc91kh2QAQGxp7S0vLSKXA5yZndI85Jr3vnSkS1i9TPYVXO0rqFrKwWXSRU0bWV1+QSInOtDT63WwriDd2soqSr0Uqhv8ixhrutzeVDDVdmx+g3SV59nOfMUY0ZfjuX7rJu7r0rsjOrZ7Xyiui6+B5j/TXB48fAi3FRx5//wFXcJt4dzjT6b/e/P+gwUsPFhEVquJ/wyd7jqOHd2PU6cOY++eCTz5+KMpeDqm4O2ePXsV3JoVt1RgZgJjY+PY0kXromSfmJpMfHisID1mWsteSg8U0F+Xf2KIybZcNzk1hQnR88XoiuSzz7BtUbZVOhygtdXXHFGyIgbJ2tR8NHSJ30mXnj2tofX1Nc1DR7xA82V9l+hofUWtnSid1CSP0yzL0Wq1IGcMB3S98Tv4PDU7g0x6NA992dr66ormrIdSwe2GLshrmm8HFr1xhhASjUy02woqbEke281Aeu/a7yk1r0MbKZOc0GMarqtoHgs4bxp94Q80x2SGskcUudaebIskSNrCUenwH2JAYECu9qLW1MEmYnOrBwdTV9e3MDBhApRNIWTqo75yPK5Wx0SL5MdS7DyeiZ3CTkbdtaaAGAENDRitVDnk6LRLBKfdCvv21xXMOoVHz57RZfI+XWTPY3l5Qfrr4umnn1TbORw8sBdjzaBAELB/3zg+85mXMD7ZxIEDc7rkL3Dq9FH8zb/1q/jlX/kCfvVXv6SL92dx+MgkbOvf+MZ3NFaUnU3igw8+xPnzH+Df/JvfU4Dxe1hb3UC708Oq1uKlj67h6pUbePBgWcGyDxWIVbBuYwWf/7lP43M//xnMzk0J9uCALvA3dAhyQCovcszN7VdAdEY8L+H2nZvo62LcOr97/w7u68L/4qUPMTY1hl//+39DgapXsKR1eeDIYbQVgJqa2ovbt5dBXRR0uwMs62Lcf3Z2oLX2H//kT7GgQPHGxjp6wt02BRA1AAAQAElEQVRc38Shg4dx/r0FrC6VGPQqXLl0F1/9ix/iG1/9Ft5/5y7efP0mluYXUCnAdUlB42mtpU996hwmx4lMc3vg4AG8+pmzOHo0Q/qGl4IEUjQOKqi5ujyPO7ev4caNS1ojActL9+A/t3vvzlXk8kezs3sUJFpMNmCbXVnuYKJVF94SVhRsizFHo95SQH6ApcUVredO0ru/HTWnIMn09LTsNofYQADQlB2Oa91jEHD7xj3koVCwpS1dlPJfq/JZXdn0ADkLBYj349yjCsIoYIQBcfaRc/InT6vuCUxOTiuY3sTnf+YVPPf8M/CZ4uLFq7hxfSsFjBfuzuMtBV9vXbmNC+98hHreUtDgmoJCdQVPNnH7zl2tgzZOnXwE9xRsASifMom8VuAtBTTlQjTH+9CXr7DcU5OTKTB0T0E223ih89Sx4yc0H6XmZQUnjx2Sv5uVr2lgVeeGmakZrEgfRVZXIGQRDqy++OILkrNCFolPPPUU7t27jZs3ruPUqZOYGGvhxo2b2Lf3AH76p38GZ06fQ7MxgUsfXsXTTz6Pd954DxsK/N+5dQ+//R/+UAGfRQVvL4huB1cu39aYWxhoXU2N70V7vcSR46dx5MQx+Nt5q/KRN2/fll/pS/YVOCB69dpd3JE/P3HyBI4fP6z6Re1+lWx3EYg5+lXEwoM1LCt42lHAUFxLF9JSVsgP9rXGg9Z3jhgLQcRjjz0m2zqDQvobmxiTOwlCBjz/Uc6grb08hJBwi6KGQj4pMIMDHh3t4x0FqqYmx3BAweXx8XFksr2YRdGrIc9z2O92dG70L7/05DNJwj7aPtTtdfnb8fEx1OuF1n9bvriPms5HfZ2PKX035cO9pgrtK+bJ8+f1Zt4qnQO78ssxEINeG9OT4+Iv6uhRKaZLQOev8bE6iiJoD+mJnxYekS2+9NILsqc5ZHlT/myPgm7yrW3Kx1ZYXe9o/sYwf28Bn/7UC8k++zrDbepcaX5LAM3xFtrtDfG6ib72wZpstK59pyc/2dXab4018Oyzp/H5z7+Af/xf/ByefeYpPK6g5Gc/+zk8+/yLyKXHWtHC9et3tGYDJidmsXfvLObv3kIWe/jud76CwA1cv/GBRquQ5xlefuUlfO5nHsdBBf3Onj2Nmzdv4KOLl7DuX5pTu8/g12STfe1ppx85gZm9TbXNY+/cpNbphtbAR7hyZR6vv/kRvvPah7hxdxlXbs7jnfcuyH4Cagq2Obj4zCeehb8Bui7/deLUIzhy7Lj0sgWfLdKevziPRi3i+ImjGGjP3C8fdePWdfzSl34R7c4GwAF+5Vd+Ca1GAf/ywZUrV+C975VPfVLniSPi4wJ+/e/9bbzx5mtY097btX3p7KcfHDlyBP7FksXFBbz88ksK9t4Qf+8gMqAhm3jk9CM4duwETp8+i5OnzuCRM49JTwU2Njq4f39B+Ryddl/6nJYeM9yfv4NOZ1P1hO3FNkhkKCQrY4EFBZAf6Az0xus/xK2bCvpureH5Tz4um+3KHusas4l6bUy+sYsYCp17WshCVHsH41NAvVXC/z3C8toDnP/gPA4fOYq83kCt1VSA+zLu37+Lluza39I/dvKkztcl3n73PHQEwLL2lccU4G616rLTPrZ0jp2TDRw5dEi+8gxeeu75tC7HtDbGx5qYmGxJrhaazTzBhubnwN6DCr5/iFdeegnNvFDgvYUCQeu9r7G6kr0jG1jH8vKy5mqgfk1ErWlDJWdIEiRTHRnhOq9L+05K59BTk10XRZH6u95rWb0Q5BPUrJ9KAK2FMvV3wXQ85wb32dR5tKN1atoGkome203bqfFIUSZEO4IhmtSQrs5EYk/nvHaSzWOTTO3ul8vPRMllliqteWDIE0mQFL2QxiM5pLctu/uQhB/n6/V6slXnzZPB/Fbb+E5tQ67zmGRQV/cnQshAM4kgPWDnMa8wimpKbU4G0zHfzqta+FXiy3nju95jWwznR/VO3dcpSZAPwf1iiKnOOAbXmVdDJWKGolYg0zlIswW/H5eSLY0losYb8eX+BlWnH9NyhmTid9RGPiyTQ35GeDFmiR+XR+B+lsnp7rpR3m3mg6R0GlJ/47peIqg81C99bgagET+Op/k3/ohfbD/kkE/TNi3jbDelhGRK/eG+5LDsfJRtkQRJN0OHgZ286RhnBEZxAMtjeCzoIYf9XLb9WMfGH+G4niQ8D4ZR24i2SHxsvFE/txtcduq+5FBOl70OGIGQS2dysAw0qURrJJPxSMJjkkxttgnXB+GTQ3rQE0NEJRuudN51fvd45kEo6cd50rTMwQB+B3YuNW5/mD5pnIdgvZqm2wZ+D1S78yOdWW8D7Tmmb3BbpZeeIWgELftKgTxqDQYGGMcAPZbPQD4cj3yYF0r6MY6BZJoPkqneHzu0VEc+rB/yocGF5OogPdGKBxFCkM4qpQRJxGRLMfmjqkRiOihBpdUpEq4LjKqhQD+qD+pnOuRwLjxeKfuPMRfdkOgiiJgjjlokpedIhEgiMMB9hxBTmXp/KfUuahADSU+V8OHx/YGHD7nNh6oq8WJQVnQq6JiHLFDja2yYN4pcAMmdMaEq/MhDMrVj9CR+q6STgfjyGEE45Mc7e81XOvNVkn3UlSTIIbjOfQ3OG5w39HQHI/GkZn+a30r9xK7klQmleuvNYB7EkniM0g0Fxje1IZgelbW6taxEhwmsY7cZTMcgtNRG0tk0jjMkRT9gaA/cwWGU/rIAVehnWI/tR7XwmIHDCipDDgskEy3o8bjmQdlEI8gGSaa86wwknSR+KgnrEskdnN19VJ3w3MG0DdYcyVRPDvuR5tBYADmsMx0D9IxSkhACQoxKmAB6zLNBWYCA8RMwgGQCt3t+nA7bRANR7JgXJds26nb7MfNayl7IYX/oSf2kE2XTj3FJJv2RpuO1WKV5dxt2PeSQDsldtcNxRxUj+k6NVunespL9ldKz6RmoBvLjNEhi2OdhPckdud0PP+HZXU8yYZAfT1Pl9scI36l5MjhvMIrTEZTSp+tG4PofxR+17eadJHLdmxlcP8Jxf+ddZyDFZ4Wka9M1jHBIzTvU7g4G8eJ2g7KqoebMPjDCtNzPbdAzWle2FUN/22+QBDkEoSX7dT8DyUQHekjqEzvtBFPZHyRBUmMHCCP5rd3j+mwYJbsahRP1HtGAz9Euexzr1PjOQ7apQeDyCPrygY4dWCbTcup35/b2Gdp4puXU9ZbPeddRdm3ZPb5Tkq7WO578q51VpHjyezk0JhBiVDmir/sSn+2915oeycSzxzefBr//GYfU3OrMTQb1G+zIbxzzMZCdl7L3EAP8uG7EC8m0r3qfd5v7OCWH9daT3wmc1nQerzcaKGo5QKRxLK95ML/dXh8eI0jmEc/Ok5RKH65fj6/uiCGAZALocb117dR87AbT91iuM02hw7i+g+50e3oX6ausfcH0TNdnXQEYjJpgRNeyW6ZcG2YhiEIRh4lHfejYIzraf5l6QfwBloskgmgbCCBor6IMX9UqPfwhqT5MuPSeIPoiCghfHz/2Y5kqjTeEgVgoUbq8jU8O6ZnvNLbKJlJpbMtkXRucN5DDuctlE+4zxC3TfLn9J4H7W8cGt7uPYfcYLodms5FeXM2IjWqgiyF3qOxUBalOxiuWk8MRL0luEwoqBG0OWcg1+TIi7fQe2EY+MqKBDrPGtUEWeQELUBQFCl3SuM7jRk1snhcwOG+a5aCCL0s31jfQVtDJNMyw2wv1reuisV5vpj5VGreSQir05YhsWH3xXCXHV+lCcxP+ZoRmMTmL9JKW5zAvpExFiKY/lFudNJDLptPVhXhPC2FIr8JAtwuuM5gvy+oX2wkFXiyP+/Q1tmWpKeAbJZtlND2ScN7jbDj4pAu+qMulrMiRJX6CLj8GSW7r0XgG9QKlZ9mQLiu7yZjcT2KnSwjjlHJ0A+kMwvRYdhJ2cgMZXamO5qmrQI4vCzZ1Yb8hZ9fTS4DbTMd9+sIrhc+MumgpkBcFSjmbbqerC48eSMI6A4ERf9BjmVK98sY3uG5paRnrmj/rRE3bc54nGnmWIzCi0guF59r0QogJx/PrckeXnyFQF0NN2OjWFcgz/0N6FaIWuy9w6rLhrMjFebXN10A2s4lNXfp0u52k86IoUNu+bHG/UrY9UDSwUi+3GWKM8Bw6XVcgbEPBho3NNV2AraOrAGBey5AJBnK+5k9MJdo9XbxWsiHzKpFQVaXssJ946ehy1o7dOoEU12j6kqmV5KzJPgx5XkOMGTxuiBEQXiV6pktSwZpx2W0TDV9+FTlqgkyym64hzzPpqKX+uS662lhfXYf/36pup4/Btr2WWhfjukCu12uY0KVXXkSINKCta6CXPirnfF824tQy2ra7csbmPYSg6gpNrbmxpi6iGdGTbJn4belCbkyB7JYuk8d0YT825ouwIL1taAzC9bkuRgrB3L45BTv3oq6gd0u4ZEh2JnHTN/cufHARS8urKGWUt+/cw7wuENtag8Yd02a1Z2YKxw8fwJ6ZCdQ1F3v27MGpR85iSgEVBx194Xjz5i2tiy7W1tbx1jvv4Mat26m9rv55rZbWmAOQywrUzCtA5Mv2ECSP1m0pe6iLt7KstAn14OCmA5aUHYYoLenHPhHC62hdLOuSdUNreV22duf+PWxpXdkfROkFYPKt9g2mO7LdIF1aJ03xY3uTqBiIni/BO9Kp26zXFV0sVrK1QuuxL19BTYHt2evX47S1PirZWhRfDW3mefIhER47k03Y3jPVmR/TdFpqPduu+joEbar/8soyOlojJNM8uW9fAbNMF7J1BbAqvcwyDGmGGLQ+ZDfShe3DtKwHy0at5zUFT2/fXlDAZh63bs9joOBUTfbGkKFilKVBcqqH+lM8B6fSJ6kPqN5GoNQ/pOsMLg2B3FXezpalMgrKFLrwLxU8y7JCvmqATOtjcbGHWX+T59h+BSTG0GwFBShOSc5Gugj3xe/Rw3MoYj9duh8+fBDLy4vaUyKmplo4++hpHDg4h+nZCc3rOhxgfebZp/F/+M//AZ5/4Tl4Lb355pv44MJF+ZotPPfsi/jlL/0MrL/z71/An/7Jn+Gtt97FhQ8+Sn8KtqtAxx4Fb3/9H/069h+awz4FbM89+ZjGOStbXZWvXMOxY8dkz48ouPGz8J/o3FJg5Kgu7v3/ZFby157DMQUK1+WbrMPp2SlkeU08N7WOmloTLfmLSQUA3kq/ENJdmUeTffiXGLrdLa2LTfHzIdqi+5GCoj/4/g8URL0A+4t63sErrzytwMzzOHJ4rwI+Ec+Iv0eOHcCJwy1clpzf+cYbWLx3D088+igOzM3h5MmjqGld71eA6qmnnkSQrbz+/dcxf++uXqYrXP3oilLqvFQqMDwpvd9CqxFQLwiv36tXLyd/OaP125evuXrpEsZaUTRr8J+l3Lt3TuVxQGvJ+21bAaAibyAww9TULLrdUsG0GdTyHO+/+xbu3laQRzxkrOPYPrPgIgAAEABJREFU4UcwNT6HRjGGjgL8kQU2FTRtFOM4dfwxPP3UK3j0zFOiVWBuzxyOHTmhfMDlS1dSQGZ6egIvvPAM6o0ct+/ewMEj++H/Q/Tg/ga+983v4P/7P/wGOsubuHrpGvbMzqJeb+D+/WXZfR/UpfonnnkO+/cdwOuvv5G+WdbTurpy5Wry41cuX1Tw/bzGIx595IzwmWSu61zjRbKiAMasaHa22ilgtH/ffhT1AjOzM/C6O6ZAzcZ6W4Gqu+J1Q+MuYVEB9htXr2oP2FSQdg5FkcOXOj98/XVcv34N3o8fe/Sc9DmBv/rmd3Hhwkco8qaCZ5/QnrGhE0bAmdOn8UDBnlu37qbgKascb/zwLRxX8GVhvo+337wiXXYxJ37OnTsHgDh67Cj2H9iPmGUYVwCajAqG3caDpXXUG01UIKamZ3Dl6jV88NFlbMlvfnjpKq7dvIeu1uygzCRyRFd7VFf7VVkClWgw5grmVMPgomTZf3A/IL9Rk0/x/htCSPus/VlH/rEoavIxBBlBBpTyJ9aV27vao6dnZjA2PoZC9mr/1+32Rbsr6GjsHjpan+5juvarlfpnksllj9cT/tZWB0AUX4PkN/vq09e+kec1ZLGGpvb3rniZn5+XHQy0B27KRrvyCT2U2me3NtbQqGUK5nek+4hx7ZuTkxOwzFvtnvibxPh4Q3vgmvau93H33gOcPHUa6xttjQmU8nWxaOpMOwBtz/K5zz//lMZYx7lHD+CJx06irz0oBqZ9bnFpSf6uhTHttTWdN/JsTOO2kGd1rbuIsWYDMzPjGrOGx86dhr8pua6g58bmFi5duYbX33gbPZ0r87yOTD7+0Uce1XouEEMhWZvicxG1ZoH6WA2/8/u/hzv37+PI0SP4whd+AbnOGMurizqLbWBldU22MSW7OYApzcPk9Diefe5JnDhxQD7ncbz0wmPobCxjUrTKQRdrG0B3kOHp5z+De/PL2NwYwDzdvnMXhw8fwYMHS/BfuAAj9sgPeT9a1x6cyw/81Oc/hxAD5rRWOu1NSNlYXl2W3W0q0Dcpene1L8wKpjE5OYYHCwsIAG5cu4Gazgdb2hcvX/kAL33yOdlTH6dOHUVL8i0t3dd6ntX6WsPh/XOp7wHZ5Nh4E6UCs7N7ZtU/VwD1lKgF2VkD65ttbMr3fPDBZbyrYPCC+K40h08+9QmEEKX3cc1TKZkOo629v6vzl9e9+bAdXbt6VettE9c1FxfPX5QMPfhbz+PTLfzuH/w+iiJHUctlCyGt767OfEIQjx1UA+DZZx+XzXTRaNZw+pGjOHzoCDLp6IOPPoJ/4afeHIftbqtTan3eBkOO9957H3/6p38qW7glOSrsmZmW/5rHucfPwr98dE4B8iMKTJ8+fkw6nsYV0Zq/Py8fXOAH3/8ucp1XYhhgUnbc3lhJ/nFjbROTE5P4hZ/9OfzaL38JE7ZFMZhrDRdRMsRMwfR9qOlMtKq97b7syOuPpOy0Eh+SKsaUer0N/MuXgqqk1laJXncA540QRFPdkGntuhzVz7QG2++i9gnkkC5JzUOA28lhXsoUzb7WVDf5F7dBTy69mfZgIMWq7LzHIKkS4HHIIV3n3e6+BiOQwzaP77qqKlVdabhKPEA8DFIq9lMddaE00J5PUrSD2oYAPVVVCb9SDsJlasP2M6Jv3uz72ltbsoVyB/wuUEkXIp9ojPCdkg95JAnXmSzJnTEsm+tNnxzWixuMnoH0Qw77Ou96kmkskolf0LU/CYYNpm+wnAlL/SCGXfb4But3xAM5pO/x+vLHBuMY3zpw2XRcduq+JJOPJql57iX+3DbCcUpyR27ocZ0SkEz15HBc6CGHvJNK/aPU41gOlJXYr6DFntIYhnNJMtExHsmP0SUJP6MxTWcErnPeaYgQ7yVG5Sh7N5DD/qbtNuvG+CTTOCRhmy6KwsPobNhJ+jB+TX7QNKw3krK/mPq4v/VpcN64INJDEiQTH+5LMtX7I+E5I3A/82KeVASliyzPUIFSTz/50soBt6hWOeYQ9aGs8SutmWrb9kkm3bnstsAIvzdBj+vMg7KQcqRzJHDebdDj1KBs+gniw31Mq3KN6Ds1jsH1BjfFEBBihSIv5Gci3K+o5SikyyxzeehTRv2cuh9JhBABBAHFDpU6r0Q/xjMoC9LtWlnb8rouaFzSfVxCwiGHeG4zkMMyhesy9IxoKqsxq9Qvig+3u01DaO4rNTO1KaOfYV6fqhOPeheU+rf1WUmfVZprTZzONsrLpwAa26ntXXxADykKCQLICFKpOglTvJQaV75bDFR+ERZ+qb5VBZDuFxCEDz3m1QCopxAq4SE9TJ+WgyRIpvLHPyqNNRDPJTLZlo5HMC2KH+ORTOO4zkB+nAZJkAakVMPLZwyS/B53BPixpw9qvB+r/gkVpOTisCGpIgaIKfFJjQmlD9vcXkqHHtcpSbXb5oL0WYkv0TKT8HRVkl0KVVmvJTq/DevUJLrUECGl0EMSMcZEiwzw4zGcljqkknQW5DB1oZJflibAEHbq3YckVANK2aZJDnkqNW9uh56w3WdUVlWi4XoDoX/qB6XY9QTVGUrxZHCT8Q3ksI/HdL1pG4xnv+O8NOCmBC6ThPu6T9RZZFSHXU+IEdzml2RqMd4IXEFKYrWRBDkEt3tstxs0DfA6KqWHUvyP2kd58zECckjDZXKoP/te+2Xjk8N20xjBcIzhnLuOqiD9Kak1uPsZ3Kam9EMSHsMAoZL6wPAx7khvJBOe9UQS5EPA9kMO67aLPzEhmerJoUy7eUkNP/JBDvF3V7sP+fF68mHZ7eZ9BC5bDpdNh2Ti33mDZY8hOKv1U2p997WWBinvStubgRzybDql51A6NW0lUjATOF9qbg1uc3+nZEDUeTeE6Cq4zjgktY9oD1RHl6FyQviRD+MbjDOCH0GxV0hVxjOkAogg2cgh7yQRZc817fNpz8rzJKdty+A242P7sa+tJI/pyZMkvq3Lvs6ntkXnjeo+7ksyjQc95tPtqa/kc9510lTiwWc4g/uSTHwYp9K7daZ3zih9kVFn8gHaerc1f+7f1znPeeNqmMRTnhdpDzYPbt/S2dd9COrdrAaSaV7dn6T6lKm+pff2IumiJlIUQG1VAvO1oye9U+R5hixBnvD8YbuIMcAAlCgVW/A7qdsqySxK0kdEpv5Reh+NHzQnIzCe630H4ZSk6MUECUflURv0jGiRlqOC+7gdoMaSLSHAZdeneFCyVYAkAAEDaN3K3xU6t+SyAfPge2q/ezovLGFqxnUPDTmtZAOyg8Fo3pU3fQP0mM8RXyFQHECg/taBAHpIwngG6CEJDQIGwCn0eOyfBKX46PW76Ok9eaD3DI87wiMJkhjRHdUbx7bg1AA9ngPLa17J4cBuM02D8+7v1GWDaTh1vccwkMMxRRLBCFZeRxcIfpF32Qy7A8k0+c1mHVbMli722r5Mkm5i0GTpRbbUBGn1ykAHOox3ZezdlPdAmRZCXZf8vshv6CXZF011vURreM2LJl+HrjJNRiWnVepAVqZAovkxDNQeNdl5XujQXwMZhaPBB1B/6GW3B/M05LkEKcoCz1lPC7FjhUv5JNU/T2AlChEe14pxWkoGg2U2uL6jiw0vwk1d0HR0+ecL8o4uuzZ00eQgTVuLOtPCmJycTIt32K9EFL/1elMLtA7L7PHcRhLGJwnr2YHOmA7dEdbVECLMe5BxVzotDXRZAB1go8pRYxmyIkeIUTruJ31XFRA1JkCYBkMARZcxABoLekrpuC/HU0qfiRd48UmHaquC8oLSk5hOWoDHyDWO+fNiDKJZFAVIJr15TBCwbK43jAzTeTsel1u6ZHLZ8w51GDq2jhbCQPNdgQywTtw+M7MnXfrVagWgq1WIl6LINAakr7agK3k76jeA+cmkj0qLG+LJc72hgJYXWJl+GWAA248IpTloNpvp4i+XTH21DwQhhmQP5tO0nNpOJybGYQjSSYwEA5DXc9QcYNN4PV3KQo/xa3K+hmh9B+uzSvpxm+fetu+0yIu0EXQUCFhWoNCXddZdluUwUINYp6XssFLG5Vx96rWmeKwlmj1d0G5tbkofUfxNigPqEn1FOunKZoi+HMuqLiylVdEsEIJtqdKFbxebWxvCH/50FTjb0GWV/2TxoN9BlJyF5nZs3BeuTYQYRLOjddZHpYttiKdCfO5V0HLvnr1wvi65S9mUebU+7HhbCqhOTo5Lzw3xnCPGmMC69xqh6IzpYn1aQZPJ8UkFUuqwPXa0jhw4eLC4pItYXa5Lv63xCeS1Aitrq5rvvgIYk9g/twfTU+O6VF1FTzL0ZM+3HWxdeCB+eyAChsGKK/Cf3Ftb38Sdu/eSf2CIujCU7YiH5eVlbOqi2Oshk6zmzXNofWxorUOP0LCqYHpR5LqEbCCr5chy67OE9dfr9VEKyfJvarM2LaddzZF1mec52vKnIaqP9NvVxtOWP7FfEfmkH4+JEJBlmcZoJjt10NUXqbabbnsLLQUNAitsKvBVSd8N+ZVWq5X8TamyaVoPlS4lQUpXcoyE2mvwwaBWr6fLWss4rkC6x3efoINALv2SlO1U8NL3PG5oDSX/DqJW1EAqFV6jVU8850WGLC8QpDcg6HJ/gE3Jual9YUV2fePGPO7Pr2uO+tJThUEVRDqCsh8RQyV6ZABJQD/QoSPxjgokdyBIL75IDIH46x4tRfGudl1Mh1Ck+bB/jNE+g6A6ek30y570t4pObwsrq8uwvWn5oyaexhoNXS4fRJp7yf7kE4/jkTMKXKyv4KmnnsDf/tv/GR577BHYF5Xo4dLlD7G8/ABT01N4/vnncfTIQQy0RhYXl2VnPdTrY5ib2w8yF94q9u7di1dffRW/+KVfwCEFJI+cPoRnXnoW77z/ruanSEF+/9LGVmcLHdl0IXvzOtyUTeVFgbsKWvqXiSzLtPaZA/sPKCA5q3Uwg5p8w/jEFFYVnFl4sIwfvP42/tW/+jr+4A+/qiDMO5hQwGVGcxXlm+4v3EOzlWNsoo7P/+zn4P/zdHFxBdbzPgVBbXc9BYqmpyZw4uhx7N93CE8+cQ7nzp2Bv7HV21xGlH/ZWu+gnpUKJOzHh+fPw/weOXgE461x9HSJP39/UfPeRQwV1lY2cXH7z+Hu27sPlz+6BCkLNdn7yvISXv/eG9hSMLBZqyPPgoI6dUwpsDGmPePkyQNaDzXNb6W0gUxzVcgeTxw/gXv37iP9mWQFWG7feYDllTaIHFcuX8HM9IzOD1tYVsDizo37Cgqu6uIgl//Yp/hDDRtrXRzYd0yB1McVKD6IpYUtXL1yB3fvzmNGgUvbm22hoYBOp7uJB4vz+O73vofvv/Zd2fVdBRduYrJVx5NnT2BmoiWem5I1wj7OMLdvFk8+dRz7lO6baymg/S7+3//8vxdvNySLZxGoSY5TJ0+irrlua12f9J/wPXBAQfe3cffOfTylIEtHvuLo0aP49re+hdd+8APsU6jMawMAABAASURBVLBoYs8U9h88hD0OLo9N4ubNO9g7uw979+zH/n0HsamgzaKCQmurK/B6X11ewdLiotZFmebp/IUP4ED9Po21Kt947cYNBWmvo6cA5uzMLG5ev4EiRnR1vrMsRw4fw8riKj71yU/h3NnH0d3sYf/eFqDA/F0Fyv0nqK+rj38pJWjt+pc7Wq0W/O2+sYlptMbHFIQ6joZsY0m83F9YQqa5XpSf6JcBa5td2W4bPeUZa/L3LcSiLo8gv6LgXSmfUKKPmAfkRUjr46tf+Wqi35fvt47a2jsq+WHbQwwZyAA/Pg/4F6+8z9oHDKpKvqrEjRt3cO36dcENrGovpexK3VMbI5EryMlAzVUln9CFx1hb38BASL1+hUHFFNRc0T7bU/CGIQinp32sAhHRVtDMfsl+Ns+LtB9Nab+rac6zGEE1+tuprUahuZvEucfOyD/XMSi7iFoDhw4dACM0Jz2srnU0p1sp0BuDXnQraKy+gqKT2Lf/EOb27cOho4cRFbBcWlmE/+rEY2ce00qo0FTQvS7f7/9/uCY+Co1vfqenZrC2tqU1UqGWN5GFDNeu3MZffu0NDAaV9su7GrOjNTzAv/n//Xv8T//qd/HhR4sYH5uSPtqw33zrjXfw5T/7poJqx1FWBbr9oIBxR77xBlZE+wevv6l9fF7B0PVkd7V6ppnUPMaIuuZ/XOeEUycO4nOfeRZf/MWX8Pxzx/Hic6fwt/7Gz+Pk8b04ITh9aj8U48Ut2fibr78GaunMKuC7MC/fK9vqy2bHtQYgnR8/cULzVsPTzz6TeOx2e9o3myi1546PNbAmf720tKj1ex9f/erXcESB/4Z4KGq5zlETwivxj//hfy5fsZD0saq59Z99n1Cw9zs/+Daq0MW4/ObkZANzc5N44fmncO/OTRQKGG6uL2P+/l18dOnD9G3cnuZxYnIcWZbj9u3b8LfRl5dW09lDryFojU0kPbfGxrQ2TmktTymg28L8g+vo9/uYmpxCpX19oDNQPS80RoZ9e/fgs6++Ij09k3zDK5/6FOratw4c3IcnnngEPZ05OoK+1kStVpO/rKHd2RRs4eDBwzp3VmjWx+Ub9+Lu7fnk6w4eOJTS13/4ls6QW5iamkNZRqyutrEwv6R+B1HT2ePll15Cq1GH31c2NtblO/eKVi6taz6rHmoKJrz4zLMY9PpoaO9rNsbw6U99BpMKmpbaL44dOYqzZ85K5kHSxyOnTmGsWcf5d97EmnxrKyf8lJKZpOxoA7nOThMTE/AvyZFMfUc4Tkfgs5eBpHQ3gM8vXenB4H1tMCgRZXPOG5x3X5Kpvq714Tq3jegU2nNdBz1lVcK0trQXu930Va31sSl7JOx73O61ThLG8Rw4tTwjui6PaJJDvMGgSvjGMU23j/LGN02nrlcXoZTSQx9BhVJ9s5ijkk8a6OwhNjV3FR7iU7gD2WCW+OxrHfS0JsihrvuyE/NnfIOI7/yQQxzXG0gmXZHDeughmeiaX/tH45lfkmlM1wst4ZBDXJKuSnXOuI/BeYN5Moz6us7tht28lpLZbaXsxW3Ouw85HJukbKEvP9mRTspkE27PsizZlfGHMJwHkkk+0yKZ+CMfpu4LPST1idQuReunSmA+oMep4UfpuKzm9OM8Sc1hgOcugFpH1PkEiVf8yOOxSYJkaiG5g0cO69xguh67TO8ApfaSHpw3CvmwT6U9cITv/Ahs1857PIPzngvXk0SU7kyfHOrY6xN6jDcCFXf4dJ37u4/rXY4hpva4az3aZozjdgbC7Hl8QJph1J5BnQVKlBygN+hiIPkY1BoCKHzTdn+nJNW/ArTmJXzSKVV0m+fe45JMtiHCME61bUMkh32NLDAP5sW0DapCiDHZUl8+zXyb54Ecut8DQcD0kQgP89aRfYmBwRTUKqLuNwKSoBoNQ4yP44zqTJtkWtP2Se7vNqfmz/w4ddn1xo8xDHnaHtP1JJ0kIIf5ans9pUp9BOnWYHqmW8m5kEQQQA9JUDxD73VAAEmdaaoExtFwQz3JL5lGtT0fUrB+KlFA6qNPQP0rd1COdFupNqd0jaCCaRiMVkm/xjeEQMmXCSLML0nxAPUnfvQx/qiOHLa7jrpfGv0JYLe7zuD8fwrI3TScH4J5/E/2U0CV22C8v24s21UlvQ9ljEjrT0MkzWjsECCZIVmRHh1Jk548X7YPkmqPgqB6ClJP6R8CaVG0q13MkgSlT5Lw47ahzt2v0jjDete53UAy1ZN0MdFN86AzNAzDao2t9at5I5jwyGFa/QQe3L/axZc7kARJZ5WmJH2M8EjC52oxMBxre02bliFq3RrIIQ13Jh/mTWcE1p/zxpGmUuKyQSJoCOtuCAONY32QFF9MuP4wbrWzNoKrPtbP7a4kmeq9l1e6Q69K10IyVGmdD7RnG5fkx+iTTIjkMHXBfBh35Od2y+t6Q7lLry67n8H5UX/nXUdSYw55d3lU77xxnZJ0sgPkx8ujBvc1jMr/a+luXHJIkyRGc+mUHOoOekiK14cwaiep1oc/pmsw/4NtH+7U5RG43T1I2ZT2PNOyHyeZ5sR49pckEz9uh55SxuG+u0HV4iuA9nHl0Gagx/ui91WPTQadl3JQqWmPwHRDiJCUoizqI+PA8CHVovn0eO5DDmUlh+kQC8m+nDeOoS+bcuo69zUfPr86ddm93e4znevNo+uNP4ShHKlue3zny13yuWzccnt9uBzksJy6zm3WwQhGdaRHByhc6KkEHn9YC5DKqS3Xe2yt1kjzYT5J6h2zSO0+j7fbnXRm93heDwaPL0Vq7x8I+mnPSPuy+nodG3zfZnpBdTH5jEx4OUKImqMs6bKtu4bhu0CJ/qAnHnpar4aByJdgAIJ9H6D6MoFYFn86q6uuozO49WqZzR/AhIPtp5RdOhvUye0G41pXzrs+AQmSRk18uc52alnVgEq6h5pLc6V58hasVwZomoZ99NlTZVfvAT1B0jMDQlYgxEzy5pI9pn18U3ckbvf4HpKiCZ3DKp19zG9Kle9KNp+FSo1tXPNkIMWIxkt1yuYxIAvB7OGvfyqNUsIbunPuCz1ODR5jBNaN+XPZqcF546kLSH4M3GZ7NxjXeEH8jPQXJX8IUX28d0qD0p9xTMupx+tuv2OahumRRJTNBNEJNhAj9HVBUW5r3B3JIZLY0YtjVy8oNqBKL+dlgq2NNtpbHV0gtdMLpv/Mp5Xf1UUg9JhBgwcRT6oZGhkpZQoGnlBNgi/C2rqM72ghbOhC29BW0Enzkia2pgsCX0wRAdBGZd/SVT+DaUD1eV5DM/1mQaHzdIl2r6PqgEazKWjIoIsElqsrZVgRw0OLly1AEn7Mp3FKDd6XoTnfao2lywGAsK5cn+cZRi/jxu2KH/MM4eS6DLByvfiWl5dTH+e7Gndd8i3qItlGbOOn9OAxRmB5epoHL2zrxHxCvNV1odHQ7VLM9JIhJkvNk1gEJDtgE6/AGBCLHEE4IQSQxOgxP+Yr1yVPIV05z0CkPto4GKCXljLprhRhG1rid31d/G+mhWWn4zbTDDEgy/P0gmpapg89lskQNL5lshwUcc/pui4lO5rXfm8ArRZIDIQQNW9j23MzSA5qoBu7ruav0kQ739/eBAKZ8DLJF3WR5baNzTVdbq7KgbbR7+tCMoY0Lw5g7lUgY2pqKl2Y1WpFeiGzEyy1+MVq4t1ONYhXl0eygQAVDOjrYqxfdVHoYtJjVnYiZhqAZXTfosiR5RFuj9FppsvOscSDL5YbCh7mWSFZmXTYlo13Oz3JWaoOIAmpW7wPEljvlcageHK/WlEAmutK3nBLAcBNBfLbuuz2336PulBpNsdFI6b1KXXJTidSsMXf5pqamsaYbDfotK33Bumoo7nc0EVqJ61Xzw305HmmOaiL55qgnvRCUmmBsfExZJJrXJfkA9n44oNFLOjCfmVlBaUYt16tF7GLhmyUpHhpJ1kth3EM9guVGFQzCKAtJ72qtbG5toGGLljN57iC2A6GTCsgMjszA38rr9/pYk75R04cxx7NZVMXYHP79uOQLul6Cv6U0k2WFbhz5y4++ugyLl68hMtXrunivZf49C89VAzoa6Mq5EcYIuqNFiYmp3SJuQd75/bqgnROvDdQ00bty16npWSLsrOaZMqKTEH+Jmwnfb0kanrS/GloRK8n9ZucnIT9QUOXnJUQbO818er+7tfT5WiUHqPWGqSEvmzQf851U8GUgfLGcT/jSLFYX1lGQ/1tYwP5yab8mC8Yx3QJ21A+z3PZTyWf3IH9kaGjoKYvPTvS2Yim69fW1nRJupout9cULE5rXryQQXOcA6DsYQsxRETVZ+LR4/als9FacYCp022LtYGWrja6QCAE+Qug2ytRysZKBUWsh2azALU+K2TCNU5AkK16Hgylas1fqSBnhYHaKkB1+gDJBCBgnZB09Y8BGQBBDBnc17pLvGqN+iV5bKKBv/cP/jM8/uRB2fwavv6Nv8Rv/dZv4pYCbNN7ZlFXoFFqx4qDPPfmZa8D2KZ96b62tiK7b2JldUm0+7pIbyUaC7r8tQ6CDkxd+acpBUmOHj2OvXv3pWCDg0/vvPMu7ty+iyeffAov6SL6qSfPYVCtoTkBTMw2sf/wftR1mez5i9Kz/1++g4cOwvZ29uwZjTuGo8eO4OChQ/A3pv3LC/P376GU/VRVCSJgc30La6sbuuSeQBYL3Lh+C/ckw5wCaq+8cgz1CFz58BYcDNh/ZArzC3cxkC+bmZnQ/FZ45dOfxP/x//RfYlrr6ld+5VfhP0P5y7/8q3jllc/gC1/4JTz73Iv43Od+Bi+++EmcPfsojh09gsceOY3nFFx94pGT2D87ga/9xbewvPAAd67cwOzYFLAFfOcb31dAdYAv/PwvYl1B0qCwzsrSmgKYG3j3nXfQ0v7l9XxA6/fooaP49CuvaG0fwMkTpxEDcfXqR/jhm68hL4LW5iQgp1VvFPCfb5+ZVjBH/s8X7Oa7LV+EUOD0qccV/D2Ne7fvKThUw/j4BBbuL6QgYi0rpKtNrCqY8WB+UbrLUCnwE9nE6nJHfqpCTZf/k/KT+w/sxyWNf/3WVcRM9VJiiCVCVmpOMoQQMDO1F3Mzc+IVMrlSAK2bzcRfS8GZ27dvyYoHcEBVywh7ZqdwYP+0Ajhfxb79e7CuIE1HAcm2Luf97dkzjzyCo5rnwCDf0cS5c4/jEdU99thjuHPnDlaWllDLMgUsqCDDqoI+FT7zmc9KjxPy89M4//6HmJqexcUPL2FJdlyvN9CWPzl8+LDo1fH5z38edb141OUvjh0/icMKzvrbaIsKsN5TAOjewn0UjVz6zqT7K/CF+wvPvwDLOqlgCMoK169ew6/+ypfwyidfQlEQh4/sRX+wgU0Fa+4/uJ++KbiuwKz9rIO5a/LnW9qfqHU5PTuHrvatS1dvKLi2hEXPw/Iart+4i8vXbyPkNVSxAGMNe+YOKqBZIWYFslz6zgPsH3p0kkGTAAAQAElEQVRaZ97XNXniK2q8TdVX6Gr+LVsp+jEKPwS1hx2fWMjXD+Q32/KFPfmxns5ypfxyX9BTH2rcWq0JiYiKEV0Fgzr9nuZ6DJX+2W8avyJ1biiBEGG8vjr0Ra8SnVL5Tdnkutbjysq6/Mc6fJZdlw66GlfLFT2ddbxntLXnm+6Y9tGezsfrK0vYWl9DNeigkL13tjZw4sRhBeLPoVbLcfjYUew/uNeGhg8+uKY97Qq0JaEpe40yLokslkq0uxuYUpBx38F96Go/3NzQQpSPmNZ62VhdxUAy5SGirzYJoP2ij5gF2VIPW7IVln3RzFGo7uatJRw69AheevFTmJs7jKNHT2F1rY2DByfQU/99e/biiXOPyvbGQF1wLz1Yx8njj+PJJ1+WDc2i1dqLmb37tLfOYFm2vra5rjlfRGSGUszvm9uPxXuLmByro5X38PKL59DZWkCnvSZ+1pFnW/ilL72K/+q/+jv4J//013H2kWnxVeKjizeFt4W795bk6+5ojU+mvd5nqY502RobR6H5XpBdLy8va01u4f69ezh88AAWF+bx/ntvyQetpuBcU7gfXb6Eu3fvJTqF9u4H8wv4l//iX8Jnj7FmC577hcUHWltj8Lfue70ttDtrOleN4cyZo+pXQ1NzZN3WaoX438D759/B/OJ9XLh4Hv627Ir4aHc7OHDgoHRFFNqviyKXT7+P1dVlnDh+FMsr85ierKvfdQVbF7TmbyKT3d+/fx/XFfCPscCDhRX1baDb78gn7kFzrIU7t+9ovS/j3ffeS/Zhe+zrjNzV+0WIxKZsCQpyjk+NyybX4GBuu93D4gPRKlpYXl7H5mY32cvE1B4FORfwve+9iYOHTqIoxjEpn3JIfumXv/RFyTyFGzeu4Mrli1qjs7h48QLeeuMHWFPw/tb1awjaRCudu99/523pocR3v/tDtNsDTCjQPT01gzHpe1wB5Jdeeg7PPPME7t67IVlXpZMuUG6gL732tLdtyRb7WqN1nXlsK1vykRJO59ImBtvrzWvOeddnOpsFrXmSokUE7R/Q474ktYZqiFonRVGkvPuqOdEiKfwoWQvkeS795vBj2gbzQTK1+SzkNte5jdR4qjCfSpK/cZvpj8DjmjfTJoUvcF/jj8B8Ok/SSbI593c/AzmsJ5nkIJnkrIA0pvuX8j8kVaM65e0L7XMGOqNmMdeaquByFjLEbX1F6SQwJFqpoz4qrU0lqY5kWqsuG0q1mS/nnRpGdcPUHCH1IYnEu+aCJIxrgB6nxld258d1u4FkojNCIJl4Mk3z7XpVpTrnR31N1/rty36MZxgfH0/j27bcZlzjOSWp7tKNfLgyiWfXO+/U+LtxyYd8ud0Sk6aBNEaqEy33Mw3zO6ozHQNiAKQX7ykg0pjGHeGRBEnY3kIIiS5Jo+zohGTCIbnTblwjmQ45rB+WS535+kjn6216rjc+SWcTDfNmsO7I4fjWHznEMWJQnpKvr3VqXPNo2zbeiB45xDcf7uM2py47bxru6zoDybS+3OZypb3aPsz4qazxhnnTlT6UVCj1bwBEIERCpiz5hnMAPdEVSv3jsWzX1LowlLpTcb1xSCY9Vm7TZEYGxKD5MYLA4wbRt2whxjQnJOG5s54GXhMaOWpNVVpgPfk/jydOEl3o3Eoy5TOE/z9ffxpkWZKdB2Lf537vfe/FvmZG5L5WZdZeXV29VzeWBroBYiEIgA3MECCoGYlaaDIT58eYZDKT/kk/ZJJ+zGgkmSgzkiOKlJECZkCC2NFAo5fqquraq7KycqvcM2Pf42336vv8xY2MLDR0853w7fg5x48fP+7XT7xIjTMg0/4aAuGn0tgG+EDiEcR7D9/tNdieEj/5P9dZ7+bh/gaSaQ6dN67BeDWQrLOIGoeBZOIJPe43kKNUHZO8JNUiLpLRmUrjIytQspNMOK4nxVv6g+7jDCQRQ0AuPpX0M5AlIASdm0SrMq6hwqOHylovWUTMM0DlRzagAvyIj/qXksO0yLoe4hdFP8BjqIQjqZM+3MvlGlz+NKS2JGcPKImgcVCp603PgB/3JD4BpIE/BsPyDqpNyzab0tRvUJ9+6vxEBVZTfu8HSZAC6dpVAxkqxBhkQ9KP6isBBKTxAKlcfSBg0kOpdWTdD/pi7wnSC5WnUkmkeSglTy2XUzXqYxwknEd1SHumGhMPcoBDMpVd/2kgCctYBdHSOvF66eucYJlquiRT/+ABiMDBNhX3P6wGeHWF+9e4B1OxQaX5NLjeYFyS0l+UngJECSQBGPRTea+pKJslCePX663u7zpDKftLqXiQHNBUv1J6NJBMPLBHG+kxn6DcgHYpvddzU4qOx24Qgj5Uz2iFJX1bjlJn80p81QiSTpKMzpCUT8nSGcbym577kEy4JJM8JOGnspzi6fyPA7cfBGDQDweeIFrm5arHcV1zAMSrbicHdOqy0wOYIJngYN3BPDlodz+PkeR+s+sMriC5P16SiSZJ+CGZys4b3zonB3NycD6ctw7Nx7gknSS6thMXKunwYHuIUdUDPNM2qOKxj9SBUu+cANOcQY/5mJ/bQoha3w2QIc2964Rik07zXSlX6l4LrEAyQdC6IWm0BORgPJU6G9Qx1TtvMK/ywBokB/g+H/mu0udty2Rcgzs7PQhiDEb5kj22brPtl7LRWifWk4Fk8kfmazzX+SxO1p2Rxup287XfTzQkP0m5D+lKY/R7u3HcVu3pvgKQ5dKX9NbVe7v7mwdAvdN0BZ10nvbYXB+k16gX5ijZg2i6zjShx2WDsmjrXXJT8Q6nLhsPoim2IJkAekRO6q30DrWtd7l1vc9s651nR+PpaR7zBB6vUNMn6UdCm6dldWraIrlP04ilxr6rgG3NP9e7iWUzrsf/qB/hepLw43anUbZoENHkR4J4Qj7HPH2309PeoFcDV8H0ejoT7eqewl+E6ehs19P5uS/8igEIUR+B9PUYbRVIpvGbL90uH12Kdl/guw4NQ+1C1Id8hGue7hMCkXvPVyqU/Q9Jif4I3KAqgBqOiLpvAgD1+EmqNPiQA159nZcM5ucWkvv42Hvc7vdl20gat/q4KWYZrHdDQ3GJLMsf61tKP+7rfu7vvqUMxHKRRICeGEPq1JeCO7qo6ik1tHUJ1On00e9J6EqMYgONoqVyKePryIh2lbZ1MbMjo9pBTxF7iqIVJrIwYyvZaSlBXEdS9WXq0/EFQAjINAjS9ZXaKnjhDekSsNBlR6XJ6koGLxwPIgmuPiQ18Ay+yGy2Gij1r63LN6d+2TVAODaQUgM2L/fvyWhcJokQI0CIZx89jdlyGtwe1Wal9oTvgIRTy+k6dzJeW8bo32Tv6LKpbnN9vShJwjxtsFu6eCulg1ZrKI3X4yglF/SQBEkZYZUMvSsnYXmjjK6lS2g1JjodzY27kAEk1bNCX86sp8q+wPQMltVpkJ4sb5ItGUZM/RJv9XMqjujL0YpYaiM9D/3klDqan7ag1++hrYXusRjPdIUsjVdJLvMzH4P1Rg5o2Elv67Ksp4BLnhWaqxFd9LZEIkjnZeKxubmuS9INrG+sgvIAIyNDaOhyjGTSRT2OopHD85wXWdJTt9tBV5eFDvSY/0G+db7SRrSzu61A0kbiVehyxQEvAzmQ0fOVQDowbru7my6LQwYUjUKQodFsyNZyeNymHeQIQiSi5ieT7UbZittIpjUxCHzu6HK7jbacdKl5F7bGXMnOBN1K66WTNlnz9jy4f3L6ISKKDiS760km2e1oN+TsO7KBnrxioNZj1oTTTJtFkTcwqssriYZMcuWSK5dcQwrwWd48z6X/4QQefyPP0NK43NbRHHuu/MLsfh5TJWccswhfzEqUpHPL475uz/Qi1JdddGWrXquWb1tBUqeej5qf8cfGxnSxNqIA0BB2FRBeV6AAOmCMj45jZmoahxT4np6awfT0jC4Yx1HoMmhqfAIzCljNHz6MEV2OFJK1NTwMz2FX6y3Knv0twOHhUSwvr+DWndvYlb+6cOEpzOriNlcgYUsX+z4seP2trm0oKLE9sCkNaFfBxw1daG9sbKJZNJPuhkU/06VnLCKCAoL2Z56HQu0A0/zneQHzjtJtQ3Y6PT0Nr2mPk6TseAPeGK0jr0nrwnjWkWmHLIo70rqRihVEKLG6ugrrbWtjXYGeFXgOTMPzYpsw7dHxMV2qdrG6sop1XZTbFvraBMxnfHwco6MjIEOap1K+AHo8X/7G2KbWgGWxTzSoCRJVwGRbAGWbZepboZKN9rS2ZJ9aE7u7m5JtBx2tt57KpaUXH4SAEKWLIIiyvbFJXcyPIs+HkMkuyUz2TfQ0zxankh/3pcngYqNEwN5TAST3AaJPgWWv5KPUhPohKdoZBmslIvktHTIrHTbpF1QFwEp0FQBt4fSZE/gf/ePfwhNPnkKuuSy8b/Ujbt+6p2DfltZlF4XWTGe3AwfjR0cnsLiwJNxcB6Ut6aOHlZUllHqpGVOg/8SJY7KrGdnaomAJd+7e1WX1GjrtXrqof/HFl3D27BPwvHz44XvY3l3HjU8+0mX+69LdNqZnp7C9tam+yzh27Cja0ufOblu8trG4sqCL6o/wQIHTOQVXDynIr2EpCNJO3/pZXNDFu+TLQyZ+HQXmtrVGGqjKCH+z8ctf/iKePjuJ5y+ewbGjc3j5c8/j4tMX8PTzz6CrQGrFHnbbm2lO5+fnMSmb/c3/9Fs4d/5JzMzOo2iO4fix03j581+GL9OHWsPSyb0UGBgebuGbP/cNfOvXfh0//7PfVADwBA5NjmB2dApj2RDGihHcu3kbE7o0v3X9ri7fb+Pe3VW8+/YHCoRcwdUrVxTMWFOgdRef3Lihi/kbWLy/rHU/jxFdur/6/dfwxhs/xIcfvYuiIIaGGvA33DP7F+moJ4DsYVnBkphHPP3c0zg0N6dA6hNo6MCzqoCtvwW7trolvWzBPuXBvbvo6YBY5Jlk+Bjbm1t4+uIzePnlz2NicgYj8jtej7sKRu10N/Deh29hScGQ0fFh2VRbc7ONh4t3FOhYwJb2+DnpbGpyUvLlGJ8YR0/7Tlf0W81hnD57BrafQ/72qNaoA/LLK4vIcmhNDmFWwftf/Pmfl0/PsbnWwQvPPIvJsVE8cfY0Dh8+hCeeeAJHjhzBCQU7h4dHZJvbClo9reDHEu7duSN9XcPs7IzsEXjnnQ+0TjK8+dY7uHz5ivZN4T73TDpL3b59S8GcT4TXx9joBGZmDuG551/E2MQUGs0hDLVG8MGly7j74CGGRofx1a99Ca3hhmx4BUUjx7HjJyVzC1ubbcnaSGO6fecT/Df/zX+Fze1VtEYaePrZi3jm2afUf0j+dhHvvvuh1ngl++5iUcH1hvyheTnQWyGiOTSKUn5gY6stP5chawwjyi9X1NpFpvZh6GiHew52a217L+9rT+lLv5X8RhSeXIDsHHoCTL9KeynTulFl8qP2d/aDffXp6lAvFJRVJV1R81kmnEpl1wX5y2gO8QAAEABJREFUJqFI5j768kkdzWNDQRw1Qx009x3J1AdjQEWmuhCjmgj7/Bgz7aEjCbLYQAy5aJXq18eu9kIHNId1dg3qaxree9wvC9JHkWtuL+LUieMYG2niwd1bGGoWOH78CMQCly59oGDkMJrNHH2t21I0Wq2ogNdD+Zv7WFxa0jrewdrqstq7gj7WdSZ48GARMRS4fv027t57iPv3FlBKCaX2hyIPuiws0dB5QB3QaFQIsY3pqSa++IUXMX94VsHTGRw+fAI3PlnC/LGzmD50DD/5U9/EuSeOYVWBYu9NO1sbWF19qL5dNLQ/Li6u4E/+5Lv4y798A7/7e3+K19/4CO+9d1O22MalDz7Am6++jtBv4s7tJTzz/PP40pe+nObh7u2bWps7+Hf/9ncxpqD9Bx9cQi4Zf/jDb2NkqEJZLeP4sRH8l//lb+PXf/UrGNd5cES2NzbS0jreRkdByk8U5A/af7Z3NtHe3ZF9lHh4/x4e3L+L2zev4+PLH+Lalcs4orH95Ne+Jn4djGt/el+83v/gIwWqj2os8kmdSmvvOM6eOQttIWjrrFbonaN0QftJpb1k/sghnVty9Pq7OHHqKNY2luU3z2BL+rDPKFp5KsssMDM7jvGpCbzx1puyhy5GJ8bUr4e7d+/gxPFjeOrCk7h48SLeeutHWFpakK4P44/+6A+wrQBoR+fOBw/uY06+ZnV1Q37rBtb9rfvQxJDOJRvbW5r7tvagQ2g0hvD0M89jdHxaOu0jyxpp3XftK71xoMRgLVVap/fQkJ+6/3AFMW+iNTSG8+cvoqMz5LvvfYi33/lQOAv4oz/+NvznlD+6fBUfaP4+vnxZZ78x+E+nh0DlJ+SHpjE+PoZDM1M4dfSwdNbRnDUUFN3FCy98Dk8//QJ22n1893uv4f33PpLeiYYCuA/v38eNm1ew09nEteuX8Xd+4Rv43/xv/1ea5zl0dZ4lmdZXX+9aPi953QSdk0iK3zj8lGWJqioTXkfrDAhQlcZdqS7uQ54XMA1DpUVt23Vf0yiKAtELDVXC8Xz3tEbcbty6D8nU7j6lnEVXPsL2FkJE1DoyHkn47BtCkAx9o0oGai6yVO6LbhQv03Wj05qP+7jO4HqSGptsX7zcz+3u63zdhyQkdsJzvfsaz9UuW0bTcp37uM44ALVmo+a7i658K7WvJt3GAGheKxGt7CukTPeHHpIgmXipmPKWJ2isdeq828zLeesyySBart+HCknnxiGZaIUYBqno1XOSSa/7fUAEtRmgh2QqKwFZ5wfymT8OPDWdPM81P900BteJHILGqiEn7KCM+3rM5uO8wXmSsq1yH0imMZgODjzkYDyuMp0arHvTcn0NUoNWZYW+ZKjEGwJS/cMjXbj/Pr5st86TTFnr3jim7dTgpgEMcMjHU3ckmfRnuchBu/saTNNADuo9fpcNzhuHVH9BqfXpX4SlZAsqu82ykIO+0OM69yUHdW6v9mzLeYPlMJ7pGyDUSM2O7N+4bi+11o1jgBBCiJpLaE76KO2fpUfNElxp/L7ub8IBXToPPeZXai1SdllkOWIIiDEmqDwOl4PK4m/XKVHUJlk0U6XO/l4fnnfbqVP36WkdleLHUngl0nqHZHQbSZCEn1znVdthpv0t0ztIiExtIVA8YspHyUKVybotwI9pfRpIarwl6LEr6771ON3HY7Uu3M/5g0Cqg5BcV7eToiQdKHEL0nildxXSx3iGUvruVT0YrA9y0K9SX9Pr9yr1BUgiMui8AVjnfc0n4PFIT8L1XA10TOFWGkWJkhpPIIJ0BQI961wyyGSgBHAlAPPyWOsxkwRpqGkjlfGph+R+DTnIm5blNrixTh1UNRB09d8Ej0G19BhDBjKqBJCEbYNkyu+hSWiifszT4DLJhAedMQwkXS19ADFERNmEKyyX59N5EUtJ8iNUSX1Iig4EFawbkklP7mOo66DHMlXVoN00LIvBPAzVQNnIsiyNxTIY6nGJRKLttAaSdVbzX+63k5RMghhAza3X8oCH5rwy9/1u+30q1euzXyb5CEk5tytJ7c6bnsF5UXVTgtRLLNxWw6MGSC6kx/3c7kIIAQbnXW9wm1PXGZw3uN6ikUQMGp/SUoL35GOgp9JaUZLkdApYogA/5J7+hW9adV2dkgEkBa4xaCAolXGKfR27r+fX4DkyWC7vv65z3jjqKFp0kuSpNMfVHm+nqeHAj0d1j3juN0su541jcP7TQIqXQQ2k8nspOciruCfHYDwk9+Vzm+HTtA+WnScHfZz3OD1e5w3koI2kSSXaJB9LPc/Wl1OSCc99nXFqmk5J7vdzG0lowqEllPy9cQxuq4FknU0pyUc0NGSpX+WBrblvT/up+Rk5xkzvQY3U7jbXGUhiX1Y7T1TCOUAXSDpVsv+p9nNIuCAee0yv0WikdU41WoeWxUjkwEZJPuKLwVPKdgxd3QPa3in7d4v7Gyy3deu90lD7Dte5zbjmHWJAXed+3rud1rogJYNA24r2gyrp223GsZy+F/XZ2+8Bbb0/dAQ+57vNPEjuy15q3+9rH5LoIDVaQZDclqevTcbtUbonQ+JTryHLBz1dvVOZrvEbvoPWfXqtu1L9O7o7N2+/b+3sbKtHpXnMYRzTKEGEGOE89LiPElgG11lHBp8T6j71OI1T17mPZaiBHIzFZdN0H6cuG1Je8lUae1925vesrt5j+tJHxYiKAZ7LvnC6Osu09U7Vkw8b0KnUxgR94feFY3rWw67ekbuiF7Nc4ywQYkRtB+ZrPQ9A/dXXchvcZhqm7zxVKQlkvKXgkcWShMdtIAl9ANu9QXtJiOGxdugxPdNWNrW5bHCd0xrcTpom9/E8JuvFqfXkPkH2Uc9NofsAjzXIRjxPbtOCg/Hcx1CPKWR6aTWxra0tXVR00Jdi/e1BnRd1ILJCzDhHnjUAML1kGt8CJsIYPB5knmfJiLIsEz9NiCbBOA1demYSpq2LyQ3/5r4MMKrsIEGmSSGjiATkea5LqmEMDQ2jpQvdGDLJUKaXIgvsARigx7gg0Om3dXG9rQuJbV3k7CS+at6X0y95tZGYhuVw30wyur/rvCAGY4L6I/V1v52dnZT3WEnCCrahQB17uoxw3souihwep2lZucb3Yt9ScKkrfTbkuIZ0wWaelr8GknBdsfeSTzLRyYsCw6Oj8CUfSWwrELu6uq756cKPTU8mqOO+dCwhzNc0zdtgHMtDBg2I0mElHfbSZdGmLoF2FUhK+FpAHqf7u4/H534Gy+X5Gcg9GJ/rDMb1GMVaF7ENDGtsHoP1WtNw6r6jo2PpQmRYF8V5XiCECA0J/RR410h0oCzLrua8iULjtiwxBuEFzUWVUvM07eDFFAJMIMSITPYShJvL7tw3qK2pi9GmguuNVqH2KFyIVx9+rBuDx+4539FFXKkdjiLpBVspmNvtdcS3L1vM0FAwNRcPz2+MEUH8GYAQA0JQRkRNyzKbbkdOfWlxWcGuTaytraeL8Y5uiyvtwPI/2NnexYaCd+taA1vKd7p9EEG8cl2qNlDohYJ6uai0WUFy+eVmRw7akEsOB/uCZPCcrSugtiP7bGhtNXRB7fW7tLSIxcVFXdQtJrv1/GV6kWtqE/AYrEf3L8SnyHN4Dm3327LTzY0NbIve8vKqAkLbCjiMwH/6sqW57UsW/4JALj23pNtMFzKWgSSmp6eSLqwD6NkQHW8upu26DQUINx20lLzbuhAspYhca29UdKPGsiF802rkhTRBDGmz8v8/eFSXiiMjDm70sbq2Cv95Rn9ja0FjXFpZRlu6Xl/fxMOFRYABszOHMX/kqC4YJ7G8sgp/s6+njaSQbqJ8jeWpUMH/b6XHYj2trq7KKfYQNJ7dzi5W1lbQ1qVmVxtoX337/Qr+xhX0NJstFNJ1WVUqAWRElhWCHHlRSISQYGRkBLaVXW065tnQ2nePjjayUv7QdR35P9tLoX59bWAhBBRFruD7DhqJTwNTU1Ow/jPNk3E8v5Z5cWkZm/LVrgsxJv4k0+Wu6eXCJ4me6JYEZHr6Aa3/rngUaS10JcumAkydTg8el/t4s4WeoDnJ8wK2tRhDGovnPEpHeZEDop02177IigFDAxUKrK5vY3l5HdsKnHR1Sa1phqGUDrvyM6VAjgj+s8VaZgAGwlWVNnYJab1UehGpZGsG6CWiEohdstNKejf0NS9lqRbp0iSCiIXYR3Mog/t0taaGhnLcu3sVx49O4Gd++ks4ceIIvvEzX9fl7TGU8scx5lqHW/j2t/8S01Oz8EW79X1Gl+ojCgo6qD+jC+OpqQlMTE6gaGTo9tq6iG7CeJ6/KwoSXrr0UQo4biqgcV8XxqNjQzj/5BkF2E6irLoaK+Bv+9mmLZvtP+pCxevNazHqgqU13NT6zxQg+xF2tNa78knjY6OYmJhAZEQm296V//c3zVYUUFxdWlVAfU122TZJhNDH9sZdNBpFGuf/4p/+E/zWb/8GfvKnv4b//B//55K9SPZin+N5dwC3KIZx4eKzqEKGQ/PHFFw4jm4VFDzeBJijp/xPf/1n8U//6T/Ft37jN/HiZ14EAzCvQK8mA0+cPosvvPR5zM3O4Yc/+CHyLIf//Of3/vojvPP6x/jC517AyeOHcWRuSkGEw3jllS/gueeewhe/+EW89NLLePLJixrfFObnjiiQcwjzR+bw0mefg8dy+/YNLC0uKJCwouDSJa3ve7Iv4K6CJf7TmcMjQ2hqTd2//0AB5aaCUhNoNkawurSOZQX0Mun3+eef1TyNY3NjTTo5KjiG+wpU3L5zF1euXFUAagWrmwu63F+VP1iVle3gqWfO4+ixwxifHsPpJ0/g2Zeewa//xq/gF3/pm7j45HkcmT+MF198DrOyi1kFTh3gmFNQ12thZmZGwYtd3FMQd3N7A+OT45qPBo7MHcILzz6NI/OH8Is//3UcOzaGKbVNjInHyVMK9hxWeRK51tsZBeIbzSEFnre0Fw7LLmc0H/JH8iNj2kO/853v4I3Xf5T82vnz5zRnh3Fbgak7d2/jyQvncVg8vvGNb6jvaArQ3rl7H0DQmaGHXD7wyLHjKIoWFuQ/7ty7kwKxx4+fwolT53HsxDnce6jgztHjCq68K1+yiyeefFLB9c/g2eefUgBnSnN2HtMKDI+MjWBnu4O8iPIpQIw5/FdKmuIxMTmF+aPHZFcRXp5XrlyX7e2i26d03UeMTVD2hRAlG9HrB3RKYHN3F83WECp18tzm2h+cDquuId3kIUdgln6RwD4gRvcXCX3IkHipK0KM2NEetrK6ms5G3odIim9ECAHUv0q+pt2txLtybBG7OpP25Jvspxbuay+xs1YfJ6WI2s9Cj/vHGBId+6Atrcllncn8CztyR2DwmPtoaQ7bu23ELEcmKLRnhBhhI3aAf/HhQ61pYGpiDIe0d965/QlGR4dw//4dXLl6G/Yl5ulvz+9s9yRjjpi3LIH2tjHxybT2d7C2uilZMuksYneng16M63IAABAASURBVE9u3cEd2XelMR46dBhzh+eQB0pnO9jdXpcsARPjo+j1lmSPI/jKl5/FZ1+6qHUygqvX7ito/i/xf/g//j/xh3/y1/j+q+8pIPg+WsNjGJ0YT/yCJIihFH4D05MjGBkZ1R4xhZu3lvCnf/qBgvu30VYg/rTs7Cuf/ywWZH+b2hOAgGs3ruN7P/yOgvBNrG2uoqez3zPPPomJiUk4uOh9rdnItXesaTyb6HaWMDpS4Zd/+Sfwv//f/SNcvHAKx4/PgqzQLHJsbm0K1lR3NK3xUhewXnunT51U/z6eU8C/629P37uNEZ0ntja2FdC8i13Ny8zsIUxOTqIvOwAz/P5//wfaCzYxMjySgqrLOj/Nzs5iaVk+SP7j6tWPcfLUCdlnQ336WNf6bugM5Evgs0+c0/AqzB+bA3SOPaq0lIzjU5PYVoD04yuXkOXE6OgwHJQ9LH/gPwFeaY976aUXcf/BA0wKd2JiAocV+DVekJ3apv7Fv/wL/OV3XsV/93t/hldffQNN+bi1jd30/5p2exEfXrqu/uvoyUa7sl//EoEUhNGxMcyJzwsvPIdML4InTpySXTzEzU/uSq/SX3ME771/SXZU4IECrEsr29htl3jnnRuit4QQC/mQIfj/SX3rR6+jrbPhrsYyPDIE/1WUc2fP+6gMymt+UfM8KZv6zd/8ls5NfQVSuxiSHu0nxEDjHsO9+wvIm1ma8yHZ+Yp0+p3vfVc+ZQYvf+5lzMmXVv1K574h+IxUNArsyh/4LBq1brwWSCLXuQbiir2nqioYvBd7nVpvLkPz2tX5xrC2toZur5t6+LzldoPzbncf8zA09d5gHq5LHfZ+lJqrTP7IOP4lGldvSyeuC4EwLectg2lbXuO6bFzTc7vzB+tIaVBz53qSIAmNKI3JdNwvMMi3lanO5brdPAymV9r5iEhq38uThMsxhKQ307OcTqHHqaEUf+ORVC0Sn5TRD4+BpOQKKkFyiPuezknXD8B0DKZjxDKdzwYyu169UNNymSQ8rhrfcpGqOyArpAnoMb5l9FhrcFlNkmvA33nTt46NbzBNlz2n5uM+rqfWJmW3/vOeUTycpnJk0pfxoMd9lCR9uJ/rnZIDns67nRyUjW8ZSCY65g09JPUT0l2ZUv+oaWkAqGQ/0lRqN826jaSamWiZLjSvlfUqIJDqSSYcFZOcKkrPnqtKVdK65koZ1DQto+Vy2fUuG8zXZaduMzjvOpKJtsvkYA2ahueisu0IyRyD2pTd/7jd4H41PXIgLzlIjex2UjxcAPWTyGKGXKDXYJUHH1I4++OpNCZIBxFQPbQ+g+YS0hH0mKaBpJoJy+t1TRIQDUo9EdTZWiCbM25bZyynJNVCBP2MQT8JvS910et3YKeX5ZJNfihGcRQd6BFWwjf/eqyVTh9q0qeSnJQMETGLyHTe19BSfV93Hn1dsnU6bUlfgaRwQ0pJai7jY2XoIZnq4EdjgcYOpSRdk8AypIx+eEz9fh91XdCYDCQRQwADNb4+vF6MY3xImrROrCjlXW9wm9Oe9tqO9OG+Uf7Z4LZ0htIchBCRAJJJ9ur3PveTuUgOUa/gFpDSoej39M5XarKj9JO3CoSoenVlwN6jAohS4zQfV1JlkogxJiApNVQgiaBx1eB2kjj4kEx4dV1lHapQib7ldErtIdS7rcRTy9/8kHs0lEKzX2rcpQZI8gDtgUwi+xgB0w8MCY8c4FfoiVVPnqmEWAOaF2oc7uj58/y4X5VkrVydxttHlVJX1HMm0vD4SSYebnsETFn1Eq8KltlQ7QlJ1jJXia7rDWKT+vkHyX26bqvBdGpwHfkIj3yUd5vHVO7p7CBNobm4zzsV9n6430FwdV12nhzwIKmi1p3SSnNinFKpKvfltn5sG65zm8F515FM+sPf8gzo7elHOCQTXdIpQN1HVNKuLB0HnxCibDUXZIk+aXzuo5hu3LPnoLknH7UNaJWP4RrfUNtG3cd1Ho/BeXcimXgCBEnUj9sNdfnx1HZmnk4fb3GJ5GO0yEGZHKTGOQjkoJ4cpDVfclA+iOs2gwwh8aAaXa6BtE8d6DGNU/ZLDmxXqOr2SGaSaewkEy3TIAd11hn0kNRP7OMZxxVuJ5n6kXQVVABi2JthqmiISgPqh3TdAMKn59KiaZETQX2Y1qDXg3mShB/nDc4fBNLtFfrywbax6sDCNP5BeLwf0thcdxDHe6PP2ySTzqxLy2Jw3rgkYbskmWiQA9ye7qh9tq7x3MfgssecaOt+02cw94cectCX5D4t49uG677maXySA75aE/CmGSKksCSncdxvANZHhZ72mro+qk9Dd0SGXPcHJOHzvt8r/L7Q854IrSrZTSmfav4qIstyyRUTj75wPI6m7s5NL9EWj74ivHlWwLGNlt4tsyxT1xLex32/56BqpT1NlaDm3v1IinY2GI/yrnO76Zt2DT6nGArpzW09XaBabuc9FvMi6a5JRo/fBdMrPRb5uTp1nUGIqORrK43Hd5+lUpKSJUOWNxA0ZmBAsy88vYqhL1p9jbVr/r0+HKfoOt4F6wx6p+rrnqWNTqenGkpnYR+gx3wHoEKiPaDvOsts3ToPtaUWzQFkTxBf7D0kQX4KDrRZJ4a9KnWt9oFkkocc2Jt5mp8Bekimdvc3iFE6B9k2rG+DZYQet4cQwZCBssMQI6LmPISQ+BmvhrC1tS1D64ueGyltBeXVESLAqDLhg1JtiGZk4TyxUcSjiDvfKJrpxU38k4Mwjhm67JfPVb3Y7uoyw4xLTRoZNCk2wq4mpZMGY/xch9Vch1bsOQqSMH0DSdhYGKlLhJ5e4NspQNhWcFBNycBtdKZjvpbNl542Ttfb+JutJrzAjVPK+PqCXDyHh4dBUrroJlnc13gGt7mv6RS6oMhkgKZnHJJJqTb8toIku7qc21CgwnkvZC8643oiEz8Zc6nxu2+mSXFKSu8SmGSSwXVus0Gv6sJuWxd3aoYaIT+858irxBd6PJYa0suIFnumS04voo4CQwZf7rQVMKpplxp3T4d545CE+1tGj8Nz5HKNG2JAXuRJb9aH66HH9dTBz3K5j/uahpqSLYwosOTxN4czmF8Qbp4H0QoYGW2JXi68LEGpxeT+pmMamQ7XhXgarItSC64vJ+W9yGXLE2QHQIVdjWtLl1xBAZ+GDuQgEIL4aF4tr2WwLC05P5fNoy2b6elSrxTNXiWnoEMQpFnL2ZdHqaRoy9NR0M6p8Txe24r5Q09H822AGBIBWczSBdKgbx8QjUbRUn0um/J8EVE4eV6gpUtX02EQmvhvbq7Bf+6vkhNr6+VueXkJawoiNpuFLh0npCuvrwJR/d1umSyLx2YZVldXcV8BnW0FLHcUlHEgYXFpQReF61pfba2THV1WbiBoDqD59m+p7+jiuS9nWVUVGHwRLTyNCXp2dKG1IpoPFxbS5VauAKznxLwdAN1Vu2XY1sWS62zjMUZdtk6lQIIDqFu69HT7mta+11mm+YjinwsPmk/PeV8Ou68x+0J1QbwWdNm8I/nbkqOrteKgZEeXY3632e22JTqxrgDszTu3Ydjc3FZ5G8sKXrfl3G/dug1/a9D5QmuVIYDSWcNzLxjWZV+rNYymYHJiGpYpaxQIssvJ6Um4T88bR4Vks2KIXa3pnmSxnvqyjXa7C+fbmifL6jGGEKXboD56xZE+Qwip7A3J7R2NR2rVXHRSwHtTAVGD640LEMO6oDY907WN2hZtI0F+YlPzajquLxqNpGO3xSwq+LGFGKNk6sun9tDRuu7oEtF0TNt2Ylqb8ksd2fO2AvkeI/QU2rjdbiAkMzOQkM/vaiyl9CHdaCylxtQT3bZe/tvtHkoFQdsKSjx8uIpPdFF7+/YDBVM3dIncQ69TQdOLyACvgZ76eKkGrQf/5i+qTPURwCCtNLlVVWIA/b1UE+BPpR/CtEykBFPeY6nkv0REclTpILWzs4tSh8yTJ6fwzZ/9Kr72yktYXb2Hfq+DsdERXPrwQ/yH3/99bCkAD192SJbz5y5I9pvSZRPDQ6PIsgJLS0sav+fRfAOISu2F2nLktieJUBS5gktPKkj4Cubn55AVGd7/8F3427Czs1M4ffo0nnjiSVy4cFFjCYOLYtlQ1Fx5L/H/kbq0vKjg233N+RCKRo5f/9avIcoG7ysIQe0PO7KPBwoYbsm+h3TR+52/+kvcuXVTtFqYGBvHVmcBVdjF9PQ0xsbH06X82TOn0JdPO37iGC4+dQHUvB07eVr6gS7CO4hZEyEUGB2fQSyGMDI2jZc++0WcOfsU8uYozl94BseOncasgqSTUzPwGjl37jw2N3dw4vQZjE1N4CtffSUdth4ocPnaaz/C2MgE/KcdR4cP4xd/7kX80t95BV94+QU8+/yT+ObP/wRe+MwFXZq/gOHhluis44ECCEsrK/j4yse4cu1jrKwva99ualw5vvCFz+L8+dMKdoxJ15mCfMdw4uQp+dRR9R9Kc2PfMzw0jLZs+KEu6isF6oZb45g/fBR51lDwdQH3FTjd2FxFp7uDWwrOLiw91EX/NiqWmD40gV61q+DTZVz6+G20FIQ/ffYkxscmlB/C8NiI+j/AsePiLYgBsqsuVleWFDB+XcHGH+Hhw/tJptnDh9J5wX5weXUl+b6nn35KczGGmZkxnBPdX/w730Qh3+lvsrVkPx9/9BH8zdmPL3+ERdEp5RcWFlYwP38cL33mZczMzuDa1asKeLyb/D8lwMyhWXz+859DkH2MjA9LT5/DZ158XvZ2SvM/Kf3vyh4vSJYSt+/cU/DqdgqOXr1xM9XZB3k+v/zKK3jhxZcQQ0MB0IC5w2fx7nsfa//s4vr1G/jed7+HWzdvy2Yr2e5TKdB95uwZDI8Mi+4taDHg/Q8+RKXM5NQh5HkLTQVnYiyUthScWcAN8fQvssSYQwYKkoh5gaC56cg/9+TLcwYEAl5bGSuEqo9Ca8PfMhxV0KZgVN8S0DqIwgoIiMwQQoT797Vf0DiqN5UYIwxlqhdV+Yym1kxjqKU+AQwCBmSSs7SvgXAQtFb6aOQNVOaT2mOiE2NAJRql6qHH+Sge5tvWfN25d09rqhRuBjIihAzqIF23pashdDtdBTHbSnvad7vyz7uIWY5cfnxe/uL8uXM4efw4tjY3cPLEcfR19nH7xMQwVpe3ce+uglqhobFWKGQz5hu1d5byWZs6rw+1xrSWdrGz3ZUc0Jpalg30NS8ZtuQHG40h7Ghv7+hc1G1v4MjcNE6fOAoHLI8dmVSQ8qcwO9PAZ146hyNHxhBihd0u4T3yX/63f4x/9s/+Lf7Vv/5DLC6tSr5Tae0dPTqHra11+bWTeOb5ZxQU3cL1m/fwwYefYHgo4umnnsM/+AffwtlzZ2ST0/iZb34Dmljpo6VTlcbRyjGuIOyzzz2FpdUlBe/exg9fe100t7C12cHTFz6Dqh+xqX18fXVRc7OBS5dekw028T/9n/0j6WIdY6M5qKCYAsf4AAAQAElEQVRlWbbV3sHm1pqCclN4eP8uGkVMf3621Bnh2uVLODQ9oTFOoie/u6AzRZE35Y9+AcdPnIR/Ccu/CBOYodFoaQ+4hVJ7x9z8NMZGRnDv9gK2tX9WGTE1M41N+Zptvbt0ta8dO34aTZ0jdETQXtvF0MgI/Et5eSNLfyq83dnBZ19+EdbX0FATH374voLVl7GwcB8yIazI73/5y1/AGwpU3r17G1/40pewuLiAsupqTD0FPm+j7APPvXASw8OTmlPi+z94H//q//3vU2D1z/78Nfzzf/7f43d/94/xxhtXQAb0dIbryuYYM41tA4Vsv0RI/mh5eUWB5EVMTc5iYmIm2dPlj6/g7Xff03rd0BxleOaZz8DzMjQ0gobszWexa9eu4szJE3j55ZfwkgK/k5Pjmr9pdLt9zfFZzM/N4eOPLsknL2BouIlPbn8C/+nwb3/nz9I3+gsFUK9cuYItnVsWtVfMHJ7XuaTCGe2L3331XfxX/9f/B157823Z7a7WRgRJlGWJvCgkY4EYIjpaaz2dD+u0XofNRtPLLfUZkf5d35VfcX/ju+xzca41Yz/g+hDC3proqG+V+sYYUT/u77z7Gt/9SKKmY1zTcFpIRp/DAMKP8+SPz0f5NdMznvs6JQe4zhvM06nbTdt8TLPS7LvOZbc7LRo5TDPGkPRl2u4fND77EZKIGhcpHoJcOmjJXus649Y6cp8EMcCPaZFM+jF/l6Ex+qwodyh+0EOlJXwezOTPLC9JkAModY5zP/MR8mO0XGcwbcvj/nXe9ST3Za/LJBE0NuhxHyWJptvd32WSTv4GuF/dx3mSe3JC8pfCrxC1EUXVm5Z1ZbrkAE8ICd91ltPgPEk3JXDZmbAno8vOm17N2+3Wieudmo5T1xvf4LJTg/MG5w0kkw4S1woWHqXWfKl3EuOZXo1HJiwhGbFC4MBOahzLRe7NodYbOcB3f4M6po/pGlxnqPPu//g4+gggCvmeKFok9+eHJKwD9zVAD0mQlK+Tk1PZtEj3UQGERFL/QV5HAxi0DFyRoJaFGldgBBMEUGml/XGQQj6xB3LAyzwM7rsPZZVohwrIQhTfMtG3nElXag9gahMVtfcFPUBnSMKPVmd1EEpQtm/wvPQVLK1UhnY/iYFgO4sBme4oUsBFZ55S7/2V3kX8Sxrmib0nhCD8AexVgST8z2WSTvZAAxCPoLpK8lh+r2831nScd73LUb7B6QAI+5MQzYsgadR93oOixqWM+3nunQbJp0nXOdr6gMaUqa9Gqo3LfAiKRgRJpMfnMulzIJ9GrEm21FH+I2YRmjaNAHA51zkhaN9FIEpNTik99aRHdReObBkVenoPNZi2ZYkhJF6Vxm8gKf6DOuhxnUHZ/Q9J4URo0kSxL5sr4afGI4ngf5XogPDjNo+vBnXSxzYApZJXQrqtxjU+NLjKZ06lrk8gciRBMhUP/kj27go3SQdQmui4bh8quKua9mtIqk6gmkFgVRl9SOonUpt1RelKaoIfi1SKoUbgouy7TOvStmiox2KfnhD2fpBM9Ehq3NVe7SCxrDWkGmIfl6R0HgBQfHqJn3Ghx7IZSIIkcIAsydSPVD3UpAGQg7yK6UNy0E8lkvo5+FSyNQmZCqTrBzKbL8lEF3pcNpBMdEgm+awDksKoP9xvJ1mTButmpWQJSq+QxUIDEZrwqgSkrCp4vUSQhMdsgB7zD3t15ICi69RRrRDuAFJBP9xWg4rpQ1J4IdGGnoPt5kPysXboOYij4qc+lWhVqjMo0ecgfp13qibhWidV0l1dV9eTTO0kkwzQY/3WeE4fA7WThDrpwwRudx8DSdgnQY/rlUhVVQLnDeSgn/PGqcFl68PgvOudGmz7NbhMMslLPqIFemZLza71YoCeIFCDfh78mLbhYF3KawFShNzm8RhSvX64jlTrHtRyQmXnSetZ/KvS2IK/+SHdH+rilPtjgB7TNyib6s3bY5by9BnoMLVrrdU4MUbUYBl8ZvZeQw7om4aht3cuqfuRg3lyX/ejGwQk92VTMX3M0zScGqha9wkxIugdOoHyplWDbcDn9bwo0Gg0kozuE2Oeyj6jumy6vhOt765NXxMoDpA/6uvdppPSmm5f+4zfPUy/pXcq05By1KVKOksdXZKO+hqzcX0/6rTSvFDzmzHAYyAJ0yVdAoxfqR9JmC5JWJeW0fXQY77u47LrjeczquvIAR23CTV9SCZervvbwOfGrt5lK+3JphdCBAQakUbCRAeiUkI6kXw9nTN7egfznPa1j4ERgZlaiU63h7beOy0bSYQQQA5omD/SQ9UFRM0FGaS+KunY4zfUeKTwJIEwRB8gCdOrAXQLUn/3MU+n2HtI7uWQ+kIPSbg/yVRX57H3uGwdZ7Inpy6brufPYPt27GHwXgXRCPoRk5Qq6EP4cR+PJdQXTLIbSToYdJ4VQowoFTjoSFkdvdQa3CnPC71gjqBQ8DRKCJLCpWiWyRhsqL7IMa7BE0EyGXWmw5PBBp9e8KR8t6tz+lg5Fsp1/X6ZlE4SAwMKYAAKXVrkeYaoQ2kUf9MzrRqiDmcm5vpcL5KkZBPY3RmfZKJr2czPeBCK5TbfECK8MP0SbahpBMkaxS8Xb/ezogey9jXuvi7EbCSVJpsaawstBWuazVaS3XgGksjlELJoY5SUEooUc2VNnyTIgXwd6b0nQzbPKL0FjYsxQAj+CIggmQwJR7L55SJG6UZ5ywhN+6AtSJ6WLmeG09jchxz0b7WGMDw0gkKOCHqsF8vq1GO08zF+Uy/kTntaWEJLH+PY2DzfrnfZfA1GcOr+K7o8zzxfmQfck9xeqqU23L50103zYXzL65Qc6KEpB+axV6zQk4EmHnJSPgALxag6rpTwN0obCpL3hbO4uKgLpXVsKRhh+d3HYxsdHZXdDklvACMQi4hCgUrniyJDJh1H6S6EmPLyIxhcInhOK/UjctmTgWSS2bgNrQNfZG1t7Yjnji5P7ZArQMGmAb1cuJXGHNBSAHV0dAwjCga0FMDLYkC3s4v27rboV+LXxfLKIjYUWLU8Y2NjaGpc0XgKijebDRjcFjT3JHWx/1AXWkvpUookGhpTHpnoVXoRMf7wSAsjw8Ppcs00vVYAoqcNoDKdkKEnW/N8mXZPc+wA6IoCCGrSheU0Tp06BfclCeNYn3319/y6n/vkeaZAyATMc3x8HCO66BoWX+NOK+gTQ0hy2k5GpIep6VnMHzuBlvTR0AWZ6x0skfYU6BlGU5fhTQU/M9mm23Z0Mer/j60j+Tq6mN/wN04UULl//yE21relt02sb2yBjGmuthXwXd/YxObmJvyN4G1dinY1Tl8IBs13W3SolAEYHh6VvGOIMQNJtMVr0Hdrv69xrINRBec0FHQ0dx35xh0F5rc1h9BDESu17vR6JvsuE+SyG+tiVDbodHpmBg1t+n3xt95cNzExgY4ucF22Th1Ytg2LpGzEayYgK/Kkk0J9IRlzla0X+ynb+JaC1z290EKP7SPGmObKY4razAY23YdxG41CWJBt9uF14jn0JWUppK42yb701NT6M26l8TigYr6F7L3VHFbQdBd37ywqyLKK1bUd2Q8kv8arPaOvFxjPYVeBvZ4ut/MQtWQpflI0pF9EQC+phkoHDjXIb4qL17YKwfYbhO+PQMNAUDkqU6eZdBpjprEE5BqK0NImvLywgT/4/T/Ev/nX/y8Fqx7inbfext3bt7X2mjh65Aimpqews72jC+wlLC8v4/DhOcwdmtM6WsD6+rrWySj82F7MzyL5/5vrdvpJTxAjf3Pa+jr3xDl84cufV3DhKfzKr/6y/Esr2Yr/zzv3nxXdo0eOit82RkaHMT4+BupFa2Z2GlNTU5jQBfXrr7+O23dv4l/8y3+O9959B/429qhsPtfYZnWRf2R+Hu+//x4chPGFdhzpoCw2tc4mk23ZXgr5hVJC3771CRygef+99yRrD0fmj6HQHrSyuqHA3BbyrECRtxQEKFGyQLtHdPoBu+1SM5wLMiDm2NZh646CurmCMr0yomiNoNT+c0TBxScvPoUvv/JVXaifw//wH/+P8Yu/9Mv4nX/4D/BP/if/AKdOnsRnX3oJc4dncerUEbS7a1hYvIM333kDiwqQ2Ae0hoYwqTlYUUCloQv3Cl0FG64A6VLJ3wCggr1j8DescvkTz/exY0fxJQUdHOi+dUtBPZSazxYeKNjcKFrKD2Fu7ii8j9kn2Yeub65qnDviNY5jJ4/h6ImjOHJsXsGPAo1WVAD5JE4dP4m1xU10NvrwHN+6dVcBmU0cmTuGD9+/hDffeBN9re9V2cnNm9ews7MpHk3pqURDfvbtt9/CtWvX4D2wqbVy7vwZjE2MJX/jIEJ7dxM9BfN/99/9OwV87uG0ghOv/fCHGJH/GHag5YP3sbG+hjdkA7/77/4ttrc3kMnO7929i/WVVZxVIPOppy7iyNGjeOrpi2jqoinPIz76+CMFqD+LoiiQ5QWG5UtfePFzst1JPPv8i9LdBDa2diXjEIZGx3Fobh7+c7MIER2t66MKCPW6xNWrn+D+vQfI5APXFMRaXV3DieOnFNgewXcVWN3SOvnuX38X/+Jf/Av8xV98Bx9+cAk7232srW7h3p2HgPa4IdmGf5HB/tKp9WB6G/K5Lfn1Ywpe+dvjk7L/lvb/Vgb4l4Zy7U1DRUCsOuhp3L32NvznQ5tFjl6/jY5ssNduQ2iy80r+AVo7ETErNO5G8lteg9Bjf5nLH2wr0BhlM1F+QtUY1jqyf+nLJ/X6JRgD/As6JOF/pfavqgJq/EL6bMi3hhDcXVCBpNZSVzJojQjZPM3LYw0hSnd5aqO6DI00ETXGTGulUu+gSpJo24akX/sd/5n2P/uzb+M7330Vq9q/Ll+9g/sLq7LoQgFDypYqBd5W4X1laLiBnZ1t7O7uSIa+6nrSA7G5sYssNrG6uim/tay6iN2drsbRQNFowS85G+ur8m9r+MqXXsaJk4c1/yuiexcnj8/g8PSY/PEOdrYfotXqKcj4Ba2HWezIVw+NZojSZV/Rwrt3H+LK5SsKxI1he3sV07PDCFnADa3BW3fu4p13P0HWyHHkxCHcf3gbPV0gv/n22+hp8P429OGjRzCk9fDkxYtah5PSfTv9AsVR2fPx4ydwXHv/zPQhdORbr3x4H81sEqsru7hx/SamJkZA7KptFTdvfCC7PITf+NYv4Oe++VN47tkLGtMRvPLK5wF2YZ9aaZ39xFe/LNyruKwA5imtef+Z348/uoym5vS4gte7CjRPjE/i3r378Pz91//1/wXf/d4PFCzdxtLaPZ05KgVgxzExPIFzT1yUHzuB8bEZfPcvX8W7P/oI84dO4U/+8C+xurat/h2tnxsIIUjGXczNzcinjyIvqPna1pxv4+atGwpYP6f1Oyeb7qKQvdvv3b13W4HM+5rTLlZWVrU+57Cr8+r1G1e1Ly3j1KnT2ssq+ZEdBSN7Wss9rG/uwCypIQAAEABJREFUYH2jLV5BY84Rs1FMz8xjVGt/cnIaIWaywwrbOx20d3vY1tp9sPAQPu94zysRJPcG7umsVCm/064wf2QeufaDChlaWitjExOQMuE/82vfMz09iQtPnod92Ouvv45Llz/GH/3Jnye7mp05hBUFhskK9xQUvvj0E+hgB7NzU5g6NIauAt6Xr36UAsxTkvPq1Zt478MruH1/CcvrPXz/tfeknweY0DmR6RK6Dz8+q/W0LkudIfpKm/Krw8PDcGq/4jq3xRi03w5p/WXSa6E1UMn+Y0qD5sS4hhCixphrWJSttxKdXPZd0/N6NvgMVNPe2ZHeNR+uz+RLUr3WPknpopdopTatc5IWO9U5QzLJYBndr6ezlHFJJhzX1+B6QxQP93V9kOxOXW8fUNdr00n24ra+3nP8gp8XmeadCbqy/37Zgxa23kV7mvcu7Bex95huzcd58pGcRnGb682XJJwnBzJDj/m6TWqQnWEfIFvSVAmDqiuVIo0TB56+5nHQt0o4ptXT2df+t0bzWO0f67LxLYNxa9nqNpedd1udmp77uOx2kvC/umxalKw+z1WyN8tkcD+fV03L/UnCD8mkA9NyX+w9B/PGd7XTGjwO06rrg21Ec+p21xfaY0zDedc5bx7OG0gmviT37cj1BnzqKbWnaeNAFmQHaWzVPsYAn6DOEyST3j1W8615OnXZuCRT3zpPDsrGSQ36YX0ZX9m01ryOyIC+51JGEENEETPkShUHw4AC0mO67luDK+t8EGYUpD4agm0MKpOqFf1KtKHHspBMevFYVJU+Qfy8PkzPfKJkiDFHX/u+ZTZu3UY+ksq4JhCDJJBNSEkIaicHOG53P/sAn8ejZBFzwEbkjgfAuIZUpfZoEgEolYeEs58UGwT9iDEopQBgMCJgPpa1BpdNz+A666C0jHpfsn5cX+7pJYaIaJoiFSD97I3bOCEEOD0IOPC4PkiGECWThHaeJEJQWVDzICkeEZnOijFGkEzQ1wGt1DtNyIJNEaWFI1IbKWkErjIf+3k5J1glfZ0vPD9B7RSfvgLLpd4BQiQoqEQTgjJRreD+lTrKPEDxYqzU0of1GkOA5cWPeUimttRO7OdJqq/lc0pA+xjED5or69s+AXpIIjKmfrRcGox1YqiUN2DvIYNyQbKKSmobpKpURh9fRmv+3DfV/W0/PM+CRFv8S8nkcX8aXVJDzaquxFMYqoh7cyNuaqsg1QiC8hS4ViA9eriqTWNLDYGAgKSKj8B6IykeP/5jfgdxyAGuZTeQg/LB3kF83M/tNbid5CNZ8Tf7kYT7kYM2kiAJPzUdpy4byEGb81IQrHfzJpnyLhvf8puu8Ugmmq4jqW5V2vONZ1CV0fZxYhzYHsn9+kGmEk6lrKFMNHp7ftJ01KD2KNAsqG8l2y+9BjQ3lWxn0D6g6TWV6vbqQ4D0BBCDx20GktBHQLWHfSAJP49wuI9D0k17UEovfsco98oHk8E4KsknC0p6qfVXSS5Djf231budZOJNPkpdX4PpGEyjriP/Jq5xajBeWrMHzhluc30NJOtskt3tBlcGKdRQl43pvGUwXacuG4fk4/KLQKk7t0p+0HpRUfRtN3RWeestZVPedAal+idBaEL30NxugB6nB4EU7h6oGSQBfSr5B3hBY/DQlYMsSs1XTcNVB8fgstucRvkNQ4gx2Y3r3FYemFv3tf/3Gcbvyca3buqzs3WV8nt27rLvRmq7JzmgrRR6TN9gvBoCo9Qo/cn/1XVOjacugPsG4VhOAclE03IZ6LlUvfE8L32dlaHHZxXL7DSEDKX2SP/3g1KPWsVSP/s6T/ks01HsxeMiB77c9S3dW7UcAzFt4XqcHpfvSkvJKjWBZCJkOWLMVA4C1ck+IDk0KrjNeiRVcifRqsvKJj/R0X2BaXvMJBHFkxzgl9rzyUFdXU+PWYADj/saXEUyyUEX9qCjuxX/4rLvWSrLr3ol3p5lMyqAoMevvvYGtoMEaqogWZS6bB6lOlpHfa0/5wd15b69k6ZlCAhBZ1UBTEPjN24N0EMKT6k0bwyQVJ8oCCkPPcY3L+uolD4MriPV9wAINclAPl5/UN/Gcdm69NzU4Ppur5veowZpB6Xn0Q2iV0HnXu3l1oWrzD90FJSwYUVNfqGL8qhDKBklBDSxfVhogHphbSgA0EIUnoW3EXVkdD1dzpmQy355c5sFs4CGOm8cQ11HmmaRXoi9OD0I6LFxV+nQgaRAW2dXL4odXfRU1WCChKa2CPcxfYPrzL8rmVxvmiEEjaGnC4huGk+lyetpoXdkrN1uN43N5VLGQG3wXmheME1dQBvXL9U1GM91pSbPqflBeqGMOOqCj7Q8eXpZ98u/6ZDUxcpu4mMZLZf7GzLpsaFLcAdSDE1dGnixG886MsCP5ApZRIgRbvsbECKIIDVRLrXSYuhrvG1d5uyC6htjSHry2AxRdEgmWubpAIplbRSNdOngYK91R1LGU6a+QWO0U+wooGd7IAnXeRwuy6YSnuV3PfSQg/5uz/NCR4UeqMMq5fRJCgNJBstEBvGC9FQqHUAljL7muxRY9yoiaDyZdFHohTTLM8QiIm/ksB79LYhKGiCZ6HqcnmNDX4tge2dLQYKt1Kehi/BC/foK9nguezrY234NSI/kkbN1NjAgo3gF65nwIzOSvmVb3b4uw7ewoQDe5uYWdrY76LT7aiPIqPFU2NKlTHu3Aw0D0TRsP7p0DP6GRW8XrWaOYV2sd7u76PU7uhwbwayCLZNT44gZsa5LUdPIdQGkoekiazl9E8J6XVGQ2jZvnTswMzY+oguXDhxYHh0bwfBIEyECQR0bjULrt1B7F9ZnzPJ0gRb1clRqQDFG2A4NRZGD0mUloc3bgVV/63VXwUn3hZ5Kfcx3ANS8adyq39QluttIqgTpoJ/ourCjy0x/S2lXa3BXG9eiLhI/0cVsTzrJ8wItBY7HJyaSDa8qsGV+/n8kHy4sYHl1FRDNvNFQO1DK6FYVKL2tS900SEasKmhkm8zlx7qi35EvKGQrHhtDQKNooaf6YQUYKgXzonQQQtybv01sSPae/RmoS8xt6XpF87ejS03ZjfSzo0u2jgKoQ0P2g1GXr6MKVgyjpfKQLvwYg+y8kmwVSCZ5+9pELZN9QlObscEBWQeW3Mfp6OgoetJJqzWEQ4cPw3Qyzbfn1mPvaR5c9iV0U77JdspArfEO8qJAU/w3NjawvrGGQKJ2+lEyZ1kh2n1Y9r42O+hx/cCeQrIH87GMnreqlPxpPnL5kU5qlynAbe4/OjIGMEhn29JNFw6UeI305bNLgTdVqEOpFwP7O/Pqap1006WiuiIA+0BA6wB7fkEmhRAtv2XQdiVUBuMIjZQMJfwEzWXU2ISKSmtXSofcCloFcGR+Gp/9zJOYnzukoFAL169dwSfXr+mC+H1E0+qXeFcB1rfeekv2NqS1NovXX3tNc72kIMWWLrMXsb62kQ5boyOjaMjemvLN4+NjClaNoJTdtTWWoZFhXRzPwr5kSPPqb1xaprGxUYzrgth97t69I9vZ1B43nHS5mwLulXgs4PbtW7og38BhyXn23NkUkJ09NC16ueRq4dy5c/jcZ1/Gqv+ktdbd3OmjwBDU77aCDdcVkNqVjCUs4zvvvCtb6GJ0YhJN2ce5c+fhgMqy1sPR42ew2+7JtrdwX8FHqVF+cBuVMkNaB50+FWDTjDGXX+lgV0Esr9Ox8SnpZA0PF5aQ5QW8VkynNTyEn/ipn8Yzzz2Pp555GrOHZqWXUa3xUXz2pRcVrDmq9VBgamZMQYJJPPXckxgabuH06TNoDo8oaHMO61rbDmyOTQzj859/Ad/45k/A63pDvjKX3XstdLV2y7LCu+++jxs3buDw4UOYmZnR2G8kHcgEcOfOHfzg+6+q7hYuXbqCvGjgyYsXMC09Fgo8jk6M4sTpk+hpDYYom91aTzZQZBm2FBBEJ2JzZQe3P7mHa5dv4MHdJdy5/RAfX7oGlgHj0s+Y4NDsDE6fOqFxtrRHZmlOthTkanfa0tculhaXYJltN3cVCN3V+WLuyKH0p0Jfe/V7Wifr2FWw8P7iA5w4c0J6aMl2DiNoEKvy4auLC/ijP/gD3Ln5iYK472NpaREd0R74UuDK1au4fe8OnnrqAlbXlhUAvav57mBu7gguPvEUnnv2JQWMxvDNb/yS1gg0jzsYVZDF7V53zeaQ5nERDiItL61gTQHclZVF1d3HS599UTZe4KgCX16vDnK9+/6HKSCb502srW3i0oeXQQBb8o/Tk5M4pHkotP+2tOAcpDXO+PiE5mc2ze3igmg/WAA1vnZ7B53uFvLQg4Nbs5NjGGtkyFCis7mGqMDp4ckRjGh/OnH8KCrNFcoSUYubWq99+UX7HfvyRqMJ68y6bmpNjoyMpLLbvebGJyckJ1FW8o3tLmzL3tvsNeSaFOQrEURXQ5FNB3i81MBMs5KPLcXXtKCnkjMyuG1X669uIykdV+jrTNGVX2trrqPOJAzA2Pgwhkebye/YH1HSdOUr2u2OxpMpWNnDioJim92AXhjF8laFdj9ieWVT89nV2m+obxPDww2APWS6NBxKZ4Nusi9f8PV0LmlrbRhKrd1KA+vKB4ZYaK8tkcvfL68siFaueSpw7foH+Pmf/yn5uTH5nQ288eolXP3oCuZ0xnh4/xO88tXP4PNfuIBv/cbfxbFjh+QbOvAanNTaUZxS8wOUOptkWV/zOw1/q9H/z+nt23fw0z/zGfWZxszsJO7I1/35t/8K5568gNfefBcfX7+Nj67cwKj8SL8fZJO78jO7WF1bwZmzpzCsufs3//r/o/X9ntbTOhYXdvDDH7yHo0fOCE6i2+nj7JnTKApgbDSXDe1iYrKFI0dn8IUvvoxf/bVfwtHjh/HU0+fwzZ/9Gdn7MHa3t3FefT7/+ZextromnZXJFr78ytfQ0963obPUxNgwrl/9WOv5pPA78iX3cPaJM/j6N76K6cPj+OCjtxXw/RBtzU0ehvDv/s1/wIfv3sfq0g7eVABwc6WNtZUtdPTe1NP8nzhxQnv2jNbUsnh10ZWubt26juMnjsgX5wpqbmJubhabsvWOzg6H5EsOy5dtbW3KXsaFd1z6O5Tma3JsDN4/7t2/j4tPPY2f/vpPY3JqQvYwBlQFsnxIPm4Iy8sd7LapdEv9hlABGJ+Y0pi3RWsO42PTuPTBFa3FNfiXUuzPl5aWtWdvSI5N9e1IX+OomCFqjdt+rn9yA/cX7msrLcVzCnOH50TjfcgE4WDq1vYWnnvuBfzKr/66XjD72kvuyaZm5RPWEYW0vrWMtU35wWoHT1w4jS+98jk8++JF+cBFXPn4Bq5du6OxzeLewzVkBVEhR8kmJicmNYYmvM683ry2fWYnCT8uu81pX3PodQj1JgmS6VwTY0Qmn25wH5KSuYcBLlK6LdswDdeZHslU7z7m29A+n2vvqWn5TGT8Te1JJFHJN7gvycTXeUWnyqkAABAASURBVOvd+AaSaQym7bLpOq1lduo2g/tCDzmgZT4kVQPZTxeWx30tjyuNX1Zl4uuy20zHNF123ql5Gtf1ffnRrt6by3TJh9TX9NyXZCrXuJV8nfPQQ1I/kcbiegPJVOd8DUG+2ZUuOyWDkgAyymYyKb2CdUYQmi5YRgMpXYpfX3PpNWl51BEpFWq/10/zQjLNodss2yM+QlIlSZCPwGM3TlWK7x79sioTLduT29QtfUrhZDFHDBkCw17dANd4NUB0nCcJy2f5DSThx20u13mSSaZyz1bcnkAK0JaE9D6rfI1vHRi3Ej450Ivx3U4Spk0O0qDUbQb3cZvHDD0um1alcVGMAgIkSRq729yHZBqD8wlXYzMNA/Ye8pEMJFMtydSvHr9t1f1Nl6T2igxRa89l15NMcpsutUBK7X+qUh1BDsBtlt19LA/gesmsdus8qhwAVNJLqTEFzRMZwARUC9LY3Nc8S+ERTPWuc4YclElRE/R17jeuocYxnvOWJ4HoBwkdDYHYI5Hs0HjG9/SRbmMqfvqHZTFuAiHLqtDRe73TAW6JEIAYgyAixJjSqNTtdX/r2T7ItpvqPEbNmQYOkRVQ2YGtm5dxSKIpf97IGjpfBUC6c1swQxE3Tg2V/EIln6Lqxz+EyJeqqzR+wn1JohJv93UKPSRTu7JwfbJt6a0UUPxCjGlc7j/AqRKecSvLJRYSQWeWSlDCovS09n3GYQYYgvaVWATkgui6gL2nApQPuYo6V1ahL3wmWa3HxJMah2S2vAboIQbjUBa2P+ORqt0D10PyI0geCWdbsbyiBNNgIEIRYd4uQ4/bH+GpyWMPESQRhK8MDj4SCZXObJpO1DTcXoFOHqsLqrM4qUHNWtpQFUgmiCGIh7BUTjJKr5aHHLRrIhMeRcRgnBCZ5oUc4BBIQxZj+Kl5pLyEPSij6/4mMPEIB2QhB3XV30R+rMZ9SKa6mk9KP9Ux1SWsRz88zoP1zruulA6cN6bTGkop3JwqpYaad91ufHJgHxq2i0m3xjOkCv2o8U3PeZIJj2TSAw4+VEF3G1Ca5/qBUrb+6Fzi/gbPC+l252R7wnNOvRPtqLXkfCnBEr5SlxkAqd3kQdJVgjpVVh+Sab6x97i/gWTqQ1I0bEd1GmQKpdZqD5aBpNKDnyq1V1W5l7o8mLBqT656baWy6pwaDlIhuc+fZGoiuV/nCuv44NpyneeCpLPiXyXZSaZ+rnQf8zK4bKjz5CO8ut5tBpfJQTul1JqP20zTchhqPNeTwtcaD1pTIKSzvpZcKZSBPqDKKi0oPPa4r+GxSvX/dJ3Ln4bH+qhAEuQA0kLWWndKUq2Dj2l4DDW4bBi0Pv6zHjfJRNetxt0fkep9jmzovNzSvZfzZL1uKtl3P+2XPb23mx9FgKR0Uyao61UNtzk1GNd7XU/nVuu51DombIvW66BvkqOqEp2+9nPf8bZ1vuiK16DPAC/l0/myhy3d++/o3q0nupAcue6IsizXmsiS7QCSrQ9o4vRjP0n5wQ9qPH29N22n1PqR6aOSDw8hJhp53kAhujHm6hKkgyq1k49GWNrvSCZKfpIgiXo8TrMsg3UZZHsuG9/6cOqyCCd8lw0uu0+W52kvI5lkIQe0yUGKAw/JAyUk/FIy9XSHUWrvLaXTnsp96b6E5BOQBKl58FyodwVCQ0cphZVVqbH203yoSfIhlXumpfFaTstuSHOiOueNG6S7LCvglKSrEp1ePZeiPcBNnGCUIN0YSKpM8asSv4N8TIgctBvXQNLV+zCgi0SDHNBxHUlE+dqkV81HJjsJIcKP20ufCRS7qTR6oSZcMKgUUCkNQ0NDelkf3jOGQUcPyBCEUGjR+BIrzz3wIIPqYXe3nV5ifVFUyTg86R1NiF+ESO4LSQ4E9WANxq0Fq5UbpCBygOe8DaooCkQdpNKfQ5GolRTrtuiB5lkaBOk+psY0CaafSQHDCmp4TF7sbnW9+5aSs6MAal02LdenNIZkyOZdCc+XD5sKjq2urmoRbaYxu5+axKtCCFpEXjiMauvrYqWjuqDLk6b0WKTxm06mybDDsSxB47ROScLlCV0izM3NpbxxDT481zhRYyWlSyDRzjQ2g2U0RJ0uaQOvgFL6cX9C+bIPysFbh+RAN6bZlzMxjlBgWUim1H17ckjGgZ5M+iWZjNT8DO7Xl5F7oZVSgnXR96ITuC3Tgo6Sz3nT0ZpBTxdNfV38hZBJLy1BU8YP6SZK1wU8R5bRshjgR3xDDHAwqSd5bVNBerMOjVvIYRW6dM2KDHkjT7q2LmMMspISIVKXdEOp3jKW1otafKnQ10Jo6PI3y0PCy3P3byJKj5a5JwdQpY1PtDwAySNLQ8aooIU2COmoo0tMkUTUmEjq4qMnPZVoKEjnbzwMDY1oXIZhNHTxazytMlGi+lB7XB872xvY3dlMl2zpgFshPVNT0/Al2/z8YUzqUhiosKWLHOs502WtdZDnGYYUmJiYGMPE5JguzqYxNj6KqWlfuLUQpQd/m8B1XQW+/ad2V5Z1ySU79rd21tc3ZKs92QsTT8+XwXrKixyZ+GhYiY7nwUi2yWVd+Dtwu6GA3cbGuqs1l5XmEmg0Cli2oii0Fnqi34Hz4wooOUh46NAhBM1hx/5BtrmpIERHTvvB4iJ2FTAYGxtXnzZ6CmxnWi+Vxm1bakh/fc2D12xPzt3fuPGavHPvPrbkf7yR6g4ZDQUgt7d3sS7ZXIcQ4T4Ak81lmmcyqhjwcHkJ2zttrK6toRTNrvyBdfzw4UM8eLgA/3lK/3lj68R2OzIyCo/Dtrq5ua72B8kfdHtdjEjv1lFPL8qGre11tHWRGuW3jO8x+wLSMk1OT4Nk0tmG5OxpLZmH9aYGOCjkIIzlWVhaQtFoYGRUgXGtAWgtbyqI0ZbtPVBQ2XPVUHtfOowxKnDVkj/ehU13WMGqbV16Sm3iRbRTQEFtVZXmyHLl0kcpBPPqykY8L6bjObNcWQwYlk5db7D9uX1XgeSe1oi/hbsu39hWgE5FrXNofQABUZBpXTaQFRmC5tx97TfMz+Vc8wtUmosS0LqEAgbUywb1Muw/NVk0Igr1zfMoHxGsGo2jSrRIKiXSo0BtxC7GWgETkvXw9BBOn5rFN77xZRydH8b21houf/QhvvNX38a2ZN3d3YH/ZOHwUEsBpIfwLwcMN3JdDj8L6+uJJ55Q8HUOywpc7ipwQhAT4xOal7tYWlxREG1UNRF3bt3DzRu3dJnck96b8J90bMj+d3Rg87dGdxU4mtZcNxoNeL3Zlpdk5x5/W/pzQNvz7Lkf0r47Lh79spcuplutpmzwvrTilxigpaCoL9J3ZU8nLjyBN954A2+/+RYOzR7S5fyc7LeU3ku8rcCwD0K2+e2ttvoNY2pyWukIJmYOIS8KtFrDujwfEe6bGu8Gup1tXf6v6qJ7FQw5Sga0NW5/G3pVQYhCfnZicjLxsE0d1sV6a2gEO1rDTe2vS9JTXzbl/39zS5fUHdmm10SQrb773lu4efNGkndNwf1N+TB/QzfXJc/5809iVH4han6brQaOnzgmf209bmNiYhxH5o/J93mtBFBrdnt7B88++2z6k8Bvv/UOzioguy16b739lmx+BzMz0wrmHsLhuXnMHzsGrzUfrBEq5TsYnxpL63W3vStd9ZAT6Ijmw9sPQAWxoIApqpB+Aaav8rtvfYj33rqEfpfY2epgfXUTYwpKnlGAZlTr0bbX0gtEa3gIDnLZt9l/9bQP2tatD+swxoD5+XkFmo4gxhK27dWNFXzxK1/ChYtPpT8reu/eA9y9K1B64cknMC1/fnh2Fp2dXZw6cVy+5iHa8k99rZdXX3sdXm9t6b+U3ufmj0jmHm4qCDw2Nosnn3gORTaM9fUdxDCL5eU1zXEPqytr2mvaqt+w6Dh+/Lh0dUhyHcXZc6fx8OFd7V9tPHhwD888+zSee+F53FUgZ1hzjIp4//2PFLTvSLYpoBfTn2D9+Z/7SbzylZcx1CxkHz3tUWuYmppMvnao1ZSdjaYgS197/8MHD7Eqe7L9+NvK46OScWUVLa3xRsaUHtN+5zYHbJpaN0vLK+honNRcWafaNGG7KrXmnXogXemlkh7cHkKAfXSm8wdBzXOVfIbxvN4gmwwxpDrjux9JN0t+ryH/QkiA+7vd67HSJi/y0o20r8yQ1mpTwVuvY+gpBRTfnnwwxNN5FbXOGrK3NdX0NT9t9e+ipz1uWDYTY0QfAUsbW1jZrrC53UOj0YLnc8f7l/bm3Z1O0uP8/CFQF3rdXhs+EzSHdK5sNqSXrqaFGkvUOInEXn63ofU6rvUTsyLNtc8AU9Njmu85/KPf+Q0cPTKDy5c/kL87ip/8qZ9ExgJzs4dxTwHQuwr+nz19GosP7+H29U9w8cl5vPDiUczPjeCZi09gR/v1M89cwKlT53Du3FMYG5vET339J/B3f+WX0ZANjInvutb5hQvnZDur+KvvfA9Xr93Fn/3FmyovYUPB47ff/hAhFvjt3/kt/JL6jU9O4bDWx1NPPy0d9fHSZz6DJy5cxP0Hiwq63ZbNVtAWCevb8o2MN/ELv/g1nDl3DEPDucbdFu4dvPXWG/Lly8h07pvS+tHwkbWIla1VPFzfxL/6vT/Ajz64jCs3buLP/+IvcOL4MTTkD+2b//SP/xRXri6gqblpyW4/0H6xob25OdzU5Xcbod8Eu028/NwX8Zt//1fxj377P8PU+Az+3t/9VVy9eh2VfMepU2fEO5cv2pXfmoB9/0eXP8TC4gPcv38Hh+dmFGS+icsfX0JLZ8/LH11CocvYtdVlzc1xTCgAeu/eQ/n9xaSnsgTmpZehoRZ6eml779I7sN8go+whA2MhPebw3GZZjt12G368XhYVLD2mwK792auvvinfeBgjI0OwLfsMt7q6CpKIssMgY/V5akdnofW1Tcm7iOmZWaxrHivZu/HffPNNNBsF3nzzR7h18yaWlhbw2uuv46/+6q8VlF+GzyJBMrzz3vsKlG/jrTd+gCPzM6Jf4gff+ws8uHsdX33lSxibmsLC6jZ6bCA2RvEnf/7XYGwg5AUYAu7euwcNSpceO/JxbeQ6n5BQFZXPNMYdeG/x2TRmUfSDxqF2reu2/br2TwepKZ/fl85AgEFrTec7ry3v5x3tT4XWSIhaN1JyW3rzmWpbth336krVQ0+WZfB6b8ku3KaqZId9+XjrxrpzSmodiofbXXZKMuGSdBEkE5iO+xmM67QGctDHHWKQ3OLjvCFKtoN4ZCV6FUKAgPtAEpbb4HG4X0PjbcifHpTbevDYXWe6hdaC9W18krKVCn4sY+1jTY+keIV9IIULJHy3K5s+pklSOuinthgicukzBgksXfmcQhAxZIKImjf0OG/5qXk1naixk4TrLI9T1ws1+QzXOe+0BvcRefEvE5gmycSnltM0jFf3IQNsJ6ZVQ9020EZdi32+pmGwTNalMeqy60i6CiRhvqbndnJQX6IqVg1CAAAQAElEQVRCpazBiOZPEsYxrvsYnJciE50QY0pTHQYPyVTn8dR8yb26EBFA5DGTj8o8WSCZeJgP9JADXGWTnE7Jgcw1/4P83M86jZLF9bYRknDZUNfVOiGZ+Im5hlECMFQJ33SMT1JtVZKNDMJhgqB8AEHZjfHkliSj9CalUW3mZ3ncZn7Ok1RfJHqud8HpAFSSLqogH1AhzaVqRLNMEDUmA0mQAlTSn8BrTojWB8lkjyqmDyk8gQsknSQwP2ecmqah9JlCPgpCIwl9pIewLytJhBARtFbcjzQOk5weX79XodSGn9qsDIF1pF4Q6QQoidSuvrYHz32QvmKwJgE16qPBa2wq6VOp7LVaKg/JNOAJPWpBklno5KDeOuhpYzYPoST8INrOpzrJ5LSr99au/BjVFjQmt7tvX/KXmk9aTrEsdUYsPS6D68VHQia6Ue891Bkx24co/UBtEgh+qqS/2Ahg1kfeALJmUD4gep8IUbg0osao0Ug2kqnOMlqn5Z7Pd5mk6IcB0Klwg/rp1OYzIWQH0ENDICxbpbqgMZIDvR+kKTR9hAeB2iEgKZnjQB6NF3r3qDQ/0JOKVaXco4/lcilKHtZNouEuVANJmH8NKop2CetQPzTLVbKfmg7UieRjfaDH7ZUFMIiPPjAP43uNC2X/Q4rIfskZYzsVV8mfaCklhaePW8hBpm5zShLkIzCe62tw+W+DR+PlPor7eT4rLYZK/A11o/M1eI5cX2nuDaZFDug4b9BIMKBV7evKfWo4SMv0jFu3OSUH9Op8CCrrEyPhd0HTr3QfifRYf0SgbU72m/qqThPuM42LJOH1HOPAdsp6fEqhh6JPMulTxfSxjM5YtnrN1nWud95APupXl83HoCbZ0yP/ULeTFAmtjaRrtzsvmV27J5P1aBoSSrWPf0j3f1RHUmiPwC3u79Q8a3DZQA5waxxyUCYfT41bw0Ea5ADvx7W5jhy0k4PUde5vXXq+Da4zkITlSBCND42lgueuTPqpABBIgMce0zQ8VvmpgtsN5v1pqFFJgjwAsgf7KwYkf0MytZuOZTc4byAHbTUt1zlvXjVeEKEgPNeTTD7FbeTALutzpG3U4HknBz6xo3d50zKOdWQaLtsmS9mK6+o+Ue8TvvPt6Z64lO6MJ+lAaJ+0b8Lgcb35uxRi1LtShU6vr/eEvvbIfpKvp/3HYzFfEdA7yg562pcYiBCZ9PKIbwQ5kNd9lEUtF/SYl8exrbsu3x129P4waI/wvUBT7+Y+a9dnmna7A49vQIuJlvFtCaXGjL3H4zBd+1jjur/BcpEaucD15m/cHwd1+x7JlJCDvqnwqR/kYJym5Sb3t6w93anI6YHSswOsblcWpXUvAKhPRNAZKgTrKwAV1KXcB+gJDCCFC6q+kv8YgJrSx3TN0+CKKHq5Nu8Yc4QQXKV+JawTv/eVEqIyJL1VIJnAuAaSqY/pHQRX1mXnyQGe84ZS/t9gHJcNzhucDzEi+hwhODgnbqtsm/LfpQAiG4VLBoRBRjXCslI9CE+eBc3yDH4pMzE1o6uF4ck3XqkBlhJoW5eTO7oAzLJCF6OjGB0dTZdbIyMjydBsZDYOgw3b/EybHPA0DfNzSqpOm0ilA0wlgV1vvnVfy5FJ+e7v+koKNjjvOrfbuEnqEmjwcu5203YaQgTU5rLHEDR5MUY4rQD0tAA9/h1dfHtBkEQUv7wokOvlFBRuzFEp7XR6upje1sItB/0li3VjgB6P1ZDnhVgS5mcZxsbG0oWJ+S7qon1bC9Qv/F6kfsE3XpJH9EimvjZQ41sPIUQE8VeLuAw+HnfRyFHo8sMXoYaGXqSDxuexmm+p+RqkZTJwkim1ji2zx9vXYdc4RVGkeTSNKP1ADymOArdbRvcrNf8A4cd127oUtF48nrYCOYleCfjQ3FF5e6drVF0KdtL8uI8r8iJHSxfUlr9ShWmThHmTlI77ukAr0ZdN9MTTDokctHuMxivyAjZ+865QIdMi6HTbWNtcw4YDmAp0dHSxqe6im6s9T5cmTQUtiqKJQvPb1IVpDNKvTpIZM3j8lfJtB446feSy8aD2Hdn7+tqWLv3sNEstfusyJHtvil5LwYuh1oiCMCPw/8E1OjQMf+sghqCL+i58qVBK110FnDu66BkeGkmXcUNDTc1JKfmiLsKGRa+hcgWrOOqlIuoFo5IOfCFSaSE3m7nmaUhyZvBFS55nsrMOHOSB1hH0xBgQBG0FADsKCFMy5FmWeHh8nsMgXUJ0e8IxqJtoNpJ+pnQZ5sslQ57nmFPgwjQdhDKe66tKMqoQY4RtL5cchWzIeZKa7zaKRgYHUIzT63fFn4Bc9draCrpy5KbgTWlUAcwdXXIFy6k5mZ8/iunZGfgleF2+ZlO639jS2pbuGHJtpMC26vqy74ZsfleB1i1d4GbamKPW6pZssqu2CkFjakk/fVjeTDoI4kFSOhxVfaXAwI7SUrqMuvxsafwtXR6Pai6GMK3ATaHLY73/QCaBjmwrU2DeMnveRhVsmZmZ0gVkQ/0JjzOKRyZdLC4tpkvDDV3WWifm25EvhR4HG5uyO1+iDua1SmtjVxv2sHzoiGBSgS3bXFd6auli37LneZF07T67CoSZpueu0Sg0zgIuex2l+dU4XfZ6M7hP3eayxEgf591m2Zy3XNaV876A9jTvSPcry6uSsQeZjMYaQMj+9WKc5XniW0lBpXRuHmpCJrs1g74uPqkgAVkC7IFKQwSg1DgTE6OYmBjTfIygKV3HmKEoco1zSPMwpnkoMDmR4ze/9VX85Fcu4Gtfvojf+e2fwz/6h7+Cc2dn8OaPvo8H92/g1q2P0SiIL37+ZfxDXeB/8xs/ixMnjuPChSfhb3w/99yz+OzLL8PyLC8vKgCygbHxMczPz4nHCDY1T9vaA3qK1k/qwjsgorvbQ5E38NRTT8lGevCf1PU3T2/fvqnLaH8Lj3i48BCrq6twAOCOAhWej7HxEZQKBOXyR9PTU6KRI8YAz+PwyBCaurQ9euyI9s5hrYYeFpceIs9zNBVAuK5g13EFAE6ePJHWiC94Dx+axbFjRyXnMObm5mSzW2jI7qHnxMlT0n8O639kZFgWX6YxXrnxMYpmpiDbQ3TbmwjWPXrSayPJsqBAir8Bb/+o5aCL/S14/qamZjRHQYG9BY1rTbQDejqQBo3Fv3TgAG5D/i5kWVofLfnwsYkxNBXwOHv+HI4dP4WyijroAnkxpMv6Ddy+fUsybGP+8Cy2/UsC2heIDIsLKwrevQ8HGf2ttF2tYy16BTV38dSTT2lONvHee+/hxRdfRKnDdmuokS7al1cXFVyYUiBjFlG2UkqLjMSQdLu+sZ7W6UP/Wc07N7HtsnzFxPgU/OdF5+aOoqwyXLl2Ex988LEC1Ufw0oufR2e3j3fefk/6WsWbCmD/4Ac/SHOayx/dvH0bawoQRulgeGQY45PjmJgYV/BiJgVIbB/Dw03pawnPPPsUTp89iUNzh9R2Al4vb7zxJpYWlzE9NYuXXvqc9rZK9j6K0ydPYk4BjXGdD3a09mNR6AWgrbltSf/Lsrd7mvMJzCvgvLS4huvX7ki+TQwNT+KHr/5I8l9Kf0q4qculba3RV3/wmvotprOY5T1x4oQCVVcVyL2Oca2zrZ11HD95VHAMw6PDCqwvaW5up3Huyp9MyVY1+QoGdvCcbP7lly7gW7/2C7h7+xqmJlooyw76vS2AfQy1GphR4HpkqJBL76QL3InxCfGeRIwNNFujWFtbx4N7dzAzPYHZmRk8ce4J5Wc09nHEkGFoaETj3ZHMq7DfJKjgfRve8/3nwrMioq95J4kYZVPyn/anyccAqKTcna1NxBDUUxUHPsYnRVFQVZVsYhf2ac6bV9R69JqLomvwId5rt9Rhwb6QJOxzzcvtgREx5OIJxJgp7aPX7yBEpLTPCswgmycmxoYlTyl/uS1f1kzjdeBvS7IODQ2jKd9v2h5/LfL6xqb4BfR6HelkW31G4W8YysUiVwB2V2dPMEgfFXo6s5IRJ46fxKyC8dbX2uZ62hP//rd+BT0FZEdHCnz9p7+Mr33tC/j8F17EzvaafNYSPvf5n8LM1CkF8EtcfOIcpiaH8IUvPIULT55Go6jwuS88i9Nn5vFX3/lL3PjkE/z1d1/HuSeelrIDVlY3ZH8b2N5uS5/AyPgknnjiGD65sYRbN9dw+fIytrb7+L/93/9b/Omf/wg/kD3++//wBwpgXsNff+8H6c9Gn1YwsqWz0vb2JsYnW3jyqbOyvzsKxt5AtwN0u1V6Qb4nu/nhD/4Kb/zw+7h9S23tbdxROiK70xaM3d0NnfGWcXfhBmaPT2H+lNa15mX28JH0C1tPP30Rz73wHPxXLjY3N3DkyBHkOh+cO38MX37lK1iSD7Ev29jahU6OGBmbxmvffwuhzPHCs5/B9OQsNhWcpSZodXUVr7zy1eSL7PuWlpfRUPCToucz1uHDh3Dq1EnZ/hguXnxSY+hoXd2UvlZw/uwZHJL/Pq3g9dMXn5HdEKMj47L9MY2hixhzrIr+7KEZ+coV3L13C2fOHYdt3/+VRSmf3VPAMG9EbO9uImZB+t9GkM2bjv0a5G+PHzsJ3S1I/1vJvkb1Tub3jnWtwRCi/Mio5npG58Qu/NcA/AtqtsMo+/efIPa7yPTsJCYPHUIZMiwr0N8aHsEH778r/V/H5Wsf472Pr2Jd5+LD2ovOy3Y21lflNzuYUaD86Ow0+jpzv6ng692Hy7h2ZwFxeAL/8U+/gzv3lwGNs2QpveXYkD+2Deu4IJn7WiOF9shMNtXW3HfQ135Daj0FmZ3OvFFj7ursBb0j+tzQlA2U2l+lAulBOJqjkgQ0FoaIEDPkeSF/VaEto+prhinf7b0iap/tyqeMTowLpyEcd8vRk/L6Op8b5C40hz21SQZQcyYeFYRfIIpOuecjxDZ9ego22Ge4nmSqq0xEuSAhyUEdSZCmV0nUKPql1nNfWEj17m/A3mMagUH8q4Rbyd8ZvBeWOlcBpdr6EIsEVCBA5EULqpfAokOBZaikbMtoWQ0+V1Z7MgpF/UOSKUqHLhsOtpNEKf1YPtcbjEOag3MDnn35JtN3alySkNjoS79Oe3r30dSqrge/z8Rovky8gwZin1z3I9V3T0bXmSc54OeyebgOeszT51hDXadpkt4gfYQ0PnLQ1+3kIE8OUtdh73H+INR8XGf6RnOeJA62WSbX1+0eDzkYQ11PDviRg9S4JJN8xjeeZ86p6UGP6w3KSmdV4um2GscpyUQDeqwLISKGCOvaF2U9vQe63vK6r9Ae+5BE1NwbyIFsxnMfp9BjGczLtmM6JLUm8sTX9cZzfeWJFv6jT6X11UngM/+gvtK8MIHL7uupJkOSw3UHYdDmNVN5aCCZmslB6v6p4sAPkpr/UvjqozzkF0qoTsSMXyn1+EjCY4sav1N1QKX1RfkeGT36Wt+uN74BekiCZOqHvYdkypHcr7c+/EvdRKQJNAAAEABJREFUiAACYB+YJkVFfyrpiiQqyUIy6dN+OQuZmyU/xL9SWqGSQftbLlkIiCEkHjFEuG+pNvNyCtGUYxEb6Vj5YNoglAiqRBfyiYC0QYBkokUSBKBE/MoEOPCYj4tRevL5hYGwXqCnFHG/j3f0/tTVoaXSS7NYJ35qUiokuTqrtBJOKRB7UP9Mg9INJJP9fqWOhkHZcmvs6liJkHKI2ktinqGKkj8HVNQP0Y9EiHt6iREk4SeEkPTqFGYqPs6bnvVVJn5VwicJtyF1rVA/ZKqA60MeELQnJTyIonRfak9R9sCHQqXKBoBk0qf5iT0g/eDAY1nqovMkEUNEZADKgRyud3+nJGH+NSA9xjNA+q5gezC4j8EoJBGlGwPqR3qluhH6FwKsW2hMSc4a51NpXSRZZ2VymuC9kmU07BX3E9dZFoPzNZAa5z7Wj8+QhMdLEuQg7zL0mI6Sxz4kU9k68N5nnKixB9VnSkkmXZgGOcDFpx5yUE8y8SQ5wJDOBhmkeugh99qUNy8lgKpIIu3N2p81M/BT2Q4JkPoB1YperRMtXKm+D9ulmpKMJNOclsIzbXLQz+0uHwTX1UAO8Nxe1zlvENcBTc21y9aD9WNwW2kfOOhedz2QlspXqb8yj31IPjYuN5q+wXmSThKOcyRT3u0Gz5d1YSSXnRpIOtkHkqnffsVepu7j9CC4mfzxfdxmIJlszLowkAO9Q8/fRksUAUJPBaHDcy3NSDeqghsMzj8Ctz8qASQTYO8xL+vA4PynYQ8t9anlFIVUTXJ/DCThx/1rvTpfQ91Wl52aZymfaLoDW4D27l4CryPTcT+3eR/wmc15A0m4v89Jvs8kmXyv29zHbQZyUG8e5J6MQtA1omxfGX1k6ujorshnFxXTWM2vhlIIPdlur7K1IvG1bN7TTXdI72iZ9om8yBDziLSuNC6zy7T+M53lM91jkZa5Un9DqdS2jfTU+ujoHtZjryygWlwfRcNgXn2db43js5HbXOe2aPryqeqS6HrsltFgPJfdto8vmiTTWN1ucLvBuD2dr1NfaaluY6CbE5BMfclBKtXIDv0zNe+3ueT+pkkKVyj+iyKV9JnqK+lCSBWo/gApnD2wrDj4EPvtblNX7T3WYwU/pGlUqusnME/XWz953kCWFeCejtzX7Z5by2E8aKxBYyQJ03c/pyQTX+gxrvXiuXdqGq5TU/o4b3D9/992C5B6ING2fRjMD+mppA+NQ74xyWWGNgxPvI3eKUl4Ubij+5ip8fpJudCAs/TSSwZQUOiS0X+C78j8EUxPz+iSdlgXBEMJjyTMvBbeaQ2m68G4DD3OGyyD20imvgcVBj1uU5LaSE8OknFaxk1d0BpMg2SSwWMhqRf0bnoxJpkuGVxvOuZpmqUWl6fc427ogro1NIIhXSIw5FAsDT4Y+iJrZ7cjWj1tbINDrnlZd9ajaXk8pPjpwm8zfTOqneTwwdgy3rt3L/3JraHWkC5dxpMuQwi65BjBxMQEhoaGUp3HncUMWdRLtA5RpQ+mSk0fMqqoQ5wvE4oiT/geT6FLWMtvcNngPMmko0FfJN0F8fS4k+ztji4x8sTbfI1n8HiM5zrTCTGkvs6bl/UUJWNtB01d9nlcbrdTMX2DdbO1tYX19XUFLzaxo2CF7SnmBRhics7mZ3ojCiAVGofLPR1Mt9u78EXVwEF10iKEHvMwBI0jxoBcehjXxUhDgRj/aZ2ejFxNqESjJwfXtjPWy5DnC6DGoUO4JjwIKQsRQc6x7JZ6ZypBRnQ06W3pxX1jzOG/sb6uIOqOLhBd5/atre09mwrSX0NzlaOtAN62Lu264ufgU092sKYLeGhxjo9PgKTmfxMOAg6PjGJSa2ZXNuWAmcczrKCEx29dTE5Oak5akqUDfzt0Uxelnc7u3hprad4z6aOn9rZ0qIvsPEMup93S5jE+Po6Z2UMYGR1DX7uM6XsOVtfWsLq6qs2pjTyPKLSRWAckEQQENI6oC9UCrUYTMUYE4UxItzGGR/MnZ+6LN/9CQE96DSFIjg62FfR8mL7teT8Fh7q6FC7lO1q6OG7p8svjyy2nLrNs73MKYnneKHt+sLiQLvgWl5Z0+dVVsLTSpe0a1lbXdbHcQVsXeJ4HLQVUDIDANtTT/K4sr8nGKwVShnWRuKNL0nWVIV2NIMty6apIurcstkeDbd/rvtHMMDIyJNzhNF7r2d9o3FAABlJI3igwpHkZUeCh0kWeX/SGh1toytacL2Vj/lOv1q/XjOfOYzOv7e1tHZerpBvP4ZLGZr1t2Tc4cCL9ul+meWtI3563EANkmpqfXPrcTuvF62FN87arPo1WS/rYlR1tABKwL4Wk/lo3nkPoiTFq3LaPvvTWli7KVCaJoLmyjZmmZTRYH6Zh+TPNd0/B9Q3ZW1vrL9NcdXUZ6XyueVJRsgG5gvw9zX1eRDQbmehC+qMAgC5MoZG7rSgC8kJtmTegLqAgDENfS6IP0xqVXhvSpfH9p4MbjQLWbbOZqz1iaIj45s9+Fv/r/+V/it/+Bz+D/+K/+If4J//z38LP/uznMT83hMmJTIG28/jSl57HhQun8Zvf+jWcP39GmqkkVwMPHzxQoOaB9qcpTExNYExBv8XFh2jKHuePzKGjANJOCuITm/JTt27eUl0Hba3L5aWVZDs92fGiAqabm2uYUBDtwoXz8KXzM888hWazIXv1GuwpqDGDYwqQNjWeXV38b26spbVrm7eed2QPtole1xtxiZ7W0crqMkIGzfMuPr72gQJ/W/BL7fzhw7C9nDt3FqfPnML9B/eTDzWNvi6aM83TqHyI998YA6LKHle3t4v1jRWMT42g0coUIGjh2PHDCnxFbKq+117H7sYCbly7DIrRIfEZGRuDAw1DCvJYvrb8loPK0GPZo+wpxgzb0o95B11YlNqPIEvdUEDk3oN7iLINXxjNKYA4NDSORnNM/rHE/ft38fDhLVy9+i4WF+8rv4jZmTnMzMxrbW+lNR5jgQcPFrDwcAkrS6tKF2VPUbqTvicmFHDYRSV+T1+8iOMnjuH8k9LJuTPYFO+ObNOyXb56FQ5m96VbKrBQKfC0rYv+pYUFOOBUlnQAA1neQtEcxclTZ/HNb/4Cfucf/mf4+Z/7ZUyOz6ClffnFF19K62VB/qiU325qvYUYMXf4SPoW3fLyClbXViXTjmQMKHV2+MIXX8aRo7M4fHgSZ8+cxOuv/RDLK2s4evQoJiencfzYCdGfxPGjJzE8NIZxBepv37kne9tJ4wp5hu9877uat028/PLnFIBZx/TUIdy5fS/575s37uCjS9fkRyrcvbOEo0dO4MNLl/DXf/1tBYpuKxj9lmymBwepcvm71157HdevfyLdP1Qg9Zp8xTpWFPyZGBuFEPHsc8/g2vUrGm9Ta+V8gieePI+F5QV85uUXJcNnMDLcxOz0GGamRtFpr2kd3dRYd/Brv/5N9b8ouy9w9qzGN17Ilj5Eo8g1p1OyKaIomqh0UXTn7gKufXIbi/LPk9MKomtfvPvgIWLRwKoCh/cXl7C2uY229tqR0QYKrf2eLtgaOoMxQN62Jy9SoqP1RxIhBNGtJHcLQIVK+/zqyrJ4ulgpJcqyVGHwOejjSKb+pFP11twCxu8jRPmnGFBoDLmckn1hjDH537Z8LvaevtaraZIU975sYBujo8Mo5QezkEPk4ABb8qd5QKvZkjzQutnVGHtoNIcxOTWV6AaNpS19QHrK8wJkTHvwhvRCEiFEWJaO7Jgxl3/oQAhpX+xLdqp9V7JduXIl2X2M6h+A1lCGVqtAkA++dfM6zp52YHEJc3NN7Y/E9WvXZFNEU7ZuX/Xa6z/AT//UF/DVr3wRL734PP7O3/k6nn/uHHq9NQRdVNr+J6YOy553cPXKLQUTP0K3Q4yMzupcRLzxxvu4duOebHpEfMfkrzONOSKTvz95fAyHZmbR1dnqtdd+BNukg3i3bt+RLpri0UNzCJiaGcGWgvwNzf97732ALG8KCmxonfkXYT7zmRewtPAA3n/WtP5Gh4chFyTbV53OMUuy21358ZbWalNj39De1VfQ/+MrlzAxPgL/id2eAgkXLz6No1qLL3/+Jdx7cAtT0xPSJxV4zRQwfKiA8AqGW+OYP3QEVy5fQSVf8uDeXTQaGX7/9/+/uKAg6fkLT+Ltd9+WfDkcxMyzBo7MH8fzzz8nHzCn8Q/hdQUTPR8nThzHT/zEV3FSqeeyIbvvKxi1tbUj2ZcwNjaJtbUN+YQRrdX78o8LOHp0Dp/93As4r8A2sxL+BTnvv5nG2et30dD4urL7XGusIeWRxPLSsmy3wMrKUlrrHdnVxsY2FhdWsba6DUBrc3oOp06e0R5zWeMpNHd95LI52+7s1LTW+hS++tXPYUPB0B/+6EcY09l0TH7K63hO57SJKfl0nc+XdcZ9470PcfPeAu4uruKJC8/gvfc/wpVrt3B47iSm5Lfe++Ay3nrnBj748DpWVzexur6NTH7JNu713deZRULB9mu9gJBv6yBoTbje66evc53zXnNOve68trs6m0CrLwSiqb3X/d3W1znMeCQTHdNqyI+43XMBPQlPa5ikbLIr2VZh+lmWqRV7MgaQAVH7ndMEIaY2LTvZbF/+sAuqR+5+qqzkc1yOISQ8941as33NtZrFo0QUPfOHHo/D4LJTVSFq/dZy1PX7qcZrPINxDW4z1HmP10ASQbpRgv1HwiX62meMc7Dfwfw+/l7GbQbzNThfSRbTMD2ScJ3b3MX11rdT1zklCXIAxjG+6526LAKIkhfy9P1+R/OyKx23Vd0T9GUXu/InZQLj13xDCBrnAFxvIAm3m7fn1anxoMdzoWlSLogWhJcluVSRUpL7ad2nltFlg2m6LoYg2SrRKSVrL4Hra1rOkwN6rrMcrnOepJO/AST3+XsM5ud+RiSZxup6YSU85w3GM23jGpwnKZvrJ6jbNW3aE4girUPCZXJA133qvs6Tg3r3NZBMtNzmcuF3DenAfWqdkExyuZ10PgAgDj7u7z6uqxQYK7VmDS57LIYax+tGRytYTre73rTNryff4PaoNeY2g9vcnxzwNL4BKpN/s65igH/Ztqc1av/a0x5uOqZhG/ZaNE1DjAH6uBlB466BpMhzr577efP1OI13kI4RKw+IQNT5gBGg1OQ641qv5GBNuRyUJ/R4sE50tJHKUMp/9uXHKhl0FI5JJvwYkgzmXUNVVjCNoB+hArIgu1eNSVrOAYiw1h8EJkcJFeWPDCRBDmCAWyW7N32SkmrwCSEiqk8AZWfRPxVYI8gM0Hnc0O+qbw/Qpqs6IJREpbH0tDdXuqcQe+GH1FYUOUBn+1prfcCNrnBOfdK4GNVGxEz8xAY6r5TsogoaTyQYA4Lmi2SS2fKT3KsD/P4T4wAncJB6XNBDEtAHn3rIQaVppfYoBIkcxEc5ySMlOyMwjkFZ1QPc4wE9rn+ECbUPSq5XcypblkqTSxKmT6MoL0Dc1T8AABAASURBVI2k9hqXJEji8cfIBshe+kiX5LJ1243pkkx9SD7WzSXzCdIxoX8yFNvNY0g/tsBUSxLkI0iV+nFQVhWT/LUsbiP3+liPyrvOeDW4bHDZKbmHv5fW68ztNZBElE3WkHSoOughqZ/SjdaQ5XCB5EDPSqHHfJTsf6SKJHdd4faDUNeTA9qfbturBm2fOp9Dc2sc9yOZ9Oa856cG+8lKb0K1HZA0yp4cB/OiJgFN78eBO3n8Tt3u1L1J7vN1fc03te+3VcKpVGVQsvch3deFUvL0BU4fxzHNGoxp+HRZxF29D26vCyTTHEKP6w21jE5dNqj5sQ/JVCYp8pRs0mBV7aduJAdtzv84IJnswXozkAN88zOYvyHltVk5NWgmxBPyg1BqvtYL9HAPlKSP2x7Xl6tJ4zkH9R/kSaY8SdSPeRlc3k/3bKouk5QcTDr0GKDHbZZb2fRx2Zk6dd5AMvH02iKZaJCEH/f3num1434G1zs1H685l0vtU8YhCdMxuL3u39X7PsmkZ/chmXiCgAQH9sql9rG+ccF0FoEe0zGYflf7d0841Dlbid632/A7YU/rW8T1jtdBT/dmuupHJYfmu6q+3qNIpnGZN/SUwu90uslOTDvGILmjIBMZOXoA3ntERH61Qk98SSKGDFG8oTXoOoN1QfmzqDNXPW7yoC0CfY2plF8uJXQp3vjUYxqfqkpFkqj3rBgln3jX7zskUT+pv2Ty2aKpe3ifbRJ+lqV3RueDZRQNtxlok5Qs7qskyWg5K+3XRID7GNyPfJyX+xigx+MZgAmqQnNHUiqq0n7seXO7W0wvzwtkeQMhRFUN8EzLOE4N0j5EQu2VUiZZguQnB3IYt6c5Me3+Xjroh/Q4b0jtsk3ju4FUfwF1UDI91xnPqYFk4lXPI/RUVakzTk/nGGmp0KE4z/OE5LwRhZMG2t2Lwg8EqxA0QM2JXm46yGQcx47pAuG5F3UhMCH8Cl0ZoAMDDho4NWxsbCSj7uhy1sJXImDhScJ8M01o1CSaZ5BC6rLzBuMO+A9eDNzfAI1bpMRXg5FCfOFlcJvHYaNx/7qveSR+Gqvrzc+4JDWuoPFkCRoytoYuwCjD7Opw11YAp6OLCV9o9XSA9xigPgmgaZUQpqOsqph0k4IlunS27B4POai3LjYV8LVeyYCuD5Dqb1mHdTk0NjaWjNtyWl6SoPBM3316ukTodNsoNYEeg8F83W6wbD0Zj/mSRBYjjEPSaAlcdsY47mPeDvxkmk87Hn/ryJfpXc298QzuY7BchS4nCl0IZVmhO9kgIwoo8oYuXkd0seELVMC0jW+wPJ575/taiFleoDU8gl6/xLqCq+3dNmqHYHlK6SPKJprDQ3CaKR9DsBii20+Q8GS7ltFBrx0FQirphJGAnGTRyDA+PpouscfGJnRx1NDiheywI+dqGDjZ9s4uOgqOpsCnLohEUjbZQF4UmoeGeAZERpRydu0dXWT2iTxroKVLyGGNYXx8EqMjYxgT2PZ9yddTELbVGEJPF6ABAR5fJt0ar5DeOprzjnQbQkRP9vTg/gMsL6/KFvqynV7KL+qCOcr+GtK1hBBeT+MuQRK5LkNWV1d0sbqNXQW6NhTc6SSb6GNLgRrrNYQMMeaalyYCs2QDmfRIEpleOqamJ9FQsCetF228brOtVNa9bKav9eRAyvLKCtQFraGWxZB8HUxPT+PEiRMYHR1NdIeGhmAb2lGA3PTIoMs8r/ldmGYuftRLM3VwbOqiNI8B+oDy1ocVxBmfGE/9Aaa0oYCig8yW5aoufW/euqMA67aceSVJI4JsrUJAT/bTFezK51C6akpGFXVpv4q19Y0kq23JMtmu+xpTjBGmS1L9+7o03IK/CebNdWx8HCMjmjdd2ud5juHREYxOjunyeQil5C+rnvr20VO7YUNBMtPd2NjC9uYOov5Vevlwnf2efUAlfY6LrgHiabpTukh3gGV6ZhoNze+m/AT0eP1bj/YznsdOtyNbJgrhHDlyBBMTk8iLAj2NwwG2TQVj++JH6TuEINmY9O41Zb6mbXCbyKNQX8+zZXBdT37C/saXz54797HsXY0vhAgfTCxPQ5eVI9KFxJftaO4iUM9hs5VjZnYcw8MF4BdYtDVHXcnSk+0RY+MtzB6awMyhca2ZDP6zp0WDkiVALGTLUXY0li6f7WPXFbw2/1L6JvSUwtOijFUHywu3cOL4UUxozflFZHn1Dt7/4Hu4du1NPPnEUXz9p7+Ev//rv4D/5Ft/T3iHtWY7uri/hjdefwOv/+j1dIG8tbWBkBGjuly37fki1nPZ6exKvpbkamLu8DwauqS2b76nS3T/Cd/VtSVsbK4iqu+UAqk7u1uahw6KIsfyyqLW7i5sz/2ymzbWloK0169fxfLqUhrj9MyEcDqwDc7ogrrVasJ+Ky8K7Gx0FTzt6XKWuHz5Ev7oj/5QQasHutBv4vChWZw4dlS+dRgzWncjusgOmgivwRvXr8P58+fOYXJiQrqlaGzj0Nw0dnbXsLWzjCnNzdBogVt3b+DQ/AxCHrElfxE0xztrK/CfP3ZwwfPtdXz3/n1dLvVh27L9NjQ++24Hb7e1b60paLW+tpp0Vcm2HeCKeYamxjM2PpbWy9T0FPzLLHdu38Z777yHT65/jCy00e9tpbGcP/sEJhS0jLGFsdEZPH3xBQwruNjrlJozYHeni3u6pH+owKrn+tSp0xr/CCbHJjAxNgbP25rW3pTsamxiBF67129+ouDGu3jrR+8pELuOjA1MjEzINg9jTP2euviMdHsNDxdWcOnyddnMLVy7elP6qqS7WY1nBA7uXLlyVXPfQAgBwyNDmJs/jKMKjB85ekQBgws4PD+P8fEpZFmh+exKzx10tCcvrS7i7oNPFFwfx0/+5NeS/lpFC6PaF7yed3ba4nkDn/3s5zA/fwxXrlzD9773Ku7ceaB52lXf+4nO6bNnMH/kKOaPHsfhuXk8/cyzOH/ugvaQLi59eAXXr94BqgxDw00UrYjrNz5Cu7upQOqbWvur+P73vye/15Nt9SCxcOHJpxWMX8b46AT+k9/4DayvrkqXw7h16yYePrwveIDLH1/GrTu38fqbryvoPiw66/jhD1/F+SfP4cyZExjV2j56ZBq3bl7D8WPz+PDDj8TvsoI+oivf9vDhHZw4NodGI8dzT18U7220ta+urayjrTndbfdRhgZC3sInd+5jYWkN9xaWcfX6TawqwNJTIHFpeQMTk1PwL+Pt6qzVlvAlKlTaz6NstqJK2t9L3SJWSmMM2v+2UKlsP9ZVwKtCkG70kV1CTy4fHkJAW8HGZiH+YLpMotq8Do1m2w6BqFTQslILNK+dlEbtFc6U8j/mYVruN6Rg3XRaiy1R7AmlxJD8YIxBOu/LdoiGZDa9rvZ5Jrmi5qWfAlvbOmeMjo1Ckia+Y6Pj0l0DPZ0F8qyB9m5X+Z7Gt6O1uqUz0iZ2dtqQGNC7lroRJFPfSqnH5+BkiFG+pwRDQJ4FrCtAJ1WhqzPCmdMn8MxTT8D+61d//dcULH9ZNt8Sj2185zvfxvzhGZw6fhjXFHisem2cODqLY8em8Dv/g7+Hz778JA7NzeJP//QN/J//T/8Mly49wMeXb+Mv//KH+PjjO7hy9R52tvs4d+YCnn7qIs6cOgP/8sBdnWtOnTqG3/qtX8dPfO1L4l0gL4bx7LMvKACvQK1eaie1p/kXE+7cva7xtPHkE+dx6sQpzMv2KeHPnDqJ2dlZ3LxxAwsP7qOpvRBSxJnTp+E91vO3K33GWGjvHpePnFH9JppFLh96G1//+k+qfgiHD00r2HwHP1KA8P69B7LfD1HJV//UT3012fyOznb3727h5idd/PmfvY333n4f7779juQ8k3TZ1f5w+PA0fvrrP4Hv//CvcfLkMVSS7y++/RcKiu9idXUD21tt2X5b+16Bpt4hetpfX3nlKxgdHcPG+hbeefcdvP/Ou8kP/PEf/wk+vnwNgOZM7xhzh4/KPnrS25T2rKvyL4R/IWO3vYmt7XUE7TuNZobR8WF1CSi1Znba8l1TR+A0ZBEPFu5ide0hspyIoUo+9e6dhwjMcfrUeXz5S19DW2vrvffeh9dRS3Z88uQJHD3msUC6m8aFCxclR1f+a1tpT2PbwcLCUoJDc0fx0bV7KEYm0EOGOw8VvB2awMOVLdxbXIdUgFu313Htk/to9zLcvL2AkBcYlY/O8gZGR0Zhv1nKiHPVA0RfB7ZSZ+tut6d1E7X2epKtSusIeqi1qSSth6qqnEWmdV1oPZMBffXd1dw5dTnLMkStw1I20pP+dxVc35UvashuPCem4TVMErnoGD+EkOiTTPTd15mgctSacrvL5KDdZdfXfU3TfczPOjXdSmMsBca1XBbdYyz7FczffYxjOi47JQmSZqUxxMfAvNzHjQOaTLju57LrScL5Gg96SOonEi5J2WyVwP2Kokj4JFO76wz41GN6JJOPMv1SuiWZ+hqfHNB1vXG78sWeV4BpDJR+ocdtxvF4nZLUXJdqAUj6xyCV3y/l16HU1VAAxXzcnyQCAyzHQTouG0i1i5/15T7Q43lxX/M0qCrxMb7n5WDZeQPJxMM4BpKpj+cWekzPdug2FVOb8waXLZshQP1ktn3ZYiV7cFsNJOtsSk3TGacGy1/Ts9z1OLynaBaT7oznPgbjkkzza3ySsB7c5rJxD+KQRIgB9UMSQbojBzQsv/sYyEdtrje43viWE3rqOpKJTl0P6QAwnwAywI/7WibnQ6CSUnL3E6g7XFfJv5qmGlUPqKgfHlMOksm2PB+UfrH3VJpQ0vQGFS6nnKpIpn4kU5V/kBSvAO+jlO8QQtJrzdf6M3gsJBNPcqCfmjZJdSMGD1PeYyMHeZKJB/Qoq59IZef9zhDl232+CRH7viFGFYSZ5vyg3Wh8EFBtSuBlYvB6CyEm3gO6TDxCCKlOioMf0j2pfqVmJGr3CfB6AiiyVRq7x2WAHpIguT9ukokuOcC3nro6qxm/BnKAEzUG10Hyy2WIfkTZI0rdAfXlty23XqkhDtDxDooVye/30Ne9SamzECGp1TeGLMlIEqQhqMWg9gogNIYQkcYqW2IEooLUWVN1eaW8yoXy2iOjZIKeJJdT1GMu4bmQulQ7+HgOjVcJZ1AD4XAfzM9AEulR4m8bl/JXEkvjVK4sNW5R0GSZnsG4IUgeAc1Q/VxH7mVcEJh3cPtevtRe6ToV01jd1tOiMLiOZOLlfA0k9+Sta5RKFh0PUOkeoRSoJuE4NZiHwXnzqIEULc0HBW47CKTaBMH6VyqCSZaDdGp868B2QzKNgxzI7XpUgzz2noF+uFeCyDJBTbdOceAhmUpuI5nwe/K/5umxeN8zRNmCebotddAPl5WkDzno6wJJJ3vg2bXtVXAt6Z+DsnnuIaWEHLShetR+kEdC0g9ygEcy6cRyQk9Nz+kA+iLVd4vAHyY7c84wwBEzFZxXkubB6UEgmfh8LW90AAAQAElEQVTAj1nLiVJGwb35c1/Lad04bzSD85VsrtL9jEYEkvvg9gGYf6msUyX6kNRP9ZDtmW6l9NOQEPSD5D7Ng3owPtXu1GA6Buf/NiDdQ50+9TmI/6mmv7VIEpaHfETzIJ06X8uE+hE6A5BAeq6S/qCHaW5q/Eo6UeVjH1KdD9QY10XLUQM5wHH/g2A8l8VEH/kgVaSyUtu++5Pc17Wq04fkY6n7mK/XD8lkb67zvkgy0XabzyW2F+OShPdmrzPjGb/GcXvN26mZlfIplda+8wZyIIPzBtouY0BK6TYipn0hIoQAj4ek3h+6em/ppLtLNSDTXXLFoPN9X9BLY4UeB1D72oAqz4fIlWlOBvZqepZX1grnSe71G6QkU71xBmMW7a78vEy+0HuJ3zM8ZpJJV8bx/gw9JFNf0zVATym/bt1YB65jiKmf6RvKtIdo/qqBfCQR4mDcQXlSZekAe4/7RLUflIMkYohpTqLaDNBjXIOyiafnz3mS0KDRS7J5bBVK8e9Llp72ZmWlngAiwOcHUvhAOr/0tad4zD35XNP2mNQEj6PUPDtPqq/AeeOUiW4v3V8ABDmAwYjFSgyNdxDKvTmrlPZ1l+A0BML8DB4jAZTuK/rmUSmvqkTfqcH1ljWBZK/kYXt79EgmetBjvIP9zcPz7FTN0oOQ/cK5qYtSkqmjO1gZru9JcT0dfPyC1JNyXEcS01MzODJ/FOoB/wmwu3fu4cH9h7h585Yucdb10t5O4D6mR3J/IqHHA7UQbjNEHXT8Imrwi68XotDS4jCNvgZZp84bugqiWE7rx2B897URmbZxrADzqgfNEJJyTctAEm53/9ITTbUj6FxHGVKFjl4Mu0kHfZim6TuI5BSpb5ZeMou9F1PT9HhIwjxdH2MGP6Um1DIZZ11BxMXFRV1mPsTq6uq+rnxB5Msx4xi/K533tOg9uaU2sFKGYzkss9NKgpum9WDoKGDtdB/U3+3mX+ObtusMJJMzdJ312dFlS199alzjmIf7ezxZzJHr4ioyA7Wn72ztaI566OoAvLW1rcsXX8J09heV5TFty2u9OZDU0EWT5etLr0OtYV08tVBK9+12RxdDbTnCvi5hO3CAxzxHdAljPVoGYCBvKV1aT7ZH63dEl9a7Csr6G5E7ujyJknNoaEQXaSMYGhpGIScXQkRPPDvi09fljYOolt+X3X1dckTNUyk5RDqN0eMMsgXXQY7e7YaudES9hlj2EfEopa/1tXVdWnaQiW+RF+joQtT69Loy34nxCcQsx5YCjmPKP/HERUxMTOribztdVPXktHa2O7ivNbTwcBEQ/b7qNje20RYtSo5M8mWi4XHHGGSbbTzQBePGxkbSuwNwPa2TRlP6lJ46ksv2ZF17PRWNHM1Wocv0IbQ8B7KVLQUd7cwL26+c7MTEBIYV1He5kiJKORXPg//vRwdXJycn4WCGg3CmSxJpjsXXf463NTKMoeEWRsdG0qVirhfULfmWDfHp7O4AfnvS6ip02Xz6zGmUKt+5cwcO3PTFzzZgffuC9fqNW+lSr9FogSFDV3PkFNJFV5tXV36pUr7QWKh1valLVQdGg/JDGsPQ0JAuN3fT+nJdpbXiuqYuEXNdrgX5nDzP07ouxXt7e0tBnHvoa40NW/5GhlzyF42ITJfTwwruNxWAHleQPkpXtjnbRx4KBRzGMDY6gfGxcTQaDZie9WM8ksmWS/G33qxD49hWPW7nLR/0OJ+Zp+bDqXXrTd8BG4/N5TwvYB+XFw3peQyULCTTOPqahxgAkrL5IskSpA+P3TK53antgmRap55f87XvNV2nmXRjaCj43dPLMkOJ1lCBqBd//59+hw5N4thR7QFHZnUBPCqd7eoVcldyATq/YHS0wKHDUzhy9BCmp0fRbEUJ1VNbLhpBeYKI8Fiy2EC73dNa2EFfF8t9zavXT79LBT+owMQwVpc7+Is/vY6/+ss3FBxaTX868d1338Dtu1extbmoi+/v4Tt/9ScK3r2OP/rD38e///3/Dn/0R3+ElZUVBdbX8eKLn8EpXfIHvWTfvXcLGwraFgoSSzVY9S8m6NK1rXV97+49dOUbPE+e56HhJvyNp+XlBekzahwZKl0l+9uzW1ubWFGwdGdnU7onzioQ5j/RODExirzI4P+XcmZmEv5m1+hYS7YxiqmpSSwvLytAsqEAzDBCmUuWjfQbc00FJD9RkOvZ557G4UMzCgquKNh2W2tjFdevXUFP+12Q1jbX1+THehgfH8ehQ4dw9epV3L93X77jDn74+vfwe7/3r/Gd7/6ZgmTvas1s4fyFs5iUHIX84NUbN9OaCsxgH+RAxY7WpfXkuZ+emUVfAaC+1n1V9kAAzUYhHa+lb4jlMSjIW4i/56oDf3O4L7xLCrD5ULW8tITr129gbXUTMeQYbuQ4feIYGgpOH5qZV7DkaengEFqtUZR9KnDakb5LnD19DscUtDw0exj2d1WZya/0Nea+fGkHI/KzDa2rDfk6+7+lpQWt1Tu4duMaNhUgn5gYw/zhQ+J1AuajJYzlpRXcVfCOsYFPbt3FwuKK1nEDx4+dxMmTp3HyxGnMK7BZIeD6Jzfxyc2bOK9gTnOohSA7b8pXdhR0XlbQ+Y6C6pcuXUpnnWuf3EDeGNJeRYwoGFxKS8uyoY8vX8bO9rZs864C+G/i1q07WFVAy75qWPJvaa+cnprFqmySDLh95y62Fej7829/G9999Qr+o+x1ZHwCcwpuRK1t0/3e93+AjbSv7sJ+99iJeXTRRhm7yBpBgamn8bnPfRZf+dKX8MorX8Y777yFe7duycbWZD9rCmR/giOH53H92nX4G64j2ktt58888wxef+N1eCyZ5rcQ3L9/D96j/eeune+Xffibq/4/IFekg63dHta3+rK3h7ihOW5oLR09MqMgzBRu3LiK5599Gg4y3VNgdnd3GztaU95bvA9WWus7mu8HSxvoVVEBe6BkxNb2Djrajyudba4ruNrWeavXL5EVOShbCzocQysOai/yDL51q1wWRPk9kCjlV713kJQfssUinWk60m0lWkXMMKV9q1EUUIs+oi9/btrqglK+P0SqDzCoIzL54BACcu0PIyMjaqsSXl/+tZAtp/9DuttRfQ8TE0OIMahvSHvnkNaZbdV+tKd9qi8ZvLYAotQ5qSs/Axmo94eN9U3Zf0866KGrwHNPe3ZH66+7q8OVguY9+cPVlQ3t7213EY9oISVXAZJI8jQacAB+eHQUuXwa9IK4sLCIyx9dVqDzuoKFE/jgw8vSWIDn/v7Dh5hUMDhq/s6dOyP/uCK7XZdPWkazCDgyN4Px0SGdTW8pGH8Kv/hLP4fPvPi8xtbXeq3kUzeho5b6dXH9+n2EWKCn9Xr27JOArJM6GG5urknmDZSy1dde/2sFNm9ic2MLPs8uKjjX3uni3bc+xOuvvQuUDWytt7G90cFIcxR3tG7efec9BfRfU78FNLT/nz1zVkHcS7Bel5dX4HOVf/Hp/fffw6s/+CEuX/oYKInZmUNoy+4q2cvnP/+5tDctL8leP7mGsZEW/H9Pf/DBB5jU2evO7Rs4NDuGEyeP4MTxM2gUU/IzYzrHNTXOHgrN/c7ONkY0/4cOz2r/a2J4tIU5BZbzBvGNn/sZHJLP+f1//x+kiy00W2Npb9rWOcT79IULFxBlez7rLy0vwWu/obFEBszr3enEiRNp/uynPr5yFXf0DnX8+AksPFzRXAhWFvGjV38EKnCaZw3xH0YpW58/ckT6DohZCzc+uSE9b6LXbyMvKLsFpqcn0Gjk2NZZc27uME6dOgWZst7NrmNV+9X4+IjGMKf94r7m+IFkXsLE+Hga77L2phuf3JZt5RifmMK3v/0qWsOj+OTWPayu7+CogthLq1tYXtvChs6ri0rf+fCqArnrOHriFEYmD+E//sn3cPv+OlY3u9iSzyi13vOihbIEomylvduRPBFeJ3lWSOZceijVlgEgqgp6iFzrPUhwr4lsbz16rVI4qIQnel5bZEh9tKTEw+u0gv+JSPqsa6/f2tqC6XjNuTLKd5CiIWam7fOR15LbjJfa93i7jaRk7ItPBctEUvLGVHY/y+V603d/83edgSTqp5SQ5mdcBkreUuPPQHKflm3H/UzL/tP83T/JBMJ9ocd8K72vKJs+db37GlxJPuJN8rG+pk8S5CMwLwP0kNRPpHboOUjTOC7XNAKDMJBwPT6q7Lnp6SzXF3juDZXmjRiMtSdfDz0uK5F+S+kjTT5Iumo/BdxWpnLMovBK4ctHCst62NWat94sl/VQp5ZFKAnfqcH4To3n9NNADuQznqFu93hdJgeyuWz6nhfzq/FM1+Cy8Z1aPzEErWUMAHqqwViVSx9ywNe0TNtpDSRR03RKDmQgByn01PWk6OytgBDFU2XTIwe4pNrF23WmHyyX6jwO552SA1zj1CAWSQaSSZ+ee4/PNNzH4LzBfZy6z0Egg4oBZASV72m/Mw1V6lNpDXieeykVG40Cyj+uJ1dSZ7YYMvideCAp9h/zNt2D/GsKJEEOwHjuRBIeN/QkPOlDFSilI58rVJ0+puf9y/3IAQ03uN4pOagzLdeRg7LxXZdrPyFDsluP2fTdVsknBPmCzP5O586eztNuJ2mygjpVVp9KcilBUHvdUvYr+bdu0lWMATFGmCZJkBR6hQGvKuF47lwGCGEjaI+hACqZfiWZ3F7t8YIekvoJkOoh+ubh9kq4IQRYngBCRVTq5zkodfbxWEzLecAY8nfIhPP/Y+y/gjRLsjNB7Pvc772/CC0zI1VVVmZp3RItgQbQWGCAUcDMYJa0mXlY7gxtaWvc5Rof5olGGo27z6TxlW8kd8QCMzBgpiG7AXSjRbWoLq1S68jQ8pf38vv8xo2MKjRmePM/4er48XOOHz/u10/8kQEuQ+MGRK0LQgc4vX+UOieNU2r/EWOOomijGU+d1Nd2IXzR01AaFZJvpPpx0q8ros54UWeckd7X/G3VohORtTPkOut6LswzhUhSfWvfYtpkBYkjUGugaNY6I+lmkPwYmC8DSXhObUMl1IdIfZPscn5OrQuD9QMw/TN+4kX9SeLkQ1J8BJB1vfs1dKDH/ZToRqWCjj/OJiCZ+pCsy/oZlCf5iCfNjd8pK6U1Vs2vxzCUR3sLyURLJB6lapOaXHVclwr6QVI/64/pNOAa551aB6V0QjLNq+UgP94Pehp8DQJqUkgmfRgfR49xDC6SFCqdTXCy3nmPaXAjyUTL+seJx3guOm1wnTe43uC8gXw0FvkobxySib55Zajb3Ock4BOP21zlPrYppySTTKRS0M3QYgFJQYCfpp/zhqbslKSr0ry7fBLc4Gaitotk+xH4JL8kcfKpaZSqMlQfo63Ko481W7e7giRIOvszwTTdQBKWuwHrAXo8F15fyqZ2773Gcb8G3NYAWcvUlJ2S9fgNfpO67T8HDa7HNE9Omz5kTfdvKrueFI4XjRJAHkKOshQ0zRsPYAAAEABJREFUdJvUuAaSSV9knZ4c07hkXU/WqesM7mveyLpeRFwFpp9Ic3Vy/R1Vp8T9DS40qfXe4LvOtJt280Q+0rPbjW+w/zeecexvScL1BuORNUeHet/1XUM9BuS/K+FVqOQfjGcax+A+XkvqausiicAo2QJsDwbT8R2RU/Na6P04xCiaJZp9z3jmC3o8B77zHemdcawx3c88ur3QnYFxySC+3H+sdJxomTeD8U3X512P19J4TT+Rh2kOdW/g86l1Ytru5zaCcD7R0FnI5wvjDB2n0D2kaRq/AeO6n8dxWmrza3TnNuOZVgOkRhC4jdKb643jslOPZXC9U0N/0E8yaga8i3mY45TywVH7qtvcx/yNtReUOn+UShu6pfRocNkESOKYZ7W5r9vEfpK/PO47xkh3j9BDMvUhieZxn1L9nVZHfZx3u+sbup4721zMMjhvvo3T4JoX1xucd5v7moaHc71xx+LFdW43Xl338fknmcYIvii3sUxPT4OkLnUGusQcwEp1Z4MJOzVzDgpNKXA1lnH4ws0BwV1dCDmA5YsaH3ryoqWX+bagBffp6HLSBkby2Ajd32M4hZ4YIsyHQcU0vtstiAVwncH4teGOE77pmreoxWIDNk7T7jxJJ2nCTMf9PYFBlxweyxMy1AXXyMarl75RmiDxqfc0v+x5AZhAp9PRZdJEkolkUl40jXRArscwPeNN6vJlbm42XcKQrMcGQdZgPPPrF8ADXZQ2MnosfyPU6VCTONRl5kjgS5GBFlqIMcnsviSTLkeqt0wG0zE4b3Cbf2vQedfbwVg3rm/qnDe4zTgdBeKKvIAf68sQGDSPLWShqA/d2h/9bYCt9KdXe9iXDIaBLvsHSZejj/GWi960gkxFUcDyHez3dFnVlyy5IIMvD3cUmPC3K2xHviizboiAXJctE90uPMe2Jc+3wTpw2fqGnq2tLViGpo2kbGiMw8O+QOPp9s+XutCizxgRmYlmhhjNQy7nUcF/aq0nvLEuQA91yWvbdhooZy3Q/ie5qgSE9C/d7+3uKShQidOALOTo6JLdtlylTRKSL8dIa2VLAZBtBdA77S4WFxfRVgBwb+9A+jhMfFQ6CQ9lf0SUjXVEPaCviyjPU57X68l2O5KdhhDFQykd9vSSUQi/ncaJkmV6elayjER3D2O9lEXZzFi25G/SOR2J554uHhzI60tWB7dDCHCwdKw2t8tgFTDpoK1NwTYxFv9gQKaXPZJYV8Dk1u1b6ULTc5fp5STogqOny+vJiS7yIkNHgaEQKT5HaBc5pia7krkFj9VSORet69euKOBwK21wFSBc6xYKemzAfx4z89xPTGJ2fhFFq6PxW8jztvDH2FNgwr6r1SoQNbb7k5Ts4zR2VzYTJfu0/Jq/RTRQ4Ngbj44wOOz3FCBb14hIazTxpEtovdNhcmZKF6ZdhBg0b0OUCvZaX4NBT3a0D+d3dSnc14X41vpW+jYKdEF0qAC+26yvtuzcKWn5S9guPf5Al+/7CtjavtOfIpVeJxT0tc570h1Z8299UxbgfrZrX3Deu3cvjd3RRX2MWVpzlcYFQ5I5xIhM4+ZFgbZ8VaE5yPMc1gHJJKt58lim32q1QFJ2cgDXZ0ebjvskZB36Mm2a0MV4dyJDkVNmMUJLeqLGXFxcwCldME9OttDuBCwvT+PM2Tmcv7Coy+lFnLtwCguLU5q3AOtwOOxBs6u5G2EkOw+MiDEX75AsvaTHGHLZchfjEdE/0NrVZe2OLnDXH+5hb28kWsC//dffxP/0P/4/8e//3e/pIv8qTusyuyNZTmlNVeNDvPXmTzAx2caUAgtPPfUUXnrxFXz5yz+PUytnMCOf/NjFx3A4OMQ777+ji+UNbG3vKKB0E31d7M3PzUsOB/raClROYWFhDnNzM1qvs3j2uctYWp5DXgSU5VB2MwHbxLKCmYtLi7LXNck1AgN0sb4lmXaVl8Ragw9W78l29oCqlP4KzEp3c7Nz2JPftD/sKsC1qDrPdSH9PvbERQUdhujrIv+bf/ZNBRHehW3m/fffk24G8Frd3d6WLwYcDO3JnoPWcF9BqXsKFK9v3EN3ImBvfwOddsCrr7yI9sQEZhaWMDO7oPmalLwl7t57iKsKsjlA6TnfUJBiZ2tLc50jhoCu9oI9+awHd+9gpDFG/UP05aehNeE89Qqf6/InzzOcXllGW/ijfonHzktXC2fE2wo+/anPYWHuNCa6c5ibPYU864LMMD05gyzkCl5Mau73NZdX4ADpoQIA4xGw9mAbTys4s7ezD//J5bW1ddnOUPbRUtDhDu7cvgsRQqfT0nwMUIiPS7rov6iAub+pdPfeA7VNYmJqFnt7faytbWFegczz5x/HmTPnEWV7Xi8OaP7oRz9RYPYeTp1exs07N7Cx9RBTCpBdfPJxXLz0mOwugwNQd1cfoCt/Mi1/tKpg8ZoCg++//xGof/Mzs+jIt5cKft24egf376xqvSrYdPWm+Iyyy7cl/zzmZGOvfuoz+PrXfwV/62/9Or7+K1/HvAJb5y5M4qF0P7u0hJbmymNlWQsH8iu/+LWfh//vxLxd4aVPKWB58RwuPvEYbt26jgn52w9kF612oXEqnJYM6+trWFlakd4X0VIQ49VXP621ehrvvqtgsAKW/hPKDuzcunlHvmkAX0i+9tpruH79OkikX9C5fu0q/vX//P/FX/3gNXzre6/h3tqe9HKAd965on1nW/oGup0Ms9NtnD+/hHY7x/T0hNbNJM6eOYVMPrndKhBjQAwBh/LXu3uH6OuMMDE5qTGjzEgTLR+Y6ZC/OD+rINJqChxn8mEhRhBAEEPO5SFqnx2jqirk8lVqQn7Cv9mvuW0s4/Hl0GSnC+gs5/7T01Naf/sJWq1CY2eIom/8TLR8Jio0pvN5nkFDSi99jMWb8UjK9gaqp3bngIH2TbGBILmGw0rrfqz2USof6rxxoLOD+461V5sm9IwGY+kkw+zcLEqd6cbiE/KIQ+nD+8a+zgJZVqQzyPTUFIqiK/1OYtAfaw676OuFsxQdHRO0r3vMUeKnUl13ahpbChital8uJN+sgmD+5uZHV67jmuxvIB6vXr2O/+V/+Xe4/+AhDsS/z1qra2uyiXfEV1Dwzr4ix5Zsf/XBfaXruKO1cP3GR0fzCfEzIY41IILmagt5kctHzqIo2gqK9/Dt73wX8/MT+NJXPivf2Mf8wjRWzsxrr72PD95/G/6ls1YocFfB/od3H6KdzaKbz2Nx4TTyrI1S5677D1alxwxf+MIXsbSwjN/5nd+Dz0FLS6fQ1d7Xabfl2ydlB2OlU2irfOnSk+J3R3VUoHcbs/Kt773/vvC78p1vw3vYeDSE9b0pP/LhB1e0Vlv4whc/pzW6g1YOrCv4/Mf/4ZtCLUBkKBXI/trXflm23se1GzckxxnZ5h7asquH6/dRyK/mRcRzzz+H5194Aetrm/jww2vSx7LWyDu4du0aTp9egffw1QfaGyTbofTearXhwH456onPCcxMTuh8VOCxC49jcflU+gWQv6Pg9aWLj+PSxQv42s9/Fp965TnxU6Hd7ij4uSGZrskexiCpfeIgwYULZzSPRCFhtnc2MRoPYNsvNEc3b92AA4p37t6E/2LBqOyh1L509uyK9rYF2dM4/ULPvfv38fbbb2ttFGqHdDSheTyQ3mLa7/wLN5effArdiSmEmKmeWvNzGIwqbO/1cG91Gz98/X2sbY/wl99/E/v9KBmX0elOih/Il/VFb4QQMtjW9+UTWnpX9DoUMc1fpXHLBF53pdav12Vbc9y0O8217sujF2qXDS6PtV6dGir1db1xO51OWsteZwyE1y30OPXYBpLibZDwPLbXrdvtG0hZhPyEuhzjjHRW9ngkpa8Ij2NeTSvVo36cd51pGrKkNyQZawyk/iRT0bgkky5IpVpxrrNMhkplI7rO/Lmc6u2Q3PAJIGu6TXXNQzzWAclkR24n6STxZpqpcPTD4zV1JD/Wx/XmgxS/R3xYPx6LJJx3f5OyPoGg8TNQ/pOgqtVP8zXWpb67kxEx5tIBxQuUCgVEQw8nnoau7QkImr8KZEgYTVulc7IBIMgazLPB/DRz5HLThyT8nByTpOiPXZ3ouJ9l8zyQ5rW2XdNwnfs6dQenLruPbWukizLbKFmP47FJwnhkXWfck/XuZxpkPRZJ6aZKPHlMsi6bJ7/rjL3PaJ0wBhhw9Bi3OsqbvoGkdF0mei6nZq0VCaoPU33qV1Vau1my96D5M675dJv7kDWu69wWZe+kxle9211nXANA0SpARo0tCxJt6HFbKd4rnZdVTB+y1okLDW3TKmU3rvskmDey7lOJ7klocJu6ulxrxHWldOYxRvYn6jtSGaJFUnyW2uuHCaznBt99nDct9yWZdOYyybQPuN58RZ2NSIpkDcZxX9OQqsAoXej9S+accFRCpY2/0gHAeMY3NPnAR3RMw0DWdQ0OSXcR/0AIFAQ0bZaDVB0D8hA1bFQbhVt+DBp8HPkg26P9nmVSh8Sr8zEEUP+guakM0qF5MkBrEXpUhaoUD5ZLdZUAKlMp1W68Um0jvSt6jdZjE2QNuc5prnOb/fpY+1kpm3FXDY9KF+OWy7oLkRiM+9j3XxOqBhigDxZEyCNCDIgxJoAe82i6ymosS1oqpYtpnTlD1mXjNfgkEYJoCUi162OLqqTrBNDjuqqC+9gWzK9pqCWN4f4GgCAJP8Z1ShIULZIuSr4qAVmXjZdoqii1JRz/IJloma7lDEdlkm5ObRSjhixEuN08mV4Qr85D7UYm6z5N3qWgNmqOj+uEoyoXE38pox8k0fAQpW/bDlnbWBoDEC+yh6MxXWfAiSeV1cdVJBO+8wa3kXRW9UzgguudekwDyTSPPpfZdixng9Okxm/yTg2uM1RH/DlP/TjZpuLxuKRbXYNkWyST/CThx/0MzpN1nfOGUvr0XDpvnRlIJtoMR6nLAXWd8jh6yLr9qJjanScf1XvcBqDJdR4gYshB1nNAlkCCCmTd13wYyLqM46dSrhReJaDyjz4kQY1BG9hRNcmjXJ2QBEmxUtt0zQ/gsQwk63ahu42kcvWHZMLD0eN2g4tODc6fBJIfoydDPdn8N+YbWk1KMo1N1vTMawM48ZB1O8mEHzyHae4qRAL6iIVHsjf0cfSQBFmD6ZNMLcYzpIJ+kHW9ssf4JFPedZV+kHWZpEpWeT1uKpz4QTL1M/2yLNMZzneYXjOuMx/NenLede7uPMm0xoxrcH/XG99A0qhJFy4b/A1RSCeVbMW2P9ZZcKS7+lJrodT4pm9wR1L9BcYttSmOtU+nNu0dgfbBMfFu/2+e3ZbrncE+x3y47Hr3czmNr3Xt8kj7yFgX/ZWAJNzuc71T6DEv9Z40lozl8by5/qSsHo8Un+ojIgkv0dd7g/EMLmtYNYfEr2UxzwbzaFADGCRPCKaU6LjefT1mAunKZYPLTbvLzruj+Y/yu84brAvz6LoQI5y6bInLWcgAABAASURBVDxC/2SjWZajpbvVTO8+VLnS3FTSt+0oxIigc4zzY91zjASl5qtKm4/6kx4m2c1IMpsvV5BEGkOp69w2Ul/zOtY8l1IISZCCEFKKo6dS238KjtCUVJqbkWCc+pv/ZkxSdAVCSm2W2+2GECMgPzWSPZkfkolXSG7v1QZVpTrzYf4NzhvCoi6hJ3R5587eYKqq1GZfM+GB3NkdnPdLbZRiR1KOLz1tkIahXgxGUggQUOjlOM8KHTZH6QAJP9J4JUVYoEz9XTUSDY9no2rA5RQ4VODDdD0uyTTR7tuA+egeBUuMAz0hRBkakgI9lsFtlstjORUabDCPeJCs5o3aQBgRY47ATAYw1iVLT3ookzHZoIIm1jQMpl3o8s08hJilcU1zUpeE1ufU1FSiYR15bPPhRR7Eo1+mjdvwYRrdji5UdMlCjeGDF2WkUXpq6RIhKA06OOatAoziU3o0TevHqWlbLpJKKvFSJb7Np9urI2c01oIjCY9t/Rksl8vqmOqjjMnlEKKrYJ5buijr6JI41yWYzqfoHfTThVUdeOzZzhDVz0CaB1VJpyaQaTG23TcX79LxWIsNCKDy1lUpW9vc3sKWAo3mFSD8mPe+AgOW0Rf96+sbIKmLmVld3kzrYmdSF0vtJKv7ZdKRbfikPAMFdff29nXJtpW+KX2gy0r/X6Ze+GRM8mbiL2r+LC9BtHXxHBllu0MFQw7gb5VE2QTFr21zZ2dXF/8HKCRPob4jBWCykHn9AdKzaZh/85TWhBblSDDU2vAFa9D8Tipw8nB1A9/+y+/pMvxOWiM9XbIdSK9klFwTiLGQHWsepa92e1LlTBfBvQS2vXjEc0uXa9MzusTvTiLXPBWyyfF4KNsbJrudlD1mRRBrYxRq6+pSqSM7c35ubk6XYl1kWZZsnaSCDnu4f+8u+gq2kpJGYFzrdt6XwLIhX6jtH+iCTbK0RI/q7znaVnBn0O9JZwP4WzuZbCLICWUxYH7e8zaJsdY8VWf9bG1toTx6+elpPM93rzfQxeAYIeTityPeCgwHZeIriwXmZhd0ETkP21qhS8KJSfGfB9EZYaBApem0tWYAYmNjQ3O4D8+b52BCF+otBXgHvpSW0066Ee9eoxOTE5iVPpZPnUq2JdFkWyPkWnc+BI5GA81LG76k3tnZkw30NEJMfLalT+jx2Ibky3RB7nXpSzzz6jqhJBreMKxDtzkQ5mBvnucgmebBbcZdXFgUfifZu/1DR+vIfqWjy1zrOpP9Gc/8p3GlW48Zo+xRAnhctx9orqzvomhJnxm8poyXSfYgPKfmxX7IOnGdgXpLmpntoNPJFSCZFimqf6H5la7ln/f8fwKP+ijHPQWscpxamcPMbBtTswWmZwp0J4n+YE/6l61ozs1XnhWotNnGUIDIE6CKolmi0kFoLHsfKugw0n7SakfZZweFNnMIH2yBYUJr4BAxTuK3/sE/xM9/9ecxPTWH5555Gd32NBzkePXVl/Ff/vZvw//n5Fe/8jXZ3lK6zJ2YmFLgaVJr7jamtAZtF9evXsXy4hImupOYnJjUfAZ4Ps6fPwfbxEgX0v3+gcatNDeHaCtwNztrOt1UfvjwofpQMvaTjU4osHX/wQMFRLZUdyj725NOppIcAwVwB6MCCO00fktBU/uTQwXLFrQHe74WFZR99rlnsa6gyMP1hyi0Zj/32c/gqScv4+WXXpCsE2ncvb09ONjV6x1iQ0GApy9f1nh96Ua8EnjxxWcxM9XGu2+9jo/ef1fz0MPs/Dza3QlMKBjYnpjG/uEQW7uHsF7m5xfE56zW0VjrbQD7wJ7sZn9/V0GG+wrq7mFT/PT291HkEYX2pwnpIrDCcNiXv+khBqKtuZqanNdcTKEjvzVWACGXT223phU4y7G9dYA9jVnqgmRrc11yrkHddJk/koWUmJ6ewNLCPOan57FyelHtW9ja2oGDKXfu3FVAdE06PVCQ5y7u3L6Hahywr2DrQP5jpHX90QdXcfPGLdy7ex9XFDDZ3trFqVNn8PLLn8GTl5/GRQVaZ2fnJPs+ritA8vrrP5E+e8m+t7UPff+17+OP/uQbeLjxANMzk8hbGc4/dg7epzKtF+tvRoHUxdOn0B/25GMLvPLyi7BfXV5awqnFZfF/Cr/0i1/Db/3mP4B9Viab9xyfPnsu+SSv1xmdD+7cvIV9zaPn/azs7WnN+54CyVH7/PrmFvak6zXx8da7r2NUHuDW3Wuwb7958wbOnz8Pf7PU33B9/ac/xve//138wR/8vvaUv8DM9BR+9KMf4vbtu0l//nPC31cwdE4BtpF8aek1pvX14vOv4G//xt/FkniemZmBH/MW5T8+97nPpbkM2vB/7vOfxcLSaewrQHj79h08uL+tdUvN5SEO9taRxxEmOwW63bbqK3z04QdQBhub+/j0p19FRiJodlmOUYQoXbXRO9jHSD5yqHk7vbyAtmzKY+XyR/Zl3guCeo21v8YQ0v7abnVR5C3YV3U0lseo9MITtc9Aj/cSn51CpPxUhuXlJZR6MYJwSo3t9d7W3mDfV1Wl7Hao9nHC9XlDJOSDSul4nHwkSbVXyT4ODvaSjY4VAB3Iz/bFe6m90HTm52cwlj1XFTCttXVZazGGHPuav1J7v+2yLzmH8pX7u/vw2s0kr78NPjs7I1/gNd3H1JT8l/yq+ezI12uLUgB6CDITPyP4bDLSOCQTn4gBWV7IR7RgHz/WnHbbHWgxwv9lwI7OO7Mz8whZC//hG3+MrygweO7C43hf68K/WOIg/Sntd+b30uUnVP8BQoRo7Yn3Hbz55hsiNcLMzDQODvdw4/pV/MovfwXacqXRIH+/jIP9fmprSa+59kr/meylxWns7j1UfYUnLp7GV774afzDv/e3MdQZZ/3uXQzlV04tzohOG08//SQWTy1gde0+/NcC/It//vb3rVu38Y1v/KFELDA7tYDr127Be8OCgqv+s//z8mXnL1yQHir4m5xRNptrnbVbHRwoqDfsW18ttFs5nnrqcgL7qpXTy3jyyUtYmJ8SvQEW5mZxenkRly8/jl/71a/jM59+RXbRl02XWNR6fuvNtwFE/Nmf/Tm+970f4pZ8Tlv7bx2c3MSPf/ID3Ll7C/6m7XPPvaC9Zk6B1HdF7yn5ho6gjX3xE0KmtC8/VuGxC5c011Owb+3t72BbflDMyF9PY25uQdkSmfb2EELSv89OZ88t41Offlnn7i3xk8unnQe1f/YVkM11KXzxiXOwTZ1eOZ10QhLnz11AJp/V7/fVp4T/msTS8jzaWqudboHt7U046LqxuSY+C63vfezu7ODcufOYkf+9f+8hbty8g9Pyn0PZ1qlTKziUD/B+uLm2qjWvdaz9YWF2Vusz4uHDTXx05Ra290fojVRe38Paxi62dg8UwB1hT30L2WcUTzHPYVs90Pl8f/9AfOZJ7oHOf15LpXyU11PU2m7A+ii0H7ZaLa3LEmSA9Vrp3OC1AlBroS1Z2qnd+F7rBvfLNSZJxBDhZ6R17HOZ28dap8Zv6lxvcFsUD1VVpblw6jqnxnU/kjAOSfgp5L+td+MZXGdwn5TKF7reZeNZHtNxG0mQlFzhGKDH+AZlU7vTT4J5cJ3xSKb+0ONyJT/uc2wIkG7GGElej2+ZSQqr/rjOPFlXpkfWbSTTuKZlTJKJPknR81zUZdMzTqU5CSECYLJH69IyWmeBAaX8r8ul3pkq+CE8hyRdSEAy9TVPlZAMwQKotRSy81Fz45RkmoMmb9wYc9g+IB4gfnBEQ11BxtQWhcP4aBzTxYmnHrtKfDTVZM2jcZt2t5kX6848uOw25w1kPYb72BYXdd6b0hnAba4zVNJF088pWfch6/FMz3hucz+SkiEkICn9lYlP82BecPRY5wYXrYaxdO806OBlPLLuaxzy42NROAiyGZ3zgs580kQax3yYB49F1n08n6bhcdxm8DyYb9cBBFnzW0rWpt48mI7bx1r3ZASFBz3ub39hWsYja17d13VC+U9+Sk02SRiX9PiEH/c3kExt0OOxICNxvfudBJJqUavSTHu3gdKN9WG5yZpu08fykOojoq4zTfPgvNdCqbMD1O5y05bJ54sNGM93RE5JyjdmCFFrJmh+hVDp/UnHGc2DRhd9VaV5N50mb54MLltvnusQApz3GYmk8kH9vHZhVuDHOGPxRhDOB68NSa6RhKufGs/10OPxmjFcR9VZngS677A9u85tJ+Vxu/s5NXi8sea9NMguNGXaTwiSCIx6v2Q6//hM6H2IJGJ0e5VwzEeMIeXVJL6h9oBc5xGJLD2NUtnrLuaSWbZcKUhUhjFYaE6zCiP7xyMa+MRTHZVJpjHMc2PnJEW/1N41TmDUoEETsOZJnVwNCQOoDtSY0qP5hp5SeSUgCfcjhWCdH9Ubz2ManIeeGKNkiqkPydQPepp2ZSEzSeA8aZrOIfUJKicQr6aFplljRgbkQbRV6TEN1RE/pm/Az3iouYMhtdVaIwnyEVi+Bsi63mXTtE3YZtzdZacnwXXHoIZabxXcn+RxCj3HeJLHec+X6VsWkkl3rnedASce1xtc1aRkzStZpyfbjGO6rjOQj3Ci5inTeceQ57l0EQQ85pUkfvZT68+0DSRTP/ITKcJxd7JuaypINtmPjUc+qjeC6Z8EaHMIzGSkWivSnzKa1hEqlCCZwDpvgKTJpHrS+VLlmn/SZRWPUp9BIDoQNdWmD3mEo5KztANI46rCnxN5kmkcj+2mk0DWbVQlyWN/1cim6r/2IY1dc+M5NO5fQzqqONnm/Ek4Qkm8xfBoTpr6kynJhGcZYoiwb8ycMoBCPEm3yav6WB7nG2jaT/JO1rK7rsE7mbqPyyRhHqDnZJ15IP1TDUcf0/I68buE7w+9ntynAbeTBMm0tkw3sLYf93O7AXrcpuT4M1KuWR+ZfHbU/pq3c1mILE62UMqnVLLJSibVjOdU3dJH1bKoSviaRyPBfFiXBucJ8+t7BfsM7wMez3yUou96y2ViUevV9V6rUet1LKrjqky+3WOSNT2SQq80JyVMw20GVR6XG1piX+OP3XSsm1QQ44ndVIBGUsVRnjR9wLyQVC1ByieHKPrA6GivVANIOlF9KX5qGiRTPVmnpmMknz2si7HO/+bb9UnWENJYLkfpwAAQIQbEmCHKh8UYIXIaw+NIM9IL9DAQEHhk00x60HzFkCOqL1nbgds8ttOEo77Nx3XmaaRzg88BUoY+FUgmFJLH+VShH6bRgIrp05RNj6TqKoxGQ73TD1LeMgTJSrpNVUcfknBbXohnyQo9pmWeTMt5VUl2z3mlbIUgmU/SMk6opJRSl04hIF2IZTJmE1ZPvfDrBXt3N3X2Sx9JHWz6ejk+VNBjlIzMg5loY6RjHcZ8YdTTJXElS6qOLMYGTDJNupkc6WXWkCZYL+s2aBv2gS6hnBpHA4vp8DEwHde7n3Ek3rGiQ4hq0hjiwW0NqDIpC6CUO05QKU9NdkUn76C3AAAQAElEQVT3ibKHiFL9DnWhadpBCjGYf5ddvy/eLK91YT7sWHZ0AVEBKQhjwzTO5uZmujRLl1wyXDVLneLUiJpH040xpoOy+3gSSwJjmZB5HuhieKQTc08BItklSDWKiJ3BIBnHMOlRVUk3JBN96979zaPpJ9p5DqeZXoZausB30GRmZiZd/FkOkmkeLYvnI+leRl1kLV1GddHSZXimU6cvxvuHAxzoUmRXl4I9XY55aq0by+z5a2hE6TXqRdXtrjNOTxeK5td6a+vyLYQM27KtoezAvBaFLkIEQND8jBJsK0B3oMs3ywPppkq2Ok66td5d31FAr6ULFtMFKPscJbAsffE4VnAGcj5BdMkAMkpXlBx97O7u6YJrqCDMEEMFX60706Bwo/ibUJDNdj3Q5elQNmrd+eLcl6S+GJUX14V+ibH05b5euAeHB+j1DzFQkGGoeTyQvtzW0SVcCFEX3Bsa+xALC3OYnJgQL0FzWSFXsKvdmUiBH93Zonc4Qq83xNbmDtbXNtMFqXw/usKJmktf6o61vqyvIFsdajwHV6LsqtUq0JGOra9MDsIv7ksKzg0UoF5bW0ORF7oiJAq9wLnv1NQkOgo0Hor3kezVc+k5Nf/WsXXpb+Aeai6gJ5e+Z3Wh6RczzwtJmE53ogNfHvvP+Q4HPYToekLNaKmPL28Lpf5m6LYC6Hfv3oP1ZfscSMeHh31Yz0Xegu1OSwCMuey3LRoBttu8yGAIEbKRIUrZRN4q0Oq2hJfDvA90KW2dl7KZkGeiEVAUhWhQfUYwLx3ZjS9v290OCvEUY9TYwzRvJDQvY5X7moOe+kXUQZE+HCDpKvjWarUVcJusedL4WZ7Dj/XW17qddCBbdebHejQ/XgOHWgfmxeB14Posy+ByTxefJNEWb55bz/fBfg+l5pkMyQbW1zd1absgO+mAJAbSm+dnIPuF7HZGwaIJBQY9rv2wxy5NSLrwWNa1ebMOPK55mNLFjvXhPqCkUCBVb7Tp8tb0txSUquygqiA9+OJziJ2dLV2ab2GkYOpofIgdBVYc9Bnpgnd/f1uXqw8UmH+AzY1trK6uy4Z3sLujdaGATlUG7R8VKJnMh8wXIwWsB5o38wt7wjASxwOMyiHGZQlq3V6+dBH/4//0f8E//Wd/VxfPUwoETgAKxh4eDLF6fw/7uyPZcQf+FtaWgnDXr93ExvqWdDTG6dNnFWR7iNGAePrS8zi/cg6PP/aYLpW34D/HePfePVy/fh1Ra2tXgeK9vR1IvVh9+AAPHtxH0Oa5p3rbbN/rSEHMmZlZ7ZEHePOtt+BglfX5UAHWJV3ELy0ty35GkmusffW88jM4PNzHtHTtP8GZae3Nzs4il+1taw/x+nEQ1XVz83NYWVmR/BXmNZ8drc05XfwvLs6p/6T2mi5mpqewpODrrAIy1ttFyfL0U08qyPybWFPg89aNazh/9jRWzpxSELUNr5O26MwreDwzu4DLTz+rQMYZ2bnsanUNq/fuasrHyLMgHR2ilQcog5VTiygVCBrIp7V0NoD8QzUewhfx2zvr2N3fTHPf7sguNE953oK2KFRlRJF3cXDQx3hE5HkH9rE7W9vY3NzAQwVQpqY72Nndll3saLwW8pCh3ztQ3S5eeP4ltLT3XL9+E9bVtIJNbQWZbNt5LBQ0vYPf+93fl5/sKSiyIB4r2ULAl3/uK/j8Z38OF84/gYH88r179yH3jxnpcWt7L9G+cuUjBRtv4THpbHp6Um3TuPTUJWxsbaVg8/zCLGRuWvuHmt9d8V5geraeawcNK52XujrwX770OEbyczeu3YXX6ZmVM9qbDvCH3/gTBaPexrnzj+Ha9RvwN9teeuklPKn5yaXD73/v+3DQaHNrQ7bZx8zMjMYLeOKppzVXHYBj2c0BXn71OQVmFDTSRmOf4zFuil5POrpy9UNU2mC78hW/8vVfwbPPPoMN6dVr3sHQV155FV5bIwckJcy+gmv+djt0oHj/vQ8RY64+z4vffdiv/8N/8A9wXvx2upO4eOlJPPX003BgZXZ6WgGVpfTnk6lLp8cvTGJxbgLPPXMalx4/j+mJtoJDbSzKZu0/NjbWcObsCpaXJvCBAvkO2pQjHWb9bWally6cxW/8F7+MrCyxoID12dNLuPzERdnJvuQmID8zHlUY6yzmNWF+Pf8+J3gewaC2MbweE3iPiQFRkIcAjEfQpoxut6N5y+HnQPuWdVVqzEoQtZYdgI/y+W73L46QRFG0EKSX4bCUfwJkPkj9pGeGCPtPBiBkAV3J7UCQ/b2De/ahe9KxfbzPsEH0vL8URS77jfA8zc5Oak4icl3giRwmpzryV+00xqR89kgDtrSvjHTWIKkA1wHa7TYYS0SNWY2JUX8sW+/DMpaStdImWSntyK7a0oUlDqrLsxxPyp4++7kv4OlnnkehQKP/r9Lp6RkF3b+rMS1fiXanBf+52c985jNYlG94+tln5ReWMan9ayjbmZ9fRNC/pxVwfe6ZC3j11efxxS99Gr/59/+2bDWXfx5JV4eo5Kd79u2hnfzhy68s4X/1278kU97HhbNn8ZUvfRmf/tQL+N//t/8Mv/iLX8QTl87ixZeexrXrH+A7f/UXOHPmNLqTHTz//PP43Oc+n86eA53dvvjFr2J5cQXXrt7AeQUI7997APvJjvQy0J6Xy9/cvnUD+3t7eOuNt7C1uaXA7235ngL+0+PXrlyFf7HKPnVT5/KYAV/7ha/g5z7/Gezp/Lmj89VffutPcfvmh9jZeZjqzp6bw/7hDj766AZG8l3nzl2Uv9uXz7mL7/zl9/DlL39F5+cOJmRjVz+6gue09sajA6yszOK5557E+toO5ucWcf/+A9y5cwcvvPAiLivI/v77H+CtN9/Ba6/9CDHk6j+FLMvgOX773ffgdbm4dBoyUVQAJqa6yIqI0yvz8k0P0Bv0ZXdTmps59ZOfHY10FpgRfinebmLQH2rPyrAwv4Q1nRlDCKiqsegXuHnrGvYPdjEc9lTOQF/OVyV2d7Uva697cP+++hLdbldphonJaQTx6P2ip3OZdddRW6618MoLzyCO+/jSZz+Dj959G6/Jny0vncLDzW3sHoyw16swrHJMzyyK/zYqBtGMCFGg/bXQeaml81imck9nnqHsPZO9xpghCkjzjbTefB6wX4nClUpS3UDnBK+RUoqyj/OZpqPzNUlYZpdJgmTSjdew+1s26DGOwfUkUx/nM80F9JBMdaZvPOhxm9e/60QZpue2pm6kuTCfA79zaI80nsE4xhUJzYVnFYmvQvK73bI49fjGdeoy/obHY3tMkscY7uOC+xmavOtJJl7JWhdKNH6VACi1/4wAaIWHDKUc7Eg+yPQNajj+kDzm33QrnUndaJ5j9HxVqT16nipRDFFlIMsKeI2GkAmdKORjo9pG0lcN4zSnnmf1Sjj6ob6VeKSzx+BxSaZ650Mw30HyZQnfdQbz7tS68D4CUHYAVKX6Imi8UutgpHQMMqChAz3uR6XNx2WDaRlIgmTqAz2ua8ZzSlK19cf96pzG1roZym5tm8lOlD/ZHrUuTMs6qXWBNAZJGK+BZgySiX/XewynBudJgtKNCCDTO4ht17QNpNoEYseoQqnld8G0jeO8wXy6znkQYAyA9hhfMA70jjPWvmP8qDk3ePyxbB96gsYnkXg0jsHtHtdtnhdDIyspZPWr8QAygtR4qB/Xk4THgR7TUgLL5vQkkDUt45gfp007SZBsiilvfkjXUXZSyufXtuG+zbim4TIDtbdE+dBCtpzJtjME1ZFMtBrCVF2Td+oxDCTTfDZ1pusxnDYgSmhwg/Qd8winpXx2yQrpXwnYnr1m3c+8mQ7VTjLJ4TFqeLSWSMJ/8UxLAbYRj2Mdum9Do+6DJI/pldrbK/mKsc4VZVUe1RMe1/2UQQAh9sSUxlK+1PnNEENALr9ayA9k8u1CEHqFJnV/+xLbhSrVZroBMIOqJF2G7EgcyN9H2Zp5JgmRRp5nmoc85aHHPFXi0ZBpTRl/LDuttA+G1IeyIfkraXGsMyliBWYlQkaUeu/V8Rgk4ce8OSXrMsnURlJ8Vm5K5Up8poJ+kDWOeUxwVCbVR2NS/COG1I+s69y/AZE4/rjOhUr9AMJPw5PzBpeNRxIkXfUxGKuvOTVOAySlryA2AoLy+BlPFgKsO0I8npDvZ6A+qjKe17/sxHQDA4LokKIigGhBj9GUHH+MYyD/5rEaORsZ3NlylSLmlKSr0rwYNxVO/HBdA6Zh2UKI0s4JpBNZ4xjcx2nTdDLvuqa91H7oNoPrDaXs1amhrtdMil+XyZpf5/8mcP8GTuKQBElVPbIjFdKH5FEbjlMcPWTdRvKoBtJXKaiSv/BY5tNABuRZS/YhHYnnymtK9zK6JADJBEFza8CJh3SbK0y3dOZjQFJlz5jbqjS2KuqPxnEzNZYWPCrpz/Pb8GUk0v2RxsfPetReiY6bnBqa/s673kDymEZT77QB4/yn4JN4Tdn8frKf21xH/xCQPB5bxbTOMvnITPaYSe9qRdPH7c43cFIW150sOz/W+nPqNkPTv0ndZmjaPH+Gpl2MOatEXBzxSfK4zn09RgMuu5EkGjpRPi7K9zZl4xj/k7oxD8YxvtOTkBUZovY9aGjjeUorOedS68xnJNNzPfS4H4MQBbK6pLtStlPJzGKISb8k4bvpQ8V33FYUBTLpnFS9zqJ+b/d5J6hMEqbpdvOc9ksRcz+ybouSkQwga59FEsZt6KRzjerE8jE/7m+ec53JovRDEHZArh+LX6duJ5l4Ng8wjsBnpVKyjwWN/NT4IUSE8HE/SxIk0Tyl1pP1ZXBf8+a01JjGMabLTb3vWk7GmcxTwjui6XIlmj4bkEzjM0h+CVNKTxBBUvWMui/PEbXvey8geayLSngkQdbgsvnxGWM0HmF89B7i+gZI4mc9TbtT0zBYVpetG5Jw2fK5jWQa17SM41RVCJIhzzO0Wjkyz48r1WicBtzfoGrh13pvxgh7uoSwAXggv9hZqSPdhvb6PRHM0kVfjCFddjmAdaggqV8KxjJAE4wyqiwPiMIJARoAqV8QY7LlpDzTtKF6DAtlZkIICS+qf4jhWDjocbtB2eN6C+O6pr/LCWRcTl3vcTRH7pbAtPM8Rymcvi7AzYONktDLlw5ro1GJsWAkWUoZFknxH+Cnoek+zQJs6eLbC8xjWWfu4zoywBdrDv7t6oLGF2yWNUjGk7TcrxQvrnOb+XM60thjgfsc6iVr92AfBwq6GN+4JCWD3ISE81juYz4MzpvXkYyvFA3TbOuiyfUGkmkOSGpjDEnnJBM9y2Z+Pe+moWq4jzoAOgyPFMw72D3AtgIThwoKHuhS0vqzTju6xM10AQIQZA2ZnJPr3W5erCOD6bsctah8GW6djaRzjxV1eZnpoA09lRajnVxHl+a+zJubn0Wnq8sYlBjpQLyjAJyDgY1+rR/TlVrEsnkISb5KvI910RbkyVpyas2xlwAAEABJREFUmi1dUBZ+iY8F+rpwSv0VhKKCQ3mSAbqU78vZliB00Jbhmq4vkQ4kt/m3bNaR+XaaF5nGivDjsp3IUOtmqAvjChWyPEOIVBqk67ECMg+wt7ePEGK6sOp2J+ALzkK8RfHges/H9s4u+uJ9IHAwdVcXtH3ZrvmfnplCS5efYhIxRnidHhzsoShyswGvy54Cor7MvXv3ji5K+rronsLKymlkmhvDWV1s9nUpty+8ofiNuqTNRMvyFtKVCR24TYFg47vObcaPkqk90UWmNeWxiixDFmX74uFQNtvXRtVuF7rgm8Pk1AT8py+HGutAduM1tK35OxCO10qUzNMKIrQl/6Eu61y3L1l1DkemtokpXRrO6qJQk5su2zTmQe8Qu/JXSU+yyS0FP2xfY8130kmhi8TFRXQVpO4qQOyUJEjNg3j1PBl8GbAnfn052NUFoed0T3S9fvtafwPJbppkRE/2Yv5GvmAXtNsd8ZfhUDINdKHgtToQvnXpP80tt4KW1p/Xck+ytuQzfNnu+TKvbbVBvtE26Eth+9QgP2GA+HTfg95AF5IDHGpsv3zZzt1e5AW8tg7tG7TW7TNKbWqZ6i2XwXNle7G+K7dJbvf3HAwkW6E5NrjOOE4t/770EeXHg2zWNELI0OlMolJQLIYW8ryNPCt0idAGZN9z89OYmGgJJ9cl3FC22JdtS9cIqLTuqNQvz31d/m9tHkhfA+FloHyvznuA/OBQF7vDwQFiqKAKpRANoNXNEHJgUA60/vP053Xn5iexsbmKf/Nv/t94973XdQn/IR7cv4e7d+7hzTfeVrBiAi/q0vrSE89gfmEJy8srGMousryD8TjgT//oL/H+29dx5b2buPLRdWxt72B9YwMfXbmC7e1t+JuF9oUH0sNYvqbdbql+S5fSD7UHTsN/ttF6aWv+19bWERhxqL3Q35h74uIl4cyiJVt2YLanC+JVBWFXzj4m/Sxr/JH0M8RIQchSBr60uCAdVcjzXEGrZ3T5vq7g4kai5+BfWVXoD/tSUYkDBWAdYHVwyAHVkfzLGa3ny5cvYXp6CiEGHGqN3V97gLXNNQU3hrrQfw7zWgdnLpyDgyXmpz05AQj3ji7NNzY2FbiY1nxAYw7ER4GpyS78f6XOaN122hmggOFAQbv7CgZsb20qaDaB5cV5dGW/UTbV05idyTbmFmYk+zSGWgtlCQTZTSmbURF51hYZySm78beO3nzjDdy6fQ1r63cwGB5gcrKF27rkX3uwiunJGfUtRGeETOv/jTfeTMGISQWZLHf6ZqoC1Yf7h5J7FqeWT2Hl1Gnk+rd676GsKke3JRlle4PeCFNT04Ip6b8jGQ+kywo7u5v4yes/xtraQ7zyqZfQ1t4yvzSHJQWM/Q2wr/78l/DLv/JV/Nqvfx2nVhawcGoeEwomfvGLX8TPf+Wr+O1/+Fs4u3IK588sY2qiwOxsB08/fQm/8eu/hFdeeh4/VJDkh6/9EP6Fh//wjdfw//mf/5UCS1ewubWFm7dv4c+++afw/9f44ME9PKZA7uLCYuLRQdC2/OaFC6cUCPoAH3zwlnx6QIxRcp7B449dkm2/jLm5BfzG3/rbeEvB+x3Z7/LyovatQywsLODLX/4ynrx0Oc29f2nl1ZdfQWSAbc0BnbbmbWZ2VmtjETs7e8i073bbE1iam8WPvv89vPXTN0X3XfzHP/ozfPd7P5JdPqdgdIWbd+7jxedfwJMKNj/77JP4pa99BS+++KTkfQ6nFMz3Lxj88Ic/xL/7vf+Ib/zRD3D9xl2tybuwLaw+eKig0hTaBSVnGyuLspP9bZxZnMMXPvsCvvD5T8N/rnjl7CmcObsCYIRSzqHII2KgIGCs89lQQb2R1nJeFFpDYwy0D0xNtDE50UHQ2WBCe+KM1kJRZPJJXfkYIIQAy5xJh0F+tdK6M8QY0tqbmprEtGAk353JngdKvTdB9pNlRepPRpSVgRiLr8p0COVHsqF15Fq/A+3T/vPQA50nNuVPvH5jGjMD5NY8ZuWLvAhcunQRly9fxNLyPKamJ0RnDD+eP6/JOc2PfbNYx6Jw5pemMT3fQt6qtO9tiSdoTisEBdsz+czoi1NddEaOcLC3qXuOPvZ31rAgu5yfm8P777+vfnt4oPX13nsf4MaNW1g5dQbf+973xP8a7t+7Lx+3gw3xff7CBUStu47W26ZsayC9t3QOGw0rjZnBv7ixt7OJz3/uea1PyJa/hbHOcL742N3eQ6c9xssvXcAffOPb+N4P3seTT65ItD5Q9nHz5lVcfvIiXnr5aYyqQ8k2hYP+BrZ2VhW0a2FBfsW6n9Zae03r54oClF/8wpdw6+bd9MswcwrKVWXQOu7h7/29v6ez9p784gEG2s/68rUrWpOHOrM8+eRTeOKJS2le1te30nqZnZ3DQDhun5mZwVD5Bw/uSofEvNqKoq10BiMFQ5cWZ+QXIfnGsveLWJZfaOss8YMfv4H1zR5WV7dx5/Z9lLKVTJewpXzkSy+9Ip81xEAOb3NzHYXOSB7H54nf+Z3fEQ3vRUuyoxIj2dCzz72Ejc1dfOFLX4UUrj2qwuKpZa33QsHlVzXHmfBKzdUN+b/7mJmZ1rlxBzduXUGleb9z+4ECoHuo9G9RevMetCF/vq052FzfkyzLuHt3DQ/uryU7P9D+oYmQTBF9nRtmZqeSfmTKOhcuoyMfmIvnc+fPSV+zGmsPe/sH6PdH6U8t7+ucE7Rm8qLAU089ibOnF3FqYR6vPP8sXnnhOfmcS/jn/9U/g3/Bo93toK3zIfMWtnb2sa/zTxDtqhK3BEKMGMlmRjp3ZnlEpyPbznPVDROvA+nV66wsS7Oc6px3nfcXz7dpeV1DAriNpPqPYBy3m37UOG7LRdt5txlsK653nemkQfSjyQctPENTjiFoGCY+SAoTcDsIkExgXNfleY5EF0AaVz7F9QbjqDrR0bQlGl7ntneSdT/pCHrImi5JmFdVyVZDGsuySZMpT9JNx2Bcj0My0fe4DUCP24yjbPo4b52QNR3nQ4xpLCDA5xv3acCdnE+pfxCJP8tc6izn/qXmjVSD2o3rOqfGMWRZDs8RWfvmEGLSidM8L0BSELQHQPXUj6BUxEAEzYUBeki3KaOP6StJH7LWmcc1uDIwgCTc17hiETFkyO3jmWmsUn6Txzik8hoLeoxPqixwf5LiRzOguXJbtL6E67zHO4nT6KJJ3ZYXhahCa6ufbNb9TtJIjfrhes+1+zpP1uOqKel8qHXivMHtBpKpzf0YxLMbBekdQSnEp4RM/LsoKdKacZ6kmq3rKtVZlrIq4XcXksd9zA9JRF00SYkwRK1vkqm/ZTQv7u+UjCAioJ9SWaJtGsaL0h1J8VzJJrz+haWy+xqMZxqWx3nXGUimsXD0DOR3S5bQEDj5kEx4JI/5J4nmIQny421p3cZcKCHx5fFJqixTlADmxTyMZe+qEX2gdEBO+7DVGyNVxyRnJZxKfXD0nMxbfuvfTc5bF84fy6m+LhsqzUMQ3Uz+0qyMdZYoNb8lg+SCxhdI/Epjub/nzf1M12mqk9E7dVnYkrsSEIwhBVYrNVA0o8qZ5rbUWcn4JBFCRIhR+NAzTlDpzKUmBAldmfbI9QBVjsYPAbnuejQC7O9I5QSZ6kw/aCyS6g9BqGkT6SGdqYEaJ0i3Waozl0jrZqT3s1J6gNGEY36AkPpX0oP5csG/1B5UHaU/y1NJl07dbiAJ89PSPlRpP8/0/iuTTaQoHk2jEj2nBpIga3C9gTSNDKYXY4TpP8INqd5tBpoZNbqf7wl8D1GKfipbjwI1H39Ipnxg0Lgpq5TJvjyOwX0NztcYSDg4+WgMVcLjG9fgZrKmn34Kx/UGtzVA6YGkbK1K4Hoy9XD2ZwJJBOk6XbZr2simf5loVGozv5XGhB6SYs/2XCmlawQf/1h/J2uavk1d5YzouN5QFwn3M5AND1WaI48PGyf0U3w0fVRMPDpt+jn/yfbEpWiSzplGI1uV+pu+fYV9tf2Gy6ZxEkyXrPs7b3B7kzp/sp/ryQaf0hUEhB+Sx/mT5Z8lA9ngJq0lft3H430ShIkYcgko/ckvVZq76kRQ9WQ/50n1ENTjqpvXqdao2/46ePxS48uBqZEG9VWiT5VsKGqOeGJ+SGOpWR+yzpN1qqr0IZl0QYrno77VJ1IjfrKuKTdtTk8CWdNt6ozfzM/JOuctv8E4BuM1a93tcmugMm4zKAv7j0znxkx+Irr1BM+ksa3P2r7cx+B+Tk3feUNTdmogaz00ba6zTRqafubV0OA4dZl81JckXAc97mvbto2TRCbfZ/5N23UNXaFqfqt6zen9x++MxkkQG79mO0CNIx/Y9KV8DwJQ6V23Yo0jlcj/VYIy7QXHuOKBJEjxS8jiZD/ur3yQPq1Xp8b3GdT3oc77XcJg3s3rWOO73eD3BctCEt4rEUOi636l1gJAIAEQNEYgxddY70K9BGPdWYQQU5vlLUXb9Hp6D0NF+KlQwXbRtDk1rtsMlrepI6Vn7c9R+2il/iO9o3sM40F8uJ/B+NDjvMcbH+3Pqkpz4XrjpDbNCUS3PvtotVXmpxQeEjR4Tt3PNE6CxEaMFATtpRkYpH8A9d5mOhWoSQwhQxQ0+oCekzQpQkF9NSo8B4aPtbPWl7qJr+oYXDaQ1o3GiLW+yUf4JBFVH6PmT2ebge4ubb+NPJVmdaT6kXThMcUwsjyiaOXw+cD9QggwkExju7/fY82vcdwW3LkmKqGF6MqWAgBzuoyxkdmgDvVSXGowd6xkEJ58SvCiyNHWQSTXwCEChrEOOj1ddpluqT4edHzEpMdp6Bd6sTB9B9+cGlyX53kS3HnzYXwcPSThMkmQtVAex2M4NUBPlENq6WJbdpFeXIbD0XGgLIQs9R3L0AcKUlk+9zeP6pranLrO4PEccDF/URNiPDsRj2UwrvUx0AuO8V22DF68Bve33AaS4j8m+cwjYkiH2ZF0VgGaUoE2K2UTHyfpeOygCW1rblq6GLVuTJ+k0eG5cJ0LlqnhzWXnzbfrPZe+6HEQp6dFbbqWz5c27VaBoMWdaW6NbzzryP0NHs968CWAg53u19Vl0+TktC5LZ9DtTsDzOdDF4qECZB7bPOd5gbYu5gDKyfQTeE46xQRM12PlmjP3nZycSBdQiwo4mKdOp50uSH3J6uCTcU2TtNxUf4AMsK6i0nIwVlCghB2I598w1lzv7u5ja2sLQ11+en+3mgvZYKaXpywWKBRstf5My7y5j+fM41lu8+l5d9k6sx60qpJDrzRzY9u67Nx9Gv7MonFNd1HBDdebzkAvgA68MRCu85gOJu4pmOh0JDp5VqCjeZ6bncH0zKQu9xfR6mQYjnRBqTmqJERQ/46C2lOTk+hKT3meSbc9XZZvy+4P0dJ8OkgylPMoJOuMLua2FTg6VMCoMr+61LI95IXGEh3br2VsycY8v7Ozs7r0ndKl+hAOZA6Ev7e/Dx+SMyFAd34AABAASURBVK0F+JGCx6LfaReygcl0+Tc7N6Px+7h95zbk89M3Khy4WlvfwM7uHnLT1+X3pAIohdapXAqIKH7bgCxwJOd/cNDTRfC+NFvBjvnh+nq6AB5rLkkmveW6tFMOviQ8FH6IAXuSrUSl+SxgWSyv58RyVqrvdLtHffM0d14Tbg8hyEY9PtKfhT5UoGxTAduDgz7SpbKY9BxDY3sztC4Gusy1PeTyWROagwXN8fnz51FI724baB1ksmuSyT79DaAZXeiONL+2H68jw1i0762uoic/dUcBiHXZqf/Up4Ng+7rMLNV+oMvije0teE2aN8veU9C1lP5D0CZIwHQtry9D/SeNrQ/zahlNI0hG6BnpQtMye45jZp3tAuofY4Qf8xy1YY/GFfq6VD1QAOv2rTvYUlDtoQJaMSMkki609xC0kRZFjlbR0UVyN8FEZw6RHV1URZSjgMAc7dYkYiwQQobgyw8MEMNYMzLC/sGh6itkotvt6nJ9bh5TMxOYmGrh9JklTE4XyFojrCoI9uG1u/jxj7+Df/2v/j2uXruKV155Fb/9j/8xPv/5z+LZZ57FWDxnWUuBummsPdzE6oN1YFzg/Xeu61KdYMhx/eYtXLlyFZOywfMKat1/cAcOok5NT+rC/lCX1TuY1bordWBaXl6WSqgL/APxl+HU8mnJIll1Cb+jC2wHWf1N043NLdE4TOvv4foqYm5ZqfU6kJsoEaXnGAIoiU3XgdsdBS3+4+//gQKKdxSA24D/jKrXyY2bN3Vxvypeg+SYwIbkvn3zuuaiB+t6WnxP6NI6aP3bLpZPLyEvsqQfhoCVM2fx/IsvYWJyCpOSoyuf6gAihO810FIgal/2NDUzBdvrzMw0/H+iVgrUDlS/o+DK4d6egi338HD1vgKVUCBVgbt+D7vaM/qjSgHcISan5tDrD6VzqahSEGBYIgtttFqTgIJQLDNsb27j7r07mt8Sj188j5dffl66ncTC/DRkHBjrQHj69Dn0exWqsoAD+A4OOHD4S7/0S3j62Wews7OLK1evoKu9JtNhslQQI0iW/b19dORLStlorALaeQt3bt3D9Ws3RK+POQVL/BcAWu1ce0gH05rfF198Ds++8Ayss4PDHezsbqGSL223MvmvAuPxIW7cvoKdPa213V3MaG9bX9vAjxUwXNca/ei9dzHZbeHC+RXhHsimDuU38vR/Db7/4Qeaw7sKGJV47oWzWFpewle/9nlcfvopfHTtIwXMH8J/3vXUqVN499238YPXfoBZzQ+0Hg77e3j37TdxT0HXQ60Hy3/71l3Z8AZuyF673UmcOXtOdniI5555DosKoK6cXsHM9AxMr5APf/PNt3Dj+k2cXl4BuYfzF84qeCt+5Zt+/OMfK+B2iJbs1rj3NCfdTgEqaH9fa/ub3/wLBXn28ODBBm5Kh+++f01zMY1Oe0rj30av19deW8l6Ccipx6yQvW3Idu/h3v1t7Q+V7LUSjX3JOFIw6rICu5exIttcWpxHIftfnp+F/x/IH/zge8mv7x/u4Tt/9VfwfE3NzGr9DDEnWyxChoH8LwFMyF/nWYbIoJfrCq08R6uVK7jfRSV77cju52amUJUDaONH0It+ngdsaL8oda6iiBTyTzEE9WvBdYXazygo1FH9QHL5cF1pLK/hde1RMgeUo1JyBtVSKVFJZooH45UaY6ixR9oPTdtnjbHGGugMOJZvz/MC5jkT3+qtviWoA8ft2zewufkQIY7RH+xLp4fwXjrSeSAvIia1ptvtDD3ZQks8hlDKH+0izyNGgxLtQjqQz4wKno7UfzQ8xN5uD0Ot2VOLXfwP//1/jWUFYV987nHMyndurD/En3/rmwoErsPfNN7a3JSNvYtua1b8INlQX/JfvXIdH310Fe999BF6Oh9B+j9z7pxscx551kb/cIBScj2UH/ro6nW89ea7uCJbn54o8NKzjyOPI5xZWcDB/g7u3L2PbrfCpScew9bGFvxLEf6ll+2dDVy59h5u3/Ofqz7UOPsK7M8q6Pok2u0JTE7P4pbs/amnn8W5C49hfn4J1Yhp7Iera/D/i9rVGujJ/4y1/m0DIRBRe9ZLL7+gtTuJkfTfytq4fPEyHtx9gEOdpwLsl0bJH/hM+eRTT+DB6gNAFnhXvPYPx7h7d128A3Nzp6DYNPa2+/jyl38JW/sbmFuax4XHH8d1BaJH0sHGxjp6ss3XX/8J7IsMM7Jd74vT07Oy/UPMyB7PXzgn+38Ws7PT+M53vq0964fSywSuXbuN06fPa8wHuHfvgWjkGOm8c1M+P0bZTd6C/d38/IJkmsJQtrEkHn7hq19GK88xMz2RAsKVzm97u9vIhN/vjTA9NY+i6MJ/bpeIWqtEp9uRHue0N+Ro6yzZ1hmx1J5mG/V728bWOrzn5a1M83YHUfbq/c78TMpnHOisty8IMSjg0Rdf29oHlmC7jlpY927fwTNPP4MrV29gV2cEnyky+aEqBFB+epB+eWiIoH1dCxO5+K+k9/F4oHPMDooiS3zFmMmXjqGFAj8kEYJoKCWpNWIIaq4SXqnzkGll4neoOYeegc5irVYr4bjdYBxDjDH1M3+ma1yScL3bTadpc9kQQgTFw+jorGSdQU9QHWl+qBKQiXeyzrvC7caNIYD65/4uu808jeQn+gro+zzq+k6n46bEn8vub15gR6MWUlQCkz6gh2SSUVmQdd74pk0y4VknpgU9TZvpkTU+WadjnaWjdOO+Qk10PSxZj+k6Q0ODZOKzkv4tXQwBzrvdOjTvpezLfRq5Gz48Vql+Hs/4xrVNWteAxmOAH5Io5SuNQ8kNtRlMx3XQ47yrTSuw7ue2TLKYj1Qv3oQKiobbUl6dSq0b68f8uQ7y65V5lvnJrWuPCfKNhOm6n/mGHvNLUrlHH9d5LANJGN8ykoTbyEd10OO6A53nzb/5dFnVgJTufu5vWm5z6jbXNeCygaToNxCSHZMui3eIXFVJhyJ6lB/JvyQaKpeCkfwYSVBgXgzmxWMaSKZ5tp5cdptxGjCvMQQ49SgjzVdfe+FIujWuxzJuqbM4ScSQaZ3k0n4UiEfVkQRZA/SYFkBA0PQfyz7resB0DTjxuE0kUs1Ym/ZYEzjS3jAWH64kCZLQD/ysh6SaavCYI611j1HrP9OYmdprOT1WpYki6zmteUOa80pjl0cAneXImibJpCMlafjK86I1YFpk3WY9eVynrk+p5HaHKNsNCQDvM3mRyYeaLwL6lKJROaM0hACypmk64uyIN3GtcUmCMSDIL4cQAPlhnz1K6WokkMFDSyHRcJ7kcX9UQtePLAviA3qGKKshwAoxhtSnHhOotJYMLpfKD/UO7H3Zcg2lX+gJkknkpV8mqMRLJRuqxGcCjQU/6k/ViRMElUkKP6ASrkZSXowRstVSdZVAhRpTbQF5lquugn2M95o8z8S38Sq1MwEpnYQGCBUx0P7kO4dKfGr4RAN6KheUNp/yaC4tm+ua9qbePJKieQQxaBwNEJQavxQ9j4/KMpkv9Uh1RINDEn5MW03OgqzrXCCZcBt8/Iyn7itdqS3ECBE4lgl6jts1wCPKajjxIaluPFHzs7MhEkG40OM5i/qhES2YAB+jYT15bPip2XNOUCU8kh9Lg/RGUu0/+2NaIUaEGFM/4zcQVWcg6/4SNVkZ2ZQrfIwfDUFS9l3TImu8hp5T6CGZxiKpkkSsDFWqc4Vtw+vbtEnC/cgaF/+ZhwwgmebK/Rtwt5rmSNl6LLKmSTL1UQMq2adTkvC40GN+rCeSKtV9lTn+uM3QjFUdt1D6gd4DKq23MSqtQeXUWj0aT0qtBKpMdR7TQFJl47nlZ4Ha5ANI4z0CdUrIgUBULvkC4Sj71z4kj+tIquvHwXw1kBCP+Ez5Ez9O4jjvJqckkw7Jmi5+xmO8k9WWvdB52HbnNkOjVykw8Wgc92nanLou09lWs4+gxnA0JsmP8UDWvBi/AY/lPEk0j2mSPB6PrPOutx0ZGltxX4P7uv1kStb9mjr3MySbUqVlS3nplqxxzY+BtP2UGMsmjWfaTaqusq1xAvc3NG0kk8yVVqt/acopSatPQPWRFeo8c7IP9HjMTP5e2WSv5tNy+R3Bbcb3+cbvkyQxobsltxmHZOrj9wSf1Z2ajucyxKj9YYS+3juGOvOQ1J6YJcg1Z6ZBEiPzJFk9jy3ZgFPT9tiZ9iXTc5nyaaBLj6DRTan9rxQNg0gmPYRApYDLNZ7lr6EU/lhnB+8rpfrV7aV0VEpXVQLoSeOagPL+GNf6IIlC71AG75VR8pDUWDRa6m+ahlRx4ofQhFfvq5bRY1RqL+UnStlD3YcIjOLfZxinQfmA40fDkPqhCuM3oKJo82Pgup8FHjcT3wbnSX4MzbwZSp15HKccKHZRSmcAUYrXoe51rAvrBLK5EImoc09QWuu+5tm0ocd2VduHZM/yqMNGhDsYzESUwcQYhFofRPzCF2JMghetIr3k+wLWl5QhQP0zXVTliBrQvJsG1RBjbWQuN0ASfkJqj3B9nuewoTap8263MkmmcWOMKSUJP24zkDyuJ+s2G1RfgVJIQTFkyGS8LQVt2groFXkBP1aWwcpw6oXlhePUyvR4XhjF0UJwucGz8gzG9WLs6eV4pBeWEKN0kWu8DMb3OObRsjSy5e0WYp4DWhQ+vAYfbtUvCtoy5E67Uy9sjevFmckw3JZS1ocukmkc03WbX0rdzzges6nr6iKyVbQSP+Yj8SteLadlsXzz8/PwhaV/276vS7mhjMvBRNPp6jJmQhd8nn+XrRfTceqyxzF968h1W1vb6YLI/U17dnYep0+fQUu690vk1taWLmR20NMFXqmFb1ptXfJ4nCg9ZDLaXPZYtGRLKZ9Jj0GXrPu6zBnoYmgeMwpGTUxMotXqIIRoNnSHOkJPlznDdLE/TrqJMVcbMdKl6HA4RmREV5d23U4XUboeq/5QgTLzYt7IANMb6cBPMtHIixwtzYkIJedaykGRdVuQ/fq3ZbIiIssz9aXQtKACIBQY1/o2QI/HGMgBb+9Y/oH4GqlPQJbV9lJovgvNVVvzDy/iXOO0RSwOUHQIX7Du7++p3yDRJ6k1k2NKgRJlMTs7i4WFeeloNvHs4O1QF0zvv/ueLg9Xxc9YF/996WqAWenQ7b4w8y9NuP9AuFNTU1jUJZ51ZP4dqKkAjVPAbea/p4BKS/NpxzPSRfxQ9uJLypnpabSKTPPU1wXwYeqzpKBBW/rOiwJd0c5aLYykQzCiEvSl631dTGZuVyA+l/w9zeGWAq4bCvo6DwY030btdDqY0KbX1gXU0tISZmdmpYsgnZQpJQnPSwMDyeQ+5nt7d0dBuwNYJsu2r0vCVQUGfanlsu0Xeoq8pfUwLZqVZBkpADOdbKGnS1zjjXQZpq0J3mhGcshewxWqhOO6XQVgtrUOzMP09BQqybujOY+yOff3pattgbIf8+VvFW6Jt5bmPcsLtLVmHYgrikLBsEl0Fuy/AAAQAElEQVR0pL+BxrSOPFctr0nR3VMgaaQNuyh8GRdQ5AV6Wlf+JnOuvPsdSrceW2LBdpzJl1jOnmQhqUDfCH35A/NaaSOxvhpc8+t8Wxew5rWlYLmDB22lfgkf69bZfXqHfezvHiAgR55NKNhTKgi3jYcPdnBwMNZlf192Vyk9lC4q+Fuo1IWDzB5Rl6wxBiwuTgt0GdzKNX9UwGFHNIeyoz4erj7EnTs31LePl15Zxj/7p1/E3/k7X9ehvkRXPsDtt3QRneWVglUPcEcXvB+8/xFu3bwDlAGD3lgw0tpYxmMXL6Il25lUgOyrv/A1nFXg29+KmpjsYlpBHPtCqQVb8lP379/H9s5mCqz6m31kEC8b+KM/+hNsb+9Ktp4uuscIIVP+ULoc4s23fox333sTTz31lNbhQrIf/9nJfa3boS7FLatl7nRaOK21EULEjIJhzzz7LEodOObki3OtgXv37ulSvg+vz1UF8G7dvI19BQb2ZFv+Pyl98X5bcvqFf35xQbY6Suvt/PkLyQZ2dvd1Wb0vW2rj/oP7ek0Zo6UA4NT0BJ5+5knMzE6q/g42t9ews7uBB/fvIsiGZ6cm0O/tI4sBOloA1QiPXTiPy09eRk/8K56DfQXwewqank4B0JECGACZI2Yt6SLHaCxKuhwoCtHqj7G+toWOAkQVhjh1ahGzMxPII7EwPyP9DHD2zDnZblfzGZVO6HJ/Dv6lhIoBe9qPVtfu44c//gFGo0Nk8omrD+/LLvbxUGv39u37uCvd/PRHr+O1H7yGHQVu52ZnNc4ySl2qbW2u4+b1q+j3D/Fw/R7ur94TzV2sb6zKp+xozqdQVQNsbd7F/ftXcfXKW9iRTh5I59OTMxZfQdSfiO4Ovvqlr+DF55/DMwrGrCwv4sLZU/jCz30GL734LG7fvCab2JbfmEQuHzch+5r1XGqvn19aQFvpeenx7Pkz+OEPf4AP/WeG793FUPp9/+oHOpj38fTTT+O0gqOFfGsuXRZ5R3dVEZ///BcxHIyxu7OnYNu01skp6a/A1tYO7t67j6tXr2kOSvS0l01MTAIgyIih5uhXf/VXFcDpiO5pBYoWZBN7aIu/D99/D9/85p9ILwO8+NKncfrsYzg4HGF2fgVZaxLtiTnpYxMH/Qr7/RL+ltnt2/ckWxd9GUHRmcS3/uK7+OGP3lTQeYD5hVOYnp1Vewv94QjabrG5sYVM/ubO3Vuy3T34WV1bB+T3zivQdO3GdQVtb0sX9+A/ne1vSWZ5hPezSj6zIz679omBiLIXmSSG2muG8lcT8kFt7btO+4f72tN6st+x9njZuWhksvid7U0ARHq0tjSs2kea0z4mtZ8+fu40zp85jZmZruxwCAew86yAXK3sPwNpO65kH6YQtBYIighJ8RNRtIqUtuSzevKne/LHmeS1fx1o34E2hpBwM9SPaImvvf1d9HuHolequsTUVBdLWsOdIsdAwdFKe4rtpa99NoaoYGIfBLCwMIWpyTYCRuh2MrzwwpP4pV/8As6uzCqQluGf//P/EnPTAf/yX/5XuPLRGxpjC+vrd+D96OqVD/GTH/8Q3gtff/11TMlOthVYHWmvvX7tJlblY/u9oezjEA6ipr+2oPPR3n5P83MV2/JfU3PzuH77Ad778BbGWuP27b/2a7+AU6dm8eu//hUsLi3IX3VR6cXk4eoIP339p7KBTTz/7HOQGmB5zp0/JzvU+aTbwXn53vc/+BC2K3+jcjQg1mQz3e6k9N/S+oVkfBF37txVUHQfV67cUMCzJxm6Wk9t8bqnuanU/w72drbR0vlxpIvbddmYZbH+b2kPePONtzA7O4fxaIxD2Yr3sF/++tcxv3gGV67dw5/++V/h2o0dfP8H7+N3f/c/CA8ae5hsd3NrEytnlvHEpcfwwUdXsH+wg9Mry9Ll63jxxRcxMTEhvICzZ1ewsnIWXqP+U9w74mdG+8lLL70o276Ln/vC51OayT6+/e3vij6xvHQK0/L9QXO8v3+Ar3z1q/iBfBgZU72Ox1pPBQ71HrOxsYHFxVk89+wl7Ys7af5L+cNKe/BQwe+Ozgjtdkf6n5YvqDAzOyM9T0s/I1lOqXQsvXUQY4Y5ncl3dnblT4eY0FljZnpKtrWAuTnNi/zUG2+8jovaJ3taa3fko6bUzlBhdmEWb7/3Nu4+WMXv/O7vyifsyi//RPvdR/i93/8z+Y9DeF+PMab5mRU9LaFU50sQ672S/cupwWtke2cL/qW7ntaC14vrSCKEkNqHOiuX8gMGknDZZ/NKa9lgfOMaSKY+JDUeJG+llCk1Py35ko72fff3HDh1f0OTdz1JHD8ax3mPbxoe02WnJBOfri91bjINg9vMj/tQcjDUPJA1Xbcb3C/PcxjXYP48PvRYTvM10H7rNlXB+Kbvsmm7znScngSyHq/BcWp6xq1Q68T4JJN+yDo1nscwnvMGaTHheEy3uZ/BZZJJ3zFEiAKCf1bw1ArqjGUwkDySU5gMsn1xIt1WNnAApOtrvo1vHqDHPDTlpq5J1ZzGt05Gctgjre2E6wZBlA2SVA4JjyQS35oPp6Yz0rvHWH3VlOxkPB6n1G3mjfLfMeQgonimoARJuD9Z0zaPCV/yEDzu73ocPcY3GI+k/EWmtTc6pmdcaQQkUw+Sx2OQj/KmQeif6iyf6UFPlexvqBzqfiFIZvGq1H1sV7neT8sT+oZouAPJZFvGK7XWoMe03SdLfcrEq9tTnfyXUER/rL1qkOR1v8ryi9ZAa3YkfjLtjfI6qOfmkaymA0hPZQ2QjqGHpH4++pBBfGWI8unuY/oGY3ieTo6poRMfbksgUmMFNscKrHptGr+CbDI1PvrR0GtSyDc5b/yGfo1NzRU0BhFDVL6EH/NliPKp0AoACItR6Z3DdEjC7STVF2pjKrsOenKv/xjUVqk+CkLCIanW+uNsA+IAme9Eigy5zji5zj9RZYiGemrfVZ8SoP5ZJ40caB4CpRrMG7QOYMJqi+o/Gg0w0sVwX+eWoc4fIcbETwhBaOoo/TU6qTxnrERrqLYhtOATrjJJFq8d+xyDzwKQPThVFyRKVQWS8LjuK0qon6pO/FM4UWc+kgkXGj8oX8SALEaN5/pKbQZ3AErJPlbwvuYTaouCAD/mxfWlZMvzzFXJhp2hflgnIi98IpONR41Ryh6IgFBFQDJLDBjPQDLhQo/LhtqfjFO99ea6eswy9XPedSDEf0hAij/RBmQjWhNjnZ0qld0fn3iqyhUVSCZwqQHTJdkUP55WHy82JVePrbSjCtM4yuJvoJSaSYJkyv+1H0fVppXA9MW4pEMWiCAjMIrlI5noGM+6IR+Vocf1BpIqASf7kEx9U8PRD+MaTCtVCccpyY/1NZ0aCD8kj9tdT9Zl0/Gcmib0OHWdQcU0p64zuPwIquO2ps59jEdSazeX7cfEv+uMQ9a8ON8ASfHFhEcSfoxvqOmVKOXnKhumbNXtJBO+8wlUrqT/Gr9KbY2Mrk84+kFSPx99mrYmfdSipVCppPd7D2u6lAmHCNFGetynAVeQJ2lXkEtJ4DaDcaUwuwIXE5CP+rjdoJH1kczyU7BdJUxo3Ee4ZJ0nmerJOoUf6cF0jsF1AvIEjsr+HOMc9bEvNVhetxkH0gNZ9yWZqk7+MF6Db53n8vdud72WgUR+ZCckE79ud58G3C8wIIDyQ9DPGo+sU+gh67xxyaO8+pB1XijHnzT2UX2UjzOQWp2Sc6jzkP2k5XQH0zOQTD7RdW4zb2RNm6z7ep24r8H5sWgZ1+OZhmVvt9soiiLJ7baBfPFJPJIeQu2aY82vx3F/kjAN82pgJJipLga4DGlF6PLnpWAs0yhRP5VoVSCFL3CdxzVd+/iu3n3c32Xz3de9gvNBBup289y0+/3EOObH+49lCTFgpDOj26Q+kwfVNxzBSL7cOh0Lp1Kr65UkfmKIzh7xWiU5YoxJTuMZSAqHCafSYqs0SKWUZMJTIlqmbDAuhGuZAaGpjYJwhMukmzQ34sdykkzjNmNVoj/WnJhnt7tcqQzimAb0pHrhfjItNQmGSoNX8ksin+hH7afiSndCo6Qvj1HpLEqIN2YgAxh0DtKCcn9DJfpoHhJkDebVQBLGacCozjd9nXddo1Pyr+ObjufZuD77lH4X0Liud53nzfRMhyRCIJKT0uKl8qZtaPCNGyAhLKwLA71AO1hiA7FxJQJqtyHZiKamJmHIZMzjUV+LI8Ps7LQupKZ0WV+kjSKT07AhFnmRlGmGoaeh6Qk1eDwzrSa47DGa1GO73syStSKMbwGN43zTbhyDhXKdwS/OMzMz4skLuK20k17w/dJqPANJOHXfhq55dJ6U4gAZZ5lkcj+SySDd7n5kjUOqXs4jHUR1kahuqV8jm3GtA+sk6OXAhkOlIcbkpEy7kJNxe1sXqR05nVaWIzLAzqaU8VNEM0Y4tfw9X94pGGR+SSY6nsOmbJoe1zodevNR/0ZnI7/wiF+3Z1FjaM6Hurgz7kgXaGM5AWikGKIuYLqI4tPzYTD9ngI2g/4IxnObcX054+BDT3y5bmpqCisrK7rcmUxz64CVL/VMw3qxDo1r6OsSuNICDLLEUotwqIP93t6OLr4O4D4e05dWns8YMy0iSr9VojtQIKe3d4iRLpS8QO0gz+hyvq2LJQesRnrJbhUtFFlLNtAWP1OIIdPFPUQHolPqkmaU8iSVH8rapUkvGDntYKZQ41mutubG8+R1sqMAmfnPNJcxBlB98jzTOC20FYCyDVoPDvq1dZEzMTkpfXZSu9ump2ZSvtVqycaKo7YCDGOVgSwXX+yj1Y5aZxFmpa1L5NnZ2XRB3tHFVyCxLzvY12VnlskhSY/WWW6eQOlFLzuA5Kvgi8GR5t39SUq/CgDJFpIcCrrZBg1Bff0t1HsKwjjw67lzH4PnzfQfrj1U8GBLl5v70uE4jXNfAaB3jwK3xjFuZecUM0wmWdvSreaOAZR9M2QYydb64iFm0psuWBkzdBWUjVoHI/UliYEuSK33xx9/HF1dXpo3v7SPtS562gA9z3mewzbiteU2z4sDIs4HyWMHHmOE16HXgcG8zc/NpTp/m3Ms3WRBOFJ0DEFzkKdLRsttHRiiaJmXKdm3U/Pgzcc8DLTOtra34EBYzDPx2oXri1YL/raHbXNvb0/rZowg+j2tO/8291ByDBR9GGj8gS7QKs2hJizZ4qaCsqafgmyScctl6cvBZb8ItaUzy+KxD7QWDg4OYR5tXyaTSc/T0qd5Ja3LQfrNMOt7IDqWiYywXewnO9pPeZcHerE27b58w8REB5nsqyhyzfcw2U4MGSYnphGD7L01rUv/Cndvb+DqhwpM3dnCwV6lIEfU/lMAZUQrE40QkUmHHQUTW7pwaUk3S0uLsK8ACK/hsYJAB/t97G/30NsvRXeAU0vT+Ee/9Uv4P/+f/jsFtT6Dixcu4J/8r/8uPvvpz6dvnt69ewc/+tEP8Pbbb+FP/vib3BPx5QAAEABJREFUeP/dD/Gj134CB5tCyHH95i0Fz/bx4YdX04U9Y4YzZ87ivi6G7ytwVskyp3Vp7EOAZYReTrZ0kX7lyhVYdxcuPIZZrbsbN24qiLemIMUmJrpT6ULc81rKz5Sa/+XlU/D/leoAwc0bt7GR/n/bRZw/fwGnT5/W3A+xvraWAgu20a70+tJLL0snOaJ4mlAQbqA9xMHE1K4DX5G38KSCmZf850GXlvDEE5cVvFpK8/hQtHqaHwcWPedd+acsZNhXYGd3dw+eU19Wt6XvwFK2eVN6EO+TBU6vLGA4OJAOFHCRvw3a0/sKpO4oyLL+8AF2FEhe1txkMaKndVZqPRbtLoL4GSqYMhxSFzgBMbS0/ivZTYVOdwZnn3gST1x8Cq2ii92dfV3SL2BGNkgZ5MbaKu7cvo08r23O64GMmJ2Zw5mz59HuTOnQFfCpz3xW5lBiOOppDc7gq7/wBfyjf/ybeOWVFzA52cHDtQfIxO/ysoN+d3Hz5j28+8578nEb8PpZUrDz9JlTojHWvE0qmL6PtuxtbmFWPLbRUv4v/vxPFPS/Lh1swUGnnZ01PKOA5le+/AuY7s4rOPsG/uJbf4XBYYmlhWV0uxPoa31dlU1sb6yncayfO7dvgiFgYnICLfnkM+fPKSA8gwvyV+ceeww/+enrsrl1HCiQY/8w0gH1rfffx9sfvIcvfOmLAIFnnnoanaIjOz+FJx6/jMuXntLaqcRnF9ev38QDBbv8DfksK9IvCQTm8P8h2c7b+NIXv4JTp86gdzjAwUEPX/7Sl2VnY+kn05yMtHeoz63beOrSk3jswuPQOVa8TonmBr79V6/h9Tc/UlC3has3H6r8Ft586yO8+fZHeP+jG3i4sYcH67tY2zzET9/6EB8okHbn/gb2exXmF85gMMoU7Am4c3dLQd1VBdypYGolfe5gRwGimwp0l2NioDXNkGGgA/ePfvITzC4sYHZmFvZn0xMBTz7zNGKWY+X0suQ40Jz0MTc7C6+pGANy6bfIAvynbQeHe1iYmUQRK0x0cizNT6EtWxhKvx35pyg7PSW79bc8W7KzXPqd6mboZCXOLM1iYbaD2elJ2Gd4bT2ueZrW3I7kg8mAIHusxLMWmOa4AuQbSCqFzmRRPOQI4se+MWptGFpad/azzgNaF1JykLxRa9p43lf9i06tVi6fOYEYRIcRrbxAFoP86YHW247mrUpzVkmGDQUWIzPxOoPnn30Ks1MdtKQDB5HnZ6fxa7/68/i7f+dX8Nu//TV84YtPYX/vgeakJZ/Uwd/61S/i//g//DdwwL/dKmVHLQU3fwL/otSLzz2PLAQsLyyi1AvErs4xV69exe7uNtqy3ysKGk50JuXHVgTLCujlWN/agPeap55+RoG8DubmZzAzUwDyk88995z0VOLVV1+B//T4mZXTmhvgwrnH4F9We+Otd0S3i5jl6reIP/uzv5QP3USrMwF/k/pHP34DL77wKfmFVfmFNrY2dxGY4fatOzh9egVPPfk0Hn/8os4bO7glO/5AAVj7N++zP/zha5rHu+gPeumXRHJdMN+8eQNBOn1Gcn7hy1/F0qmz8B7rb+HvKRj67AvPqVxq7PfSt+s3NjewLj86r+BfofkggaXFGXTamdZOxGBwKP93gN/6rV/F888/g8997jPwOJQO53R+8D7pX7aZUWB0SuecECKi5skBagdB3T4n2guy+ZH2iK4C2QvWvbS3Ix9dyr5++uYb8su7uL96H9dv3MCGfPCkzhi2gfn5Ra2LlfTndH/z7/9tzEy3cPP6Ffzc519Gob201zuQ3jKt/X3pOUe7kyGTrWfFWClFa136fiDd3cLGxiZ2tg80h9PwL8BNTnYxOTUpOXM8/tjjCJJpT3vHX/zFn8sedrWu7yKGgDnJOTc3I7lzvPbjn2BmfgGT07M4OBziW9/5rvRYYqi1PdLZHdpnnBba2w8PD+BzsY7GsuthshNI3sLvO1mW9sFOpwMhiYdCOCPhVPDjNUBSTUx8kXVqHr0Xud3gsoEkegrMuneMUbJn8DsN9PicZhxl4bY8zxNdr02fdZp2lxsYaq5IJjqZeCXrfEPHeD6vuEzSpD8GqV3r2JXuL7GTHM7bJvY099vb27KvQZLZ9aYVQ9R85mlc0+hr721Jl26PR3I5b75N2zju5zqP4bqmbD0bSLo6jZMy+mEc03N/FVNbU0cSrje4zfWm79S/xU0+ajeOoZkLktIt5HNydHzuCKZQJvqeezWn9ijfaL2P9M7p/iQTjum4RwMuu71JXW9ezDvJxKfpuN3z7bzxjWd+yQCnLhvHqfsbQoggo6qYgHQqLjVvplHKj5MB3hPGCtQYZOYgmUCdjj+VlE/W9SRTvXkhiRCSEpJ8JOXnxykPPSRTniSi5pesyw2vJFP/1BZqutDTtLveskDjj+XPy3IsOsLTeatK4BUB8Yv0kEz0KskIPSSFH5MecfSYZpTNe52Yd9taKcFJJrt0e2CA20zH4Hxb+6DxDO5fFBn8ixjmyTSMdxIA8xn0M4h95QGQTFDjPSq7v8/ETsd6Z3I7Sa3xgWAM+wSSx/yR0qMcT9SeYF7wMx7zaTpOgXpcnHgsk8e0XZFM8kq9GOq+YaRzuvs1vJiO7QN6SOonQDL1MY5xocc0rT9lkWtPdLmUnXkM45mO6/zOWteNZC/2i2PZSSmaleYrIM8DilaGpGON436eUp9dxjrLeF2N9X5t3bttrPkzPeuvVB6sVR60h1g/IoGyHCUgpTsRcz+SSYaa5yAeKpB1nW0+xADfZ1F7HmXnxlMr/AThxRBTfw0HaD6g/QFKGZDmKgS3iJLGE0cweM+oFAwPkZKVCCGkMUeyb8uRZ4XKmXgVtvoJA0DNs0Uz1LpULSPIAD9j6dk0Kq0L62Ks97ZK/d0mwfSpZctk+yQRwPQvOKcAEvQY3/pzSqpdoOrjvq53maT4KzV3YxcTuJ/BOKT7agSlqVEjQYHUsfzhSPNXile4Ds1TpTGaUpOaVpMn2WSPU6I6zjcZkiBr8Lo5xjjKHCUN+sdSj1dawT8DqZJeU5t6VNKr8wYVPVHSIpD+/K/a4tH4yqotYSSePNcuub+h6e/UZbf9LHBbA027WRyLV4PzJNMYJKGMPjyGk+NCj8uGRzSlSTGb7Eo0hfKxD8mPlV1wXwBpDOcbGYJwSaZ615VprqUG0Xe/k0DWeGSdNm0xRpg/pPVUipYlrG2NrHHdTjJ1KcWzeXeBpPAhcFoD9JB1nsr/5z/C0powyx5HSxT29dDatqwGj+nU8El6CV+4db1o1Zm/8adpkIR1B9lZpfOZFhg++ZAfp0WyllMDkvUcmi+D+5J1u/M/Cxo8t5kHlw2gawCyzpB1Cj0n8axzg/uQNQ7J5PvImp8GX10TvabslKz7pDYpm7IVq81tBtM1OG8wnjxFouN8A00bTOOIJlnzYX/nOTSueR3pLrKhSTLZWWNvpuM26GnqSKbxfF5I503p2jimlfys9iHTb+kc6/dkp7WPL5N/NJ7pkkxjhUBoNYjV6hiasZwaGKkdQvZuVGPL/GXiMgntHDofWAaPbT48tvs4JWudN/XmmaT6laKCNJ4zxm/0Yt5My2fx5EukQ7e38gIxeh+q1L8e13QlBEKMKMWHzw/mJdWLsLrqJ5K+QtR+CqhveTyuxyKJmOWIMR7bCeTHSaZ+rjeEEBCkK+tSTWoTPenBNErbiSoz0TEeWctoXixL0rlwoMftBnXVtccYbk942m+9X46VVlpzQk18llJ0qYNQJWHImifyUVrjWZ+leIJkiDqv5AAh+qVgXM97oqHq1NcS1u2ma0B6zFXdlor6QVJyB/gxL05JEVfG5bH03oDLDS2nTb3zBstNBs1VqXvMEUaKbTXvOG4/2Z/0GJV0MNacjTQjzldJFuOGkZySX+486Ya+LmddJ77Sx5NVFHk6tFXVWC/ABwi6yJrWhZYhyyNIJoJmVCOpDA00VrYUfj+9mPf1UuhJ8qBRBzgLYfyDgwM0cHh4mOh4sdlYPKHmra8gnXlzfwtnxkhqHDorwUqNVcE0/XJOUi/WPdSHJaDGwjFeQwNHj/sZPGahF32P7xeDmRldIOR5ksH8k9SlahcTExNwm3FMwvQ87qQuQEoZmGV0vWkaRjIafwNtpEmupBmII4aQFgv0kARZQ2BIfFrWQX8AX9QHULj6KRzTtt7cbnDeOnKerGk4b32ZL8tkPs0fyeOXd7eN9EIwFJjGWA5PawRAQAgxpRJFC2uULjlcl2cFspjrRbmFGDJdfA6wt7sv7gKmp6YFM7osnFZfwhf521s78J/Ns+4avaox0fP4lA46usjMiwwhEnYKeZ4h02HWMhnH4/alh729A/E+TLrxn2/b2dhGJWfguTLvZFS/oh53ewcxZOi0Okqj+oxh2zrUZbhpmW6ueS0UaPVYbV0iUk4JAXBayAaCeBvJiZSy+Var0MVAG0E4Y9dJUW5vK2gqy0u0batudz2BhFtprg8UoPB6cr3nwBdTTgECglIyQHgjXUQVhS6uZicxMVUgxFJ66gO6sOxrTXpOc+mmpbUITcxYtjTS2u33vWZG2NQF3L6CdRS9ILpRjriloOT09CzaCi5ncvoesa91aF6tX6+7fV2eWTepXnaaib7t2wFDDa6hKrS0Cbb1omy+i6LA1taWLn93NR8D+YUirbUQA9q6GLM8W7qgvXd/Ff4m0oECtfu65N/ROAcKxENKrsT/SPYWZEszM/O6qJ3QBf0A+/0htnzJpP6++DvQZZzH7nS6yYfs7u4mXQ8UYDW9bX/DQnoIthe9GDkgOZa+DnWp1lewsmgViX/LEUJI69hjk3RVgo50c0aXtvNz87DOvH6h9gnZ5fLyMszDzu6OqpjkHSjI6Lmw3kgi19ipj6iZdks2YT3N6gJycXkJY21C1pn7CQWZ9BtiRE90xrKjnuajkH6N4/5jyZPoK7jpeYp5Ib4HGnsomwiiV4H+J3lK9R9Ll9E8yIYyyVtonjyWwXxMTU9r/tqypbEwiEyba+qncYqigMcrZTOaerVlCVwmNYqgvlQEcvl5SLdRa8Dz0VZgbULBM1Q59vfGuHNrHbduPNRl+ACjca4LbuCwN8JAgZQYcoQYkOkCICqtRMcyDjSPfc35zRt3cevmKhxE3dFl73hQKZgEYAhd+s/gf/u/+Sf40s+9jLUHt+Fvz+chw/kzF7G7M0DvYITtrV2srW0hCxPI45QCTXfw+k/f1CXyOv70T7+F997/UGtqGmPJ6aCTg6x/+Ed/hL/8y+/gww8+wo91Qfwnf/ZH+PDDD7GlwMGDBw+Qa54uX74My+lL/NnZeYxkY2SEv831kx//WPSG2FPA8FCB7GvXbqJUEGZyYkay3MHq6rr2iHksKQDalo15Ltqam/F4iHt372r9bGOsQ6v/r1r7hCC6/obeuXPn5a+AKflTr0EHFJz3xXpbF/EtrYUpXYBPav+dnZ2BA6hBc+J57PVVUTwAABAASURBVGl93RVtr+XAkP7PxKhLjr29bRz09sBQKuD4AAcH23j44A4mFVSdnmpjcqqDvb1d8XUb773zNq5fv4at9TWYkcnJSUxMTqE7MQXbYi6fkmvuS71I5bGlgPcQrWIChwcDdCdnsSufv7N7IJ8w0uX9rtIh/C3FnZ1tbG6uY29/DzEWSZd5XqDVLtKh+MHafWyLh9NnzuHiExfwC1/7Ip64dBZzixp7MhdewM1bV7R+iJWVJeE8jl/85V/AqZVTePVTTwmex6nTi3i4uYoQgZ3dLfjPdT1QgOLtt9/Avfu30NXl7rtvv40rH72PPKuw9vAO9vY2sae1ZhscDSu8/db7+PCD6/iTP/o+3n/vNnY29/GD7/0Iv/e7v4f/x//9/4UrH97EhQvn0dHe8dprrynQuIGJqQkFabvwn+b2nwReXV/X+u6L10J6P8CZMyvSz4F4/DTOX3ws+cVpnS3eFi9vv/W2AjtvIQUXN7fxhuw2CzkiM+Xf0Brq41OvKrgMIkiwU6eWFdR5ES+/9CrmZheTjY11AbO0dBpt7Xel3i/sm8byDf62Z1/+d/3hBvpah3Pzy3Dg+fmXPo2dgyH+/R/8Mf717/0hfu8//gBLZy6JtyfEb4kf/vgdfOvbP8W3v/tj/Oj1d/Ht7/0Edx9uY3VrHz984338/h/+EP1xgb1DYq8HyTmLOQVXFxbPYPn0OWzIBgJzjMoIB8j74xKjCtLTDMa6MPr2t7+D1YfrCmpVYIzi6ZbOVF0Foadx4DOgfOPMzLTMb4TKAslCBrLfyLEuY0YKCEmeg13MTnRw8cI5BUinMD87raDcc5jstpCrT5vA6HAXp+YnsTw7JX9yKDstYPu1Lq7fuI233noTt2/eAkPAlOyc0D8SGhStPAc1XtSbK3XJSHnPTLxmMcPkhOZba5oBsu+egvL3cXCwLz/dVx/PU1D9IbwGK/tZ9evLR/ivZ8j1pT8lW8pXtLWO9vYOUx/ne5orkvXa0Fmrr/KMAnTTE5Pivy/fKp1pv+hrP332qcsY9HfwmU+/gJdeelo2vCa+1Hewi5dfeVa+8S7+xX/92/i//V//Jf4P/92/wOXLF3H61Ck8+8wzGOo8HUPQOAMFG2c1J/uamwzddpA+bsjnLgGap6h95fqN65iTn3GQ8tKlSyiKHBs6a2R5RzLv4c//4lv4xje+i9///T/AO/IdD1dX8eRTK5icnMGnP/U5rJw+m/xCjB08eLCpoOEIb735ocau8MSlp6TqDKdXziMvOtJZibIM+Ff/6t/gz//823jttR+iJ3vwL+otKIBn/zySzyzkg05rz15QUHJ+fk7r6wxGmqPuZAfPvfgsTp1ZxsrZM1o7A8zPnxKNgfzepvxOgP8E+9zcFP7sW3+M0XBfPmkV+7KlF56/JJkPQAC/9Zt/R3ISz7/wDPwt9r29Dcyqz8RES34oh79V6/PCgeZ8OBxo71nDns5eD+XzySydmaPm3OBzsM9mX/ziF+Fz1tbWFh57/HHle+kboFubW3jv3ffxcPVh+lPLawrsGvwn4P3XB0qtnXffeR/f/6u/wvbmQ/E4wJmVDi4/sYLPf/ZFtNs5wBEODrdx995NjMtDVOijM0HxGqXPEq1WC0HzXY4rbG1t4+Cgj1y+13/q+/3338X169e1Tw/F91Dn3C4eKuhaicoNBXYzvavNyFfdvXMHS/Pz2N/voWKBa3dW8VCL/50rdxA6OQ4UYIh5G9ri0Soy6b6PmLUBLXyvoXarQJRyS8kDPQPtpXv7h3jiyUvIWlla+/5FopZ8GBkRENU/Q1++IJMdVupj8FnLsoyrEpX2vZBHFJ0CrW6BkBNReje+ZXbqM673xuFwKB/Tkd0NhBOQZQFaakozQa0noFJbTOCzWCkf2qTOk4RpuY6UMPqYF4/jlCTc5nypde8+0OPU+iSZ5qHQuQvqCz22Z/OWcCpJqPpmjLF0lMsP7erca7pNvXFJprk1LY+X2o74J5n4MG33I0VUpK0bUnmN23zc7v7mwXVk3dd5kUt0TLsZ03w3fUgiUDMlnZN1P7dBj2l6PPf1eaTSe1QIQCYDCTFoXnuai+ExfeMFIThtaMQQ01y4XiQTrlOSKU8+Spt+nosGxzz7HdFl00xl6bjJuw/k54hMYkVBJnlyocsexpB+K5BMoMrjT0OHpHBkh6JJEh7LtEmi4RknHrcZ3EYKX/3cTDLZlfkxbdcZr4GTZbcbTtY5T9JJ4pUMkoMo5StLvSNWskWPaQTThMZ1ajoG5603sqZhuzEvrje4n/Fc75QkGnokRa5K/JOE6Rin1Dp3SoompcfgFTAWbgk/J/sDwjFUATA4D6A84rPhwX1M00Ay8VBkOfIsk7xRPFSyqZo+UKF5RpIfwneNwfUkVVXzbnoaSuUomjHZXIwxydKsL+PIHahNYwXZh4YZy7eNtUbdZt4aPk3f4HrXNW3OGyzXSHNjnKhxjGdIbXpHcZv1N9Zdw1i8G0iKN4MkSAGUKpVz+ecYg3ivZbEc1mE1gs4MJcojO0586hzlcQzQQzL1y3LJZDpZJvmi5kid1J74kZ8l63kN8req1icghigVh6RzVcB+ipEYauAgfkIIrk70AabZIOvx1BH1U4Gk5AgJkB7XAeaxFPPmgRo3JAia35FgDCKIT48hmm5jSHVUCj1j7XWGUvoECAgfGsvNQXx6Xk3bunVacygs0SqKDEWeA6wEJRLz+sGS8PnN+A2QFFnC8pJ1CjCVM+nT9aUNBwBJ+HHfVCfyLpM8bnO5kk9yF6leRQogWVPy136YluFkg8sG11EyGFCTcRVIfgyOKqFhYdtM5f/ED9P2ajaK85alTsdo8m4zuP4kuM6/WFtpbpvAaiU9GMdtBrLmr6lrUredzJM1Hsmkb+ghqZ/1x7gNlFKoZXO5bv2bfxqX5LGOYoyiz+QPnCdlLWb6byTB1OK5Pwmu9NqWuImeyzW4BsfjeXzz2QD0NHTImraqjvGdr7S2j+1VRlrVxpNw3Jes+1Xiu6FPMrWTdWo6CVRO6X/mByk9aHmM9f4p9QrbdJyUsleDrETjqeb44/HrQi1zCICWnPA/jkuyRjvxs+lreQywjPKR/MQYTReSH5OPrMtuNy2feZySdb1pknXeOA2QdR3JVOU+n9Sh61Lj0Q+XjXMSXBdgnZXprG1U+whSdZKhwXU9SZB09q+BayOof5D/rddc09epx/kkHBMRTbcZ79j3qc52bSCJqqrkY0fHtI1ParwjaGi53jpzP9NzvfeBtu65fP52vevqe+p+okcSopz2C7dH+WJVwbSMa3pkPRZgmyhBUk21vZBMZZJaQ0GWXsryxwChMqFq2RMTmKZlNDT8kWqT0Xmcph16mnanxje43XhkrROXXW+oaoNPPsF7SZblGj/T+BFZzPUe1UGh9y7rwzQsK0F4Hx5p7zctMsD1BikApmswDxI9tWXaQ2IMCOJZbIJkyscYUzspqgmgp0Qlv2oa9d4HzaN0A6Y+DQ2PbRzf7TotJYvrag0DzttXuj6B1lkpqKTtSoy5bnR07jEuWdMna148DslEp3I/gaiK3yCIgNo0QUqEAygN0lmW2ty30loweJxK+3caWzymstqgh2SSiRQN1Z1sc1/L5fVtGEnfLrseepw2ZecbUJPOSyXG/bHuSIYo5deMZzB9t5O1jKAk0jsNpJMgB2YaIcYgg6gnxotgampSF3QzmJ6e0stnF3mRI0j+oYI9I10ERxl/poOXiZlRXxD4221+YRrrQgOU8QckxdSGEEESIQTRm8DU1BSmdDk7oQsp1xnIut34JJOjMT1/e2qgl2mnFsgMixj8OO86C+m8wXnzY7ACy2RYIxnU6NhQT/bxeF70nU4H3W43LQDTJimdZLrwOEyXJJaTJIxrvr14PJZx3W9hYSE5h0NdflWo8fKigA8nA03kSAdi41bQPxlFpRcNBzItoy/QfGnmRWbeDKXanbqPwbJZHqcuk0wyQWmMMela2cSz9Wk8pw2/7ms9emFb/05J6uBTSS927OOUwgwjYCwjGirIuq/LjuFwjDxroduZkH66aQ49pnXc06VcpsXuy5aVlbNqm0wLaF+Bz7W1DewqMBYYjxeK+5kvA2OGli4Ts7xADN1kb6d02We9bm9vS0xqTiYQhae1gkqLqtIBeaCLIOvHc1aqbk9j9RREGEnPDj4f6rKHksPBMONYj6V03tIFnGmZh1xjkpJT8+KFOvALJyqQ1LiA+zhjPqPkY7TT1twJJ8iO27KXdreti6txspF63UzBbe5nmr3BYbowsN6j1ov1ZLou96Q3zz2la6+lUuvGf/4U2mZGo57oAD7QdxSYM+/+ZYKBAqpjyWjd+BKv1ztAJSfVES+sgErODdIH9IytJ11uhRCR66VgrLaxbMp8e/49vsE6A4GsyHWxPUo25fEo59Dw6csoB5e2dAloGRxcaWmTaIu3SV14Q7gzc7NYUuBxefkUOlrX8gDwe4f/hO/tew+wur6BrZ09HOhCeVdB1a3tXV2cDsU/dIk30mXkBvxNjr19y4TE8+zsrC5kp5BrrL2DA2zLJrKiSDYWY1TfCknv0zPiewzzuaVgxJou6Y3vNvM78hxr/i3Pni48LbO/IeYX8EkFTLvSn3Xide217D6FxvH4zXw58DG34GDaCEPZir8tGvNM9tlFsD3o8EAS1ovXwuLiomYBePjwITY2NvBg9UEKrtR2RqgTIHxfFFYy7kz2YTok4WesA6J5MF/me0v6GguvK92m+VTe39DdPzjEgQLOAKWzIunD87en4JDpGiyv/WdPl/AkYXoj2YPlJSnd6a1b6yXZaCxQeeIAxJjJD49FOcD0xrIfj91qdcEqk1w7uHt3TYHF+7h65T52t4eiFbVCIgYK3IxFs0KE9Rl1cRkzQh1Fc6C57wMIiCHH+to2trcOpMs2Mo0fYwbroohAJBQomRTmofwPwHKAIsvQbWutoZ0CXbbLG9dvKTC2o8v6Xaxv9QAUmJ9bTnSvXLshvzWJLGvh5q07WFcgYFUX1uNxhXNnzyUb8y8c3L/7ALdu3YD/D9Qf/eiHCnC9gW3Z3De+8Q3x20s8nT61gmefeU7BgQ7ydgEyIorfqalZdNqTkq3C7s6hLu+HePzxJ0BGXLlyDf6W1fb2Dqw/226pfSlIU+fOnNGYN6XLDfzy138JX//613FTwZ0QMkwqCG77WH34AO2JNiCbt42X2sBnFDjy+u0Peuj1D1BVpS6592Bdey/el51XsvmXXnxR9bt47713cLi/g30FDnu9HTxQYPGwv43d/Q34/28cDvd0IB0qCLYOB1ynpro4I9725f9H0tOh/7Sv/El/MNY8zYCxJfwcDC1MTcyglM2cP/e4ArSreOP1N/BQvn9+YRmnFEjxn5+9fes2Rgqcj2VDUfoyeE+NuRxXPpKv6OH8hTN44YXnRK+DvgJnp07PYnP7vmTrodUmQhhj5eyignZT+OznPo1XP/X2HijsAAAQAElEQVQS5uZmMDEzgaXT81g8NYcqLzG/NIvrt6/hsL+fAqotXbI/8+yTeOaZp6WDPVy+dBEXH39MZxDP10hz0laAvofHL15CuzuF3d2eAuR9fOnzX8L/7l/8N/jSl34h2eW1q3ew+mBffc9hTUETTaF4AzwPawqezi0uIJOvnZqewbrK7733Hs6eP4Nnn31G8hzi9KnT8P9BmMt++9LFRQVV/Y22Q+n4UH4PWi83rt5Ef7+PdenvUPva22+8ix/94Mc6j00ne/zud78DEjrkjSXHk/KF02gVXQWEtpOtZtLthgIur7/5E/z0jZ8q8HtVfnkFDhx+8MFVvPPuh3j3vSt49/3ryIopPFzfk38Vv5L53Q9ua50PFUwdy6eMUbRyrG3sYmHpHLLWNHYPK9xf38W9h7vY3OnjvSu3tAamsLM3UlB1hInJWZw5e1720YXPQwyZaLcxOTsPZjkO5Te3D/YQWoV8/aoCWMprgY9kE1ev3cL9Bw9Eaw9d+bhz58/Jd64CsmsJq89Ac0DkOls+dn4ZLfmSqYk2piY7CigeaP7UT5f0+aiPy6eXsaDgyvJUC5PtTH5pU3QqLC+v4PxjjyHGDNs7+xjKrns6W9oOi6KltTtCDBGE0cfoFBkyB1NRKoA71v46UlpiKD/q+TqUj0UFdDpd9R2gkk8miUzzG4KoaJ0G0co13kiBnNF4oJLqNcK29sLt7T3pYUNnDUqGMaLWd0u6yWVDPe2T5gu6WF598BDf++4PcKB902eAUhe4q6ta0wrA7exuywa6ojvG8qlFbG5taC0OcefOTeFv4s7tj3D/7nUUBbG1tYbXfvAdPP30ZQUY5zSPtzSn62hPAL/yX3xFwaxCc9jB3OwM3nnnLdEZpfziwhx+/JMf4fvf+x7elx+5d+9W2q/78h83blxXYHsXLzx/AVub+1hb30SWZ7Df+O53X8ONG3elG+KnP30Xewrej8ocC3OntWZKwUj7xAjPPv8s3njzTZU1d5eexGmdI2MstJeUyRe3tf//9Kc/xaH2uo31bfz5t74Drz0ww8zcPKbE77Vb13DvwX3cvHMLe4d7+PDKB9jd28Xi0gL8HqOpwaICr6b1gYKHu7ubmJwosKBA+z/7p7+Nf/pPflN72Dv4+7/1K/j133hVvuIiNjfuoy/f+tbbP4X/1O+hAvOzCqheu/YhVk6fkg3twueFC4+dT/suEBScf0e+f4CZ6Vn5kV35rIiLFy+CDCAjYoiYU/D3zp3bCLJ9kqnvxYtPYG5uTr5C8st+nb927TqIqMDzO1iXXgvZURYqvPrq4/jyl17G/XvX8bL85UsvPw/KN158QmtvIpfcG7C/9F8eaCvISQAD2XklH93tTGpuDrDtgOruPk77vNZqy1YO8PrrP8WojOgNA2ZnF5BnLUA+6fz5x3BT+2u3NSH+c/E7Kf3exXYfuPlwB9AZfuz50plgpPeGQe9QmkCaT9tvK2+jGpfIAjWnI2Sy8xCC6LTF6x42t7cgQdP66ehMabs3vz6jDPUOkmk9gYQfsk7HOtO5LopWmYwBiNJPR2e5GIPW1DiBiML9fSZyOtL5OarPSL7I69V9xYpJwWlU35Hec3357PN3qXM5tP59fgox6jw/wEhj96VP81PKsMZlqfeAUkPJGajSdEnCRKP6kDxuMx+ldEFSzUw8pjrTEF3L5f7m0/lOt5PwWloDMYtak/U4bgti2Lgk0/w2fUzPbdBDUj/rT1mVaHDcz7UkJXdI/Jmm660n03DqMU3LAIlH1vhud13qowb3gx6nBmWPeSUfyW99jHW2bXScSSbrmmSSM4s5KOup9B7jMSrRJgn3Iwk/pp/apHuXzYd5NbjsdpJJLrcZzXVj6dd0cOJxXamxoFE1BZoPjSg5IbuvElTHckCP+5OP+DBdj6Gm9AkxpNQ/SILkcf+g+TI0be7rfAMk0zyUYsRwUh7jus5gfJfNpvOuMzhP1mOOtSZcZ35tO0Frj5p/A5Qat+El0aqqxKvz7ud2suaHZNIlWac4eho80yFrXNeZb48ZQ5A+xwnbfBhI4Wk96SCPUvtjpXETwtEP90910r19h6tJpvGb/tBjPM+dsoghIDIgD1G+JYOfSv1L+TvjGUiNW1UwbZKg+khgoyphSv3DNMtkD0H1Ia0Xkogxwo/7A0SQrwkhqj4DGUEYAqLqjHMSoCcEtR3RUBGQHzeOfZ3LUW0uOw2s12NZlmoy30h8e+26jiSC+kN6rHQKhyBmoq8zEVjBOAaIK+j8UI2JciQoA0jzC9ErE0CPZSYpmgEhCicw+RPzFsx3iKJZJV2U0k1l3cqH2dcDFJ1Ke/wwtQfhFkWBoLPYqBzpNqPE+MjeoDHwsacS3TL1b3xAjOJB41sOsqZdqX9ZyY5YIcYIqt08V6i0R1ke45UYazxJhsAgiCAC/FSVfwaQRAgBMcSUN26MAR7LvjGEAPsjQ9Q4BpOoNE4lHRsfeiiw+kNNWCUc0UPSgXkrj9YfwTQmSfghCfNHHpVNCI8ekiCZdKJhlWpU2fGJoVQnjk5WHHWvVGc4Kia8MtmQagjRlSJ0fhbF1AY9pBqUNh/3N7if5WjqT6YkRYvHVSSTjJXsEXpIfqy9oaemj32okkGzAcquIKgEqk79SSa65sU0JF7i23nXQY/zShK+589zRjL1a9pw4kl1aqfm2mO7yXUG5w0n8yQTbY/nepKyH9kMfvZDMo2tBH7cxylZ0zGPLlu35ZGsnudS82Rwm4GkkyRvyujHSVpN3qn7GZwXmvitBECMVLFE00byiDfXV/ikHZg30m1qsbKF8f/vx+iGUu9UEqXupvVapXVTpnLDnwvOG18jpQ9BV9fy1g2pTBIkU76RwwWSSZaglCS8r8lrgqifmn6V6Dlf19Y/SUo3UWs9g9+1oMc4JJUDSCbAiYd8VEfWefcxykm+XDaQNY7zDZ7zBvqHgGSaG/t1FRNPZF1n+3C/BtzegOskWCpGBr0L50kW1xsSP5qElJ7QZeqgH8YxKJs+Ht+4LpBMtLyH2x6MZ3C7ocGhMq5Xkj6ka6Azfy/tBSSTbr0XWMdel0b0WL4vIZl07DafFfI807hBdTIH+3vxb/oG0riu/+s2SxLm0+D/cm8kv2siIUYlhB/TqETP/HtPMzhPMuncfe0Pcr13m0/LTlIq9nhID8ljesYPDIDWbyn9mr7pOSWJup3pRNDWu9WE7jOsh0TXfkc4xk19tfiN73GD3nNSKhxA9NUmVJTa14xP1jw57/Fw9JA8ytWJrF59xiqUKR1rr5b4kidIhlDzl8YQij6m5Xmx7irp3uRiDIg6mwfhkTV9kvC/EIgQBUrd11BJD6ZR222psR7pzm3GKTU3hsp7eZJN1EJAEB2oDNG3jqLmzuPi6HF/Nzs1HY/hsZw/QpGcJcY637vOeK4n6SS1Gd/gvsZxA1m3Oy+Gj5ITfHt+9T6rQwwq+TX3t+2YhpFJJvvxfUfMI0IEgoMjvnDwC/zS0iJWVk7jzNmVdLGSELTh+7BTalKdBimy0sbpYJCDEz29PJfVCNBGLfrSCZXXRwWSsGJ86eCvdzfgOjNXaRIg9EaJ0JPqlJJEENjI3W6IUrTQJXsttMumRboWMC2XDdDDQCQgVUI63FsZHsP02gqCWH6/hFvJh4eH8Hhe4MYxrutNz/V+yd9UcMRyu96LxKnLxjVOpotDbx/JODVqiAFkPX4yCk2SZR/0B7oE7MMXbcdjySAqGT9BhBCSITiQZl27jyfTeaeWPdMCdH5fF3sjBUjMA/S4zeB6B8Lc5jkgQ9KB6QsNPui6bSyjKcWXp0PrSQ5xpIukIfq9IYa6+C21Gs2jaVpG62Gg+hAipqamdaHYMbnEr/GsP39T1WmQHGPRHugy3pcjvpg/7A9B8UJSBklkMWB/d4SPPvoIe7o07HQmdNnSAYVTqW8l/jJGtPICLTmoXClVLt0mpvWBZfAlpOfQOuopYLm7uwuPaYdmfjq6+KR4BoFD2e1AFydRjtzznxfalJSPMcJ6HOnixbIYoCdIjqiXFgTosvkADmwY1wEvuQ/0FOyk7C0rIkIM8Nx43GUFGScmusjymq7pGTwfQfil5pwyjFJraKyLBju/SgJZtmg6go4umXxB3WoVyMSD044ujtx3f2cX+wqeWOZCl8L+hkuMMc3FWDaxq0DcnoLatpORbMvf8rCOLF9fl0J24l4HhV6CJuT4LU+W56B4m1KwdGZ2BjMzM8jyTIGnyZS3r8gSTkAIESFGMAbo3A8Ey15gJAfUk437AtOyHCo/llz6iDfoIm0fG5tbKXj08OGa1p02VPmWXOPYpizvUPz7TwqPpKMJBZd2NJ/rWn/bktltpezSQaotXQ7u6oLaMhbSkefa+oWeQKKlyyjL6LlIcnYn1ELYRrZ3dmCdrCnA5vVi3Qyklx3Ve+2sr60nf+Nvl4w1Xl4U8o0TunyegmU25NJFJr6tJ/N069Yt3LlzB4cKdOaqX1xexLkLZzGjC1PrN0pftvM10fZYmTau3mFPqgtprFIbj/HMq/XV6XYxoyBNFnMMFdAaDevLwlL2n2nsvMhT36iXfNNuyzYmJial0wLxqM76CJobg22z1+tjR3osJZPtrRIt68/82AdAL83UQhnLZvb29/SCPdS8MY2/u72PdV2k3r2zjrWHfclZYaAX9kqLoyLlV4BKfbMiU3C9g7YudYtWJtlKra2RWiJicACjko8ZifdcvnAsOgOMte7M06XLj+Ef/YNfxn//3/4TvPjceUQe4uzpBUB8vvf2B7jy/gfotHMsK4h15sx5rJy7iKw1o2DaeSycuoBWexL+puDi4rICJ8B3v/9DyTDGxsam1m5PwZo13LxxE4vzi/jUK6/KtqewrHl6sHoPF3RBfloX5vYf/v9PV1ZW4GeoIHGeF7igC+aoufA3VCcnp3SB3se5s4+hlXfR7zsIsSh+c1z56Jr0NYK/4TrRnVTbQGMs44knxKts4FD7zZNPPik52rLFgYIcC3jl5ZdF6zS6kq3f38P6xipu376t9h7W1lbF+x4ePHyAzc01sVQi0x4wNTWZdLv68L4CpXc1Zg9Xr16B/cP5s2extDiv+Rhjbf2+9NvH6sM7GjMijxX2FVAFDhXQ2ca47CPKv4QYsLG9hZ3dHV0gD6XLjqCrtjaKdgcrCni8+NKnMDM9j+mpOVS6qBn0x+h0JtHV2hrJX+8rGDgxMeXpQmCmPiuCs2gXk/Lz1yXDQ13cH4BhqIDdjOyk0Jq5gbsKaK8+uI0HqzcxGO4g5mPZTwDCCFRwK4QSLdnSYHCI7e11jKs+Jma7mFue1fwHDCXDqdNL6E52MTnVxeb6Q81LjhsOTmgxLS0uYmpyEoV85ac//WksLp7Cs8+/rHlZQac1ibOaxy9+8av4xV/8ZfT6FX7/9/8QOzsHCvQ+r7pX0Cq64v+aAkV3pN+A8xcek9xdzdEd8TuA/VZb6+/e/TXJDdnKeZRlCe9Dmv2Z/QAAEABJREFU9+/fUxBnAv6/Lu0XD7RvP1xdlU5aePMnb2JLtrn6YA3vvfO+dAoFvp7Cgwf3MDc7I/6W8PnPf15Bj9fxb//tv8WtG3dw6+Yd2cMB/P/o+v8IPXtuSfvnLh7cu49XX/kULl4+h+npBcwvnIL/pO9bb3+E3jjgL77zGt557yq6aiu6s7KNgHsKEO8osHvQG2Eq+fuOAqtAqzuNydlT2NgdoMonwLyL1kSBssoxof7dyVnsKhi8e3CAt999G+ubGz5/YhwjovzuloJam8mOBprvAfwLNjt7h6iqiBAzLGl/nJublf8YS8+7mJyeQm/Qhy/cz507J70NUCpI2lVg9LQChudWluH/O/j+3btav1ewvnoXp+Ym8NT5U2iVPZyen9TaqbCxfhtj7RtFUaAQH9Dz0UdXcefequgPETX/3u+yrIB9YV9B0unpSRS6CAy6BBiPe2iFSsHTQ3zhc6+iCBEiiFmt967oOUg6MTGJFZ2X21oT41GFic4UCsk02e3ITjJsaj5L2dyO9ueo+phFMEa0tUaGFaHtDZU2zYP9HmQiGKlic3NLw4wxkJ/f03zsSleDwQgiA4Ycufz91OSE1vCGgptXtX/eRQxt+ZZxskEHEV988SVk2ksX56dlOxNa5yN0OxWuXnsLDq7uH2zj2vWronFf+u3jMQWZn3322eSn/H/3Xn7yCdlpB1K82s7j7MoptOWP/uSP/xg72wd4/PFpTM9Mwf7h9OmVxNvS0iwel9+0zh882FKQc142tSkbqvDR1Tv45re+h3/1r/+99tpt/MLP/zJeffUzePKpJyVTqbnvwf7se9//vvzRIbryG88+/Sy60utIgS+CeF3rI7CDqYl5rb9bWsNz0kULly5dxvKpZTz9zDPisZXWi+dkNOopfwct7T2l9lPvbVG6P9BeZh/y93/z1/Dlr3wWC/NTyLIxnn32IlqtCp//witYXb2luehjfWMNtxSo9f+Z+tLLz2Fvf0f1Q7Q7belhNwV7V7V+W60C/pPw97Tu7t59oL1lPf0yz9TkDMgMp0+d0fwM8Gt/6zfwsuhMz05hfnFOcg9x9vw5PPXMU2nN2f5CpPafx7ArmykBrJw9J/vt4PITT2FbZ5+nn34CZ84uYWa6o/l/E2fPLMrWHwizBCPQ0Vnz/IWLWH+4pXkvcOHMGTho6m/w7svfxDzTWNPImKdf3HDa1Xnb636sgOjq2i5G8hH7+wP5hUJ7xg6uydfkxYSCxR8gb03g+o0tzdeh2tuy20z79gg9nen7gsPDvgLJe6oXSyC8F3gNRuneNc6TdDaB91jX+QwyKb/c8tqSjccYZJtDBJ1ZRjoTkFQ+JiCD5iwT5KDytjmD57isSo19BFUFP24zfZKa4xbmdA7zvum1RFL2WyXwOMb/JNh/u3+UDOY19RNfZC2H2zxSqfGG4nU0HicSzbiWwXmSKMUfSZgW9JQ6X1VlBeMUeaEayK7z1O4+Pb3HkMRYvsF9SEruLOGRTHiut94sEymexIxlcX+nrjeQTHJaHugpNa6SRKOQn3Te45me+1ku17ktxOAsSjsq5VzndpKpzvkgnXgcp0KBxzeQTOM2OG5rcEzPY7ku6YFB+2ZE1Lop5VN991JpTJIgeTwWWecbOh7X4DFImlwCl50hmXggmeiQddq0ObX9eJ/WNCKEKAipj3kkaRTV8WP9SaZ6j9OAK9zHqess38mydeK2k2DeDTE+GrdpJ6lxw/G4slbAwwaCAughiSD9Q0+TehwDydTm+qA8A6A4G6Ro+DGP5s+pyyRB1tCUnRpIOkl6IYlEU+M6hR7L2tdeGkOEbQR6TJus+5FMczgajuQbRomOUNJ4ThseovTwybL1Y/BYxvNYnqtSduy8xEIEEQTQU2mPlemA5MfAfQ1lVcHvdEJNcjgt1cE6AwiIUg1UXjoTvbHea0uDxhzoDqRSHRmSLCOde102suk7NS3z5tRl855lEdHBT3nQUnTiCVkrrV2SiCGAoluJvsF56DHdBDqj+D6ukj8BK0TTjLJX1Vcok14r0QfEuyZb13cY6Txb6j0NkquqKs2D9T+Ghkv40BNCTPOW676CJPwIVbjQej6iK568TkZanyQRxGspPzaWjwKIqHeSVrcNSsaR7jVG4kfVOPl4fIPrSIoG9Fj4Eioiah8MgSmvBqWEhhWeUtErtaeXll2NJPUTmssxBsM+XB9jbQmpk8gChNEM8COdpUQVlec88V5JD0CpcghIPCBIZuWh+02gSjTcz+CAKoXrTtaB6zzPBtMYm0e3q4GkfurTJEdl6oxpUMvxp6HlCuuo0hkRUEfpo8KjhyRIPqr4a7kqyWIaTZNqJEWp4iNK5MdpkEx0LYcQP/Yh6zaSx/UkpauY9i3zTjL1h55mbKcNqPr4I8yjNQtoyqVi8WWDO8ZwlerEdVNlOtavwTyWWkMkZRvh/8fYmz5Zdlz5Yb9f5r1vqfXV0tXV+wY0AFIkAQxBEpwBQYszEkeCZ0YxUkyEGPYXy2GFP9if9F/4k+1wOPzJYylCtiIszYREahluAAkuIEhi7wXdQK/V1V379t6rt9yr3y9f3eoCOMNQ9juVN0+ePOfkyZPLzVOvOgEOEslUrnSq2jk/isNBIpnoScKJ5GHZbTyPoWTfcns9pg/J1F+SqXz0h9tZP+cVFPIJP5uuVL/8bDDeOJKH/EgalcpHaRJSPyqc2/pZKHGUz2qOuCnDUO5ZyA+Grkr9se7kiK+Ro3ZlkkHyMHfdfwmQfExWAnJ7yUPi4/6luaP5ZjkGKDn3MBOUfmoknD/VE6maT4HrKyBV70kqhNt4DkM995oo1OHHcqoCqTaCquxxNFT2qHLyMR3JijzlFT/yMd64yv4kQT6G1OjgR6jwKruNskRr3V0mCe9vJF2V7GL8UXBFIcNVOIjUeqczqdoZf7TeZbc5CiRB8jfmLJRMT/LQT6BknKHqo+0t9Cf0I0c8e7o7NZiWZOJjGxusZ6gT0XdMGjty1CZqrXaditILCTyvPd/Mx4DDJI8qi0PZJFM/zCNqD0QMyPQ+Ru1BA53Dvb+XoiEJp4qvc3Jk70zy3Z4c0ZCUDiMI0tPgtrZBAs1fkhLljQHy9SLt//1+X3vk43mmCu25Pc2HoUBrrgxnOYkfcSgDSvYN12VZjky6+7k86Kf7P9B7sHPr7byUD6jZ4cc83cZt7Qt+xuF8kOBEKaFp76dkhzQ2bqcC7DMjvtJTc9XzKAQe0pguxADztYwoWwct2KVkDBW3qPQZ+hxguwtG/EqxJ5xMYyi0QAwUe3E765hwalfo/CR2CAwIIaR25Kit2xtMWwHJpI9p3cb4oeQ6Ny7pGeMhL+OPApRSWfnRj/vkcqqTnVkSud6XAwJ8xjnq36YL0oMkgl/CGo0GxsebmNJFlg963W5bL/9dvcz24I4b19QFYa2WS/kgxxjKefqqk+HxOJUa/KEMWwic+1AtGYm3ZXhybCtI4cDEui4G/OJGUDwjqhRkxCgD2CHcKTsoybRRG+/6CtyGZGpv+hhi0ml4YFAohSAJ1JDJKKVAKNjI1sdtPOCmH1cg6YQuzVutVnrhJnlIZxrr3NaFYeV0vphwH2xYvzRE6aw5lia588AMZLA4kIR1JqUIRrqQTHqTo82kr2CTA5fW0fqkZzFyu0L98Z87M5jDaMzqiCFoHAapz5ZvvPtmHtavp8N+rktD6+zLbb/ABEbp4zGkHKPUARRqD0AHbshZCNdn6odQspcnR1eBF4N5+vIDYLpAHtdlovXbl+5bCtp1DgJCIx1Epb6lvujFidJV7yBw3tRllKFWy+RjfV2+7CR/a+qSMcYMPS3Itof/LF5Hl/K2RaEDk3XxIZ4MuvSsoa6+5bEGytk9Ce1f7jvJZBfra1492aHd2dPluwIEu9tYerSMfU3mui49m/L7rK7+ssSgGEhp6HVkiE6vK532xbZErSFZ9TzpZR+Aksc806Jn/zT44NzTQb7d3tWF4A6GQ18EQTy6Ku9hbW0Nm5ubKfe82N7Z1AVUR3Q9RL101LUBGBqNuvwuIiS/JaL8yraqS75xTc3DWV0GTcpWUjnppGHC5OS0YAqTuuyd1GXktMp+wfG3gz0ue7qYXVp6AH+bcSi/qovP1PS0xrEJXwBBqRBemS7HOrow9HowpYv4ObQkL6qvUQvo1rYuYu/cRq1ex9jYBKIW/yDI8roC1D0sP/Rl9QB1XYQ2rGPUPFAfxhTIbtTFc3pGdWOo6zmETP3LYFt67Gy7fQWlvd54nfBlrf2HUspzbUv221ZA1fqWwu0pGOVvoQ70IhSl35iCSmMTE4D0HGjO9ORHJEFSPl4kP6tL7wnRRNFkWs8KrVm+uLSvGGyDEGMKUjjA2dJFv8eZHPGw7I7kbm1tweNpfyjkJV3J2hROwmTPPhiJ6dlpnDy9qMvLCQy0Jrpf5mWoSbb18MVelLxaPYdz+69zz/Ud9dXPQ200HjfPM9vDcy4wAxlSm6i+53me1sim7OpLaK9vMhFsR/fLfN03Q1+bvnm7HiBCiMk+Pc0TqOx6KE36rwgIZlrzyLIaBnp57nbU2yIDFEzRcgion5T/RvWnsM9qvEOUXjow5XmGECOCnqFZNdCcGKR5XKK9t68gZIFAXcgOo/jXQRLHjx/DuXNz+Gf/7H/E//BPvwUtxxj017B07wY+vH4N3/uPf4WPFBR57/338N677+HuvYfY2O6i3mhh4eRZjE/Nq9yRtIhTp85ibn5Bo0OMjY/D3yo9pcDr7MycZO+j0+5idnYe+1rf/quvvYzf/cpLmg8NfOYzT+PZZ7+Q1ibbb+PRLna3ethVYKOjy+ITi6cVRJzFiRNnNE8m0Jqex4Quzn2R3u+V2u+mcP36TV1ybwg/pTm/geXlh5rrRcpt36YC5E2tg76Mv6Z+vfrD7+P//D/+N/zv/+v/gu98+y/w5ps/xbvvvo1dXYC3Zmcwf+yYLulXcO36VdxfugcGYF+XVt1uR2thhq3NDWxqTx0o8DQzM42Tiwv45S9+juUH99HWmre1voKe9vVGLWKmNYHtnTU8Wr2tObuCldW7WFYAoTXbSt+c8nx0UHRmdk6X+nvyjVJ+lmtPUB4ynDp/IQWl/X/QOmDc6/Rw/96SfAK4/NTTib4rX9rV2t3p9nHp8mVsbm3LFrNYPHkJiyfOYXKqpXnS09gU2NpaV2DgfXzwwdvSZQntvS3kWak+T2Nz85Hs90hB3bbW0R3sqi8xAy5cOIPzF84q8HAaEzNjOH56Hi98+XmcOH1cMo5jXcHmXqeNUge3XGtTa2pGvnUCY7J7lE96ffI3lUtQwciP8MH710AdmC4/+YyCKFv47vd/iH/9b/4SMa/JHz6ngM0iGo1x3Lp9F++/fxU3b9ySP36soMIWlldtww3NjyH29jvyxRwrj3Y0hr+Uzm3UNSfrWt+feuqp5FOXLl5SMGYTzVqOzzz9tGRfxd7OLnY2d7C9ua0AyCn5zgrOnP//jwUAABAASURBVD6JkwrWef7aZ+pauz68fl0+20KpdaunNWdJ4/vlF38HZ86ewLOf/xxKr3vaj6cmWgrkntc8kLE0xzrtIUrWMDY+o4DlHLb3+porczimQM/Y1DRamhMT2jOmpuU7J0/huIJknqvXPrSPFNjrFthtD9AfEgg5djUPdjVvGto//afdxqea2O930fHaIrv3tJeuyB9XNtb0Wl8i0/pUaJ32L0WNT4xjbGISp0+fwUXZwr+44DW8q6DhqvbJ2/eX4XXd/PwXHkIkxpp1jI/V4DW2qb1lQYHVei3DMwr8nTu5iGG/g8GwjUvPnEU/dHD24iIuP3ERX/zi89jUnrX0YAkr4q2lFAOdF0pmcB96kulzUU36zc/PYahzgf/EPukAZMDJxSlcunhWQbdx+LBkf/K3rUvtlauPVnHv7hI6u/vodfqahzlCCFo5S41PKR9XGwJeO4fywwIlBnph2NU6kmV1BdNKrK1uqk1UG2hNaqd9J8Zca94QQx2Y2ppbMdYlmtonG/KLLvwty2tXPsJrr76BP//z/w8/+tHP5Gddzet55FlDfnlDZ/QCzHK162lNI/7Rn/4h/vv/7ls4c24Bf/jK1/Gtb31LcoN8ntjc3MTZs+dTfuXKBzpTdGXrus4nbTRkl89//vM6V4zjS196FpeeOIVj8y185rNn0dE4P3q0Aq97RAafEccUzFs4cQxra9sKrt9UHzM8WtnH2+/dkLxJLN1fxRtvvKn18ZrsM6bnn8Hf4r6lgN2Dh2v48MM7eKiAt33/m3/nG9jV+8KkfOUb3/h9/P2//wqeff53kq4/+cnPZKuubFRoLbiEvd09nDlzFisrK5iYbOLEyWPo9fekx7LGglo3/LyG559/VjZcUR+msN/dwn5vD08+eQ7PfPYJ7Rfz6O7voD/oiM8yfBa7ceMGvvvd/yS6Dvb2dnBSwcmuAlwDBc2mNVfW19e0fm1qLziBF174chqbfQUVG3qnyvNGGsef/vTn8Pl7bXUdv/vSV7Xm7mJMl83+08lewx8pIPsz0cwem9c6/AgbGo+F44tY1PvIzEwL58+exlBRpWsfXsPCwjH54jQWj89qPd/B2bkmFrU39HVe9dloIAdfXnoEan+eUJC0oWDyhXNntc8CMQb5whhmdJ5b39zC5tYeBvKxoS5rlWlPaMtDQ/pG+kcfP8D65i5u332EWmMSWzv72Nzu4J23r8k+BX7+xq9Vvwd1FUAOlBH27RAy7Oms6edc6260L8v39+QrmnZpLRjT/B9q/errTOT+iwGGRR9R63KUjnWtc4XmVyG9BoMS3W5Pewo11mXKyQiSGtcCUW1CmnNQ/RD0P9WRNFuQlN8F6TZI9T2tmaYnqflUQ6azU8Ujl6+7XOpAXQHJJMPlodZWKJFM/PQoHUpnSY51dsE8CCa5JFHqzGMZCa8ylEgm2SKDwfwHskcM8bCdfcxtdvd2kerlc0d1IAmnWq0G6267OfeZ1m0rsF7us3k5N5gfKd3UV9f/TWB5hr7WdefmYXDZskkm+5DipX6aD5RIgmSqs04qpb0PSqmsOvOIGj/zM+9KJ9dbRwNpvkBkJp8O2t8A+h9DGk+SMB2USCZ5ULIeBpKQU4MUH/XVMgwi0YeJh+2kQrKheble5KmN8SSTDOPN07npoFS1JSVHZX9cb/Az+Viu+0gy8cJBIvRPOBdJJv3N2+2d41OJJKLeXaq6ECM8rwwIkgWAISQZprG+BiiRTHjzNkg0qLO5X/3tMyTh5Dry8bPbG4w3mIaULNnT+Krs3GWPq+e1aT22xnveuc46GdQ0+bRtYjBNBa43RPWNHI2RaczPePsHSe1xQ/Q1ny3P/Ar5HxkQgwBEpmfzdH1RFFo7ijTe5mNwnfmR4qU7CtPHEEAy6UZWNoDKQT9GZYAgI0LIEGIEGQBERK11ehAtQUY9UoAk035iGzg3Mqg+Rvm0SIaa99Ucdl3SzQMqKNSn4bAQzzLpn+pQqjwUDBBDAMQjyyPyeoaYfIPCFYBXW62zohbtUHoUGOr8oa0kzaUYMuG9fhkKkEw2JQmPm21jeWKhdqP26bykc1wpp+nr7GTw+gYQJBM/j/1Qa2WIEUHvgP7WEKQzUrIsgwqE2hiofASWmatNVNsYAzI9h0CEEBCFs14GKFk3ZelDjtqT1Nrc1x7VA4iUTFfIQUp1xDBCpp+JZwwBpvUZrdSJ2RBCiRAB55DuGgqUwh1oDrgBlCiM9rdS/INkC5Ns4JwkyBG4/NvAAdUERGrj/lJ6kULAqQTTP2kjWcYYSDo7lJkK+mG0RkP4QiW1FSLxVC4O6lEhGKY6/Tj8FAfzxP0hmXyuqnSd8S47r6CQXQvZwHhypA9J2S6AHJXxqUSO8IT+6VmUCDKy56CfpTiyg/Gu9K5ykqouE5htKfkD7Y3Wz2WSaVzJEe8oPgmCBhTqvfpo/xQDeMwoHMmkr2VUACWSsL/lef4bPCucyH7jU2qMrI+hlH6jvDykK1XvAkmQTHY2DTkqk3T1J8B6GUEG+NlAjujMz+0NfjZdqfnv3IERUuMtmWUapxIkD/sDJVUlHdyWHPEkKROVCUTyiQ85ovkE8mihhNYSQF2HeesJkA6QTpYBJ9EEarSP8hKx6w2Fxslk7mfUGJIjma4znmTqB0lAnwQA6Dkp767onB8F860AB8n19gnnByjpXYoXYfkkQYzSURqSqd40UDJf15MEOQKh04f6aTpqXusx8R8OhyjUZ5crsE38bD4VHC0ffS5KwHrb/423nQx+NpCWiqSLZUPJPJUd4kxPjuhcZzCt8c4Npv9tQDLxM433OYNtQT7Gk3S16JTJFwptRNbddNbfeSlbhECdzaPmnc57KhtvcB1JtRdofMVFHxlAP62j9TVNR/ezxtaaTdjWxoUYxbOWzngkk+2Nr+TjaFK9eZknyVRT0fquoNDelpCqI6nxH9GYl/th8DPJpOtAd2F7ussdao0y3n3BQTJfPzovNJjqbuJnG5D8xHOpyWQoNC9KE2KUyJEc6+y1yjnJNL/dhxGvMulCBpBEIVliAyCkdTaGAKdCMgrxLlKl2xigNgYqJ8zTMiwraKwKtSkFIDRmWaqHknm4vwYVkz5uZyCpMSikR6G8dHUCionBc8CQkPpBMvF126PyXfY6PDonBJDmWya+UHKdz1bW1fuJ6UlJ+BSINLV1XkF5YIeqH9T+VIs1ZEHnJtnP50r3zfWmlV522AL9fk8Xp9sKtuyircBTV0EN40xs5jGGZAw3tLM4JyulIIOMNm0bN8px67o89IVBpsOd25vX1tYmHjx4gG1dkBjnjrqTJF1MBjBf89/TJbId1zRNTwrRuM5KV+BGIVj/Uvr3dYgaGJXANH29ABrSIUmGIZn64D7t7u7qMqgDG9qXIr5ktSyD9TfeuXWxjFarpQuQsbRwOYBiHvV6PQ3wvm4U/MJvWX0dyl1nIEfyMh2azaMC99lyMl12AUx6+M91Hu1frjrTW775kky6NnRJ0xS4nhzhrP9jG5W6RBpqqQnQeKOtgEFXl552+EwXB5n4kqpTZSnngCYT5Rwx5lpo5ChZTZeC6hf1kpZ8PEhuHVW7KDo/u+8j+wylf1eXVbuS1UnghXRf/uM/j1WAyPSyzxAR5RfW04Fr+4XpegpA9hUAGCjQ0t/XxNKLQ0TQS3OJvhahjhbGjoK0e3ttXarsJ/sXohn0dRCU/iRBErad+U8q+DM7O4dpBe3GxiYA2L5tOIU8YCA51n1cFzoTE2NQU/HtSm9dDOlCalgO4Hrr5yBrzCNAwBc/Mc8wNjmOiYkJ1Oo1XYp1sK+Ahn2lXm+IR1sBu20U2iQ8vkO9JHV18WbdvNZAwoL8tdBFc1++6UCI/2wsNVq5eMcYECJlpwCXzTfT/Olrbm5sbMB/Drqu8YsMmm8l/GKTabxmZmYRxNcXig4A5jr4GQqNcYxZukCTaNSyTBdxswpSHEuXf75UK8tSl1978FiVIvKYuG1f+i0tLemidAlXrl6B8R31xXQnFhflD5n6WaKuuVkAuoDbwNKDhwCjALqolm3Eoya7+GVwTxds+/sDzf1d2Xs/6RvlD5ZVly2j+h0ITE9PIK9lyGoRMwrutHTx58B3V2OTqV91BZvzWg4nqS475WiMNeGxGWjuWU/Pz65esu3z1nm3rbGVDfNaDf7zuA4Iu9+W7Xk/pvbmN9B4MQaEA7Bek5NTqGuee975G1tRNvSYOqjq8fTzloOoUqYpPlrGEXVBkdUjao0cXQUYVtZWsasLsY4uFDe3NtT/LjwHTp06qcDILGKMyNI491GTji53NX8KbWjW07nngPHW2WvCUBs6SQz1cry7rQtg+eFQ82XfY6S+e30zZNLX/golkqkv4+MTulCdTTpYD1VhqDll3u7rmILgXa0ZWwqAeT0b+BAgX+rte6735Od97RV9HYuJkNdQMqIgUpIImWVUcLuO5u+WDhJ7ynt6+R5o3vb7lO9oDAsBMpRqvK8A0LgCM9/85t/G//Q//1NcufY2/vz/+b/w05//lS7b31ag7Sp+8vpbmod1tGblf/UJ3Lq3jNXNPdxdWsFb732AD67eUKBxGR/e/Agrqxuim1N/m0AJhBCxuraCO7dvoy6d3ceTJ07qBQ6aF3UFR6fhP/UbY8Bt0Ty4s41hN8OF008jxkxBk3uy0VABj54Cfzc0H2SLdg+3b93H1FQLb7/1joJsH2j+7+CRgiyLiydx8eKT+PDDm/CfbGy1ZtS+UN1KGv+27PHuO+/oQryLWx9/jBOLx/BlBSte/OoL+OILz+EnP31D8+kBotafUmPjdaauuTQ7O4vZuRZq9VzjN5by23dvAVQnOcTTn7mcLqa7vTYKXVDvbG9iUxf+G4JOe0d2WcbW9ir8J3QLdBRQvY/tnU0sHF/AggKw/oWqgV64sjyDfb2h+d1QMPDYseNYXDiOE2fOoL21o4DHMqYUTBgfm4D/tHae5Th77hyOi86X+itrG5ibOy5bT+Dh8hbW5UsD+VCpS/5arYk7d+9J7g6WFBi+rgDxQPMkxhID6d0T7GxvoCz7OH3mFJpjDa3bA5VLUIuEg8nLD5cUyFxVX4fwGvpo4yGu3biGB1qzhoM+nnnqScwrOPbEpSdx4sQpzC8sSN4uPrhyRQH4e2ndXl1dw7vvvKd9fQIvvfwyfPjuaO4s6YzS1fx74Ssvwt+c/PjuHdy6czf9GVHPw+2dtsr3ZMs1vP32ewixhqaC9Vm9Ll+9iqeffgYvf+05jbPmc96Ag6iz2pO8hs/NzaJWy9DXvnfp0iWN0UB2ncdTCjgvKoDyB9/4Br72tZcUdF+G588XvvAFvP766wpkvSC+l/GHf+8P8Sd/+g9RV1D4cwr4v/fB+/joIwV11zfx/e+/ir/6T99Fa3IGK/LBb//b/4B/+S//jfp8HafOnMd+b6jz3T6ufnhPQa4CWwpAraytowAx1J519txZePw7ChqFENDS+GpZw81bd0SjuxE6AAAQAElEQVQRkWd1BGYa06bWgI6Czg+R14OCYg2cOXscZ8+exKaCwrVmA4sOBM3Pqp8DUONeaA3JETA92cKU9uanND5dzfm795e0d6xJPjxNYR+ZnpnEVGtaeiGti94HTirAW29MydaT6JV1LC2vay3v497SQ2wqaH/89Cnsa+8uswKv/Mk38ewLn8O5C6fx4osvyt41+XIN/lZsQcqPCDIgMGoe9+G+lmWBQmcDB1LHx+toTY/j5Il5TIxlePvXv0AtI3LtSR63rEZMthpotca1J/ewK/leP/3NRK+5u7Kr1+y8VkOmedqanUSms0cWA6BetVot5dT4Fikf6nKy0Fwd15ge1zzs9/aR53UwRMkcQ1fjNiwCdhTMqtVrCuTf1bpyW/5V4sqVhxqLQkHDXdxQ4Pv61ZuYbbWwqfNCQz7pBW53b1P+tKR50pEPbCFm3bSGeH5cuHBeOgCzM7OYUbsL58/C8oc6k7W1Z+3sbCOX3i/97ov4kz/+e/gn/+Qf47/5b/9MMvekPwQFmo1J9PvQnBqgpbE9f+ESQt7Ew0eb+PHrb2rd3VX/J1AwF5TwnjqlAL736aefeRr72rfrzVmtrTVsbnXgvyBxzgFE7cdf/vKXcPb8GTzSfM80BgsL83jqqcuYkb7vaO62FWj71a/fxlBrls8ra+sr+EBzYjDsqb9drb03Nf9PYGN9Q+vluMashWPHZjEcdGWjFey1tyRzDUsPbsPjur7xCM2xOhY09qurK7h48QJ+9atr+Ff/6v+VnxCnTp9EXfPc411qcpw6dUJ4yI96SacPP7yBudl5rGr/WVlZlezTaDbH8O1/9x1873vfh3+5ZUz872o9sQ/+4AevSsYTmj+ncfbUacxOt/DrN3+Fe6pv5nX4l19OSJddnWE2trewq/eiXb271LKIr37li/jxq9+X3QbY3emiNTWPqYmWhpyg9owNnTuOL8xpbNqYnBjT+HQU+N3C8sOH2FeQst0vsby2BWZ17PcKPFSwN681ZIcm+gXlJ+M62w8BNPDe+9rzBhEDXaJPaG64vgwaz5LJR0PMQTLZxuNbaM777LCnudDXnu+1LOqcU9OcqJ7zfNQmyr/87LzUPPRzCAExRKgovhk8V4fDUv42hMwu8PNoTygOzkmlKhgofUcf8yCJLMvEY5QPdW5aX1+XLfbhZ1NG6eW2pne54udng+enc/NxTo5kkEw83NZtqvYk01pmvgaInNQPNTaN5ZKEn+FU6odBmc+sxpsfSbh9La8lOYW4DmWQgfrAGED1ta+9zmdRn9fdxryh5Nx62dbtdnvUXnailVG96wwkEUI4BPexauvcsK+zoPOB5mklw7nbOTcfP0f5pJ9NazwpaQLX5bU89QVKpOyjsarJF0xvINUf4UnC9CQTPUntkUXS3/xdB/kcBQHyD7knxauQTSxzxIuJB5RsPxCHZbcnqRoIR/jREGM4KDPVmZchyDauT0j9CLK5cZajYvq4TFK8RnC07Oco/zKh25gnSRdHcPBY1Tk3kAcVI6r0k2SSkQr6QY78j3yML1HCPjIkIBOleSLSw49529VSLrs5d6VphyjSP6+lHkPXkTzk4bLBfXC/yFGdy8ZXOPeXZBo38/Y4Oz9Kl+kd6XA8XSkgRz5gumoeHOVlX670Mj7XmdMQ1Q7ulHj4M9B+ChAhRGSyPQHt7cPUD+tJEuQIVAX6h4AkMrdhSPSVLJKiEaRcOkIgGjUBZLhSAFFUvKHkZ8sPQWuXeAqV5A90DhpIv6HW5xFNQAjB1ak+r2Xw+mdEqbVW0114yP9LkAd08PNIn0L7XggU+QiX5RFB+2SIB3xpj9A5QzRBYJlez5L8okQeM/WhAEmEgDRmgwMdndsGI5BvaP0tS+uiZ7UFKN1KtTEU0nEIjwdJrdMD7Tt91RWAOmE9S+U4kqQORJowJEHJD1KCZMLFGBG1pmRp/QaoBn6OwpMjGiiRFB/CbY+C0AiRcCrl2aWUr8BY17sceGArEbqvEJ2UVqkEREhd/FN2JNVflbU1agQwSh5749W3UlhSBKqxD5u3Hj/xeYwT70/UHBQkRwdmmE3QD/eHpMqEfujDBObzN8nAQSKpJ8s5CkjtSdcBkLwUxA08xFe8zR8HyThS/Zdt/HyAlqlKCJty+4vB7UxD8nANx1+XZDvTVVV+LjUvIN/Kg8ZevhDDaGzIkX62R9T4OydZNYXLLpiHc5fJUb1xLtuXnLveuKSnZPm51N44Ao3iQR+Ntz8Y3MZyyRFPlw0kQdKPh7ncINkjIfXDfCpQ8ZDOOJKpTDL1wTgcJFKWlS4uGm99/Sx0amN93B8DSVcdgukPC2mMCY+zegfzqepJJrkkUSXXG0xDMsmq6n5bTjJVk0dz9WG0BKQpZfmlf2FB/SIf05Ec6aHxJtVG9ZZvPQrt7VAiR/TGG4QatTGewcUjIL9Uv5NQD8hBDUlU9kq8Pe4HsjzO9t/qLIVPpVJlkske5OPc/CogKarRh3z8bN8arbujfchjRzLxcl8s2/qklpTWBzqlsn6YRtnhJ5XVPsTH/U44UZi395AgW6qYZDiv6qtnyzPu0+B61xlIpvbkKJdju/oQTOOC1+W63ou811u+8baj7el64wbQv7S3jPKh3u9GvlCIbZn8cqixtj4hxAO5tnqhuqGgSHSkdFHfwuGahUSrH2lsQ4woZD+fi8sQ5G3AUOMcYoT1jMqhZFkVmJ7kqD1DWrdMazuaniTcJwKpTlk6IxhXaA1xOUiWc/d51PfR/uf2tk0Wg/Zb8Radz9KmsW8X0s19hlKpfaSvu2rrJZHCQN0iqjSiLaTLyB7Gl+qr8UfBOAPJ1J6kSEe21ANCiMIH2RPiZTxTGRj1020rfqV0GsFIZnGgL+k2hPdPaixMM9AdilgkGwX1E0qP+ZQwznbNtK+rSrIL6WD5Lo2AZOIZpaNBUpCS8SEkHqX6bBsZb55RY+qxMm+XXV9oL/FY+Nn1UeeIlIvWNCQTL/JxTkqaAAfJbS3HYF4Gat/KmOntI6LU2Lt/pWwU/MMvZD0NoAkNfd2M9FW2M1ZMerpk7Oqi3vXuuuWpX1IGAurCKk8v0g7szerC185jfczXf1J1X5eThQ5+WRZ0udAQNBPYAKazQiTTgcwy3VkbhmQ6mFX1xhtIJlrrZHobKa/VYH5+Nr11Ne/x8TFdkDRQagBM77540vvyyjhf+Bv80nk078sO5jU2NqY+hjTw5j+uSypfkERdIMivEl/zMRQyrmWGGJDFqMkT5RiAF1LzEzFiED7PMUrEhIJztpn1sn6FmJq20OE1modoLdc62yYhBFT4TIfhvoIUu7q02NZF5qYurfd1SdlPL76lxBkkv4DsWKKngFa3s49SegZKt5Ahqh8x5NI3l0rURUMPQ8nO81oaUyHTZdFALwHWzfZ2bryfB1og9xXMSTqL70BtKb2i2g+0OI5oS1jvQj7Ql28ZF6L6IX9wn4ais+0busypqd1QE2FPAVQHYArx9H7ofva6fV24D9NYFLKT29nuzqFZHCXXets+DQUC5ubndRl3DsdPLGBRAYumLnqnpibQUFDO7RzQ9DciB7qUiCEg0ySv13P5Zj09m6/rCk2WqMlYr9d0LB9ie3cbfS0cuWi1HGBzZwsD9c3ya/JDSGHrnueyq8rjU5NoSLb1gnzX9c4YAPP2uHcUbOt09mT7AQAiSB+GCDJAZID8179ksKYL8Pv3H8D/N6f/PF9fQbTrCiQ9evhIgdE2CtmrrQB0T3jLr6lPU+Pjupiro6GAjP2SpOQMYRmtmRmMqd7j6KDXUHL25ftdjWlHc37h+HHZIksvR6axTWqyQ17LYZpV6eMAivvf1zjutjvwRWJXeVtB1MmJaTQazeRDnmMeb8NQmylkTdu0Xq/L12qQWqAW5qmpKc2LMSC9yADuhzw5bYoD+SGUahrDRqOhJ/v2AAPxM53nqxn5G6ddrTu2rYm8zll+Ib+ZVNDdtDFGNOQnYxPjmBDO5V1dVnbV95p02lUg0GWKrik628vPea0mOxcJ3MY8O902muMNzMy3dLE6nS5vyQj7T9QYlOprT+toX7aF0kDz5qEuNv3NFPN2cJskzC/IBpAPQcnlTH5EEu6L55p1H2+OyS4ZxjSmBOUepWQNYH3dT/M3nVhoTu+rrtBj0Dj0E+R5XW2Y/GBcAVbTehxEJHwp/CD1z/iZmTlkWUNBmIC1rS52ukOUIdN4lElL/7Q828EwkB+4nz0Fydxnz4WBb3iQi30ESm1EDCkP4uP+dnVR/MbPf4LXfvQ93LlzA91+B9euf4xfvHkNm5tErXlMfSvx2uu6bH6wgebkPHa7vgTeUEBpBbdu31FA8y10FDQMMWBzY1PB+WkFz+4oKDKG+bk52TaI9x1sa52cHJ+EfWVncxv3FNx77733sHq/i6Izhu3tbTz33PNwEGdubh6Xn3wKFy88iTNnzgHIcP/usgKp95Bp7fSl/tWr1zUfj+GEArRnz57V+tFMNq/lNV10t5GCcJK5cGxB7ZH+T8v3P3gP3d4evvH7L+PcuVPymxlMt6Zx/cYNnL9wBhefuJTm647aRb3BhyFwSkEj+4B9e3pmGtsKdkxo/yi1Ps2pf0P51OrKMtZWHuKppy8ryLIK/4nHHfnxjZs3dbAcyI4ZTp06nmzhb7FOaH+Ua2lsewhajycnJ2D7TSrg0Wq1EHVpNdCa7f3yjddew09+8D3cvXUTawo2vPmLN7GhwOlsaxZ3HYRWIPLMqVNoaS4RUfZ4EvvdCN3HoqcA4r4CRe1uF2Pyt0xrvdez5lgN9UaOUuvprgJ5ne6e1o9HuHfnnvJVjDXHYR8hAyjwZd/S0n0FQnbRVKAVwuXyza2NHXhPu3njJh48eKjnTH2sw4HFTnsf0OXU3NwxzZm6zit1zYchGmNjOKYgclvB7anJKWz4z9RqL7hw6Tw8n3/0+o8VNF1R4K6TgoD3l5blV1uYmJjUWtvBjZt3cPOjJZzWmNcUdD6+cAKUPnWtd/te/xRoe+3VH+G1H74Gz/VLGtP79+/huIJCzz73eThg2dbe/Z1/922dFXI8vP9QQdEfyM/O4JVXXsHn/tZn5b+35T9tvPHGG7DNHipQOtAe+9GtW5oPu9jRPjkmfS5fflrzFfizP/vH6Gjd/Yv//zUFSPbw5JNP46WXXsaXXviK+HRlE6KuvYghYEN+XpQ9nQs6CgA9TN/a8/qytbWFhyvrySd6+3ugaBqap53tXZQKRKHcl+7jskMdM7MTGAy7suMManVidW0N9+7ex6XzF6B4OBpaZ4Lmfl979/b6Fu7df4SNzS0sLT3A8vKyAvrrWmsK9AdD6RZl52n4m7HWb0o+OBwGrCjo88H1m7jzYBm77S76wo2Nz4LZOFY2dzGpAFamPv3ynXfQR1CwdRW3797F6z/9KcyX8mEyoi6fyzUn61rbo3D1Wh01reUE1Pc1BC1NjUam4HsLE+NNjdMcdjQ+lj/RmsTFrUsxAwAAEABJREFUy+dx8vRxeI6oCaa0T5mX97Om1mPDUGeXQnvwUHOSsvGe9gUGIoaQ2hXFAOvys076FnMN/r85B/L9uuT6F7y0PcHrEooAr5t77R4YM/TFt5QP/+3f/ztY3xyoj9uYmp7Ag+WN9I3BqwqkfuHzX8Ds/BxOnj0FamX22jscDOF5PK7+9Idt2VvrnwJzExNNBWi3sLmxibffegsd+avX8IcPl/HhtasI0vn2rY/xC/ndcNCTb/VQFl2tJ5P4B//gj3UeyJDFGjbWdxTQ62GmNQf/gsL7V65Jt0eCdfQUsKvJ1p4vkxPj8sVLCvre0ItoxDvvXEFbZ9EJnQ9q+RgWj5/EBQUvB9o71jbW8C/+xT/HG2/+HB6TWKMCfh00mnX4/1A9qcDj5uYOPrp5G2+9/U5a01dWVuBx8H777W//W9y48SFm52YUcL8Pn5P8y0F5zLEt3/N4nzy5iFot6tzWQ022jznRaOYoWWjudwUdvPzy13H8+KQCtKu4cOFiWtenp1uoa8+dmJhAqbOSx/Lq1Su4f+8eyIgSQb60Du8x2vLxnMbk737zD/Dy139PfdhD1N50/+4SttZ3sbW2hx8qoLqvc8pQAeB1naWOLxzHhXMXtL/cwnvvfgD/cs76+hqe+8Jzmqf7cFqyLD34G8DNhvSpTaHb7uP0yTPoa7HNNXZ7OxtYXGhpbnWxuDgLr/Ut+fCk9N7Z62oPH6CpObSpQCxDTXvJHnZ1buwXJZDVwLyGFfnGht4rxqdaiJo7zfFJ1clm6ndjrKn9v0j2G+jslcUa+r0hpianAb1wDhREtT0CA2qaY/ZF+9dQ49vXGSjGCF9S53mW7Oj11njX53mOEKJslaGuOZpprmYxA9O/cFAXZYEyjXkIASRVltdLN4+LcYUmE0lYhyh5FRgnYtlmKL8ukvxKN+OPQtTZzfRVvXm63mXLIPSPAuXmb/1N43qDdTG4b6Z3ncvm4TIDEWJQXyNIokqmMa3L5msbOi9RJp1FDAPVfqD3vY72MLcxTUPn4izLEk/rYD6u8zj5GUok1ZwIsp0BSq5ze5dNb3Ab88oOxsk4ctSWpFppuI/YnGTia14kUz1JeEzN235Q6WpeJjC+kul2xj2uC3CbIq1/ZRoz15Mj3qXWWZlAe5R8IUTlSPJjjAjRNJqR6mN0+TD3PB3CF8whij4Abmh/lHVH9gWSX5Tqm8fU4DGs9COJSmcokUxl4wykZeOvTSSTDPMiR3QkD+VZpoEc1ZkJqWeB95WB+jy0Hwg0W1M70xzKlc4hqmMx6NgjvmrnevN0bvCzgWSyl3GUfUqVh4NCnUfCB+EqIAkn6+22UTJcZ5zLfjaQI7qBzqMeO++RpjWN7UgNmNgiSEXnpfpz0CSN71Dv0qYz33ggw3yNM0/Lj4zSL4pE/dM8h9atUj4iYwgn9WWDQlD5nTUKB0JIlwDzKUVDiodylw0BRMagEyzhNsbhIJleZocMq31M/qj9tZBs61ZID9cbrKebhBCRZTXEmIPqrLqa5JrWYBrTOw+BoiFG34gs0nMMGaLWPkgnqaifRGAA9DTUBmNbQakU40J2C0F66xwfFFSNykH1TfVRdsy0loGQjQejOSV9VS1+JaJY1mo5TFdKkHVzTqqBGpHKk7MREgWRqB/AwL4i/qbt65wQJD+EKD4UBEC2sV5lOVSbAlUqS/E7KFD9DoJM+saoNsKTFH05ApVHnwJCo9LNMg2jOqiOhwClVEeMeEj3UiD04cdjZN1ISteY2hYiGsouaoUgVaLsCKXEKw28asSzUBuzU/fEXzgXWILqh0rCjXQlRXzQ3jwMKupTHoCyIx/XFxpX6BxidBA/hiDdIOAhQEniEMSG0lnF9CFNAxAA6Z/OoSRC8TWqsh/5uD4m/7CvRQTJU4Nk54rWZZKJJ/k4j/IpzzGSKOQYpjdtBSQTP/JxG1LPID6d3LbQ+aD0PJZfhQKHc9B2MbiN9bO+zg0kD2WYh+eiaf1cgUiSRJIgRwDiMJm+lP4auEOc29pHvIYdxZuglM0Nfv4EiCdJkJ+ET9AcFNye5KHuOJJc56Jzg59JOktgHMnU1jYwkExy8dck720gQOoHAPfNPPSYcFX7Cl/lR+tN4zIO5sHoGak9lMgRb9ORTHiSrpE8tTo650GZdDS/RfAb/TDO+hWys3UxpLLmpse3KpPir4/pfxPs84YiyXI9OSImR3mFs85+NpAEST9+Aiz/KKLSw5RubyAf96sqe70mqXV3mMA+ZV6uD8Kbp8sGkskWpLnib0yFfNXyTUAy6UvSxdTevM2vspMrSCY6Pxvv9gbTGYw/ChWOPOiTKo0z6DHxIpnk+YzoM6rBss3X88b3Vfu6Tw30+hrg5DrLN1CoWt3rjh5Uad62j+tUTB+JUF7Khx6PoxCH8iF/9Huf21q21wavSc69dg7kQ3u6d+rpPOK1faA1xu0N1mUovNsaQGOBio95pGeticVBO3JkD+vpM6F5jFoBJJOefZ3JzS+GkM6+to91qtUyNBo1uLcDvQcZpJ7aBQETuD+lxhda4MXuAIeUSvm/bVNor08gOss3zgSlmLls3Zwbb1wF5u21IAQi09ot5uk9jmTqM6kzo6ZMRf/J3P47SD5svsku4uGcJJysk0YK5l/Zzjysi8HPbmsa96/U2BlncPujQNDqotR9V6k9wTQGtz8KbkMSlmfI9O5D9c+0lvlpW5BEpXOVk49xkgqSCaBkPpW86rnUxh+1Oxmoe5mwr8tNO7sdwgINngAV2EGNqxQyQ4o5ycPFycob7CiuN7+uLgf2BW4vUuS1TA5Ux5guL+u6XDG9lTK4M5k679w8XEeO+LvePKHkepJpIC3DeNP7xXF8fFyXrs1kIONJJlm+7DK/QpPA7S3bOvh5X4ENv9T5onlPARQHIXyJ6LKfbRPLty3kn3K8XJcCddR1aZrp5Z5kkmf+mfR3biBlITkjBH7J7fqCQrL8zTFoALIgZ5VjBBATuoAznS/vZVC43vaOMSIXT+tJEu6Tx4D0BMjUkhjosqLb7WFnp62Ln74Ox3byQrQSrKkaQkyXXZpruoTp6/K3jdEEp5wul+4ZyACI50D6dHSx1dVFTCEdSUqdQgflgfj2dOG3n+xumwxlS+vY1eJk+7nsMcjzGqgD2UCT3JfTtiPUuRhDamt629JjQQL1ei79MjhFtfPYbOnicn19E9vbO1IryN41REa4D9XLNAiY3u08PhAiBF/IAB3ZelsXxJYfZOdJBU6buoDb29vVBfsD5HlUkKuJqAVgv9eRXgPhcozroi8tcDLHUBdDpfQe6HLLLzXWNcagi7S69MnhBSDXZU9LgYbJqUlRAh7/6elp+dw4+gpuO8C4q+DQ1s6ebNeXHfvw5hcy04Y0F1ozU5ientLcyFXfw0ByhxoHA5RCiNKtJtompqdm4HHpaIw8hqdPn8ax+WPY2tjCo4ersPzx8QlMT8+oJbGvcSzFr7O7Iz/pq20hPUtddq4quLOHNV14R9nc86Omiy6Pq39jf086e4yCbDemOVXXpcxA4+3g6qbs6ucQNR6y+fKjR7h9544CJfu6UCsRs1yX65NpvOpZHccXFvHlL38FTz31FC5evKi6Ccwp4NPUpXehC2Xb1ReSljWUjJrWBdvdfmJ91JH0KbR52N+GyqNkN9S+VgVSCbjOPNyXQhN1R2Pd0dpTk+518fRYuZ2fHbCc1rjZbzry37YC2JZtvG1onzX94uIiYAUB+VQH1mf3YI3Y18HA5RAjpjTmtXoORug1pVCAZ0+21iWNEHsKctimQ42p9ct1KWhbR/me5ZufZTso7vo96U1S492Qn9WQyZ7WuwIHoQayk+dajNS47qcXKfPyL62Yzvqbp3G2m4Oq1rcuO0wqwKXuwGXT+tljnWW15GfUWrCteVdo/pu2rgtj27YoqIDUBjo92aIXUIY6aqoLQZ0WE8sq1Qag+l4KCl0yDOEU5EeGoQ7RJYJQmewkHioXBbSJD1EoUKMnBfpKXL1+Fz967Vf4QMHJtc0OZhcv48mnvwJmM/jV29fxUBfQU3OL6BcRNz9ewZWr9zA23sSJkxNo6kJ8e7OnIEiGpXsf4edv/AT//jv/HqUOSr5InpufwbkzZ3BW8NnPfAb+vwX3ND+HGp9pBWb3d/s4ozrb8P3331fw6xH8TSMHSj/++DbqeV1zbQ0Plh5icfGE+hIUxL2FWwoiOnD59a+/jLGxJvzLGhsbG1qXt+H/L7WhwJr/L0TzNUwqaHdegabfe+klBaAWFLRaRg8DjE1OQDEiXH7mafzpP/qHOH7sGAqtJa3JFva2dnHt/SvoKSho/11YWFAA4Z58s6tA86bW/47m9iNsbW3Ib6KCCC3J35Jut3DlynVd4g8QshyeW3fv3sHNj25K/xJN6Wv7qYAgn6rVa4gxoK3AivdCf8uroeBMXz6vUQM1aF2tKV356qoCtrbXCdliW8G3Qi+/Q9HV9HYfFEVzkObkidMYDDMF/QrtI6XmRxsPFAxsjE0ghCwFTxYXF7C9van1YRwLxxd06a+1TluYac6cPoc8a2pMW9KrpvV6iJbm72c/+wzOnj0N+3W/V6Iex7F4/BRa07PiMwmPj9eDDQVO7ivA+9bb7yoY+Utc+eCq+EQFtabwgtami5eeEO9JeJ76/0h89913cPLUIjY316XrDv7rP/4jfPbzfwsnTmm8CTwlub//d/8AFy5dBOTvC8fm8OwXPotTp85I7rj4TmN3ew/vv3dVwfUFBMYUJP2axtq/mHHlyhV89PFHCtQ/J7lj+OJzz+PE4nE05SPH5xbQ0Lz6+MZHCsRs4oRskecZTp08lQJ6Xe33bylY+MtfvZV88+NbtxE1r2cVIL53fwkx1kR7HpsKWNZ1Rnnlld/D5595QkHUL8F/Gn5TNm5o3cw1vkFTsd3Zw5Zwk1MTaCiI1N7bQmtqHNClVwxEoxawMDeFZy6fR6EAaj0rMTPdQNHv4IlLpxQ0qamvKxj09nD79ke4d++u/GaACZ3x1pbXkCNiXP7U3evh+Pwx4ce1946j1Nq/owCN98aG+t1sNkEplGWZ/LmDtoIC9+/cx7Urt+Q3HY1DW4G5hwpot+Fv9veLPva6A7x/9T7efv8Gfv3uNfzld36An715Gz/+6XX83//8L/Ef/urnePf9m/iuAlX3lx+hu68zjC4900W0cq97/kWqoWy6K11IJh8cKqi5tbOFh9rbHiiYfOXDJdxb2UFfY+3/g3n54UM8eLCEjgO6/R7a2i/35fN7WuuTL+rlqK0zSF/zxHNooPW60POm/HBifAy57IpiqPHOMTHe0PrXx5QCoq3WpPq6DareflvTXuFvH+e1kW160jPmNQVUiR+8+hNsbncQYtD4tbU3DfHss89hbKKJQrdPqwpEFiywrX6EEOUra+jKXnNz88h1/qnViY8//jHmZmfRarXw5BNPwLZ3wM57Uru9p7VFAdeNTexI75nWFB4s3fwJwQkAAAddSURBVMPW5hpKrdXra0v48euvIkiW+U9OtoQP6GiDuHVrDatrm7C+k9OTOtvUcfmpC/js0xfQmoyYn23htOa0TIded6ig+wP57Bl89cWvJl1+8OoP5etb+Iu//AsFffd0ZikwrXPS4okF5NL7loK7e7L5moKOx3S+8Lz1N7w9Xk8++QRe0jx7RuvnMa2dpfx4fLypwOYKfq1g8c7OttaAX8Bj19OY+S8C+CV6XrTXb96Qj93HE09dVuB+FZNTU7hw8Qmt/x/ij/7oFXzpS5cwPT2F3n4fG+rfvOZcV/31Wv7O2+/j3v2HmJiaw5de/Do2tBbOzc/imOw70BljfeURNlYfodEgouaQ5T75xGWsPlrHnPj0e/IuBmzrfPX888/jyScvS9Z0Ct76TL25sY27t+5qWpa4oj3A/yfyQHvaHZ29fud3Pi9772BH/uC17+HSMuq1HCcX5/HEhfNa11bVrocF6XP+3EmQwPLyA+1zZ6XvTPp2OrX/e63ta/2uN8bQ1btKpnkbtPbs6HzU1WBljRzU/Nzd72CqNY1z58+gLlzJIYqip35BvHm4Pvc1DwxQYqD8Lk+gIuxrLfldjBG1Wg2ei/3+vtavKJ418RvombJXA0Hrgs8znkOmdVv3AUrGFTp3GGc685Mjqm0UjwLtdjvJKjT/BjoL+5xinVxW88OP+ZNU0zL1IVWU6Wf64XbkqN6yCCa9PO8TLyK1LfSSQhIeG9NVOjmHkuWYl+vczu3JEV+XRZL4uD3JpLvbkkx9gpLL7ifJ1MfUTrrGLCadzL9qbzqvrQbTFTrnWLZpSEIfySukbz+dCUlKAmAay3HBudtadz8bzNd1xhtcZ/Cz8RWQI34kk25Vfa53J4+l21iWy5roqT/WDUrODXpEvV53lnzLOPMx+BlumGqh/ozkpbohkM4j8t3Sf7FAAJapv24nlZI/ZgreyMWEH4xA57Cg8wvjY36lTqxQIplkuL3tYP0rWxiX5Or9w88VGGdwmXzc3mWxTB/X+8E4g58BSJ8yyXPZ+ATqr/fKCldIXiHcQL5n0FE9tTPPSj+SCDEAAteThBM5yk3ncpAhSCIwJLliDeicPtS6QAivetO4z+TI/6yTcSTh5DJKNVNj4w3Ged65nWmsGzmid1msUWithvYsX/IZV6g/pXhUYJz9pOJnHlVdCFF9pvxYlpBsy1cPxJbp/QhKQbqTFF2JUuuBpRvMIwgvEvi54uvyIWiNCSq4nbJDPzxoJpT4FlB7gxUASHPHIS2UYowwlvppEApS5Ug7ioElFYg5kNeouRiQac9236lxQUqiQwBJuF+l/LqQ7WItprmSaS0wuE2IAZnwmfzcc81zqan357rW96g6HEnu+1BnK5kKMTLxjjEe5JnyTDJta9mwhHRXpzFKA+1Hbu/cmCjeQYyqnLTOUF/dxuNkMB/jCf8LgZIbQFKyCOjjMSnlCwOdywYK1FqGqhOd+UsN8TQfP5n/J3M4iQ/FmwwqMdHrQR+C+mmelqHWMM8QIiAh0lA5Es57XYxuj1HSvPBDKbqRRJcAalyCcCRhfoXOeqX8WIXf8jEHA5IskuKj1mpXprfiQi4tu7ksMCNSNAeQymqhZQtROOfB5UBXJbAOBhdEIhsUafyMCyFI7sguJGE/MUSNveltH+cVuI3BZUqG60lqTCICA5zIkeyKrsKRBCkAE32UX5IqC6BEUj+RdLMv+XymQ3Kax4mz+l/xJHkoDwfJdX8dWMeh9j+TkQT5GNx/kkmm2Ms2JShCQ1WnIkgm8LNlmKdzQ4VzXgFJuL3tSBK/LZG/vb6SUfGwbIPxFZCPeZCffCZH5VJrmekrPn42H0OFs87kAb0M4jrTuZ4c4W1L442rgGSyT1Be8ahyclQnR0apTcj8CulSaAH082/wkE+ShOsSiM40fq5y71tuPyw1N4w8AiRTiRzlqaB9fKhzYPGpOWmeBuvqsTKY3rjEX+9wfq5wzkkmf3F98lPpZxqSyQamcdn1KVfHSwJRZ2jycduheYvYskmCevbHZQNJkAcAuipBIX4DtU2ylVtGqtAPP1uuHkFy5IMH9qzGpuJt2gpIJnr8Dalq42q3cR61RnitqOpIjua18MaZzns/JV8qIyIgMkOudw6Sh+NLqp3WgiwPAJHwJEESTu6Px83nA6NG5SKNgesZxVf7XqFzhH+hp5RPkEx9z2Rz6xmV21N0NARDTHqaj8fAdjT42WuOnw2lxjVI98TDbcTD5QpKzQ+3Ma3B/CqAUpQdqPZ6TH1yndtEELnqsixKR/VRcmSNpFOM4YDWmmotCoDXySj6YF6k2SUwLxHruTw8a5DidKCXdbNMEYBkAj+ndhqQUnayH5Wi1wdEQBZyREYNAmTf0d7qeiiR5gGJHMJjEQJh2xgO9RNdkkkgRCLGINrHOvUUcxxoHhL6d8CPAVBRfEvJLD4Blm0o5Oe+r/FzCAEk4WRZ7qfBzyRTnWnigc3cxnWm8XMFbn8UjE/lAx4kYT7kKPczlExXgcyY7PWfAQAA///59xvuAAAABklEQVQDANoy8dvEwtjNAAAAAElFTkSuQmCC"/>
          <p:cNvSpPr>
            <a:spLocks noGrp="1" noChangeAspect="1" noChangeArrowheads="1"/>
          </p:cNvSpPr>
          <p:nvPr>
            <p:ph idx="1"/>
          </p:nvPr>
        </p:nvSpPr>
        <p:spPr bwMode="auto">
          <a:xfrm>
            <a:off x="357158" y="5143512"/>
            <a:ext cx="8863042" cy="1500174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55000" lnSpcReduction="20000"/>
          </a:bodyPr>
          <a:lstStyle/>
          <a:p>
            <a:pPr>
              <a:buNone/>
            </a:pPr>
            <a:r>
              <a:rPr lang="ru-RU" dirty="0" smtClean="0">
                <a:latin typeface="Bookman Old Style" pitchFamily="18" charset="0"/>
              </a:rPr>
              <a:t>Прозрачность воды</a:t>
            </a:r>
            <a:r>
              <a:rPr lang="en-US" dirty="0" smtClean="0">
                <a:latin typeface="Bookman Old Style" pitchFamily="18" charset="0"/>
              </a:rPr>
              <a:t>:</a:t>
            </a:r>
            <a:r>
              <a:rPr lang="ru-RU" dirty="0">
                <a:latin typeface="Bookman Old Style" pitchFamily="18" charset="0"/>
              </a:rPr>
              <a:t> </a:t>
            </a:r>
            <a:r>
              <a:rPr lang="ru-RU" dirty="0" smtClean="0">
                <a:latin typeface="Bookman Old Style" pitchFamily="18" charset="0"/>
              </a:rPr>
              <a:t>до 17,5 м ( «уральский Байкал») </a:t>
            </a:r>
          </a:p>
          <a:p>
            <a:pPr>
              <a:buNone/>
            </a:pPr>
            <a:r>
              <a:rPr lang="ru-RU" dirty="0" smtClean="0">
                <a:latin typeface="Bookman Old Style" pitchFamily="18" charset="0"/>
              </a:rPr>
              <a:t>Экосистема</a:t>
            </a:r>
            <a:r>
              <a:rPr lang="en-US" dirty="0" smtClean="0">
                <a:latin typeface="Bookman Old Style" pitchFamily="18" charset="0"/>
              </a:rPr>
              <a:t>:</a:t>
            </a:r>
            <a:r>
              <a:rPr lang="ru-RU" dirty="0" smtClean="0">
                <a:latin typeface="Bookman Old Style" pitchFamily="18" charset="0"/>
              </a:rPr>
              <a:t> </a:t>
            </a:r>
            <a:r>
              <a:rPr lang="ru-RU" dirty="0" err="1" smtClean="0">
                <a:latin typeface="Bookman Old Style" pitchFamily="18" charset="0"/>
              </a:rPr>
              <a:t>олиготрофная</a:t>
            </a:r>
            <a:r>
              <a:rPr lang="ru-RU" dirty="0" smtClean="0">
                <a:latin typeface="Bookman Old Style" pitchFamily="18" charset="0"/>
              </a:rPr>
              <a:t>, чувствительна к антропогенному </a:t>
            </a:r>
            <a:r>
              <a:rPr lang="ru-RU" dirty="0" err="1" smtClean="0">
                <a:latin typeface="Bookman Old Style" pitchFamily="18" charset="0"/>
              </a:rPr>
              <a:t>воздейстию</a:t>
            </a:r>
            <a:r>
              <a:rPr lang="ru-RU" dirty="0" smtClean="0">
                <a:latin typeface="Bookman Old Style" pitchFamily="18" charset="0"/>
              </a:rPr>
              <a:t> </a:t>
            </a:r>
          </a:p>
          <a:p>
            <a:pPr>
              <a:buNone/>
            </a:pPr>
            <a:r>
              <a:rPr lang="ru-RU" dirty="0" smtClean="0">
                <a:latin typeface="Bookman Old Style" pitchFamily="18" charset="0"/>
              </a:rPr>
              <a:t>Культурно-природный комплекс</a:t>
            </a:r>
            <a:r>
              <a:rPr lang="en-US" dirty="0" smtClean="0">
                <a:latin typeface="Bookman Old Style" pitchFamily="18" charset="0"/>
              </a:rPr>
              <a:t>:</a:t>
            </a:r>
            <a:r>
              <a:rPr lang="ru-RU" dirty="0" smtClean="0">
                <a:latin typeface="Bookman Old Style" pitchFamily="18" charset="0"/>
              </a:rPr>
              <a:t>о-ва и п-ова ( Веры, Крестовый), </a:t>
            </a:r>
            <a:r>
              <a:rPr lang="ru-RU" dirty="0" err="1" smtClean="0">
                <a:latin typeface="Bookman Old Style" pitchFamily="18" charset="0"/>
              </a:rPr>
              <a:t>археологичиские</a:t>
            </a:r>
            <a:r>
              <a:rPr lang="ru-RU" dirty="0" smtClean="0">
                <a:latin typeface="Bookman Old Style" pitchFamily="18" charset="0"/>
              </a:rPr>
              <a:t> памятники </a:t>
            </a:r>
          </a:p>
          <a:p>
            <a:pPr>
              <a:buNone/>
            </a:pPr>
            <a:r>
              <a:rPr lang="ru-RU" dirty="0">
                <a:latin typeface="Bookman Old Style" pitchFamily="18" charset="0"/>
              </a:rPr>
              <a:t> </a:t>
            </a:r>
            <a:r>
              <a:rPr lang="ru-RU" dirty="0" smtClean="0">
                <a:latin typeface="Bookman Old Style" pitchFamily="18" charset="0"/>
              </a:rPr>
              <a:t>Статус</a:t>
            </a:r>
            <a:r>
              <a:rPr lang="en-US" dirty="0" smtClean="0">
                <a:latin typeface="Bookman Old Style" pitchFamily="18" charset="0"/>
              </a:rPr>
              <a:t>:</a:t>
            </a:r>
            <a:r>
              <a:rPr lang="ru-RU" dirty="0" smtClean="0">
                <a:latin typeface="Bookman Old Style" pitchFamily="18" charset="0"/>
              </a:rPr>
              <a:t> гидрологический памятник природы </a:t>
            </a:r>
            <a:endParaRPr lang="ru-RU" dirty="0">
              <a:latin typeface="Bookman Old Style" pitchFamily="18" charset="0"/>
            </a:endParaRPr>
          </a:p>
        </p:txBody>
      </p:sp>
      <p:pic>
        <p:nvPicPr>
          <p:cNvPr id="5125" name="Picture 5" descr="D:\brauzer\загружено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0034" y="1000108"/>
            <a:ext cx="8215371" cy="400052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</TotalTime>
  <Words>159</Words>
  <Application>Microsoft Office PowerPoint</Application>
  <PresentationFormat>Экран (4:3)</PresentationFormat>
  <Paragraphs>24</Paragraphs>
  <Slides>5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6" baseType="lpstr">
      <vt:lpstr>Тема Office</vt:lpstr>
      <vt:lpstr>Описание озера   Тургояк</vt:lpstr>
      <vt:lpstr>Озеро Тургояк: местоположение и параметры</vt:lpstr>
      <vt:lpstr>Происхождение и тип озера </vt:lpstr>
      <vt:lpstr>Водный режим и притоки</vt:lpstr>
      <vt:lpstr>Особые черты озера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Описание озера по плану. Озеро Тургояк</dc:title>
  <dc:creator>Всеслав Прохоренко</dc:creator>
  <cp:lastModifiedBy>Всеслав Прохоренко</cp:lastModifiedBy>
  <cp:revision>13</cp:revision>
  <dcterms:created xsi:type="dcterms:W3CDTF">2026-10-18T13:52:51Z</dcterms:created>
  <dcterms:modified xsi:type="dcterms:W3CDTF">2026-10-18T16:00:22Z</dcterms:modified>
</cp:coreProperties>
</file>